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daf7a940-0f6b-5e1e-45c6-552432b5f379}">
          <p14:sldIdLst>
            <p14:sldId id="256"/>
            <p14:sldId id="257"/>
          </p14:sldIdLst>
        </p14:section>
        <p14:section name="개념" id="{b3c7d12f-8196-94ee-4b40-2e57f8b04d1d}">
          <p14:sldIdLst>
            <p14:sldId id="258"/>
            <p14:sldId id="259"/>
            <p14:sldId id="260"/>
            <p14:sldId id="263"/>
            <p14:sldId id="264"/>
            <p14:sldId id="265"/>
          </p14:sldIdLst>
        </p14:section>
        <p14:section name="연습" id="{0033a0d7-06f5-817d-0da2-1fcdb1aa6fde}">
          <p14:sldIdLst>
            <p14:sldId id="261"/>
            <p14:sldId id="262"/>
            <p14:sldId id="266"/>
          </p14:sldIdLst>
        </p14:section>
        <p14:section name="개념" id="{c09e4b29-35cd-2d6a-5cb3-dd7828e7491f}">
          <p14:sldIdLst/>
        </p14:section>
        <p14:section name="연습" id="{be355b16-dea3-e318-f51b-5c6b2d27f02c}">
          <p14:sldIdLst/>
        </p14:section>
        <p14:section name="확인" id="{b5cc2c3f-5df9-4da6-bbc8-9f90644fd598}">
          <p14:sldIdLst>
            <p14:sldId id="267"/>
            <p14:sldId id="268"/>
            <p14:sldId id="269"/>
          </p14:sldIdLst>
        </p14:section>
        <p14:section name="정리" id="{80c54f45-9287-0ca5-723e-00c15797fda1}">
          <p14:sldIdLst>
            <p14:sldId id="270"/>
          </p14:sldIdLst>
        </p14:section>
        <p14:section name="보충" id="{7845b05c-c770-f9b6-c4c5-24df0b3cfef3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알려 주고, 집에 있는 시계를 보며 시각 읽기에 흥미를 갖게 합니다.
시간: 약 2분
이렇게 말해 보세요
- “오른쪽 시계는 몇 시쯤일까? 짧은바늘과 긴바늘을 봐.”
- “오늘은 ‘몇 시 몇 분’까지 읽는 방법을 배울 거야.”
예상 답
- “8시요.” “8시 조금 넘었어요.” (그림은 8시 10분입니다. 지금은 맞히지 않아도 됩니다.)
막히면
- 답을 확인하지 않고 넘어갑니다. S03부터 차근차근 읽는 방법을 배웁니다.
주의
- 바늘을 손으로 돌릴 수 있는 시계(장난감 시계나 종이 시계)가 있으면 수업 내내 함께 씁니다. 집의 벽시계를 써도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확인(몇 시, 몇 시 30분, 5씩 세기)]
목적: 초1에서 배운 ‘몇 시’, ‘몇 시 30분’ 읽기와 5씩 뛰어 세기(5단)가 되는지 확인합니다. 오늘 5분 단위 읽기에 꼭 필요합니다.
시간: 약 3분
이렇게 말해 보세요
- “①과 ②는 몇 시야? 어떻게 알았어?”
- “③ 5씩 뛰어 세면 빈칸은? ④ 5 곱하기 6은?”
정답
- ① 3시
- ② 7시 30분
- ③ 20
- ④ 30
막히면
- ①②가 어려우면 S16(보충)을 먼저 합니다. 보충으로도 어려우면 초1 ‘몇 시와 몇 시 30분’(KR22-G01-MAT-CLOCK-L01)을 먼저 합니다.
- ③④가 어려우면 손가락을 하나씩 펴며 “5, 10, 15…”를 함께 셉니다.
주의
- ②에서 짧은바늘이 7과 8 사이에 있는 것을 보고 “짧은바늘은 7을 지났어요”라고 말하게 하면 S04에 도움이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긴바늘로 5분 단위 읽기]
목적: 긴바늘이 가리키는 숫자 하나마다 5분씩 늘어난다는 것을 알고 5분 단위로 분을 읽습니다.
시간: 약 3분
이렇게 말해 보세요
- “긴바늘이 12에서 출발해서 1까지 가면 5분이야. 2까지 가면?”
- “이 시계의 긴바늘은 3을 가리켜. 5, 10, 15. 그래서 15분이야. 짧은바늘은 2를 조금 지났으니까 2시 15분이야.”
예상 답
- “10분이요.” “2시 15분이에요.”
막히면
- 시계의 숫자 1, 2, 3을 차례로 짚으며 “5, 10, 15”라고 함께 셉니다.
- 숫자 1과 2 사이에 작은 눈금이 5칸 있다는 것을 세어 보여 줍니다(1칸 = 1분).
주의
- 긴바늘이 12를 가리키면 ‘몇 시’(정각)입니다. 3을 가리키는데 ‘3분’이라고 하면 M2이니, 숫자가 아니라 5씩 센다는 것을 강조합니다.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몇 시 몇 분 읽기 시범]
목적: 짧은바늘로 ‘몇 시’를, 긴바늘로 ‘몇 분’을 읽는 순서를 보여 줍니다. 짧은바늘이 두 숫자 사이에 있으면 지나온 숫자를 읽습니다.
시간: 약 3분
이렇게 말해 보세요
- “짧은바늘은 어디에 있어? 4와 5 사이지. 4를 지났지만 5는 아직 안 됐어. 그래서 4시야.”
- “긴바늘은 7을 가리켜. 5, 10, 15, 20, 25, 30, 35. 그래서 4시 35분이야.”
예상 답
- “4시 35분이에요.”
막히면
- 바늘을 돌릴 수 있는 시계로 4시에서 긴바늘을 천천히 돌려, 짧은바늘이 4에서 5 쪽으로 조금씩 움직이는 것을 보여 줍니다.
주의
- 짧은바늘이 5에 가까워 보여도 아직 5시가 아닙니다(M1). 이 생각은 S07에서 다시 다룹니다.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1분 단위 읽기]
목적: 긴바늘이 숫자와 숫자 사이에 있으면 작은 눈금을 세어 1분 단위로 읽습니다.
시간: 약 3분
이렇게 말해 보세요
- “긴바늘이 숫자 3을 조금 지났어. 3은 몇 분이지? 거기서 작은 눈금이 몇 칸 더 갔어?”
- “15분에서 2칸 더 갔으니까 16, 17. 9시 17분이야.”
예상 답
- “15분에서 2칸 더 가서 17분이요. 9시 17분이에요.”
막히면
- 진짜 시계에서 숫자 3부터 작은 눈금을 손가락으로 짚으며 “16, 17”이라고 함께 셉니다.
- 숫자 3까지 5씩 세고, 그다음 1씩 세는 두 단계로 나누어 말합니다.
주의
- 지치면 여기서 쉬고, 다음에 S06부터 이어도 됩니다.
- 화면이 작으면 작은 눈금이 잘 안 보일 수 있습니다. 진짜 시계로 같은 시각을 만들어 보여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안내받는 연습(시각 읽기)]
목적: 도움을 받으며 5분 단위와 1분 단위의 시각을 읽습니다.
시간: 약 4분
이렇게 말해 보세요
- “①의 짧은바늘은 어디에 있어? 긴바늘은 어느 숫자를 가리켜?”
- “③은 긴바늘이 숫자 1을 조금 지났어. 1은 5분이지? 작은 눈금이 몇 칸 더 갔어?”
정답
- ① 6시 20분
- ② 11시 45분
- ③ 2시 8분
막히면
- ②를 12시 45분이라고 하면 “짧은바늘이 12를 지났어, 아직이야?”라고 묻습니다(M1).
- ③을 2시 1분이나 2시 13분이라고 하면 숫자 1까지 5분, 그다음 작은 눈금 3칸(6, 7, 8분)을 함께 셉니다.
주의
- 진짜 시계로 같은 시각을 만들어 보게 하면 더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오개념 비교(짧은바늘을 가까운 숫자로 읽기)]
목적: 짧은바늘이 다음 숫자에 가까우면 그 숫자를 ‘몇 시’로 읽는 실수를 찾고 바로잡습니다(M1).
시간: 약 2분
이렇게 말해 보세요
- “토끼와 곰이 같은 시계를 읽었는데 답이 달라. 누가 맞았을까?”
- “10분이 더 지나면 긴바늘이 12에 가. 그때가 몇 시일까?”
예상 답
- “곰이요. 아직 8시가 안 됐어요.”
정답
- 곰이 맞습니다. 짧은바늘이 7을 지났지만 8에는 아직 가지 않았으므로 7시 50분입니다.
- 10분 뒤 긴바늘이 12에 오면 그때 8시가 됩니다.
막히면
- 바늘을 돌릴 수 있는 시계로 7시 50분을 만들고 긴바늘을 12까지 돌려, 그때 짧은바늘이 8에 딱 닿는 것을 보여 줍니다.
주의
- ‘짧은바늘이 지나온 숫자’를 읽는다는 약속을 여러 번 함께 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1시간 = 60분]
목적: 긴바늘이 한 바퀴 도는 데 60분이 걸리고, 이것이 1시간이라는 것을 압니다.
시간: 약 3분
이렇게 말해 보세요
- “1시에서 긴바늘이 한 바퀴 돌아 다시 12에 오면 몇 시가 될까?”
- “긴바늘이 한 바퀴 도는 동안 5, 10, 15 … 60분이 지나. 60분을 1시간이라고 해.”
예상 답
- “2시요.” “60분이요.”
막히면
- 바늘을 돌릴 수 있는 시계로 1시에서 긴바늘을 숫자마다 멈추며 “5분, 10분 … 60분”을 함께 세고 돌립니다.
주의
- ‘시각’은 시계가 가리키는 때(2시), ‘시간’은 어떤 때부터 어떤 때까지의 길이(1시간)입니다. 아이에게는 “몇 시는 시각, 얼마 동안은 시간”이라고 말해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몇 시간 몇 분을 분으로 바꾸기]
목적: 1시간 = 60분을 이용해 ‘몇 시간 몇 분’을 ‘몇 분’으로 바꿉니다.
시간: 약 3분
이렇게 말해 보세요
- “시간 띠 한 칸은 10분이야. 첫 줄은 몇 분이야? 둘째 줄은?”
- “60분과 20분을 더하면 몇 분이야?”
예상 답
- “60분이랑 20분이요. 80분이에요.”
막히면
- 10분씩 칸을 짚으며 “10, 20, 30 … 80”을 함께 셉니다.
주의
- 시간 띠 한 칸은 10분입니다. 한 줄 6칸이 60분, 곧 1시간입니다.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하루 = 24시간, 오전과 오후]
목적: 하루는 24시간이고, 밤 12시부터 낮 12시까지를 오전, 낮 12시부터 밤 12시까지를 오후라고 한다는 것을 압니다.
시간: 약 2분
이렇게 말해 보세요
- “아침 8시에 학교에 가는 것과 저녁 8시에 자는 것은 시계로 보면 똑같이 8시야. 그래서 ‘오전 8시’, ‘오후 8시’라고 나누어 말해.”
- “오전은 몇 시간, 오후는 몇 시간이야? 하루는 모두 몇 시간일까?”
예상 답
- “12시간이랑 12시간이요. 하루는 24시간이에요.”
막히면
- 아이의 하루 일과(일어나기, 점심, 저녁, 잠자기)를 말하며 오전인지 오후인지 함께 정합니다.
주의
- 짧은바늘은 하루에 시계를 두 바퀴 돕니다. 달력(1주일, 1년)은 이 차시에서 다루지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안내받는 연습(시간 바꾸기)]
목적: 도움을 받으며 시간과 분을 서로 바꾸고, 하루가 몇 시간인지 말합니다.
시간: 약 4분
이렇게 말해 보세요
- “②는 1시간 30분이야. 1시간은 몇 분이지? 거기에 30분을 더하면?”
- “③은 거꾸로야. 70분 안에 60분이 들어 있지? 60분은 1시간이고, 남는 것은?”
정답
- ① 60분
- ② 90분
- ③ 1시간 10분
- ④ 24시간
막히면
- S09의 시간 띠처럼 10분 칸을 종이에 그려 세게 합니다.
- ③을 7시간이라고 하면 “1시간은 몇 분이었지? 70분은 60분보다 얼마나 많아?”라고 묻습니다(M3).
주의
- 1시간 = 100분으로 생각해 1시간 30분을 130분이라고 하는 실수가 흔합니다(M3). m와 cm(100)와 헷갈리지 않게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혼자 해결]
목적: 도움 없이 5분·1분 단위의 시각을 읽고(①②), 시간을 바꾸고(③), 1시간 뒤의 시각을 구하는지(④) 확인합니다.
시간: 약 4분
이렇게 말해 보세요
- “이번에는 혼자 해 볼래? 다 하면 어떻게 읽었는지 말해 줘.”
정답
- ① 5시 40분
- ② 10시 13분
- ③ 75분(60분 + 15분)
- ④ 4시 20분(긴바늘이 한 바퀴 돌면 1시간)
막히면
- 바로 알려 주지 말고 “짧은바늘부터 볼까?”라고만 말합니다.
- 도움을 받아 해결했다면 기록표에 ‘도움’으로 표시합니다.
주의
- ①을 6시 40분이라고 하면 M1, ②를 10시 3분이라고 하면 M2입니다. 피드백 장에서 다룹니다.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정답과 피드백]
목적: 아이의 답을 함께 확인하고 흔한 실수를 바로잡습니다. 수업용에만 있는 장입니다.
시간: 약 2분
이렇게 말해 보세요
- “네 답과 같은지 볼까? 다르면 시계로 다시 해 보자.”
정답
- ① 5시 40분 ② 10시 13분 ③ 75분 ④ 4시 20분
막히면
- ①이 6시 40분이면 S07로 돌아갑니다(M1).
- ②가 10시 3분이면 숫자 2까지 5씩(10분), 그다음 작은 눈금 3칸을 세게 합니다(M2).
- ③이 115분이면 1시간 = 60분을 다시 확인합니다(M3).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마무리 확인(1시간 뒤의 시각)]
목적: 처음 보는 문제에서 1시간 = 긴바늘 한 바퀴임을 이용하고, 시계를 바르게 읽는지 확인합니다.
시간: 약 2분
이렇게 말해 보세요
- “2시 30분에서 1시간이 지나면 몇 시 몇 분일까? 그 시각을 나타낸 시계를 골라 봐.”
정답
- 나(3시 30분). 1시간이 지나면 긴바늘은 한 바퀴 돌아 다시 6에 오고, 짧은바늘은 3과 4 사이에 옵니다.
- 가는 2시 31분(1분 뒤), 다는 3시(30분 뒤)입니다.
막히면
- 바늘을 돌릴 수 있는 시계로 2시 30분을 만들고 긴바늘을 한 바퀴 돌려 봅니다.
주의
- 가를 고르면 ‘1시간’과 ‘1분’을 헷갈린 것입니다. 기록표에 적어 두고 다음 수업 복습 때 다시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정리와 다음 수업 복습]
목적: 핵심을 정리하고 다음 수업 첫 5분에 풀 복습 문제를 알려 줍니다.
시간: 약 1분
이렇게 말해 보세요
- “오늘 배운 것을 말해 볼래? 긴바늘이 숫자 하나만큼 가면 몇 분이야? 1시간은 몇 분이야?”
예상 답
- “5분이요.” “60분이요.”
정답
- ① 45분 ② 120분 ③ 24시간
막히면
- S03과 S08의 그림을 다시 보여 줍니다.
주의
- 복습 세 문제는 다음 수업을 시작할 때 활동지 마지막 쪽과 함께 풉니다.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[S16 · 선수 학습 보충(몇 시, 몇 시 30분)]
목적: S02에서 ‘몇 시’, ‘몇 시 30분’ 읽기가 흔들리면 다시 익힙니다.
시간: 약 5분
이렇게 말해 보세요
- “왼쪽 시계는 긴바늘이 12, 짧은바늘이 3을 가리켜. 3시야.”
- “오른쪽은 긴바늘이 6에 있어. 짧은바늘은 3과 4 사이야. 3시 30분이야.”
- “이번엔 네가 시계로 5시를 만들어 볼래? 5시 30분은?”
정답
- 5시: 긴바늘 12, 짧은바늘 5
- 5시 30분: 긴바늘 6, 짧은바늘 5와 6 사이
막히면
- 종이 접시에 숫자를 쓰고 바늘 두 개를 할핀으로 달아 시계를 만들어 함께 돌립니다.
주의
- 보충으로도 어려우면 초1 ‘몇 시와 몇 시 30분’(KR22-G01-MAT-CLOCK-L01)을 먼저 합니다. 이 차시의 앞 차시는 ‘m와 cm’(KR22-G02-MAT-METER-L01)입니다.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도형과측정 · 5차시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시각과 시간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시각과 시간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초2 수학 · 시각과 시간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시각과 시간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지금은 몇 시 몇 분일까?</a:t>
            </a:r>
            <a:endParaRPr lang="ko-KR" sz="3200" dirty="0"/>
          </a:p>
        </p:txBody>
      </p:sp>
      <p:sp>
        <p:nvSpPr>
          <p:cNvPr id="4" name="S01-figure1" descr="시계: 8시 10분"/>
          <p:cNvSpPr/>
          <p:nvPr/>
        </p:nvSpPr>
        <p:spPr>
          <a:xfrm>
            <a:off x="8183880" y="640080"/>
            <a:ext cx="2926080" cy="292608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5" name="S01-line2"/>
          <p:cNvSpPr/>
          <p:nvPr/>
        </p:nvSpPr>
        <p:spPr>
          <a:xfrm>
            <a:off x="9646920" y="676656"/>
            <a:ext cx="0" cy="16093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" name="S01-line3"/>
          <p:cNvSpPr/>
          <p:nvPr/>
        </p:nvSpPr>
        <p:spPr>
          <a:xfrm flipH="1">
            <a:off x="9788380" y="684470"/>
            <a:ext cx="7646" cy="7275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" name="S01-line4"/>
          <p:cNvSpPr/>
          <p:nvPr/>
        </p:nvSpPr>
        <p:spPr>
          <a:xfrm flipH="1">
            <a:off x="9928289" y="707828"/>
            <a:ext cx="15209" cy="7155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01-line5"/>
          <p:cNvSpPr/>
          <p:nvPr/>
        </p:nvSpPr>
        <p:spPr>
          <a:xfrm flipH="1">
            <a:off x="10065116" y="746472"/>
            <a:ext cx="22605" cy="695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1-line6"/>
          <p:cNvSpPr/>
          <p:nvPr/>
        </p:nvSpPr>
        <p:spPr>
          <a:xfrm flipH="1">
            <a:off x="10197362" y="799980"/>
            <a:ext cx="29754" cy="6682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1-line7"/>
          <p:cNvSpPr/>
          <p:nvPr/>
        </p:nvSpPr>
        <p:spPr>
          <a:xfrm flipH="1">
            <a:off x="10279685" y="867766"/>
            <a:ext cx="80467" cy="13937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" name="S01-line8"/>
          <p:cNvSpPr/>
          <p:nvPr/>
        </p:nvSpPr>
        <p:spPr>
          <a:xfrm flipH="1">
            <a:off x="10442377" y="949086"/>
            <a:ext cx="42998" cy="5918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1-line9"/>
          <p:cNvSpPr/>
          <p:nvPr/>
        </p:nvSpPr>
        <p:spPr>
          <a:xfrm flipH="1">
            <a:off x="10552462" y="1043051"/>
            <a:ext cx="48948" cy="5436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1-line10"/>
          <p:cNvSpPr/>
          <p:nvPr/>
        </p:nvSpPr>
        <p:spPr>
          <a:xfrm flipH="1">
            <a:off x="10652627" y="1148629"/>
            <a:ext cx="54363" cy="4894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1-line11"/>
          <p:cNvSpPr/>
          <p:nvPr/>
        </p:nvSpPr>
        <p:spPr>
          <a:xfrm flipH="1">
            <a:off x="10741772" y="1264665"/>
            <a:ext cx="59181" cy="429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1-line12"/>
          <p:cNvSpPr/>
          <p:nvPr/>
        </p:nvSpPr>
        <p:spPr>
          <a:xfrm flipH="1">
            <a:off x="10742901" y="1389888"/>
            <a:ext cx="139373" cy="8046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6" name="S01-line13"/>
          <p:cNvSpPr/>
          <p:nvPr/>
        </p:nvSpPr>
        <p:spPr>
          <a:xfrm flipH="1">
            <a:off x="10883232" y="1522925"/>
            <a:ext cx="66828" cy="297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01-line14"/>
          <p:cNvSpPr/>
          <p:nvPr/>
        </p:nvSpPr>
        <p:spPr>
          <a:xfrm flipH="1">
            <a:off x="10933996" y="1662318"/>
            <a:ext cx="69572" cy="22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1-line15"/>
          <p:cNvSpPr/>
          <p:nvPr/>
        </p:nvSpPr>
        <p:spPr>
          <a:xfrm flipH="1">
            <a:off x="10970659" y="1806541"/>
            <a:ext cx="71553" cy="1520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1-line16"/>
          <p:cNvSpPr/>
          <p:nvPr/>
        </p:nvSpPr>
        <p:spPr>
          <a:xfrm flipH="1">
            <a:off x="10992818" y="1954014"/>
            <a:ext cx="72751" cy="764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1-line17"/>
          <p:cNvSpPr/>
          <p:nvPr/>
        </p:nvSpPr>
        <p:spPr>
          <a:xfrm flipH="1">
            <a:off x="10912450" y="2103120"/>
            <a:ext cx="16093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1" name="S01-line18"/>
          <p:cNvSpPr/>
          <p:nvPr/>
        </p:nvSpPr>
        <p:spPr>
          <a:xfrm flipH="1" flipV="1">
            <a:off x="10992818" y="2244580"/>
            <a:ext cx="72751" cy="764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1-line19"/>
          <p:cNvSpPr/>
          <p:nvPr/>
        </p:nvSpPr>
        <p:spPr>
          <a:xfrm flipH="1" flipV="1">
            <a:off x="10970659" y="2384489"/>
            <a:ext cx="71553" cy="1520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1-line20"/>
          <p:cNvSpPr/>
          <p:nvPr/>
        </p:nvSpPr>
        <p:spPr>
          <a:xfrm flipH="1" flipV="1">
            <a:off x="10933996" y="2521316"/>
            <a:ext cx="69572" cy="22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1-line21"/>
          <p:cNvSpPr/>
          <p:nvPr/>
        </p:nvSpPr>
        <p:spPr>
          <a:xfrm flipH="1" flipV="1">
            <a:off x="10883232" y="2653562"/>
            <a:ext cx="66828" cy="297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1-line22"/>
          <p:cNvSpPr/>
          <p:nvPr/>
        </p:nvSpPr>
        <p:spPr>
          <a:xfrm flipH="1" flipV="1">
            <a:off x="10742901" y="2735885"/>
            <a:ext cx="139373" cy="8046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6" name="S01-line23"/>
          <p:cNvSpPr/>
          <p:nvPr/>
        </p:nvSpPr>
        <p:spPr>
          <a:xfrm flipH="1" flipV="1">
            <a:off x="10741772" y="2898577"/>
            <a:ext cx="59181" cy="429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01-line24"/>
          <p:cNvSpPr/>
          <p:nvPr/>
        </p:nvSpPr>
        <p:spPr>
          <a:xfrm flipH="1" flipV="1">
            <a:off x="10652627" y="3008662"/>
            <a:ext cx="54363" cy="4894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1-line25"/>
          <p:cNvSpPr/>
          <p:nvPr/>
        </p:nvSpPr>
        <p:spPr>
          <a:xfrm flipH="1" flipV="1">
            <a:off x="10552462" y="3108827"/>
            <a:ext cx="48948" cy="5436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1-line26"/>
          <p:cNvSpPr/>
          <p:nvPr/>
        </p:nvSpPr>
        <p:spPr>
          <a:xfrm flipH="1" flipV="1">
            <a:off x="10442377" y="3197972"/>
            <a:ext cx="42998" cy="5918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1-line27"/>
          <p:cNvSpPr/>
          <p:nvPr/>
        </p:nvSpPr>
        <p:spPr>
          <a:xfrm flipH="1" flipV="1">
            <a:off x="10279685" y="3199101"/>
            <a:ext cx="80467" cy="13937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1" name="S01-line28"/>
          <p:cNvSpPr/>
          <p:nvPr/>
        </p:nvSpPr>
        <p:spPr>
          <a:xfrm flipH="1" flipV="1">
            <a:off x="10197362" y="3339432"/>
            <a:ext cx="29754" cy="6682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1-line29"/>
          <p:cNvSpPr/>
          <p:nvPr/>
        </p:nvSpPr>
        <p:spPr>
          <a:xfrm flipH="1" flipV="1">
            <a:off x="10065116" y="3390196"/>
            <a:ext cx="22605" cy="695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1-line30"/>
          <p:cNvSpPr/>
          <p:nvPr/>
        </p:nvSpPr>
        <p:spPr>
          <a:xfrm flipH="1" flipV="1">
            <a:off x="9928289" y="3426859"/>
            <a:ext cx="15209" cy="7155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1-line31"/>
          <p:cNvSpPr/>
          <p:nvPr/>
        </p:nvSpPr>
        <p:spPr>
          <a:xfrm flipH="1" flipV="1">
            <a:off x="9788380" y="3449018"/>
            <a:ext cx="7646" cy="7275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1-line32"/>
          <p:cNvSpPr/>
          <p:nvPr/>
        </p:nvSpPr>
        <p:spPr>
          <a:xfrm flipV="1">
            <a:off x="9646920" y="3368650"/>
            <a:ext cx="0" cy="16093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6" name="S01-line33"/>
          <p:cNvSpPr/>
          <p:nvPr/>
        </p:nvSpPr>
        <p:spPr>
          <a:xfrm flipV="1">
            <a:off x="9497814" y="3449018"/>
            <a:ext cx="7646" cy="7275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01-line34"/>
          <p:cNvSpPr/>
          <p:nvPr/>
        </p:nvSpPr>
        <p:spPr>
          <a:xfrm flipV="1">
            <a:off x="9350341" y="3426859"/>
            <a:ext cx="15209" cy="7155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1-line35"/>
          <p:cNvSpPr/>
          <p:nvPr/>
        </p:nvSpPr>
        <p:spPr>
          <a:xfrm flipV="1">
            <a:off x="9206118" y="3390196"/>
            <a:ext cx="22605" cy="695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1-line36"/>
          <p:cNvSpPr/>
          <p:nvPr/>
        </p:nvSpPr>
        <p:spPr>
          <a:xfrm flipV="1">
            <a:off x="9066725" y="3339432"/>
            <a:ext cx="29754" cy="6682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1-line37"/>
          <p:cNvSpPr/>
          <p:nvPr/>
        </p:nvSpPr>
        <p:spPr>
          <a:xfrm flipV="1">
            <a:off x="8933688" y="3199101"/>
            <a:ext cx="80467" cy="13937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1" name="S01-line38"/>
          <p:cNvSpPr/>
          <p:nvPr/>
        </p:nvSpPr>
        <p:spPr>
          <a:xfrm flipV="1">
            <a:off x="8808465" y="3197972"/>
            <a:ext cx="42998" cy="5918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01-line39"/>
          <p:cNvSpPr/>
          <p:nvPr/>
        </p:nvSpPr>
        <p:spPr>
          <a:xfrm flipV="1">
            <a:off x="8692429" y="3108827"/>
            <a:ext cx="48948" cy="5436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1-line40"/>
          <p:cNvSpPr/>
          <p:nvPr/>
        </p:nvSpPr>
        <p:spPr>
          <a:xfrm flipV="1">
            <a:off x="8586851" y="3008662"/>
            <a:ext cx="54363" cy="4894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1-line41"/>
          <p:cNvSpPr/>
          <p:nvPr/>
        </p:nvSpPr>
        <p:spPr>
          <a:xfrm flipV="1">
            <a:off x="8492886" y="2898577"/>
            <a:ext cx="59181" cy="429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1-line42"/>
          <p:cNvSpPr/>
          <p:nvPr/>
        </p:nvSpPr>
        <p:spPr>
          <a:xfrm flipV="1">
            <a:off x="8411566" y="2735885"/>
            <a:ext cx="139373" cy="8046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6" name="S01-line43"/>
          <p:cNvSpPr/>
          <p:nvPr/>
        </p:nvSpPr>
        <p:spPr>
          <a:xfrm flipV="1">
            <a:off x="8343780" y="2653562"/>
            <a:ext cx="66828" cy="297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01-line44"/>
          <p:cNvSpPr/>
          <p:nvPr/>
        </p:nvSpPr>
        <p:spPr>
          <a:xfrm flipV="1">
            <a:off x="8290272" y="2521316"/>
            <a:ext cx="69572" cy="22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01-line45"/>
          <p:cNvSpPr/>
          <p:nvPr/>
        </p:nvSpPr>
        <p:spPr>
          <a:xfrm flipV="1">
            <a:off x="8251628" y="2384489"/>
            <a:ext cx="71553" cy="1520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1-line46"/>
          <p:cNvSpPr/>
          <p:nvPr/>
        </p:nvSpPr>
        <p:spPr>
          <a:xfrm flipV="1">
            <a:off x="8228270" y="2244580"/>
            <a:ext cx="72751" cy="764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1-line47"/>
          <p:cNvSpPr/>
          <p:nvPr/>
        </p:nvSpPr>
        <p:spPr>
          <a:xfrm>
            <a:off x="8220456" y="2103120"/>
            <a:ext cx="16093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1" name="S01-line48"/>
          <p:cNvSpPr/>
          <p:nvPr/>
        </p:nvSpPr>
        <p:spPr>
          <a:xfrm>
            <a:off x="8228270" y="1954014"/>
            <a:ext cx="72751" cy="764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01-line49"/>
          <p:cNvSpPr/>
          <p:nvPr/>
        </p:nvSpPr>
        <p:spPr>
          <a:xfrm>
            <a:off x="8251628" y="1806541"/>
            <a:ext cx="71553" cy="1520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01-line50"/>
          <p:cNvSpPr/>
          <p:nvPr/>
        </p:nvSpPr>
        <p:spPr>
          <a:xfrm>
            <a:off x="8290272" y="1662318"/>
            <a:ext cx="69572" cy="22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1-line51"/>
          <p:cNvSpPr/>
          <p:nvPr/>
        </p:nvSpPr>
        <p:spPr>
          <a:xfrm>
            <a:off x="8343780" y="1522925"/>
            <a:ext cx="66828" cy="297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1-line52"/>
          <p:cNvSpPr/>
          <p:nvPr/>
        </p:nvSpPr>
        <p:spPr>
          <a:xfrm>
            <a:off x="8411566" y="1389888"/>
            <a:ext cx="139373" cy="8046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6" name="S01-line53"/>
          <p:cNvSpPr/>
          <p:nvPr/>
        </p:nvSpPr>
        <p:spPr>
          <a:xfrm>
            <a:off x="8492886" y="1264665"/>
            <a:ext cx="59181" cy="429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01-line54"/>
          <p:cNvSpPr/>
          <p:nvPr/>
        </p:nvSpPr>
        <p:spPr>
          <a:xfrm>
            <a:off x="8586851" y="1148629"/>
            <a:ext cx="54363" cy="4894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01-line55"/>
          <p:cNvSpPr/>
          <p:nvPr/>
        </p:nvSpPr>
        <p:spPr>
          <a:xfrm>
            <a:off x="8692429" y="1043051"/>
            <a:ext cx="48948" cy="5436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1-line56"/>
          <p:cNvSpPr/>
          <p:nvPr/>
        </p:nvSpPr>
        <p:spPr>
          <a:xfrm>
            <a:off x="8808465" y="949086"/>
            <a:ext cx="42998" cy="5918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01-line57"/>
          <p:cNvSpPr/>
          <p:nvPr/>
        </p:nvSpPr>
        <p:spPr>
          <a:xfrm>
            <a:off x="8933688" y="867766"/>
            <a:ext cx="80467" cy="13937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1" name="S01-line58"/>
          <p:cNvSpPr/>
          <p:nvPr/>
        </p:nvSpPr>
        <p:spPr>
          <a:xfrm>
            <a:off x="9066725" y="799980"/>
            <a:ext cx="29754" cy="6682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01-line59"/>
          <p:cNvSpPr/>
          <p:nvPr/>
        </p:nvSpPr>
        <p:spPr>
          <a:xfrm>
            <a:off x="9206118" y="746472"/>
            <a:ext cx="22605" cy="695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01-line60"/>
          <p:cNvSpPr/>
          <p:nvPr/>
        </p:nvSpPr>
        <p:spPr>
          <a:xfrm>
            <a:off x="9350341" y="707828"/>
            <a:ext cx="15209" cy="7155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01-line61"/>
          <p:cNvSpPr/>
          <p:nvPr/>
        </p:nvSpPr>
        <p:spPr>
          <a:xfrm>
            <a:off x="9497814" y="684470"/>
            <a:ext cx="7646" cy="7275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01-label62"/>
          <p:cNvSpPr txBox="1"/>
          <p:nvPr/>
        </p:nvSpPr>
        <p:spPr>
          <a:xfrm>
            <a:off x="9913925" y="98263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6" name="S01-label63"/>
          <p:cNvSpPr txBox="1"/>
          <p:nvPr/>
        </p:nvSpPr>
        <p:spPr>
          <a:xfrm>
            <a:off x="10310202" y="1378915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67" name="S01-label64"/>
          <p:cNvSpPr txBox="1"/>
          <p:nvPr/>
        </p:nvSpPr>
        <p:spPr>
          <a:xfrm>
            <a:off x="10455250" y="1920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68" name="S01-label65"/>
          <p:cNvSpPr txBox="1"/>
          <p:nvPr/>
        </p:nvSpPr>
        <p:spPr>
          <a:xfrm>
            <a:off x="10310202" y="2461565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69" name="S01-label66"/>
          <p:cNvSpPr txBox="1"/>
          <p:nvPr/>
        </p:nvSpPr>
        <p:spPr>
          <a:xfrm>
            <a:off x="9913925" y="285784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400" dirty="0"/>
          </a:p>
        </p:txBody>
      </p:sp>
      <p:sp>
        <p:nvSpPr>
          <p:cNvPr id="70" name="S01-label67"/>
          <p:cNvSpPr txBox="1"/>
          <p:nvPr/>
        </p:nvSpPr>
        <p:spPr>
          <a:xfrm>
            <a:off x="9372600" y="300289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400" dirty="0"/>
          </a:p>
        </p:txBody>
      </p:sp>
      <p:sp>
        <p:nvSpPr>
          <p:cNvPr id="71" name="S01-label68"/>
          <p:cNvSpPr txBox="1"/>
          <p:nvPr/>
        </p:nvSpPr>
        <p:spPr>
          <a:xfrm>
            <a:off x="8831275" y="285784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400" dirty="0"/>
          </a:p>
        </p:txBody>
      </p:sp>
      <p:sp>
        <p:nvSpPr>
          <p:cNvPr id="72" name="S01-label69"/>
          <p:cNvSpPr txBox="1"/>
          <p:nvPr/>
        </p:nvSpPr>
        <p:spPr>
          <a:xfrm>
            <a:off x="8434998" y="2461565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400" dirty="0"/>
          </a:p>
        </p:txBody>
      </p:sp>
      <p:sp>
        <p:nvSpPr>
          <p:cNvPr id="73" name="S01-label70"/>
          <p:cNvSpPr txBox="1"/>
          <p:nvPr/>
        </p:nvSpPr>
        <p:spPr>
          <a:xfrm>
            <a:off x="8289950" y="1920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400" dirty="0"/>
          </a:p>
        </p:txBody>
      </p:sp>
      <p:sp>
        <p:nvSpPr>
          <p:cNvPr id="74" name="S01-label71"/>
          <p:cNvSpPr txBox="1"/>
          <p:nvPr/>
        </p:nvSpPr>
        <p:spPr>
          <a:xfrm>
            <a:off x="8434998" y="1378915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400" dirty="0"/>
          </a:p>
        </p:txBody>
      </p:sp>
      <p:sp>
        <p:nvSpPr>
          <p:cNvPr id="75" name="S01-label72"/>
          <p:cNvSpPr txBox="1"/>
          <p:nvPr/>
        </p:nvSpPr>
        <p:spPr>
          <a:xfrm>
            <a:off x="8831275" y="98263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400" dirty="0"/>
          </a:p>
        </p:txBody>
      </p:sp>
      <p:sp>
        <p:nvSpPr>
          <p:cNvPr id="76" name="S01-label73"/>
          <p:cNvSpPr txBox="1"/>
          <p:nvPr/>
        </p:nvSpPr>
        <p:spPr>
          <a:xfrm>
            <a:off x="9372600" y="83759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400" dirty="0"/>
          </a:p>
        </p:txBody>
      </p:sp>
      <p:sp>
        <p:nvSpPr>
          <p:cNvPr id="77" name="S01-line74"/>
          <p:cNvSpPr/>
          <p:nvPr/>
        </p:nvSpPr>
        <p:spPr>
          <a:xfrm flipH="1">
            <a:off x="8983938" y="2103120"/>
            <a:ext cx="662982" cy="309154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78" name="S01-line75"/>
          <p:cNvSpPr/>
          <p:nvPr/>
        </p:nvSpPr>
        <p:spPr>
          <a:xfrm flipV="1">
            <a:off x="9646920" y="1532534"/>
            <a:ext cx="988283" cy="570586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79" name="S01-pin76"/>
          <p:cNvSpPr/>
          <p:nvPr/>
        </p:nvSpPr>
        <p:spPr>
          <a:xfrm>
            <a:off x="9592056" y="2048256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0" name="S01-card77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81" name="S01-cardtext78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시계를 보고 몇 시 몇 분을 읽어요.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1시간 = 60분, 하루 = 24시간을 알아요.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400" dirty="0"/>
          </a:p>
        </p:txBody>
      </p:sp>
      <p:sp>
        <p:nvSpPr>
          <p:cNvPr id="3" name="S02-chip79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4" name="S02-figure80" descr="시계: 3시"/>
          <p:cNvSpPr/>
          <p:nvPr/>
        </p:nvSpPr>
        <p:spPr>
          <a:xfrm>
            <a:off x="2715768" y="1325880"/>
            <a:ext cx="1463040" cy="146304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5" name="S02-line81"/>
          <p:cNvSpPr/>
          <p:nvPr/>
        </p:nvSpPr>
        <p:spPr>
          <a:xfrm>
            <a:off x="3447288" y="1362456"/>
            <a:ext cx="0" cy="8046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" name="S02-line82"/>
          <p:cNvSpPr/>
          <p:nvPr/>
        </p:nvSpPr>
        <p:spPr>
          <a:xfrm flipH="1">
            <a:off x="3516106" y="1366263"/>
            <a:ext cx="3823" cy="3637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" name="S02-line83"/>
          <p:cNvSpPr/>
          <p:nvPr/>
        </p:nvSpPr>
        <p:spPr>
          <a:xfrm flipH="1">
            <a:off x="3584170" y="1377642"/>
            <a:ext cx="7605" cy="3577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02-line84"/>
          <p:cNvSpPr/>
          <p:nvPr/>
        </p:nvSpPr>
        <p:spPr>
          <a:xfrm flipH="1">
            <a:off x="3650735" y="1396469"/>
            <a:ext cx="11303" cy="347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2-line85"/>
          <p:cNvSpPr/>
          <p:nvPr/>
        </p:nvSpPr>
        <p:spPr>
          <a:xfrm flipH="1">
            <a:off x="3715070" y="1422537"/>
            <a:ext cx="14877" cy="3341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2-line86"/>
          <p:cNvSpPr/>
          <p:nvPr/>
        </p:nvSpPr>
        <p:spPr>
          <a:xfrm flipH="1">
            <a:off x="3754526" y="1455561"/>
            <a:ext cx="40234" cy="6968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" name="S02-line87"/>
          <p:cNvSpPr/>
          <p:nvPr/>
        </p:nvSpPr>
        <p:spPr>
          <a:xfrm flipH="1">
            <a:off x="3834267" y="1495178"/>
            <a:ext cx="21499" cy="2959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2-line88"/>
          <p:cNvSpPr/>
          <p:nvPr/>
        </p:nvSpPr>
        <p:spPr>
          <a:xfrm flipH="1">
            <a:off x="3887822" y="1540956"/>
            <a:ext cx="24474" cy="2718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2-line89"/>
          <p:cNvSpPr/>
          <p:nvPr/>
        </p:nvSpPr>
        <p:spPr>
          <a:xfrm flipH="1">
            <a:off x="3936551" y="1592392"/>
            <a:ext cx="27181" cy="244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2-line90"/>
          <p:cNvSpPr/>
          <p:nvPr/>
        </p:nvSpPr>
        <p:spPr>
          <a:xfrm flipH="1">
            <a:off x="3979919" y="1648922"/>
            <a:ext cx="29591" cy="2149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2-line91"/>
          <p:cNvSpPr/>
          <p:nvPr/>
        </p:nvSpPr>
        <p:spPr>
          <a:xfrm flipH="1">
            <a:off x="3979441" y="1709928"/>
            <a:ext cx="69687" cy="4023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6" name="S02-line92"/>
          <p:cNvSpPr/>
          <p:nvPr/>
        </p:nvSpPr>
        <p:spPr>
          <a:xfrm flipH="1">
            <a:off x="4048737" y="1774741"/>
            <a:ext cx="33414" cy="1487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02-line93"/>
          <p:cNvSpPr/>
          <p:nvPr/>
        </p:nvSpPr>
        <p:spPr>
          <a:xfrm flipH="1">
            <a:off x="4073433" y="1842650"/>
            <a:ext cx="34786" cy="1130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2-line94"/>
          <p:cNvSpPr/>
          <p:nvPr/>
        </p:nvSpPr>
        <p:spPr>
          <a:xfrm flipH="1">
            <a:off x="4091269" y="1912913"/>
            <a:ext cx="35777" cy="7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2-line95"/>
          <p:cNvSpPr/>
          <p:nvPr/>
        </p:nvSpPr>
        <p:spPr>
          <a:xfrm flipH="1">
            <a:off x="4102049" y="1984759"/>
            <a:ext cx="36376" cy="38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2-line96"/>
          <p:cNvSpPr/>
          <p:nvPr/>
        </p:nvSpPr>
        <p:spPr>
          <a:xfrm flipH="1">
            <a:off x="4061765" y="2057400"/>
            <a:ext cx="80467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1" name="S02-line97"/>
          <p:cNvSpPr/>
          <p:nvPr/>
        </p:nvSpPr>
        <p:spPr>
          <a:xfrm flipH="1" flipV="1">
            <a:off x="4102049" y="2126218"/>
            <a:ext cx="36376" cy="38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2-line98"/>
          <p:cNvSpPr/>
          <p:nvPr/>
        </p:nvSpPr>
        <p:spPr>
          <a:xfrm flipH="1" flipV="1">
            <a:off x="4091269" y="2194282"/>
            <a:ext cx="35777" cy="7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2-line99"/>
          <p:cNvSpPr/>
          <p:nvPr/>
        </p:nvSpPr>
        <p:spPr>
          <a:xfrm flipH="1" flipV="1">
            <a:off x="4073433" y="2260847"/>
            <a:ext cx="34786" cy="1130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2-line100"/>
          <p:cNvSpPr/>
          <p:nvPr/>
        </p:nvSpPr>
        <p:spPr>
          <a:xfrm flipH="1" flipV="1">
            <a:off x="4048737" y="2325182"/>
            <a:ext cx="33414" cy="1487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2-line101"/>
          <p:cNvSpPr/>
          <p:nvPr/>
        </p:nvSpPr>
        <p:spPr>
          <a:xfrm flipH="1" flipV="1">
            <a:off x="3979441" y="2364638"/>
            <a:ext cx="69687" cy="4023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6" name="S02-line102"/>
          <p:cNvSpPr/>
          <p:nvPr/>
        </p:nvSpPr>
        <p:spPr>
          <a:xfrm flipH="1" flipV="1">
            <a:off x="3979919" y="2444379"/>
            <a:ext cx="29591" cy="2149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02-line103"/>
          <p:cNvSpPr/>
          <p:nvPr/>
        </p:nvSpPr>
        <p:spPr>
          <a:xfrm flipH="1" flipV="1">
            <a:off x="3936551" y="2497934"/>
            <a:ext cx="27181" cy="244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2-line104"/>
          <p:cNvSpPr/>
          <p:nvPr/>
        </p:nvSpPr>
        <p:spPr>
          <a:xfrm flipH="1" flipV="1">
            <a:off x="3887822" y="2546663"/>
            <a:ext cx="24474" cy="2718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2-line105"/>
          <p:cNvSpPr/>
          <p:nvPr/>
        </p:nvSpPr>
        <p:spPr>
          <a:xfrm flipH="1" flipV="1">
            <a:off x="3834267" y="2590031"/>
            <a:ext cx="21499" cy="2959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2-line106"/>
          <p:cNvSpPr/>
          <p:nvPr/>
        </p:nvSpPr>
        <p:spPr>
          <a:xfrm flipH="1" flipV="1">
            <a:off x="3754526" y="2589553"/>
            <a:ext cx="40234" cy="6968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1" name="S02-line107"/>
          <p:cNvSpPr/>
          <p:nvPr/>
        </p:nvSpPr>
        <p:spPr>
          <a:xfrm flipH="1" flipV="1">
            <a:off x="3715070" y="2658849"/>
            <a:ext cx="14877" cy="3341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2-line108"/>
          <p:cNvSpPr/>
          <p:nvPr/>
        </p:nvSpPr>
        <p:spPr>
          <a:xfrm flipH="1" flipV="1">
            <a:off x="3650735" y="2683545"/>
            <a:ext cx="11303" cy="347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2-line109"/>
          <p:cNvSpPr/>
          <p:nvPr/>
        </p:nvSpPr>
        <p:spPr>
          <a:xfrm flipH="1" flipV="1">
            <a:off x="3584170" y="2701381"/>
            <a:ext cx="7605" cy="3577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2-line110"/>
          <p:cNvSpPr/>
          <p:nvPr/>
        </p:nvSpPr>
        <p:spPr>
          <a:xfrm flipH="1" flipV="1">
            <a:off x="3516106" y="2712161"/>
            <a:ext cx="3823" cy="3637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2-line111"/>
          <p:cNvSpPr/>
          <p:nvPr/>
        </p:nvSpPr>
        <p:spPr>
          <a:xfrm flipV="1">
            <a:off x="3447288" y="2671877"/>
            <a:ext cx="0" cy="8046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6" name="S02-line112"/>
          <p:cNvSpPr/>
          <p:nvPr/>
        </p:nvSpPr>
        <p:spPr>
          <a:xfrm flipV="1">
            <a:off x="3374647" y="2712161"/>
            <a:ext cx="3823" cy="3637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02-line113"/>
          <p:cNvSpPr/>
          <p:nvPr/>
        </p:nvSpPr>
        <p:spPr>
          <a:xfrm flipV="1">
            <a:off x="3302801" y="2701381"/>
            <a:ext cx="7605" cy="3577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2-line114"/>
          <p:cNvSpPr/>
          <p:nvPr/>
        </p:nvSpPr>
        <p:spPr>
          <a:xfrm flipV="1">
            <a:off x="3232538" y="2683545"/>
            <a:ext cx="11303" cy="347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2-line115"/>
          <p:cNvSpPr/>
          <p:nvPr/>
        </p:nvSpPr>
        <p:spPr>
          <a:xfrm flipV="1">
            <a:off x="3164629" y="2658849"/>
            <a:ext cx="14877" cy="3341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2-line116"/>
          <p:cNvSpPr/>
          <p:nvPr/>
        </p:nvSpPr>
        <p:spPr>
          <a:xfrm flipV="1">
            <a:off x="3099816" y="2589553"/>
            <a:ext cx="40234" cy="6968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1" name="S02-line117"/>
          <p:cNvSpPr/>
          <p:nvPr/>
        </p:nvSpPr>
        <p:spPr>
          <a:xfrm flipV="1">
            <a:off x="3038810" y="2590031"/>
            <a:ext cx="21499" cy="2959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02-line118"/>
          <p:cNvSpPr/>
          <p:nvPr/>
        </p:nvSpPr>
        <p:spPr>
          <a:xfrm flipV="1">
            <a:off x="2982280" y="2546663"/>
            <a:ext cx="24474" cy="2718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2-line119"/>
          <p:cNvSpPr/>
          <p:nvPr/>
        </p:nvSpPr>
        <p:spPr>
          <a:xfrm flipV="1">
            <a:off x="2930844" y="2497934"/>
            <a:ext cx="27181" cy="244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2-line120"/>
          <p:cNvSpPr/>
          <p:nvPr/>
        </p:nvSpPr>
        <p:spPr>
          <a:xfrm flipV="1">
            <a:off x="2885066" y="2444379"/>
            <a:ext cx="29591" cy="2149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2-line121"/>
          <p:cNvSpPr/>
          <p:nvPr/>
        </p:nvSpPr>
        <p:spPr>
          <a:xfrm flipV="1">
            <a:off x="2845449" y="2364638"/>
            <a:ext cx="69687" cy="4023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6" name="S02-line122"/>
          <p:cNvSpPr/>
          <p:nvPr/>
        </p:nvSpPr>
        <p:spPr>
          <a:xfrm flipV="1">
            <a:off x="2812425" y="2325182"/>
            <a:ext cx="33414" cy="1487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02-line123"/>
          <p:cNvSpPr/>
          <p:nvPr/>
        </p:nvSpPr>
        <p:spPr>
          <a:xfrm flipV="1">
            <a:off x="2786357" y="2260847"/>
            <a:ext cx="34786" cy="1130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02-line124"/>
          <p:cNvSpPr/>
          <p:nvPr/>
        </p:nvSpPr>
        <p:spPr>
          <a:xfrm flipV="1">
            <a:off x="2767530" y="2194282"/>
            <a:ext cx="35777" cy="7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2-line125"/>
          <p:cNvSpPr/>
          <p:nvPr/>
        </p:nvSpPr>
        <p:spPr>
          <a:xfrm flipV="1">
            <a:off x="2756151" y="2126218"/>
            <a:ext cx="36376" cy="38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2-line126"/>
          <p:cNvSpPr/>
          <p:nvPr/>
        </p:nvSpPr>
        <p:spPr>
          <a:xfrm>
            <a:off x="2752344" y="2057400"/>
            <a:ext cx="80467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1" name="S02-line127"/>
          <p:cNvSpPr/>
          <p:nvPr/>
        </p:nvSpPr>
        <p:spPr>
          <a:xfrm>
            <a:off x="2756151" y="1984759"/>
            <a:ext cx="36376" cy="38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02-line128"/>
          <p:cNvSpPr/>
          <p:nvPr/>
        </p:nvSpPr>
        <p:spPr>
          <a:xfrm>
            <a:off x="2767530" y="1912913"/>
            <a:ext cx="35777" cy="7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02-line129"/>
          <p:cNvSpPr/>
          <p:nvPr/>
        </p:nvSpPr>
        <p:spPr>
          <a:xfrm>
            <a:off x="2786357" y="1842650"/>
            <a:ext cx="34786" cy="1130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2-line130"/>
          <p:cNvSpPr/>
          <p:nvPr/>
        </p:nvSpPr>
        <p:spPr>
          <a:xfrm>
            <a:off x="2812425" y="1774741"/>
            <a:ext cx="33414" cy="1487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2-line131"/>
          <p:cNvSpPr/>
          <p:nvPr/>
        </p:nvSpPr>
        <p:spPr>
          <a:xfrm>
            <a:off x="2845449" y="1709928"/>
            <a:ext cx="69687" cy="4023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6" name="S02-line132"/>
          <p:cNvSpPr/>
          <p:nvPr/>
        </p:nvSpPr>
        <p:spPr>
          <a:xfrm>
            <a:off x="2885066" y="1648922"/>
            <a:ext cx="29591" cy="2149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02-line133"/>
          <p:cNvSpPr/>
          <p:nvPr/>
        </p:nvSpPr>
        <p:spPr>
          <a:xfrm>
            <a:off x="2930844" y="1592392"/>
            <a:ext cx="27181" cy="244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02-line134"/>
          <p:cNvSpPr/>
          <p:nvPr/>
        </p:nvSpPr>
        <p:spPr>
          <a:xfrm>
            <a:off x="2982280" y="1540956"/>
            <a:ext cx="24474" cy="2718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2-line135"/>
          <p:cNvSpPr/>
          <p:nvPr/>
        </p:nvSpPr>
        <p:spPr>
          <a:xfrm>
            <a:off x="3038810" y="1495178"/>
            <a:ext cx="21499" cy="2959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02-line136"/>
          <p:cNvSpPr/>
          <p:nvPr/>
        </p:nvSpPr>
        <p:spPr>
          <a:xfrm>
            <a:off x="3099816" y="1455561"/>
            <a:ext cx="40234" cy="6968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1" name="S02-line137"/>
          <p:cNvSpPr/>
          <p:nvPr/>
        </p:nvSpPr>
        <p:spPr>
          <a:xfrm>
            <a:off x="3164629" y="1422537"/>
            <a:ext cx="14877" cy="3341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02-line138"/>
          <p:cNvSpPr/>
          <p:nvPr/>
        </p:nvSpPr>
        <p:spPr>
          <a:xfrm>
            <a:off x="3232538" y="1396469"/>
            <a:ext cx="11303" cy="347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02-line139"/>
          <p:cNvSpPr/>
          <p:nvPr/>
        </p:nvSpPr>
        <p:spPr>
          <a:xfrm>
            <a:off x="3302801" y="1377642"/>
            <a:ext cx="7605" cy="3577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02-line140"/>
          <p:cNvSpPr/>
          <p:nvPr/>
        </p:nvSpPr>
        <p:spPr>
          <a:xfrm>
            <a:off x="3374647" y="1366263"/>
            <a:ext cx="3823" cy="3637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02-label141"/>
          <p:cNvSpPr txBox="1"/>
          <p:nvPr/>
        </p:nvSpPr>
        <p:spPr>
          <a:xfrm>
            <a:off x="3443630" y="140571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1200" dirty="0"/>
          </a:p>
        </p:txBody>
      </p:sp>
      <p:sp>
        <p:nvSpPr>
          <p:cNvPr id="66" name="S02-label142"/>
          <p:cNvSpPr txBox="1"/>
          <p:nvPr/>
        </p:nvSpPr>
        <p:spPr>
          <a:xfrm>
            <a:off x="3641769" y="160385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1200" dirty="0"/>
          </a:p>
        </p:txBody>
      </p:sp>
      <p:sp>
        <p:nvSpPr>
          <p:cNvPr id="67" name="S02-label143"/>
          <p:cNvSpPr txBox="1"/>
          <p:nvPr/>
        </p:nvSpPr>
        <p:spPr>
          <a:xfrm>
            <a:off x="3714293" y="1874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1200" dirty="0"/>
          </a:p>
        </p:txBody>
      </p:sp>
      <p:sp>
        <p:nvSpPr>
          <p:cNvPr id="68" name="S02-label144"/>
          <p:cNvSpPr txBox="1"/>
          <p:nvPr/>
        </p:nvSpPr>
        <p:spPr>
          <a:xfrm>
            <a:off x="3641769" y="214518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1200" dirty="0"/>
          </a:p>
        </p:txBody>
      </p:sp>
      <p:sp>
        <p:nvSpPr>
          <p:cNvPr id="69" name="S02-label145"/>
          <p:cNvSpPr txBox="1"/>
          <p:nvPr/>
        </p:nvSpPr>
        <p:spPr>
          <a:xfrm>
            <a:off x="3443630" y="234332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1200" dirty="0"/>
          </a:p>
        </p:txBody>
      </p:sp>
      <p:sp>
        <p:nvSpPr>
          <p:cNvPr id="70" name="S02-label146"/>
          <p:cNvSpPr txBox="1"/>
          <p:nvPr/>
        </p:nvSpPr>
        <p:spPr>
          <a:xfrm>
            <a:off x="3172968" y="2415845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1200" dirty="0"/>
          </a:p>
        </p:txBody>
      </p:sp>
      <p:sp>
        <p:nvSpPr>
          <p:cNvPr id="71" name="S02-label147"/>
          <p:cNvSpPr txBox="1"/>
          <p:nvPr/>
        </p:nvSpPr>
        <p:spPr>
          <a:xfrm>
            <a:off x="2902306" y="234332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1200" dirty="0"/>
          </a:p>
        </p:txBody>
      </p:sp>
      <p:sp>
        <p:nvSpPr>
          <p:cNvPr id="72" name="S02-label148"/>
          <p:cNvSpPr txBox="1"/>
          <p:nvPr/>
        </p:nvSpPr>
        <p:spPr>
          <a:xfrm>
            <a:off x="2704167" y="214518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1200" dirty="0"/>
          </a:p>
        </p:txBody>
      </p:sp>
      <p:sp>
        <p:nvSpPr>
          <p:cNvPr id="73" name="S02-label149"/>
          <p:cNvSpPr txBox="1"/>
          <p:nvPr/>
        </p:nvSpPr>
        <p:spPr>
          <a:xfrm>
            <a:off x="2631643" y="1874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1200" dirty="0"/>
          </a:p>
        </p:txBody>
      </p:sp>
      <p:sp>
        <p:nvSpPr>
          <p:cNvPr id="74" name="S02-label150"/>
          <p:cNvSpPr txBox="1"/>
          <p:nvPr/>
        </p:nvSpPr>
        <p:spPr>
          <a:xfrm>
            <a:off x="2704167" y="160385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200" dirty="0"/>
          </a:p>
        </p:txBody>
      </p:sp>
      <p:sp>
        <p:nvSpPr>
          <p:cNvPr id="75" name="S02-label151"/>
          <p:cNvSpPr txBox="1"/>
          <p:nvPr/>
        </p:nvSpPr>
        <p:spPr>
          <a:xfrm>
            <a:off x="2902306" y="140571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1200" dirty="0"/>
          </a:p>
        </p:txBody>
      </p:sp>
      <p:sp>
        <p:nvSpPr>
          <p:cNvPr id="76" name="S02-label152"/>
          <p:cNvSpPr txBox="1"/>
          <p:nvPr/>
        </p:nvSpPr>
        <p:spPr>
          <a:xfrm>
            <a:off x="3172968" y="1333195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1200" dirty="0"/>
          </a:p>
        </p:txBody>
      </p:sp>
      <p:sp>
        <p:nvSpPr>
          <p:cNvPr id="77" name="S02-line153"/>
          <p:cNvSpPr/>
          <p:nvPr/>
        </p:nvSpPr>
        <p:spPr>
          <a:xfrm>
            <a:off x="3447288" y="2057400"/>
            <a:ext cx="365760" cy="0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78" name="S02-line154"/>
          <p:cNvSpPr/>
          <p:nvPr/>
        </p:nvSpPr>
        <p:spPr>
          <a:xfrm flipV="1">
            <a:off x="3447288" y="1486814"/>
            <a:ext cx="0" cy="570586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79" name="S02-pin155"/>
          <p:cNvSpPr/>
          <p:nvPr/>
        </p:nvSpPr>
        <p:spPr>
          <a:xfrm>
            <a:off x="3392424" y="2002536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0" name="S02-chip156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81" name="S02-figure157" descr="시계: 7시 30분"/>
          <p:cNvSpPr/>
          <p:nvPr/>
        </p:nvSpPr>
        <p:spPr>
          <a:xfrm>
            <a:off x="8444484" y="1325880"/>
            <a:ext cx="1463040" cy="146304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82" name="S02-line158"/>
          <p:cNvSpPr/>
          <p:nvPr/>
        </p:nvSpPr>
        <p:spPr>
          <a:xfrm>
            <a:off x="9176004" y="1362456"/>
            <a:ext cx="0" cy="8046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3" name="S02-line159"/>
          <p:cNvSpPr/>
          <p:nvPr/>
        </p:nvSpPr>
        <p:spPr>
          <a:xfrm flipH="1">
            <a:off x="9244822" y="1366263"/>
            <a:ext cx="3823" cy="3637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4" name="S02-line160"/>
          <p:cNvSpPr/>
          <p:nvPr/>
        </p:nvSpPr>
        <p:spPr>
          <a:xfrm flipH="1">
            <a:off x="9312886" y="1377642"/>
            <a:ext cx="7605" cy="3577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5" name="S02-line161"/>
          <p:cNvSpPr/>
          <p:nvPr/>
        </p:nvSpPr>
        <p:spPr>
          <a:xfrm flipH="1">
            <a:off x="9379451" y="1396469"/>
            <a:ext cx="11303" cy="347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6" name="S02-line162"/>
          <p:cNvSpPr/>
          <p:nvPr/>
        </p:nvSpPr>
        <p:spPr>
          <a:xfrm flipH="1">
            <a:off x="9443786" y="1422537"/>
            <a:ext cx="14877" cy="3341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7" name="S02-line163"/>
          <p:cNvSpPr/>
          <p:nvPr/>
        </p:nvSpPr>
        <p:spPr>
          <a:xfrm flipH="1">
            <a:off x="9483242" y="1455561"/>
            <a:ext cx="40234" cy="6968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8" name="S02-line164"/>
          <p:cNvSpPr/>
          <p:nvPr/>
        </p:nvSpPr>
        <p:spPr>
          <a:xfrm flipH="1">
            <a:off x="9562983" y="1495178"/>
            <a:ext cx="21499" cy="2959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9" name="S02-line165"/>
          <p:cNvSpPr/>
          <p:nvPr/>
        </p:nvSpPr>
        <p:spPr>
          <a:xfrm flipH="1">
            <a:off x="9616538" y="1540956"/>
            <a:ext cx="24474" cy="2718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0" name="S02-line166"/>
          <p:cNvSpPr/>
          <p:nvPr/>
        </p:nvSpPr>
        <p:spPr>
          <a:xfrm flipH="1">
            <a:off x="9665267" y="1592392"/>
            <a:ext cx="27181" cy="244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1" name="S02-line167"/>
          <p:cNvSpPr/>
          <p:nvPr/>
        </p:nvSpPr>
        <p:spPr>
          <a:xfrm flipH="1">
            <a:off x="9708635" y="1648922"/>
            <a:ext cx="29591" cy="2149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2" name="S02-line168"/>
          <p:cNvSpPr/>
          <p:nvPr/>
        </p:nvSpPr>
        <p:spPr>
          <a:xfrm flipH="1">
            <a:off x="9708157" y="1709928"/>
            <a:ext cx="69687" cy="4023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3" name="S02-line169"/>
          <p:cNvSpPr/>
          <p:nvPr/>
        </p:nvSpPr>
        <p:spPr>
          <a:xfrm flipH="1">
            <a:off x="9777453" y="1774741"/>
            <a:ext cx="33414" cy="1487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4" name="S02-line170"/>
          <p:cNvSpPr/>
          <p:nvPr/>
        </p:nvSpPr>
        <p:spPr>
          <a:xfrm flipH="1">
            <a:off x="9802149" y="1842650"/>
            <a:ext cx="34786" cy="1130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5" name="S02-line171"/>
          <p:cNvSpPr/>
          <p:nvPr/>
        </p:nvSpPr>
        <p:spPr>
          <a:xfrm flipH="1">
            <a:off x="9819985" y="1912913"/>
            <a:ext cx="35777" cy="7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6" name="S02-line172"/>
          <p:cNvSpPr/>
          <p:nvPr/>
        </p:nvSpPr>
        <p:spPr>
          <a:xfrm flipH="1">
            <a:off x="9830765" y="1984759"/>
            <a:ext cx="36376" cy="38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7" name="S02-line173"/>
          <p:cNvSpPr/>
          <p:nvPr/>
        </p:nvSpPr>
        <p:spPr>
          <a:xfrm flipH="1">
            <a:off x="9790481" y="2057400"/>
            <a:ext cx="80467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8" name="S02-line174"/>
          <p:cNvSpPr/>
          <p:nvPr/>
        </p:nvSpPr>
        <p:spPr>
          <a:xfrm flipH="1" flipV="1">
            <a:off x="9830765" y="2126218"/>
            <a:ext cx="36376" cy="38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9" name="S02-line175"/>
          <p:cNvSpPr/>
          <p:nvPr/>
        </p:nvSpPr>
        <p:spPr>
          <a:xfrm flipH="1" flipV="1">
            <a:off x="9819985" y="2194282"/>
            <a:ext cx="35777" cy="7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0" name="S02-line176"/>
          <p:cNvSpPr/>
          <p:nvPr/>
        </p:nvSpPr>
        <p:spPr>
          <a:xfrm flipH="1" flipV="1">
            <a:off x="9802149" y="2260847"/>
            <a:ext cx="34786" cy="1130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1" name="S02-line177"/>
          <p:cNvSpPr/>
          <p:nvPr/>
        </p:nvSpPr>
        <p:spPr>
          <a:xfrm flipH="1" flipV="1">
            <a:off x="9777453" y="2325182"/>
            <a:ext cx="33414" cy="1487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2" name="S02-line178"/>
          <p:cNvSpPr/>
          <p:nvPr/>
        </p:nvSpPr>
        <p:spPr>
          <a:xfrm flipH="1" flipV="1">
            <a:off x="9708157" y="2364638"/>
            <a:ext cx="69687" cy="4023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3" name="S02-line179"/>
          <p:cNvSpPr/>
          <p:nvPr/>
        </p:nvSpPr>
        <p:spPr>
          <a:xfrm flipH="1" flipV="1">
            <a:off x="9708635" y="2444379"/>
            <a:ext cx="29591" cy="2149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4" name="S02-line180"/>
          <p:cNvSpPr/>
          <p:nvPr/>
        </p:nvSpPr>
        <p:spPr>
          <a:xfrm flipH="1" flipV="1">
            <a:off x="9665267" y="2497934"/>
            <a:ext cx="27181" cy="244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5" name="S02-line181"/>
          <p:cNvSpPr/>
          <p:nvPr/>
        </p:nvSpPr>
        <p:spPr>
          <a:xfrm flipH="1" flipV="1">
            <a:off x="9616538" y="2546663"/>
            <a:ext cx="24474" cy="2718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6" name="S02-line182"/>
          <p:cNvSpPr/>
          <p:nvPr/>
        </p:nvSpPr>
        <p:spPr>
          <a:xfrm flipH="1" flipV="1">
            <a:off x="9562983" y="2590031"/>
            <a:ext cx="21499" cy="2959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7" name="S02-line183"/>
          <p:cNvSpPr/>
          <p:nvPr/>
        </p:nvSpPr>
        <p:spPr>
          <a:xfrm flipH="1" flipV="1">
            <a:off x="9483242" y="2589553"/>
            <a:ext cx="40234" cy="6968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8" name="S02-line184"/>
          <p:cNvSpPr/>
          <p:nvPr/>
        </p:nvSpPr>
        <p:spPr>
          <a:xfrm flipH="1" flipV="1">
            <a:off x="9443786" y="2658849"/>
            <a:ext cx="14877" cy="3341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9" name="S02-line185"/>
          <p:cNvSpPr/>
          <p:nvPr/>
        </p:nvSpPr>
        <p:spPr>
          <a:xfrm flipH="1" flipV="1">
            <a:off x="9379451" y="2683545"/>
            <a:ext cx="11303" cy="347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0" name="S02-line186"/>
          <p:cNvSpPr/>
          <p:nvPr/>
        </p:nvSpPr>
        <p:spPr>
          <a:xfrm flipH="1" flipV="1">
            <a:off x="9312886" y="2701381"/>
            <a:ext cx="7605" cy="3577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1" name="S02-line187"/>
          <p:cNvSpPr/>
          <p:nvPr/>
        </p:nvSpPr>
        <p:spPr>
          <a:xfrm flipH="1" flipV="1">
            <a:off x="9244822" y="2712161"/>
            <a:ext cx="3823" cy="3637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2" name="S02-line188"/>
          <p:cNvSpPr/>
          <p:nvPr/>
        </p:nvSpPr>
        <p:spPr>
          <a:xfrm flipV="1">
            <a:off x="9176004" y="2671877"/>
            <a:ext cx="0" cy="8046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3" name="S02-line189"/>
          <p:cNvSpPr/>
          <p:nvPr/>
        </p:nvSpPr>
        <p:spPr>
          <a:xfrm flipV="1">
            <a:off x="9103363" y="2712161"/>
            <a:ext cx="3823" cy="3637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4" name="S02-line190"/>
          <p:cNvSpPr/>
          <p:nvPr/>
        </p:nvSpPr>
        <p:spPr>
          <a:xfrm flipV="1">
            <a:off x="9031517" y="2701381"/>
            <a:ext cx="7605" cy="3577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5" name="S02-line191"/>
          <p:cNvSpPr/>
          <p:nvPr/>
        </p:nvSpPr>
        <p:spPr>
          <a:xfrm flipV="1">
            <a:off x="8961254" y="2683545"/>
            <a:ext cx="11303" cy="347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6" name="S02-line192"/>
          <p:cNvSpPr/>
          <p:nvPr/>
        </p:nvSpPr>
        <p:spPr>
          <a:xfrm flipV="1">
            <a:off x="8893345" y="2658849"/>
            <a:ext cx="14877" cy="3341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7" name="S02-line193"/>
          <p:cNvSpPr/>
          <p:nvPr/>
        </p:nvSpPr>
        <p:spPr>
          <a:xfrm flipV="1">
            <a:off x="8828532" y="2589553"/>
            <a:ext cx="40234" cy="6968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8" name="S02-line194"/>
          <p:cNvSpPr/>
          <p:nvPr/>
        </p:nvSpPr>
        <p:spPr>
          <a:xfrm flipV="1">
            <a:off x="8767526" y="2590031"/>
            <a:ext cx="21499" cy="2959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9" name="S02-line195"/>
          <p:cNvSpPr/>
          <p:nvPr/>
        </p:nvSpPr>
        <p:spPr>
          <a:xfrm flipV="1">
            <a:off x="8710996" y="2546663"/>
            <a:ext cx="24474" cy="2718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0" name="S02-line196"/>
          <p:cNvSpPr/>
          <p:nvPr/>
        </p:nvSpPr>
        <p:spPr>
          <a:xfrm flipV="1">
            <a:off x="8659560" y="2497934"/>
            <a:ext cx="27181" cy="244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1" name="S02-line197"/>
          <p:cNvSpPr/>
          <p:nvPr/>
        </p:nvSpPr>
        <p:spPr>
          <a:xfrm flipV="1">
            <a:off x="8613782" y="2444379"/>
            <a:ext cx="29591" cy="2149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2" name="S02-line198"/>
          <p:cNvSpPr/>
          <p:nvPr/>
        </p:nvSpPr>
        <p:spPr>
          <a:xfrm flipV="1">
            <a:off x="8574165" y="2364638"/>
            <a:ext cx="69687" cy="4023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3" name="S02-line199"/>
          <p:cNvSpPr/>
          <p:nvPr/>
        </p:nvSpPr>
        <p:spPr>
          <a:xfrm flipV="1">
            <a:off x="8541141" y="2325182"/>
            <a:ext cx="33414" cy="1487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4" name="S02-line200"/>
          <p:cNvSpPr/>
          <p:nvPr/>
        </p:nvSpPr>
        <p:spPr>
          <a:xfrm flipV="1">
            <a:off x="8515073" y="2260847"/>
            <a:ext cx="34786" cy="1130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5" name="S02-line201"/>
          <p:cNvSpPr/>
          <p:nvPr/>
        </p:nvSpPr>
        <p:spPr>
          <a:xfrm flipV="1">
            <a:off x="8496246" y="2194282"/>
            <a:ext cx="35777" cy="7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6" name="S02-line202"/>
          <p:cNvSpPr/>
          <p:nvPr/>
        </p:nvSpPr>
        <p:spPr>
          <a:xfrm flipV="1">
            <a:off x="8484867" y="2126218"/>
            <a:ext cx="36376" cy="38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7" name="S02-line203"/>
          <p:cNvSpPr/>
          <p:nvPr/>
        </p:nvSpPr>
        <p:spPr>
          <a:xfrm>
            <a:off x="8481060" y="2057400"/>
            <a:ext cx="80467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8" name="S02-line204"/>
          <p:cNvSpPr/>
          <p:nvPr/>
        </p:nvSpPr>
        <p:spPr>
          <a:xfrm>
            <a:off x="8484867" y="1984759"/>
            <a:ext cx="36376" cy="38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9" name="S02-line205"/>
          <p:cNvSpPr/>
          <p:nvPr/>
        </p:nvSpPr>
        <p:spPr>
          <a:xfrm>
            <a:off x="8496246" y="1912913"/>
            <a:ext cx="35777" cy="7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0" name="S02-line206"/>
          <p:cNvSpPr/>
          <p:nvPr/>
        </p:nvSpPr>
        <p:spPr>
          <a:xfrm>
            <a:off x="8515073" y="1842650"/>
            <a:ext cx="34786" cy="1130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1" name="S02-line207"/>
          <p:cNvSpPr/>
          <p:nvPr/>
        </p:nvSpPr>
        <p:spPr>
          <a:xfrm>
            <a:off x="8541141" y="1774741"/>
            <a:ext cx="33414" cy="1487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2" name="S02-line208"/>
          <p:cNvSpPr/>
          <p:nvPr/>
        </p:nvSpPr>
        <p:spPr>
          <a:xfrm>
            <a:off x="8574165" y="1709928"/>
            <a:ext cx="69687" cy="4023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3" name="S02-line209"/>
          <p:cNvSpPr/>
          <p:nvPr/>
        </p:nvSpPr>
        <p:spPr>
          <a:xfrm>
            <a:off x="8613782" y="1648922"/>
            <a:ext cx="29591" cy="2149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4" name="S02-line210"/>
          <p:cNvSpPr/>
          <p:nvPr/>
        </p:nvSpPr>
        <p:spPr>
          <a:xfrm>
            <a:off x="8659560" y="1592392"/>
            <a:ext cx="27181" cy="244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5" name="S02-line211"/>
          <p:cNvSpPr/>
          <p:nvPr/>
        </p:nvSpPr>
        <p:spPr>
          <a:xfrm>
            <a:off x="8710996" y="1540956"/>
            <a:ext cx="24474" cy="2718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6" name="S02-line212"/>
          <p:cNvSpPr/>
          <p:nvPr/>
        </p:nvSpPr>
        <p:spPr>
          <a:xfrm>
            <a:off x="8767526" y="1495178"/>
            <a:ext cx="21499" cy="2959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7" name="S02-line213"/>
          <p:cNvSpPr/>
          <p:nvPr/>
        </p:nvSpPr>
        <p:spPr>
          <a:xfrm>
            <a:off x="8828532" y="1455561"/>
            <a:ext cx="40234" cy="6968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8" name="S02-line214"/>
          <p:cNvSpPr/>
          <p:nvPr/>
        </p:nvSpPr>
        <p:spPr>
          <a:xfrm>
            <a:off x="8893345" y="1422537"/>
            <a:ext cx="14877" cy="3341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9" name="S02-line215"/>
          <p:cNvSpPr/>
          <p:nvPr/>
        </p:nvSpPr>
        <p:spPr>
          <a:xfrm>
            <a:off x="8961254" y="1396469"/>
            <a:ext cx="11303" cy="347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0" name="S02-line216"/>
          <p:cNvSpPr/>
          <p:nvPr/>
        </p:nvSpPr>
        <p:spPr>
          <a:xfrm>
            <a:off x="9031517" y="1377642"/>
            <a:ext cx="7605" cy="3577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1" name="S02-line217"/>
          <p:cNvSpPr/>
          <p:nvPr/>
        </p:nvSpPr>
        <p:spPr>
          <a:xfrm>
            <a:off x="9103363" y="1366263"/>
            <a:ext cx="3823" cy="3637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2" name="S02-label218"/>
          <p:cNvSpPr txBox="1"/>
          <p:nvPr/>
        </p:nvSpPr>
        <p:spPr>
          <a:xfrm>
            <a:off x="9172346" y="140571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1200" dirty="0"/>
          </a:p>
        </p:txBody>
      </p:sp>
      <p:sp>
        <p:nvSpPr>
          <p:cNvPr id="143" name="S02-label219"/>
          <p:cNvSpPr txBox="1"/>
          <p:nvPr/>
        </p:nvSpPr>
        <p:spPr>
          <a:xfrm>
            <a:off x="9370485" y="160385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1200" dirty="0"/>
          </a:p>
        </p:txBody>
      </p:sp>
      <p:sp>
        <p:nvSpPr>
          <p:cNvPr id="144" name="S02-label220"/>
          <p:cNvSpPr txBox="1"/>
          <p:nvPr/>
        </p:nvSpPr>
        <p:spPr>
          <a:xfrm>
            <a:off x="9443009" y="1874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1200" dirty="0"/>
          </a:p>
        </p:txBody>
      </p:sp>
      <p:sp>
        <p:nvSpPr>
          <p:cNvPr id="145" name="S02-label221"/>
          <p:cNvSpPr txBox="1"/>
          <p:nvPr/>
        </p:nvSpPr>
        <p:spPr>
          <a:xfrm>
            <a:off x="9370485" y="214518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1200" dirty="0"/>
          </a:p>
        </p:txBody>
      </p:sp>
      <p:sp>
        <p:nvSpPr>
          <p:cNvPr id="146" name="S02-label222"/>
          <p:cNvSpPr txBox="1"/>
          <p:nvPr/>
        </p:nvSpPr>
        <p:spPr>
          <a:xfrm>
            <a:off x="9172346" y="234332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1200" dirty="0"/>
          </a:p>
        </p:txBody>
      </p:sp>
      <p:sp>
        <p:nvSpPr>
          <p:cNvPr id="147" name="S02-label223"/>
          <p:cNvSpPr txBox="1"/>
          <p:nvPr/>
        </p:nvSpPr>
        <p:spPr>
          <a:xfrm>
            <a:off x="8901684" y="2415845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1200" dirty="0"/>
          </a:p>
        </p:txBody>
      </p:sp>
      <p:sp>
        <p:nvSpPr>
          <p:cNvPr id="148" name="S02-label224"/>
          <p:cNvSpPr txBox="1"/>
          <p:nvPr/>
        </p:nvSpPr>
        <p:spPr>
          <a:xfrm>
            <a:off x="8631022" y="234332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1200" dirty="0"/>
          </a:p>
        </p:txBody>
      </p:sp>
      <p:sp>
        <p:nvSpPr>
          <p:cNvPr id="149" name="S02-label225"/>
          <p:cNvSpPr txBox="1"/>
          <p:nvPr/>
        </p:nvSpPr>
        <p:spPr>
          <a:xfrm>
            <a:off x="8432883" y="214518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1200" dirty="0"/>
          </a:p>
        </p:txBody>
      </p:sp>
      <p:sp>
        <p:nvSpPr>
          <p:cNvPr id="150" name="S02-label226"/>
          <p:cNvSpPr txBox="1"/>
          <p:nvPr/>
        </p:nvSpPr>
        <p:spPr>
          <a:xfrm>
            <a:off x="8360359" y="1874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1200" dirty="0"/>
          </a:p>
        </p:txBody>
      </p:sp>
      <p:sp>
        <p:nvSpPr>
          <p:cNvPr id="151" name="S02-label227"/>
          <p:cNvSpPr txBox="1"/>
          <p:nvPr/>
        </p:nvSpPr>
        <p:spPr>
          <a:xfrm>
            <a:off x="8432883" y="160385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200" dirty="0"/>
          </a:p>
        </p:txBody>
      </p:sp>
      <p:sp>
        <p:nvSpPr>
          <p:cNvPr id="152" name="S02-label228"/>
          <p:cNvSpPr txBox="1"/>
          <p:nvPr/>
        </p:nvSpPr>
        <p:spPr>
          <a:xfrm>
            <a:off x="8631022" y="140571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1200" dirty="0"/>
          </a:p>
        </p:txBody>
      </p:sp>
      <p:sp>
        <p:nvSpPr>
          <p:cNvPr id="153" name="S02-label229"/>
          <p:cNvSpPr txBox="1"/>
          <p:nvPr/>
        </p:nvSpPr>
        <p:spPr>
          <a:xfrm>
            <a:off x="8901684" y="1333195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1200" dirty="0"/>
          </a:p>
        </p:txBody>
      </p:sp>
      <p:sp>
        <p:nvSpPr>
          <p:cNvPr id="154" name="S02-line230"/>
          <p:cNvSpPr/>
          <p:nvPr/>
        </p:nvSpPr>
        <p:spPr>
          <a:xfrm flipH="1">
            <a:off x="8917373" y="2057400"/>
            <a:ext cx="258631" cy="258631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155" name="S02-line231"/>
          <p:cNvSpPr/>
          <p:nvPr/>
        </p:nvSpPr>
        <p:spPr>
          <a:xfrm>
            <a:off x="9176004" y="2057400"/>
            <a:ext cx="0" cy="570586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156" name="S02-pin232"/>
          <p:cNvSpPr/>
          <p:nvPr/>
        </p:nvSpPr>
        <p:spPr>
          <a:xfrm>
            <a:off x="9121140" y="2002536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7" name="S02-chip233"/>
          <p:cNvSpPr txBox="1"/>
          <p:nvPr/>
        </p:nvSpPr>
        <p:spPr>
          <a:xfrm>
            <a:off x="548640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58" name="S02-eqtext234"/>
          <p:cNvSpPr txBox="1"/>
          <p:nvPr/>
        </p:nvSpPr>
        <p:spPr>
          <a:xfrm>
            <a:off x="1344168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5, 10, 15, □, 25</a:t>
            </a:r>
            <a:endParaRPr lang="ko-KR" sz="3600" dirty="0"/>
          </a:p>
        </p:txBody>
      </p:sp>
      <p:sp>
        <p:nvSpPr>
          <p:cNvPr id="159" name="S02-chip235"/>
          <p:cNvSpPr txBox="1"/>
          <p:nvPr/>
        </p:nvSpPr>
        <p:spPr>
          <a:xfrm>
            <a:off x="6277356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60" name="S02-eqtext236"/>
          <p:cNvSpPr txBox="1"/>
          <p:nvPr/>
        </p:nvSpPr>
        <p:spPr>
          <a:xfrm>
            <a:off x="7072884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× 6 = □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긴바늘과 5분</a:t>
            </a:r>
            <a:endParaRPr lang="ko-KR" sz="4400" dirty="0"/>
          </a:p>
        </p:txBody>
      </p:sp>
      <p:sp>
        <p:nvSpPr>
          <p:cNvPr id="3" name="S03-text23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긴바늘이 숫자 1을 가리키면 5분이에요.</a:t>
            </a:r>
            <a:endParaRPr lang="ko-KR" sz="3200" dirty="0"/>
          </a:p>
        </p:txBody>
      </p:sp>
      <p:sp>
        <p:nvSpPr>
          <p:cNvPr id="4" name="S03-card238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239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2시 15분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긴바늘이 3을 가리켜요.</a:t>
            </a:r>
            <a:endParaRPr lang="ko-KR" sz="3200" dirty="0"/>
          </a:p>
        </p:txBody>
      </p:sp>
      <p:sp>
        <p:nvSpPr>
          <p:cNvPr id="6" name="S03-figure240" descr="시계: 2시 15분"/>
          <p:cNvSpPr/>
          <p:nvPr/>
        </p:nvSpPr>
        <p:spPr>
          <a:xfrm>
            <a:off x="1893316" y="2011680"/>
            <a:ext cx="2673604" cy="2673604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7" name="S03-line241"/>
          <p:cNvSpPr/>
          <p:nvPr/>
        </p:nvSpPr>
        <p:spPr>
          <a:xfrm>
            <a:off x="3230118" y="2048256"/>
            <a:ext cx="0" cy="147048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" name="S03-line242"/>
          <p:cNvSpPr/>
          <p:nvPr/>
        </p:nvSpPr>
        <p:spPr>
          <a:xfrm flipH="1">
            <a:off x="3359042" y="2055379"/>
            <a:ext cx="6987" cy="664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3-line243"/>
          <p:cNvSpPr/>
          <p:nvPr/>
        </p:nvSpPr>
        <p:spPr>
          <a:xfrm flipH="1">
            <a:off x="3486553" y="2076669"/>
            <a:ext cx="13897" cy="653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3-line244"/>
          <p:cNvSpPr/>
          <p:nvPr/>
        </p:nvSpPr>
        <p:spPr>
          <a:xfrm flipH="1">
            <a:off x="3611255" y="2111894"/>
            <a:ext cx="20655" cy="6356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03-line245"/>
          <p:cNvSpPr/>
          <p:nvPr/>
        </p:nvSpPr>
        <p:spPr>
          <a:xfrm flipH="1">
            <a:off x="3731781" y="2160666"/>
            <a:ext cx="27186" cy="610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3-line246"/>
          <p:cNvSpPr/>
          <p:nvPr/>
        </p:nvSpPr>
        <p:spPr>
          <a:xfrm flipH="1">
            <a:off x="3806707" y="2222453"/>
            <a:ext cx="73524" cy="12734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" name="S03-line247"/>
          <p:cNvSpPr/>
          <p:nvPr/>
        </p:nvSpPr>
        <p:spPr>
          <a:xfrm flipH="1">
            <a:off x="3955084" y="2296577"/>
            <a:ext cx="39288" cy="540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3-line248"/>
          <p:cNvSpPr/>
          <p:nvPr/>
        </p:nvSpPr>
        <p:spPr>
          <a:xfrm flipH="1">
            <a:off x="4055414" y="2382226"/>
            <a:ext cx="44725" cy="496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3-line249"/>
          <p:cNvSpPr/>
          <p:nvPr/>
        </p:nvSpPr>
        <p:spPr>
          <a:xfrm flipH="1">
            <a:off x="4146702" y="2478461"/>
            <a:ext cx="49672" cy="4472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03-line250"/>
          <p:cNvSpPr/>
          <p:nvPr/>
        </p:nvSpPr>
        <p:spPr>
          <a:xfrm flipH="1">
            <a:off x="4227948" y="2584228"/>
            <a:ext cx="54075" cy="3928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03-line251"/>
          <p:cNvSpPr/>
          <p:nvPr/>
        </p:nvSpPr>
        <p:spPr>
          <a:xfrm flipH="1">
            <a:off x="4228799" y="2698369"/>
            <a:ext cx="127347" cy="7352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8" name="S03-line252"/>
          <p:cNvSpPr/>
          <p:nvPr/>
        </p:nvSpPr>
        <p:spPr>
          <a:xfrm flipH="1">
            <a:off x="4356872" y="2819632"/>
            <a:ext cx="61061" cy="271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3-line253"/>
          <p:cNvSpPr/>
          <p:nvPr/>
        </p:nvSpPr>
        <p:spPr>
          <a:xfrm flipH="1">
            <a:off x="4403138" y="2946690"/>
            <a:ext cx="63569" cy="2065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3-line254"/>
          <p:cNvSpPr/>
          <p:nvPr/>
        </p:nvSpPr>
        <p:spPr>
          <a:xfrm flipH="1">
            <a:off x="4436551" y="3078150"/>
            <a:ext cx="65379" cy="1389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3-line255"/>
          <p:cNvSpPr/>
          <p:nvPr/>
        </p:nvSpPr>
        <p:spPr>
          <a:xfrm flipH="1">
            <a:off x="4456747" y="3212571"/>
            <a:ext cx="66474" cy="69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3-line256"/>
          <p:cNvSpPr/>
          <p:nvPr/>
        </p:nvSpPr>
        <p:spPr>
          <a:xfrm flipH="1">
            <a:off x="4383296" y="3348482"/>
            <a:ext cx="147048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3" name="S03-line257"/>
          <p:cNvSpPr/>
          <p:nvPr/>
        </p:nvSpPr>
        <p:spPr>
          <a:xfrm flipH="1" flipV="1">
            <a:off x="4456747" y="3477406"/>
            <a:ext cx="66474" cy="69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3-line258"/>
          <p:cNvSpPr/>
          <p:nvPr/>
        </p:nvSpPr>
        <p:spPr>
          <a:xfrm flipH="1" flipV="1">
            <a:off x="4436551" y="3604917"/>
            <a:ext cx="65379" cy="1389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3-line259"/>
          <p:cNvSpPr/>
          <p:nvPr/>
        </p:nvSpPr>
        <p:spPr>
          <a:xfrm flipH="1" flipV="1">
            <a:off x="4403138" y="3729619"/>
            <a:ext cx="63569" cy="2065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03-line260"/>
          <p:cNvSpPr/>
          <p:nvPr/>
        </p:nvSpPr>
        <p:spPr>
          <a:xfrm flipH="1" flipV="1">
            <a:off x="4356872" y="3850145"/>
            <a:ext cx="61061" cy="271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03-line261"/>
          <p:cNvSpPr/>
          <p:nvPr/>
        </p:nvSpPr>
        <p:spPr>
          <a:xfrm flipH="1" flipV="1">
            <a:off x="4228799" y="3925071"/>
            <a:ext cx="127347" cy="7352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8" name="S03-line262"/>
          <p:cNvSpPr/>
          <p:nvPr/>
        </p:nvSpPr>
        <p:spPr>
          <a:xfrm flipH="1" flipV="1">
            <a:off x="4227948" y="4073448"/>
            <a:ext cx="54075" cy="3928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3-line263"/>
          <p:cNvSpPr/>
          <p:nvPr/>
        </p:nvSpPr>
        <p:spPr>
          <a:xfrm flipH="1" flipV="1">
            <a:off x="4146702" y="4173778"/>
            <a:ext cx="49672" cy="4472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3-line264"/>
          <p:cNvSpPr/>
          <p:nvPr/>
        </p:nvSpPr>
        <p:spPr>
          <a:xfrm flipH="1" flipV="1">
            <a:off x="4055414" y="4265066"/>
            <a:ext cx="44725" cy="496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03-line265"/>
          <p:cNvSpPr/>
          <p:nvPr/>
        </p:nvSpPr>
        <p:spPr>
          <a:xfrm flipH="1" flipV="1">
            <a:off x="3955084" y="4346312"/>
            <a:ext cx="39288" cy="540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3-line266"/>
          <p:cNvSpPr/>
          <p:nvPr/>
        </p:nvSpPr>
        <p:spPr>
          <a:xfrm flipH="1" flipV="1">
            <a:off x="3806707" y="4347163"/>
            <a:ext cx="73524" cy="12734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3" name="S03-line267"/>
          <p:cNvSpPr/>
          <p:nvPr/>
        </p:nvSpPr>
        <p:spPr>
          <a:xfrm flipH="1" flipV="1">
            <a:off x="3731781" y="4475236"/>
            <a:ext cx="27186" cy="610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3-line268"/>
          <p:cNvSpPr/>
          <p:nvPr/>
        </p:nvSpPr>
        <p:spPr>
          <a:xfrm flipH="1" flipV="1">
            <a:off x="3611255" y="4521502"/>
            <a:ext cx="20655" cy="6356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3-line269"/>
          <p:cNvSpPr/>
          <p:nvPr/>
        </p:nvSpPr>
        <p:spPr>
          <a:xfrm flipH="1" flipV="1">
            <a:off x="3486553" y="4554915"/>
            <a:ext cx="13897" cy="653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03-line270"/>
          <p:cNvSpPr/>
          <p:nvPr/>
        </p:nvSpPr>
        <p:spPr>
          <a:xfrm flipH="1" flipV="1">
            <a:off x="3359042" y="4575111"/>
            <a:ext cx="6987" cy="664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03-line271"/>
          <p:cNvSpPr/>
          <p:nvPr/>
        </p:nvSpPr>
        <p:spPr>
          <a:xfrm flipV="1">
            <a:off x="3230118" y="4501660"/>
            <a:ext cx="0" cy="147048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8" name="S03-line272"/>
          <p:cNvSpPr/>
          <p:nvPr/>
        </p:nvSpPr>
        <p:spPr>
          <a:xfrm flipV="1">
            <a:off x="3094207" y="4575111"/>
            <a:ext cx="6987" cy="664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3-line273"/>
          <p:cNvSpPr/>
          <p:nvPr/>
        </p:nvSpPr>
        <p:spPr>
          <a:xfrm flipV="1">
            <a:off x="2959786" y="4554915"/>
            <a:ext cx="13897" cy="653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3-line274"/>
          <p:cNvSpPr/>
          <p:nvPr/>
        </p:nvSpPr>
        <p:spPr>
          <a:xfrm flipV="1">
            <a:off x="2828326" y="4521502"/>
            <a:ext cx="20655" cy="6356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03-line275"/>
          <p:cNvSpPr/>
          <p:nvPr/>
        </p:nvSpPr>
        <p:spPr>
          <a:xfrm flipV="1">
            <a:off x="2701268" y="4475236"/>
            <a:ext cx="27186" cy="610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03-line276"/>
          <p:cNvSpPr/>
          <p:nvPr/>
        </p:nvSpPr>
        <p:spPr>
          <a:xfrm flipV="1">
            <a:off x="2580005" y="4347163"/>
            <a:ext cx="73524" cy="12734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3" name="S03-line277"/>
          <p:cNvSpPr/>
          <p:nvPr/>
        </p:nvSpPr>
        <p:spPr>
          <a:xfrm flipV="1">
            <a:off x="2465864" y="4346312"/>
            <a:ext cx="39288" cy="540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3-line278"/>
          <p:cNvSpPr/>
          <p:nvPr/>
        </p:nvSpPr>
        <p:spPr>
          <a:xfrm flipV="1">
            <a:off x="2360097" y="4265066"/>
            <a:ext cx="44725" cy="496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3-line279"/>
          <p:cNvSpPr/>
          <p:nvPr/>
        </p:nvSpPr>
        <p:spPr>
          <a:xfrm flipV="1">
            <a:off x="2263862" y="4173778"/>
            <a:ext cx="49672" cy="4472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03-line280"/>
          <p:cNvSpPr/>
          <p:nvPr/>
        </p:nvSpPr>
        <p:spPr>
          <a:xfrm flipV="1">
            <a:off x="2178213" y="4073448"/>
            <a:ext cx="54075" cy="3928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03-line281"/>
          <p:cNvSpPr/>
          <p:nvPr/>
        </p:nvSpPr>
        <p:spPr>
          <a:xfrm flipV="1">
            <a:off x="2104089" y="3925071"/>
            <a:ext cx="127347" cy="7352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8" name="S03-line282"/>
          <p:cNvSpPr/>
          <p:nvPr/>
        </p:nvSpPr>
        <p:spPr>
          <a:xfrm flipV="1">
            <a:off x="2042302" y="3850145"/>
            <a:ext cx="61061" cy="271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3-line283"/>
          <p:cNvSpPr/>
          <p:nvPr/>
        </p:nvSpPr>
        <p:spPr>
          <a:xfrm flipV="1">
            <a:off x="1993530" y="3729619"/>
            <a:ext cx="63569" cy="2065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3-line284"/>
          <p:cNvSpPr/>
          <p:nvPr/>
        </p:nvSpPr>
        <p:spPr>
          <a:xfrm flipV="1">
            <a:off x="1958305" y="3604917"/>
            <a:ext cx="65379" cy="1389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03-line285"/>
          <p:cNvSpPr/>
          <p:nvPr/>
        </p:nvSpPr>
        <p:spPr>
          <a:xfrm flipV="1">
            <a:off x="1937015" y="3477406"/>
            <a:ext cx="66474" cy="69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03-line286"/>
          <p:cNvSpPr/>
          <p:nvPr/>
        </p:nvSpPr>
        <p:spPr>
          <a:xfrm>
            <a:off x="1929892" y="3348482"/>
            <a:ext cx="147048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3" name="S03-line287"/>
          <p:cNvSpPr/>
          <p:nvPr/>
        </p:nvSpPr>
        <p:spPr>
          <a:xfrm>
            <a:off x="1937015" y="3212571"/>
            <a:ext cx="66474" cy="69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3-line288"/>
          <p:cNvSpPr/>
          <p:nvPr/>
        </p:nvSpPr>
        <p:spPr>
          <a:xfrm>
            <a:off x="1958305" y="3078150"/>
            <a:ext cx="65379" cy="1389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3-line289"/>
          <p:cNvSpPr/>
          <p:nvPr/>
        </p:nvSpPr>
        <p:spPr>
          <a:xfrm>
            <a:off x="1993530" y="2946690"/>
            <a:ext cx="63569" cy="2065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03-line290"/>
          <p:cNvSpPr/>
          <p:nvPr/>
        </p:nvSpPr>
        <p:spPr>
          <a:xfrm>
            <a:off x="2042302" y="2819632"/>
            <a:ext cx="61061" cy="271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03-line291"/>
          <p:cNvSpPr/>
          <p:nvPr/>
        </p:nvSpPr>
        <p:spPr>
          <a:xfrm>
            <a:off x="2104089" y="2698369"/>
            <a:ext cx="127347" cy="7352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8" name="S03-line292"/>
          <p:cNvSpPr/>
          <p:nvPr/>
        </p:nvSpPr>
        <p:spPr>
          <a:xfrm>
            <a:off x="2178213" y="2584228"/>
            <a:ext cx="54075" cy="3928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3-line293"/>
          <p:cNvSpPr/>
          <p:nvPr/>
        </p:nvSpPr>
        <p:spPr>
          <a:xfrm>
            <a:off x="2263862" y="2478461"/>
            <a:ext cx="49672" cy="4472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03-line294"/>
          <p:cNvSpPr/>
          <p:nvPr/>
        </p:nvSpPr>
        <p:spPr>
          <a:xfrm>
            <a:off x="2360097" y="2382226"/>
            <a:ext cx="44725" cy="496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03-line295"/>
          <p:cNvSpPr/>
          <p:nvPr/>
        </p:nvSpPr>
        <p:spPr>
          <a:xfrm>
            <a:off x="2465864" y="2296577"/>
            <a:ext cx="39288" cy="540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03-line296"/>
          <p:cNvSpPr/>
          <p:nvPr/>
        </p:nvSpPr>
        <p:spPr>
          <a:xfrm>
            <a:off x="2580005" y="2222453"/>
            <a:ext cx="73524" cy="12734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3" name="S03-line297"/>
          <p:cNvSpPr/>
          <p:nvPr/>
        </p:nvSpPr>
        <p:spPr>
          <a:xfrm>
            <a:off x="2701268" y="2160666"/>
            <a:ext cx="27186" cy="610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03-line298"/>
          <p:cNvSpPr/>
          <p:nvPr/>
        </p:nvSpPr>
        <p:spPr>
          <a:xfrm>
            <a:off x="2828326" y="2111894"/>
            <a:ext cx="20655" cy="6356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03-line299"/>
          <p:cNvSpPr/>
          <p:nvPr/>
        </p:nvSpPr>
        <p:spPr>
          <a:xfrm>
            <a:off x="2959786" y="2076669"/>
            <a:ext cx="13897" cy="653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03-line300"/>
          <p:cNvSpPr/>
          <p:nvPr/>
        </p:nvSpPr>
        <p:spPr>
          <a:xfrm>
            <a:off x="3094207" y="2055379"/>
            <a:ext cx="6987" cy="664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7" name="S03-label301"/>
          <p:cNvSpPr txBox="1"/>
          <p:nvPr/>
        </p:nvSpPr>
        <p:spPr>
          <a:xfrm>
            <a:off x="3450415" y="230890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68" name="S03-label302"/>
          <p:cNvSpPr txBox="1"/>
          <p:nvPr/>
        </p:nvSpPr>
        <p:spPr>
          <a:xfrm>
            <a:off x="3812499" y="2670985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69" name="S03-label303"/>
          <p:cNvSpPr txBox="1"/>
          <p:nvPr/>
        </p:nvSpPr>
        <p:spPr>
          <a:xfrm>
            <a:off x="3945031" y="316560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70" name="S03-label304"/>
          <p:cNvSpPr txBox="1"/>
          <p:nvPr/>
        </p:nvSpPr>
        <p:spPr>
          <a:xfrm>
            <a:off x="3812499" y="366021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71" name="S03-label305"/>
          <p:cNvSpPr txBox="1"/>
          <p:nvPr/>
        </p:nvSpPr>
        <p:spPr>
          <a:xfrm>
            <a:off x="3450415" y="402230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200" dirty="0"/>
          </a:p>
        </p:txBody>
      </p:sp>
      <p:sp>
        <p:nvSpPr>
          <p:cNvPr id="72" name="S03-label306"/>
          <p:cNvSpPr txBox="1"/>
          <p:nvPr/>
        </p:nvSpPr>
        <p:spPr>
          <a:xfrm>
            <a:off x="2955798" y="4154835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200" dirty="0"/>
          </a:p>
        </p:txBody>
      </p:sp>
      <p:sp>
        <p:nvSpPr>
          <p:cNvPr id="73" name="S03-label307"/>
          <p:cNvSpPr txBox="1"/>
          <p:nvPr/>
        </p:nvSpPr>
        <p:spPr>
          <a:xfrm>
            <a:off x="2461181" y="402230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200" dirty="0"/>
          </a:p>
        </p:txBody>
      </p:sp>
      <p:sp>
        <p:nvSpPr>
          <p:cNvPr id="74" name="S03-label308"/>
          <p:cNvSpPr txBox="1"/>
          <p:nvPr/>
        </p:nvSpPr>
        <p:spPr>
          <a:xfrm>
            <a:off x="2099097" y="366021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200" dirty="0"/>
          </a:p>
        </p:txBody>
      </p:sp>
      <p:sp>
        <p:nvSpPr>
          <p:cNvPr id="75" name="S03-label309"/>
          <p:cNvSpPr txBox="1"/>
          <p:nvPr/>
        </p:nvSpPr>
        <p:spPr>
          <a:xfrm>
            <a:off x="1966565" y="316560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200" dirty="0"/>
          </a:p>
        </p:txBody>
      </p:sp>
      <p:sp>
        <p:nvSpPr>
          <p:cNvPr id="76" name="S03-label310"/>
          <p:cNvSpPr txBox="1"/>
          <p:nvPr/>
        </p:nvSpPr>
        <p:spPr>
          <a:xfrm>
            <a:off x="2099097" y="2670985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200" dirty="0"/>
          </a:p>
        </p:txBody>
      </p:sp>
      <p:sp>
        <p:nvSpPr>
          <p:cNvPr id="77" name="S03-label311"/>
          <p:cNvSpPr txBox="1"/>
          <p:nvPr/>
        </p:nvSpPr>
        <p:spPr>
          <a:xfrm>
            <a:off x="2461181" y="230890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200" dirty="0"/>
          </a:p>
        </p:txBody>
      </p:sp>
      <p:sp>
        <p:nvSpPr>
          <p:cNvPr id="78" name="S03-label312"/>
          <p:cNvSpPr txBox="1"/>
          <p:nvPr/>
        </p:nvSpPr>
        <p:spPr>
          <a:xfrm>
            <a:off x="2955798" y="217636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200" dirty="0"/>
          </a:p>
        </p:txBody>
      </p:sp>
      <p:sp>
        <p:nvSpPr>
          <p:cNvPr id="79" name="S03-line313"/>
          <p:cNvSpPr/>
          <p:nvPr/>
        </p:nvSpPr>
        <p:spPr>
          <a:xfrm flipV="1">
            <a:off x="3230118" y="3092696"/>
            <a:ext cx="617522" cy="255786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80" name="S03-line314"/>
          <p:cNvSpPr/>
          <p:nvPr/>
        </p:nvSpPr>
        <p:spPr>
          <a:xfrm>
            <a:off x="3230118" y="3348482"/>
            <a:ext cx="1042706" cy="0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81" name="S03-pin315"/>
          <p:cNvSpPr/>
          <p:nvPr/>
        </p:nvSpPr>
        <p:spPr>
          <a:xfrm>
            <a:off x="3175254" y="3293618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2" name="S03-card316"/>
          <p:cNvSpPr/>
          <p:nvPr/>
        </p:nvSpPr>
        <p:spPr>
          <a:xfrm>
            <a:off x="6277356" y="2365502"/>
            <a:ext cx="536295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3" name="S03-cardtext317"/>
          <p:cNvSpPr txBox="1"/>
          <p:nvPr/>
        </p:nvSpPr>
        <p:spPr>
          <a:xfrm>
            <a:off x="6551676" y="2502662"/>
            <a:ext cx="48143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1은 5분, 2는 10분</a:t>
            </a:r>
            <a:endParaRPr lang="ko-KR" sz="3200" dirty="0"/>
          </a:p>
        </p:txBody>
      </p:sp>
      <p:sp>
        <p:nvSpPr>
          <p:cNvPr id="84" name="S03-card318"/>
          <p:cNvSpPr/>
          <p:nvPr/>
        </p:nvSpPr>
        <p:spPr>
          <a:xfrm>
            <a:off x="6277356" y="3462782"/>
            <a:ext cx="536295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5" name="S03-cardtext319"/>
          <p:cNvSpPr txBox="1"/>
          <p:nvPr/>
        </p:nvSpPr>
        <p:spPr>
          <a:xfrm>
            <a:off x="6551676" y="3599942"/>
            <a:ext cx="48143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3은 5, 10, 15 → 15분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시 몇 분 읽기</a:t>
            </a:r>
            <a:endParaRPr lang="ko-KR" sz="4400" dirty="0"/>
          </a:p>
        </p:txBody>
      </p:sp>
      <p:sp>
        <p:nvSpPr>
          <p:cNvPr id="3" name="S04-text320"/>
          <p:cNvSpPr txBox="1"/>
          <p:nvPr/>
        </p:nvSpPr>
        <p:spPr>
          <a:xfrm>
            <a:off x="548640" y="13258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시계를 읽어요.</a:t>
            </a:r>
            <a:endParaRPr lang="ko-KR" sz="3200" dirty="0"/>
          </a:p>
        </p:txBody>
      </p:sp>
      <p:sp>
        <p:nvSpPr>
          <p:cNvPr id="4" name="S04-figure321" descr="시계: 4시 35분"/>
          <p:cNvSpPr/>
          <p:nvPr/>
        </p:nvSpPr>
        <p:spPr>
          <a:xfrm>
            <a:off x="8047909" y="2857500"/>
            <a:ext cx="3108960" cy="31089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5" name="S04-line322"/>
          <p:cNvSpPr/>
          <p:nvPr/>
        </p:nvSpPr>
        <p:spPr>
          <a:xfrm>
            <a:off x="9602389" y="2894076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" name="S04-line323"/>
          <p:cNvSpPr/>
          <p:nvPr/>
        </p:nvSpPr>
        <p:spPr>
          <a:xfrm flipH="1">
            <a:off x="9752929" y="2902391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" name="S04-line324"/>
          <p:cNvSpPr/>
          <p:nvPr/>
        </p:nvSpPr>
        <p:spPr>
          <a:xfrm flipH="1">
            <a:off x="9901819" y="2927246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04-line325"/>
          <p:cNvSpPr/>
          <p:nvPr/>
        </p:nvSpPr>
        <p:spPr>
          <a:xfrm flipH="1">
            <a:off x="10047429" y="2968368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4-line326"/>
          <p:cNvSpPr/>
          <p:nvPr/>
        </p:nvSpPr>
        <p:spPr>
          <a:xfrm flipH="1">
            <a:off x="10188163" y="3025306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4-line327"/>
          <p:cNvSpPr/>
          <p:nvPr/>
        </p:nvSpPr>
        <p:spPr>
          <a:xfrm flipH="1">
            <a:off x="10275844" y="3097437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" name="S04-line328"/>
          <p:cNvSpPr/>
          <p:nvPr/>
        </p:nvSpPr>
        <p:spPr>
          <a:xfrm flipH="1">
            <a:off x="10448905" y="3183970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4-line329"/>
          <p:cNvSpPr/>
          <p:nvPr/>
        </p:nvSpPr>
        <p:spPr>
          <a:xfrm flipH="1">
            <a:off x="10566057" y="3283957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4-line330"/>
          <p:cNvSpPr/>
          <p:nvPr/>
        </p:nvSpPr>
        <p:spPr>
          <a:xfrm flipH="1">
            <a:off x="10672651" y="3396304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4-line331"/>
          <p:cNvSpPr/>
          <p:nvPr/>
        </p:nvSpPr>
        <p:spPr>
          <a:xfrm flipH="1">
            <a:off x="10767519" y="3519778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4-line332"/>
          <p:cNvSpPr/>
          <p:nvPr/>
        </p:nvSpPr>
        <p:spPr>
          <a:xfrm flipH="1">
            <a:off x="10768848" y="3653028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6" name="S04-line333"/>
          <p:cNvSpPr/>
          <p:nvPr/>
        </p:nvSpPr>
        <p:spPr>
          <a:xfrm flipH="1">
            <a:off x="10918059" y="379459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04-line334"/>
          <p:cNvSpPr/>
          <p:nvPr/>
        </p:nvSpPr>
        <p:spPr>
          <a:xfrm flipH="1">
            <a:off x="10972081" y="3942922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4-line335"/>
          <p:cNvSpPr/>
          <p:nvPr/>
        </p:nvSpPr>
        <p:spPr>
          <a:xfrm flipH="1">
            <a:off x="11011097" y="4096390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4-line336"/>
          <p:cNvSpPr/>
          <p:nvPr/>
        </p:nvSpPr>
        <p:spPr>
          <a:xfrm flipH="1">
            <a:off x="11034679" y="4253316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4-line337"/>
          <p:cNvSpPr/>
          <p:nvPr/>
        </p:nvSpPr>
        <p:spPr>
          <a:xfrm flipH="1">
            <a:off x="10949300" y="4411980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1" name="S04-line338"/>
          <p:cNvSpPr/>
          <p:nvPr/>
        </p:nvSpPr>
        <p:spPr>
          <a:xfrm flipH="1" flipV="1">
            <a:off x="11034679" y="4562520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4-line339"/>
          <p:cNvSpPr/>
          <p:nvPr/>
        </p:nvSpPr>
        <p:spPr>
          <a:xfrm flipH="1" flipV="1">
            <a:off x="11011097" y="4711410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4-line340"/>
          <p:cNvSpPr/>
          <p:nvPr/>
        </p:nvSpPr>
        <p:spPr>
          <a:xfrm flipH="1" flipV="1">
            <a:off x="10972081" y="4857020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4-line341"/>
          <p:cNvSpPr/>
          <p:nvPr/>
        </p:nvSpPr>
        <p:spPr>
          <a:xfrm flipH="1" flipV="1">
            <a:off x="10918059" y="4997754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4-line342"/>
          <p:cNvSpPr/>
          <p:nvPr/>
        </p:nvSpPr>
        <p:spPr>
          <a:xfrm flipH="1" flipV="1">
            <a:off x="10768848" y="5085436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6" name="S04-line343"/>
          <p:cNvSpPr/>
          <p:nvPr/>
        </p:nvSpPr>
        <p:spPr>
          <a:xfrm flipH="1" flipV="1">
            <a:off x="10767519" y="525849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04-line344"/>
          <p:cNvSpPr/>
          <p:nvPr/>
        </p:nvSpPr>
        <p:spPr>
          <a:xfrm flipH="1" flipV="1">
            <a:off x="10672651" y="5375649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4-line345"/>
          <p:cNvSpPr/>
          <p:nvPr/>
        </p:nvSpPr>
        <p:spPr>
          <a:xfrm flipH="1" flipV="1">
            <a:off x="10566057" y="5482242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4-line346"/>
          <p:cNvSpPr/>
          <p:nvPr/>
        </p:nvSpPr>
        <p:spPr>
          <a:xfrm flipH="1" flipV="1">
            <a:off x="10448905" y="5577110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4-line347"/>
          <p:cNvSpPr/>
          <p:nvPr/>
        </p:nvSpPr>
        <p:spPr>
          <a:xfrm flipH="1" flipV="1">
            <a:off x="10275844" y="5578439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1" name="S04-line348"/>
          <p:cNvSpPr/>
          <p:nvPr/>
        </p:nvSpPr>
        <p:spPr>
          <a:xfrm flipH="1" flipV="1">
            <a:off x="10188163" y="5727650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4-line349"/>
          <p:cNvSpPr/>
          <p:nvPr/>
        </p:nvSpPr>
        <p:spPr>
          <a:xfrm flipH="1" flipV="1">
            <a:off x="10047429" y="5781673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4-line350"/>
          <p:cNvSpPr/>
          <p:nvPr/>
        </p:nvSpPr>
        <p:spPr>
          <a:xfrm flipH="1" flipV="1">
            <a:off x="9901819" y="5820689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4-line351"/>
          <p:cNvSpPr/>
          <p:nvPr/>
        </p:nvSpPr>
        <p:spPr>
          <a:xfrm flipH="1" flipV="1">
            <a:off x="9752929" y="5844271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4-line352"/>
          <p:cNvSpPr/>
          <p:nvPr/>
        </p:nvSpPr>
        <p:spPr>
          <a:xfrm flipV="1">
            <a:off x="9602389" y="5758891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6" name="S04-line353"/>
          <p:cNvSpPr/>
          <p:nvPr/>
        </p:nvSpPr>
        <p:spPr>
          <a:xfrm flipV="1">
            <a:off x="9443725" y="5844271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04-line354"/>
          <p:cNvSpPr/>
          <p:nvPr/>
        </p:nvSpPr>
        <p:spPr>
          <a:xfrm flipV="1">
            <a:off x="9286799" y="5820689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4-line355"/>
          <p:cNvSpPr/>
          <p:nvPr/>
        </p:nvSpPr>
        <p:spPr>
          <a:xfrm flipV="1">
            <a:off x="9133331" y="5781673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4-line356"/>
          <p:cNvSpPr/>
          <p:nvPr/>
        </p:nvSpPr>
        <p:spPr>
          <a:xfrm flipV="1">
            <a:off x="8985002" y="5727650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4-line357"/>
          <p:cNvSpPr/>
          <p:nvPr/>
        </p:nvSpPr>
        <p:spPr>
          <a:xfrm flipV="1">
            <a:off x="8843437" y="5578439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1" name="S04-line358"/>
          <p:cNvSpPr/>
          <p:nvPr/>
        </p:nvSpPr>
        <p:spPr>
          <a:xfrm flipV="1">
            <a:off x="8710187" y="5577110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04-line359"/>
          <p:cNvSpPr/>
          <p:nvPr/>
        </p:nvSpPr>
        <p:spPr>
          <a:xfrm flipV="1">
            <a:off x="8586713" y="5482242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4-line360"/>
          <p:cNvSpPr/>
          <p:nvPr/>
        </p:nvSpPr>
        <p:spPr>
          <a:xfrm flipV="1">
            <a:off x="8474366" y="5375649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4-line361"/>
          <p:cNvSpPr/>
          <p:nvPr/>
        </p:nvSpPr>
        <p:spPr>
          <a:xfrm flipV="1">
            <a:off x="8374379" y="525849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4-line362"/>
          <p:cNvSpPr/>
          <p:nvPr/>
        </p:nvSpPr>
        <p:spPr>
          <a:xfrm flipV="1">
            <a:off x="8287845" y="5085436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6" name="S04-line363"/>
          <p:cNvSpPr/>
          <p:nvPr/>
        </p:nvSpPr>
        <p:spPr>
          <a:xfrm flipV="1">
            <a:off x="8215714" y="4997754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04-line364"/>
          <p:cNvSpPr/>
          <p:nvPr/>
        </p:nvSpPr>
        <p:spPr>
          <a:xfrm flipV="1">
            <a:off x="8158776" y="4857020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04-line365"/>
          <p:cNvSpPr/>
          <p:nvPr/>
        </p:nvSpPr>
        <p:spPr>
          <a:xfrm flipV="1">
            <a:off x="8117655" y="4711410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4-line366"/>
          <p:cNvSpPr/>
          <p:nvPr/>
        </p:nvSpPr>
        <p:spPr>
          <a:xfrm flipV="1">
            <a:off x="8092800" y="4562520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4-line367"/>
          <p:cNvSpPr/>
          <p:nvPr/>
        </p:nvSpPr>
        <p:spPr>
          <a:xfrm>
            <a:off x="8084485" y="4411980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1" name="S04-line368"/>
          <p:cNvSpPr/>
          <p:nvPr/>
        </p:nvSpPr>
        <p:spPr>
          <a:xfrm>
            <a:off x="8092800" y="4253316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04-line369"/>
          <p:cNvSpPr/>
          <p:nvPr/>
        </p:nvSpPr>
        <p:spPr>
          <a:xfrm>
            <a:off x="8117655" y="4096390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04-line370"/>
          <p:cNvSpPr/>
          <p:nvPr/>
        </p:nvSpPr>
        <p:spPr>
          <a:xfrm>
            <a:off x="8158776" y="3942922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4-line371"/>
          <p:cNvSpPr/>
          <p:nvPr/>
        </p:nvSpPr>
        <p:spPr>
          <a:xfrm>
            <a:off x="8215714" y="379459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4-line372"/>
          <p:cNvSpPr/>
          <p:nvPr/>
        </p:nvSpPr>
        <p:spPr>
          <a:xfrm>
            <a:off x="8287845" y="3653028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6" name="S04-line373"/>
          <p:cNvSpPr/>
          <p:nvPr/>
        </p:nvSpPr>
        <p:spPr>
          <a:xfrm>
            <a:off x="8374379" y="3519778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04-line374"/>
          <p:cNvSpPr/>
          <p:nvPr/>
        </p:nvSpPr>
        <p:spPr>
          <a:xfrm>
            <a:off x="8474366" y="3396304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04-line375"/>
          <p:cNvSpPr/>
          <p:nvPr/>
        </p:nvSpPr>
        <p:spPr>
          <a:xfrm>
            <a:off x="8586713" y="3283957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4-line376"/>
          <p:cNvSpPr/>
          <p:nvPr/>
        </p:nvSpPr>
        <p:spPr>
          <a:xfrm>
            <a:off x="8710187" y="3183970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04-line377"/>
          <p:cNvSpPr/>
          <p:nvPr/>
        </p:nvSpPr>
        <p:spPr>
          <a:xfrm>
            <a:off x="8843437" y="3097437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1" name="S04-line378"/>
          <p:cNvSpPr/>
          <p:nvPr/>
        </p:nvSpPr>
        <p:spPr>
          <a:xfrm>
            <a:off x="8985002" y="3025306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04-line379"/>
          <p:cNvSpPr/>
          <p:nvPr/>
        </p:nvSpPr>
        <p:spPr>
          <a:xfrm>
            <a:off x="9133331" y="2968368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04-line380"/>
          <p:cNvSpPr/>
          <p:nvPr/>
        </p:nvSpPr>
        <p:spPr>
          <a:xfrm>
            <a:off x="9286799" y="2927246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04-line381"/>
          <p:cNvSpPr/>
          <p:nvPr/>
        </p:nvSpPr>
        <p:spPr>
          <a:xfrm>
            <a:off x="9443725" y="2902391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04-label382"/>
          <p:cNvSpPr txBox="1"/>
          <p:nvPr/>
        </p:nvSpPr>
        <p:spPr>
          <a:xfrm>
            <a:off x="9903226" y="323289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66" name="S04-label383"/>
          <p:cNvSpPr txBox="1"/>
          <p:nvPr/>
        </p:nvSpPr>
        <p:spPr>
          <a:xfrm>
            <a:off x="10324271" y="365394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67" name="S04-label384"/>
          <p:cNvSpPr txBox="1"/>
          <p:nvPr/>
        </p:nvSpPr>
        <p:spPr>
          <a:xfrm>
            <a:off x="10478384" y="42291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68" name="S04-label385"/>
          <p:cNvSpPr txBox="1"/>
          <p:nvPr/>
        </p:nvSpPr>
        <p:spPr>
          <a:xfrm>
            <a:off x="10324271" y="480425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69" name="S04-label386"/>
          <p:cNvSpPr txBox="1"/>
          <p:nvPr/>
        </p:nvSpPr>
        <p:spPr>
          <a:xfrm>
            <a:off x="9903226" y="522530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70" name="S04-label387"/>
          <p:cNvSpPr txBox="1"/>
          <p:nvPr/>
        </p:nvSpPr>
        <p:spPr>
          <a:xfrm>
            <a:off x="9328069" y="5379415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71" name="S04-label388"/>
          <p:cNvSpPr txBox="1"/>
          <p:nvPr/>
        </p:nvSpPr>
        <p:spPr>
          <a:xfrm>
            <a:off x="8752911" y="522530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600" dirty="0"/>
          </a:p>
        </p:txBody>
      </p:sp>
      <p:sp>
        <p:nvSpPr>
          <p:cNvPr id="72" name="S04-label389"/>
          <p:cNvSpPr txBox="1"/>
          <p:nvPr/>
        </p:nvSpPr>
        <p:spPr>
          <a:xfrm>
            <a:off x="8331867" y="480425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600" dirty="0"/>
          </a:p>
        </p:txBody>
      </p:sp>
      <p:sp>
        <p:nvSpPr>
          <p:cNvPr id="73" name="S04-label390"/>
          <p:cNvSpPr txBox="1"/>
          <p:nvPr/>
        </p:nvSpPr>
        <p:spPr>
          <a:xfrm>
            <a:off x="8177754" y="42291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600" dirty="0"/>
          </a:p>
        </p:txBody>
      </p:sp>
      <p:sp>
        <p:nvSpPr>
          <p:cNvPr id="74" name="S04-label391"/>
          <p:cNvSpPr txBox="1"/>
          <p:nvPr/>
        </p:nvSpPr>
        <p:spPr>
          <a:xfrm>
            <a:off x="8331867" y="365394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600" dirty="0"/>
          </a:p>
        </p:txBody>
      </p:sp>
      <p:sp>
        <p:nvSpPr>
          <p:cNvPr id="75" name="S04-label392"/>
          <p:cNvSpPr txBox="1"/>
          <p:nvPr/>
        </p:nvSpPr>
        <p:spPr>
          <a:xfrm>
            <a:off x="8752911" y="323289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600" dirty="0"/>
          </a:p>
        </p:txBody>
      </p:sp>
      <p:sp>
        <p:nvSpPr>
          <p:cNvPr id="76" name="S04-label393"/>
          <p:cNvSpPr txBox="1"/>
          <p:nvPr/>
        </p:nvSpPr>
        <p:spPr>
          <a:xfrm>
            <a:off x="9328069" y="3078785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600" dirty="0"/>
          </a:p>
        </p:txBody>
      </p:sp>
      <p:sp>
        <p:nvSpPr>
          <p:cNvPr id="77" name="S04-line394"/>
          <p:cNvSpPr/>
          <p:nvPr/>
        </p:nvSpPr>
        <p:spPr>
          <a:xfrm>
            <a:off x="9602389" y="4411980"/>
            <a:ext cx="525096" cy="573041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78" name="S04-line395"/>
          <p:cNvSpPr/>
          <p:nvPr/>
        </p:nvSpPr>
        <p:spPr>
          <a:xfrm flipH="1">
            <a:off x="8996142" y="4411980"/>
            <a:ext cx="606247" cy="1050051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79" name="S04-pin396"/>
          <p:cNvSpPr/>
          <p:nvPr/>
        </p:nvSpPr>
        <p:spPr>
          <a:xfrm>
            <a:off x="9547525" y="4357116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0" name="S04-stepno397"/>
          <p:cNvSpPr txBox="1"/>
          <p:nvPr/>
        </p:nvSpPr>
        <p:spPr>
          <a:xfrm>
            <a:off x="548640" y="34244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1" name="S04-text398"/>
          <p:cNvSpPr txBox="1"/>
          <p:nvPr/>
        </p:nvSpPr>
        <p:spPr>
          <a:xfrm>
            <a:off x="1325880" y="3424428"/>
            <a:ext cx="58728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짧은바늘이 4와 5 사이: 4시</a:t>
            </a:r>
            <a:endParaRPr lang="ko-KR" sz="3200" dirty="0"/>
          </a:p>
        </p:txBody>
      </p:sp>
      <p:sp>
        <p:nvSpPr>
          <p:cNvPr id="82" name="S04-stepno399"/>
          <p:cNvSpPr txBox="1"/>
          <p:nvPr/>
        </p:nvSpPr>
        <p:spPr>
          <a:xfrm>
            <a:off x="548640" y="41376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3" name="S04-text400"/>
          <p:cNvSpPr txBox="1"/>
          <p:nvPr/>
        </p:nvSpPr>
        <p:spPr>
          <a:xfrm>
            <a:off x="1325880" y="4137660"/>
            <a:ext cx="58728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긴바늘이 7: 35분</a:t>
            </a:r>
            <a:endParaRPr lang="ko-KR" sz="3200" dirty="0"/>
          </a:p>
        </p:txBody>
      </p:sp>
      <p:sp>
        <p:nvSpPr>
          <p:cNvPr id="84" name="S04-stepno401"/>
          <p:cNvSpPr txBox="1"/>
          <p:nvPr/>
        </p:nvSpPr>
        <p:spPr>
          <a:xfrm>
            <a:off x="548640" y="48508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85" name="S04-text402"/>
          <p:cNvSpPr txBox="1"/>
          <p:nvPr/>
        </p:nvSpPr>
        <p:spPr>
          <a:xfrm>
            <a:off x="1325880" y="4850892"/>
            <a:ext cx="58728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4시 35분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1분 단위로 읽어요</a:t>
            </a:r>
            <a:endParaRPr lang="ko-KR" sz="4400" dirty="0"/>
          </a:p>
        </p:txBody>
      </p:sp>
      <p:sp>
        <p:nvSpPr>
          <p:cNvPr id="3" name="S05-text40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작은 눈금 한 칸은 1분이에요.</a:t>
            </a:r>
            <a:endParaRPr lang="ko-KR" sz="3200" dirty="0"/>
          </a:p>
        </p:txBody>
      </p:sp>
      <p:sp>
        <p:nvSpPr>
          <p:cNvPr id="4" name="S05-card404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405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9시 17분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‘9시 17분’이라고 읽어요.</a:t>
            </a:r>
            <a:endParaRPr lang="ko-KR" sz="3200" dirty="0"/>
          </a:p>
        </p:txBody>
      </p:sp>
      <p:sp>
        <p:nvSpPr>
          <p:cNvPr id="6" name="S05-figure406" descr="시계: 9시 17분"/>
          <p:cNvSpPr/>
          <p:nvPr/>
        </p:nvSpPr>
        <p:spPr>
          <a:xfrm>
            <a:off x="1893316" y="2011680"/>
            <a:ext cx="2673604" cy="2673604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7" name="S05-line407"/>
          <p:cNvSpPr/>
          <p:nvPr/>
        </p:nvSpPr>
        <p:spPr>
          <a:xfrm>
            <a:off x="3230118" y="2048256"/>
            <a:ext cx="0" cy="147048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" name="S05-line408"/>
          <p:cNvSpPr/>
          <p:nvPr/>
        </p:nvSpPr>
        <p:spPr>
          <a:xfrm flipH="1">
            <a:off x="3359042" y="2055379"/>
            <a:ext cx="6987" cy="664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5-line409"/>
          <p:cNvSpPr/>
          <p:nvPr/>
        </p:nvSpPr>
        <p:spPr>
          <a:xfrm flipH="1">
            <a:off x="3486553" y="2076669"/>
            <a:ext cx="13897" cy="653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5-line410"/>
          <p:cNvSpPr/>
          <p:nvPr/>
        </p:nvSpPr>
        <p:spPr>
          <a:xfrm flipH="1">
            <a:off x="3611255" y="2111894"/>
            <a:ext cx="20655" cy="6356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05-line411"/>
          <p:cNvSpPr/>
          <p:nvPr/>
        </p:nvSpPr>
        <p:spPr>
          <a:xfrm flipH="1">
            <a:off x="3731781" y="2160666"/>
            <a:ext cx="27186" cy="610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5-line412"/>
          <p:cNvSpPr/>
          <p:nvPr/>
        </p:nvSpPr>
        <p:spPr>
          <a:xfrm flipH="1">
            <a:off x="3806707" y="2222453"/>
            <a:ext cx="73524" cy="12734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" name="S05-line413"/>
          <p:cNvSpPr/>
          <p:nvPr/>
        </p:nvSpPr>
        <p:spPr>
          <a:xfrm flipH="1">
            <a:off x="3955084" y="2296577"/>
            <a:ext cx="39288" cy="540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5-line414"/>
          <p:cNvSpPr/>
          <p:nvPr/>
        </p:nvSpPr>
        <p:spPr>
          <a:xfrm flipH="1">
            <a:off x="4055414" y="2382226"/>
            <a:ext cx="44725" cy="496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5-line415"/>
          <p:cNvSpPr/>
          <p:nvPr/>
        </p:nvSpPr>
        <p:spPr>
          <a:xfrm flipH="1">
            <a:off x="4146702" y="2478461"/>
            <a:ext cx="49672" cy="4472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05-line416"/>
          <p:cNvSpPr/>
          <p:nvPr/>
        </p:nvSpPr>
        <p:spPr>
          <a:xfrm flipH="1">
            <a:off x="4227948" y="2584228"/>
            <a:ext cx="54075" cy="3928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05-line417"/>
          <p:cNvSpPr/>
          <p:nvPr/>
        </p:nvSpPr>
        <p:spPr>
          <a:xfrm flipH="1">
            <a:off x="4228799" y="2698369"/>
            <a:ext cx="127347" cy="7352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8" name="S05-line418"/>
          <p:cNvSpPr/>
          <p:nvPr/>
        </p:nvSpPr>
        <p:spPr>
          <a:xfrm flipH="1">
            <a:off x="4356872" y="2819632"/>
            <a:ext cx="61061" cy="271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5-line419"/>
          <p:cNvSpPr/>
          <p:nvPr/>
        </p:nvSpPr>
        <p:spPr>
          <a:xfrm flipH="1">
            <a:off x="4403138" y="2946690"/>
            <a:ext cx="63569" cy="2065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5-line420"/>
          <p:cNvSpPr/>
          <p:nvPr/>
        </p:nvSpPr>
        <p:spPr>
          <a:xfrm flipH="1">
            <a:off x="4436551" y="3078150"/>
            <a:ext cx="65379" cy="1389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5-line421"/>
          <p:cNvSpPr/>
          <p:nvPr/>
        </p:nvSpPr>
        <p:spPr>
          <a:xfrm flipH="1">
            <a:off x="4456747" y="3212571"/>
            <a:ext cx="66474" cy="69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5-line422"/>
          <p:cNvSpPr/>
          <p:nvPr/>
        </p:nvSpPr>
        <p:spPr>
          <a:xfrm flipH="1">
            <a:off x="4383296" y="3348482"/>
            <a:ext cx="147048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3" name="S05-line423"/>
          <p:cNvSpPr/>
          <p:nvPr/>
        </p:nvSpPr>
        <p:spPr>
          <a:xfrm flipH="1" flipV="1">
            <a:off x="4456747" y="3477406"/>
            <a:ext cx="66474" cy="69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5-line424"/>
          <p:cNvSpPr/>
          <p:nvPr/>
        </p:nvSpPr>
        <p:spPr>
          <a:xfrm flipH="1" flipV="1">
            <a:off x="4436551" y="3604917"/>
            <a:ext cx="65379" cy="1389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5-line425"/>
          <p:cNvSpPr/>
          <p:nvPr/>
        </p:nvSpPr>
        <p:spPr>
          <a:xfrm flipH="1" flipV="1">
            <a:off x="4403138" y="3729619"/>
            <a:ext cx="63569" cy="2065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05-line426"/>
          <p:cNvSpPr/>
          <p:nvPr/>
        </p:nvSpPr>
        <p:spPr>
          <a:xfrm flipH="1" flipV="1">
            <a:off x="4356872" y="3850145"/>
            <a:ext cx="61061" cy="271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05-line427"/>
          <p:cNvSpPr/>
          <p:nvPr/>
        </p:nvSpPr>
        <p:spPr>
          <a:xfrm flipH="1" flipV="1">
            <a:off x="4228799" y="3925071"/>
            <a:ext cx="127347" cy="7352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8" name="S05-line428"/>
          <p:cNvSpPr/>
          <p:nvPr/>
        </p:nvSpPr>
        <p:spPr>
          <a:xfrm flipH="1" flipV="1">
            <a:off x="4227948" y="4073448"/>
            <a:ext cx="54075" cy="3928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5-line429"/>
          <p:cNvSpPr/>
          <p:nvPr/>
        </p:nvSpPr>
        <p:spPr>
          <a:xfrm flipH="1" flipV="1">
            <a:off x="4146702" y="4173778"/>
            <a:ext cx="49672" cy="4472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5-line430"/>
          <p:cNvSpPr/>
          <p:nvPr/>
        </p:nvSpPr>
        <p:spPr>
          <a:xfrm flipH="1" flipV="1">
            <a:off x="4055414" y="4265066"/>
            <a:ext cx="44725" cy="496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05-line431"/>
          <p:cNvSpPr/>
          <p:nvPr/>
        </p:nvSpPr>
        <p:spPr>
          <a:xfrm flipH="1" flipV="1">
            <a:off x="3955084" y="4346312"/>
            <a:ext cx="39288" cy="540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5-line432"/>
          <p:cNvSpPr/>
          <p:nvPr/>
        </p:nvSpPr>
        <p:spPr>
          <a:xfrm flipH="1" flipV="1">
            <a:off x="3806707" y="4347163"/>
            <a:ext cx="73524" cy="12734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3" name="S05-line433"/>
          <p:cNvSpPr/>
          <p:nvPr/>
        </p:nvSpPr>
        <p:spPr>
          <a:xfrm flipH="1" flipV="1">
            <a:off x="3731781" y="4475236"/>
            <a:ext cx="27186" cy="610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5-line434"/>
          <p:cNvSpPr/>
          <p:nvPr/>
        </p:nvSpPr>
        <p:spPr>
          <a:xfrm flipH="1" flipV="1">
            <a:off x="3611255" y="4521502"/>
            <a:ext cx="20655" cy="6356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5-line435"/>
          <p:cNvSpPr/>
          <p:nvPr/>
        </p:nvSpPr>
        <p:spPr>
          <a:xfrm flipH="1" flipV="1">
            <a:off x="3486553" y="4554915"/>
            <a:ext cx="13897" cy="653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05-line436"/>
          <p:cNvSpPr/>
          <p:nvPr/>
        </p:nvSpPr>
        <p:spPr>
          <a:xfrm flipH="1" flipV="1">
            <a:off x="3359042" y="4575111"/>
            <a:ext cx="6987" cy="664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05-line437"/>
          <p:cNvSpPr/>
          <p:nvPr/>
        </p:nvSpPr>
        <p:spPr>
          <a:xfrm flipV="1">
            <a:off x="3230118" y="4501660"/>
            <a:ext cx="0" cy="147048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8" name="S05-line438"/>
          <p:cNvSpPr/>
          <p:nvPr/>
        </p:nvSpPr>
        <p:spPr>
          <a:xfrm flipV="1">
            <a:off x="3094207" y="4575111"/>
            <a:ext cx="6987" cy="664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5-line439"/>
          <p:cNvSpPr/>
          <p:nvPr/>
        </p:nvSpPr>
        <p:spPr>
          <a:xfrm flipV="1">
            <a:off x="2959786" y="4554915"/>
            <a:ext cx="13897" cy="653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5-line440"/>
          <p:cNvSpPr/>
          <p:nvPr/>
        </p:nvSpPr>
        <p:spPr>
          <a:xfrm flipV="1">
            <a:off x="2828326" y="4521502"/>
            <a:ext cx="20655" cy="6356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05-line441"/>
          <p:cNvSpPr/>
          <p:nvPr/>
        </p:nvSpPr>
        <p:spPr>
          <a:xfrm flipV="1">
            <a:off x="2701268" y="4475236"/>
            <a:ext cx="27186" cy="610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05-line442"/>
          <p:cNvSpPr/>
          <p:nvPr/>
        </p:nvSpPr>
        <p:spPr>
          <a:xfrm flipV="1">
            <a:off x="2580005" y="4347163"/>
            <a:ext cx="73524" cy="12734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3" name="S05-line443"/>
          <p:cNvSpPr/>
          <p:nvPr/>
        </p:nvSpPr>
        <p:spPr>
          <a:xfrm flipV="1">
            <a:off x="2465864" y="4346312"/>
            <a:ext cx="39288" cy="540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5-line444"/>
          <p:cNvSpPr/>
          <p:nvPr/>
        </p:nvSpPr>
        <p:spPr>
          <a:xfrm flipV="1">
            <a:off x="2360097" y="4265066"/>
            <a:ext cx="44725" cy="496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5-line445"/>
          <p:cNvSpPr/>
          <p:nvPr/>
        </p:nvSpPr>
        <p:spPr>
          <a:xfrm flipV="1">
            <a:off x="2263862" y="4173778"/>
            <a:ext cx="49672" cy="4472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05-line446"/>
          <p:cNvSpPr/>
          <p:nvPr/>
        </p:nvSpPr>
        <p:spPr>
          <a:xfrm flipV="1">
            <a:off x="2178213" y="4073448"/>
            <a:ext cx="54075" cy="3928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05-line447"/>
          <p:cNvSpPr/>
          <p:nvPr/>
        </p:nvSpPr>
        <p:spPr>
          <a:xfrm flipV="1">
            <a:off x="2104089" y="3925071"/>
            <a:ext cx="127347" cy="7352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8" name="S05-line448"/>
          <p:cNvSpPr/>
          <p:nvPr/>
        </p:nvSpPr>
        <p:spPr>
          <a:xfrm flipV="1">
            <a:off x="2042302" y="3850145"/>
            <a:ext cx="61061" cy="271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5-line449"/>
          <p:cNvSpPr/>
          <p:nvPr/>
        </p:nvSpPr>
        <p:spPr>
          <a:xfrm flipV="1">
            <a:off x="1993530" y="3729619"/>
            <a:ext cx="63569" cy="2065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5-line450"/>
          <p:cNvSpPr/>
          <p:nvPr/>
        </p:nvSpPr>
        <p:spPr>
          <a:xfrm flipV="1">
            <a:off x="1958305" y="3604917"/>
            <a:ext cx="65379" cy="1389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05-line451"/>
          <p:cNvSpPr/>
          <p:nvPr/>
        </p:nvSpPr>
        <p:spPr>
          <a:xfrm flipV="1">
            <a:off x="1937015" y="3477406"/>
            <a:ext cx="66474" cy="69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05-line452"/>
          <p:cNvSpPr/>
          <p:nvPr/>
        </p:nvSpPr>
        <p:spPr>
          <a:xfrm>
            <a:off x="1929892" y="3348482"/>
            <a:ext cx="147048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3" name="S05-line453"/>
          <p:cNvSpPr/>
          <p:nvPr/>
        </p:nvSpPr>
        <p:spPr>
          <a:xfrm>
            <a:off x="1937015" y="3212571"/>
            <a:ext cx="66474" cy="69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5-line454"/>
          <p:cNvSpPr/>
          <p:nvPr/>
        </p:nvSpPr>
        <p:spPr>
          <a:xfrm>
            <a:off x="1958305" y="3078150"/>
            <a:ext cx="65379" cy="1389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5-line455"/>
          <p:cNvSpPr/>
          <p:nvPr/>
        </p:nvSpPr>
        <p:spPr>
          <a:xfrm>
            <a:off x="1993530" y="2946690"/>
            <a:ext cx="63569" cy="2065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05-line456"/>
          <p:cNvSpPr/>
          <p:nvPr/>
        </p:nvSpPr>
        <p:spPr>
          <a:xfrm>
            <a:off x="2042302" y="2819632"/>
            <a:ext cx="61061" cy="271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05-line457"/>
          <p:cNvSpPr/>
          <p:nvPr/>
        </p:nvSpPr>
        <p:spPr>
          <a:xfrm>
            <a:off x="2104089" y="2698369"/>
            <a:ext cx="127347" cy="7352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8" name="S05-line458"/>
          <p:cNvSpPr/>
          <p:nvPr/>
        </p:nvSpPr>
        <p:spPr>
          <a:xfrm>
            <a:off x="2178213" y="2584228"/>
            <a:ext cx="54075" cy="3928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5-line459"/>
          <p:cNvSpPr/>
          <p:nvPr/>
        </p:nvSpPr>
        <p:spPr>
          <a:xfrm>
            <a:off x="2263862" y="2478461"/>
            <a:ext cx="49672" cy="4472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05-line460"/>
          <p:cNvSpPr/>
          <p:nvPr/>
        </p:nvSpPr>
        <p:spPr>
          <a:xfrm>
            <a:off x="2360097" y="2382226"/>
            <a:ext cx="44725" cy="496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05-line461"/>
          <p:cNvSpPr/>
          <p:nvPr/>
        </p:nvSpPr>
        <p:spPr>
          <a:xfrm>
            <a:off x="2465864" y="2296577"/>
            <a:ext cx="39288" cy="540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05-line462"/>
          <p:cNvSpPr/>
          <p:nvPr/>
        </p:nvSpPr>
        <p:spPr>
          <a:xfrm>
            <a:off x="2580005" y="2222453"/>
            <a:ext cx="73524" cy="12734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3" name="S05-line463"/>
          <p:cNvSpPr/>
          <p:nvPr/>
        </p:nvSpPr>
        <p:spPr>
          <a:xfrm>
            <a:off x="2701268" y="2160666"/>
            <a:ext cx="27186" cy="610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05-line464"/>
          <p:cNvSpPr/>
          <p:nvPr/>
        </p:nvSpPr>
        <p:spPr>
          <a:xfrm>
            <a:off x="2828326" y="2111894"/>
            <a:ext cx="20655" cy="6356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05-line465"/>
          <p:cNvSpPr/>
          <p:nvPr/>
        </p:nvSpPr>
        <p:spPr>
          <a:xfrm>
            <a:off x="2959786" y="2076669"/>
            <a:ext cx="13897" cy="653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05-line466"/>
          <p:cNvSpPr/>
          <p:nvPr/>
        </p:nvSpPr>
        <p:spPr>
          <a:xfrm>
            <a:off x="3094207" y="2055379"/>
            <a:ext cx="6987" cy="664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7" name="S05-label467"/>
          <p:cNvSpPr txBox="1"/>
          <p:nvPr/>
        </p:nvSpPr>
        <p:spPr>
          <a:xfrm>
            <a:off x="3450415" y="230890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68" name="S05-label468"/>
          <p:cNvSpPr txBox="1"/>
          <p:nvPr/>
        </p:nvSpPr>
        <p:spPr>
          <a:xfrm>
            <a:off x="3812499" y="2670985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69" name="S05-label469"/>
          <p:cNvSpPr txBox="1"/>
          <p:nvPr/>
        </p:nvSpPr>
        <p:spPr>
          <a:xfrm>
            <a:off x="3945031" y="316560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70" name="S05-label470"/>
          <p:cNvSpPr txBox="1"/>
          <p:nvPr/>
        </p:nvSpPr>
        <p:spPr>
          <a:xfrm>
            <a:off x="3812499" y="366021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71" name="S05-label471"/>
          <p:cNvSpPr txBox="1"/>
          <p:nvPr/>
        </p:nvSpPr>
        <p:spPr>
          <a:xfrm>
            <a:off x="3450415" y="402230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200" dirty="0"/>
          </a:p>
        </p:txBody>
      </p:sp>
      <p:sp>
        <p:nvSpPr>
          <p:cNvPr id="72" name="S05-label472"/>
          <p:cNvSpPr txBox="1"/>
          <p:nvPr/>
        </p:nvSpPr>
        <p:spPr>
          <a:xfrm>
            <a:off x="2955798" y="4154835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200" dirty="0"/>
          </a:p>
        </p:txBody>
      </p:sp>
      <p:sp>
        <p:nvSpPr>
          <p:cNvPr id="73" name="S05-label473"/>
          <p:cNvSpPr txBox="1"/>
          <p:nvPr/>
        </p:nvSpPr>
        <p:spPr>
          <a:xfrm>
            <a:off x="2461181" y="402230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200" dirty="0"/>
          </a:p>
        </p:txBody>
      </p:sp>
      <p:sp>
        <p:nvSpPr>
          <p:cNvPr id="74" name="S05-label474"/>
          <p:cNvSpPr txBox="1"/>
          <p:nvPr/>
        </p:nvSpPr>
        <p:spPr>
          <a:xfrm>
            <a:off x="2099097" y="366021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200" dirty="0"/>
          </a:p>
        </p:txBody>
      </p:sp>
      <p:sp>
        <p:nvSpPr>
          <p:cNvPr id="75" name="S05-label475"/>
          <p:cNvSpPr txBox="1"/>
          <p:nvPr/>
        </p:nvSpPr>
        <p:spPr>
          <a:xfrm>
            <a:off x="1966565" y="316560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200" dirty="0"/>
          </a:p>
        </p:txBody>
      </p:sp>
      <p:sp>
        <p:nvSpPr>
          <p:cNvPr id="76" name="S05-label476"/>
          <p:cNvSpPr txBox="1"/>
          <p:nvPr/>
        </p:nvSpPr>
        <p:spPr>
          <a:xfrm>
            <a:off x="2099097" y="2670985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200" dirty="0"/>
          </a:p>
        </p:txBody>
      </p:sp>
      <p:sp>
        <p:nvSpPr>
          <p:cNvPr id="77" name="S05-label477"/>
          <p:cNvSpPr txBox="1"/>
          <p:nvPr/>
        </p:nvSpPr>
        <p:spPr>
          <a:xfrm>
            <a:off x="2461181" y="230890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200" dirty="0"/>
          </a:p>
        </p:txBody>
      </p:sp>
      <p:sp>
        <p:nvSpPr>
          <p:cNvPr id="78" name="S05-label478"/>
          <p:cNvSpPr txBox="1"/>
          <p:nvPr/>
        </p:nvSpPr>
        <p:spPr>
          <a:xfrm>
            <a:off x="2955798" y="217636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200" dirty="0"/>
          </a:p>
        </p:txBody>
      </p:sp>
      <p:sp>
        <p:nvSpPr>
          <p:cNvPr id="79" name="S05-line479"/>
          <p:cNvSpPr/>
          <p:nvPr/>
        </p:nvSpPr>
        <p:spPr>
          <a:xfrm flipH="1" flipV="1">
            <a:off x="2569059" y="3249686"/>
            <a:ext cx="661059" cy="98796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80" name="S05-line480"/>
          <p:cNvSpPr/>
          <p:nvPr/>
        </p:nvSpPr>
        <p:spPr>
          <a:xfrm>
            <a:off x="3230118" y="3348482"/>
            <a:ext cx="1019920" cy="216791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81" name="S05-pin481"/>
          <p:cNvSpPr/>
          <p:nvPr/>
        </p:nvSpPr>
        <p:spPr>
          <a:xfrm>
            <a:off x="3175254" y="3293618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2" name="S05-card482"/>
          <p:cNvSpPr/>
          <p:nvPr/>
        </p:nvSpPr>
        <p:spPr>
          <a:xfrm>
            <a:off x="6277356" y="2365502"/>
            <a:ext cx="536295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3" name="S05-cardtext483"/>
          <p:cNvSpPr txBox="1"/>
          <p:nvPr/>
        </p:nvSpPr>
        <p:spPr>
          <a:xfrm>
            <a:off x="6551676" y="2502662"/>
            <a:ext cx="48143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 3에서 2칸 더</a:t>
            </a:r>
            <a:endParaRPr lang="ko-KR" sz="3200" dirty="0"/>
          </a:p>
        </p:txBody>
      </p:sp>
      <p:sp>
        <p:nvSpPr>
          <p:cNvPr id="84" name="S05-card484"/>
          <p:cNvSpPr/>
          <p:nvPr/>
        </p:nvSpPr>
        <p:spPr>
          <a:xfrm>
            <a:off x="6277356" y="3462782"/>
            <a:ext cx="536295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5" name="S05-cardtext485"/>
          <p:cNvSpPr txBox="1"/>
          <p:nvPr/>
        </p:nvSpPr>
        <p:spPr>
          <a:xfrm>
            <a:off x="6551676" y="3599942"/>
            <a:ext cx="48143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15분 + 2분 = 17분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시 몇 분일까요?</a:t>
            </a:r>
            <a:endParaRPr lang="ko-KR" sz="4400" dirty="0"/>
          </a:p>
        </p:txBody>
      </p:sp>
      <p:sp>
        <p:nvSpPr>
          <p:cNvPr id="3" name="S06-card48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48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짧은바늘은 지나온 숫자, 긴바늘은 5씩 세요.</a:t>
            </a:r>
            <a:endParaRPr lang="ko-KR" sz="3200" dirty="0"/>
          </a:p>
        </p:txBody>
      </p:sp>
      <p:sp>
        <p:nvSpPr>
          <p:cNvPr id="5" name="S06-figure488" descr="시계: 6시 20분"/>
          <p:cNvSpPr/>
          <p:nvPr/>
        </p:nvSpPr>
        <p:spPr>
          <a:xfrm>
            <a:off x="736092" y="1409319"/>
            <a:ext cx="3108960" cy="31089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6" name="S06-line489"/>
          <p:cNvSpPr/>
          <p:nvPr/>
        </p:nvSpPr>
        <p:spPr>
          <a:xfrm>
            <a:off x="2290572" y="1445895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7" name="S06-line490"/>
          <p:cNvSpPr/>
          <p:nvPr/>
        </p:nvSpPr>
        <p:spPr>
          <a:xfrm flipH="1">
            <a:off x="2441112" y="145421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06-line491"/>
          <p:cNvSpPr/>
          <p:nvPr/>
        </p:nvSpPr>
        <p:spPr>
          <a:xfrm flipH="1">
            <a:off x="2590002" y="1479065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6-line492"/>
          <p:cNvSpPr/>
          <p:nvPr/>
        </p:nvSpPr>
        <p:spPr>
          <a:xfrm flipH="1">
            <a:off x="2735612" y="1520187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6-line493"/>
          <p:cNvSpPr/>
          <p:nvPr/>
        </p:nvSpPr>
        <p:spPr>
          <a:xfrm flipH="1">
            <a:off x="2876346" y="1577125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06-line494"/>
          <p:cNvSpPr/>
          <p:nvPr/>
        </p:nvSpPr>
        <p:spPr>
          <a:xfrm flipH="1">
            <a:off x="2964028" y="1649256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" name="S06-line495"/>
          <p:cNvSpPr/>
          <p:nvPr/>
        </p:nvSpPr>
        <p:spPr>
          <a:xfrm flipH="1">
            <a:off x="3137089" y="173578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6-line496"/>
          <p:cNvSpPr/>
          <p:nvPr/>
        </p:nvSpPr>
        <p:spPr>
          <a:xfrm flipH="1">
            <a:off x="3254241" y="1835776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6-line497"/>
          <p:cNvSpPr/>
          <p:nvPr/>
        </p:nvSpPr>
        <p:spPr>
          <a:xfrm flipH="1">
            <a:off x="3360834" y="1948123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6-line498"/>
          <p:cNvSpPr/>
          <p:nvPr/>
        </p:nvSpPr>
        <p:spPr>
          <a:xfrm flipH="1">
            <a:off x="3455702" y="207159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06-line499"/>
          <p:cNvSpPr/>
          <p:nvPr/>
        </p:nvSpPr>
        <p:spPr>
          <a:xfrm flipH="1">
            <a:off x="3457031" y="2204847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" name="S06-line500"/>
          <p:cNvSpPr/>
          <p:nvPr/>
        </p:nvSpPr>
        <p:spPr>
          <a:xfrm flipH="1">
            <a:off x="3606242" y="2346412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6-line501"/>
          <p:cNvSpPr/>
          <p:nvPr/>
        </p:nvSpPr>
        <p:spPr>
          <a:xfrm flipH="1">
            <a:off x="3660265" y="2494741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6-line502"/>
          <p:cNvSpPr/>
          <p:nvPr/>
        </p:nvSpPr>
        <p:spPr>
          <a:xfrm flipH="1">
            <a:off x="3699281" y="264820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6-line503"/>
          <p:cNvSpPr/>
          <p:nvPr/>
        </p:nvSpPr>
        <p:spPr>
          <a:xfrm flipH="1">
            <a:off x="3722863" y="2805135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6-line504"/>
          <p:cNvSpPr/>
          <p:nvPr/>
        </p:nvSpPr>
        <p:spPr>
          <a:xfrm flipH="1">
            <a:off x="3637483" y="2963799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2" name="S06-line505"/>
          <p:cNvSpPr/>
          <p:nvPr/>
        </p:nvSpPr>
        <p:spPr>
          <a:xfrm flipH="1" flipV="1">
            <a:off x="3722863" y="3114339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6-line506"/>
          <p:cNvSpPr/>
          <p:nvPr/>
        </p:nvSpPr>
        <p:spPr>
          <a:xfrm flipH="1" flipV="1">
            <a:off x="3699281" y="326322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6-line507"/>
          <p:cNvSpPr/>
          <p:nvPr/>
        </p:nvSpPr>
        <p:spPr>
          <a:xfrm flipH="1" flipV="1">
            <a:off x="3660265" y="3408839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6-line508"/>
          <p:cNvSpPr/>
          <p:nvPr/>
        </p:nvSpPr>
        <p:spPr>
          <a:xfrm flipH="1" flipV="1">
            <a:off x="3606242" y="354957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06-line509"/>
          <p:cNvSpPr/>
          <p:nvPr/>
        </p:nvSpPr>
        <p:spPr>
          <a:xfrm flipH="1" flipV="1">
            <a:off x="3457031" y="3637255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7" name="S06-line510"/>
          <p:cNvSpPr/>
          <p:nvPr/>
        </p:nvSpPr>
        <p:spPr>
          <a:xfrm flipH="1" flipV="1">
            <a:off x="3455702" y="3810316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6-line511"/>
          <p:cNvSpPr/>
          <p:nvPr/>
        </p:nvSpPr>
        <p:spPr>
          <a:xfrm flipH="1" flipV="1">
            <a:off x="3360834" y="3927468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6-line512"/>
          <p:cNvSpPr/>
          <p:nvPr/>
        </p:nvSpPr>
        <p:spPr>
          <a:xfrm flipH="1" flipV="1">
            <a:off x="3254241" y="4034061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6-line513"/>
          <p:cNvSpPr/>
          <p:nvPr/>
        </p:nvSpPr>
        <p:spPr>
          <a:xfrm flipH="1" flipV="1">
            <a:off x="3137089" y="412892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06-line514"/>
          <p:cNvSpPr/>
          <p:nvPr/>
        </p:nvSpPr>
        <p:spPr>
          <a:xfrm flipH="1" flipV="1">
            <a:off x="2964028" y="4130258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2" name="S06-line515"/>
          <p:cNvSpPr/>
          <p:nvPr/>
        </p:nvSpPr>
        <p:spPr>
          <a:xfrm flipH="1" flipV="1">
            <a:off x="2876346" y="4279469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6-line516"/>
          <p:cNvSpPr/>
          <p:nvPr/>
        </p:nvSpPr>
        <p:spPr>
          <a:xfrm flipH="1" flipV="1">
            <a:off x="2735612" y="4333492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6-line517"/>
          <p:cNvSpPr/>
          <p:nvPr/>
        </p:nvSpPr>
        <p:spPr>
          <a:xfrm flipH="1" flipV="1">
            <a:off x="2590002" y="4372508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6-line518"/>
          <p:cNvSpPr/>
          <p:nvPr/>
        </p:nvSpPr>
        <p:spPr>
          <a:xfrm flipH="1" flipV="1">
            <a:off x="2441112" y="439609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06-line519"/>
          <p:cNvSpPr/>
          <p:nvPr/>
        </p:nvSpPr>
        <p:spPr>
          <a:xfrm flipV="1">
            <a:off x="2290572" y="4310710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7" name="S06-line520"/>
          <p:cNvSpPr/>
          <p:nvPr/>
        </p:nvSpPr>
        <p:spPr>
          <a:xfrm flipV="1">
            <a:off x="2131908" y="439609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6-line521"/>
          <p:cNvSpPr/>
          <p:nvPr/>
        </p:nvSpPr>
        <p:spPr>
          <a:xfrm flipV="1">
            <a:off x="1974982" y="4372508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6-line522"/>
          <p:cNvSpPr/>
          <p:nvPr/>
        </p:nvSpPr>
        <p:spPr>
          <a:xfrm flipV="1">
            <a:off x="1821514" y="4333492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6-line523"/>
          <p:cNvSpPr/>
          <p:nvPr/>
        </p:nvSpPr>
        <p:spPr>
          <a:xfrm flipV="1">
            <a:off x="1673185" y="4279469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06-line524"/>
          <p:cNvSpPr/>
          <p:nvPr/>
        </p:nvSpPr>
        <p:spPr>
          <a:xfrm flipV="1">
            <a:off x="1531620" y="4130258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2" name="S06-line525"/>
          <p:cNvSpPr/>
          <p:nvPr/>
        </p:nvSpPr>
        <p:spPr>
          <a:xfrm flipV="1">
            <a:off x="1398370" y="412892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6-line526"/>
          <p:cNvSpPr/>
          <p:nvPr/>
        </p:nvSpPr>
        <p:spPr>
          <a:xfrm flipV="1">
            <a:off x="1274896" y="4034061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6-line527"/>
          <p:cNvSpPr/>
          <p:nvPr/>
        </p:nvSpPr>
        <p:spPr>
          <a:xfrm flipV="1">
            <a:off x="1162549" y="3927468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6-line528"/>
          <p:cNvSpPr/>
          <p:nvPr/>
        </p:nvSpPr>
        <p:spPr>
          <a:xfrm flipV="1">
            <a:off x="1062562" y="3810316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06-line529"/>
          <p:cNvSpPr/>
          <p:nvPr/>
        </p:nvSpPr>
        <p:spPr>
          <a:xfrm flipV="1">
            <a:off x="976029" y="3637255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7" name="S06-line530"/>
          <p:cNvSpPr/>
          <p:nvPr/>
        </p:nvSpPr>
        <p:spPr>
          <a:xfrm flipV="1">
            <a:off x="903898" y="354957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06-line531"/>
          <p:cNvSpPr/>
          <p:nvPr/>
        </p:nvSpPr>
        <p:spPr>
          <a:xfrm flipV="1">
            <a:off x="846960" y="3408839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6-line532"/>
          <p:cNvSpPr/>
          <p:nvPr/>
        </p:nvSpPr>
        <p:spPr>
          <a:xfrm flipV="1">
            <a:off x="805838" y="326322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6-line533"/>
          <p:cNvSpPr/>
          <p:nvPr/>
        </p:nvSpPr>
        <p:spPr>
          <a:xfrm flipV="1">
            <a:off x="780983" y="3114339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06-line534"/>
          <p:cNvSpPr/>
          <p:nvPr/>
        </p:nvSpPr>
        <p:spPr>
          <a:xfrm>
            <a:off x="772668" y="2963799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2" name="S06-line535"/>
          <p:cNvSpPr/>
          <p:nvPr/>
        </p:nvSpPr>
        <p:spPr>
          <a:xfrm>
            <a:off x="780983" y="2805135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06-line536"/>
          <p:cNvSpPr/>
          <p:nvPr/>
        </p:nvSpPr>
        <p:spPr>
          <a:xfrm>
            <a:off x="805838" y="264820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6-line537"/>
          <p:cNvSpPr/>
          <p:nvPr/>
        </p:nvSpPr>
        <p:spPr>
          <a:xfrm>
            <a:off x="846960" y="2494741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6-line538"/>
          <p:cNvSpPr/>
          <p:nvPr/>
        </p:nvSpPr>
        <p:spPr>
          <a:xfrm>
            <a:off x="903898" y="2346412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06-line539"/>
          <p:cNvSpPr/>
          <p:nvPr/>
        </p:nvSpPr>
        <p:spPr>
          <a:xfrm>
            <a:off x="976029" y="2204847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7" name="S06-line540"/>
          <p:cNvSpPr/>
          <p:nvPr/>
        </p:nvSpPr>
        <p:spPr>
          <a:xfrm>
            <a:off x="1062562" y="207159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06-line541"/>
          <p:cNvSpPr/>
          <p:nvPr/>
        </p:nvSpPr>
        <p:spPr>
          <a:xfrm>
            <a:off x="1162549" y="1948123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6-line542"/>
          <p:cNvSpPr/>
          <p:nvPr/>
        </p:nvSpPr>
        <p:spPr>
          <a:xfrm>
            <a:off x="1274896" y="1835776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06-line543"/>
          <p:cNvSpPr/>
          <p:nvPr/>
        </p:nvSpPr>
        <p:spPr>
          <a:xfrm>
            <a:off x="1398370" y="173578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06-line544"/>
          <p:cNvSpPr/>
          <p:nvPr/>
        </p:nvSpPr>
        <p:spPr>
          <a:xfrm>
            <a:off x="1531620" y="1649256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2" name="S06-line545"/>
          <p:cNvSpPr/>
          <p:nvPr/>
        </p:nvSpPr>
        <p:spPr>
          <a:xfrm>
            <a:off x="1673185" y="1577125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06-line546"/>
          <p:cNvSpPr/>
          <p:nvPr/>
        </p:nvSpPr>
        <p:spPr>
          <a:xfrm>
            <a:off x="1821514" y="1520187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06-line547"/>
          <p:cNvSpPr/>
          <p:nvPr/>
        </p:nvSpPr>
        <p:spPr>
          <a:xfrm>
            <a:off x="1974982" y="1479065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06-line548"/>
          <p:cNvSpPr/>
          <p:nvPr/>
        </p:nvSpPr>
        <p:spPr>
          <a:xfrm>
            <a:off x="2131908" y="145421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06-label549"/>
          <p:cNvSpPr txBox="1"/>
          <p:nvPr/>
        </p:nvSpPr>
        <p:spPr>
          <a:xfrm>
            <a:off x="2591410" y="178471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67" name="S06-label550"/>
          <p:cNvSpPr txBox="1"/>
          <p:nvPr/>
        </p:nvSpPr>
        <p:spPr>
          <a:xfrm>
            <a:off x="3012454" y="220576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68" name="S06-label551"/>
          <p:cNvSpPr txBox="1"/>
          <p:nvPr/>
        </p:nvSpPr>
        <p:spPr>
          <a:xfrm>
            <a:off x="3166567" y="278091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69" name="S06-label552"/>
          <p:cNvSpPr txBox="1"/>
          <p:nvPr/>
        </p:nvSpPr>
        <p:spPr>
          <a:xfrm>
            <a:off x="3012454" y="335607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70" name="S06-label553"/>
          <p:cNvSpPr txBox="1"/>
          <p:nvPr/>
        </p:nvSpPr>
        <p:spPr>
          <a:xfrm>
            <a:off x="2591410" y="377712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71" name="S06-label554"/>
          <p:cNvSpPr txBox="1"/>
          <p:nvPr/>
        </p:nvSpPr>
        <p:spPr>
          <a:xfrm>
            <a:off x="2016252" y="393123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72" name="S06-label555"/>
          <p:cNvSpPr txBox="1"/>
          <p:nvPr/>
        </p:nvSpPr>
        <p:spPr>
          <a:xfrm>
            <a:off x="1441094" y="377712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600" dirty="0"/>
          </a:p>
        </p:txBody>
      </p:sp>
      <p:sp>
        <p:nvSpPr>
          <p:cNvPr id="73" name="S06-label556"/>
          <p:cNvSpPr txBox="1"/>
          <p:nvPr/>
        </p:nvSpPr>
        <p:spPr>
          <a:xfrm>
            <a:off x="1020050" y="335607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600" dirty="0"/>
          </a:p>
        </p:txBody>
      </p:sp>
      <p:sp>
        <p:nvSpPr>
          <p:cNvPr id="74" name="S06-label557"/>
          <p:cNvSpPr txBox="1"/>
          <p:nvPr/>
        </p:nvSpPr>
        <p:spPr>
          <a:xfrm>
            <a:off x="865937" y="278091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600" dirty="0"/>
          </a:p>
        </p:txBody>
      </p:sp>
      <p:sp>
        <p:nvSpPr>
          <p:cNvPr id="75" name="S06-label558"/>
          <p:cNvSpPr txBox="1"/>
          <p:nvPr/>
        </p:nvSpPr>
        <p:spPr>
          <a:xfrm>
            <a:off x="1020050" y="220576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600" dirty="0"/>
          </a:p>
        </p:txBody>
      </p:sp>
      <p:sp>
        <p:nvSpPr>
          <p:cNvPr id="76" name="S06-label559"/>
          <p:cNvSpPr txBox="1"/>
          <p:nvPr/>
        </p:nvSpPr>
        <p:spPr>
          <a:xfrm>
            <a:off x="1441094" y="178471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600" dirty="0"/>
          </a:p>
        </p:txBody>
      </p:sp>
      <p:sp>
        <p:nvSpPr>
          <p:cNvPr id="77" name="S06-label560"/>
          <p:cNvSpPr txBox="1"/>
          <p:nvPr/>
        </p:nvSpPr>
        <p:spPr>
          <a:xfrm>
            <a:off x="2016252" y="163060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600" dirty="0"/>
          </a:p>
        </p:txBody>
      </p:sp>
      <p:sp>
        <p:nvSpPr>
          <p:cNvPr id="78" name="S06-line561"/>
          <p:cNvSpPr/>
          <p:nvPr/>
        </p:nvSpPr>
        <p:spPr>
          <a:xfrm flipH="1">
            <a:off x="2155606" y="2963799"/>
            <a:ext cx="134966" cy="765432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79" name="S06-line562"/>
          <p:cNvSpPr/>
          <p:nvPr/>
        </p:nvSpPr>
        <p:spPr>
          <a:xfrm>
            <a:off x="2290572" y="2963799"/>
            <a:ext cx="1050051" cy="606247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80" name="S06-pin563"/>
          <p:cNvSpPr/>
          <p:nvPr/>
        </p:nvSpPr>
        <p:spPr>
          <a:xfrm>
            <a:off x="2235708" y="2908935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1" name="S06-label564"/>
          <p:cNvSpPr txBox="1"/>
          <p:nvPr/>
        </p:nvSpPr>
        <p:spPr>
          <a:xfrm>
            <a:off x="548640" y="4674870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82" name="S06-figure565" descr="시계: 11시 45분"/>
          <p:cNvSpPr/>
          <p:nvPr/>
        </p:nvSpPr>
        <p:spPr>
          <a:xfrm>
            <a:off x="4539996" y="1409319"/>
            <a:ext cx="3108960" cy="31089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83" name="S06-line566"/>
          <p:cNvSpPr/>
          <p:nvPr/>
        </p:nvSpPr>
        <p:spPr>
          <a:xfrm>
            <a:off x="6094476" y="1445895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4" name="S06-line567"/>
          <p:cNvSpPr/>
          <p:nvPr/>
        </p:nvSpPr>
        <p:spPr>
          <a:xfrm flipH="1">
            <a:off x="6245016" y="145421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5" name="S06-line568"/>
          <p:cNvSpPr/>
          <p:nvPr/>
        </p:nvSpPr>
        <p:spPr>
          <a:xfrm flipH="1">
            <a:off x="6393906" y="1479065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6" name="S06-line569"/>
          <p:cNvSpPr/>
          <p:nvPr/>
        </p:nvSpPr>
        <p:spPr>
          <a:xfrm flipH="1">
            <a:off x="6539516" y="1520187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7" name="S06-line570"/>
          <p:cNvSpPr/>
          <p:nvPr/>
        </p:nvSpPr>
        <p:spPr>
          <a:xfrm flipH="1">
            <a:off x="6680250" y="1577125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8" name="S06-line571"/>
          <p:cNvSpPr/>
          <p:nvPr/>
        </p:nvSpPr>
        <p:spPr>
          <a:xfrm flipH="1">
            <a:off x="6767932" y="1649256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9" name="S06-line572"/>
          <p:cNvSpPr/>
          <p:nvPr/>
        </p:nvSpPr>
        <p:spPr>
          <a:xfrm flipH="1">
            <a:off x="6940993" y="173578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0" name="S06-line573"/>
          <p:cNvSpPr/>
          <p:nvPr/>
        </p:nvSpPr>
        <p:spPr>
          <a:xfrm flipH="1">
            <a:off x="7058145" y="1835776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1" name="S06-line574"/>
          <p:cNvSpPr/>
          <p:nvPr/>
        </p:nvSpPr>
        <p:spPr>
          <a:xfrm flipH="1">
            <a:off x="7164738" y="1948123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2" name="S06-line575"/>
          <p:cNvSpPr/>
          <p:nvPr/>
        </p:nvSpPr>
        <p:spPr>
          <a:xfrm flipH="1">
            <a:off x="7259606" y="207159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3" name="S06-line576"/>
          <p:cNvSpPr/>
          <p:nvPr/>
        </p:nvSpPr>
        <p:spPr>
          <a:xfrm flipH="1">
            <a:off x="7260935" y="2204847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4" name="S06-line577"/>
          <p:cNvSpPr/>
          <p:nvPr/>
        </p:nvSpPr>
        <p:spPr>
          <a:xfrm flipH="1">
            <a:off x="7410146" y="2346412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5" name="S06-line578"/>
          <p:cNvSpPr/>
          <p:nvPr/>
        </p:nvSpPr>
        <p:spPr>
          <a:xfrm flipH="1">
            <a:off x="7464169" y="2494741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6" name="S06-line579"/>
          <p:cNvSpPr/>
          <p:nvPr/>
        </p:nvSpPr>
        <p:spPr>
          <a:xfrm flipH="1">
            <a:off x="7503185" y="264820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7" name="S06-line580"/>
          <p:cNvSpPr/>
          <p:nvPr/>
        </p:nvSpPr>
        <p:spPr>
          <a:xfrm flipH="1">
            <a:off x="7526767" y="2805135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8" name="S06-line581"/>
          <p:cNvSpPr/>
          <p:nvPr/>
        </p:nvSpPr>
        <p:spPr>
          <a:xfrm flipH="1">
            <a:off x="7441387" y="2963799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9" name="S06-line582"/>
          <p:cNvSpPr/>
          <p:nvPr/>
        </p:nvSpPr>
        <p:spPr>
          <a:xfrm flipH="1" flipV="1">
            <a:off x="7526767" y="3114339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0" name="S06-line583"/>
          <p:cNvSpPr/>
          <p:nvPr/>
        </p:nvSpPr>
        <p:spPr>
          <a:xfrm flipH="1" flipV="1">
            <a:off x="7503185" y="326322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1" name="S06-line584"/>
          <p:cNvSpPr/>
          <p:nvPr/>
        </p:nvSpPr>
        <p:spPr>
          <a:xfrm flipH="1" flipV="1">
            <a:off x="7464169" y="3408839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2" name="S06-line585"/>
          <p:cNvSpPr/>
          <p:nvPr/>
        </p:nvSpPr>
        <p:spPr>
          <a:xfrm flipH="1" flipV="1">
            <a:off x="7410146" y="354957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3" name="S06-line586"/>
          <p:cNvSpPr/>
          <p:nvPr/>
        </p:nvSpPr>
        <p:spPr>
          <a:xfrm flipH="1" flipV="1">
            <a:off x="7260935" y="3637255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4" name="S06-line587"/>
          <p:cNvSpPr/>
          <p:nvPr/>
        </p:nvSpPr>
        <p:spPr>
          <a:xfrm flipH="1" flipV="1">
            <a:off x="7259606" y="3810316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5" name="S06-line588"/>
          <p:cNvSpPr/>
          <p:nvPr/>
        </p:nvSpPr>
        <p:spPr>
          <a:xfrm flipH="1" flipV="1">
            <a:off x="7164738" y="3927468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6" name="S06-line589"/>
          <p:cNvSpPr/>
          <p:nvPr/>
        </p:nvSpPr>
        <p:spPr>
          <a:xfrm flipH="1" flipV="1">
            <a:off x="7058145" y="4034061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7" name="S06-line590"/>
          <p:cNvSpPr/>
          <p:nvPr/>
        </p:nvSpPr>
        <p:spPr>
          <a:xfrm flipH="1" flipV="1">
            <a:off x="6940993" y="412892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8" name="S06-line591"/>
          <p:cNvSpPr/>
          <p:nvPr/>
        </p:nvSpPr>
        <p:spPr>
          <a:xfrm flipH="1" flipV="1">
            <a:off x="6767932" y="4130258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9" name="S06-line592"/>
          <p:cNvSpPr/>
          <p:nvPr/>
        </p:nvSpPr>
        <p:spPr>
          <a:xfrm flipH="1" flipV="1">
            <a:off x="6680250" y="4279469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0" name="S06-line593"/>
          <p:cNvSpPr/>
          <p:nvPr/>
        </p:nvSpPr>
        <p:spPr>
          <a:xfrm flipH="1" flipV="1">
            <a:off x="6539516" y="4333492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1" name="S06-line594"/>
          <p:cNvSpPr/>
          <p:nvPr/>
        </p:nvSpPr>
        <p:spPr>
          <a:xfrm flipH="1" flipV="1">
            <a:off x="6393906" y="4372508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2" name="S06-line595"/>
          <p:cNvSpPr/>
          <p:nvPr/>
        </p:nvSpPr>
        <p:spPr>
          <a:xfrm flipH="1" flipV="1">
            <a:off x="6245016" y="439609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3" name="S06-line596"/>
          <p:cNvSpPr/>
          <p:nvPr/>
        </p:nvSpPr>
        <p:spPr>
          <a:xfrm flipV="1">
            <a:off x="6094476" y="4310710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4" name="S06-line597"/>
          <p:cNvSpPr/>
          <p:nvPr/>
        </p:nvSpPr>
        <p:spPr>
          <a:xfrm flipV="1">
            <a:off x="5935812" y="439609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5" name="S06-line598"/>
          <p:cNvSpPr/>
          <p:nvPr/>
        </p:nvSpPr>
        <p:spPr>
          <a:xfrm flipV="1">
            <a:off x="5778886" y="4372508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6" name="S06-line599"/>
          <p:cNvSpPr/>
          <p:nvPr/>
        </p:nvSpPr>
        <p:spPr>
          <a:xfrm flipV="1">
            <a:off x="5625418" y="4333492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7" name="S06-line600"/>
          <p:cNvSpPr/>
          <p:nvPr/>
        </p:nvSpPr>
        <p:spPr>
          <a:xfrm flipV="1">
            <a:off x="5477089" y="4279469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8" name="S06-line601"/>
          <p:cNvSpPr/>
          <p:nvPr/>
        </p:nvSpPr>
        <p:spPr>
          <a:xfrm flipV="1">
            <a:off x="5335524" y="4130258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9" name="S06-line602"/>
          <p:cNvSpPr/>
          <p:nvPr/>
        </p:nvSpPr>
        <p:spPr>
          <a:xfrm flipV="1">
            <a:off x="5202274" y="412892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0" name="S06-line603"/>
          <p:cNvSpPr/>
          <p:nvPr/>
        </p:nvSpPr>
        <p:spPr>
          <a:xfrm flipV="1">
            <a:off x="5078800" y="4034061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1" name="S06-line604"/>
          <p:cNvSpPr/>
          <p:nvPr/>
        </p:nvSpPr>
        <p:spPr>
          <a:xfrm flipV="1">
            <a:off x="4966453" y="3927468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2" name="S06-line605"/>
          <p:cNvSpPr/>
          <p:nvPr/>
        </p:nvSpPr>
        <p:spPr>
          <a:xfrm flipV="1">
            <a:off x="4866466" y="3810316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3" name="S06-line606"/>
          <p:cNvSpPr/>
          <p:nvPr/>
        </p:nvSpPr>
        <p:spPr>
          <a:xfrm flipV="1">
            <a:off x="4779933" y="3637255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4" name="S06-line607"/>
          <p:cNvSpPr/>
          <p:nvPr/>
        </p:nvSpPr>
        <p:spPr>
          <a:xfrm flipV="1">
            <a:off x="4707802" y="354957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5" name="S06-line608"/>
          <p:cNvSpPr/>
          <p:nvPr/>
        </p:nvSpPr>
        <p:spPr>
          <a:xfrm flipV="1">
            <a:off x="4650864" y="3408839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6" name="S06-line609"/>
          <p:cNvSpPr/>
          <p:nvPr/>
        </p:nvSpPr>
        <p:spPr>
          <a:xfrm flipV="1">
            <a:off x="4609742" y="326322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7" name="S06-line610"/>
          <p:cNvSpPr/>
          <p:nvPr/>
        </p:nvSpPr>
        <p:spPr>
          <a:xfrm flipV="1">
            <a:off x="4584887" y="3114339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8" name="S06-line611"/>
          <p:cNvSpPr/>
          <p:nvPr/>
        </p:nvSpPr>
        <p:spPr>
          <a:xfrm>
            <a:off x="4576572" y="2963799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9" name="S06-line612"/>
          <p:cNvSpPr/>
          <p:nvPr/>
        </p:nvSpPr>
        <p:spPr>
          <a:xfrm>
            <a:off x="4584887" y="2805135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0" name="S06-line613"/>
          <p:cNvSpPr/>
          <p:nvPr/>
        </p:nvSpPr>
        <p:spPr>
          <a:xfrm>
            <a:off x="4609742" y="264820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1" name="S06-line614"/>
          <p:cNvSpPr/>
          <p:nvPr/>
        </p:nvSpPr>
        <p:spPr>
          <a:xfrm>
            <a:off x="4650864" y="2494741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2" name="S06-line615"/>
          <p:cNvSpPr/>
          <p:nvPr/>
        </p:nvSpPr>
        <p:spPr>
          <a:xfrm>
            <a:off x="4707802" y="2346412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3" name="S06-line616"/>
          <p:cNvSpPr/>
          <p:nvPr/>
        </p:nvSpPr>
        <p:spPr>
          <a:xfrm>
            <a:off x="4779933" y="2204847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4" name="S06-line617"/>
          <p:cNvSpPr/>
          <p:nvPr/>
        </p:nvSpPr>
        <p:spPr>
          <a:xfrm>
            <a:off x="4866466" y="207159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5" name="S06-line618"/>
          <p:cNvSpPr/>
          <p:nvPr/>
        </p:nvSpPr>
        <p:spPr>
          <a:xfrm>
            <a:off x="4966453" y="1948123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6" name="S06-line619"/>
          <p:cNvSpPr/>
          <p:nvPr/>
        </p:nvSpPr>
        <p:spPr>
          <a:xfrm>
            <a:off x="5078800" y="1835776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7" name="S06-line620"/>
          <p:cNvSpPr/>
          <p:nvPr/>
        </p:nvSpPr>
        <p:spPr>
          <a:xfrm>
            <a:off x="5202274" y="173578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8" name="S06-line621"/>
          <p:cNvSpPr/>
          <p:nvPr/>
        </p:nvSpPr>
        <p:spPr>
          <a:xfrm>
            <a:off x="5335524" y="1649256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9" name="S06-line622"/>
          <p:cNvSpPr/>
          <p:nvPr/>
        </p:nvSpPr>
        <p:spPr>
          <a:xfrm>
            <a:off x="5477089" y="1577125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0" name="S06-line623"/>
          <p:cNvSpPr/>
          <p:nvPr/>
        </p:nvSpPr>
        <p:spPr>
          <a:xfrm>
            <a:off x="5625418" y="1520187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1" name="S06-line624"/>
          <p:cNvSpPr/>
          <p:nvPr/>
        </p:nvSpPr>
        <p:spPr>
          <a:xfrm>
            <a:off x="5778886" y="1479065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2" name="S06-line625"/>
          <p:cNvSpPr/>
          <p:nvPr/>
        </p:nvSpPr>
        <p:spPr>
          <a:xfrm>
            <a:off x="5935812" y="145421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3" name="S06-label626"/>
          <p:cNvSpPr txBox="1"/>
          <p:nvPr/>
        </p:nvSpPr>
        <p:spPr>
          <a:xfrm>
            <a:off x="6395314" y="178471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144" name="S06-label627"/>
          <p:cNvSpPr txBox="1"/>
          <p:nvPr/>
        </p:nvSpPr>
        <p:spPr>
          <a:xfrm>
            <a:off x="6816358" y="220576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145" name="S06-label628"/>
          <p:cNvSpPr txBox="1"/>
          <p:nvPr/>
        </p:nvSpPr>
        <p:spPr>
          <a:xfrm>
            <a:off x="6970471" y="278091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146" name="S06-label629"/>
          <p:cNvSpPr txBox="1"/>
          <p:nvPr/>
        </p:nvSpPr>
        <p:spPr>
          <a:xfrm>
            <a:off x="6816358" y="335607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147" name="S06-label630"/>
          <p:cNvSpPr txBox="1"/>
          <p:nvPr/>
        </p:nvSpPr>
        <p:spPr>
          <a:xfrm>
            <a:off x="6395314" y="377712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148" name="S06-label631"/>
          <p:cNvSpPr txBox="1"/>
          <p:nvPr/>
        </p:nvSpPr>
        <p:spPr>
          <a:xfrm>
            <a:off x="5820156" y="393123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149" name="S06-label632"/>
          <p:cNvSpPr txBox="1"/>
          <p:nvPr/>
        </p:nvSpPr>
        <p:spPr>
          <a:xfrm>
            <a:off x="5244998" y="377712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600" dirty="0"/>
          </a:p>
        </p:txBody>
      </p:sp>
      <p:sp>
        <p:nvSpPr>
          <p:cNvPr id="150" name="S06-label633"/>
          <p:cNvSpPr txBox="1"/>
          <p:nvPr/>
        </p:nvSpPr>
        <p:spPr>
          <a:xfrm>
            <a:off x="4823954" y="335607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600" dirty="0"/>
          </a:p>
        </p:txBody>
      </p:sp>
      <p:sp>
        <p:nvSpPr>
          <p:cNvPr id="151" name="S06-label634"/>
          <p:cNvSpPr txBox="1"/>
          <p:nvPr/>
        </p:nvSpPr>
        <p:spPr>
          <a:xfrm>
            <a:off x="4669841" y="278091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600" dirty="0"/>
          </a:p>
        </p:txBody>
      </p:sp>
      <p:sp>
        <p:nvSpPr>
          <p:cNvPr id="152" name="S06-label635"/>
          <p:cNvSpPr txBox="1"/>
          <p:nvPr/>
        </p:nvSpPr>
        <p:spPr>
          <a:xfrm>
            <a:off x="4823954" y="220576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600" dirty="0"/>
          </a:p>
        </p:txBody>
      </p:sp>
      <p:sp>
        <p:nvSpPr>
          <p:cNvPr id="153" name="S06-label636"/>
          <p:cNvSpPr txBox="1"/>
          <p:nvPr/>
        </p:nvSpPr>
        <p:spPr>
          <a:xfrm>
            <a:off x="5244998" y="178471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600" dirty="0"/>
          </a:p>
        </p:txBody>
      </p:sp>
      <p:sp>
        <p:nvSpPr>
          <p:cNvPr id="154" name="S06-label637"/>
          <p:cNvSpPr txBox="1"/>
          <p:nvPr/>
        </p:nvSpPr>
        <p:spPr>
          <a:xfrm>
            <a:off x="5820156" y="163060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600" dirty="0"/>
          </a:p>
        </p:txBody>
      </p:sp>
      <p:sp>
        <p:nvSpPr>
          <p:cNvPr id="155" name="S06-line638"/>
          <p:cNvSpPr/>
          <p:nvPr/>
        </p:nvSpPr>
        <p:spPr>
          <a:xfrm flipH="1" flipV="1">
            <a:off x="5993026" y="2193208"/>
            <a:ext cx="101450" cy="770591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156" name="S06-line639"/>
          <p:cNvSpPr/>
          <p:nvPr/>
        </p:nvSpPr>
        <p:spPr>
          <a:xfrm flipH="1">
            <a:off x="4881982" y="2963799"/>
            <a:ext cx="1212494" cy="0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157" name="S06-pin640"/>
          <p:cNvSpPr/>
          <p:nvPr/>
        </p:nvSpPr>
        <p:spPr>
          <a:xfrm>
            <a:off x="6039612" y="2908935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8" name="S06-label641"/>
          <p:cNvSpPr txBox="1"/>
          <p:nvPr/>
        </p:nvSpPr>
        <p:spPr>
          <a:xfrm>
            <a:off x="4352544" y="4674870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159" name="S06-figure642" descr="시계: 2시 8분"/>
          <p:cNvSpPr/>
          <p:nvPr/>
        </p:nvSpPr>
        <p:spPr>
          <a:xfrm>
            <a:off x="8343900" y="1409319"/>
            <a:ext cx="3108960" cy="31089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160" name="S06-line643"/>
          <p:cNvSpPr/>
          <p:nvPr/>
        </p:nvSpPr>
        <p:spPr>
          <a:xfrm>
            <a:off x="9898380" y="1445895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61" name="S06-line644"/>
          <p:cNvSpPr/>
          <p:nvPr/>
        </p:nvSpPr>
        <p:spPr>
          <a:xfrm flipH="1">
            <a:off x="10048920" y="145421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2" name="S06-line645"/>
          <p:cNvSpPr/>
          <p:nvPr/>
        </p:nvSpPr>
        <p:spPr>
          <a:xfrm flipH="1">
            <a:off x="10197810" y="1479065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3" name="S06-line646"/>
          <p:cNvSpPr/>
          <p:nvPr/>
        </p:nvSpPr>
        <p:spPr>
          <a:xfrm flipH="1">
            <a:off x="10343420" y="1520187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4" name="S06-line647"/>
          <p:cNvSpPr/>
          <p:nvPr/>
        </p:nvSpPr>
        <p:spPr>
          <a:xfrm flipH="1">
            <a:off x="10484154" y="1577125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5" name="S06-line648"/>
          <p:cNvSpPr/>
          <p:nvPr/>
        </p:nvSpPr>
        <p:spPr>
          <a:xfrm flipH="1">
            <a:off x="10571836" y="1649256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66" name="S06-line649"/>
          <p:cNvSpPr/>
          <p:nvPr/>
        </p:nvSpPr>
        <p:spPr>
          <a:xfrm flipH="1">
            <a:off x="10744897" y="173578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7" name="S06-line650"/>
          <p:cNvSpPr/>
          <p:nvPr/>
        </p:nvSpPr>
        <p:spPr>
          <a:xfrm flipH="1">
            <a:off x="10862049" y="1835776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8" name="S06-line651"/>
          <p:cNvSpPr/>
          <p:nvPr/>
        </p:nvSpPr>
        <p:spPr>
          <a:xfrm flipH="1">
            <a:off x="10968642" y="1948123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9" name="S06-line652"/>
          <p:cNvSpPr/>
          <p:nvPr/>
        </p:nvSpPr>
        <p:spPr>
          <a:xfrm flipH="1">
            <a:off x="11063510" y="207159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0" name="S06-line653"/>
          <p:cNvSpPr/>
          <p:nvPr/>
        </p:nvSpPr>
        <p:spPr>
          <a:xfrm flipH="1">
            <a:off x="11064839" y="2204847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1" name="S06-line654"/>
          <p:cNvSpPr/>
          <p:nvPr/>
        </p:nvSpPr>
        <p:spPr>
          <a:xfrm flipH="1">
            <a:off x="11214050" y="2346412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2" name="S06-line655"/>
          <p:cNvSpPr/>
          <p:nvPr/>
        </p:nvSpPr>
        <p:spPr>
          <a:xfrm flipH="1">
            <a:off x="11268073" y="2494741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3" name="S06-line656"/>
          <p:cNvSpPr/>
          <p:nvPr/>
        </p:nvSpPr>
        <p:spPr>
          <a:xfrm flipH="1">
            <a:off x="11307089" y="264820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4" name="S06-line657"/>
          <p:cNvSpPr/>
          <p:nvPr/>
        </p:nvSpPr>
        <p:spPr>
          <a:xfrm flipH="1">
            <a:off x="11330671" y="2805135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5" name="S06-line658"/>
          <p:cNvSpPr/>
          <p:nvPr/>
        </p:nvSpPr>
        <p:spPr>
          <a:xfrm flipH="1">
            <a:off x="11245291" y="2963799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6" name="S06-line659"/>
          <p:cNvSpPr/>
          <p:nvPr/>
        </p:nvSpPr>
        <p:spPr>
          <a:xfrm flipH="1" flipV="1">
            <a:off x="11330671" y="3114339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7" name="S06-line660"/>
          <p:cNvSpPr/>
          <p:nvPr/>
        </p:nvSpPr>
        <p:spPr>
          <a:xfrm flipH="1" flipV="1">
            <a:off x="11307089" y="326322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8" name="S06-line661"/>
          <p:cNvSpPr/>
          <p:nvPr/>
        </p:nvSpPr>
        <p:spPr>
          <a:xfrm flipH="1" flipV="1">
            <a:off x="11268073" y="3408839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9" name="S06-line662"/>
          <p:cNvSpPr/>
          <p:nvPr/>
        </p:nvSpPr>
        <p:spPr>
          <a:xfrm flipH="1" flipV="1">
            <a:off x="11214050" y="354957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0" name="S06-line663"/>
          <p:cNvSpPr/>
          <p:nvPr/>
        </p:nvSpPr>
        <p:spPr>
          <a:xfrm flipH="1" flipV="1">
            <a:off x="11064839" y="3637255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81" name="S06-line664"/>
          <p:cNvSpPr/>
          <p:nvPr/>
        </p:nvSpPr>
        <p:spPr>
          <a:xfrm flipH="1" flipV="1">
            <a:off x="11063510" y="3810316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2" name="S06-line665"/>
          <p:cNvSpPr/>
          <p:nvPr/>
        </p:nvSpPr>
        <p:spPr>
          <a:xfrm flipH="1" flipV="1">
            <a:off x="10968642" y="3927468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3" name="S06-line666"/>
          <p:cNvSpPr/>
          <p:nvPr/>
        </p:nvSpPr>
        <p:spPr>
          <a:xfrm flipH="1" flipV="1">
            <a:off x="10862049" y="4034061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4" name="S06-line667"/>
          <p:cNvSpPr/>
          <p:nvPr/>
        </p:nvSpPr>
        <p:spPr>
          <a:xfrm flipH="1" flipV="1">
            <a:off x="10744897" y="412892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5" name="S06-line668"/>
          <p:cNvSpPr/>
          <p:nvPr/>
        </p:nvSpPr>
        <p:spPr>
          <a:xfrm flipH="1" flipV="1">
            <a:off x="10571836" y="4130258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86" name="S06-line669"/>
          <p:cNvSpPr/>
          <p:nvPr/>
        </p:nvSpPr>
        <p:spPr>
          <a:xfrm flipH="1" flipV="1">
            <a:off x="10484154" y="4279469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7" name="S06-line670"/>
          <p:cNvSpPr/>
          <p:nvPr/>
        </p:nvSpPr>
        <p:spPr>
          <a:xfrm flipH="1" flipV="1">
            <a:off x="10343420" y="4333492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8" name="S06-line671"/>
          <p:cNvSpPr/>
          <p:nvPr/>
        </p:nvSpPr>
        <p:spPr>
          <a:xfrm flipH="1" flipV="1">
            <a:off x="10197810" y="4372508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9" name="S06-line672"/>
          <p:cNvSpPr/>
          <p:nvPr/>
        </p:nvSpPr>
        <p:spPr>
          <a:xfrm flipH="1" flipV="1">
            <a:off x="10048920" y="439609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0" name="S06-line673"/>
          <p:cNvSpPr/>
          <p:nvPr/>
        </p:nvSpPr>
        <p:spPr>
          <a:xfrm flipV="1">
            <a:off x="9898380" y="4310710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91" name="S06-line674"/>
          <p:cNvSpPr/>
          <p:nvPr/>
        </p:nvSpPr>
        <p:spPr>
          <a:xfrm flipV="1">
            <a:off x="9739716" y="439609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2" name="S06-line675"/>
          <p:cNvSpPr/>
          <p:nvPr/>
        </p:nvSpPr>
        <p:spPr>
          <a:xfrm flipV="1">
            <a:off x="9582790" y="4372508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3" name="S06-line676"/>
          <p:cNvSpPr/>
          <p:nvPr/>
        </p:nvSpPr>
        <p:spPr>
          <a:xfrm flipV="1">
            <a:off x="9429322" y="4333492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4" name="S06-line677"/>
          <p:cNvSpPr/>
          <p:nvPr/>
        </p:nvSpPr>
        <p:spPr>
          <a:xfrm flipV="1">
            <a:off x="9280993" y="4279469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5" name="S06-line678"/>
          <p:cNvSpPr/>
          <p:nvPr/>
        </p:nvSpPr>
        <p:spPr>
          <a:xfrm flipV="1">
            <a:off x="9139428" y="4130258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96" name="S06-line679"/>
          <p:cNvSpPr/>
          <p:nvPr/>
        </p:nvSpPr>
        <p:spPr>
          <a:xfrm flipV="1">
            <a:off x="9006178" y="412892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7" name="S06-line680"/>
          <p:cNvSpPr/>
          <p:nvPr/>
        </p:nvSpPr>
        <p:spPr>
          <a:xfrm flipV="1">
            <a:off x="8882704" y="4034061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8" name="S06-line681"/>
          <p:cNvSpPr/>
          <p:nvPr/>
        </p:nvSpPr>
        <p:spPr>
          <a:xfrm flipV="1">
            <a:off x="8770357" y="3927468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9" name="S06-line682"/>
          <p:cNvSpPr/>
          <p:nvPr/>
        </p:nvSpPr>
        <p:spPr>
          <a:xfrm flipV="1">
            <a:off x="8670370" y="3810316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0" name="S06-line683"/>
          <p:cNvSpPr/>
          <p:nvPr/>
        </p:nvSpPr>
        <p:spPr>
          <a:xfrm flipV="1">
            <a:off x="8583837" y="3637255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01" name="S06-line684"/>
          <p:cNvSpPr/>
          <p:nvPr/>
        </p:nvSpPr>
        <p:spPr>
          <a:xfrm flipV="1">
            <a:off x="8511706" y="354957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2" name="S06-line685"/>
          <p:cNvSpPr/>
          <p:nvPr/>
        </p:nvSpPr>
        <p:spPr>
          <a:xfrm flipV="1">
            <a:off x="8454768" y="3408839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3" name="S06-line686"/>
          <p:cNvSpPr/>
          <p:nvPr/>
        </p:nvSpPr>
        <p:spPr>
          <a:xfrm flipV="1">
            <a:off x="8413646" y="326322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4" name="S06-line687"/>
          <p:cNvSpPr/>
          <p:nvPr/>
        </p:nvSpPr>
        <p:spPr>
          <a:xfrm flipV="1">
            <a:off x="8388791" y="3114339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5" name="S06-line688"/>
          <p:cNvSpPr/>
          <p:nvPr/>
        </p:nvSpPr>
        <p:spPr>
          <a:xfrm>
            <a:off x="8380476" y="2963799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06" name="S06-line689"/>
          <p:cNvSpPr/>
          <p:nvPr/>
        </p:nvSpPr>
        <p:spPr>
          <a:xfrm>
            <a:off x="8388791" y="2805135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7" name="S06-line690"/>
          <p:cNvSpPr/>
          <p:nvPr/>
        </p:nvSpPr>
        <p:spPr>
          <a:xfrm>
            <a:off x="8413646" y="264820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8" name="S06-line691"/>
          <p:cNvSpPr/>
          <p:nvPr/>
        </p:nvSpPr>
        <p:spPr>
          <a:xfrm>
            <a:off x="8454768" y="2494741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9" name="S06-line692"/>
          <p:cNvSpPr/>
          <p:nvPr/>
        </p:nvSpPr>
        <p:spPr>
          <a:xfrm>
            <a:off x="8511706" y="2346412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0" name="S06-line693"/>
          <p:cNvSpPr/>
          <p:nvPr/>
        </p:nvSpPr>
        <p:spPr>
          <a:xfrm>
            <a:off x="8583837" y="2204847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11" name="S06-line694"/>
          <p:cNvSpPr/>
          <p:nvPr/>
        </p:nvSpPr>
        <p:spPr>
          <a:xfrm>
            <a:off x="8670370" y="207159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2" name="S06-line695"/>
          <p:cNvSpPr/>
          <p:nvPr/>
        </p:nvSpPr>
        <p:spPr>
          <a:xfrm>
            <a:off x="8770357" y="1948123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3" name="S06-line696"/>
          <p:cNvSpPr/>
          <p:nvPr/>
        </p:nvSpPr>
        <p:spPr>
          <a:xfrm>
            <a:off x="8882704" y="1835776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4" name="S06-line697"/>
          <p:cNvSpPr/>
          <p:nvPr/>
        </p:nvSpPr>
        <p:spPr>
          <a:xfrm>
            <a:off x="9006178" y="173578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5" name="S06-line698"/>
          <p:cNvSpPr/>
          <p:nvPr/>
        </p:nvSpPr>
        <p:spPr>
          <a:xfrm>
            <a:off x="9139428" y="1649256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16" name="S06-line699"/>
          <p:cNvSpPr/>
          <p:nvPr/>
        </p:nvSpPr>
        <p:spPr>
          <a:xfrm>
            <a:off x="9280993" y="1577125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7" name="S06-line700"/>
          <p:cNvSpPr/>
          <p:nvPr/>
        </p:nvSpPr>
        <p:spPr>
          <a:xfrm>
            <a:off x="9429322" y="1520187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8" name="S06-line701"/>
          <p:cNvSpPr/>
          <p:nvPr/>
        </p:nvSpPr>
        <p:spPr>
          <a:xfrm>
            <a:off x="9582790" y="1479065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9" name="S06-line702"/>
          <p:cNvSpPr/>
          <p:nvPr/>
        </p:nvSpPr>
        <p:spPr>
          <a:xfrm>
            <a:off x="9739716" y="145421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0" name="S06-label703"/>
          <p:cNvSpPr txBox="1"/>
          <p:nvPr/>
        </p:nvSpPr>
        <p:spPr>
          <a:xfrm>
            <a:off x="10199218" y="178471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221" name="S06-label704"/>
          <p:cNvSpPr txBox="1"/>
          <p:nvPr/>
        </p:nvSpPr>
        <p:spPr>
          <a:xfrm>
            <a:off x="10620262" y="220576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222" name="S06-label705"/>
          <p:cNvSpPr txBox="1"/>
          <p:nvPr/>
        </p:nvSpPr>
        <p:spPr>
          <a:xfrm>
            <a:off x="10774375" y="278091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223" name="S06-label706"/>
          <p:cNvSpPr txBox="1"/>
          <p:nvPr/>
        </p:nvSpPr>
        <p:spPr>
          <a:xfrm>
            <a:off x="10620262" y="335607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224" name="S06-label707"/>
          <p:cNvSpPr txBox="1"/>
          <p:nvPr/>
        </p:nvSpPr>
        <p:spPr>
          <a:xfrm>
            <a:off x="10199218" y="377712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225" name="S06-label708"/>
          <p:cNvSpPr txBox="1"/>
          <p:nvPr/>
        </p:nvSpPr>
        <p:spPr>
          <a:xfrm>
            <a:off x="9624060" y="393123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226" name="S06-label709"/>
          <p:cNvSpPr txBox="1"/>
          <p:nvPr/>
        </p:nvSpPr>
        <p:spPr>
          <a:xfrm>
            <a:off x="9048902" y="377712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600" dirty="0"/>
          </a:p>
        </p:txBody>
      </p:sp>
      <p:sp>
        <p:nvSpPr>
          <p:cNvPr id="227" name="S06-label710"/>
          <p:cNvSpPr txBox="1"/>
          <p:nvPr/>
        </p:nvSpPr>
        <p:spPr>
          <a:xfrm>
            <a:off x="8627858" y="335607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600" dirty="0"/>
          </a:p>
        </p:txBody>
      </p:sp>
      <p:sp>
        <p:nvSpPr>
          <p:cNvPr id="228" name="S06-label711"/>
          <p:cNvSpPr txBox="1"/>
          <p:nvPr/>
        </p:nvSpPr>
        <p:spPr>
          <a:xfrm>
            <a:off x="8473745" y="278091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600" dirty="0"/>
          </a:p>
        </p:txBody>
      </p:sp>
      <p:sp>
        <p:nvSpPr>
          <p:cNvPr id="229" name="S06-label712"/>
          <p:cNvSpPr txBox="1"/>
          <p:nvPr/>
        </p:nvSpPr>
        <p:spPr>
          <a:xfrm>
            <a:off x="8627858" y="220576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600" dirty="0"/>
          </a:p>
        </p:txBody>
      </p:sp>
      <p:sp>
        <p:nvSpPr>
          <p:cNvPr id="230" name="S06-label713"/>
          <p:cNvSpPr txBox="1"/>
          <p:nvPr/>
        </p:nvSpPr>
        <p:spPr>
          <a:xfrm>
            <a:off x="9048902" y="178471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600" dirty="0"/>
          </a:p>
        </p:txBody>
      </p:sp>
      <p:sp>
        <p:nvSpPr>
          <p:cNvPr id="231" name="S06-label714"/>
          <p:cNvSpPr txBox="1"/>
          <p:nvPr/>
        </p:nvSpPr>
        <p:spPr>
          <a:xfrm>
            <a:off x="9624060" y="163060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600" dirty="0"/>
          </a:p>
        </p:txBody>
      </p:sp>
      <p:sp>
        <p:nvSpPr>
          <p:cNvPr id="232" name="S06-line715"/>
          <p:cNvSpPr/>
          <p:nvPr/>
        </p:nvSpPr>
        <p:spPr>
          <a:xfrm flipV="1">
            <a:off x="9898380" y="2623079"/>
            <a:ext cx="698579" cy="340720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233" name="S06-line716"/>
          <p:cNvSpPr/>
          <p:nvPr/>
        </p:nvSpPr>
        <p:spPr>
          <a:xfrm flipV="1">
            <a:off x="9898380" y="2152482"/>
            <a:ext cx="901059" cy="811317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234" name="S06-pin717"/>
          <p:cNvSpPr/>
          <p:nvPr/>
        </p:nvSpPr>
        <p:spPr>
          <a:xfrm>
            <a:off x="9843516" y="2908935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5" name="S06-label718"/>
          <p:cNvSpPr txBox="1"/>
          <p:nvPr/>
        </p:nvSpPr>
        <p:spPr>
          <a:xfrm>
            <a:off x="8156448" y="4674870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400" dirty="0"/>
          </a:p>
        </p:txBody>
      </p:sp>
      <p:sp>
        <p:nvSpPr>
          <p:cNvPr id="3" name="S07-card71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72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시계예요. 누가 맞았을까요? 왜 그럴까요?</a:t>
            </a:r>
            <a:endParaRPr lang="ko-KR" sz="3200" dirty="0"/>
          </a:p>
        </p:txBody>
      </p:sp>
      <p:sp>
        <p:nvSpPr>
          <p:cNvPr id="5" name="S07-chip721"/>
          <p:cNvSpPr txBox="1"/>
          <p:nvPr/>
        </p:nvSpPr>
        <p:spPr>
          <a:xfrm>
            <a:off x="548640" y="132588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8시 50분</a:t>
            </a:r>
            <a:endParaRPr lang="ko-KR" sz="2600" dirty="0"/>
          </a:p>
        </p:txBody>
      </p:sp>
      <p:sp>
        <p:nvSpPr>
          <p:cNvPr id="6" name="S07-figure722" descr="시계: 7시 50분"/>
          <p:cNvSpPr/>
          <p:nvPr/>
        </p:nvSpPr>
        <p:spPr>
          <a:xfrm>
            <a:off x="1945640" y="2057400"/>
            <a:ext cx="2568956" cy="256895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7" name="S07-line723"/>
          <p:cNvSpPr/>
          <p:nvPr/>
        </p:nvSpPr>
        <p:spPr>
          <a:xfrm>
            <a:off x="3230118" y="2093976"/>
            <a:ext cx="0" cy="1412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" name="S07-line724"/>
          <p:cNvSpPr/>
          <p:nvPr/>
        </p:nvSpPr>
        <p:spPr>
          <a:xfrm flipH="1">
            <a:off x="3353846" y="2100812"/>
            <a:ext cx="6713" cy="638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7-line725"/>
          <p:cNvSpPr/>
          <p:nvPr/>
        </p:nvSpPr>
        <p:spPr>
          <a:xfrm flipH="1">
            <a:off x="3476219" y="2121246"/>
            <a:ext cx="13353" cy="628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7-line726"/>
          <p:cNvSpPr/>
          <p:nvPr/>
        </p:nvSpPr>
        <p:spPr>
          <a:xfrm flipH="1">
            <a:off x="3595895" y="2155053"/>
            <a:ext cx="19846" cy="6108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07-line727"/>
          <p:cNvSpPr/>
          <p:nvPr/>
        </p:nvSpPr>
        <p:spPr>
          <a:xfrm flipH="1">
            <a:off x="3711563" y="2201863"/>
            <a:ext cx="26122" cy="586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7-line728"/>
          <p:cNvSpPr/>
          <p:nvPr/>
        </p:nvSpPr>
        <p:spPr>
          <a:xfrm flipH="1">
            <a:off x="3783423" y="2261163"/>
            <a:ext cx="70646" cy="12236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" name="S07-line729"/>
          <p:cNvSpPr/>
          <p:nvPr/>
        </p:nvSpPr>
        <p:spPr>
          <a:xfrm flipH="1">
            <a:off x="3925867" y="2332304"/>
            <a:ext cx="37750" cy="5195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7-line730"/>
          <p:cNvSpPr/>
          <p:nvPr/>
        </p:nvSpPr>
        <p:spPr>
          <a:xfrm flipH="1">
            <a:off x="4022153" y="2414506"/>
            <a:ext cx="42974" cy="4772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7-line731"/>
          <p:cNvSpPr/>
          <p:nvPr/>
        </p:nvSpPr>
        <p:spPr>
          <a:xfrm flipH="1">
            <a:off x="4109762" y="2506869"/>
            <a:ext cx="47728" cy="429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07-line732"/>
          <p:cNvSpPr/>
          <p:nvPr/>
        </p:nvSpPr>
        <p:spPr>
          <a:xfrm flipH="1">
            <a:off x="4187734" y="2608380"/>
            <a:ext cx="51958" cy="3775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07-line733"/>
          <p:cNvSpPr/>
          <p:nvPr/>
        </p:nvSpPr>
        <p:spPr>
          <a:xfrm flipH="1">
            <a:off x="4188470" y="2717927"/>
            <a:ext cx="122363" cy="7064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8" name="S07-line734"/>
          <p:cNvSpPr/>
          <p:nvPr/>
        </p:nvSpPr>
        <p:spPr>
          <a:xfrm flipH="1">
            <a:off x="4311462" y="2834311"/>
            <a:ext cx="58671" cy="2612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7-line735"/>
          <p:cNvSpPr/>
          <p:nvPr/>
        </p:nvSpPr>
        <p:spPr>
          <a:xfrm flipH="1">
            <a:off x="4355863" y="2956255"/>
            <a:ext cx="61081" cy="1984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7-line736"/>
          <p:cNvSpPr/>
          <p:nvPr/>
        </p:nvSpPr>
        <p:spPr>
          <a:xfrm flipH="1">
            <a:off x="4387930" y="3082425"/>
            <a:ext cx="62820" cy="1335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7-line737"/>
          <p:cNvSpPr/>
          <p:nvPr/>
        </p:nvSpPr>
        <p:spPr>
          <a:xfrm flipH="1">
            <a:off x="4407312" y="3211437"/>
            <a:ext cx="63872" cy="67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7-line738"/>
          <p:cNvSpPr/>
          <p:nvPr/>
        </p:nvSpPr>
        <p:spPr>
          <a:xfrm flipH="1">
            <a:off x="4336727" y="3341878"/>
            <a:ext cx="1412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3" name="S07-line739"/>
          <p:cNvSpPr/>
          <p:nvPr/>
        </p:nvSpPr>
        <p:spPr>
          <a:xfrm flipH="1" flipV="1">
            <a:off x="4407312" y="3465606"/>
            <a:ext cx="63872" cy="67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7-line740"/>
          <p:cNvSpPr/>
          <p:nvPr/>
        </p:nvSpPr>
        <p:spPr>
          <a:xfrm flipH="1" flipV="1">
            <a:off x="4387930" y="3587979"/>
            <a:ext cx="62820" cy="1335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7-line741"/>
          <p:cNvSpPr/>
          <p:nvPr/>
        </p:nvSpPr>
        <p:spPr>
          <a:xfrm flipH="1" flipV="1">
            <a:off x="4355863" y="3707655"/>
            <a:ext cx="61081" cy="1984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07-line742"/>
          <p:cNvSpPr/>
          <p:nvPr/>
        </p:nvSpPr>
        <p:spPr>
          <a:xfrm flipH="1" flipV="1">
            <a:off x="4311462" y="3823323"/>
            <a:ext cx="58671" cy="2612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07-line743"/>
          <p:cNvSpPr/>
          <p:nvPr/>
        </p:nvSpPr>
        <p:spPr>
          <a:xfrm flipH="1" flipV="1">
            <a:off x="4188470" y="3895183"/>
            <a:ext cx="122363" cy="7064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8" name="S07-line744"/>
          <p:cNvSpPr/>
          <p:nvPr/>
        </p:nvSpPr>
        <p:spPr>
          <a:xfrm flipH="1" flipV="1">
            <a:off x="4187734" y="4037627"/>
            <a:ext cx="51958" cy="3775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7-line745"/>
          <p:cNvSpPr/>
          <p:nvPr/>
        </p:nvSpPr>
        <p:spPr>
          <a:xfrm flipH="1" flipV="1">
            <a:off x="4109762" y="4133913"/>
            <a:ext cx="47728" cy="429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7-line746"/>
          <p:cNvSpPr/>
          <p:nvPr/>
        </p:nvSpPr>
        <p:spPr>
          <a:xfrm flipH="1" flipV="1">
            <a:off x="4022153" y="4221522"/>
            <a:ext cx="42974" cy="4772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07-line747"/>
          <p:cNvSpPr/>
          <p:nvPr/>
        </p:nvSpPr>
        <p:spPr>
          <a:xfrm flipH="1" flipV="1">
            <a:off x="3925867" y="4299494"/>
            <a:ext cx="37750" cy="5195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7-line748"/>
          <p:cNvSpPr/>
          <p:nvPr/>
        </p:nvSpPr>
        <p:spPr>
          <a:xfrm flipH="1" flipV="1">
            <a:off x="3783423" y="4300230"/>
            <a:ext cx="70646" cy="12236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3" name="S07-line749"/>
          <p:cNvSpPr/>
          <p:nvPr/>
        </p:nvSpPr>
        <p:spPr>
          <a:xfrm flipH="1" flipV="1">
            <a:off x="3711563" y="4423222"/>
            <a:ext cx="26122" cy="586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7-line750"/>
          <p:cNvSpPr/>
          <p:nvPr/>
        </p:nvSpPr>
        <p:spPr>
          <a:xfrm flipH="1" flipV="1">
            <a:off x="3595895" y="4467623"/>
            <a:ext cx="19846" cy="6108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7-line751"/>
          <p:cNvSpPr/>
          <p:nvPr/>
        </p:nvSpPr>
        <p:spPr>
          <a:xfrm flipH="1" flipV="1">
            <a:off x="3476219" y="4499690"/>
            <a:ext cx="13353" cy="628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07-line752"/>
          <p:cNvSpPr/>
          <p:nvPr/>
        </p:nvSpPr>
        <p:spPr>
          <a:xfrm flipH="1" flipV="1">
            <a:off x="3353846" y="4519072"/>
            <a:ext cx="6713" cy="638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07-line753"/>
          <p:cNvSpPr/>
          <p:nvPr/>
        </p:nvSpPr>
        <p:spPr>
          <a:xfrm flipV="1">
            <a:off x="3230118" y="4448487"/>
            <a:ext cx="0" cy="1412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8" name="S07-line754"/>
          <p:cNvSpPr/>
          <p:nvPr/>
        </p:nvSpPr>
        <p:spPr>
          <a:xfrm flipV="1">
            <a:off x="3099677" y="4519072"/>
            <a:ext cx="6713" cy="638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7-line755"/>
          <p:cNvSpPr/>
          <p:nvPr/>
        </p:nvSpPr>
        <p:spPr>
          <a:xfrm flipV="1">
            <a:off x="2970665" y="4499690"/>
            <a:ext cx="13353" cy="628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7-line756"/>
          <p:cNvSpPr/>
          <p:nvPr/>
        </p:nvSpPr>
        <p:spPr>
          <a:xfrm flipV="1">
            <a:off x="2844495" y="4467623"/>
            <a:ext cx="19846" cy="6108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07-line757"/>
          <p:cNvSpPr/>
          <p:nvPr/>
        </p:nvSpPr>
        <p:spPr>
          <a:xfrm flipV="1">
            <a:off x="2722551" y="4423222"/>
            <a:ext cx="26122" cy="586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07-line758"/>
          <p:cNvSpPr/>
          <p:nvPr/>
        </p:nvSpPr>
        <p:spPr>
          <a:xfrm flipV="1">
            <a:off x="2606167" y="4300230"/>
            <a:ext cx="70646" cy="12236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3" name="S07-line759"/>
          <p:cNvSpPr/>
          <p:nvPr/>
        </p:nvSpPr>
        <p:spPr>
          <a:xfrm flipV="1">
            <a:off x="2496620" y="4299494"/>
            <a:ext cx="37750" cy="5195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7-line760"/>
          <p:cNvSpPr/>
          <p:nvPr/>
        </p:nvSpPr>
        <p:spPr>
          <a:xfrm flipV="1">
            <a:off x="2395109" y="4221522"/>
            <a:ext cx="42974" cy="4772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7-line761"/>
          <p:cNvSpPr/>
          <p:nvPr/>
        </p:nvSpPr>
        <p:spPr>
          <a:xfrm flipV="1">
            <a:off x="2302746" y="4133913"/>
            <a:ext cx="47728" cy="429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07-line762"/>
          <p:cNvSpPr/>
          <p:nvPr/>
        </p:nvSpPr>
        <p:spPr>
          <a:xfrm flipV="1">
            <a:off x="2220544" y="4037627"/>
            <a:ext cx="51958" cy="3775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07-line763"/>
          <p:cNvSpPr/>
          <p:nvPr/>
        </p:nvSpPr>
        <p:spPr>
          <a:xfrm flipV="1">
            <a:off x="2149403" y="3895183"/>
            <a:ext cx="122363" cy="7064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8" name="S07-line764"/>
          <p:cNvSpPr/>
          <p:nvPr/>
        </p:nvSpPr>
        <p:spPr>
          <a:xfrm flipV="1">
            <a:off x="2090103" y="3823323"/>
            <a:ext cx="58671" cy="2612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7-line765"/>
          <p:cNvSpPr/>
          <p:nvPr/>
        </p:nvSpPr>
        <p:spPr>
          <a:xfrm flipV="1">
            <a:off x="2043293" y="3707655"/>
            <a:ext cx="61081" cy="1984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7-line766"/>
          <p:cNvSpPr/>
          <p:nvPr/>
        </p:nvSpPr>
        <p:spPr>
          <a:xfrm flipV="1">
            <a:off x="2009486" y="3587979"/>
            <a:ext cx="62820" cy="1335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07-line767"/>
          <p:cNvSpPr/>
          <p:nvPr/>
        </p:nvSpPr>
        <p:spPr>
          <a:xfrm flipV="1">
            <a:off x="1989052" y="3465606"/>
            <a:ext cx="63872" cy="67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07-line768"/>
          <p:cNvSpPr/>
          <p:nvPr/>
        </p:nvSpPr>
        <p:spPr>
          <a:xfrm>
            <a:off x="1982216" y="3341878"/>
            <a:ext cx="1412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3" name="S07-line769"/>
          <p:cNvSpPr/>
          <p:nvPr/>
        </p:nvSpPr>
        <p:spPr>
          <a:xfrm>
            <a:off x="1989052" y="3211437"/>
            <a:ext cx="63872" cy="67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7-line770"/>
          <p:cNvSpPr/>
          <p:nvPr/>
        </p:nvSpPr>
        <p:spPr>
          <a:xfrm>
            <a:off x="2009486" y="3082425"/>
            <a:ext cx="62820" cy="1335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7-line771"/>
          <p:cNvSpPr/>
          <p:nvPr/>
        </p:nvSpPr>
        <p:spPr>
          <a:xfrm>
            <a:off x="2043293" y="2956255"/>
            <a:ext cx="61081" cy="1984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07-line772"/>
          <p:cNvSpPr/>
          <p:nvPr/>
        </p:nvSpPr>
        <p:spPr>
          <a:xfrm>
            <a:off x="2090103" y="2834311"/>
            <a:ext cx="58671" cy="2612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07-line773"/>
          <p:cNvSpPr/>
          <p:nvPr/>
        </p:nvSpPr>
        <p:spPr>
          <a:xfrm>
            <a:off x="2149403" y="2717927"/>
            <a:ext cx="122363" cy="7064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8" name="S07-line774"/>
          <p:cNvSpPr/>
          <p:nvPr/>
        </p:nvSpPr>
        <p:spPr>
          <a:xfrm>
            <a:off x="2220544" y="2608380"/>
            <a:ext cx="51958" cy="3775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7-line775"/>
          <p:cNvSpPr/>
          <p:nvPr/>
        </p:nvSpPr>
        <p:spPr>
          <a:xfrm>
            <a:off x="2302746" y="2506869"/>
            <a:ext cx="47728" cy="429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07-line776"/>
          <p:cNvSpPr/>
          <p:nvPr/>
        </p:nvSpPr>
        <p:spPr>
          <a:xfrm>
            <a:off x="2395109" y="2414506"/>
            <a:ext cx="42974" cy="4772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07-line777"/>
          <p:cNvSpPr/>
          <p:nvPr/>
        </p:nvSpPr>
        <p:spPr>
          <a:xfrm>
            <a:off x="2496620" y="2332304"/>
            <a:ext cx="37750" cy="5195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07-line778"/>
          <p:cNvSpPr/>
          <p:nvPr/>
        </p:nvSpPr>
        <p:spPr>
          <a:xfrm>
            <a:off x="2606167" y="2261163"/>
            <a:ext cx="70646" cy="12236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3" name="S07-line779"/>
          <p:cNvSpPr/>
          <p:nvPr/>
        </p:nvSpPr>
        <p:spPr>
          <a:xfrm>
            <a:off x="2722551" y="2201863"/>
            <a:ext cx="26122" cy="586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07-line780"/>
          <p:cNvSpPr/>
          <p:nvPr/>
        </p:nvSpPr>
        <p:spPr>
          <a:xfrm>
            <a:off x="2844495" y="2155053"/>
            <a:ext cx="19846" cy="6108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07-line781"/>
          <p:cNvSpPr/>
          <p:nvPr/>
        </p:nvSpPr>
        <p:spPr>
          <a:xfrm>
            <a:off x="2970665" y="2121246"/>
            <a:ext cx="13353" cy="628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07-line782"/>
          <p:cNvSpPr/>
          <p:nvPr/>
        </p:nvSpPr>
        <p:spPr>
          <a:xfrm>
            <a:off x="3099677" y="2100812"/>
            <a:ext cx="6713" cy="638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7" name="S07-label783"/>
          <p:cNvSpPr txBox="1"/>
          <p:nvPr/>
        </p:nvSpPr>
        <p:spPr>
          <a:xfrm>
            <a:off x="3431055" y="233582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100" dirty="0"/>
          </a:p>
        </p:txBody>
      </p:sp>
      <p:sp>
        <p:nvSpPr>
          <p:cNvPr id="68" name="S07-label784"/>
          <p:cNvSpPr txBox="1"/>
          <p:nvPr/>
        </p:nvSpPr>
        <p:spPr>
          <a:xfrm>
            <a:off x="3778967" y="268374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100" dirty="0"/>
          </a:p>
        </p:txBody>
      </p:sp>
      <p:sp>
        <p:nvSpPr>
          <p:cNvPr id="69" name="S07-label785"/>
          <p:cNvSpPr txBox="1"/>
          <p:nvPr/>
        </p:nvSpPr>
        <p:spPr>
          <a:xfrm>
            <a:off x="3906312" y="315899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100" dirty="0"/>
          </a:p>
        </p:txBody>
      </p:sp>
      <p:sp>
        <p:nvSpPr>
          <p:cNvPr id="70" name="S07-label786"/>
          <p:cNvSpPr txBox="1"/>
          <p:nvPr/>
        </p:nvSpPr>
        <p:spPr>
          <a:xfrm>
            <a:off x="3778967" y="3634255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100" dirty="0"/>
          </a:p>
        </p:txBody>
      </p:sp>
      <p:sp>
        <p:nvSpPr>
          <p:cNvPr id="71" name="S07-label787"/>
          <p:cNvSpPr txBox="1"/>
          <p:nvPr/>
        </p:nvSpPr>
        <p:spPr>
          <a:xfrm>
            <a:off x="3431055" y="398216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100" dirty="0"/>
          </a:p>
        </p:txBody>
      </p:sp>
      <p:sp>
        <p:nvSpPr>
          <p:cNvPr id="72" name="S07-label788"/>
          <p:cNvSpPr txBox="1"/>
          <p:nvPr/>
        </p:nvSpPr>
        <p:spPr>
          <a:xfrm>
            <a:off x="2955798" y="410951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100" dirty="0"/>
          </a:p>
        </p:txBody>
      </p:sp>
      <p:sp>
        <p:nvSpPr>
          <p:cNvPr id="73" name="S07-label789"/>
          <p:cNvSpPr txBox="1"/>
          <p:nvPr/>
        </p:nvSpPr>
        <p:spPr>
          <a:xfrm>
            <a:off x="2480541" y="398216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100" dirty="0"/>
          </a:p>
        </p:txBody>
      </p:sp>
      <p:sp>
        <p:nvSpPr>
          <p:cNvPr id="74" name="S07-label790"/>
          <p:cNvSpPr txBox="1"/>
          <p:nvPr/>
        </p:nvSpPr>
        <p:spPr>
          <a:xfrm>
            <a:off x="2132629" y="3634255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100" dirty="0"/>
          </a:p>
        </p:txBody>
      </p:sp>
      <p:sp>
        <p:nvSpPr>
          <p:cNvPr id="75" name="S07-label791"/>
          <p:cNvSpPr txBox="1"/>
          <p:nvPr/>
        </p:nvSpPr>
        <p:spPr>
          <a:xfrm>
            <a:off x="2005284" y="315899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100" dirty="0"/>
          </a:p>
        </p:txBody>
      </p:sp>
      <p:sp>
        <p:nvSpPr>
          <p:cNvPr id="76" name="S07-label792"/>
          <p:cNvSpPr txBox="1"/>
          <p:nvPr/>
        </p:nvSpPr>
        <p:spPr>
          <a:xfrm>
            <a:off x="2132629" y="268374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100" dirty="0"/>
          </a:p>
        </p:txBody>
      </p:sp>
      <p:sp>
        <p:nvSpPr>
          <p:cNvPr id="77" name="S07-label793"/>
          <p:cNvSpPr txBox="1"/>
          <p:nvPr/>
        </p:nvSpPr>
        <p:spPr>
          <a:xfrm>
            <a:off x="2480541" y="233582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100" dirty="0"/>
          </a:p>
        </p:txBody>
      </p:sp>
      <p:sp>
        <p:nvSpPr>
          <p:cNvPr id="78" name="S07-label794"/>
          <p:cNvSpPr txBox="1"/>
          <p:nvPr/>
        </p:nvSpPr>
        <p:spPr>
          <a:xfrm>
            <a:off x="2955798" y="220848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100" dirty="0"/>
          </a:p>
        </p:txBody>
      </p:sp>
      <p:sp>
        <p:nvSpPr>
          <p:cNvPr id="79" name="S07-line795"/>
          <p:cNvSpPr/>
          <p:nvPr/>
        </p:nvSpPr>
        <p:spPr>
          <a:xfrm flipH="1">
            <a:off x="2704027" y="3341878"/>
            <a:ext cx="526091" cy="368373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80" name="S07-line796"/>
          <p:cNvSpPr/>
          <p:nvPr/>
        </p:nvSpPr>
        <p:spPr>
          <a:xfrm flipH="1" flipV="1">
            <a:off x="2362453" y="2840932"/>
            <a:ext cx="867665" cy="500946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81" name="S07-pin797"/>
          <p:cNvSpPr/>
          <p:nvPr/>
        </p:nvSpPr>
        <p:spPr>
          <a:xfrm>
            <a:off x="3175254" y="3287014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2" name="S07-text798"/>
          <p:cNvSpPr txBox="1"/>
          <p:nvPr/>
        </p:nvSpPr>
        <p:spPr>
          <a:xfrm>
            <a:off x="548640" y="4626356"/>
            <a:ext cx="5362956" cy="494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짧은바늘이 8에 가까워요.</a:t>
            </a:r>
            <a:endParaRPr lang="ko-KR" sz="2600" dirty="0"/>
          </a:p>
        </p:txBody>
      </p:sp>
      <p:sp>
        <p:nvSpPr>
          <p:cNvPr id="83" name="S07-chip799"/>
          <p:cNvSpPr txBox="1"/>
          <p:nvPr/>
        </p:nvSpPr>
        <p:spPr>
          <a:xfrm>
            <a:off x="6277356" y="132588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7시 50분</a:t>
            </a:r>
            <a:endParaRPr lang="ko-KR" sz="2600" dirty="0"/>
          </a:p>
        </p:txBody>
      </p:sp>
      <p:sp>
        <p:nvSpPr>
          <p:cNvPr id="84" name="S07-figure800" descr="시계: 7시 50분"/>
          <p:cNvSpPr/>
          <p:nvPr/>
        </p:nvSpPr>
        <p:spPr>
          <a:xfrm>
            <a:off x="7674356" y="2057400"/>
            <a:ext cx="2568956" cy="256895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85" name="S07-line801"/>
          <p:cNvSpPr/>
          <p:nvPr/>
        </p:nvSpPr>
        <p:spPr>
          <a:xfrm>
            <a:off x="8958834" y="2093976"/>
            <a:ext cx="0" cy="1412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6" name="S07-line802"/>
          <p:cNvSpPr/>
          <p:nvPr/>
        </p:nvSpPr>
        <p:spPr>
          <a:xfrm flipH="1">
            <a:off x="9082562" y="2100812"/>
            <a:ext cx="6713" cy="638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7" name="S07-line803"/>
          <p:cNvSpPr/>
          <p:nvPr/>
        </p:nvSpPr>
        <p:spPr>
          <a:xfrm flipH="1">
            <a:off x="9204935" y="2121246"/>
            <a:ext cx="13353" cy="628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8" name="S07-line804"/>
          <p:cNvSpPr/>
          <p:nvPr/>
        </p:nvSpPr>
        <p:spPr>
          <a:xfrm flipH="1">
            <a:off x="9324611" y="2155053"/>
            <a:ext cx="19846" cy="6108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9" name="S07-line805"/>
          <p:cNvSpPr/>
          <p:nvPr/>
        </p:nvSpPr>
        <p:spPr>
          <a:xfrm flipH="1">
            <a:off x="9440279" y="2201863"/>
            <a:ext cx="26122" cy="586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0" name="S07-line806"/>
          <p:cNvSpPr/>
          <p:nvPr/>
        </p:nvSpPr>
        <p:spPr>
          <a:xfrm flipH="1">
            <a:off x="9512139" y="2261163"/>
            <a:ext cx="70646" cy="12236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1" name="S07-line807"/>
          <p:cNvSpPr/>
          <p:nvPr/>
        </p:nvSpPr>
        <p:spPr>
          <a:xfrm flipH="1">
            <a:off x="9654583" y="2332304"/>
            <a:ext cx="37750" cy="5195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2" name="S07-line808"/>
          <p:cNvSpPr/>
          <p:nvPr/>
        </p:nvSpPr>
        <p:spPr>
          <a:xfrm flipH="1">
            <a:off x="9750869" y="2414506"/>
            <a:ext cx="42974" cy="4772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3" name="S07-line809"/>
          <p:cNvSpPr/>
          <p:nvPr/>
        </p:nvSpPr>
        <p:spPr>
          <a:xfrm flipH="1">
            <a:off x="9838478" y="2506869"/>
            <a:ext cx="47728" cy="429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4" name="S07-line810"/>
          <p:cNvSpPr/>
          <p:nvPr/>
        </p:nvSpPr>
        <p:spPr>
          <a:xfrm flipH="1">
            <a:off x="9916450" y="2608380"/>
            <a:ext cx="51958" cy="3775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5" name="S07-line811"/>
          <p:cNvSpPr/>
          <p:nvPr/>
        </p:nvSpPr>
        <p:spPr>
          <a:xfrm flipH="1">
            <a:off x="9917186" y="2717927"/>
            <a:ext cx="122363" cy="7064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6" name="S07-line812"/>
          <p:cNvSpPr/>
          <p:nvPr/>
        </p:nvSpPr>
        <p:spPr>
          <a:xfrm flipH="1">
            <a:off x="10040178" y="2834311"/>
            <a:ext cx="58671" cy="2612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7" name="S07-line813"/>
          <p:cNvSpPr/>
          <p:nvPr/>
        </p:nvSpPr>
        <p:spPr>
          <a:xfrm flipH="1">
            <a:off x="10084579" y="2956255"/>
            <a:ext cx="61081" cy="1984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8" name="S07-line814"/>
          <p:cNvSpPr/>
          <p:nvPr/>
        </p:nvSpPr>
        <p:spPr>
          <a:xfrm flipH="1">
            <a:off x="10116646" y="3082425"/>
            <a:ext cx="62820" cy="1335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9" name="S07-line815"/>
          <p:cNvSpPr/>
          <p:nvPr/>
        </p:nvSpPr>
        <p:spPr>
          <a:xfrm flipH="1">
            <a:off x="10136028" y="3211437"/>
            <a:ext cx="63872" cy="67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0" name="S07-line816"/>
          <p:cNvSpPr/>
          <p:nvPr/>
        </p:nvSpPr>
        <p:spPr>
          <a:xfrm flipH="1">
            <a:off x="10065443" y="3341878"/>
            <a:ext cx="1412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1" name="S07-line817"/>
          <p:cNvSpPr/>
          <p:nvPr/>
        </p:nvSpPr>
        <p:spPr>
          <a:xfrm flipH="1" flipV="1">
            <a:off x="10136028" y="3465606"/>
            <a:ext cx="63872" cy="67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2" name="S07-line818"/>
          <p:cNvSpPr/>
          <p:nvPr/>
        </p:nvSpPr>
        <p:spPr>
          <a:xfrm flipH="1" flipV="1">
            <a:off x="10116646" y="3587979"/>
            <a:ext cx="62820" cy="1335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3" name="S07-line819"/>
          <p:cNvSpPr/>
          <p:nvPr/>
        </p:nvSpPr>
        <p:spPr>
          <a:xfrm flipH="1" flipV="1">
            <a:off x="10084579" y="3707655"/>
            <a:ext cx="61081" cy="1984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4" name="S07-line820"/>
          <p:cNvSpPr/>
          <p:nvPr/>
        </p:nvSpPr>
        <p:spPr>
          <a:xfrm flipH="1" flipV="1">
            <a:off x="10040178" y="3823323"/>
            <a:ext cx="58671" cy="2612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5" name="S07-line821"/>
          <p:cNvSpPr/>
          <p:nvPr/>
        </p:nvSpPr>
        <p:spPr>
          <a:xfrm flipH="1" flipV="1">
            <a:off x="9917186" y="3895183"/>
            <a:ext cx="122363" cy="7064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6" name="S07-line822"/>
          <p:cNvSpPr/>
          <p:nvPr/>
        </p:nvSpPr>
        <p:spPr>
          <a:xfrm flipH="1" flipV="1">
            <a:off x="9916450" y="4037627"/>
            <a:ext cx="51958" cy="3775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7" name="S07-line823"/>
          <p:cNvSpPr/>
          <p:nvPr/>
        </p:nvSpPr>
        <p:spPr>
          <a:xfrm flipH="1" flipV="1">
            <a:off x="9838478" y="4133913"/>
            <a:ext cx="47728" cy="429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8" name="S07-line824"/>
          <p:cNvSpPr/>
          <p:nvPr/>
        </p:nvSpPr>
        <p:spPr>
          <a:xfrm flipH="1" flipV="1">
            <a:off x="9750869" y="4221522"/>
            <a:ext cx="42974" cy="4772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9" name="S07-line825"/>
          <p:cNvSpPr/>
          <p:nvPr/>
        </p:nvSpPr>
        <p:spPr>
          <a:xfrm flipH="1" flipV="1">
            <a:off x="9654583" y="4299494"/>
            <a:ext cx="37750" cy="5195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0" name="S07-line826"/>
          <p:cNvSpPr/>
          <p:nvPr/>
        </p:nvSpPr>
        <p:spPr>
          <a:xfrm flipH="1" flipV="1">
            <a:off x="9512139" y="4300230"/>
            <a:ext cx="70646" cy="12236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1" name="S07-line827"/>
          <p:cNvSpPr/>
          <p:nvPr/>
        </p:nvSpPr>
        <p:spPr>
          <a:xfrm flipH="1" flipV="1">
            <a:off x="9440279" y="4423222"/>
            <a:ext cx="26122" cy="586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2" name="S07-line828"/>
          <p:cNvSpPr/>
          <p:nvPr/>
        </p:nvSpPr>
        <p:spPr>
          <a:xfrm flipH="1" flipV="1">
            <a:off x="9324611" y="4467623"/>
            <a:ext cx="19846" cy="6108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3" name="S07-line829"/>
          <p:cNvSpPr/>
          <p:nvPr/>
        </p:nvSpPr>
        <p:spPr>
          <a:xfrm flipH="1" flipV="1">
            <a:off x="9204935" y="4499690"/>
            <a:ext cx="13353" cy="628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4" name="S07-line830"/>
          <p:cNvSpPr/>
          <p:nvPr/>
        </p:nvSpPr>
        <p:spPr>
          <a:xfrm flipH="1" flipV="1">
            <a:off x="9082562" y="4519072"/>
            <a:ext cx="6713" cy="638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5" name="S07-line831"/>
          <p:cNvSpPr/>
          <p:nvPr/>
        </p:nvSpPr>
        <p:spPr>
          <a:xfrm flipV="1">
            <a:off x="8958834" y="4448487"/>
            <a:ext cx="0" cy="1412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6" name="S07-line832"/>
          <p:cNvSpPr/>
          <p:nvPr/>
        </p:nvSpPr>
        <p:spPr>
          <a:xfrm flipV="1">
            <a:off x="8828393" y="4519072"/>
            <a:ext cx="6713" cy="638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7" name="S07-line833"/>
          <p:cNvSpPr/>
          <p:nvPr/>
        </p:nvSpPr>
        <p:spPr>
          <a:xfrm flipV="1">
            <a:off x="8699381" y="4499690"/>
            <a:ext cx="13353" cy="628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8" name="S07-line834"/>
          <p:cNvSpPr/>
          <p:nvPr/>
        </p:nvSpPr>
        <p:spPr>
          <a:xfrm flipV="1">
            <a:off x="8573211" y="4467623"/>
            <a:ext cx="19846" cy="6108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9" name="S07-line835"/>
          <p:cNvSpPr/>
          <p:nvPr/>
        </p:nvSpPr>
        <p:spPr>
          <a:xfrm flipV="1">
            <a:off x="8451267" y="4423222"/>
            <a:ext cx="26122" cy="586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0" name="S07-line836"/>
          <p:cNvSpPr/>
          <p:nvPr/>
        </p:nvSpPr>
        <p:spPr>
          <a:xfrm flipV="1">
            <a:off x="8334883" y="4300230"/>
            <a:ext cx="70646" cy="12236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1" name="S07-line837"/>
          <p:cNvSpPr/>
          <p:nvPr/>
        </p:nvSpPr>
        <p:spPr>
          <a:xfrm flipV="1">
            <a:off x="8225336" y="4299494"/>
            <a:ext cx="37750" cy="5195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2" name="S07-line838"/>
          <p:cNvSpPr/>
          <p:nvPr/>
        </p:nvSpPr>
        <p:spPr>
          <a:xfrm flipV="1">
            <a:off x="8123825" y="4221522"/>
            <a:ext cx="42974" cy="4772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3" name="S07-line839"/>
          <p:cNvSpPr/>
          <p:nvPr/>
        </p:nvSpPr>
        <p:spPr>
          <a:xfrm flipV="1">
            <a:off x="8031462" y="4133913"/>
            <a:ext cx="47728" cy="429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4" name="S07-line840"/>
          <p:cNvSpPr/>
          <p:nvPr/>
        </p:nvSpPr>
        <p:spPr>
          <a:xfrm flipV="1">
            <a:off x="7949260" y="4037627"/>
            <a:ext cx="51958" cy="3775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5" name="S07-line841"/>
          <p:cNvSpPr/>
          <p:nvPr/>
        </p:nvSpPr>
        <p:spPr>
          <a:xfrm flipV="1">
            <a:off x="7878119" y="3895183"/>
            <a:ext cx="122363" cy="7064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6" name="S07-line842"/>
          <p:cNvSpPr/>
          <p:nvPr/>
        </p:nvSpPr>
        <p:spPr>
          <a:xfrm flipV="1">
            <a:off x="7818819" y="3823323"/>
            <a:ext cx="58671" cy="2612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7" name="S07-line843"/>
          <p:cNvSpPr/>
          <p:nvPr/>
        </p:nvSpPr>
        <p:spPr>
          <a:xfrm flipV="1">
            <a:off x="7772009" y="3707655"/>
            <a:ext cx="61081" cy="1984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8" name="S07-line844"/>
          <p:cNvSpPr/>
          <p:nvPr/>
        </p:nvSpPr>
        <p:spPr>
          <a:xfrm flipV="1">
            <a:off x="7738202" y="3587979"/>
            <a:ext cx="62820" cy="1335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9" name="S07-line845"/>
          <p:cNvSpPr/>
          <p:nvPr/>
        </p:nvSpPr>
        <p:spPr>
          <a:xfrm flipV="1">
            <a:off x="7717768" y="3465606"/>
            <a:ext cx="63872" cy="67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0" name="S07-line846"/>
          <p:cNvSpPr/>
          <p:nvPr/>
        </p:nvSpPr>
        <p:spPr>
          <a:xfrm>
            <a:off x="7710932" y="3341878"/>
            <a:ext cx="1412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1" name="S07-line847"/>
          <p:cNvSpPr/>
          <p:nvPr/>
        </p:nvSpPr>
        <p:spPr>
          <a:xfrm>
            <a:off x="7717768" y="3211437"/>
            <a:ext cx="63872" cy="67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2" name="S07-line848"/>
          <p:cNvSpPr/>
          <p:nvPr/>
        </p:nvSpPr>
        <p:spPr>
          <a:xfrm>
            <a:off x="7738202" y="3082425"/>
            <a:ext cx="62820" cy="1335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3" name="S07-line849"/>
          <p:cNvSpPr/>
          <p:nvPr/>
        </p:nvSpPr>
        <p:spPr>
          <a:xfrm>
            <a:off x="7772009" y="2956255"/>
            <a:ext cx="61081" cy="1984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4" name="S07-line850"/>
          <p:cNvSpPr/>
          <p:nvPr/>
        </p:nvSpPr>
        <p:spPr>
          <a:xfrm>
            <a:off x="7818819" y="2834311"/>
            <a:ext cx="58671" cy="2612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5" name="S07-line851"/>
          <p:cNvSpPr/>
          <p:nvPr/>
        </p:nvSpPr>
        <p:spPr>
          <a:xfrm>
            <a:off x="7878119" y="2717927"/>
            <a:ext cx="122363" cy="7064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6" name="S07-line852"/>
          <p:cNvSpPr/>
          <p:nvPr/>
        </p:nvSpPr>
        <p:spPr>
          <a:xfrm>
            <a:off x="7949260" y="2608380"/>
            <a:ext cx="51958" cy="3775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7" name="S07-line853"/>
          <p:cNvSpPr/>
          <p:nvPr/>
        </p:nvSpPr>
        <p:spPr>
          <a:xfrm>
            <a:off x="8031462" y="2506869"/>
            <a:ext cx="47728" cy="429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8" name="S07-line854"/>
          <p:cNvSpPr/>
          <p:nvPr/>
        </p:nvSpPr>
        <p:spPr>
          <a:xfrm>
            <a:off x="8123825" y="2414506"/>
            <a:ext cx="42974" cy="4772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9" name="S07-line855"/>
          <p:cNvSpPr/>
          <p:nvPr/>
        </p:nvSpPr>
        <p:spPr>
          <a:xfrm>
            <a:off x="8225336" y="2332304"/>
            <a:ext cx="37750" cy="5195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0" name="S07-line856"/>
          <p:cNvSpPr/>
          <p:nvPr/>
        </p:nvSpPr>
        <p:spPr>
          <a:xfrm>
            <a:off x="8334883" y="2261163"/>
            <a:ext cx="70646" cy="12236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41" name="S07-line857"/>
          <p:cNvSpPr/>
          <p:nvPr/>
        </p:nvSpPr>
        <p:spPr>
          <a:xfrm>
            <a:off x="8451267" y="2201863"/>
            <a:ext cx="26122" cy="586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2" name="S07-line858"/>
          <p:cNvSpPr/>
          <p:nvPr/>
        </p:nvSpPr>
        <p:spPr>
          <a:xfrm>
            <a:off x="8573211" y="2155053"/>
            <a:ext cx="19846" cy="6108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3" name="S07-line859"/>
          <p:cNvSpPr/>
          <p:nvPr/>
        </p:nvSpPr>
        <p:spPr>
          <a:xfrm>
            <a:off x="8699381" y="2121246"/>
            <a:ext cx="13353" cy="628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4" name="S07-line860"/>
          <p:cNvSpPr/>
          <p:nvPr/>
        </p:nvSpPr>
        <p:spPr>
          <a:xfrm>
            <a:off x="8828393" y="2100812"/>
            <a:ext cx="6713" cy="638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5" name="S07-label861"/>
          <p:cNvSpPr txBox="1"/>
          <p:nvPr/>
        </p:nvSpPr>
        <p:spPr>
          <a:xfrm>
            <a:off x="9159771" y="233582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100" dirty="0"/>
          </a:p>
        </p:txBody>
      </p:sp>
      <p:sp>
        <p:nvSpPr>
          <p:cNvPr id="146" name="S07-label862"/>
          <p:cNvSpPr txBox="1"/>
          <p:nvPr/>
        </p:nvSpPr>
        <p:spPr>
          <a:xfrm>
            <a:off x="9507683" y="268374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100" dirty="0"/>
          </a:p>
        </p:txBody>
      </p:sp>
      <p:sp>
        <p:nvSpPr>
          <p:cNvPr id="147" name="S07-label863"/>
          <p:cNvSpPr txBox="1"/>
          <p:nvPr/>
        </p:nvSpPr>
        <p:spPr>
          <a:xfrm>
            <a:off x="9635028" y="315899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100" dirty="0"/>
          </a:p>
        </p:txBody>
      </p:sp>
      <p:sp>
        <p:nvSpPr>
          <p:cNvPr id="148" name="S07-label864"/>
          <p:cNvSpPr txBox="1"/>
          <p:nvPr/>
        </p:nvSpPr>
        <p:spPr>
          <a:xfrm>
            <a:off x="9507683" y="3634255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100" dirty="0"/>
          </a:p>
        </p:txBody>
      </p:sp>
      <p:sp>
        <p:nvSpPr>
          <p:cNvPr id="149" name="S07-label865"/>
          <p:cNvSpPr txBox="1"/>
          <p:nvPr/>
        </p:nvSpPr>
        <p:spPr>
          <a:xfrm>
            <a:off x="9159771" y="398216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100" dirty="0"/>
          </a:p>
        </p:txBody>
      </p:sp>
      <p:sp>
        <p:nvSpPr>
          <p:cNvPr id="150" name="S07-label866"/>
          <p:cNvSpPr txBox="1"/>
          <p:nvPr/>
        </p:nvSpPr>
        <p:spPr>
          <a:xfrm>
            <a:off x="8684514" y="410951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100" dirty="0"/>
          </a:p>
        </p:txBody>
      </p:sp>
      <p:sp>
        <p:nvSpPr>
          <p:cNvPr id="151" name="S07-label867"/>
          <p:cNvSpPr txBox="1"/>
          <p:nvPr/>
        </p:nvSpPr>
        <p:spPr>
          <a:xfrm>
            <a:off x="8209257" y="398216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100" dirty="0"/>
          </a:p>
        </p:txBody>
      </p:sp>
      <p:sp>
        <p:nvSpPr>
          <p:cNvPr id="152" name="S07-label868"/>
          <p:cNvSpPr txBox="1"/>
          <p:nvPr/>
        </p:nvSpPr>
        <p:spPr>
          <a:xfrm>
            <a:off x="7861345" y="3634255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100" dirty="0"/>
          </a:p>
        </p:txBody>
      </p:sp>
      <p:sp>
        <p:nvSpPr>
          <p:cNvPr id="153" name="S07-label869"/>
          <p:cNvSpPr txBox="1"/>
          <p:nvPr/>
        </p:nvSpPr>
        <p:spPr>
          <a:xfrm>
            <a:off x="7734000" y="315899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100" dirty="0"/>
          </a:p>
        </p:txBody>
      </p:sp>
      <p:sp>
        <p:nvSpPr>
          <p:cNvPr id="154" name="S07-label870"/>
          <p:cNvSpPr txBox="1"/>
          <p:nvPr/>
        </p:nvSpPr>
        <p:spPr>
          <a:xfrm>
            <a:off x="7861345" y="268374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100" dirty="0"/>
          </a:p>
        </p:txBody>
      </p:sp>
      <p:sp>
        <p:nvSpPr>
          <p:cNvPr id="155" name="S07-label871"/>
          <p:cNvSpPr txBox="1"/>
          <p:nvPr/>
        </p:nvSpPr>
        <p:spPr>
          <a:xfrm>
            <a:off x="8209257" y="233582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100" dirty="0"/>
          </a:p>
        </p:txBody>
      </p:sp>
      <p:sp>
        <p:nvSpPr>
          <p:cNvPr id="156" name="S07-label872"/>
          <p:cNvSpPr txBox="1"/>
          <p:nvPr/>
        </p:nvSpPr>
        <p:spPr>
          <a:xfrm>
            <a:off x="8684514" y="220848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100" dirty="0"/>
          </a:p>
        </p:txBody>
      </p:sp>
      <p:sp>
        <p:nvSpPr>
          <p:cNvPr id="157" name="S07-line873"/>
          <p:cNvSpPr/>
          <p:nvPr/>
        </p:nvSpPr>
        <p:spPr>
          <a:xfrm flipH="1">
            <a:off x="8432743" y="3341878"/>
            <a:ext cx="526091" cy="368373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158" name="S07-line874"/>
          <p:cNvSpPr/>
          <p:nvPr/>
        </p:nvSpPr>
        <p:spPr>
          <a:xfrm flipH="1" flipV="1">
            <a:off x="8091169" y="2840932"/>
            <a:ext cx="867665" cy="500946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159" name="S07-pin875"/>
          <p:cNvSpPr/>
          <p:nvPr/>
        </p:nvSpPr>
        <p:spPr>
          <a:xfrm>
            <a:off x="8903970" y="3287014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0" name="S07-text876"/>
          <p:cNvSpPr txBox="1"/>
          <p:nvPr/>
        </p:nvSpPr>
        <p:spPr>
          <a:xfrm>
            <a:off x="6277356" y="4626356"/>
            <a:ext cx="5362956" cy="494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짧은바늘이 아직 8 전이에요.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1시간은 60분</a:t>
            </a:r>
            <a:endParaRPr lang="ko-KR" sz="4400" dirty="0"/>
          </a:p>
        </p:txBody>
      </p:sp>
      <p:sp>
        <p:nvSpPr>
          <p:cNvPr id="3" name="S08-text87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긴바늘이 한 바퀴 돌면 60분이에요.</a:t>
            </a:r>
            <a:endParaRPr lang="ko-KR" sz="3200" dirty="0"/>
          </a:p>
        </p:txBody>
      </p:sp>
      <p:sp>
        <p:nvSpPr>
          <p:cNvPr id="4" name="S08-card878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879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1시간 = 60분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짧은바늘은 숫자 한 칸만 움직여요.</a:t>
            </a:r>
            <a:endParaRPr lang="ko-KR" sz="3200" dirty="0"/>
          </a:p>
        </p:txBody>
      </p:sp>
      <p:sp>
        <p:nvSpPr>
          <p:cNvPr id="6" name="S08-figure880" descr="시계: 1시"/>
          <p:cNvSpPr/>
          <p:nvPr/>
        </p:nvSpPr>
        <p:spPr>
          <a:xfrm>
            <a:off x="2164207" y="2011680"/>
            <a:ext cx="2154682" cy="2154682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7" name="S08-line881"/>
          <p:cNvSpPr/>
          <p:nvPr/>
        </p:nvSpPr>
        <p:spPr>
          <a:xfrm>
            <a:off x="3241548" y="2048256"/>
            <a:ext cx="0" cy="118508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" name="S08-line882"/>
          <p:cNvSpPr/>
          <p:nvPr/>
        </p:nvSpPr>
        <p:spPr>
          <a:xfrm flipH="1">
            <a:off x="3344707" y="2053957"/>
            <a:ext cx="5631" cy="535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8-line883"/>
          <p:cNvSpPr/>
          <p:nvPr/>
        </p:nvSpPr>
        <p:spPr>
          <a:xfrm flipH="1">
            <a:off x="3446736" y="2070999"/>
            <a:ext cx="11200" cy="5269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8-line884"/>
          <p:cNvSpPr/>
          <p:nvPr/>
        </p:nvSpPr>
        <p:spPr>
          <a:xfrm flipH="1">
            <a:off x="3546516" y="2099195"/>
            <a:ext cx="16646" cy="512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08-line885"/>
          <p:cNvSpPr/>
          <p:nvPr/>
        </p:nvSpPr>
        <p:spPr>
          <a:xfrm flipH="1">
            <a:off x="3642956" y="2138235"/>
            <a:ext cx="21910" cy="4921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8-line886"/>
          <p:cNvSpPr/>
          <p:nvPr/>
        </p:nvSpPr>
        <p:spPr>
          <a:xfrm flipH="1">
            <a:off x="3702677" y="2187692"/>
            <a:ext cx="59254" cy="10263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" name="S08-line887"/>
          <p:cNvSpPr/>
          <p:nvPr/>
        </p:nvSpPr>
        <p:spPr>
          <a:xfrm flipH="1">
            <a:off x="3821632" y="2247024"/>
            <a:ext cx="31662" cy="435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8-line888"/>
          <p:cNvSpPr/>
          <p:nvPr/>
        </p:nvSpPr>
        <p:spPr>
          <a:xfrm flipH="1">
            <a:off x="3901912" y="2315582"/>
            <a:ext cx="36044" cy="400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8-line889"/>
          <p:cNvSpPr/>
          <p:nvPr/>
        </p:nvSpPr>
        <p:spPr>
          <a:xfrm flipH="1">
            <a:off x="3974956" y="2392613"/>
            <a:ext cx="40031" cy="360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08-line890"/>
          <p:cNvSpPr/>
          <p:nvPr/>
        </p:nvSpPr>
        <p:spPr>
          <a:xfrm flipH="1">
            <a:off x="4039965" y="2477275"/>
            <a:ext cx="43579" cy="3166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08-line891"/>
          <p:cNvSpPr/>
          <p:nvPr/>
        </p:nvSpPr>
        <p:spPr>
          <a:xfrm flipH="1">
            <a:off x="4040246" y="2568639"/>
            <a:ext cx="102631" cy="5925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8" name="S08-line892"/>
          <p:cNvSpPr/>
          <p:nvPr/>
        </p:nvSpPr>
        <p:spPr>
          <a:xfrm flipH="1">
            <a:off x="4143124" y="2665704"/>
            <a:ext cx="49210" cy="2191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8-line893"/>
          <p:cNvSpPr/>
          <p:nvPr/>
        </p:nvSpPr>
        <p:spPr>
          <a:xfrm flipH="1">
            <a:off x="4180144" y="2767407"/>
            <a:ext cx="51231" cy="1664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8-line894"/>
          <p:cNvSpPr/>
          <p:nvPr/>
        </p:nvSpPr>
        <p:spPr>
          <a:xfrm flipH="1">
            <a:off x="4206880" y="2872634"/>
            <a:ext cx="52690" cy="112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8-line895"/>
          <p:cNvSpPr/>
          <p:nvPr/>
        </p:nvSpPr>
        <p:spPr>
          <a:xfrm flipH="1">
            <a:off x="4223040" y="2980231"/>
            <a:ext cx="53572" cy="56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8-line896"/>
          <p:cNvSpPr/>
          <p:nvPr/>
        </p:nvSpPr>
        <p:spPr>
          <a:xfrm flipH="1">
            <a:off x="4163805" y="3089021"/>
            <a:ext cx="118508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3" name="S08-line897"/>
          <p:cNvSpPr/>
          <p:nvPr/>
        </p:nvSpPr>
        <p:spPr>
          <a:xfrm flipH="1" flipV="1">
            <a:off x="4223040" y="3192180"/>
            <a:ext cx="53572" cy="56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8-line898"/>
          <p:cNvSpPr/>
          <p:nvPr/>
        </p:nvSpPr>
        <p:spPr>
          <a:xfrm flipH="1" flipV="1">
            <a:off x="4206880" y="3294209"/>
            <a:ext cx="52690" cy="112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8-line899"/>
          <p:cNvSpPr/>
          <p:nvPr/>
        </p:nvSpPr>
        <p:spPr>
          <a:xfrm flipH="1" flipV="1">
            <a:off x="4180144" y="3393989"/>
            <a:ext cx="51231" cy="1664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08-line900"/>
          <p:cNvSpPr/>
          <p:nvPr/>
        </p:nvSpPr>
        <p:spPr>
          <a:xfrm flipH="1" flipV="1">
            <a:off x="4143124" y="3490429"/>
            <a:ext cx="49210" cy="2191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08-line901"/>
          <p:cNvSpPr/>
          <p:nvPr/>
        </p:nvSpPr>
        <p:spPr>
          <a:xfrm flipH="1" flipV="1">
            <a:off x="4040246" y="3550150"/>
            <a:ext cx="102631" cy="5925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8" name="S08-line902"/>
          <p:cNvSpPr/>
          <p:nvPr/>
        </p:nvSpPr>
        <p:spPr>
          <a:xfrm flipH="1" flipV="1">
            <a:off x="4039965" y="3669105"/>
            <a:ext cx="43579" cy="3166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8-line903"/>
          <p:cNvSpPr/>
          <p:nvPr/>
        </p:nvSpPr>
        <p:spPr>
          <a:xfrm flipH="1" flipV="1">
            <a:off x="3974956" y="3749385"/>
            <a:ext cx="40031" cy="360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8-line904"/>
          <p:cNvSpPr/>
          <p:nvPr/>
        </p:nvSpPr>
        <p:spPr>
          <a:xfrm flipH="1" flipV="1">
            <a:off x="3901912" y="3822429"/>
            <a:ext cx="36044" cy="400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08-line905"/>
          <p:cNvSpPr/>
          <p:nvPr/>
        </p:nvSpPr>
        <p:spPr>
          <a:xfrm flipH="1" flipV="1">
            <a:off x="3821632" y="3887438"/>
            <a:ext cx="31662" cy="435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8-line906"/>
          <p:cNvSpPr/>
          <p:nvPr/>
        </p:nvSpPr>
        <p:spPr>
          <a:xfrm flipH="1" flipV="1">
            <a:off x="3702677" y="3887719"/>
            <a:ext cx="59254" cy="10263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3" name="S08-line907"/>
          <p:cNvSpPr/>
          <p:nvPr/>
        </p:nvSpPr>
        <p:spPr>
          <a:xfrm flipH="1" flipV="1">
            <a:off x="3642956" y="3990597"/>
            <a:ext cx="21910" cy="4921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8-line908"/>
          <p:cNvSpPr/>
          <p:nvPr/>
        </p:nvSpPr>
        <p:spPr>
          <a:xfrm flipH="1" flipV="1">
            <a:off x="3546516" y="4027617"/>
            <a:ext cx="16646" cy="512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8-line909"/>
          <p:cNvSpPr/>
          <p:nvPr/>
        </p:nvSpPr>
        <p:spPr>
          <a:xfrm flipH="1" flipV="1">
            <a:off x="3446736" y="4054353"/>
            <a:ext cx="11200" cy="5269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08-line910"/>
          <p:cNvSpPr/>
          <p:nvPr/>
        </p:nvSpPr>
        <p:spPr>
          <a:xfrm flipH="1" flipV="1">
            <a:off x="3344707" y="4070513"/>
            <a:ext cx="5631" cy="535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08-line911"/>
          <p:cNvSpPr/>
          <p:nvPr/>
        </p:nvSpPr>
        <p:spPr>
          <a:xfrm flipV="1">
            <a:off x="3241548" y="4011278"/>
            <a:ext cx="0" cy="118508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8" name="S08-line912"/>
          <p:cNvSpPr/>
          <p:nvPr/>
        </p:nvSpPr>
        <p:spPr>
          <a:xfrm flipV="1">
            <a:off x="3132758" y="4070513"/>
            <a:ext cx="5631" cy="535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8-line913"/>
          <p:cNvSpPr/>
          <p:nvPr/>
        </p:nvSpPr>
        <p:spPr>
          <a:xfrm flipV="1">
            <a:off x="3025161" y="4054353"/>
            <a:ext cx="11200" cy="5269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8-line914"/>
          <p:cNvSpPr/>
          <p:nvPr/>
        </p:nvSpPr>
        <p:spPr>
          <a:xfrm flipV="1">
            <a:off x="2919934" y="4027617"/>
            <a:ext cx="16646" cy="512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08-line915"/>
          <p:cNvSpPr/>
          <p:nvPr/>
        </p:nvSpPr>
        <p:spPr>
          <a:xfrm flipV="1">
            <a:off x="2818231" y="3990597"/>
            <a:ext cx="21910" cy="4921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08-line916"/>
          <p:cNvSpPr/>
          <p:nvPr/>
        </p:nvSpPr>
        <p:spPr>
          <a:xfrm flipV="1">
            <a:off x="2721166" y="3887719"/>
            <a:ext cx="59254" cy="10263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3" name="S08-line917"/>
          <p:cNvSpPr/>
          <p:nvPr/>
        </p:nvSpPr>
        <p:spPr>
          <a:xfrm flipV="1">
            <a:off x="2629802" y="3887438"/>
            <a:ext cx="31662" cy="435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8-line918"/>
          <p:cNvSpPr/>
          <p:nvPr/>
        </p:nvSpPr>
        <p:spPr>
          <a:xfrm flipV="1">
            <a:off x="2545140" y="3822429"/>
            <a:ext cx="36044" cy="400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8-line919"/>
          <p:cNvSpPr/>
          <p:nvPr/>
        </p:nvSpPr>
        <p:spPr>
          <a:xfrm flipV="1">
            <a:off x="2468109" y="3749385"/>
            <a:ext cx="40031" cy="360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08-line920"/>
          <p:cNvSpPr/>
          <p:nvPr/>
        </p:nvSpPr>
        <p:spPr>
          <a:xfrm flipV="1">
            <a:off x="2399551" y="3669105"/>
            <a:ext cx="43579" cy="3166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08-line921"/>
          <p:cNvSpPr/>
          <p:nvPr/>
        </p:nvSpPr>
        <p:spPr>
          <a:xfrm flipV="1">
            <a:off x="2340219" y="3550150"/>
            <a:ext cx="102631" cy="5925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8" name="S08-line922"/>
          <p:cNvSpPr/>
          <p:nvPr/>
        </p:nvSpPr>
        <p:spPr>
          <a:xfrm flipV="1">
            <a:off x="2290762" y="3490429"/>
            <a:ext cx="49210" cy="2191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8-line923"/>
          <p:cNvSpPr/>
          <p:nvPr/>
        </p:nvSpPr>
        <p:spPr>
          <a:xfrm flipV="1">
            <a:off x="2251722" y="3393989"/>
            <a:ext cx="51231" cy="1664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8-line924"/>
          <p:cNvSpPr/>
          <p:nvPr/>
        </p:nvSpPr>
        <p:spPr>
          <a:xfrm flipV="1">
            <a:off x="2223526" y="3294209"/>
            <a:ext cx="52690" cy="112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08-line925"/>
          <p:cNvSpPr/>
          <p:nvPr/>
        </p:nvSpPr>
        <p:spPr>
          <a:xfrm flipV="1">
            <a:off x="2206484" y="3192180"/>
            <a:ext cx="53572" cy="56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08-line926"/>
          <p:cNvSpPr/>
          <p:nvPr/>
        </p:nvSpPr>
        <p:spPr>
          <a:xfrm>
            <a:off x="2200783" y="3089021"/>
            <a:ext cx="118508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3" name="S08-line927"/>
          <p:cNvSpPr/>
          <p:nvPr/>
        </p:nvSpPr>
        <p:spPr>
          <a:xfrm>
            <a:off x="2206484" y="2980231"/>
            <a:ext cx="53572" cy="56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8-line928"/>
          <p:cNvSpPr/>
          <p:nvPr/>
        </p:nvSpPr>
        <p:spPr>
          <a:xfrm>
            <a:off x="2223526" y="2872634"/>
            <a:ext cx="52690" cy="112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8-line929"/>
          <p:cNvSpPr/>
          <p:nvPr/>
        </p:nvSpPr>
        <p:spPr>
          <a:xfrm>
            <a:off x="2251722" y="2767407"/>
            <a:ext cx="51231" cy="1664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08-line930"/>
          <p:cNvSpPr/>
          <p:nvPr/>
        </p:nvSpPr>
        <p:spPr>
          <a:xfrm>
            <a:off x="2290762" y="2665704"/>
            <a:ext cx="49210" cy="2191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08-line931"/>
          <p:cNvSpPr/>
          <p:nvPr/>
        </p:nvSpPr>
        <p:spPr>
          <a:xfrm>
            <a:off x="2340219" y="2568639"/>
            <a:ext cx="102631" cy="5925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8" name="S08-line932"/>
          <p:cNvSpPr/>
          <p:nvPr/>
        </p:nvSpPr>
        <p:spPr>
          <a:xfrm>
            <a:off x="2399551" y="2477275"/>
            <a:ext cx="43579" cy="3166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8-line933"/>
          <p:cNvSpPr/>
          <p:nvPr/>
        </p:nvSpPr>
        <p:spPr>
          <a:xfrm>
            <a:off x="2468109" y="2392613"/>
            <a:ext cx="40031" cy="360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08-line934"/>
          <p:cNvSpPr/>
          <p:nvPr/>
        </p:nvSpPr>
        <p:spPr>
          <a:xfrm>
            <a:off x="2545140" y="2315582"/>
            <a:ext cx="36044" cy="400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08-line935"/>
          <p:cNvSpPr/>
          <p:nvPr/>
        </p:nvSpPr>
        <p:spPr>
          <a:xfrm>
            <a:off x="2629802" y="2247024"/>
            <a:ext cx="31662" cy="435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08-line936"/>
          <p:cNvSpPr/>
          <p:nvPr/>
        </p:nvSpPr>
        <p:spPr>
          <a:xfrm>
            <a:off x="2721166" y="2187692"/>
            <a:ext cx="59254" cy="10263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3" name="S08-line937"/>
          <p:cNvSpPr/>
          <p:nvPr/>
        </p:nvSpPr>
        <p:spPr>
          <a:xfrm>
            <a:off x="2818231" y="2138235"/>
            <a:ext cx="21910" cy="4921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08-line938"/>
          <p:cNvSpPr/>
          <p:nvPr/>
        </p:nvSpPr>
        <p:spPr>
          <a:xfrm>
            <a:off x="2919934" y="2099195"/>
            <a:ext cx="16646" cy="512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08-line939"/>
          <p:cNvSpPr/>
          <p:nvPr/>
        </p:nvSpPr>
        <p:spPr>
          <a:xfrm>
            <a:off x="3025161" y="2070999"/>
            <a:ext cx="11200" cy="5269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08-line940"/>
          <p:cNvSpPr/>
          <p:nvPr/>
        </p:nvSpPr>
        <p:spPr>
          <a:xfrm>
            <a:off x="3132758" y="2053957"/>
            <a:ext cx="5631" cy="535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7" name="S08-label941"/>
          <p:cNvSpPr txBox="1"/>
          <p:nvPr/>
        </p:nvSpPr>
        <p:spPr>
          <a:xfrm>
            <a:off x="3365844" y="221571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1800" dirty="0"/>
          </a:p>
        </p:txBody>
      </p:sp>
      <p:sp>
        <p:nvSpPr>
          <p:cNvPr id="68" name="S08-label942"/>
          <p:cNvSpPr txBox="1"/>
          <p:nvPr/>
        </p:nvSpPr>
        <p:spPr>
          <a:xfrm>
            <a:off x="3657651" y="2507525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1800" dirty="0"/>
          </a:p>
        </p:txBody>
      </p:sp>
      <p:sp>
        <p:nvSpPr>
          <p:cNvPr id="69" name="S08-label943"/>
          <p:cNvSpPr txBox="1"/>
          <p:nvPr/>
        </p:nvSpPr>
        <p:spPr>
          <a:xfrm>
            <a:off x="3764460" y="290614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1800" dirty="0"/>
          </a:p>
        </p:txBody>
      </p:sp>
      <p:sp>
        <p:nvSpPr>
          <p:cNvPr id="70" name="S08-label944"/>
          <p:cNvSpPr txBox="1"/>
          <p:nvPr/>
        </p:nvSpPr>
        <p:spPr>
          <a:xfrm>
            <a:off x="3657651" y="330475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1800" dirty="0"/>
          </a:p>
        </p:txBody>
      </p:sp>
      <p:sp>
        <p:nvSpPr>
          <p:cNvPr id="71" name="S08-label945"/>
          <p:cNvSpPr txBox="1"/>
          <p:nvPr/>
        </p:nvSpPr>
        <p:spPr>
          <a:xfrm>
            <a:off x="3365844" y="359656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1800" dirty="0"/>
          </a:p>
        </p:txBody>
      </p:sp>
      <p:sp>
        <p:nvSpPr>
          <p:cNvPr id="72" name="S08-label946"/>
          <p:cNvSpPr txBox="1"/>
          <p:nvPr/>
        </p:nvSpPr>
        <p:spPr>
          <a:xfrm>
            <a:off x="2967228" y="370337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1800" dirty="0"/>
          </a:p>
        </p:txBody>
      </p:sp>
      <p:sp>
        <p:nvSpPr>
          <p:cNvPr id="73" name="S08-label947"/>
          <p:cNvSpPr txBox="1"/>
          <p:nvPr/>
        </p:nvSpPr>
        <p:spPr>
          <a:xfrm>
            <a:off x="2568612" y="359656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1800" dirty="0"/>
          </a:p>
        </p:txBody>
      </p:sp>
      <p:sp>
        <p:nvSpPr>
          <p:cNvPr id="74" name="S08-label948"/>
          <p:cNvSpPr txBox="1"/>
          <p:nvPr/>
        </p:nvSpPr>
        <p:spPr>
          <a:xfrm>
            <a:off x="2276805" y="330475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1800" dirty="0"/>
          </a:p>
        </p:txBody>
      </p:sp>
      <p:sp>
        <p:nvSpPr>
          <p:cNvPr id="75" name="S08-label949"/>
          <p:cNvSpPr txBox="1"/>
          <p:nvPr/>
        </p:nvSpPr>
        <p:spPr>
          <a:xfrm>
            <a:off x="2169996" y="290614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1800" dirty="0"/>
          </a:p>
        </p:txBody>
      </p:sp>
      <p:sp>
        <p:nvSpPr>
          <p:cNvPr id="76" name="S08-label950"/>
          <p:cNvSpPr txBox="1"/>
          <p:nvPr/>
        </p:nvSpPr>
        <p:spPr>
          <a:xfrm>
            <a:off x="2276805" y="2507525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800" dirty="0"/>
          </a:p>
        </p:txBody>
      </p:sp>
      <p:sp>
        <p:nvSpPr>
          <p:cNvPr id="77" name="S08-label951"/>
          <p:cNvSpPr txBox="1"/>
          <p:nvPr/>
        </p:nvSpPr>
        <p:spPr>
          <a:xfrm>
            <a:off x="2568612" y="221571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1800" dirty="0"/>
          </a:p>
        </p:txBody>
      </p:sp>
      <p:sp>
        <p:nvSpPr>
          <p:cNvPr id="78" name="S08-label952"/>
          <p:cNvSpPr txBox="1"/>
          <p:nvPr/>
        </p:nvSpPr>
        <p:spPr>
          <a:xfrm>
            <a:off x="2967228" y="210890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1800" dirty="0"/>
          </a:p>
        </p:txBody>
      </p:sp>
      <p:sp>
        <p:nvSpPr>
          <p:cNvPr id="79" name="S08-line953"/>
          <p:cNvSpPr/>
          <p:nvPr/>
        </p:nvSpPr>
        <p:spPr>
          <a:xfrm flipV="1">
            <a:off x="3241548" y="2622519"/>
            <a:ext cx="269335" cy="466502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80" name="S08-line954"/>
          <p:cNvSpPr/>
          <p:nvPr/>
        </p:nvSpPr>
        <p:spPr>
          <a:xfrm flipV="1">
            <a:off x="3241548" y="2248695"/>
            <a:ext cx="0" cy="840326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81" name="S08-pin955"/>
          <p:cNvSpPr/>
          <p:nvPr/>
        </p:nvSpPr>
        <p:spPr>
          <a:xfrm>
            <a:off x="3186684" y="3034157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2" name="S08-label956"/>
          <p:cNvSpPr txBox="1"/>
          <p:nvPr/>
        </p:nvSpPr>
        <p:spPr>
          <a:xfrm>
            <a:off x="548640" y="4239514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1시</a:t>
            </a:r>
            <a:endParaRPr lang="ko-KR" sz="2600" dirty="0"/>
          </a:p>
        </p:txBody>
      </p:sp>
      <p:sp>
        <p:nvSpPr>
          <p:cNvPr id="83" name="S08-figure957" descr="시계: 2시"/>
          <p:cNvSpPr/>
          <p:nvPr/>
        </p:nvSpPr>
        <p:spPr>
          <a:xfrm>
            <a:off x="7870063" y="2011680"/>
            <a:ext cx="2154682" cy="2154682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84" name="S08-line958"/>
          <p:cNvSpPr/>
          <p:nvPr/>
        </p:nvSpPr>
        <p:spPr>
          <a:xfrm>
            <a:off x="8947404" y="2048256"/>
            <a:ext cx="0" cy="118508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5" name="S08-line959"/>
          <p:cNvSpPr/>
          <p:nvPr/>
        </p:nvSpPr>
        <p:spPr>
          <a:xfrm flipH="1">
            <a:off x="9050563" y="2053957"/>
            <a:ext cx="5631" cy="535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6" name="S08-line960"/>
          <p:cNvSpPr/>
          <p:nvPr/>
        </p:nvSpPr>
        <p:spPr>
          <a:xfrm flipH="1">
            <a:off x="9152592" y="2070999"/>
            <a:ext cx="11200" cy="5269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7" name="S08-line961"/>
          <p:cNvSpPr/>
          <p:nvPr/>
        </p:nvSpPr>
        <p:spPr>
          <a:xfrm flipH="1">
            <a:off x="9252372" y="2099195"/>
            <a:ext cx="16646" cy="512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8" name="S08-line962"/>
          <p:cNvSpPr/>
          <p:nvPr/>
        </p:nvSpPr>
        <p:spPr>
          <a:xfrm flipH="1">
            <a:off x="9348812" y="2138235"/>
            <a:ext cx="21910" cy="4921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9" name="S08-line963"/>
          <p:cNvSpPr/>
          <p:nvPr/>
        </p:nvSpPr>
        <p:spPr>
          <a:xfrm flipH="1">
            <a:off x="9408533" y="2187692"/>
            <a:ext cx="59254" cy="10263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0" name="S08-line964"/>
          <p:cNvSpPr/>
          <p:nvPr/>
        </p:nvSpPr>
        <p:spPr>
          <a:xfrm flipH="1">
            <a:off x="9527488" y="2247024"/>
            <a:ext cx="31662" cy="435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1" name="S08-line965"/>
          <p:cNvSpPr/>
          <p:nvPr/>
        </p:nvSpPr>
        <p:spPr>
          <a:xfrm flipH="1">
            <a:off x="9607768" y="2315582"/>
            <a:ext cx="36044" cy="400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2" name="S08-line966"/>
          <p:cNvSpPr/>
          <p:nvPr/>
        </p:nvSpPr>
        <p:spPr>
          <a:xfrm flipH="1">
            <a:off x="9680812" y="2392613"/>
            <a:ext cx="40031" cy="360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3" name="S08-line967"/>
          <p:cNvSpPr/>
          <p:nvPr/>
        </p:nvSpPr>
        <p:spPr>
          <a:xfrm flipH="1">
            <a:off x="9745821" y="2477275"/>
            <a:ext cx="43579" cy="3166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4" name="S08-line968"/>
          <p:cNvSpPr/>
          <p:nvPr/>
        </p:nvSpPr>
        <p:spPr>
          <a:xfrm flipH="1">
            <a:off x="9746102" y="2568639"/>
            <a:ext cx="102631" cy="5925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5" name="S08-line969"/>
          <p:cNvSpPr/>
          <p:nvPr/>
        </p:nvSpPr>
        <p:spPr>
          <a:xfrm flipH="1">
            <a:off x="9848980" y="2665704"/>
            <a:ext cx="49210" cy="2191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6" name="S08-line970"/>
          <p:cNvSpPr/>
          <p:nvPr/>
        </p:nvSpPr>
        <p:spPr>
          <a:xfrm flipH="1">
            <a:off x="9886000" y="2767407"/>
            <a:ext cx="51231" cy="1664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7" name="S08-line971"/>
          <p:cNvSpPr/>
          <p:nvPr/>
        </p:nvSpPr>
        <p:spPr>
          <a:xfrm flipH="1">
            <a:off x="9912736" y="2872634"/>
            <a:ext cx="52690" cy="112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8" name="S08-line972"/>
          <p:cNvSpPr/>
          <p:nvPr/>
        </p:nvSpPr>
        <p:spPr>
          <a:xfrm flipH="1">
            <a:off x="9928896" y="2980231"/>
            <a:ext cx="53572" cy="56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9" name="S08-line973"/>
          <p:cNvSpPr/>
          <p:nvPr/>
        </p:nvSpPr>
        <p:spPr>
          <a:xfrm flipH="1">
            <a:off x="9869661" y="3089021"/>
            <a:ext cx="118508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0" name="S08-line974"/>
          <p:cNvSpPr/>
          <p:nvPr/>
        </p:nvSpPr>
        <p:spPr>
          <a:xfrm flipH="1" flipV="1">
            <a:off x="9928896" y="3192180"/>
            <a:ext cx="53572" cy="56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1" name="S08-line975"/>
          <p:cNvSpPr/>
          <p:nvPr/>
        </p:nvSpPr>
        <p:spPr>
          <a:xfrm flipH="1" flipV="1">
            <a:off x="9912736" y="3294209"/>
            <a:ext cx="52690" cy="112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2" name="S08-line976"/>
          <p:cNvSpPr/>
          <p:nvPr/>
        </p:nvSpPr>
        <p:spPr>
          <a:xfrm flipH="1" flipV="1">
            <a:off x="9886000" y="3393989"/>
            <a:ext cx="51231" cy="1664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3" name="S08-line977"/>
          <p:cNvSpPr/>
          <p:nvPr/>
        </p:nvSpPr>
        <p:spPr>
          <a:xfrm flipH="1" flipV="1">
            <a:off x="9848980" y="3490429"/>
            <a:ext cx="49210" cy="2191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4" name="S08-line978"/>
          <p:cNvSpPr/>
          <p:nvPr/>
        </p:nvSpPr>
        <p:spPr>
          <a:xfrm flipH="1" flipV="1">
            <a:off x="9746102" y="3550150"/>
            <a:ext cx="102631" cy="5925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5" name="S08-line979"/>
          <p:cNvSpPr/>
          <p:nvPr/>
        </p:nvSpPr>
        <p:spPr>
          <a:xfrm flipH="1" flipV="1">
            <a:off x="9745821" y="3669105"/>
            <a:ext cx="43579" cy="3166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6" name="S08-line980"/>
          <p:cNvSpPr/>
          <p:nvPr/>
        </p:nvSpPr>
        <p:spPr>
          <a:xfrm flipH="1" flipV="1">
            <a:off x="9680812" y="3749385"/>
            <a:ext cx="40031" cy="360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7" name="S08-line981"/>
          <p:cNvSpPr/>
          <p:nvPr/>
        </p:nvSpPr>
        <p:spPr>
          <a:xfrm flipH="1" flipV="1">
            <a:off x="9607768" y="3822429"/>
            <a:ext cx="36044" cy="400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8" name="S08-line982"/>
          <p:cNvSpPr/>
          <p:nvPr/>
        </p:nvSpPr>
        <p:spPr>
          <a:xfrm flipH="1" flipV="1">
            <a:off x="9527488" y="3887438"/>
            <a:ext cx="31662" cy="435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9" name="S08-line983"/>
          <p:cNvSpPr/>
          <p:nvPr/>
        </p:nvSpPr>
        <p:spPr>
          <a:xfrm flipH="1" flipV="1">
            <a:off x="9408533" y="3887719"/>
            <a:ext cx="59254" cy="10263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0" name="S08-line984"/>
          <p:cNvSpPr/>
          <p:nvPr/>
        </p:nvSpPr>
        <p:spPr>
          <a:xfrm flipH="1" flipV="1">
            <a:off x="9348812" y="3990597"/>
            <a:ext cx="21910" cy="4921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1" name="S08-line985"/>
          <p:cNvSpPr/>
          <p:nvPr/>
        </p:nvSpPr>
        <p:spPr>
          <a:xfrm flipH="1" flipV="1">
            <a:off x="9252372" y="4027617"/>
            <a:ext cx="16646" cy="512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2" name="S08-line986"/>
          <p:cNvSpPr/>
          <p:nvPr/>
        </p:nvSpPr>
        <p:spPr>
          <a:xfrm flipH="1" flipV="1">
            <a:off x="9152592" y="4054353"/>
            <a:ext cx="11200" cy="5269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3" name="S08-line987"/>
          <p:cNvSpPr/>
          <p:nvPr/>
        </p:nvSpPr>
        <p:spPr>
          <a:xfrm flipH="1" flipV="1">
            <a:off x="9050563" y="4070513"/>
            <a:ext cx="5631" cy="535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4" name="S08-line988"/>
          <p:cNvSpPr/>
          <p:nvPr/>
        </p:nvSpPr>
        <p:spPr>
          <a:xfrm flipV="1">
            <a:off x="8947404" y="4011278"/>
            <a:ext cx="0" cy="118508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5" name="S08-line989"/>
          <p:cNvSpPr/>
          <p:nvPr/>
        </p:nvSpPr>
        <p:spPr>
          <a:xfrm flipV="1">
            <a:off x="8838614" y="4070513"/>
            <a:ext cx="5631" cy="535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6" name="S08-line990"/>
          <p:cNvSpPr/>
          <p:nvPr/>
        </p:nvSpPr>
        <p:spPr>
          <a:xfrm flipV="1">
            <a:off x="8731017" y="4054353"/>
            <a:ext cx="11200" cy="5269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7" name="S08-line991"/>
          <p:cNvSpPr/>
          <p:nvPr/>
        </p:nvSpPr>
        <p:spPr>
          <a:xfrm flipV="1">
            <a:off x="8625790" y="4027617"/>
            <a:ext cx="16646" cy="512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8" name="S08-line992"/>
          <p:cNvSpPr/>
          <p:nvPr/>
        </p:nvSpPr>
        <p:spPr>
          <a:xfrm flipV="1">
            <a:off x="8524087" y="3990597"/>
            <a:ext cx="21910" cy="4921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9" name="S08-line993"/>
          <p:cNvSpPr/>
          <p:nvPr/>
        </p:nvSpPr>
        <p:spPr>
          <a:xfrm flipV="1">
            <a:off x="8427022" y="3887719"/>
            <a:ext cx="59254" cy="10263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0" name="S08-line994"/>
          <p:cNvSpPr/>
          <p:nvPr/>
        </p:nvSpPr>
        <p:spPr>
          <a:xfrm flipV="1">
            <a:off x="8335658" y="3887438"/>
            <a:ext cx="31662" cy="435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1" name="S08-line995"/>
          <p:cNvSpPr/>
          <p:nvPr/>
        </p:nvSpPr>
        <p:spPr>
          <a:xfrm flipV="1">
            <a:off x="8250996" y="3822429"/>
            <a:ext cx="36044" cy="400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2" name="S08-line996"/>
          <p:cNvSpPr/>
          <p:nvPr/>
        </p:nvSpPr>
        <p:spPr>
          <a:xfrm flipV="1">
            <a:off x="8173965" y="3749385"/>
            <a:ext cx="40031" cy="360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3" name="S08-line997"/>
          <p:cNvSpPr/>
          <p:nvPr/>
        </p:nvSpPr>
        <p:spPr>
          <a:xfrm flipV="1">
            <a:off x="8105407" y="3669105"/>
            <a:ext cx="43579" cy="3166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4" name="S08-line998"/>
          <p:cNvSpPr/>
          <p:nvPr/>
        </p:nvSpPr>
        <p:spPr>
          <a:xfrm flipV="1">
            <a:off x="8046075" y="3550150"/>
            <a:ext cx="102631" cy="5925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5" name="S08-line999"/>
          <p:cNvSpPr/>
          <p:nvPr/>
        </p:nvSpPr>
        <p:spPr>
          <a:xfrm flipV="1">
            <a:off x="7996618" y="3490429"/>
            <a:ext cx="49210" cy="2191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6" name="S08-line1000"/>
          <p:cNvSpPr/>
          <p:nvPr/>
        </p:nvSpPr>
        <p:spPr>
          <a:xfrm flipV="1">
            <a:off x="7957578" y="3393989"/>
            <a:ext cx="51231" cy="1664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7" name="S08-line1001"/>
          <p:cNvSpPr/>
          <p:nvPr/>
        </p:nvSpPr>
        <p:spPr>
          <a:xfrm flipV="1">
            <a:off x="7929382" y="3294209"/>
            <a:ext cx="52690" cy="112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8" name="S08-line1002"/>
          <p:cNvSpPr/>
          <p:nvPr/>
        </p:nvSpPr>
        <p:spPr>
          <a:xfrm flipV="1">
            <a:off x="7912340" y="3192180"/>
            <a:ext cx="53572" cy="56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9" name="S08-line1003"/>
          <p:cNvSpPr/>
          <p:nvPr/>
        </p:nvSpPr>
        <p:spPr>
          <a:xfrm>
            <a:off x="7906639" y="3089021"/>
            <a:ext cx="118508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0" name="S08-line1004"/>
          <p:cNvSpPr/>
          <p:nvPr/>
        </p:nvSpPr>
        <p:spPr>
          <a:xfrm>
            <a:off x="7912340" y="2980231"/>
            <a:ext cx="53572" cy="56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1" name="S08-line1005"/>
          <p:cNvSpPr/>
          <p:nvPr/>
        </p:nvSpPr>
        <p:spPr>
          <a:xfrm>
            <a:off x="7929382" y="2872634"/>
            <a:ext cx="52690" cy="112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2" name="S08-line1006"/>
          <p:cNvSpPr/>
          <p:nvPr/>
        </p:nvSpPr>
        <p:spPr>
          <a:xfrm>
            <a:off x="7957578" y="2767407"/>
            <a:ext cx="51231" cy="1664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3" name="S08-line1007"/>
          <p:cNvSpPr/>
          <p:nvPr/>
        </p:nvSpPr>
        <p:spPr>
          <a:xfrm>
            <a:off x="7996618" y="2665704"/>
            <a:ext cx="49210" cy="2191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4" name="S08-line1008"/>
          <p:cNvSpPr/>
          <p:nvPr/>
        </p:nvSpPr>
        <p:spPr>
          <a:xfrm>
            <a:off x="8046075" y="2568639"/>
            <a:ext cx="102631" cy="5925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5" name="S08-line1009"/>
          <p:cNvSpPr/>
          <p:nvPr/>
        </p:nvSpPr>
        <p:spPr>
          <a:xfrm>
            <a:off x="8105407" y="2477275"/>
            <a:ext cx="43579" cy="3166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6" name="S08-line1010"/>
          <p:cNvSpPr/>
          <p:nvPr/>
        </p:nvSpPr>
        <p:spPr>
          <a:xfrm>
            <a:off x="8173965" y="2392613"/>
            <a:ext cx="40031" cy="360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7" name="S08-line1011"/>
          <p:cNvSpPr/>
          <p:nvPr/>
        </p:nvSpPr>
        <p:spPr>
          <a:xfrm>
            <a:off x="8250996" y="2315582"/>
            <a:ext cx="36044" cy="400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8" name="S08-line1012"/>
          <p:cNvSpPr/>
          <p:nvPr/>
        </p:nvSpPr>
        <p:spPr>
          <a:xfrm>
            <a:off x="8335658" y="2247024"/>
            <a:ext cx="31662" cy="435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9" name="S08-line1013"/>
          <p:cNvSpPr/>
          <p:nvPr/>
        </p:nvSpPr>
        <p:spPr>
          <a:xfrm>
            <a:off x="8427022" y="2187692"/>
            <a:ext cx="59254" cy="10263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40" name="S08-line1014"/>
          <p:cNvSpPr/>
          <p:nvPr/>
        </p:nvSpPr>
        <p:spPr>
          <a:xfrm>
            <a:off x="8524087" y="2138235"/>
            <a:ext cx="21910" cy="4921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1" name="S08-line1015"/>
          <p:cNvSpPr/>
          <p:nvPr/>
        </p:nvSpPr>
        <p:spPr>
          <a:xfrm>
            <a:off x="8625790" y="2099195"/>
            <a:ext cx="16646" cy="512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2" name="S08-line1016"/>
          <p:cNvSpPr/>
          <p:nvPr/>
        </p:nvSpPr>
        <p:spPr>
          <a:xfrm>
            <a:off x="8731017" y="2070999"/>
            <a:ext cx="11200" cy="5269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3" name="S08-line1017"/>
          <p:cNvSpPr/>
          <p:nvPr/>
        </p:nvSpPr>
        <p:spPr>
          <a:xfrm>
            <a:off x="8838614" y="2053957"/>
            <a:ext cx="5631" cy="535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4" name="S08-label1018"/>
          <p:cNvSpPr txBox="1"/>
          <p:nvPr/>
        </p:nvSpPr>
        <p:spPr>
          <a:xfrm>
            <a:off x="9071700" y="221571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1800" dirty="0"/>
          </a:p>
        </p:txBody>
      </p:sp>
      <p:sp>
        <p:nvSpPr>
          <p:cNvPr id="145" name="S08-label1019"/>
          <p:cNvSpPr txBox="1"/>
          <p:nvPr/>
        </p:nvSpPr>
        <p:spPr>
          <a:xfrm>
            <a:off x="9363507" y="2507525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1800" dirty="0"/>
          </a:p>
        </p:txBody>
      </p:sp>
      <p:sp>
        <p:nvSpPr>
          <p:cNvPr id="146" name="S08-label1020"/>
          <p:cNvSpPr txBox="1"/>
          <p:nvPr/>
        </p:nvSpPr>
        <p:spPr>
          <a:xfrm>
            <a:off x="9470316" y="290614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1800" dirty="0"/>
          </a:p>
        </p:txBody>
      </p:sp>
      <p:sp>
        <p:nvSpPr>
          <p:cNvPr id="147" name="S08-label1021"/>
          <p:cNvSpPr txBox="1"/>
          <p:nvPr/>
        </p:nvSpPr>
        <p:spPr>
          <a:xfrm>
            <a:off x="9363507" y="330475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1800" dirty="0"/>
          </a:p>
        </p:txBody>
      </p:sp>
      <p:sp>
        <p:nvSpPr>
          <p:cNvPr id="148" name="S08-label1022"/>
          <p:cNvSpPr txBox="1"/>
          <p:nvPr/>
        </p:nvSpPr>
        <p:spPr>
          <a:xfrm>
            <a:off x="9071700" y="359656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1800" dirty="0"/>
          </a:p>
        </p:txBody>
      </p:sp>
      <p:sp>
        <p:nvSpPr>
          <p:cNvPr id="149" name="S08-label1023"/>
          <p:cNvSpPr txBox="1"/>
          <p:nvPr/>
        </p:nvSpPr>
        <p:spPr>
          <a:xfrm>
            <a:off x="8673084" y="370337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1800" dirty="0"/>
          </a:p>
        </p:txBody>
      </p:sp>
      <p:sp>
        <p:nvSpPr>
          <p:cNvPr id="150" name="S08-label1024"/>
          <p:cNvSpPr txBox="1"/>
          <p:nvPr/>
        </p:nvSpPr>
        <p:spPr>
          <a:xfrm>
            <a:off x="8274468" y="359656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1800" dirty="0"/>
          </a:p>
        </p:txBody>
      </p:sp>
      <p:sp>
        <p:nvSpPr>
          <p:cNvPr id="151" name="S08-label1025"/>
          <p:cNvSpPr txBox="1"/>
          <p:nvPr/>
        </p:nvSpPr>
        <p:spPr>
          <a:xfrm>
            <a:off x="7982661" y="330475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1800" dirty="0"/>
          </a:p>
        </p:txBody>
      </p:sp>
      <p:sp>
        <p:nvSpPr>
          <p:cNvPr id="152" name="S08-label1026"/>
          <p:cNvSpPr txBox="1"/>
          <p:nvPr/>
        </p:nvSpPr>
        <p:spPr>
          <a:xfrm>
            <a:off x="7875852" y="290614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1800" dirty="0"/>
          </a:p>
        </p:txBody>
      </p:sp>
      <p:sp>
        <p:nvSpPr>
          <p:cNvPr id="153" name="S08-label1027"/>
          <p:cNvSpPr txBox="1"/>
          <p:nvPr/>
        </p:nvSpPr>
        <p:spPr>
          <a:xfrm>
            <a:off x="7982661" y="2507525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800" dirty="0"/>
          </a:p>
        </p:txBody>
      </p:sp>
      <p:sp>
        <p:nvSpPr>
          <p:cNvPr id="154" name="S08-label1028"/>
          <p:cNvSpPr txBox="1"/>
          <p:nvPr/>
        </p:nvSpPr>
        <p:spPr>
          <a:xfrm>
            <a:off x="8274468" y="221571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1800" dirty="0"/>
          </a:p>
        </p:txBody>
      </p:sp>
      <p:sp>
        <p:nvSpPr>
          <p:cNvPr id="155" name="S08-label1029"/>
          <p:cNvSpPr txBox="1"/>
          <p:nvPr/>
        </p:nvSpPr>
        <p:spPr>
          <a:xfrm>
            <a:off x="8673084" y="210890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1800" dirty="0"/>
          </a:p>
        </p:txBody>
      </p:sp>
      <p:sp>
        <p:nvSpPr>
          <p:cNvPr id="156" name="S08-line1030"/>
          <p:cNvSpPr/>
          <p:nvPr/>
        </p:nvSpPr>
        <p:spPr>
          <a:xfrm flipV="1">
            <a:off x="8947404" y="2819686"/>
            <a:ext cx="466502" cy="269335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157" name="S08-line1031"/>
          <p:cNvSpPr/>
          <p:nvPr/>
        </p:nvSpPr>
        <p:spPr>
          <a:xfrm flipV="1">
            <a:off x="8947404" y="2248695"/>
            <a:ext cx="0" cy="840326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158" name="S08-pin1032"/>
          <p:cNvSpPr/>
          <p:nvPr/>
        </p:nvSpPr>
        <p:spPr>
          <a:xfrm>
            <a:off x="8892540" y="3034157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9" name="S08-label1033"/>
          <p:cNvSpPr txBox="1"/>
          <p:nvPr/>
        </p:nvSpPr>
        <p:spPr>
          <a:xfrm>
            <a:off x="6254496" y="4239514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2시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분으로 바꾸어요</a:t>
            </a:r>
            <a:endParaRPr lang="ko-KR" sz="4400" dirty="0"/>
          </a:p>
        </p:txBody>
      </p:sp>
      <p:sp>
        <p:nvSpPr>
          <p:cNvPr id="3" name="S09-text1034"/>
          <p:cNvSpPr txBox="1"/>
          <p:nvPr/>
        </p:nvSpPr>
        <p:spPr>
          <a:xfrm>
            <a:off x="548640" y="13258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1시간 20분은 몇 분일까요?</a:t>
            </a:r>
            <a:endParaRPr lang="ko-KR" sz="3200" dirty="0"/>
          </a:p>
        </p:txBody>
      </p:sp>
      <p:sp>
        <p:nvSpPr>
          <p:cNvPr id="4" name="S09-label1035"/>
          <p:cNvSpPr txBox="1"/>
          <p:nvPr/>
        </p:nvSpPr>
        <p:spPr>
          <a:xfrm>
            <a:off x="6920911" y="3461004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60분</a:t>
            </a:r>
            <a:endParaRPr lang="ko-KR" sz="2600" dirty="0"/>
          </a:p>
        </p:txBody>
      </p:sp>
      <p:sp>
        <p:nvSpPr>
          <p:cNvPr id="5" name="S09-cell1036"/>
          <p:cNvSpPr/>
          <p:nvPr/>
        </p:nvSpPr>
        <p:spPr>
          <a:xfrm>
            <a:off x="7972471" y="3461004"/>
            <a:ext cx="611307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9-cell1037"/>
          <p:cNvSpPr/>
          <p:nvPr/>
        </p:nvSpPr>
        <p:spPr>
          <a:xfrm>
            <a:off x="8583778" y="3461004"/>
            <a:ext cx="611307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9-cell1038"/>
          <p:cNvSpPr/>
          <p:nvPr/>
        </p:nvSpPr>
        <p:spPr>
          <a:xfrm>
            <a:off x="9195084" y="3461004"/>
            <a:ext cx="611307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9-cell1039"/>
          <p:cNvSpPr/>
          <p:nvPr/>
        </p:nvSpPr>
        <p:spPr>
          <a:xfrm>
            <a:off x="9806391" y="3461004"/>
            <a:ext cx="611307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9-cell1040"/>
          <p:cNvSpPr/>
          <p:nvPr/>
        </p:nvSpPr>
        <p:spPr>
          <a:xfrm>
            <a:off x="10417698" y="3461004"/>
            <a:ext cx="611307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9-cell1041"/>
          <p:cNvSpPr/>
          <p:nvPr/>
        </p:nvSpPr>
        <p:spPr>
          <a:xfrm>
            <a:off x="11029005" y="3461004"/>
            <a:ext cx="611307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9-figure1042" descr="똑같이 6칸으로 나눈 띠, 6칸 색칠"/>
          <p:cNvSpPr/>
          <p:nvPr/>
        </p:nvSpPr>
        <p:spPr>
          <a:xfrm>
            <a:off x="7972471" y="3461004"/>
            <a:ext cx="3667841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2" name="S09-label1043"/>
          <p:cNvSpPr txBox="1"/>
          <p:nvPr/>
        </p:nvSpPr>
        <p:spPr>
          <a:xfrm>
            <a:off x="6920911" y="4539996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20분</a:t>
            </a:r>
            <a:endParaRPr lang="ko-KR" sz="2600" dirty="0"/>
          </a:p>
        </p:txBody>
      </p:sp>
      <p:sp>
        <p:nvSpPr>
          <p:cNvPr id="13" name="S09-cell1044"/>
          <p:cNvSpPr/>
          <p:nvPr/>
        </p:nvSpPr>
        <p:spPr>
          <a:xfrm>
            <a:off x="7972471" y="4539996"/>
            <a:ext cx="611307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9-cell1045"/>
          <p:cNvSpPr/>
          <p:nvPr/>
        </p:nvSpPr>
        <p:spPr>
          <a:xfrm>
            <a:off x="8583778" y="4539996"/>
            <a:ext cx="611307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9-cell1046"/>
          <p:cNvSpPr/>
          <p:nvPr/>
        </p:nvSpPr>
        <p:spPr>
          <a:xfrm>
            <a:off x="9195084" y="4539996"/>
            <a:ext cx="611307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9-cell1047"/>
          <p:cNvSpPr/>
          <p:nvPr/>
        </p:nvSpPr>
        <p:spPr>
          <a:xfrm>
            <a:off x="9806391" y="4539996"/>
            <a:ext cx="611307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9-cell1048"/>
          <p:cNvSpPr/>
          <p:nvPr/>
        </p:nvSpPr>
        <p:spPr>
          <a:xfrm>
            <a:off x="10417698" y="4539996"/>
            <a:ext cx="611307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9-cell1049"/>
          <p:cNvSpPr/>
          <p:nvPr/>
        </p:nvSpPr>
        <p:spPr>
          <a:xfrm>
            <a:off x="11029005" y="4539996"/>
            <a:ext cx="611307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9-figure1050" descr="똑같이 6칸으로 나눈 띠, 2칸 색칠"/>
          <p:cNvSpPr/>
          <p:nvPr/>
        </p:nvSpPr>
        <p:spPr>
          <a:xfrm>
            <a:off x="7972471" y="4539996"/>
            <a:ext cx="3667841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0" name="S09-stepno1051"/>
          <p:cNvSpPr txBox="1"/>
          <p:nvPr/>
        </p:nvSpPr>
        <p:spPr>
          <a:xfrm>
            <a:off x="548640" y="34244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21" name="S09-text1052"/>
          <p:cNvSpPr txBox="1"/>
          <p:nvPr/>
        </p:nvSpPr>
        <p:spPr>
          <a:xfrm>
            <a:off x="1325880" y="3424428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1시간은 60분이에요.</a:t>
            </a:r>
            <a:endParaRPr lang="ko-KR" sz="3200" dirty="0"/>
          </a:p>
        </p:txBody>
      </p:sp>
      <p:sp>
        <p:nvSpPr>
          <p:cNvPr id="22" name="S09-stepno1053"/>
          <p:cNvSpPr txBox="1"/>
          <p:nvPr/>
        </p:nvSpPr>
        <p:spPr>
          <a:xfrm>
            <a:off x="548640" y="41376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23" name="S09-text1054"/>
          <p:cNvSpPr txBox="1"/>
          <p:nvPr/>
        </p:nvSpPr>
        <p:spPr>
          <a:xfrm>
            <a:off x="1325880" y="4137660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60분과 20분을 더해요.</a:t>
            </a:r>
            <a:endParaRPr lang="ko-KR" sz="3200" dirty="0"/>
          </a:p>
        </p:txBody>
      </p:sp>
      <p:sp>
        <p:nvSpPr>
          <p:cNvPr id="24" name="S09-stepno1055"/>
          <p:cNvSpPr txBox="1"/>
          <p:nvPr/>
        </p:nvSpPr>
        <p:spPr>
          <a:xfrm>
            <a:off x="548640" y="48508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25" name="S09-text1056"/>
          <p:cNvSpPr txBox="1"/>
          <p:nvPr/>
        </p:nvSpPr>
        <p:spPr>
          <a:xfrm>
            <a:off x="1325880" y="4850892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1시간 20분 = 80분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하루는 24시간</a:t>
            </a:r>
            <a:endParaRPr lang="ko-KR" sz="4400" dirty="0"/>
          </a:p>
        </p:txBody>
      </p:sp>
      <p:sp>
        <p:nvSpPr>
          <p:cNvPr id="3" name="S10-text105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칸이 1시간이에요.</a:t>
            </a:r>
            <a:endParaRPr lang="ko-KR" sz="3200" dirty="0"/>
          </a:p>
        </p:txBody>
      </p:sp>
      <p:sp>
        <p:nvSpPr>
          <p:cNvPr id="4" name="S10-card1058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0-cardtext1059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하루 = 24시간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오전 12시간과 오후 12시간이에요.</a:t>
            </a:r>
            <a:endParaRPr lang="ko-KR" sz="3200" dirty="0"/>
          </a:p>
        </p:txBody>
      </p:sp>
      <p:sp>
        <p:nvSpPr>
          <p:cNvPr id="6" name="S10-card1060"/>
          <p:cNvSpPr/>
          <p:nvPr/>
        </p:nvSpPr>
        <p:spPr>
          <a:xfrm>
            <a:off x="548640" y="3364484"/>
            <a:ext cx="5431536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0-cardtext1061"/>
          <p:cNvSpPr txBox="1"/>
          <p:nvPr/>
        </p:nvSpPr>
        <p:spPr>
          <a:xfrm>
            <a:off x="822960" y="3501644"/>
            <a:ext cx="4882896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밤 12시부터 낮 12시까지 오전</a:t>
            </a:r>
            <a:endParaRPr lang="ko-KR" sz="3200" dirty="0"/>
          </a:p>
        </p:txBody>
      </p:sp>
      <p:sp>
        <p:nvSpPr>
          <p:cNvPr id="8" name="S10-card1062"/>
          <p:cNvSpPr/>
          <p:nvPr/>
        </p:nvSpPr>
        <p:spPr>
          <a:xfrm>
            <a:off x="6208776" y="3364484"/>
            <a:ext cx="5431536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10-cardtext1063"/>
          <p:cNvSpPr txBox="1"/>
          <p:nvPr/>
        </p:nvSpPr>
        <p:spPr>
          <a:xfrm>
            <a:off x="6483096" y="3501644"/>
            <a:ext cx="4882896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낮 12시부터 밤 12시까지 오후</a:t>
            </a:r>
            <a:endParaRPr lang="ko-KR" sz="3200" dirty="0"/>
          </a:p>
        </p:txBody>
      </p:sp>
      <p:sp>
        <p:nvSpPr>
          <p:cNvPr id="10" name="S10-label1064"/>
          <p:cNvSpPr txBox="1"/>
          <p:nvPr/>
        </p:nvSpPr>
        <p:spPr>
          <a:xfrm>
            <a:off x="548640" y="2148840"/>
            <a:ext cx="914400" cy="296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오전</a:t>
            </a:r>
            <a:endParaRPr lang="ko-KR" sz="2600" dirty="0"/>
          </a:p>
        </p:txBody>
      </p:sp>
      <p:sp>
        <p:nvSpPr>
          <p:cNvPr id="11" name="S10-cell1065"/>
          <p:cNvSpPr/>
          <p:nvPr/>
        </p:nvSpPr>
        <p:spPr>
          <a:xfrm>
            <a:off x="1600200" y="2148840"/>
            <a:ext cx="836676" cy="29692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10-cell1066"/>
          <p:cNvSpPr/>
          <p:nvPr/>
        </p:nvSpPr>
        <p:spPr>
          <a:xfrm>
            <a:off x="2436876" y="2148840"/>
            <a:ext cx="836676" cy="29692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10-cell1067"/>
          <p:cNvSpPr/>
          <p:nvPr/>
        </p:nvSpPr>
        <p:spPr>
          <a:xfrm>
            <a:off x="3273552" y="2148840"/>
            <a:ext cx="836676" cy="29692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10-cell1068"/>
          <p:cNvSpPr/>
          <p:nvPr/>
        </p:nvSpPr>
        <p:spPr>
          <a:xfrm>
            <a:off x="4110228" y="2148840"/>
            <a:ext cx="836676" cy="29692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10-cell1069"/>
          <p:cNvSpPr/>
          <p:nvPr/>
        </p:nvSpPr>
        <p:spPr>
          <a:xfrm>
            <a:off x="4946904" y="2148840"/>
            <a:ext cx="836676" cy="29692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10-cell1070"/>
          <p:cNvSpPr/>
          <p:nvPr/>
        </p:nvSpPr>
        <p:spPr>
          <a:xfrm>
            <a:off x="5783580" y="2148840"/>
            <a:ext cx="836676" cy="29692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10-cell1071"/>
          <p:cNvSpPr/>
          <p:nvPr/>
        </p:nvSpPr>
        <p:spPr>
          <a:xfrm>
            <a:off x="6620256" y="2148840"/>
            <a:ext cx="836676" cy="29692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10-cell1072"/>
          <p:cNvSpPr/>
          <p:nvPr/>
        </p:nvSpPr>
        <p:spPr>
          <a:xfrm>
            <a:off x="7456932" y="2148840"/>
            <a:ext cx="836676" cy="29692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10-cell1073"/>
          <p:cNvSpPr/>
          <p:nvPr/>
        </p:nvSpPr>
        <p:spPr>
          <a:xfrm>
            <a:off x="8293608" y="2148840"/>
            <a:ext cx="836676" cy="29692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10-cell1074"/>
          <p:cNvSpPr/>
          <p:nvPr/>
        </p:nvSpPr>
        <p:spPr>
          <a:xfrm>
            <a:off x="9130284" y="2148840"/>
            <a:ext cx="836676" cy="29692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10-cell1075"/>
          <p:cNvSpPr/>
          <p:nvPr/>
        </p:nvSpPr>
        <p:spPr>
          <a:xfrm>
            <a:off x="9966960" y="2148840"/>
            <a:ext cx="836676" cy="29692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10-cell1076"/>
          <p:cNvSpPr/>
          <p:nvPr/>
        </p:nvSpPr>
        <p:spPr>
          <a:xfrm>
            <a:off x="10803636" y="2148840"/>
            <a:ext cx="836676" cy="29692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10-figure1077" descr="똑같이 12칸으로 나눈 띠"/>
          <p:cNvSpPr/>
          <p:nvPr/>
        </p:nvSpPr>
        <p:spPr>
          <a:xfrm>
            <a:off x="1600200" y="2148840"/>
            <a:ext cx="10040112" cy="296926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4" name="S10-label1078"/>
          <p:cNvSpPr txBox="1"/>
          <p:nvPr/>
        </p:nvSpPr>
        <p:spPr>
          <a:xfrm>
            <a:off x="548640" y="2701798"/>
            <a:ext cx="914400" cy="296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오후</a:t>
            </a:r>
            <a:endParaRPr lang="ko-KR" sz="2600" dirty="0"/>
          </a:p>
        </p:txBody>
      </p:sp>
      <p:sp>
        <p:nvSpPr>
          <p:cNvPr id="25" name="S10-cell1079"/>
          <p:cNvSpPr/>
          <p:nvPr/>
        </p:nvSpPr>
        <p:spPr>
          <a:xfrm>
            <a:off x="1600200" y="2701798"/>
            <a:ext cx="836676" cy="29692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10-cell1080"/>
          <p:cNvSpPr/>
          <p:nvPr/>
        </p:nvSpPr>
        <p:spPr>
          <a:xfrm>
            <a:off x="2436876" y="2701798"/>
            <a:ext cx="836676" cy="29692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10-cell1081"/>
          <p:cNvSpPr/>
          <p:nvPr/>
        </p:nvSpPr>
        <p:spPr>
          <a:xfrm>
            <a:off x="3273552" y="2701798"/>
            <a:ext cx="836676" cy="29692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10-cell1082"/>
          <p:cNvSpPr/>
          <p:nvPr/>
        </p:nvSpPr>
        <p:spPr>
          <a:xfrm>
            <a:off x="4110228" y="2701798"/>
            <a:ext cx="836676" cy="29692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10-cell1083"/>
          <p:cNvSpPr/>
          <p:nvPr/>
        </p:nvSpPr>
        <p:spPr>
          <a:xfrm>
            <a:off x="4946904" y="2701798"/>
            <a:ext cx="836676" cy="29692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0" name="S10-cell1084"/>
          <p:cNvSpPr/>
          <p:nvPr/>
        </p:nvSpPr>
        <p:spPr>
          <a:xfrm>
            <a:off x="5783580" y="2701798"/>
            <a:ext cx="836676" cy="29692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1" name="S10-cell1085"/>
          <p:cNvSpPr/>
          <p:nvPr/>
        </p:nvSpPr>
        <p:spPr>
          <a:xfrm>
            <a:off x="6620256" y="2701798"/>
            <a:ext cx="836676" cy="29692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2" name="S10-cell1086"/>
          <p:cNvSpPr/>
          <p:nvPr/>
        </p:nvSpPr>
        <p:spPr>
          <a:xfrm>
            <a:off x="7456932" y="2701798"/>
            <a:ext cx="836676" cy="29692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3" name="S10-cell1087"/>
          <p:cNvSpPr/>
          <p:nvPr/>
        </p:nvSpPr>
        <p:spPr>
          <a:xfrm>
            <a:off x="8293608" y="2701798"/>
            <a:ext cx="836676" cy="29692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4" name="S10-cell1088"/>
          <p:cNvSpPr/>
          <p:nvPr/>
        </p:nvSpPr>
        <p:spPr>
          <a:xfrm>
            <a:off x="9130284" y="2701798"/>
            <a:ext cx="836676" cy="29692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5" name="S10-cell1089"/>
          <p:cNvSpPr/>
          <p:nvPr/>
        </p:nvSpPr>
        <p:spPr>
          <a:xfrm>
            <a:off x="9966960" y="2701798"/>
            <a:ext cx="836676" cy="29692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6" name="S10-cell1090"/>
          <p:cNvSpPr/>
          <p:nvPr/>
        </p:nvSpPr>
        <p:spPr>
          <a:xfrm>
            <a:off x="10803636" y="2701798"/>
            <a:ext cx="836676" cy="29692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7" name="S10-figure1091" descr="똑같이 12칸으로 나눈 띠"/>
          <p:cNvSpPr/>
          <p:nvPr/>
        </p:nvSpPr>
        <p:spPr>
          <a:xfrm>
            <a:off x="1600200" y="2701798"/>
            <a:ext cx="10040112" cy="296926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시간을 바꾸어요</a:t>
            </a:r>
            <a:endParaRPr lang="ko-KR" sz="4400" dirty="0"/>
          </a:p>
        </p:txBody>
      </p:sp>
      <p:sp>
        <p:nvSpPr>
          <p:cNvPr id="3" name="S11-card109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11-cardtext109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1시간 = 60분이에요.</a:t>
            </a:r>
            <a:endParaRPr lang="ko-KR" sz="3200" dirty="0"/>
          </a:p>
        </p:txBody>
      </p:sp>
      <p:sp>
        <p:nvSpPr>
          <p:cNvPr id="5" name="S11-chip1094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6" name="S11-eqtext1095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1시간 = □ 분</a:t>
            </a:r>
            <a:endParaRPr lang="ko-KR" sz="3600" dirty="0"/>
          </a:p>
        </p:txBody>
      </p:sp>
      <p:sp>
        <p:nvSpPr>
          <p:cNvPr id="7" name="S11-chip1096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8" name="S11-eqtext1097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1시간 30분 = □ 분</a:t>
            </a:r>
            <a:endParaRPr lang="ko-KR" sz="3600" dirty="0"/>
          </a:p>
        </p:txBody>
      </p:sp>
      <p:sp>
        <p:nvSpPr>
          <p:cNvPr id="9" name="S11-chip1098"/>
          <p:cNvSpPr txBox="1"/>
          <p:nvPr/>
        </p:nvSpPr>
        <p:spPr>
          <a:xfrm>
            <a:off x="548640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0" name="S11-eqtext1099"/>
          <p:cNvSpPr txBox="1"/>
          <p:nvPr/>
        </p:nvSpPr>
        <p:spPr>
          <a:xfrm>
            <a:off x="1344168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70분 = □ 시간 □ 분</a:t>
            </a:r>
            <a:endParaRPr lang="ko-KR" sz="3600" dirty="0"/>
          </a:p>
        </p:txBody>
      </p:sp>
      <p:sp>
        <p:nvSpPr>
          <p:cNvPr id="11" name="S11-chip1100"/>
          <p:cNvSpPr txBox="1"/>
          <p:nvPr/>
        </p:nvSpPr>
        <p:spPr>
          <a:xfrm>
            <a:off x="6277356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2" name="S11-eqtext1101"/>
          <p:cNvSpPr txBox="1"/>
          <p:nvPr/>
        </p:nvSpPr>
        <p:spPr>
          <a:xfrm>
            <a:off x="7072884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하루 = □ 시간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2-text110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①②는 시각을 읽고, ③은 답해요.</a:t>
            </a:r>
            <a:endParaRPr lang="ko-KR" sz="3200" dirty="0"/>
          </a:p>
        </p:txBody>
      </p:sp>
      <p:sp>
        <p:nvSpPr>
          <p:cNvPr id="4" name="S12-card110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2-cardtext110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3시 20분에서 1시간이 지나면 몇 시 몇 분?</a:t>
            </a:r>
            <a:endParaRPr lang="ko-KR" sz="3200" dirty="0"/>
          </a:p>
        </p:txBody>
      </p:sp>
      <p:sp>
        <p:nvSpPr>
          <p:cNvPr id="6" name="S12-figure1105" descr="시계: 5시 40분"/>
          <p:cNvSpPr/>
          <p:nvPr/>
        </p:nvSpPr>
        <p:spPr>
          <a:xfrm>
            <a:off x="995553" y="2011680"/>
            <a:ext cx="2590038" cy="259003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7" name="S12-line1106"/>
          <p:cNvSpPr/>
          <p:nvPr/>
        </p:nvSpPr>
        <p:spPr>
          <a:xfrm>
            <a:off x="2290572" y="2048256"/>
            <a:ext cx="0" cy="14245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" name="S12-line1107"/>
          <p:cNvSpPr/>
          <p:nvPr/>
        </p:nvSpPr>
        <p:spPr>
          <a:xfrm flipH="1">
            <a:off x="2415347" y="2055150"/>
            <a:ext cx="6768" cy="6439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12-line1108"/>
          <p:cNvSpPr/>
          <p:nvPr/>
        </p:nvSpPr>
        <p:spPr>
          <a:xfrm flipH="1">
            <a:off x="2538755" y="2075756"/>
            <a:ext cx="13462" cy="6333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12-line1109"/>
          <p:cNvSpPr/>
          <p:nvPr/>
        </p:nvSpPr>
        <p:spPr>
          <a:xfrm flipH="1">
            <a:off x="2659443" y="2109849"/>
            <a:ext cx="20009" cy="6158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12-line1110"/>
          <p:cNvSpPr/>
          <p:nvPr/>
        </p:nvSpPr>
        <p:spPr>
          <a:xfrm flipH="1">
            <a:off x="2776090" y="2157054"/>
            <a:ext cx="26337" cy="5915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12-line1111"/>
          <p:cNvSpPr/>
          <p:nvPr/>
        </p:nvSpPr>
        <p:spPr>
          <a:xfrm flipH="1">
            <a:off x="2848567" y="2216855"/>
            <a:ext cx="71226" cy="12336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" name="S12-line1112"/>
          <p:cNvSpPr/>
          <p:nvPr/>
        </p:nvSpPr>
        <p:spPr>
          <a:xfrm flipH="1">
            <a:off x="2992207" y="2288597"/>
            <a:ext cx="38060" cy="523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12-line1113"/>
          <p:cNvSpPr/>
          <p:nvPr/>
        </p:nvSpPr>
        <p:spPr>
          <a:xfrm flipH="1">
            <a:off x="3089308" y="2371494"/>
            <a:ext cx="43327" cy="4811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12-line1114"/>
          <p:cNvSpPr/>
          <p:nvPr/>
        </p:nvSpPr>
        <p:spPr>
          <a:xfrm flipH="1">
            <a:off x="3177658" y="2464636"/>
            <a:ext cx="48119" cy="4332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12-line1115"/>
          <p:cNvSpPr/>
          <p:nvPr/>
        </p:nvSpPr>
        <p:spPr>
          <a:xfrm flipH="1">
            <a:off x="3256289" y="2567005"/>
            <a:ext cx="52385" cy="380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12-line1116"/>
          <p:cNvSpPr/>
          <p:nvPr/>
        </p:nvSpPr>
        <p:spPr>
          <a:xfrm flipH="1">
            <a:off x="3257048" y="2677478"/>
            <a:ext cx="123367" cy="7122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8" name="S12-line1117"/>
          <p:cNvSpPr/>
          <p:nvPr/>
        </p:nvSpPr>
        <p:spPr>
          <a:xfrm flipH="1">
            <a:off x="3381064" y="2794844"/>
            <a:ext cx="59153" cy="2633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12-line1118"/>
          <p:cNvSpPr/>
          <p:nvPr/>
        </p:nvSpPr>
        <p:spPr>
          <a:xfrm flipH="1">
            <a:off x="3425841" y="2917819"/>
            <a:ext cx="61582" cy="2000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12-line1119"/>
          <p:cNvSpPr/>
          <p:nvPr/>
        </p:nvSpPr>
        <p:spPr>
          <a:xfrm flipH="1">
            <a:off x="3458179" y="3045054"/>
            <a:ext cx="63336" cy="1346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12-line1120"/>
          <p:cNvSpPr/>
          <p:nvPr/>
        </p:nvSpPr>
        <p:spPr>
          <a:xfrm flipH="1">
            <a:off x="3477725" y="3175156"/>
            <a:ext cx="64396" cy="67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12-line1121"/>
          <p:cNvSpPr/>
          <p:nvPr/>
        </p:nvSpPr>
        <p:spPr>
          <a:xfrm flipH="1">
            <a:off x="3406563" y="3306699"/>
            <a:ext cx="142452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3" name="S12-line1122"/>
          <p:cNvSpPr/>
          <p:nvPr/>
        </p:nvSpPr>
        <p:spPr>
          <a:xfrm flipH="1" flipV="1">
            <a:off x="3477725" y="3431474"/>
            <a:ext cx="64396" cy="67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12-line1123"/>
          <p:cNvSpPr/>
          <p:nvPr/>
        </p:nvSpPr>
        <p:spPr>
          <a:xfrm flipH="1" flipV="1">
            <a:off x="3458179" y="3554882"/>
            <a:ext cx="63336" cy="1346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12-line1124"/>
          <p:cNvSpPr/>
          <p:nvPr/>
        </p:nvSpPr>
        <p:spPr>
          <a:xfrm flipH="1" flipV="1">
            <a:off x="3425841" y="3675570"/>
            <a:ext cx="61582" cy="2000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12-line1125"/>
          <p:cNvSpPr/>
          <p:nvPr/>
        </p:nvSpPr>
        <p:spPr>
          <a:xfrm flipH="1" flipV="1">
            <a:off x="3381064" y="3792217"/>
            <a:ext cx="59153" cy="2633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12-line1126"/>
          <p:cNvSpPr/>
          <p:nvPr/>
        </p:nvSpPr>
        <p:spPr>
          <a:xfrm flipH="1" flipV="1">
            <a:off x="3257048" y="3864694"/>
            <a:ext cx="123367" cy="7122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8" name="S12-line1127"/>
          <p:cNvSpPr/>
          <p:nvPr/>
        </p:nvSpPr>
        <p:spPr>
          <a:xfrm flipH="1" flipV="1">
            <a:off x="3256289" y="4008334"/>
            <a:ext cx="52385" cy="380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12-line1128"/>
          <p:cNvSpPr/>
          <p:nvPr/>
        </p:nvSpPr>
        <p:spPr>
          <a:xfrm flipH="1" flipV="1">
            <a:off x="3177658" y="4105435"/>
            <a:ext cx="48119" cy="4332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12-line1129"/>
          <p:cNvSpPr/>
          <p:nvPr/>
        </p:nvSpPr>
        <p:spPr>
          <a:xfrm flipH="1" flipV="1">
            <a:off x="3089308" y="4193785"/>
            <a:ext cx="43327" cy="4811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12-line1130"/>
          <p:cNvSpPr/>
          <p:nvPr/>
        </p:nvSpPr>
        <p:spPr>
          <a:xfrm flipH="1" flipV="1">
            <a:off x="2992207" y="4272416"/>
            <a:ext cx="38060" cy="523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12-line1131"/>
          <p:cNvSpPr/>
          <p:nvPr/>
        </p:nvSpPr>
        <p:spPr>
          <a:xfrm flipH="1" flipV="1">
            <a:off x="2848567" y="4273175"/>
            <a:ext cx="71226" cy="12336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3" name="S12-line1132"/>
          <p:cNvSpPr/>
          <p:nvPr/>
        </p:nvSpPr>
        <p:spPr>
          <a:xfrm flipH="1" flipV="1">
            <a:off x="2776090" y="4397191"/>
            <a:ext cx="26337" cy="5915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12-line1133"/>
          <p:cNvSpPr/>
          <p:nvPr/>
        </p:nvSpPr>
        <p:spPr>
          <a:xfrm flipH="1" flipV="1">
            <a:off x="2659443" y="4441968"/>
            <a:ext cx="20009" cy="6158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12-line1134"/>
          <p:cNvSpPr/>
          <p:nvPr/>
        </p:nvSpPr>
        <p:spPr>
          <a:xfrm flipH="1" flipV="1">
            <a:off x="2538755" y="4474306"/>
            <a:ext cx="13462" cy="6333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12-line1135"/>
          <p:cNvSpPr/>
          <p:nvPr/>
        </p:nvSpPr>
        <p:spPr>
          <a:xfrm flipH="1" flipV="1">
            <a:off x="2415347" y="4493852"/>
            <a:ext cx="6768" cy="6439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12-line1136"/>
          <p:cNvSpPr/>
          <p:nvPr/>
        </p:nvSpPr>
        <p:spPr>
          <a:xfrm flipV="1">
            <a:off x="2290572" y="4422690"/>
            <a:ext cx="0" cy="14245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8" name="S12-line1137"/>
          <p:cNvSpPr/>
          <p:nvPr/>
        </p:nvSpPr>
        <p:spPr>
          <a:xfrm flipV="1">
            <a:off x="2159029" y="4493852"/>
            <a:ext cx="6768" cy="6439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12-line1138"/>
          <p:cNvSpPr/>
          <p:nvPr/>
        </p:nvSpPr>
        <p:spPr>
          <a:xfrm flipV="1">
            <a:off x="2028927" y="4474306"/>
            <a:ext cx="13462" cy="6333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12-line1139"/>
          <p:cNvSpPr/>
          <p:nvPr/>
        </p:nvSpPr>
        <p:spPr>
          <a:xfrm flipV="1">
            <a:off x="1901692" y="4441968"/>
            <a:ext cx="20009" cy="6158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12-line1140"/>
          <p:cNvSpPr/>
          <p:nvPr/>
        </p:nvSpPr>
        <p:spPr>
          <a:xfrm flipV="1">
            <a:off x="1778717" y="4397191"/>
            <a:ext cx="26337" cy="5915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12-line1141"/>
          <p:cNvSpPr/>
          <p:nvPr/>
        </p:nvSpPr>
        <p:spPr>
          <a:xfrm flipV="1">
            <a:off x="1661351" y="4273175"/>
            <a:ext cx="71226" cy="12336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3" name="S12-line1142"/>
          <p:cNvSpPr/>
          <p:nvPr/>
        </p:nvSpPr>
        <p:spPr>
          <a:xfrm flipV="1">
            <a:off x="1550878" y="4272416"/>
            <a:ext cx="38060" cy="523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12-line1143"/>
          <p:cNvSpPr/>
          <p:nvPr/>
        </p:nvSpPr>
        <p:spPr>
          <a:xfrm flipV="1">
            <a:off x="1448509" y="4193785"/>
            <a:ext cx="43327" cy="4811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12-line1144"/>
          <p:cNvSpPr/>
          <p:nvPr/>
        </p:nvSpPr>
        <p:spPr>
          <a:xfrm flipV="1">
            <a:off x="1355367" y="4105435"/>
            <a:ext cx="48119" cy="4332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12-line1145"/>
          <p:cNvSpPr/>
          <p:nvPr/>
        </p:nvSpPr>
        <p:spPr>
          <a:xfrm flipV="1">
            <a:off x="1272470" y="4008334"/>
            <a:ext cx="52385" cy="380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12-line1146"/>
          <p:cNvSpPr/>
          <p:nvPr/>
        </p:nvSpPr>
        <p:spPr>
          <a:xfrm flipV="1">
            <a:off x="1200728" y="3864694"/>
            <a:ext cx="123367" cy="7122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8" name="S12-line1147"/>
          <p:cNvSpPr/>
          <p:nvPr/>
        </p:nvSpPr>
        <p:spPr>
          <a:xfrm flipV="1">
            <a:off x="1140927" y="3792217"/>
            <a:ext cx="59153" cy="2633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12-line1148"/>
          <p:cNvSpPr/>
          <p:nvPr/>
        </p:nvSpPr>
        <p:spPr>
          <a:xfrm flipV="1">
            <a:off x="1093722" y="3675570"/>
            <a:ext cx="61582" cy="2000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12-line1149"/>
          <p:cNvSpPr/>
          <p:nvPr/>
        </p:nvSpPr>
        <p:spPr>
          <a:xfrm flipV="1">
            <a:off x="1059629" y="3554882"/>
            <a:ext cx="63336" cy="1346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12-line1150"/>
          <p:cNvSpPr/>
          <p:nvPr/>
        </p:nvSpPr>
        <p:spPr>
          <a:xfrm flipV="1">
            <a:off x="1039023" y="3431474"/>
            <a:ext cx="64396" cy="67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12-line1151"/>
          <p:cNvSpPr/>
          <p:nvPr/>
        </p:nvSpPr>
        <p:spPr>
          <a:xfrm>
            <a:off x="1032129" y="3306699"/>
            <a:ext cx="142452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3" name="S12-line1152"/>
          <p:cNvSpPr/>
          <p:nvPr/>
        </p:nvSpPr>
        <p:spPr>
          <a:xfrm>
            <a:off x="1039023" y="3175156"/>
            <a:ext cx="64396" cy="67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12-line1153"/>
          <p:cNvSpPr/>
          <p:nvPr/>
        </p:nvSpPr>
        <p:spPr>
          <a:xfrm>
            <a:off x="1059629" y="3045054"/>
            <a:ext cx="63336" cy="1346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12-line1154"/>
          <p:cNvSpPr/>
          <p:nvPr/>
        </p:nvSpPr>
        <p:spPr>
          <a:xfrm>
            <a:off x="1093722" y="2917819"/>
            <a:ext cx="61582" cy="2000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12-line1155"/>
          <p:cNvSpPr/>
          <p:nvPr/>
        </p:nvSpPr>
        <p:spPr>
          <a:xfrm>
            <a:off x="1140927" y="2794844"/>
            <a:ext cx="59153" cy="2633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12-line1156"/>
          <p:cNvSpPr/>
          <p:nvPr/>
        </p:nvSpPr>
        <p:spPr>
          <a:xfrm>
            <a:off x="1200728" y="2677478"/>
            <a:ext cx="123367" cy="7122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8" name="S12-line1157"/>
          <p:cNvSpPr/>
          <p:nvPr/>
        </p:nvSpPr>
        <p:spPr>
          <a:xfrm>
            <a:off x="1272470" y="2567005"/>
            <a:ext cx="52385" cy="380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12-line1158"/>
          <p:cNvSpPr/>
          <p:nvPr/>
        </p:nvSpPr>
        <p:spPr>
          <a:xfrm>
            <a:off x="1355367" y="2464636"/>
            <a:ext cx="48119" cy="4332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12-line1159"/>
          <p:cNvSpPr/>
          <p:nvPr/>
        </p:nvSpPr>
        <p:spPr>
          <a:xfrm>
            <a:off x="1448509" y="2371494"/>
            <a:ext cx="43327" cy="4811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12-line1160"/>
          <p:cNvSpPr/>
          <p:nvPr/>
        </p:nvSpPr>
        <p:spPr>
          <a:xfrm>
            <a:off x="1550878" y="2288597"/>
            <a:ext cx="38060" cy="523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12-line1161"/>
          <p:cNvSpPr/>
          <p:nvPr/>
        </p:nvSpPr>
        <p:spPr>
          <a:xfrm>
            <a:off x="1661350" y="2216855"/>
            <a:ext cx="71226" cy="12336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3" name="S12-line1162"/>
          <p:cNvSpPr/>
          <p:nvPr/>
        </p:nvSpPr>
        <p:spPr>
          <a:xfrm>
            <a:off x="1778717" y="2157054"/>
            <a:ext cx="26337" cy="5915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12-line1163"/>
          <p:cNvSpPr/>
          <p:nvPr/>
        </p:nvSpPr>
        <p:spPr>
          <a:xfrm>
            <a:off x="1901692" y="2109849"/>
            <a:ext cx="20009" cy="6158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12-line1164"/>
          <p:cNvSpPr/>
          <p:nvPr/>
        </p:nvSpPr>
        <p:spPr>
          <a:xfrm>
            <a:off x="2028927" y="2075756"/>
            <a:ext cx="13462" cy="6333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12-line1165"/>
          <p:cNvSpPr/>
          <p:nvPr/>
        </p:nvSpPr>
        <p:spPr>
          <a:xfrm>
            <a:off x="2159029" y="2055150"/>
            <a:ext cx="6768" cy="6439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7" name="S12-label1166"/>
          <p:cNvSpPr txBox="1"/>
          <p:nvPr/>
        </p:nvSpPr>
        <p:spPr>
          <a:xfrm>
            <a:off x="2495409" y="2293895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100" dirty="0"/>
          </a:p>
        </p:txBody>
      </p:sp>
      <p:sp>
        <p:nvSpPr>
          <p:cNvPr id="68" name="S12-label1167"/>
          <p:cNvSpPr txBox="1"/>
          <p:nvPr/>
        </p:nvSpPr>
        <p:spPr>
          <a:xfrm>
            <a:off x="2846176" y="264466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100" dirty="0"/>
          </a:p>
        </p:txBody>
      </p:sp>
      <p:sp>
        <p:nvSpPr>
          <p:cNvPr id="69" name="S12-label1168"/>
          <p:cNvSpPr txBox="1"/>
          <p:nvPr/>
        </p:nvSpPr>
        <p:spPr>
          <a:xfrm>
            <a:off x="2974566" y="312381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100" dirty="0"/>
          </a:p>
        </p:txBody>
      </p:sp>
      <p:sp>
        <p:nvSpPr>
          <p:cNvPr id="70" name="S12-label1169"/>
          <p:cNvSpPr txBox="1"/>
          <p:nvPr/>
        </p:nvSpPr>
        <p:spPr>
          <a:xfrm>
            <a:off x="2846176" y="360297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100" dirty="0"/>
          </a:p>
        </p:txBody>
      </p:sp>
      <p:sp>
        <p:nvSpPr>
          <p:cNvPr id="71" name="S12-label1170"/>
          <p:cNvSpPr txBox="1"/>
          <p:nvPr/>
        </p:nvSpPr>
        <p:spPr>
          <a:xfrm>
            <a:off x="2495409" y="395374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100" dirty="0"/>
          </a:p>
        </p:txBody>
      </p:sp>
      <p:sp>
        <p:nvSpPr>
          <p:cNvPr id="72" name="S12-label1171"/>
          <p:cNvSpPr txBox="1"/>
          <p:nvPr/>
        </p:nvSpPr>
        <p:spPr>
          <a:xfrm>
            <a:off x="2016252" y="408213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100" dirty="0"/>
          </a:p>
        </p:txBody>
      </p:sp>
      <p:sp>
        <p:nvSpPr>
          <p:cNvPr id="73" name="S12-label1172"/>
          <p:cNvSpPr txBox="1"/>
          <p:nvPr/>
        </p:nvSpPr>
        <p:spPr>
          <a:xfrm>
            <a:off x="1537095" y="395374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100" dirty="0"/>
          </a:p>
        </p:txBody>
      </p:sp>
      <p:sp>
        <p:nvSpPr>
          <p:cNvPr id="74" name="S12-label1173"/>
          <p:cNvSpPr txBox="1"/>
          <p:nvPr/>
        </p:nvSpPr>
        <p:spPr>
          <a:xfrm>
            <a:off x="1186328" y="360297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100" dirty="0"/>
          </a:p>
        </p:txBody>
      </p:sp>
      <p:sp>
        <p:nvSpPr>
          <p:cNvPr id="75" name="S12-label1174"/>
          <p:cNvSpPr txBox="1"/>
          <p:nvPr/>
        </p:nvSpPr>
        <p:spPr>
          <a:xfrm>
            <a:off x="1057938" y="312381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100" dirty="0"/>
          </a:p>
        </p:txBody>
      </p:sp>
      <p:sp>
        <p:nvSpPr>
          <p:cNvPr id="76" name="S12-label1175"/>
          <p:cNvSpPr txBox="1"/>
          <p:nvPr/>
        </p:nvSpPr>
        <p:spPr>
          <a:xfrm>
            <a:off x="1186328" y="264466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100" dirty="0"/>
          </a:p>
        </p:txBody>
      </p:sp>
      <p:sp>
        <p:nvSpPr>
          <p:cNvPr id="77" name="S12-label1176"/>
          <p:cNvSpPr txBox="1"/>
          <p:nvPr/>
        </p:nvSpPr>
        <p:spPr>
          <a:xfrm>
            <a:off x="1537095" y="2293895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100" dirty="0"/>
          </a:p>
        </p:txBody>
      </p:sp>
      <p:sp>
        <p:nvSpPr>
          <p:cNvPr id="78" name="S12-label1177"/>
          <p:cNvSpPr txBox="1"/>
          <p:nvPr/>
        </p:nvSpPr>
        <p:spPr>
          <a:xfrm>
            <a:off x="2016252" y="2165505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100" dirty="0"/>
          </a:p>
        </p:txBody>
      </p:sp>
      <p:sp>
        <p:nvSpPr>
          <p:cNvPr id="79" name="S12-line1178"/>
          <p:cNvSpPr/>
          <p:nvPr/>
        </p:nvSpPr>
        <p:spPr>
          <a:xfrm>
            <a:off x="2290572" y="3306699"/>
            <a:ext cx="112439" cy="637672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80" name="S12-line1179"/>
          <p:cNvSpPr/>
          <p:nvPr/>
        </p:nvSpPr>
        <p:spPr>
          <a:xfrm flipH="1">
            <a:off x="1415787" y="3306699"/>
            <a:ext cx="874785" cy="505057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81" name="S12-pin1180"/>
          <p:cNvSpPr/>
          <p:nvPr/>
        </p:nvSpPr>
        <p:spPr>
          <a:xfrm>
            <a:off x="2235708" y="3251835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2" name="S12-label1181"/>
          <p:cNvSpPr txBox="1"/>
          <p:nvPr/>
        </p:nvSpPr>
        <p:spPr>
          <a:xfrm>
            <a:off x="548640" y="4674870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83" name="S12-figure1182" descr="시계: 10시 13분"/>
          <p:cNvSpPr/>
          <p:nvPr/>
        </p:nvSpPr>
        <p:spPr>
          <a:xfrm>
            <a:off x="4799457" y="2011680"/>
            <a:ext cx="2590038" cy="259003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84" name="S12-line1183"/>
          <p:cNvSpPr/>
          <p:nvPr/>
        </p:nvSpPr>
        <p:spPr>
          <a:xfrm>
            <a:off x="6094476" y="2048256"/>
            <a:ext cx="0" cy="14245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5" name="S12-line1184"/>
          <p:cNvSpPr/>
          <p:nvPr/>
        </p:nvSpPr>
        <p:spPr>
          <a:xfrm flipH="1">
            <a:off x="6219251" y="2055150"/>
            <a:ext cx="6768" cy="6439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6" name="S12-line1185"/>
          <p:cNvSpPr/>
          <p:nvPr/>
        </p:nvSpPr>
        <p:spPr>
          <a:xfrm flipH="1">
            <a:off x="6342659" y="2075756"/>
            <a:ext cx="13462" cy="6333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7" name="S12-line1186"/>
          <p:cNvSpPr/>
          <p:nvPr/>
        </p:nvSpPr>
        <p:spPr>
          <a:xfrm flipH="1">
            <a:off x="6463347" y="2109849"/>
            <a:ext cx="20009" cy="6158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8" name="S12-line1187"/>
          <p:cNvSpPr/>
          <p:nvPr/>
        </p:nvSpPr>
        <p:spPr>
          <a:xfrm flipH="1">
            <a:off x="6579994" y="2157054"/>
            <a:ext cx="26337" cy="5915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9" name="S12-line1188"/>
          <p:cNvSpPr/>
          <p:nvPr/>
        </p:nvSpPr>
        <p:spPr>
          <a:xfrm flipH="1">
            <a:off x="6652471" y="2216855"/>
            <a:ext cx="71226" cy="12336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0" name="S12-line1189"/>
          <p:cNvSpPr/>
          <p:nvPr/>
        </p:nvSpPr>
        <p:spPr>
          <a:xfrm flipH="1">
            <a:off x="6796111" y="2288597"/>
            <a:ext cx="38060" cy="523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1" name="S12-line1190"/>
          <p:cNvSpPr/>
          <p:nvPr/>
        </p:nvSpPr>
        <p:spPr>
          <a:xfrm flipH="1">
            <a:off x="6893212" y="2371494"/>
            <a:ext cx="43327" cy="4811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2" name="S12-line1191"/>
          <p:cNvSpPr/>
          <p:nvPr/>
        </p:nvSpPr>
        <p:spPr>
          <a:xfrm flipH="1">
            <a:off x="6981562" y="2464636"/>
            <a:ext cx="48119" cy="4332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3" name="S12-line1192"/>
          <p:cNvSpPr/>
          <p:nvPr/>
        </p:nvSpPr>
        <p:spPr>
          <a:xfrm flipH="1">
            <a:off x="7060193" y="2567005"/>
            <a:ext cx="52385" cy="380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4" name="S12-line1193"/>
          <p:cNvSpPr/>
          <p:nvPr/>
        </p:nvSpPr>
        <p:spPr>
          <a:xfrm flipH="1">
            <a:off x="7060952" y="2677478"/>
            <a:ext cx="123367" cy="7122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5" name="S12-line1194"/>
          <p:cNvSpPr/>
          <p:nvPr/>
        </p:nvSpPr>
        <p:spPr>
          <a:xfrm flipH="1">
            <a:off x="7184968" y="2794844"/>
            <a:ext cx="59153" cy="2633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6" name="S12-line1195"/>
          <p:cNvSpPr/>
          <p:nvPr/>
        </p:nvSpPr>
        <p:spPr>
          <a:xfrm flipH="1">
            <a:off x="7229745" y="2917819"/>
            <a:ext cx="61582" cy="2000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7" name="S12-line1196"/>
          <p:cNvSpPr/>
          <p:nvPr/>
        </p:nvSpPr>
        <p:spPr>
          <a:xfrm flipH="1">
            <a:off x="7262083" y="3045054"/>
            <a:ext cx="63336" cy="1346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8" name="S12-line1197"/>
          <p:cNvSpPr/>
          <p:nvPr/>
        </p:nvSpPr>
        <p:spPr>
          <a:xfrm flipH="1">
            <a:off x="7281629" y="3175156"/>
            <a:ext cx="64396" cy="67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9" name="S12-line1198"/>
          <p:cNvSpPr/>
          <p:nvPr/>
        </p:nvSpPr>
        <p:spPr>
          <a:xfrm flipH="1">
            <a:off x="7210467" y="3306699"/>
            <a:ext cx="142452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0" name="S12-line1199"/>
          <p:cNvSpPr/>
          <p:nvPr/>
        </p:nvSpPr>
        <p:spPr>
          <a:xfrm flipH="1" flipV="1">
            <a:off x="7281629" y="3431474"/>
            <a:ext cx="64396" cy="67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1" name="S12-line1200"/>
          <p:cNvSpPr/>
          <p:nvPr/>
        </p:nvSpPr>
        <p:spPr>
          <a:xfrm flipH="1" flipV="1">
            <a:off x="7262083" y="3554882"/>
            <a:ext cx="63336" cy="1346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2" name="S12-line1201"/>
          <p:cNvSpPr/>
          <p:nvPr/>
        </p:nvSpPr>
        <p:spPr>
          <a:xfrm flipH="1" flipV="1">
            <a:off x="7229745" y="3675570"/>
            <a:ext cx="61582" cy="2000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3" name="S12-line1202"/>
          <p:cNvSpPr/>
          <p:nvPr/>
        </p:nvSpPr>
        <p:spPr>
          <a:xfrm flipH="1" flipV="1">
            <a:off x="7184968" y="3792217"/>
            <a:ext cx="59153" cy="2633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4" name="S12-line1203"/>
          <p:cNvSpPr/>
          <p:nvPr/>
        </p:nvSpPr>
        <p:spPr>
          <a:xfrm flipH="1" flipV="1">
            <a:off x="7060952" y="3864694"/>
            <a:ext cx="123367" cy="7122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5" name="S12-line1204"/>
          <p:cNvSpPr/>
          <p:nvPr/>
        </p:nvSpPr>
        <p:spPr>
          <a:xfrm flipH="1" flipV="1">
            <a:off x="7060193" y="4008334"/>
            <a:ext cx="52385" cy="380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6" name="S12-line1205"/>
          <p:cNvSpPr/>
          <p:nvPr/>
        </p:nvSpPr>
        <p:spPr>
          <a:xfrm flipH="1" flipV="1">
            <a:off x="6981562" y="4105435"/>
            <a:ext cx="48119" cy="4332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7" name="S12-line1206"/>
          <p:cNvSpPr/>
          <p:nvPr/>
        </p:nvSpPr>
        <p:spPr>
          <a:xfrm flipH="1" flipV="1">
            <a:off x="6893212" y="4193785"/>
            <a:ext cx="43327" cy="4811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8" name="S12-line1207"/>
          <p:cNvSpPr/>
          <p:nvPr/>
        </p:nvSpPr>
        <p:spPr>
          <a:xfrm flipH="1" flipV="1">
            <a:off x="6796111" y="4272416"/>
            <a:ext cx="38060" cy="523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9" name="S12-line1208"/>
          <p:cNvSpPr/>
          <p:nvPr/>
        </p:nvSpPr>
        <p:spPr>
          <a:xfrm flipH="1" flipV="1">
            <a:off x="6652471" y="4273175"/>
            <a:ext cx="71226" cy="12336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0" name="S12-line1209"/>
          <p:cNvSpPr/>
          <p:nvPr/>
        </p:nvSpPr>
        <p:spPr>
          <a:xfrm flipH="1" flipV="1">
            <a:off x="6579994" y="4397191"/>
            <a:ext cx="26337" cy="5915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1" name="S12-line1210"/>
          <p:cNvSpPr/>
          <p:nvPr/>
        </p:nvSpPr>
        <p:spPr>
          <a:xfrm flipH="1" flipV="1">
            <a:off x="6463347" y="4441968"/>
            <a:ext cx="20009" cy="6158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2" name="S12-line1211"/>
          <p:cNvSpPr/>
          <p:nvPr/>
        </p:nvSpPr>
        <p:spPr>
          <a:xfrm flipH="1" flipV="1">
            <a:off x="6342659" y="4474306"/>
            <a:ext cx="13462" cy="6333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3" name="S12-line1212"/>
          <p:cNvSpPr/>
          <p:nvPr/>
        </p:nvSpPr>
        <p:spPr>
          <a:xfrm flipH="1" flipV="1">
            <a:off x="6219251" y="4493852"/>
            <a:ext cx="6768" cy="6439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4" name="S12-line1213"/>
          <p:cNvSpPr/>
          <p:nvPr/>
        </p:nvSpPr>
        <p:spPr>
          <a:xfrm flipV="1">
            <a:off x="6094476" y="4422690"/>
            <a:ext cx="0" cy="14245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5" name="S12-line1214"/>
          <p:cNvSpPr/>
          <p:nvPr/>
        </p:nvSpPr>
        <p:spPr>
          <a:xfrm flipV="1">
            <a:off x="5962933" y="4493852"/>
            <a:ext cx="6768" cy="6439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6" name="S12-line1215"/>
          <p:cNvSpPr/>
          <p:nvPr/>
        </p:nvSpPr>
        <p:spPr>
          <a:xfrm flipV="1">
            <a:off x="5832831" y="4474306"/>
            <a:ext cx="13462" cy="6333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7" name="S12-line1216"/>
          <p:cNvSpPr/>
          <p:nvPr/>
        </p:nvSpPr>
        <p:spPr>
          <a:xfrm flipV="1">
            <a:off x="5705596" y="4441968"/>
            <a:ext cx="20009" cy="6158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8" name="S12-line1217"/>
          <p:cNvSpPr/>
          <p:nvPr/>
        </p:nvSpPr>
        <p:spPr>
          <a:xfrm flipV="1">
            <a:off x="5582621" y="4397191"/>
            <a:ext cx="26337" cy="5915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9" name="S12-line1218"/>
          <p:cNvSpPr/>
          <p:nvPr/>
        </p:nvSpPr>
        <p:spPr>
          <a:xfrm flipV="1">
            <a:off x="5465255" y="4273175"/>
            <a:ext cx="71226" cy="12336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0" name="S12-line1219"/>
          <p:cNvSpPr/>
          <p:nvPr/>
        </p:nvSpPr>
        <p:spPr>
          <a:xfrm flipV="1">
            <a:off x="5354782" y="4272416"/>
            <a:ext cx="38060" cy="523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1" name="S12-line1220"/>
          <p:cNvSpPr/>
          <p:nvPr/>
        </p:nvSpPr>
        <p:spPr>
          <a:xfrm flipV="1">
            <a:off x="5252413" y="4193785"/>
            <a:ext cx="43327" cy="4811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2" name="S12-line1221"/>
          <p:cNvSpPr/>
          <p:nvPr/>
        </p:nvSpPr>
        <p:spPr>
          <a:xfrm flipV="1">
            <a:off x="5159271" y="4105435"/>
            <a:ext cx="48119" cy="4332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3" name="S12-line1222"/>
          <p:cNvSpPr/>
          <p:nvPr/>
        </p:nvSpPr>
        <p:spPr>
          <a:xfrm flipV="1">
            <a:off x="5076374" y="4008334"/>
            <a:ext cx="52385" cy="380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4" name="S12-line1223"/>
          <p:cNvSpPr/>
          <p:nvPr/>
        </p:nvSpPr>
        <p:spPr>
          <a:xfrm flipV="1">
            <a:off x="5004632" y="3864694"/>
            <a:ext cx="123367" cy="7122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5" name="S12-line1224"/>
          <p:cNvSpPr/>
          <p:nvPr/>
        </p:nvSpPr>
        <p:spPr>
          <a:xfrm flipV="1">
            <a:off x="4944831" y="3792217"/>
            <a:ext cx="59153" cy="2633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6" name="S12-line1225"/>
          <p:cNvSpPr/>
          <p:nvPr/>
        </p:nvSpPr>
        <p:spPr>
          <a:xfrm flipV="1">
            <a:off x="4897626" y="3675570"/>
            <a:ext cx="61582" cy="2000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7" name="S12-line1226"/>
          <p:cNvSpPr/>
          <p:nvPr/>
        </p:nvSpPr>
        <p:spPr>
          <a:xfrm flipV="1">
            <a:off x="4863533" y="3554882"/>
            <a:ext cx="63336" cy="1346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8" name="S12-line1227"/>
          <p:cNvSpPr/>
          <p:nvPr/>
        </p:nvSpPr>
        <p:spPr>
          <a:xfrm flipV="1">
            <a:off x="4842927" y="3431474"/>
            <a:ext cx="64396" cy="67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9" name="S12-line1228"/>
          <p:cNvSpPr/>
          <p:nvPr/>
        </p:nvSpPr>
        <p:spPr>
          <a:xfrm>
            <a:off x="4836033" y="3306699"/>
            <a:ext cx="142452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0" name="S12-line1229"/>
          <p:cNvSpPr/>
          <p:nvPr/>
        </p:nvSpPr>
        <p:spPr>
          <a:xfrm>
            <a:off x="4842927" y="3175156"/>
            <a:ext cx="64396" cy="67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1" name="S12-line1230"/>
          <p:cNvSpPr/>
          <p:nvPr/>
        </p:nvSpPr>
        <p:spPr>
          <a:xfrm>
            <a:off x="4863533" y="3045054"/>
            <a:ext cx="63336" cy="1346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2" name="S12-line1231"/>
          <p:cNvSpPr/>
          <p:nvPr/>
        </p:nvSpPr>
        <p:spPr>
          <a:xfrm>
            <a:off x="4897626" y="2917819"/>
            <a:ext cx="61582" cy="2000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3" name="S12-line1232"/>
          <p:cNvSpPr/>
          <p:nvPr/>
        </p:nvSpPr>
        <p:spPr>
          <a:xfrm>
            <a:off x="4944831" y="2794844"/>
            <a:ext cx="59153" cy="2633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4" name="S12-line1233"/>
          <p:cNvSpPr/>
          <p:nvPr/>
        </p:nvSpPr>
        <p:spPr>
          <a:xfrm>
            <a:off x="5004632" y="2677478"/>
            <a:ext cx="123367" cy="7122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5" name="S12-line1234"/>
          <p:cNvSpPr/>
          <p:nvPr/>
        </p:nvSpPr>
        <p:spPr>
          <a:xfrm>
            <a:off x="5076374" y="2567005"/>
            <a:ext cx="52385" cy="380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6" name="S12-line1235"/>
          <p:cNvSpPr/>
          <p:nvPr/>
        </p:nvSpPr>
        <p:spPr>
          <a:xfrm>
            <a:off x="5159271" y="2464636"/>
            <a:ext cx="48119" cy="4332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7" name="S12-line1236"/>
          <p:cNvSpPr/>
          <p:nvPr/>
        </p:nvSpPr>
        <p:spPr>
          <a:xfrm>
            <a:off x="5252413" y="2371494"/>
            <a:ext cx="43327" cy="4811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8" name="S12-line1237"/>
          <p:cNvSpPr/>
          <p:nvPr/>
        </p:nvSpPr>
        <p:spPr>
          <a:xfrm>
            <a:off x="5354782" y="2288597"/>
            <a:ext cx="38060" cy="523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9" name="S12-line1238"/>
          <p:cNvSpPr/>
          <p:nvPr/>
        </p:nvSpPr>
        <p:spPr>
          <a:xfrm>
            <a:off x="5465255" y="2216855"/>
            <a:ext cx="71226" cy="12336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40" name="S12-line1239"/>
          <p:cNvSpPr/>
          <p:nvPr/>
        </p:nvSpPr>
        <p:spPr>
          <a:xfrm>
            <a:off x="5582621" y="2157054"/>
            <a:ext cx="26337" cy="5915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1" name="S12-line1240"/>
          <p:cNvSpPr/>
          <p:nvPr/>
        </p:nvSpPr>
        <p:spPr>
          <a:xfrm>
            <a:off x="5705596" y="2109849"/>
            <a:ext cx="20009" cy="6158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2" name="S12-line1241"/>
          <p:cNvSpPr/>
          <p:nvPr/>
        </p:nvSpPr>
        <p:spPr>
          <a:xfrm>
            <a:off x="5832831" y="2075756"/>
            <a:ext cx="13462" cy="6333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3" name="S12-line1242"/>
          <p:cNvSpPr/>
          <p:nvPr/>
        </p:nvSpPr>
        <p:spPr>
          <a:xfrm>
            <a:off x="5962933" y="2055150"/>
            <a:ext cx="6768" cy="6439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4" name="S12-label1243"/>
          <p:cNvSpPr txBox="1"/>
          <p:nvPr/>
        </p:nvSpPr>
        <p:spPr>
          <a:xfrm>
            <a:off x="6299313" y="2293895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100" dirty="0"/>
          </a:p>
        </p:txBody>
      </p:sp>
      <p:sp>
        <p:nvSpPr>
          <p:cNvPr id="145" name="S12-label1244"/>
          <p:cNvSpPr txBox="1"/>
          <p:nvPr/>
        </p:nvSpPr>
        <p:spPr>
          <a:xfrm>
            <a:off x="6650080" y="264466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100" dirty="0"/>
          </a:p>
        </p:txBody>
      </p:sp>
      <p:sp>
        <p:nvSpPr>
          <p:cNvPr id="146" name="S12-label1245"/>
          <p:cNvSpPr txBox="1"/>
          <p:nvPr/>
        </p:nvSpPr>
        <p:spPr>
          <a:xfrm>
            <a:off x="6778470" y="312381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100" dirty="0"/>
          </a:p>
        </p:txBody>
      </p:sp>
      <p:sp>
        <p:nvSpPr>
          <p:cNvPr id="147" name="S12-label1246"/>
          <p:cNvSpPr txBox="1"/>
          <p:nvPr/>
        </p:nvSpPr>
        <p:spPr>
          <a:xfrm>
            <a:off x="6650080" y="360297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100" dirty="0"/>
          </a:p>
        </p:txBody>
      </p:sp>
      <p:sp>
        <p:nvSpPr>
          <p:cNvPr id="148" name="S12-label1247"/>
          <p:cNvSpPr txBox="1"/>
          <p:nvPr/>
        </p:nvSpPr>
        <p:spPr>
          <a:xfrm>
            <a:off x="6299313" y="395374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100" dirty="0"/>
          </a:p>
        </p:txBody>
      </p:sp>
      <p:sp>
        <p:nvSpPr>
          <p:cNvPr id="149" name="S12-label1248"/>
          <p:cNvSpPr txBox="1"/>
          <p:nvPr/>
        </p:nvSpPr>
        <p:spPr>
          <a:xfrm>
            <a:off x="5820156" y="408213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100" dirty="0"/>
          </a:p>
        </p:txBody>
      </p:sp>
      <p:sp>
        <p:nvSpPr>
          <p:cNvPr id="150" name="S12-label1249"/>
          <p:cNvSpPr txBox="1"/>
          <p:nvPr/>
        </p:nvSpPr>
        <p:spPr>
          <a:xfrm>
            <a:off x="5340999" y="395374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100" dirty="0"/>
          </a:p>
        </p:txBody>
      </p:sp>
      <p:sp>
        <p:nvSpPr>
          <p:cNvPr id="151" name="S12-label1250"/>
          <p:cNvSpPr txBox="1"/>
          <p:nvPr/>
        </p:nvSpPr>
        <p:spPr>
          <a:xfrm>
            <a:off x="4990232" y="360297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100" dirty="0"/>
          </a:p>
        </p:txBody>
      </p:sp>
      <p:sp>
        <p:nvSpPr>
          <p:cNvPr id="152" name="S12-label1251"/>
          <p:cNvSpPr txBox="1"/>
          <p:nvPr/>
        </p:nvSpPr>
        <p:spPr>
          <a:xfrm>
            <a:off x="4861842" y="312381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100" dirty="0"/>
          </a:p>
        </p:txBody>
      </p:sp>
      <p:sp>
        <p:nvSpPr>
          <p:cNvPr id="153" name="S12-label1252"/>
          <p:cNvSpPr txBox="1"/>
          <p:nvPr/>
        </p:nvSpPr>
        <p:spPr>
          <a:xfrm>
            <a:off x="4990232" y="264466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100" dirty="0"/>
          </a:p>
        </p:txBody>
      </p:sp>
      <p:sp>
        <p:nvSpPr>
          <p:cNvPr id="154" name="S12-label1253"/>
          <p:cNvSpPr txBox="1"/>
          <p:nvPr/>
        </p:nvSpPr>
        <p:spPr>
          <a:xfrm>
            <a:off x="5340999" y="2293895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100" dirty="0"/>
          </a:p>
        </p:txBody>
      </p:sp>
      <p:sp>
        <p:nvSpPr>
          <p:cNvPr id="155" name="S12-label1254"/>
          <p:cNvSpPr txBox="1"/>
          <p:nvPr/>
        </p:nvSpPr>
        <p:spPr>
          <a:xfrm>
            <a:off x="5820156" y="2165505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100" dirty="0"/>
          </a:p>
        </p:txBody>
      </p:sp>
      <p:sp>
        <p:nvSpPr>
          <p:cNvPr id="156" name="S12-line1255"/>
          <p:cNvSpPr/>
          <p:nvPr/>
        </p:nvSpPr>
        <p:spPr>
          <a:xfrm flipH="1" flipV="1">
            <a:off x="5573971" y="2921546"/>
            <a:ext cx="520505" cy="385153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157" name="S12-line1256"/>
          <p:cNvSpPr/>
          <p:nvPr/>
        </p:nvSpPr>
        <p:spPr>
          <a:xfrm flipV="1">
            <a:off x="6094476" y="3096684"/>
            <a:ext cx="988041" cy="210015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158" name="S12-pin1257"/>
          <p:cNvSpPr/>
          <p:nvPr/>
        </p:nvSpPr>
        <p:spPr>
          <a:xfrm>
            <a:off x="6039612" y="3251835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9" name="S12-label1258"/>
          <p:cNvSpPr txBox="1"/>
          <p:nvPr/>
        </p:nvSpPr>
        <p:spPr>
          <a:xfrm>
            <a:off x="4352544" y="4674870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160" name="S12-bigtext1259"/>
          <p:cNvSpPr txBox="1"/>
          <p:nvPr/>
        </p:nvSpPr>
        <p:spPr>
          <a:xfrm>
            <a:off x="8156448" y="2011680"/>
            <a:ext cx="3483864" cy="25900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1시간 15분은</a:t>
            </a:r>
            <a:endParaRPr lang="ko-KR" sz="3000" dirty="0"/>
          </a:p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분?</a:t>
            </a:r>
            <a:endParaRPr lang="ko-KR" sz="3000" dirty="0"/>
          </a:p>
        </p:txBody>
      </p:sp>
      <p:sp>
        <p:nvSpPr>
          <p:cNvPr id="161" name="S12-label1260"/>
          <p:cNvSpPr txBox="1"/>
          <p:nvPr/>
        </p:nvSpPr>
        <p:spPr>
          <a:xfrm>
            <a:off x="8156448" y="4674870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400" dirty="0"/>
          </a:p>
        </p:txBody>
      </p:sp>
      <p:sp>
        <p:nvSpPr>
          <p:cNvPr id="3" name="S13-card1261"/>
          <p:cNvSpPr/>
          <p:nvPr/>
        </p:nvSpPr>
        <p:spPr>
          <a:xfrm>
            <a:off x="548640" y="489712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3-cardtext1262"/>
          <p:cNvSpPr txBox="1"/>
          <p:nvPr/>
        </p:nvSpPr>
        <p:spPr>
          <a:xfrm>
            <a:off x="822960" y="503428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문제는 진짜 시계로 같은 시각을 만들어 다시 읽게 하세요.</a:t>
            </a:r>
            <a:endParaRPr lang="ko-KR" sz="3200" dirty="0"/>
          </a:p>
        </p:txBody>
      </p:sp>
      <p:sp>
        <p:nvSpPr>
          <p:cNvPr id="5" name="S13-chip1263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600" dirty="0"/>
          </a:p>
        </p:txBody>
      </p:sp>
      <p:sp>
        <p:nvSpPr>
          <p:cNvPr id="6" name="S13-text1264"/>
          <p:cNvSpPr txBox="1"/>
          <p:nvPr/>
        </p:nvSpPr>
        <p:spPr>
          <a:xfrm>
            <a:off x="548640" y="2057400"/>
            <a:ext cx="2681478" cy="549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5시 40분</a:t>
            </a:r>
            <a:endParaRPr lang="ko-KR" sz="3200" dirty="0"/>
          </a:p>
        </p:txBody>
      </p:sp>
      <p:sp>
        <p:nvSpPr>
          <p:cNvPr id="7" name="S13-text1265"/>
          <p:cNvSpPr txBox="1"/>
          <p:nvPr/>
        </p:nvSpPr>
        <p:spPr>
          <a:xfrm>
            <a:off x="3367278" y="2057400"/>
            <a:ext cx="2544318" cy="549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긴바늘 8</a:t>
            </a:r>
            <a:endParaRPr lang="ko-KR" sz="2600" dirty="0"/>
          </a:p>
        </p:txBody>
      </p:sp>
      <p:sp>
        <p:nvSpPr>
          <p:cNvPr id="8" name="S13-text1266"/>
          <p:cNvSpPr txBox="1"/>
          <p:nvPr/>
        </p:nvSpPr>
        <p:spPr>
          <a:xfrm>
            <a:off x="548640" y="2744470"/>
            <a:ext cx="2681478" cy="549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10시 13분</a:t>
            </a:r>
            <a:endParaRPr lang="ko-KR" sz="3200" dirty="0"/>
          </a:p>
        </p:txBody>
      </p:sp>
      <p:sp>
        <p:nvSpPr>
          <p:cNvPr id="9" name="S13-text1267"/>
          <p:cNvSpPr txBox="1"/>
          <p:nvPr/>
        </p:nvSpPr>
        <p:spPr>
          <a:xfrm>
            <a:off x="3367278" y="2744470"/>
            <a:ext cx="2544318" cy="549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10분 + 3칸</a:t>
            </a:r>
            <a:endParaRPr lang="ko-KR" sz="2600" dirty="0"/>
          </a:p>
        </p:txBody>
      </p:sp>
      <p:sp>
        <p:nvSpPr>
          <p:cNvPr id="10" name="S13-text1268"/>
          <p:cNvSpPr txBox="1"/>
          <p:nvPr/>
        </p:nvSpPr>
        <p:spPr>
          <a:xfrm>
            <a:off x="548640" y="3431540"/>
            <a:ext cx="2681478" cy="549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75분</a:t>
            </a:r>
            <a:endParaRPr lang="ko-KR" sz="3200" dirty="0"/>
          </a:p>
        </p:txBody>
      </p:sp>
      <p:sp>
        <p:nvSpPr>
          <p:cNvPr id="11" name="S13-text1269"/>
          <p:cNvSpPr txBox="1"/>
          <p:nvPr/>
        </p:nvSpPr>
        <p:spPr>
          <a:xfrm>
            <a:off x="3367278" y="3431540"/>
            <a:ext cx="2544318" cy="549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 + 15</a:t>
            </a:r>
            <a:endParaRPr lang="ko-KR" sz="2600" dirty="0"/>
          </a:p>
        </p:txBody>
      </p:sp>
      <p:sp>
        <p:nvSpPr>
          <p:cNvPr id="12" name="S13-text1270"/>
          <p:cNvSpPr txBox="1"/>
          <p:nvPr/>
        </p:nvSpPr>
        <p:spPr>
          <a:xfrm>
            <a:off x="548640" y="4118610"/>
            <a:ext cx="2681478" cy="549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4시 20분</a:t>
            </a:r>
            <a:endParaRPr lang="ko-KR" sz="3200" dirty="0"/>
          </a:p>
        </p:txBody>
      </p:sp>
      <p:sp>
        <p:nvSpPr>
          <p:cNvPr id="13" name="S13-text1271"/>
          <p:cNvSpPr txBox="1"/>
          <p:nvPr/>
        </p:nvSpPr>
        <p:spPr>
          <a:xfrm>
            <a:off x="3367278" y="4118610"/>
            <a:ext cx="2544318" cy="549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바퀴 뒤</a:t>
            </a:r>
            <a:endParaRPr lang="ko-KR" sz="2600" dirty="0"/>
          </a:p>
        </p:txBody>
      </p:sp>
      <p:sp>
        <p:nvSpPr>
          <p:cNvPr id="14" name="S13-chip1272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600" dirty="0"/>
          </a:p>
        </p:txBody>
      </p:sp>
      <p:sp>
        <p:nvSpPr>
          <p:cNvPr id="15" name="S13-text1273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6시 40분</a:t>
            </a:r>
            <a:endParaRPr lang="ko-KR" sz="3200" dirty="0"/>
          </a:p>
        </p:txBody>
      </p:sp>
      <p:sp>
        <p:nvSpPr>
          <p:cNvPr id="16" name="S13-text1274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가까운 숫자를 읽음</a:t>
            </a:r>
            <a:endParaRPr lang="ko-KR" sz="2600" dirty="0"/>
          </a:p>
        </p:txBody>
      </p:sp>
      <p:sp>
        <p:nvSpPr>
          <p:cNvPr id="17" name="S13-text1275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10시 3분</a:t>
            </a:r>
            <a:endParaRPr lang="ko-KR" sz="3200" dirty="0"/>
          </a:p>
        </p:txBody>
      </p:sp>
      <p:sp>
        <p:nvSpPr>
          <p:cNvPr id="18" name="S13-text1276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작은 눈금만 셈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1시간 뒤는?</a:t>
            </a:r>
            <a:endParaRPr lang="ko-KR" sz="4400" dirty="0"/>
          </a:p>
        </p:txBody>
      </p:sp>
      <p:sp>
        <p:nvSpPr>
          <p:cNvPr id="3" name="S14-text127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2시 30분에서 1시간이 지났어요.</a:t>
            </a:r>
            <a:endParaRPr lang="ko-KR" sz="3200" dirty="0"/>
          </a:p>
        </p:txBody>
      </p:sp>
      <p:sp>
        <p:nvSpPr>
          <p:cNvPr id="4" name="S14-card127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4-cardtext127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알았는지 말해 보세요.</a:t>
            </a:r>
            <a:endParaRPr lang="ko-KR" sz="3200" dirty="0"/>
          </a:p>
        </p:txBody>
      </p:sp>
      <p:sp>
        <p:nvSpPr>
          <p:cNvPr id="6" name="S14-chip1280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14-figure1281" descr="시계: 2시 31분"/>
          <p:cNvSpPr/>
          <p:nvPr/>
        </p:nvSpPr>
        <p:spPr>
          <a:xfrm>
            <a:off x="1072896" y="2715768"/>
            <a:ext cx="2404872" cy="2404872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8" name="S14-line1282"/>
          <p:cNvSpPr/>
          <p:nvPr/>
        </p:nvSpPr>
        <p:spPr>
          <a:xfrm>
            <a:off x="2275332" y="2752344"/>
            <a:ext cx="0" cy="132268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" name="S14-line1283"/>
          <p:cNvSpPr/>
          <p:nvPr/>
        </p:nvSpPr>
        <p:spPr>
          <a:xfrm flipH="1">
            <a:off x="2390913" y="2758731"/>
            <a:ext cx="6284" cy="597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14-line1284"/>
          <p:cNvSpPr/>
          <p:nvPr/>
        </p:nvSpPr>
        <p:spPr>
          <a:xfrm flipH="1">
            <a:off x="2505228" y="2777821"/>
            <a:ext cx="12500" cy="588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14-line1285"/>
          <p:cNvSpPr/>
          <p:nvPr/>
        </p:nvSpPr>
        <p:spPr>
          <a:xfrm flipH="1">
            <a:off x="2617024" y="2809405"/>
            <a:ext cx="18579" cy="571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14-line1286"/>
          <p:cNvSpPr/>
          <p:nvPr/>
        </p:nvSpPr>
        <p:spPr>
          <a:xfrm flipH="1">
            <a:off x="2725076" y="2853138"/>
            <a:ext cx="24454" cy="549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14-line1287"/>
          <p:cNvSpPr/>
          <p:nvPr/>
        </p:nvSpPr>
        <p:spPr>
          <a:xfrm flipH="1">
            <a:off x="2792128" y="2908540"/>
            <a:ext cx="66134" cy="11454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4" name="S14-line1288"/>
          <p:cNvSpPr/>
          <p:nvPr/>
        </p:nvSpPr>
        <p:spPr>
          <a:xfrm flipH="1">
            <a:off x="2925269" y="2975003"/>
            <a:ext cx="35339" cy="486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14-line1289"/>
          <p:cNvSpPr/>
          <p:nvPr/>
        </p:nvSpPr>
        <p:spPr>
          <a:xfrm flipH="1">
            <a:off x="3015215" y="3051801"/>
            <a:ext cx="40229" cy="446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14-line1290"/>
          <p:cNvSpPr/>
          <p:nvPr/>
        </p:nvSpPr>
        <p:spPr>
          <a:xfrm flipH="1">
            <a:off x="3097056" y="3138091"/>
            <a:ext cx="44679" cy="4022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14-line1291"/>
          <p:cNvSpPr/>
          <p:nvPr/>
        </p:nvSpPr>
        <p:spPr>
          <a:xfrm flipH="1">
            <a:off x="3169893" y="3232929"/>
            <a:ext cx="48640" cy="3533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14-line1292"/>
          <p:cNvSpPr/>
          <p:nvPr/>
        </p:nvSpPr>
        <p:spPr>
          <a:xfrm flipH="1">
            <a:off x="3170449" y="3335274"/>
            <a:ext cx="114547" cy="6613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9" name="S14-line1293"/>
          <p:cNvSpPr/>
          <p:nvPr/>
        </p:nvSpPr>
        <p:spPr>
          <a:xfrm flipH="1">
            <a:off x="3285474" y="3444006"/>
            <a:ext cx="54924" cy="244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14-line1294"/>
          <p:cNvSpPr/>
          <p:nvPr/>
        </p:nvSpPr>
        <p:spPr>
          <a:xfrm flipH="1">
            <a:off x="3326952" y="3557933"/>
            <a:ext cx="57179" cy="185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14-line1295"/>
          <p:cNvSpPr/>
          <p:nvPr/>
        </p:nvSpPr>
        <p:spPr>
          <a:xfrm flipH="1">
            <a:off x="3356907" y="3675808"/>
            <a:ext cx="58808" cy="125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14-line1296"/>
          <p:cNvSpPr/>
          <p:nvPr/>
        </p:nvSpPr>
        <p:spPr>
          <a:xfrm flipH="1">
            <a:off x="3375013" y="3796338"/>
            <a:ext cx="59792" cy="628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14-line1297"/>
          <p:cNvSpPr/>
          <p:nvPr/>
        </p:nvSpPr>
        <p:spPr>
          <a:xfrm flipH="1">
            <a:off x="3308924" y="3918204"/>
            <a:ext cx="132268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4" name="S14-line1298"/>
          <p:cNvSpPr/>
          <p:nvPr/>
        </p:nvSpPr>
        <p:spPr>
          <a:xfrm flipH="1" flipV="1">
            <a:off x="3375013" y="4033785"/>
            <a:ext cx="59792" cy="628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14-line1299"/>
          <p:cNvSpPr/>
          <p:nvPr/>
        </p:nvSpPr>
        <p:spPr>
          <a:xfrm flipH="1" flipV="1">
            <a:off x="3356907" y="4148100"/>
            <a:ext cx="58808" cy="125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14-line1300"/>
          <p:cNvSpPr/>
          <p:nvPr/>
        </p:nvSpPr>
        <p:spPr>
          <a:xfrm flipH="1" flipV="1">
            <a:off x="3326952" y="4259896"/>
            <a:ext cx="57179" cy="185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14-line1301"/>
          <p:cNvSpPr/>
          <p:nvPr/>
        </p:nvSpPr>
        <p:spPr>
          <a:xfrm flipH="1" flipV="1">
            <a:off x="3285474" y="4367948"/>
            <a:ext cx="54924" cy="244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14-line1302"/>
          <p:cNvSpPr/>
          <p:nvPr/>
        </p:nvSpPr>
        <p:spPr>
          <a:xfrm flipH="1" flipV="1">
            <a:off x="3170449" y="4435000"/>
            <a:ext cx="114547" cy="6613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9" name="S14-line1303"/>
          <p:cNvSpPr/>
          <p:nvPr/>
        </p:nvSpPr>
        <p:spPr>
          <a:xfrm flipH="1" flipV="1">
            <a:off x="3169893" y="4568141"/>
            <a:ext cx="48640" cy="3533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14-line1304"/>
          <p:cNvSpPr/>
          <p:nvPr/>
        </p:nvSpPr>
        <p:spPr>
          <a:xfrm flipH="1" flipV="1">
            <a:off x="3097056" y="4658087"/>
            <a:ext cx="44679" cy="4022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14-line1305"/>
          <p:cNvSpPr/>
          <p:nvPr/>
        </p:nvSpPr>
        <p:spPr>
          <a:xfrm flipH="1" flipV="1">
            <a:off x="3015215" y="4739928"/>
            <a:ext cx="40229" cy="446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14-line1306"/>
          <p:cNvSpPr/>
          <p:nvPr/>
        </p:nvSpPr>
        <p:spPr>
          <a:xfrm flipH="1" flipV="1">
            <a:off x="2925269" y="4812765"/>
            <a:ext cx="35339" cy="486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14-line1307"/>
          <p:cNvSpPr/>
          <p:nvPr/>
        </p:nvSpPr>
        <p:spPr>
          <a:xfrm flipH="1" flipV="1">
            <a:off x="2792128" y="4813321"/>
            <a:ext cx="66134" cy="11454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4" name="S14-line1308"/>
          <p:cNvSpPr/>
          <p:nvPr/>
        </p:nvSpPr>
        <p:spPr>
          <a:xfrm flipH="1" flipV="1">
            <a:off x="2725076" y="4928346"/>
            <a:ext cx="24454" cy="549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14-line1309"/>
          <p:cNvSpPr/>
          <p:nvPr/>
        </p:nvSpPr>
        <p:spPr>
          <a:xfrm flipH="1" flipV="1">
            <a:off x="2617024" y="4969824"/>
            <a:ext cx="18579" cy="571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14-line1310"/>
          <p:cNvSpPr/>
          <p:nvPr/>
        </p:nvSpPr>
        <p:spPr>
          <a:xfrm flipH="1" flipV="1">
            <a:off x="2505228" y="4999779"/>
            <a:ext cx="12500" cy="588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14-line1311"/>
          <p:cNvSpPr/>
          <p:nvPr/>
        </p:nvSpPr>
        <p:spPr>
          <a:xfrm flipH="1" flipV="1">
            <a:off x="2390913" y="5017885"/>
            <a:ext cx="6284" cy="597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14-line1312"/>
          <p:cNvSpPr/>
          <p:nvPr/>
        </p:nvSpPr>
        <p:spPr>
          <a:xfrm flipV="1">
            <a:off x="2275332" y="4951796"/>
            <a:ext cx="0" cy="132268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9" name="S14-line1313"/>
          <p:cNvSpPr/>
          <p:nvPr/>
        </p:nvSpPr>
        <p:spPr>
          <a:xfrm flipV="1">
            <a:off x="2153466" y="5017885"/>
            <a:ext cx="6284" cy="597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14-line1314"/>
          <p:cNvSpPr/>
          <p:nvPr/>
        </p:nvSpPr>
        <p:spPr>
          <a:xfrm flipV="1">
            <a:off x="2032936" y="4999779"/>
            <a:ext cx="12500" cy="588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14-line1315"/>
          <p:cNvSpPr/>
          <p:nvPr/>
        </p:nvSpPr>
        <p:spPr>
          <a:xfrm flipV="1">
            <a:off x="1915061" y="4969824"/>
            <a:ext cx="18579" cy="571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14-line1316"/>
          <p:cNvSpPr/>
          <p:nvPr/>
        </p:nvSpPr>
        <p:spPr>
          <a:xfrm flipV="1">
            <a:off x="1801134" y="4928346"/>
            <a:ext cx="24454" cy="549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14-line1317"/>
          <p:cNvSpPr/>
          <p:nvPr/>
        </p:nvSpPr>
        <p:spPr>
          <a:xfrm flipV="1">
            <a:off x="1692402" y="4813321"/>
            <a:ext cx="66134" cy="11454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4" name="S14-line1318"/>
          <p:cNvSpPr/>
          <p:nvPr/>
        </p:nvSpPr>
        <p:spPr>
          <a:xfrm flipV="1">
            <a:off x="1590057" y="4812765"/>
            <a:ext cx="35339" cy="486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14-line1319"/>
          <p:cNvSpPr/>
          <p:nvPr/>
        </p:nvSpPr>
        <p:spPr>
          <a:xfrm flipV="1">
            <a:off x="1495219" y="4739928"/>
            <a:ext cx="40229" cy="446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14-line1320"/>
          <p:cNvSpPr/>
          <p:nvPr/>
        </p:nvSpPr>
        <p:spPr>
          <a:xfrm flipV="1">
            <a:off x="1408929" y="4658087"/>
            <a:ext cx="44679" cy="4022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14-line1321"/>
          <p:cNvSpPr/>
          <p:nvPr/>
        </p:nvSpPr>
        <p:spPr>
          <a:xfrm flipV="1">
            <a:off x="1332131" y="4568141"/>
            <a:ext cx="48640" cy="3533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14-line1322"/>
          <p:cNvSpPr/>
          <p:nvPr/>
        </p:nvSpPr>
        <p:spPr>
          <a:xfrm flipV="1">
            <a:off x="1265668" y="4435000"/>
            <a:ext cx="114547" cy="6613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9" name="S14-line1323"/>
          <p:cNvSpPr/>
          <p:nvPr/>
        </p:nvSpPr>
        <p:spPr>
          <a:xfrm flipV="1">
            <a:off x="1210266" y="4367948"/>
            <a:ext cx="54924" cy="244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14-line1324"/>
          <p:cNvSpPr/>
          <p:nvPr/>
        </p:nvSpPr>
        <p:spPr>
          <a:xfrm flipV="1">
            <a:off x="1166533" y="4259896"/>
            <a:ext cx="57179" cy="185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14-line1325"/>
          <p:cNvSpPr/>
          <p:nvPr/>
        </p:nvSpPr>
        <p:spPr>
          <a:xfrm flipV="1">
            <a:off x="1134949" y="4148100"/>
            <a:ext cx="58808" cy="125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14-line1326"/>
          <p:cNvSpPr/>
          <p:nvPr/>
        </p:nvSpPr>
        <p:spPr>
          <a:xfrm flipV="1">
            <a:off x="1115859" y="4033785"/>
            <a:ext cx="59792" cy="628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14-line1327"/>
          <p:cNvSpPr/>
          <p:nvPr/>
        </p:nvSpPr>
        <p:spPr>
          <a:xfrm>
            <a:off x="1109472" y="3918204"/>
            <a:ext cx="132268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4" name="S14-line1328"/>
          <p:cNvSpPr/>
          <p:nvPr/>
        </p:nvSpPr>
        <p:spPr>
          <a:xfrm>
            <a:off x="1115859" y="3796338"/>
            <a:ext cx="59792" cy="628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14-line1329"/>
          <p:cNvSpPr/>
          <p:nvPr/>
        </p:nvSpPr>
        <p:spPr>
          <a:xfrm>
            <a:off x="1134949" y="3675808"/>
            <a:ext cx="58808" cy="125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14-line1330"/>
          <p:cNvSpPr/>
          <p:nvPr/>
        </p:nvSpPr>
        <p:spPr>
          <a:xfrm>
            <a:off x="1166533" y="3557933"/>
            <a:ext cx="57179" cy="185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14-line1331"/>
          <p:cNvSpPr/>
          <p:nvPr/>
        </p:nvSpPr>
        <p:spPr>
          <a:xfrm>
            <a:off x="1210266" y="3444006"/>
            <a:ext cx="54924" cy="244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14-line1332"/>
          <p:cNvSpPr/>
          <p:nvPr/>
        </p:nvSpPr>
        <p:spPr>
          <a:xfrm>
            <a:off x="1265668" y="3335274"/>
            <a:ext cx="114547" cy="6613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9" name="S14-line1333"/>
          <p:cNvSpPr/>
          <p:nvPr/>
        </p:nvSpPr>
        <p:spPr>
          <a:xfrm>
            <a:off x="1332131" y="3232929"/>
            <a:ext cx="48640" cy="3533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14-line1334"/>
          <p:cNvSpPr/>
          <p:nvPr/>
        </p:nvSpPr>
        <p:spPr>
          <a:xfrm>
            <a:off x="1408929" y="3138091"/>
            <a:ext cx="44679" cy="4022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14-line1335"/>
          <p:cNvSpPr/>
          <p:nvPr/>
        </p:nvSpPr>
        <p:spPr>
          <a:xfrm>
            <a:off x="1495219" y="3051801"/>
            <a:ext cx="40229" cy="446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14-line1336"/>
          <p:cNvSpPr/>
          <p:nvPr/>
        </p:nvSpPr>
        <p:spPr>
          <a:xfrm>
            <a:off x="1590057" y="2975003"/>
            <a:ext cx="35339" cy="486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14-line1337"/>
          <p:cNvSpPr/>
          <p:nvPr/>
        </p:nvSpPr>
        <p:spPr>
          <a:xfrm>
            <a:off x="1692402" y="2908540"/>
            <a:ext cx="66134" cy="11454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4" name="S14-line1338"/>
          <p:cNvSpPr/>
          <p:nvPr/>
        </p:nvSpPr>
        <p:spPr>
          <a:xfrm>
            <a:off x="1801134" y="2853138"/>
            <a:ext cx="24454" cy="549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14-line1339"/>
          <p:cNvSpPr/>
          <p:nvPr/>
        </p:nvSpPr>
        <p:spPr>
          <a:xfrm>
            <a:off x="1915061" y="2809405"/>
            <a:ext cx="18579" cy="571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14-line1340"/>
          <p:cNvSpPr/>
          <p:nvPr/>
        </p:nvSpPr>
        <p:spPr>
          <a:xfrm>
            <a:off x="2032936" y="2777821"/>
            <a:ext cx="12500" cy="588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7" name="S14-line1341"/>
          <p:cNvSpPr/>
          <p:nvPr/>
        </p:nvSpPr>
        <p:spPr>
          <a:xfrm>
            <a:off x="2153466" y="2758731"/>
            <a:ext cx="6284" cy="597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8" name="S14-label1342"/>
          <p:cNvSpPr txBox="1"/>
          <p:nvPr/>
        </p:nvSpPr>
        <p:spPr>
          <a:xfrm>
            <a:off x="2445913" y="29647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000" dirty="0"/>
          </a:p>
        </p:txBody>
      </p:sp>
      <p:sp>
        <p:nvSpPr>
          <p:cNvPr id="69" name="S14-label1343"/>
          <p:cNvSpPr txBox="1"/>
          <p:nvPr/>
        </p:nvSpPr>
        <p:spPr>
          <a:xfrm>
            <a:off x="2771604" y="329042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000" dirty="0"/>
          </a:p>
        </p:txBody>
      </p:sp>
      <p:sp>
        <p:nvSpPr>
          <p:cNvPr id="70" name="S14-label1344"/>
          <p:cNvSpPr txBox="1"/>
          <p:nvPr/>
        </p:nvSpPr>
        <p:spPr>
          <a:xfrm>
            <a:off x="2890815" y="373532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000" dirty="0"/>
          </a:p>
        </p:txBody>
      </p:sp>
      <p:sp>
        <p:nvSpPr>
          <p:cNvPr id="71" name="S14-label1345"/>
          <p:cNvSpPr txBox="1"/>
          <p:nvPr/>
        </p:nvSpPr>
        <p:spPr>
          <a:xfrm>
            <a:off x="2771604" y="4180225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000" dirty="0"/>
          </a:p>
        </p:txBody>
      </p:sp>
      <p:sp>
        <p:nvSpPr>
          <p:cNvPr id="72" name="S14-label1346"/>
          <p:cNvSpPr txBox="1"/>
          <p:nvPr/>
        </p:nvSpPr>
        <p:spPr>
          <a:xfrm>
            <a:off x="2445913" y="450591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000" dirty="0"/>
          </a:p>
        </p:txBody>
      </p:sp>
      <p:sp>
        <p:nvSpPr>
          <p:cNvPr id="73" name="S14-label1347"/>
          <p:cNvSpPr txBox="1"/>
          <p:nvPr/>
        </p:nvSpPr>
        <p:spPr>
          <a:xfrm>
            <a:off x="2001012" y="462512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000" dirty="0"/>
          </a:p>
        </p:txBody>
      </p:sp>
      <p:sp>
        <p:nvSpPr>
          <p:cNvPr id="74" name="S14-label1348"/>
          <p:cNvSpPr txBox="1"/>
          <p:nvPr/>
        </p:nvSpPr>
        <p:spPr>
          <a:xfrm>
            <a:off x="1556111" y="450591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000" dirty="0"/>
          </a:p>
        </p:txBody>
      </p:sp>
      <p:sp>
        <p:nvSpPr>
          <p:cNvPr id="75" name="S14-label1349"/>
          <p:cNvSpPr txBox="1"/>
          <p:nvPr/>
        </p:nvSpPr>
        <p:spPr>
          <a:xfrm>
            <a:off x="1230420" y="4180225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000" dirty="0"/>
          </a:p>
        </p:txBody>
      </p:sp>
      <p:sp>
        <p:nvSpPr>
          <p:cNvPr id="76" name="S14-label1350"/>
          <p:cNvSpPr txBox="1"/>
          <p:nvPr/>
        </p:nvSpPr>
        <p:spPr>
          <a:xfrm>
            <a:off x="1111209" y="373532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000" dirty="0"/>
          </a:p>
        </p:txBody>
      </p:sp>
      <p:sp>
        <p:nvSpPr>
          <p:cNvPr id="77" name="S14-label1351"/>
          <p:cNvSpPr txBox="1"/>
          <p:nvPr/>
        </p:nvSpPr>
        <p:spPr>
          <a:xfrm>
            <a:off x="1230420" y="329042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000" dirty="0"/>
          </a:p>
        </p:txBody>
      </p:sp>
      <p:sp>
        <p:nvSpPr>
          <p:cNvPr id="78" name="S14-label1352"/>
          <p:cNvSpPr txBox="1"/>
          <p:nvPr/>
        </p:nvSpPr>
        <p:spPr>
          <a:xfrm>
            <a:off x="1556111" y="29647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000" dirty="0"/>
          </a:p>
        </p:txBody>
      </p:sp>
      <p:sp>
        <p:nvSpPr>
          <p:cNvPr id="79" name="S14-label1353"/>
          <p:cNvSpPr txBox="1"/>
          <p:nvPr/>
        </p:nvSpPr>
        <p:spPr>
          <a:xfrm>
            <a:off x="2001012" y="284552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000" dirty="0"/>
          </a:p>
        </p:txBody>
      </p:sp>
      <p:sp>
        <p:nvSpPr>
          <p:cNvPr id="80" name="S14-line1354"/>
          <p:cNvSpPr/>
          <p:nvPr/>
        </p:nvSpPr>
        <p:spPr>
          <a:xfrm flipV="1">
            <a:off x="2275332" y="3767671"/>
            <a:ext cx="582068" cy="150533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81" name="S14-line1355"/>
          <p:cNvSpPr/>
          <p:nvPr/>
        </p:nvSpPr>
        <p:spPr>
          <a:xfrm flipH="1">
            <a:off x="2177295" y="3918204"/>
            <a:ext cx="98037" cy="932762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82" name="S14-pin1356"/>
          <p:cNvSpPr/>
          <p:nvPr/>
        </p:nvSpPr>
        <p:spPr>
          <a:xfrm>
            <a:off x="2220468" y="3863340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3" name="S14-chip1357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84" name="S14-figure1358" descr="시계: 3시 30분"/>
          <p:cNvSpPr/>
          <p:nvPr/>
        </p:nvSpPr>
        <p:spPr>
          <a:xfrm>
            <a:off x="4892040" y="2715768"/>
            <a:ext cx="2404872" cy="2404872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85" name="S14-line1359"/>
          <p:cNvSpPr/>
          <p:nvPr/>
        </p:nvSpPr>
        <p:spPr>
          <a:xfrm>
            <a:off x="6094476" y="2752344"/>
            <a:ext cx="0" cy="132268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6" name="S14-line1360"/>
          <p:cNvSpPr/>
          <p:nvPr/>
        </p:nvSpPr>
        <p:spPr>
          <a:xfrm flipH="1">
            <a:off x="6210057" y="2758731"/>
            <a:ext cx="6284" cy="597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7" name="S14-line1361"/>
          <p:cNvSpPr/>
          <p:nvPr/>
        </p:nvSpPr>
        <p:spPr>
          <a:xfrm flipH="1">
            <a:off x="6324372" y="2777821"/>
            <a:ext cx="12500" cy="588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8" name="S14-line1362"/>
          <p:cNvSpPr/>
          <p:nvPr/>
        </p:nvSpPr>
        <p:spPr>
          <a:xfrm flipH="1">
            <a:off x="6436168" y="2809405"/>
            <a:ext cx="18579" cy="571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9" name="S14-line1363"/>
          <p:cNvSpPr/>
          <p:nvPr/>
        </p:nvSpPr>
        <p:spPr>
          <a:xfrm flipH="1">
            <a:off x="6544220" y="2853138"/>
            <a:ext cx="24454" cy="549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0" name="S14-line1364"/>
          <p:cNvSpPr/>
          <p:nvPr/>
        </p:nvSpPr>
        <p:spPr>
          <a:xfrm flipH="1">
            <a:off x="6611272" y="2908540"/>
            <a:ext cx="66134" cy="11454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1" name="S14-line1365"/>
          <p:cNvSpPr/>
          <p:nvPr/>
        </p:nvSpPr>
        <p:spPr>
          <a:xfrm flipH="1">
            <a:off x="6744413" y="2975003"/>
            <a:ext cx="35339" cy="486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2" name="S14-line1366"/>
          <p:cNvSpPr/>
          <p:nvPr/>
        </p:nvSpPr>
        <p:spPr>
          <a:xfrm flipH="1">
            <a:off x="6834359" y="3051801"/>
            <a:ext cx="40229" cy="446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3" name="S14-line1367"/>
          <p:cNvSpPr/>
          <p:nvPr/>
        </p:nvSpPr>
        <p:spPr>
          <a:xfrm flipH="1">
            <a:off x="6916200" y="3138091"/>
            <a:ext cx="44679" cy="4022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4" name="S14-line1368"/>
          <p:cNvSpPr/>
          <p:nvPr/>
        </p:nvSpPr>
        <p:spPr>
          <a:xfrm flipH="1">
            <a:off x="6989037" y="3232929"/>
            <a:ext cx="48640" cy="3533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5" name="S14-line1369"/>
          <p:cNvSpPr/>
          <p:nvPr/>
        </p:nvSpPr>
        <p:spPr>
          <a:xfrm flipH="1">
            <a:off x="6989593" y="3335274"/>
            <a:ext cx="114547" cy="6613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6" name="S14-line1370"/>
          <p:cNvSpPr/>
          <p:nvPr/>
        </p:nvSpPr>
        <p:spPr>
          <a:xfrm flipH="1">
            <a:off x="7104618" y="3444006"/>
            <a:ext cx="54924" cy="244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7" name="S14-line1371"/>
          <p:cNvSpPr/>
          <p:nvPr/>
        </p:nvSpPr>
        <p:spPr>
          <a:xfrm flipH="1">
            <a:off x="7146096" y="3557933"/>
            <a:ext cx="57179" cy="185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8" name="S14-line1372"/>
          <p:cNvSpPr/>
          <p:nvPr/>
        </p:nvSpPr>
        <p:spPr>
          <a:xfrm flipH="1">
            <a:off x="7176051" y="3675808"/>
            <a:ext cx="58808" cy="125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9" name="S14-line1373"/>
          <p:cNvSpPr/>
          <p:nvPr/>
        </p:nvSpPr>
        <p:spPr>
          <a:xfrm flipH="1">
            <a:off x="7194157" y="3796338"/>
            <a:ext cx="59792" cy="628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0" name="S14-line1374"/>
          <p:cNvSpPr/>
          <p:nvPr/>
        </p:nvSpPr>
        <p:spPr>
          <a:xfrm flipH="1">
            <a:off x="7128068" y="3918204"/>
            <a:ext cx="132268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1" name="S14-line1375"/>
          <p:cNvSpPr/>
          <p:nvPr/>
        </p:nvSpPr>
        <p:spPr>
          <a:xfrm flipH="1" flipV="1">
            <a:off x="7194157" y="4033785"/>
            <a:ext cx="59792" cy="628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2" name="S14-line1376"/>
          <p:cNvSpPr/>
          <p:nvPr/>
        </p:nvSpPr>
        <p:spPr>
          <a:xfrm flipH="1" flipV="1">
            <a:off x="7176051" y="4148100"/>
            <a:ext cx="58808" cy="125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3" name="S14-line1377"/>
          <p:cNvSpPr/>
          <p:nvPr/>
        </p:nvSpPr>
        <p:spPr>
          <a:xfrm flipH="1" flipV="1">
            <a:off x="7146096" y="4259896"/>
            <a:ext cx="57179" cy="185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4" name="S14-line1378"/>
          <p:cNvSpPr/>
          <p:nvPr/>
        </p:nvSpPr>
        <p:spPr>
          <a:xfrm flipH="1" flipV="1">
            <a:off x="7104618" y="4367948"/>
            <a:ext cx="54924" cy="244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5" name="S14-line1379"/>
          <p:cNvSpPr/>
          <p:nvPr/>
        </p:nvSpPr>
        <p:spPr>
          <a:xfrm flipH="1" flipV="1">
            <a:off x="6989593" y="4435000"/>
            <a:ext cx="114547" cy="6613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6" name="S14-line1380"/>
          <p:cNvSpPr/>
          <p:nvPr/>
        </p:nvSpPr>
        <p:spPr>
          <a:xfrm flipH="1" flipV="1">
            <a:off x="6989037" y="4568141"/>
            <a:ext cx="48640" cy="3533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7" name="S14-line1381"/>
          <p:cNvSpPr/>
          <p:nvPr/>
        </p:nvSpPr>
        <p:spPr>
          <a:xfrm flipH="1" flipV="1">
            <a:off x="6916200" y="4658087"/>
            <a:ext cx="44679" cy="4022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8" name="S14-line1382"/>
          <p:cNvSpPr/>
          <p:nvPr/>
        </p:nvSpPr>
        <p:spPr>
          <a:xfrm flipH="1" flipV="1">
            <a:off x="6834359" y="4739928"/>
            <a:ext cx="40229" cy="446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9" name="S14-line1383"/>
          <p:cNvSpPr/>
          <p:nvPr/>
        </p:nvSpPr>
        <p:spPr>
          <a:xfrm flipH="1" flipV="1">
            <a:off x="6744413" y="4812765"/>
            <a:ext cx="35339" cy="486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0" name="S14-line1384"/>
          <p:cNvSpPr/>
          <p:nvPr/>
        </p:nvSpPr>
        <p:spPr>
          <a:xfrm flipH="1" flipV="1">
            <a:off x="6611272" y="4813321"/>
            <a:ext cx="66134" cy="11454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1" name="S14-line1385"/>
          <p:cNvSpPr/>
          <p:nvPr/>
        </p:nvSpPr>
        <p:spPr>
          <a:xfrm flipH="1" flipV="1">
            <a:off x="6544220" y="4928346"/>
            <a:ext cx="24454" cy="549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2" name="S14-line1386"/>
          <p:cNvSpPr/>
          <p:nvPr/>
        </p:nvSpPr>
        <p:spPr>
          <a:xfrm flipH="1" flipV="1">
            <a:off x="6436168" y="4969824"/>
            <a:ext cx="18579" cy="571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3" name="S14-line1387"/>
          <p:cNvSpPr/>
          <p:nvPr/>
        </p:nvSpPr>
        <p:spPr>
          <a:xfrm flipH="1" flipV="1">
            <a:off x="6324372" y="4999779"/>
            <a:ext cx="12500" cy="588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4" name="S14-line1388"/>
          <p:cNvSpPr/>
          <p:nvPr/>
        </p:nvSpPr>
        <p:spPr>
          <a:xfrm flipH="1" flipV="1">
            <a:off x="6210057" y="5017885"/>
            <a:ext cx="6284" cy="597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5" name="S14-line1389"/>
          <p:cNvSpPr/>
          <p:nvPr/>
        </p:nvSpPr>
        <p:spPr>
          <a:xfrm flipV="1">
            <a:off x="6094476" y="4951796"/>
            <a:ext cx="0" cy="132268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6" name="S14-line1390"/>
          <p:cNvSpPr/>
          <p:nvPr/>
        </p:nvSpPr>
        <p:spPr>
          <a:xfrm flipV="1">
            <a:off x="5972610" y="5017885"/>
            <a:ext cx="6284" cy="597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7" name="S14-line1391"/>
          <p:cNvSpPr/>
          <p:nvPr/>
        </p:nvSpPr>
        <p:spPr>
          <a:xfrm flipV="1">
            <a:off x="5852080" y="4999779"/>
            <a:ext cx="12500" cy="588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8" name="S14-line1392"/>
          <p:cNvSpPr/>
          <p:nvPr/>
        </p:nvSpPr>
        <p:spPr>
          <a:xfrm flipV="1">
            <a:off x="5734205" y="4969824"/>
            <a:ext cx="18579" cy="571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9" name="S14-line1393"/>
          <p:cNvSpPr/>
          <p:nvPr/>
        </p:nvSpPr>
        <p:spPr>
          <a:xfrm flipV="1">
            <a:off x="5620278" y="4928346"/>
            <a:ext cx="24454" cy="549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0" name="S14-line1394"/>
          <p:cNvSpPr/>
          <p:nvPr/>
        </p:nvSpPr>
        <p:spPr>
          <a:xfrm flipV="1">
            <a:off x="5511546" y="4813321"/>
            <a:ext cx="66134" cy="11454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1" name="S14-line1395"/>
          <p:cNvSpPr/>
          <p:nvPr/>
        </p:nvSpPr>
        <p:spPr>
          <a:xfrm flipV="1">
            <a:off x="5409201" y="4812765"/>
            <a:ext cx="35339" cy="486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2" name="S14-line1396"/>
          <p:cNvSpPr/>
          <p:nvPr/>
        </p:nvSpPr>
        <p:spPr>
          <a:xfrm flipV="1">
            <a:off x="5314363" y="4739928"/>
            <a:ext cx="40229" cy="446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3" name="S14-line1397"/>
          <p:cNvSpPr/>
          <p:nvPr/>
        </p:nvSpPr>
        <p:spPr>
          <a:xfrm flipV="1">
            <a:off x="5228073" y="4658087"/>
            <a:ext cx="44679" cy="4022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4" name="S14-line1398"/>
          <p:cNvSpPr/>
          <p:nvPr/>
        </p:nvSpPr>
        <p:spPr>
          <a:xfrm flipV="1">
            <a:off x="5151275" y="4568141"/>
            <a:ext cx="48640" cy="3533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5" name="S14-line1399"/>
          <p:cNvSpPr/>
          <p:nvPr/>
        </p:nvSpPr>
        <p:spPr>
          <a:xfrm flipV="1">
            <a:off x="5084812" y="4435000"/>
            <a:ext cx="114547" cy="6613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6" name="S14-line1400"/>
          <p:cNvSpPr/>
          <p:nvPr/>
        </p:nvSpPr>
        <p:spPr>
          <a:xfrm flipV="1">
            <a:off x="5029410" y="4367948"/>
            <a:ext cx="54924" cy="244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7" name="S14-line1401"/>
          <p:cNvSpPr/>
          <p:nvPr/>
        </p:nvSpPr>
        <p:spPr>
          <a:xfrm flipV="1">
            <a:off x="4985677" y="4259896"/>
            <a:ext cx="57179" cy="185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8" name="S14-line1402"/>
          <p:cNvSpPr/>
          <p:nvPr/>
        </p:nvSpPr>
        <p:spPr>
          <a:xfrm flipV="1">
            <a:off x="4954093" y="4148100"/>
            <a:ext cx="58808" cy="125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9" name="S14-line1403"/>
          <p:cNvSpPr/>
          <p:nvPr/>
        </p:nvSpPr>
        <p:spPr>
          <a:xfrm flipV="1">
            <a:off x="4935003" y="4033785"/>
            <a:ext cx="59792" cy="628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0" name="S14-line1404"/>
          <p:cNvSpPr/>
          <p:nvPr/>
        </p:nvSpPr>
        <p:spPr>
          <a:xfrm>
            <a:off x="4928616" y="3918204"/>
            <a:ext cx="132268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1" name="S14-line1405"/>
          <p:cNvSpPr/>
          <p:nvPr/>
        </p:nvSpPr>
        <p:spPr>
          <a:xfrm>
            <a:off x="4935003" y="3796338"/>
            <a:ext cx="59792" cy="628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2" name="S14-line1406"/>
          <p:cNvSpPr/>
          <p:nvPr/>
        </p:nvSpPr>
        <p:spPr>
          <a:xfrm>
            <a:off x="4954093" y="3675808"/>
            <a:ext cx="58808" cy="125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3" name="S14-line1407"/>
          <p:cNvSpPr/>
          <p:nvPr/>
        </p:nvSpPr>
        <p:spPr>
          <a:xfrm>
            <a:off x="4985677" y="3557933"/>
            <a:ext cx="57179" cy="185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4" name="S14-line1408"/>
          <p:cNvSpPr/>
          <p:nvPr/>
        </p:nvSpPr>
        <p:spPr>
          <a:xfrm>
            <a:off x="5029410" y="3444006"/>
            <a:ext cx="54924" cy="244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5" name="S14-line1409"/>
          <p:cNvSpPr/>
          <p:nvPr/>
        </p:nvSpPr>
        <p:spPr>
          <a:xfrm>
            <a:off x="5084812" y="3335274"/>
            <a:ext cx="114547" cy="6613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6" name="S14-line1410"/>
          <p:cNvSpPr/>
          <p:nvPr/>
        </p:nvSpPr>
        <p:spPr>
          <a:xfrm>
            <a:off x="5151275" y="3232929"/>
            <a:ext cx="48640" cy="3533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7" name="S14-line1411"/>
          <p:cNvSpPr/>
          <p:nvPr/>
        </p:nvSpPr>
        <p:spPr>
          <a:xfrm>
            <a:off x="5228073" y="3138091"/>
            <a:ext cx="44679" cy="4022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8" name="S14-line1412"/>
          <p:cNvSpPr/>
          <p:nvPr/>
        </p:nvSpPr>
        <p:spPr>
          <a:xfrm>
            <a:off x="5314363" y="3051801"/>
            <a:ext cx="40229" cy="446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9" name="S14-line1413"/>
          <p:cNvSpPr/>
          <p:nvPr/>
        </p:nvSpPr>
        <p:spPr>
          <a:xfrm>
            <a:off x="5409201" y="2975003"/>
            <a:ext cx="35339" cy="486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0" name="S14-line1414"/>
          <p:cNvSpPr/>
          <p:nvPr/>
        </p:nvSpPr>
        <p:spPr>
          <a:xfrm>
            <a:off x="5511546" y="2908540"/>
            <a:ext cx="66134" cy="11454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41" name="S14-line1415"/>
          <p:cNvSpPr/>
          <p:nvPr/>
        </p:nvSpPr>
        <p:spPr>
          <a:xfrm>
            <a:off x="5620278" y="2853138"/>
            <a:ext cx="24454" cy="549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2" name="S14-line1416"/>
          <p:cNvSpPr/>
          <p:nvPr/>
        </p:nvSpPr>
        <p:spPr>
          <a:xfrm>
            <a:off x="5734205" y="2809405"/>
            <a:ext cx="18579" cy="571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3" name="S14-line1417"/>
          <p:cNvSpPr/>
          <p:nvPr/>
        </p:nvSpPr>
        <p:spPr>
          <a:xfrm>
            <a:off x="5852080" y="2777821"/>
            <a:ext cx="12500" cy="588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4" name="S14-line1418"/>
          <p:cNvSpPr/>
          <p:nvPr/>
        </p:nvSpPr>
        <p:spPr>
          <a:xfrm>
            <a:off x="5972610" y="2758731"/>
            <a:ext cx="6284" cy="597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5" name="S14-label1419"/>
          <p:cNvSpPr txBox="1"/>
          <p:nvPr/>
        </p:nvSpPr>
        <p:spPr>
          <a:xfrm>
            <a:off x="6265057" y="29647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000" dirty="0"/>
          </a:p>
        </p:txBody>
      </p:sp>
      <p:sp>
        <p:nvSpPr>
          <p:cNvPr id="146" name="S14-label1420"/>
          <p:cNvSpPr txBox="1"/>
          <p:nvPr/>
        </p:nvSpPr>
        <p:spPr>
          <a:xfrm>
            <a:off x="6590748" y="329042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000" dirty="0"/>
          </a:p>
        </p:txBody>
      </p:sp>
      <p:sp>
        <p:nvSpPr>
          <p:cNvPr id="147" name="S14-label1421"/>
          <p:cNvSpPr txBox="1"/>
          <p:nvPr/>
        </p:nvSpPr>
        <p:spPr>
          <a:xfrm>
            <a:off x="6709959" y="373532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000" dirty="0"/>
          </a:p>
        </p:txBody>
      </p:sp>
      <p:sp>
        <p:nvSpPr>
          <p:cNvPr id="148" name="S14-label1422"/>
          <p:cNvSpPr txBox="1"/>
          <p:nvPr/>
        </p:nvSpPr>
        <p:spPr>
          <a:xfrm>
            <a:off x="6590748" y="4180225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000" dirty="0"/>
          </a:p>
        </p:txBody>
      </p:sp>
      <p:sp>
        <p:nvSpPr>
          <p:cNvPr id="149" name="S14-label1423"/>
          <p:cNvSpPr txBox="1"/>
          <p:nvPr/>
        </p:nvSpPr>
        <p:spPr>
          <a:xfrm>
            <a:off x="6265057" y="450591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000" dirty="0"/>
          </a:p>
        </p:txBody>
      </p:sp>
      <p:sp>
        <p:nvSpPr>
          <p:cNvPr id="150" name="S14-label1424"/>
          <p:cNvSpPr txBox="1"/>
          <p:nvPr/>
        </p:nvSpPr>
        <p:spPr>
          <a:xfrm>
            <a:off x="5820156" y="462512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000" dirty="0"/>
          </a:p>
        </p:txBody>
      </p:sp>
      <p:sp>
        <p:nvSpPr>
          <p:cNvPr id="151" name="S14-label1425"/>
          <p:cNvSpPr txBox="1"/>
          <p:nvPr/>
        </p:nvSpPr>
        <p:spPr>
          <a:xfrm>
            <a:off x="5375255" y="450591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000" dirty="0"/>
          </a:p>
        </p:txBody>
      </p:sp>
      <p:sp>
        <p:nvSpPr>
          <p:cNvPr id="152" name="S14-label1426"/>
          <p:cNvSpPr txBox="1"/>
          <p:nvPr/>
        </p:nvSpPr>
        <p:spPr>
          <a:xfrm>
            <a:off x="5049564" y="4180225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000" dirty="0"/>
          </a:p>
        </p:txBody>
      </p:sp>
      <p:sp>
        <p:nvSpPr>
          <p:cNvPr id="153" name="S14-label1427"/>
          <p:cNvSpPr txBox="1"/>
          <p:nvPr/>
        </p:nvSpPr>
        <p:spPr>
          <a:xfrm>
            <a:off x="4930353" y="373532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000" dirty="0"/>
          </a:p>
        </p:txBody>
      </p:sp>
      <p:sp>
        <p:nvSpPr>
          <p:cNvPr id="154" name="S14-label1428"/>
          <p:cNvSpPr txBox="1"/>
          <p:nvPr/>
        </p:nvSpPr>
        <p:spPr>
          <a:xfrm>
            <a:off x="5049564" y="329042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000" dirty="0"/>
          </a:p>
        </p:txBody>
      </p:sp>
      <p:sp>
        <p:nvSpPr>
          <p:cNvPr id="155" name="S14-label1429"/>
          <p:cNvSpPr txBox="1"/>
          <p:nvPr/>
        </p:nvSpPr>
        <p:spPr>
          <a:xfrm>
            <a:off x="5375255" y="29647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000" dirty="0"/>
          </a:p>
        </p:txBody>
      </p:sp>
      <p:sp>
        <p:nvSpPr>
          <p:cNvPr id="156" name="S14-label1430"/>
          <p:cNvSpPr txBox="1"/>
          <p:nvPr/>
        </p:nvSpPr>
        <p:spPr>
          <a:xfrm>
            <a:off x="5820156" y="284552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000" dirty="0"/>
          </a:p>
        </p:txBody>
      </p:sp>
      <p:sp>
        <p:nvSpPr>
          <p:cNvPr id="157" name="S14-line1431"/>
          <p:cNvSpPr/>
          <p:nvPr/>
        </p:nvSpPr>
        <p:spPr>
          <a:xfrm>
            <a:off x="6094476" y="3918204"/>
            <a:ext cx="580732" cy="155607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158" name="S14-line1432"/>
          <p:cNvSpPr/>
          <p:nvPr/>
        </p:nvSpPr>
        <p:spPr>
          <a:xfrm>
            <a:off x="6094476" y="3918204"/>
            <a:ext cx="0" cy="937900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159" name="S14-pin1433"/>
          <p:cNvSpPr/>
          <p:nvPr/>
        </p:nvSpPr>
        <p:spPr>
          <a:xfrm>
            <a:off x="6039612" y="3863340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0" name="S14-chip1434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61" name="S14-figure1435" descr="시계: 3시"/>
          <p:cNvSpPr/>
          <p:nvPr/>
        </p:nvSpPr>
        <p:spPr>
          <a:xfrm>
            <a:off x="8711184" y="2715768"/>
            <a:ext cx="2404872" cy="2404872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162" name="S14-line1436"/>
          <p:cNvSpPr/>
          <p:nvPr/>
        </p:nvSpPr>
        <p:spPr>
          <a:xfrm>
            <a:off x="9913620" y="2752344"/>
            <a:ext cx="0" cy="132268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63" name="S14-line1437"/>
          <p:cNvSpPr/>
          <p:nvPr/>
        </p:nvSpPr>
        <p:spPr>
          <a:xfrm flipH="1">
            <a:off x="10029201" y="2758731"/>
            <a:ext cx="6284" cy="597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4" name="S14-line1438"/>
          <p:cNvSpPr/>
          <p:nvPr/>
        </p:nvSpPr>
        <p:spPr>
          <a:xfrm flipH="1">
            <a:off x="10143516" y="2777821"/>
            <a:ext cx="12500" cy="588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5" name="S14-line1439"/>
          <p:cNvSpPr/>
          <p:nvPr/>
        </p:nvSpPr>
        <p:spPr>
          <a:xfrm flipH="1">
            <a:off x="10255312" y="2809405"/>
            <a:ext cx="18579" cy="571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6" name="S14-line1440"/>
          <p:cNvSpPr/>
          <p:nvPr/>
        </p:nvSpPr>
        <p:spPr>
          <a:xfrm flipH="1">
            <a:off x="10363364" y="2853138"/>
            <a:ext cx="24454" cy="549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7" name="S14-line1441"/>
          <p:cNvSpPr/>
          <p:nvPr/>
        </p:nvSpPr>
        <p:spPr>
          <a:xfrm flipH="1">
            <a:off x="10430416" y="2908540"/>
            <a:ext cx="66134" cy="11454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68" name="S14-line1442"/>
          <p:cNvSpPr/>
          <p:nvPr/>
        </p:nvSpPr>
        <p:spPr>
          <a:xfrm flipH="1">
            <a:off x="10563557" y="2975003"/>
            <a:ext cx="35339" cy="486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9" name="S14-line1443"/>
          <p:cNvSpPr/>
          <p:nvPr/>
        </p:nvSpPr>
        <p:spPr>
          <a:xfrm flipH="1">
            <a:off x="10653503" y="3051801"/>
            <a:ext cx="40229" cy="446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0" name="S14-line1444"/>
          <p:cNvSpPr/>
          <p:nvPr/>
        </p:nvSpPr>
        <p:spPr>
          <a:xfrm flipH="1">
            <a:off x="10735344" y="3138091"/>
            <a:ext cx="44679" cy="4022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1" name="S14-line1445"/>
          <p:cNvSpPr/>
          <p:nvPr/>
        </p:nvSpPr>
        <p:spPr>
          <a:xfrm flipH="1">
            <a:off x="10808181" y="3232929"/>
            <a:ext cx="48640" cy="3533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2" name="S14-line1446"/>
          <p:cNvSpPr/>
          <p:nvPr/>
        </p:nvSpPr>
        <p:spPr>
          <a:xfrm flipH="1">
            <a:off x="10808737" y="3335274"/>
            <a:ext cx="114547" cy="6613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3" name="S14-line1447"/>
          <p:cNvSpPr/>
          <p:nvPr/>
        </p:nvSpPr>
        <p:spPr>
          <a:xfrm flipH="1">
            <a:off x="10923762" y="3444006"/>
            <a:ext cx="54924" cy="244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4" name="S14-line1448"/>
          <p:cNvSpPr/>
          <p:nvPr/>
        </p:nvSpPr>
        <p:spPr>
          <a:xfrm flipH="1">
            <a:off x="10965240" y="3557933"/>
            <a:ext cx="57179" cy="185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5" name="S14-line1449"/>
          <p:cNvSpPr/>
          <p:nvPr/>
        </p:nvSpPr>
        <p:spPr>
          <a:xfrm flipH="1">
            <a:off x="10995195" y="3675808"/>
            <a:ext cx="58808" cy="125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6" name="S14-line1450"/>
          <p:cNvSpPr/>
          <p:nvPr/>
        </p:nvSpPr>
        <p:spPr>
          <a:xfrm flipH="1">
            <a:off x="11013301" y="3796338"/>
            <a:ext cx="59792" cy="628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7" name="S14-line1451"/>
          <p:cNvSpPr/>
          <p:nvPr/>
        </p:nvSpPr>
        <p:spPr>
          <a:xfrm flipH="1">
            <a:off x="10947212" y="3918204"/>
            <a:ext cx="132268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8" name="S14-line1452"/>
          <p:cNvSpPr/>
          <p:nvPr/>
        </p:nvSpPr>
        <p:spPr>
          <a:xfrm flipH="1" flipV="1">
            <a:off x="11013301" y="4033785"/>
            <a:ext cx="59792" cy="628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9" name="S14-line1453"/>
          <p:cNvSpPr/>
          <p:nvPr/>
        </p:nvSpPr>
        <p:spPr>
          <a:xfrm flipH="1" flipV="1">
            <a:off x="10995195" y="4148100"/>
            <a:ext cx="58808" cy="125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0" name="S14-line1454"/>
          <p:cNvSpPr/>
          <p:nvPr/>
        </p:nvSpPr>
        <p:spPr>
          <a:xfrm flipH="1" flipV="1">
            <a:off x="10965240" y="4259896"/>
            <a:ext cx="57179" cy="185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1" name="S14-line1455"/>
          <p:cNvSpPr/>
          <p:nvPr/>
        </p:nvSpPr>
        <p:spPr>
          <a:xfrm flipH="1" flipV="1">
            <a:off x="10923762" y="4367948"/>
            <a:ext cx="54924" cy="244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2" name="S14-line1456"/>
          <p:cNvSpPr/>
          <p:nvPr/>
        </p:nvSpPr>
        <p:spPr>
          <a:xfrm flipH="1" flipV="1">
            <a:off x="10808737" y="4435000"/>
            <a:ext cx="114547" cy="6613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83" name="S14-line1457"/>
          <p:cNvSpPr/>
          <p:nvPr/>
        </p:nvSpPr>
        <p:spPr>
          <a:xfrm flipH="1" flipV="1">
            <a:off x="10808181" y="4568141"/>
            <a:ext cx="48640" cy="3533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4" name="S14-line1458"/>
          <p:cNvSpPr/>
          <p:nvPr/>
        </p:nvSpPr>
        <p:spPr>
          <a:xfrm flipH="1" flipV="1">
            <a:off x="10735344" y="4658087"/>
            <a:ext cx="44679" cy="4022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5" name="S14-line1459"/>
          <p:cNvSpPr/>
          <p:nvPr/>
        </p:nvSpPr>
        <p:spPr>
          <a:xfrm flipH="1" flipV="1">
            <a:off x="10653503" y="4739928"/>
            <a:ext cx="40229" cy="446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6" name="S14-line1460"/>
          <p:cNvSpPr/>
          <p:nvPr/>
        </p:nvSpPr>
        <p:spPr>
          <a:xfrm flipH="1" flipV="1">
            <a:off x="10563557" y="4812765"/>
            <a:ext cx="35339" cy="486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7" name="S14-line1461"/>
          <p:cNvSpPr/>
          <p:nvPr/>
        </p:nvSpPr>
        <p:spPr>
          <a:xfrm flipH="1" flipV="1">
            <a:off x="10430416" y="4813321"/>
            <a:ext cx="66134" cy="11454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88" name="S14-line1462"/>
          <p:cNvSpPr/>
          <p:nvPr/>
        </p:nvSpPr>
        <p:spPr>
          <a:xfrm flipH="1" flipV="1">
            <a:off x="10363364" y="4928346"/>
            <a:ext cx="24454" cy="549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9" name="S14-line1463"/>
          <p:cNvSpPr/>
          <p:nvPr/>
        </p:nvSpPr>
        <p:spPr>
          <a:xfrm flipH="1" flipV="1">
            <a:off x="10255312" y="4969824"/>
            <a:ext cx="18579" cy="571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0" name="S14-line1464"/>
          <p:cNvSpPr/>
          <p:nvPr/>
        </p:nvSpPr>
        <p:spPr>
          <a:xfrm flipH="1" flipV="1">
            <a:off x="10143516" y="4999779"/>
            <a:ext cx="12500" cy="588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1" name="S14-line1465"/>
          <p:cNvSpPr/>
          <p:nvPr/>
        </p:nvSpPr>
        <p:spPr>
          <a:xfrm flipH="1" flipV="1">
            <a:off x="10029201" y="5017885"/>
            <a:ext cx="6284" cy="597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2" name="S14-line1466"/>
          <p:cNvSpPr/>
          <p:nvPr/>
        </p:nvSpPr>
        <p:spPr>
          <a:xfrm flipV="1">
            <a:off x="9913620" y="4951796"/>
            <a:ext cx="0" cy="132268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93" name="S14-line1467"/>
          <p:cNvSpPr/>
          <p:nvPr/>
        </p:nvSpPr>
        <p:spPr>
          <a:xfrm flipV="1">
            <a:off x="9791754" y="5017885"/>
            <a:ext cx="6284" cy="597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4" name="S14-line1468"/>
          <p:cNvSpPr/>
          <p:nvPr/>
        </p:nvSpPr>
        <p:spPr>
          <a:xfrm flipV="1">
            <a:off x="9671224" y="4999779"/>
            <a:ext cx="12500" cy="588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5" name="S14-line1469"/>
          <p:cNvSpPr/>
          <p:nvPr/>
        </p:nvSpPr>
        <p:spPr>
          <a:xfrm flipV="1">
            <a:off x="9553349" y="4969824"/>
            <a:ext cx="18579" cy="571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6" name="S14-line1470"/>
          <p:cNvSpPr/>
          <p:nvPr/>
        </p:nvSpPr>
        <p:spPr>
          <a:xfrm flipV="1">
            <a:off x="9439422" y="4928346"/>
            <a:ext cx="24454" cy="549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7" name="S14-line1471"/>
          <p:cNvSpPr/>
          <p:nvPr/>
        </p:nvSpPr>
        <p:spPr>
          <a:xfrm flipV="1">
            <a:off x="9330690" y="4813321"/>
            <a:ext cx="66134" cy="11454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98" name="S14-line1472"/>
          <p:cNvSpPr/>
          <p:nvPr/>
        </p:nvSpPr>
        <p:spPr>
          <a:xfrm flipV="1">
            <a:off x="9228345" y="4812765"/>
            <a:ext cx="35339" cy="486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9" name="S14-line1473"/>
          <p:cNvSpPr/>
          <p:nvPr/>
        </p:nvSpPr>
        <p:spPr>
          <a:xfrm flipV="1">
            <a:off x="9133507" y="4739928"/>
            <a:ext cx="40229" cy="446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0" name="S14-line1474"/>
          <p:cNvSpPr/>
          <p:nvPr/>
        </p:nvSpPr>
        <p:spPr>
          <a:xfrm flipV="1">
            <a:off x="9047217" y="4658087"/>
            <a:ext cx="44679" cy="4022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1" name="S14-line1475"/>
          <p:cNvSpPr/>
          <p:nvPr/>
        </p:nvSpPr>
        <p:spPr>
          <a:xfrm flipV="1">
            <a:off x="8970419" y="4568141"/>
            <a:ext cx="48640" cy="3533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2" name="S14-line1476"/>
          <p:cNvSpPr/>
          <p:nvPr/>
        </p:nvSpPr>
        <p:spPr>
          <a:xfrm flipV="1">
            <a:off x="8903956" y="4435000"/>
            <a:ext cx="114547" cy="6613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03" name="S14-line1477"/>
          <p:cNvSpPr/>
          <p:nvPr/>
        </p:nvSpPr>
        <p:spPr>
          <a:xfrm flipV="1">
            <a:off x="8848554" y="4367948"/>
            <a:ext cx="54924" cy="244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4" name="S14-line1478"/>
          <p:cNvSpPr/>
          <p:nvPr/>
        </p:nvSpPr>
        <p:spPr>
          <a:xfrm flipV="1">
            <a:off x="8804821" y="4259896"/>
            <a:ext cx="57179" cy="185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5" name="S14-line1479"/>
          <p:cNvSpPr/>
          <p:nvPr/>
        </p:nvSpPr>
        <p:spPr>
          <a:xfrm flipV="1">
            <a:off x="8773237" y="4148100"/>
            <a:ext cx="58808" cy="125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6" name="S14-line1480"/>
          <p:cNvSpPr/>
          <p:nvPr/>
        </p:nvSpPr>
        <p:spPr>
          <a:xfrm flipV="1">
            <a:off x="8754147" y="4033785"/>
            <a:ext cx="59792" cy="628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7" name="S14-line1481"/>
          <p:cNvSpPr/>
          <p:nvPr/>
        </p:nvSpPr>
        <p:spPr>
          <a:xfrm>
            <a:off x="8747760" y="3918204"/>
            <a:ext cx="132268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08" name="S14-line1482"/>
          <p:cNvSpPr/>
          <p:nvPr/>
        </p:nvSpPr>
        <p:spPr>
          <a:xfrm>
            <a:off x="8754147" y="3796338"/>
            <a:ext cx="59792" cy="628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9" name="S14-line1483"/>
          <p:cNvSpPr/>
          <p:nvPr/>
        </p:nvSpPr>
        <p:spPr>
          <a:xfrm>
            <a:off x="8773237" y="3675808"/>
            <a:ext cx="58808" cy="125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0" name="S14-line1484"/>
          <p:cNvSpPr/>
          <p:nvPr/>
        </p:nvSpPr>
        <p:spPr>
          <a:xfrm>
            <a:off x="8804821" y="3557933"/>
            <a:ext cx="57179" cy="185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1" name="S14-line1485"/>
          <p:cNvSpPr/>
          <p:nvPr/>
        </p:nvSpPr>
        <p:spPr>
          <a:xfrm>
            <a:off x="8848554" y="3444006"/>
            <a:ext cx="54924" cy="244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2" name="S14-line1486"/>
          <p:cNvSpPr/>
          <p:nvPr/>
        </p:nvSpPr>
        <p:spPr>
          <a:xfrm>
            <a:off x="8903956" y="3335274"/>
            <a:ext cx="114547" cy="6613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13" name="S14-line1487"/>
          <p:cNvSpPr/>
          <p:nvPr/>
        </p:nvSpPr>
        <p:spPr>
          <a:xfrm>
            <a:off x="8970419" y="3232929"/>
            <a:ext cx="48640" cy="3533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4" name="S14-line1488"/>
          <p:cNvSpPr/>
          <p:nvPr/>
        </p:nvSpPr>
        <p:spPr>
          <a:xfrm>
            <a:off x="9047217" y="3138091"/>
            <a:ext cx="44679" cy="4022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5" name="S14-line1489"/>
          <p:cNvSpPr/>
          <p:nvPr/>
        </p:nvSpPr>
        <p:spPr>
          <a:xfrm>
            <a:off x="9133507" y="3051801"/>
            <a:ext cx="40229" cy="446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6" name="S14-line1490"/>
          <p:cNvSpPr/>
          <p:nvPr/>
        </p:nvSpPr>
        <p:spPr>
          <a:xfrm>
            <a:off x="9228345" y="2975003"/>
            <a:ext cx="35339" cy="486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7" name="S14-line1491"/>
          <p:cNvSpPr/>
          <p:nvPr/>
        </p:nvSpPr>
        <p:spPr>
          <a:xfrm>
            <a:off x="9330690" y="2908540"/>
            <a:ext cx="66134" cy="11454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18" name="S14-line1492"/>
          <p:cNvSpPr/>
          <p:nvPr/>
        </p:nvSpPr>
        <p:spPr>
          <a:xfrm>
            <a:off x="9439422" y="2853138"/>
            <a:ext cx="24454" cy="549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9" name="S14-line1493"/>
          <p:cNvSpPr/>
          <p:nvPr/>
        </p:nvSpPr>
        <p:spPr>
          <a:xfrm>
            <a:off x="9553349" y="2809405"/>
            <a:ext cx="18579" cy="571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0" name="S14-line1494"/>
          <p:cNvSpPr/>
          <p:nvPr/>
        </p:nvSpPr>
        <p:spPr>
          <a:xfrm>
            <a:off x="9671224" y="2777821"/>
            <a:ext cx="12500" cy="588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1" name="S14-line1495"/>
          <p:cNvSpPr/>
          <p:nvPr/>
        </p:nvSpPr>
        <p:spPr>
          <a:xfrm>
            <a:off x="9791754" y="2758731"/>
            <a:ext cx="6284" cy="597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2" name="S14-label1496"/>
          <p:cNvSpPr txBox="1"/>
          <p:nvPr/>
        </p:nvSpPr>
        <p:spPr>
          <a:xfrm>
            <a:off x="10084201" y="29647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000" dirty="0"/>
          </a:p>
        </p:txBody>
      </p:sp>
      <p:sp>
        <p:nvSpPr>
          <p:cNvPr id="223" name="S14-label1497"/>
          <p:cNvSpPr txBox="1"/>
          <p:nvPr/>
        </p:nvSpPr>
        <p:spPr>
          <a:xfrm>
            <a:off x="10409892" y="329042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000" dirty="0"/>
          </a:p>
        </p:txBody>
      </p:sp>
      <p:sp>
        <p:nvSpPr>
          <p:cNvPr id="224" name="S14-label1498"/>
          <p:cNvSpPr txBox="1"/>
          <p:nvPr/>
        </p:nvSpPr>
        <p:spPr>
          <a:xfrm>
            <a:off x="10529103" y="373532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000" dirty="0"/>
          </a:p>
        </p:txBody>
      </p:sp>
      <p:sp>
        <p:nvSpPr>
          <p:cNvPr id="225" name="S14-label1499"/>
          <p:cNvSpPr txBox="1"/>
          <p:nvPr/>
        </p:nvSpPr>
        <p:spPr>
          <a:xfrm>
            <a:off x="10409892" y="4180225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000" dirty="0"/>
          </a:p>
        </p:txBody>
      </p:sp>
      <p:sp>
        <p:nvSpPr>
          <p:cNvPr id="226" name="S14-label1500"/>
          <p:cNvSpPr txBox="1"/>
          <p:nvPr/>
        </p:nvSpPr>
        <p:spPr>
          <a:xfrm>
            <a:off x="10084201" y="450591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000" dirty="0"/>
          </a:p>
        </p:txBody>
      </p:sp>
      <p:sp>
        <p:nvSpPr>
          <p:cNvPr id="227" name="S14-label1501"/>
          <p:cNvSpPr txBox="1"/>
          <p:nvPr/>
        </p:nvSpPr>
        <p:spPr>
          <a:xfrm>
            <a:off x="9639300" y="462512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000" dirty="0"/>
          </a:p>
        </p:txBody>
      </p:sp>
      <p:sp>
        <p:nvSpPr>
          <p:cNvPr id="228" name="S14-label1502"/>
          <p:cNvSpPr txBox="1"/>
          <p:nvPr/>
        </p:nvSpPr>
        <p:spPr>
          <a:xfrm>
            <a:off x="9194399" y="450591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000" dirty="0"/>
          </a:p>
        </p:txBody>
      </p:sp>
      <p:sp>
        <p:nvSpPr>
          <p:cNvPr id="229" name="S14-label1503"/>
          <p:cNvSpPr txBox="1"/>
          <p:nvPr/>
        </p:nvSpPr>
        <p:spPr>
          <a:xfrm>
            <a:off x="8868708" y="4180225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000" dirty="0"/>
          </a:p>
        </p:txBody>
      </p:sp>
      <p:sp>
        <p:nvSpPr>
          <p:cNvPr id="230" name="S14-label1504"/>
          <p:cNvSpPr txBox="1"/>
          <p:nvPr/>
        </p:nvSpPr>
        <p:spPr>
          <a:xfrm>
            <a:off x="8749497" y="373532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000" dirty="0"/>
          </a:p>
        </p:txBody>
      </p:sp>
      <p:sp>
        <p:nvSpPr>
          <p:cNvPr id="231" name="S14-label1505"/>
          <p:cNvSpPr txBox="1"/>
          <p:nvPr/>
        </p:nvSpPr>
        <p:spPr>
          <a:xfrm>
            <a:off x="8868708" y="329042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000" dirty="0"/>
          </a:p>
        </p:txBody>
      </p:sp>
      <p:sp>
        <p:nvSpPr>
          <p:cNvPr id="232" name="S14-label1506"/>
          <p:cNvSpPr txBox="1"/>
          <p:nvPr/>
        </p:nvSpPr>
        <p:spPr>
          <a:xfrm>
            <a:off x="9194399" y="29647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000" dirty="0"/>
          </a:p>
        </p:txBody>
      </p:sp>
      <p:sp>
        <p:nvSpPr>
          <p:cNvPr id="233" name="S14-label1507"/>
          <p:cNvSpPr txBox="1"/>
          <p:nvPr/>
        </p:nvSpPr>
        <p:spPr>
          <a:xfrm>
            <a:off x="9639300" y="284552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000" dirty="0"/>
          </a:p>
        </p:txBody>
      </p:sp>
      <p:sp>
        <p:nvSpPr>
          <p:cNvPr id="234" name="S14-line1508"/>
          <p:cNvSpPr/>
          <p:nvPr/>
        </p:nvSpPr>
        <p:spPr>
          <a:xfrm>
            <a:off x="9913620" y="3918204"/>
            <a:ext cx="601218" cy="0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235" name="S14-line1509"/>
          <p:cNvSpPr/>
          <p:nvPr/>
        </p:nvSpPr>
        <p:spPr>
          <a:xfrm flipV="1">
            <a:off x="9913620" y="2980304"/>
            <a:ext cx="0" cy="937900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236" name="S14-pin1510"/>
          <p:cNvSpPr/>
          <p:nvPr/>
        </p:nvSpPr>
        <p:spPr>
          <a:xfrm>
            <a:off x="9858756" y="3863340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5-card1511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5-cardtext1512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긴바늘의 숫자 한 칸은 5분, 1시간은 60분이에요.</a:t>
            </a:r>
            <a:endParaRPr lang="ko-KR" sz="3200" dirty="0"/>
          </a:p>
        </p:txBody>
      </p:sp>
      <p:sp>
        <p:nvSpPr>
          <p:cNvPr id="5" name="S15-chip1513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짧은바늘은 지나온 숫자</a:t>
            </a:r>
            <a:endParaRPr lang="ko-KR" sz="2600" dirty="0"/>
          </a:p>
        </p:txBody>
      </p:sp>
      <p:sp>
        <p:nvSpPr>
          <p:cNvPr id="6" name="S15-chip1514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가까운 숫자 읽기</a:t>
            </a:r>
            <a:endParaRPr lang="ko-KR" sz="2600" dirty="0"/>
          </a:p>
        </p:txBody>
      </p:sp>
      <p:sp>
        <p:nvSpPr>
          <p:cNvPr id="7" name="S15-text1515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5-text1516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긴바늘이 9를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가리키면 몇 분?</a:t>
            </a:r>
            <a:endParaRPr lang="ko-KR" sz="2600" dirty="0"/>
          </a:p>
        </p:txBody>
      </p:sp>
      <p:sp>
        <p:nvSpPr>
          <p:cNvPr id="9" name="S15-text1517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2시간은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분?</a:t>
            </a:r>
            <a:endParaRPr lang="ko-KR" sz="2600" dirty="0"/>
          </a:p>
        </p:txBody>
      </p:sp>
      <p:sp>
        <p:nvSpPr>
          <p:cNvPr id="10" name="S15-text1518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하루는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시간?</a:t>
            </a:r>
            <a:endParaRPr lang="ko-KR" sz="2600" dirty="0"/>
          </a:p>
        </p:txBody>
      </p:sp>
      <p:sp>
        <p:nvSpPr>
          <p:cNvPr id="11" name="S15-text1519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분류하기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몇 시와 30분</a:t>
            </a:r>
            <a:endParaRPr lang="ko-KR" sz="4400" dirty="0"/>
          </a:p>
        </p:txBody>
      </p:sp>
      <p:sp>
        <p:nvSpPr>
          <p:cNvPr id="3" name="S16-card152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6-cardtext152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긴바늘이 12면 ‘몇 시’, 6이면 ‘몇 시 30분’</a:t>
            </a:r>
            <a:endParaRPr lang="ko-KR" sz="3200" dirty="0"/>
          </a:p>
        </p:txBody>
      </p:sp>
      <p:sp>
        <p:nvSpPr>
          <p:cNvPr id="5" name="S16-figure1522" descr="시계: 3시"/>
          <p:cNvSpPr/>
          <p:nvPr/>
        </p:nvSpPr>
        <p:spPr>
          <a:xfrm>
            <a:off x="1687068" y="1409319"/>
            <a:ext cx="3108960" cy="31089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6" name="S16-line1523"/>
          <p:cNvSpPr/>
          <p:nvPr/>
        </p:nvSpPr>
        <p:spPr>
          <a:xfrm>
            <a:off x="3241548" y="1445895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7" name="S16-line1524"/>
          <p:cNvSpPr/>
          <p:nvPr/>
        </p:nvSpPr>
        <p:spPr>
          <a:xfrm flipH="1">
            <a:off x="3392088" y="145421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16-line1525"/>
          <p:cNvSpPr/>
          <p:nvPr/>
        </p:nvSpPr>
        <p:spPr>
          <a:xfrm flipH="1">
            <a:off x="3540978" y="1479065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16-line1526"/>
          <p:cNvSpPr/>
          <p:nvPr/>
        </p:nvSpPr>
        <p:spPr>
          <a:xfrm flipH="1">
            <a:off x="3686588" y="1520187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16-line1527"/>
          <p:cNvSpPr/>
          <p:nvPr/>
        </p:nvSpPr>
        <p:spPr>
          <a:xfrm flipH="1">
            <a:off x="3827322" y="1577125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16-line1528"/>
          <p:cNvSpPr/>
          <p:nvPr/>
        </p:nvSpPr>
        <p:spPr>
          <a:xfrm flipH="1">
            <a:off x="3915004" y="1649256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" name="S16-line1529"/>
          <p:cNvSpPr/>
          <p:nvPr/>
        </p:nvSpPr>
        <p:spPr>
          <a:xfrm flipH="1">
            <a:off x="4088065" y="173578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16-line1530"/>
          <p:cNvSpPr/>
          <p:nvPr/>
        </p:nvSpPr>
        <p:spPr>
          <a:xfrm flipH="1">
            <a:off x="4205217" y="1835776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16-line1531"/>
          <p:cNvSpPr/>
          <p:nvPr/>
        </p:nvSpPr>
        <p:spPr>
          <a:xfrm flipH="1">
            <a:off x="4311810" y="1948123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16-line1532"/>
          <p:cNvSpPr/>
          <p:nvPr/>
        </p:nvSpPr>
        <p:spPr>
          <a:xfrm flipH="1">
            <a:off x="4406678" y="207159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16-line1533"/>
          <p:cNvSpPr/>
          <p:nvPr/>
        </p:nvSpPr>
        <p:spPr>
          <a:xfrm flipH="1">
            <a:off x="4408007" y="2204847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" name="S16-line1534"/>
          <p:cNvSpPr/>
          <p:nvPr/>
        </p:nvSpPr>
        <p:spPr>
          <a:xfrm flipH="1">
            <a:off x="4557218" y="2346412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16-line1535"/>
          <p:cNvSpPr/>
          <p:nvPr/>
        </p:nvSpPr>
        <p:spPr>
          <a:xfrm flipH="1">
            <a:off x="4611241" y="2494741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16-line1536"/>
          <p:cNvSpPr/>
          <p:nvPr/>
        </p:nvSpPr>
        <p:spPr>
          <a:xfrm flipH="1">
            <a:off x="4650257" y="264820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16-line1537"/>
          <p:cNvSpPr/>
          <p:nvPr/>
        </p:nvSpPr>
        <p:spPr>
          <a:xfrm flipH="1">
            <a:off x="4673839" y="2805135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16-line1538"/>
          <p:cNvSpPr/>
          <p:nvPr/>
        </p:nvSpPr>
        <p:spPr>
          <a:xfrm flipH="1">
            <a:off x="4588459" y="2963799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2" name="S16-line1539"/>
          <p:cNvSpPr/>
          <p:nvPr/>
        </p:nvSpPr>
        <p:spPr>
          <a:xfrm flipH="1" flipV="1">
            <a:off x="4673839" y="3114339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16-line1540"/>
          <p:cNvSpPr/>
          <p:nvPr/>
        </p:nvSpPr>
        <p:spPr>
          <a:xfrm flipH="1" flipV="1">
            <a:off x="4650257" y="326322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16-line1541"/>
          <p:cNvSpPr/>
          <p:nvPr/>
        </p:nvSpPr>
        <p:spPr>
          <a:xfrm flipH="1" flipV="1">
            <a:off x="4611241" y="3408839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16-line1542"/>
          <p:cNvSpPr/>
          <p:nvPr/>
        </p:nvSpPr>
        <p:spPr>
          <a:xfrm flipH="1" flipV="1">
            <a:off x="4557218" y="354957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16-line1543"/>
          <p:cNvSpPr/>
          <p:nvPr/>
        </p:nvSpPr>
        <p:spPr>
          <a:xfrm flipH="1" flipV="1">
            <a:off x="4408007" y="3637255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7" name="S16-line1544"/>
          <p:cNvSpPr/>
          <p:nvPr/>
        </p:nvSpPr>
        <p:spPr>
          <a:xfrm flipH="1" flipV="1">
            <a:off x="4406678" y="3810316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16-line1545"/>
          <p:cNvSpPr/>
          <p:nvPr/>
        </p:nvSpPr>
        <p:spPr>
          <a:xfrm flipH="1" flipV="1">
            <a:off x="4311810" y="3927468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16-line1546"/>
          <p:cNvSpPr/>
          <p:nvPr/>
        </p:nvSpPr>
        <p:spPr>
          <a:xfrm flipH="1" flipV="1">
            <a:off x="4205217" y="4034061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16-line1547"/>
          <p:cNvSpPr/>
          <p:nvPr/>
        </p:nvSpPr>
        <p:spPr>
          <a:xfrm flipH="1" flipV="1">
            <a:off x="4088065" y="412892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16-line1548"/>
          <p:cNvSpPr/>
          <p:nvPr/>
        </p:nvSpPr>
        <p:spPr>
          <a:xfrm flipH="1" flipV="1">
            <a:off x="3915004" y="4130258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2" name="S16-line1549"/>
          <p:cNvSpPr/>
          <p:nvPr/>
        </p:nvSpPr>
        <p:spPr>
          <a:xfrm flipH="1" flipV="1">
            <a:off x="3827322" y="4279469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16-line1550"/>
          <p:cNvSpPr/>
          <p:nvPr/>
        </p:nvSpPr>
        <p:spPr>
          <a:xfrm flipH="1" flipV="1">
            <a:off x="3686588" y="4333492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16-line1551"/>
          <p:cNvSpPr/>
          <p:nvPr/>
        </p:nvSpPr>
        <p:spPr>
          <a:xfrm flipH="1" flipV="1">
            <a:off x="3540978" y="4372508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16-line1552"/>
          <p:cNvSpPr/>
          <p:nvPr/>
        </p:nvSpPr>
        <p:spPr>
          <a:xfrm flipH="1" flipV="1">
            <a:off x="3392088" y="439609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16-line1553"/>
          <p:cNvSpPr/>
          <p:nvPr/>
        </p:nvSpPr>
        <p:spPr>
          <a:xfrm flipV="1">
            <a:off x="3241548" y="4310710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7" name="S16-line1554"/>
          <p:cNvSpPr/>
          <p:nvPr/>
        </p:nvSpPr>
        <p:spPr>
          <a:xfrm flipV="1">
            <a:off x="3082884" y="439609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16-line1555"/>
          <p:cNvSpPr/>
          <p:nvPr/>
        </p:nvSpPr>
        <p:spPr>
          <a:xfrm flipV="1">
            <a:off x="2925958" y="4372508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16-line1556"/>
          <p:cNvSpPr/>
          <p:nvPr/>
        </p:nvSpPr>
        <p:spPr>
          <a:xfrm flipV="1">
            <a:off x="2772490" y="4333492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16-line1557"/>
          <p:cNvSpPr/>
          <p:nvPr/>
        </p:nvSpPr>
        <p:spPr>
          <a:xfrm flipV="1">
            <a:off x="2624161" y="4279469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16-line1558"/>
          <p:cNvSpPr/>
          <p:nvPr/>
        </p:nvSpPr>
        <p:spPr>
          <a:xfrm flipV="1">
            <a:off x="2482596" y="4130258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2" name="S16-line1559"/>
          <p:cNvSpPr/>
          <p:nvPr/>
        </p:nvSpPr>
        <p:spPr>
          <a:xfrm flipV="1">
            <a:off x="2349346" y="412892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16-line1560"/>
          <p:cNvSpPr/>
          <p:nvPr/>
        </p:nvSpPr>
        <p:spPr>
          <a:xfrm flipV="1">
            <a:off x="2225872" y="4034061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16-line1561"/>
          <p:cNvSpPr/>
          <p:nvPr/>
        </p:nvSpPr>
        <p:spPr>
          <a:xfrm flipV="1">
            <a:off x="2113525" y="3927468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16-line1562"/>
          <p:cNvSpPr/>
          <p:nvPr/>
        </p:nvSpPr>
        <p:spPr>
          <a:xfrm flipV="1">
            <a:off x="2013538" y="3810316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16-line1563"/>
          <p:cNvSpPr/>
          <p:nvPr/>
        </p:nvSpPr>
        <p:spPr>
          <a:xfrm flipV="1">
            <a:off x="1927005" y="3637255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7" name="S16-line1564"/>
          <p:cNvSpPr/>
          <p:nvPr/>
        </p:nvSpPr>
        <p:spPr>
          <a:xfrm flipV="1">
            <a:off x="1854874" y="354957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16-line1565"/>
          <p:cNvSpPr/>
          <p:nvPr/>
        </p:nvSpPr>
        <p:spPr>
          <a:xfrm flipV="1">
            <a:off x="1797936" y="3408839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16-line1566"/>
          <p:cNvSpPr/>
          <p:nvPr/>
        </p:nvSpPr>
        <p:spPr>
          <a:xfrm flipV="1">
            <a:off x="1756814" y="326322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16-line1567"/>
          <p:cNvSpPr/>
          <p:nvPr/>
        </p:nvSpPr>
        <p:spPr>
          <a:xfrm flipV="1">
            <a:off x="1731959" y="3114339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16-line1568"/>
          <p:cNvSpPr/>
          <p:nvPr/>
        </p:nvSpPr>
        <p:spPr>
          <a:xfrm>
            <a:off x="1723644" y="2963799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2" name="S16-line1569"/>
          <p:cNvSpPr/>
          <p:nvPr/>
        </p:nvSpPr>
        <p:spPr>
          <a:xfrm>
            <a:off x="1731959" y="2805135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16-line1570"/>
          <p:cNvSpPr/>
          <p:nvPr/>
        </p:nvSpPr>
        <p:spPr>
          <a:xfrm>
            <a:off x="1756814" y="264820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16-line1571"/>
          <p:cNvSpPr/>
          <p:nvPr/>
        </p:nvSpPr>
        <p:spPr>
          <a:xfrm>
            <a:off x="1797936" y="2494741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16-line1572"/>
          <p:cNvSpPr/>
          <p:nvPr/>
        </p:nvSpPr>
        <p:spPr>
          <a:xfrm>
            <a:off x="1854874" y="2346412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16-line1573"/>
          <p:cNvSpPr/>
          <p:nvPr/>
        </p:nvSpPr>
        <p:spPr>
          <a:xfrm>
            <a:off x="1927005" y="2204847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7" name="S16-line1574"/>
          <p:cNvSpPr/>
          <p:nvPr/>
        </p:nvSpPr>
        <p:spPr>
          <a:xfrm>
            <a:off x="2013538" y="207159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16-line1575"/>
          <p:cNvSpPr/>
          <p:nvPr/>
        </p:nvSpPr>
        <p:spPr>
          <a:xfrm>
            <a:off x="2113525" y="1948123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16-line1576"/>
          <p:cNvSpPr/>
          <p:nvPr/>
        </p:nvSpPr>
        <p:spPr>
          <a:xfrm>
            <a:off x="2225872" y="1835776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16-line1577"/>
          <p:cNvSpPr/>
          <p:nvPr/>
        </p:nvSpPr>
        <p:spPr>
          <a:xfrm>
            <a:off x="2349346" y="173578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16-line1578"/>
          <p:cNvSpPr/>
          <p:nvPr/>
        </p:nvSpPr>
        <p:spPr>
          <a:xfrm>
            <a:off x="2482596" y="1649256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2" name="S16-line1579"/>
          <p:cNvSpPr/>
          <p:nvPr/>
        </p:nvSpPr>
        <p:spPr>
          <a:xfrm>
            <a:off x="2624161" y="1577125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16-line1580"/>
          <p:cNvSpPr/>
          <p:nvPr/>
        </p:nvSpPr>
        <p:spPr>
          <a:xfrm>
            <a:off x="2772490" y="1520187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16-line1581"/>
          <p:cNvSpPr/>
          <p:nvPr/>
        </p:nvSpPr>
        <p:spPr>
          <a:xfrm>
            <a:off x="2925958" y="1479065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16-line1582"/>
          <p:cNvSpPr/>
          <p:nvPr/>
        </p:nvSpPr>
        <p:spPr>
          <a:xfrm>
            <a:off x="3082884" y="145421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16-label1583"/>
          <p:cNvSpPr txBox="1"/>
          <p:nvPr/>
        </p:nvSpPr>
        <p:spPr>
          <a:xfrm>
            <a:off x="3542386" y="178471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67" name="S16-label1584"/>
          <p:cNvSpPr txBox="1"/>
          <p:nvPr/>
        </p:nvSpPr>
        <p:spPr>
          <a:xfrm>
            <a:off x="3963430" y="220576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68" name="S16-label1585"/>
          <p:cNvSpPr txBox="1"/>
          <p:nvPr/>
        </p:nvSpPr>
        <p:spPr>
          <a:xfrm>
            <a:off x="4117543" y="278091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69" name="S16-label1586"/>
          <p:cNvSpPr txBox="1"/>
          <p:nvPr/>
        </p:nvSpPr>
        <p:spPr>
          <a:xfrm>
            <a:off x="3963430" y="335607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70" name="S16-label1587"/>
          <p:cNvSpPr txBox="1"/>
          <p:nvPr/>
        </p:nvSpPr>
        <p:spPr>
          <a:xfrm>
            <a:off x="3542386" y="377712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71" name="S16-label1588"/>
          <p:cNvSpPr txBox="1"/>
          <p:nvPr/>
        </p:nvSpPr>
        <p:spPr>
          <a:xfrm>
            <a:off x="2967228" y="393123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72" name="S16-label1589"/>
          <p:cNvSpPr txBox="1"/>
          <p:nvPr/>
        </p:nvSpPr>
        <p:spPr>
          <a:xfrm>
            <a:off x="2392070" y="377712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600" dirty="0"/>
          </a:p>
        </p:txBody>
      </p:sp>
      <p:sp>
        <p:nvSpPr>
          <p:cNvPr id="73" name="S16-label1590"/>
          <p:cNvSpPr txBox="1"/>
          <p:nvPr/>
        </p:nvSpPr>
        <p:spPr>
          <a:xfrm>
            <a:off x="1971026" y="335607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600" dirty="0"/>
          </a:p>
        </p:txBody>
      </p:sp>
      <p:sp>
        <p:nvSpPr>
          <p:cNvPr id="74" name="S16-label1591"/>
          <p:cNvSpPr txBox="1"/>
          <p:nvPr/>
        </p:nvSpPr>
        <p:spPr>
          <a:xfrm>
            <a:off x="1816913" y="278091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600" dirty="0"/>
          </a:p>
        </p:txBody>
      </p:sp>
      <p:sp>
        <p:nvSpPr>
          <p:cNvPr id="75" name="S16-label1592"/>
          <p:cNvSpPr txBox="1"/>
          <p:nvPr/>
        </p:nvSpPr>
        <p:spPr>
          <a:xfrm>
            <a:off x="1971026" y="220576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600" dirty="0"/>
          </a:p>
        </p:txBody>
      </p:sp>
      <p:sp>
        <p:nvSpPr>
          <p:cNvPr id="76" name="S16-label1593"/>
          <p:cNvSpPr txBox="1"/>
          <p:nvPr/>
        </p:nvSpPr>
        <p:spPr>
          <a:xfrm>
            <a:off x="2392070" y="178471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600" dirty="0"/>
          </a:p>
        </p:txBody>
      </p:sp>
      <p:sp>
        <p:nvSpPr>
          <p:cNvPr id="77" name="S16-label1594"/>
          <p:cNvSpPr txBox="1"/>
          <p:nvPr/>
        </p:nvSpPr>
        <p:spPr>
          <a:xfrm>
            <a:off x="2967228" y="163060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600" dirty="0"/>
          </a:p>
        </p:txBody>
      </p:sp>
      <p:sp>
        <p:nvSpPr>
          <p:cNvPr id="78" name="S16-line1595"/>
          <p:cNvSpPr/>
          <p:nvPr/>
        </p:nvSpPr>
        <p:spPr>
          <a:xfrm>
            <a:off x="3241548" y="2963799"/>
            <a:ext cx="777240" cy="0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79" name="S16-line1596"/>
          <p:cNvSpPr/>
          <p:nvPr/>
        </p:nvSpPr>
        <p:spPr>
          <a:xfrm flipV="1">
            <a:off x="3241548" y="1751305"/>
            <a:ext cx="0" cy="1212494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80" name="S16-pin1597"/>
          <p:cNvSpPr/>
          <p:nvPr/>
        </p:nvSpPr>
        <p:spPr>
          <a:xfrm>
            <a:off x="3186684" y="2908935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1" name="S16-label1598"/>
          <p:cNvSpPr txBox="1"/>
          <p:nvPr/>
        </p:nvSpPr>
        <p:spPr>
          <a:xfrm>
            <a:off x="548640" y="4674870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3시</a:t>
            </a:r>
            <a:endParaRPr lang="ko-KR" sz="2600" dirty="0"/>
          </a:p>
        </p:txBody>
      </p:sp>
      <p:sp>
        <p:nvSpPr>
          <p:cNvPr id="82" name="S16-figure1599" descr="시계: 3시 30분"/>
          <p:cNvSpPr/>
          <p:nvPr/>
        </p:nvSpPr>
        <p:spPr>
          <a:xfrm>
            <a:off x="7392924" y="1409319"/>
            <a:ext cx="3108960" cy="31089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83" name="S16-line1600"/>
          <p:cNvSpPr/>
          <p:nvPr/>
        </p:nvSpPr>
        <p:spPr>
          <a:xfrm>
            <a:off x="8947404" y="1445895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4" name="S16-line1601"/>
          <p:cNvSpPr/>
          <p:nvPr/>
        </p:nvSpPr>
        <p:spPr>
          <a:xfrm flipH="1">
            <a:off x="9097944" y="145421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5" name="S16-line1602"/>
          <p:cNvSpPr/>
          <p:nvPr/>
        </p:nvSpPr>
        <p:spPr>
          <a:xfrm flipH="1">
            <a:off x="9246834" y="1479065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6" name="S16-line1603"/>
          <p:cNvSpPr/>
          <p:nvPr/>
        </p:nvSpPr>
        <p:spPr>
          <a:xfrm flipH="1">
            <a:off x="9392444" y="1520187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7" name="S16-line1604"/>
          <p:cNvSpPr/>
          <p:nvPr/>
        </p:nvSpPr>
        <p:spPr>
          <a:xfrm flipH="1">
            <a:off x="9533178" y="1577125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8" name="S16-line1605"/>
          <p:cNvSpPr/>
          <p:nvPr/>
        </p:nvSpPr>
        <p:spPr>
          <a:xfrm flipH="1">
            <a:off x="9620860" y="1649256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9" name="S16-line1606"/>
          <p:cNvSpPr/>
          <p:nvPr/>
        </p:nvSpPr>
        <p:spPr>
          <a:xfrm flipH="1">
            <a:off x="9793921" y="173578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0" name="S16-line1607"/>
          <p:cNvSpPr/>
          <p:nvPr/>
        </p:nvSpPr>
        <p:spPr>
          <a:xfrm flipH="1">
            <a:off x="9911073" y="1835776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1" name="S16-line1608"/>
          <p:cNvSpPr/>
          <p:nvPr/>
        </p:nvSpPr>
        <p:spPr>
          <a:xfrm flipH="1">
            <a:off x="10017666" y="1948123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2" name="S16-line1609"/>
          <p:cNvSpPr/>
          <p:nvPr/>
        </p:nvSpPr>
        <p:spPr>
          <a:xfrm flipH="1">
            <a:off x="10112534" y="207159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3" name="S16-line1610"/>
          <p:cNvSpPr/>
          <p:nvPr/>
        </p:nvSpPr>
        <p:spPr>
          <a:xfrm flipH="1">
            <a:off x="10113863" y="2204847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4" name="S16-line1611"/>
          <p:cNvSpPr/>
          <p:nvPr/>
        </p:nvSpPr>
        <p:spPr>
          <a:xfrm flipH="1">
            <a:off x="10263074" y="2346412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5" name="S16-line1612"/>
          <p:cNvSpPr/>
          <p:nvPr/>
        </p:nvSpPr>
        <p:spPr>
          <a:xfrm flipH="1">
            <a:off x="10317097" y="2494741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6" name="S16-line1613"/>
          <p:cNvSpPr/>
          <p:nvPr/>
        </p:nvSpPr>
        <p:spPr>
          <a:xfrm flipH="1">
            <a:off x="10356113" y="264820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7" name="S16-line1614"/>
          <p:cNvSpPr/>
          <p:nvPr/>
        </p:nvSpPr>
        <p:spPr>
          <a:xfrm flipH="1">
            <a:off x="10379695" y="2805135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8" name="S16-line1615"/>
          <p:cNvSpPr/>
          <p:nvPr/>
        </p:nvSpPr>
        <p:spPr>
          <a:xfrm flipH="1">
            <a:off x="10294315" y="2963799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9" name="S16-line1616"/>
          <p:cNvSpPr/>
          <p:nvPr/>
        </p:nvSpPr>
        <p:spPr>
          <a:xfrm flipH="1" flipV="1">
            <a:off x="10379695" y="3114339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0" name="S16-line1617"/>
          <p:cNvSpPr/>
          <p:nvPr/>
        </p:nvSpPr>
        <p:spPr>
          <a:xfrm flipH="1" flipV="1">
            <a:off x="10356113" y="326322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1" name="S16-line1618"/>
          <p:cNvSpPr/>
          <p:nvPr/>
        </p:nvSpPr>
        <p:spPr>
          <a:xfrm flipH="1" flipV="1">
            <a:off x="10317097" y="3408839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2" name="S16-line1619"/>
          <p:cNvSpPr/>
          <p:nvPr/>
        </p:nvSpPr>
        <p:spPr>
          <a:xfrm flipH="1" flipV="1">
            <a:off x="10263074" y="354957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3" name="S16-line1620"/>
          <p:cNvSpPr/>
          <p:nvPr/>
        </p:nvSpPr>
        <p:spPr>
          <a:xfrm flipH="1" flipV="1">
            <a:off x="10113863" y="3637255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4" name="S16-line1621"/>
          <p:cNvSpPr/>
          <p:nvPr/>
        </p:nvSpPr>
        <p:spPr>
          <a:xfrm flipH="1" flipV="1">
            <a:off x="10112534" y="3810316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5" name="S16-line1622"/>
          <p:cNvSpPr/>
          <p:nvPr/>
        </p:nvSpPr>
        <p:spPr>
          <a:xfrm flipH="1" flipV="1">
            <a:off x="10017666" y="3927468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6" name="S16-line1623"/>
          <p:cNvSpPr/>
          <p:nvPr/>
        </p:nvSpPr>
        <p:spPr>
          <a:xfrm flipH="1" flipV="1">
            <a:off x="9911073" y="4034061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7" name="S16-line1624"/>
          <p:cNvSpPr/>
          <p:nvPr/>
        </p:nvSpPr>
        <p:spPr>
          <a:xfrm flipH="1" flipV="1">
            <a:off x="9793921" y="412892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8" name="S16-line1625"/>
          <p:cNvSpPr/>
          <p:nvPr/>
        </p:nvSpPr>
        <p:spPr>
          <a:xfrm flipH="1" flipV="1">
            <a:off x="9620860" y="4130258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9" name="S16-line1626"/>
          <p:cNvSpPr/>
          <p:nvPr/>
        </p:nvSpPr>
        <p:spPr>
          <a:xfrm flipH="1" flipV="1">
            <a:off x="9533178" y="4279469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0" name="S16-line1627"/>
          <p:cNvSpPr/>
          <p:nvPr/>
        </p:nvSpPr>
        <p:spPr>
          <a:xfrm flipH="1" flipV="1">
            <a:off x="9392444" y="4333492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1" name="S16-line1628"/>
          <p:cNvSpPr/>
          <p:nvPr/>
        </p:nvSpPr>
        <p:spPr>
          <a:xfrm flipH="1" flipV="1">
            <a:off x="9246834" y="4372508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2" name="S16-line1629"/>
          <p:cNvSpPr/>
          <p:nvPr/>
        </p:nvSpPr>
        <p:spPr>
          <a:xfrm flipH="1" flipV="1">
            <a:off x="9097944" y="439609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3" name="S16-line1630"/>
          <p:cNvSpPr/>
          <p:nvPr/>
        </p:nvSpPr>
        <p:spPr>
          <a:xfrm flipV="1">
            <a:off x="8947404" y="4310710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4" name="S16-line1631"/>
          <p:cNvSpPr/>
          <p:nvPr/>
        </p:nvSpPr>
        <p:spPr>
          <a:xfrm flipV="1">
            <a:off x="8788740" y="439609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5" name="S16-line1632"/>
          <p:cNvSpPr/>
          <p:nvPr/>
        </p:nvSpPr>
        <p:spPr>
          <a:xfrm flipV="1">
            <a:off x="8631814" y="4372508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6" name="S16-line1633"/>
          <p:cNvSpPr/>
          <p:nvPr/>
        </p:nvSpPr>
        <p:spPr>
          <a:xfrm flipV="1">
            <a:off x="8478346" y="4333492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7" name="S16-line1634"/>
          <p:cNvSpPr/>
          <p:nvPr/>
        </p:nvSpPr>
        <p:spPr>
          <a:xfrm flipV="1">
            <a:off x="8330017" y="4279469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8" name="S16-line1635"/>
          <p:cNvSpPr/>
          <p:nvPr/>
        </p:nvSpPr>
        <p:spPr>
          <a:xfrm flipV="1">
            <a:off x="8188452" y="4130258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9" name="S16-line1636"/>
          <p:cNvSpPr/>
          <p:nvPr/>
        </p:nvSpPr>
        <p:spPr>
          <a:xfrm flipV="1">
            <a:off x="8055202" y="412892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0" name="S16-line1637"/>
          <p:cNvSpPr/>
          <p:nvPr/>
        </p:nvSpPr>
        <p:spPr>
          <a:xfrm flipV="1">
            <a:off x="7931728" y="4034061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1" name="S16-line1638"/>
          <p:cNvSpPr/>
          <p:nvPr/>
        </p:nvSpPr>
        <p:spPr>
          <a:xfrm flipV="1">
            <a:off x="7819381" y="3927468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2" name="S16-line1639"/>
          <p:cNvSpPr/>
          <p:nvPr/>
        </p:nvSpPr>
        <p:spPr>
          <a:xfrm flipV="1">
            <a:off x="7719394" y="3810316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3" name="S16-line1640"/>
          <p:cNvSpPr/>
          <p:nvPr/>
        </p:nvSpPr>
        <p:spPr>
          <a:xfrm flipV="1">
            <a:off x="7632861" y="3637255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4" name="S16-line1641"/>
          <p:cNvSpPr/>
          <p:nvPr/>
        </p:nvSpPr>
        <p:spPr>
          <a:xfrm flipV="1">
            <a:off x="7560730" y="354957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5" name="S16-line1642"/>
          <p:cNvSpPr/>
          <p:nvPr/>
        </p:nvSpPr>
        <p:spPr>
          <a:xfrm flipV="1">
            <a:off x="7503792" y="3408839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6" name="S16-line1643"/>
          <p:cNvSpPr/>
          <p:nvPr/>
        </p:nvSpPr>
        <p:spPr>
          <a:xfrm flipV="1">
            <a:off x="7462670" y="326322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7" name="S16-line1644"/>
          <p:cNvSpPr/>
          <p:nvPr/>
        </p:nvSpPr>
        <p:spPr>
          <a:xfrm flipV="1">
            <a:off x="7437815" y="3114339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8" name="S16-line1645"/>
          <p:cNvSpPr/>
          <p:nvPr/>
        </p:nvSpPr>
        <p:spPr>
          <a:xfrm>
            <a:off x="7429500" y="2963799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9" name="S16-line1646"/>
          <p:cNvSpPr/>
          <p:nvPr/>
        </p:nvSpPr>
        <p:spPr>
          <a:xfrm>
            <a:off x="7437815" y="2805135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0" name="S16-line1647"/>
          <p:cNvSpPr/>
          <p:nvPr/>
        </p:nvSpPr>
        <p:spPr>
          <a:xfrm>
            <a:off x="7462670" y="264820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1" name="S16-line1648"/>
          <p:cNvSpPr/>
          <p:nvPr/>
        </p:nvSpPr>
        <p:spPr>
          <a:xfrm>
            <a:off x="7503792" y="2494741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2" name="S16-line1649"/>
          <p:cNvSpPr/>
          <p:nvPr/>
        </p:nvSpPr>
        <p:spPr>
          <a:xfrm>
            <a:off x="7560730" y="2346412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3" name="S16-line1650"/>
          <p:cNvSpPr/>
          <p:nvPr/>
        </p:nvSpPr>
        <p:spPr>
          <a:xfrm>
            <a:off x="7632861" y="2204847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4" name="S16-line1651"/>
          <p:cNvSpPr/>
          <p:nvPr/>
        </p:nvSpPr>
        <p:spPr>
          <a:xfrm>
            <a:off x="7719394" y="207159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5" name="S16-line1652"/>
          <p:cNvSpPr/>
          <p:nvPr/>
        </p:nvSpPr>
        <p:spPr>
          <a:xfrm>
            <a:off x="7819381" y="1948123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6" name="S16-line1653"/>
          <p:cNvSpPr/>
          <p:nvPr/>
        </p:nvSpPr>
        <p:spPr>
          <a:xfrm>
            <a:off x="7931728" y="1835776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7" name="S16-line1654"/>
          <p:cNvSpPr/>
          <p:nvPr/>
        </p:nvSpPr>
        <p:spPr>
          <a:xfrm>
            <a:off x="8055202" y="173578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8" name="S16-line1655"/>
          <p:cNvSpPr/>
          <p:nvPr/>
        </p:nvSpPr>
        <p:spPr>
          <a:xfrm>
            <a:off x="8188452" y="1649256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9" name="S16-line1656"/>
          <p:cNvSpPr/>
          <p:nvPr/>
        </p:nvSpPr>
        <p:spPr>
          <a:xfrm>
            <a:off x="8330017" y="1577125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0" name="S16-line1657"/>
          <p:cNvSpPr/>
          <p:nvPr/>
        </p:nvSpPr>
        <p:spPr>
          <a:xfrm>
            <a:off x="8478346" y="1520187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1" name="S16-line1658"/>
          <p:cNvSpPr/>
          <p:nvPr/>
        </p:nvSpPr>
        <p:spPr>
          <a:xfrm>
            <a:off x="8631814" y="1479065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2" name="S16-line1659"/>
          <p:cNvSpPr/>
          <p:nvPr/>
        </p:nvSpPr>
        <p:spPr>
          <a:xfrm>
            <a:off x="8788740" y="145421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3" name="S16-label1660"/>
          <p:cNvSpPr txBox="1"/>
          <p:nvPr/>
        </p:nvSpPr>
        <p:spPr>
          <a:xfrm>
            <a:off x="9248242" y="178471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144" name="S16-label1661"/>
          <p:cNvSpPr txBox="1"/>
          <p:nvPr/>
        </p:nvSpPr>
        <p:spPr>
          <a:xfrm>
            <a:off x="9669286" y="220576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145" name="S16-label1662"/>
          <p:cNvSpPr txBox="1"/>
          <p:nvPr/>
        </p:nvSpPr>
        <p:spPr>
          <a:xfrm>
            <a:off x="9823399" y="278091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146" name="S16-label1663"/>
          <p:cNvSpPr txBox="1"/>
          <p:nvPr/>
        </p:nvSpPr>
        <p:spPr>
          <a:xfrm>
            <a:off x="9669286" y="335607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147" name="S16-label1664"/>
          <p:cNvSpPr txBox="1"/>
          <p:nvPr/>
        </p:nvSpPr>
        <p:spPr>
          <a:xfrm>
            <a:off x="9248242" y="377712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148" name="S16-label1665"/>
          <p:cNvSpPr txBox="1"/>
          <p:nvPr/>
        </p:nvSpPr>
        <p:spPr>
          <a:xfrm>
            <a:off x="8673084" y="393123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149" name="S16-label1666"/>
          <p:cNvSpPr txBox="1"/>
          <p:nvPr/>
        </p:nvSpPr>
        <p:spPr>
          <a:xfrm>
            <a:off x="8097926" y="377712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600" dirty="0"/>
          </a:p>
        </p:txBody>
      </p:sp>
      <p:sp>
        <p:nvSpPr>
          <p:cNvPr id="150" name="S16-label1667"/>
          <p:cNvSpPr txBox="1"/>
          <p:nvPr/>
        </p:nvSpPr>
        <p:spPr>
          <a:xfrm>
            <a:off x="7676882" y="335607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600" dirty="0"/>
          </a:p>
        </p:txBody>
      </p:sp>
      <p:sp>
        <p:nvSpPr>
          <p:cNvPr id="151" name="S16-label1668"/>
          <p:cNvSpPr txBox="1"/>
          <p:nvPr/>
        </p:nvSpPr>
        <p:spPr>
          <a:xfrm>
            <a:off x="7522769" y="278091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600" dirty="0"/>
          </a:p>
        </p:txBody>
      </p:sp>
      <p:sp>
        <p:nvSpPr>
          <p:cNvPr id="152" name="S16-label1669"/>
          <p:cNvSpPr txBox="1"/>
          <p:nvPr/>
        </p:nvSpPr>
        <p:spPr>
          <a:xfrm>
            <a:off x="7676882" y="220576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600" dirty="0"/>
          </a:p>
        </p:txBody>
      </p:sp>
      <p:sp>
        <p:nvSpPr>
          <p:cNvPr id="153" name="S16-label1670"/>
          <p:cNvSpPr txBox="1"/>
          <p:nvPr/>
        </p:nvSpPr>
        <p:spPr>
          <a:xfrm>
            <a:off x="8097926" y="178471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600" dirty="0"/>
          </a:p>
        </p:txBody>
      </p:sp>
      <p:sp>
        <p:nvSpPr>
          <p:cNvPr id="154" name="S16-label1671"/>
          <p:cNvSpPr txBox="1"/>
          <p:nvPr/>
        </p:nvSpPr>
        <p:spPr>
          <a:xfrm>
            <a:off x="8673084" y="163060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600" dirty="0"/>
          </a:p>
        </p:txBody>
      </p:sp>
      <p:sp>
        <p:nvSpPr>
          <p:cNvPr id="155" name="S16-line1672"/>
          <p:cNvSpPr/>
          <p:nvPr/>
        </p:nvSpPr>
        <p:spPr>
          <a:xfrm>
            <a:off x="8947404" y="2963799"/>
            <a:ext cx="750756" cy="201165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156" name="S16-line1673"/>
          <p:cNvSpPr/>
          <p:nvPr/>
        </p:nvSpPr>
        <p:spPr>
          <a:xfrm>
            <a:off x="8947404" y="2963799"/>
            <a:ext cx="0" cy="1212494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157" name="S16-pin1674"/>
          <p:cNvSpPr/>
          <p:nvPr/>
        </p:nvSpPr>
        <p:spPr>
          <a:xfrm>
            <a:off x="8892540" y="2908935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8" name="S16-label1675"/>
          <p:cNvSpPr txBox="1"/>
          <p:nvPr/>
        </p:nvSpPr>
        <p:spPr>
          <a:xfrm>
            <a:off x="6254496" y="4674870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3시 30분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초2 수학 시각과 시간</dc:title>
  <dc:subject>KR22-G02-MAT-TIME-L01</dc:subject>
  <dc:creator>education-ppt</dc:creator>
  <cp:lastModifiedBy>education-ppt</cp:lastModifiedBy>
  <cp:revision>1</cp:revision>
  <dcterms:created xsi:type="dcterms:W3CDTF">2026-10-26T06:58:58Z</dcterms:created>
  <dcterms:modified xsi:type="dcterms:W3CDTF">2026-10-26T06:58:58Z</dcterms:modified>
</cp:coreProperties>
</file>