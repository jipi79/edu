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36e1f2-157a-dd4b-113b-8a15d507067f}">
          <p14:sldIdLst>
            <p14:sldId id="256"/>
            <p14:sldId id="257"/>
          </p14:sldIdLst>
        </p14:section>
        <p14:section name="개념" id="{85f074d4-2add-00f0-ce50-4946e10234aa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4193bb24-dad9-a9a4-79c9-cf5d8d5ef971}">
          <p14:sldIdLst>
            <p14:sldId id="261"/>
            <p14:sldId id="262"/>
            <p14:sldId id="266"/>
          </p14:sldIdLst>
        </p14:section>
        <p14:section name="개념" id="{cbeede62-ec97-9172-a1f9-76acaf03823d}">
          <p14:sldIdLst/>
        </p14:section>
        <p14:section name="연습" id="{1a6431bb-c065-1bf0-4204-3b27fc8b8839}">
          <p14:sldIdLst/>
        </p14:section>
        <p14:section name="확인" id="{1ae99a6b-d8cb-084b-0e46-34c5e12370e3}">
          <p14:sldIdLst>
            <p14:sldId id="267"/>
            <p14:sldId id="268"/>
            <p14:sldId id="269"/>
          </p14:sldIdLst>
        </p14:section>
        <p14:section name="정리" id="{acf5cf70-a03e-ff56-f701-498cc7636229}">
          <p14:sldIdLst>
            <p14:sldId id="270"/>
          </p14:sldIdLst>
        </p14:section>
        <p14:section name="보충" id="{ab3b1f2a-9f47-52b2-7df1-c6225906de2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집에 있는 시계를 보며 시각 읽기에 흥미를 갖게 합니다.
시간: 약 2분
이렇게 말해 보세요
- “오른쪽 시계는 몇 시쯤일까? 짧은바늘과 긴바늘을 봐.”
- “오늘은 ‘몇 시 몇 분’까지 읽는 방법을 배울 거야.”
예상 답
- “8시요.” “8시 조금 넘었어요.” (그림은 8시 10분입니다. 지금은 맞히지 않아도 됩니다.)
막히면
- 답을 확인하지 않고 넘어갑니다. S03부터 차근차근 읽는 방법을 배웁니다.
주의
- 바늘을 손으로 돌릴 수 있는 시계(장난감 시계나 종이 시계)가 있으면 수업 내내 함께 씁니다. 집의 벽시계를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확인(몇 시, 몇 시 30분, 5씩 세기)]
목적: 초1에서 배운 ‘몇 시’, ‘몇 시 30분’ 읽기와 5씩 뛰어 세기(5단)가 되는지 확인합니다. 오늘 5분 단위 읽기에 꼭 필요합니다.
시간: 약 3분
이렇게 말해 보세요
- “①과 ②는 몇 시야? 어떻게 알았어?”
- “③ 5씩 뛰어 세면 빈칸은? ④ 5 곱하기 6은?”
정답
- ① 3시
- ② 7시 30분
- ③ 20
- ④ 30
막히면
- ①②가 어려우면 S16(보충)을 먼저 합니다. 보충으로도 어려우면 초1 ‘몇 시와 몇 시 30분’(KR22-G01-MAT-CLOCK-L01)을 먼저 합니다.
- ③④가 어려우면 손가락을 하나씩 펴며 “5, 10, 15…”를 함께 셉니다.
주의
- ②에서 짧은바늘이 7과 8 사이에 있는 것을 보고 “짧은바늘은 7을 지났어요”라고 말하게 하면 S04에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긴바늘로 5분 단위 읽기]
목적: 긴바늘이 가리키는 숫자 하나마다 5분씩 늘어난다는 것을 알고 5분 단위로 분을 읽습니다.
시간: 약 3분
이렇게 말해 보세요
- “긴바늘이 12에서 출발해서 1까지 가면 5분이야. 2까지 가면?”
- “이 시계의 긴바늘은 3을 가리켜. 5, 10, 15. 그래서 15분이야. 짧은바늘은 2를 조금 지났으니까 2시 15분이야.”
예상 답
- “10분이요.” “2시 15분이에요.”
막히면
- 시계의 숫자 1, 2, 3을 차례로 짚으며 “5, 10, 15”라고 함께 셉니다.
- 숫자 1과 2 사이에 작은 눈금이 5칸 있다는 것을 세어 보여 줍니다(1칸 = 1분).
주의
- 긴바늘이 12를 가리키면 ‘몇 시’(정각)입니다. 3을 가리키는데 ‘3분’이라고 하면 M2이니, 숫자가 아니라 5씩 센다는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시 몇 분 읽기 시범]
목적: 짧은바늘로 ‘몇 시’를, 긴바늘로 ‘몇 분’을 읽는 순서를 보여 줍니다. 짧은바늘이 두 숫자 사이에 있으면 지나온 숫자를 읽습니다.
시간: 약 3분
이렇게 말해 보세요
- “짧은바늘은 어디에 있어? 4와 5 사이지. 4를 지났지만 5는 아직 안 됐어. 그래서 4시야.”
- “긴바늘은 7을 가리켜. 5, 10, 15, 20, 25, 30, 35. 그래서 4시 35분이야.”
예상 답
- “4시 35분이에요.”
막히면
- 바늘을 돌릴 수 있는 시계로 4시에서 긴바늘을 천천히 돌려, 짧은바늘이 4에서 5 쪽으로 조금씩 움직이는 것을 보여 줍니다.
주의
- 짧은바늘이 5에 가까워 보여도 아직 5시가 아닙니다(M1). 이 생각은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1분 단위 읽기]
목적: 긴바늘이 숫자와 숫자 사이에 있으면 작은 눈금을 세어 1분 단위로 읽습니다.
시간: 약 3분
이렇게 말해 보세요
- “긴바늘이 숫자 3을 조금 지났어. 3은 몇 분이지? 거기서 작은 눈금이 몇 칸 더 갔어?”
- “15분에서 2칸 더 갔으니까 16, 17. 9시 17분이야.”
예상 답
- “15분에서 2칸 더 가서 17분이요. 9시 17분이에요.”
막히면
- 진짜 시계에서 숫자 3부터 작은 눈금을 손가락으로 짚으며 “16, 17”이라고 함께 셉니다.
- 숫자 3까지 5씩 세고, 그다음 1씩 세는 두 단계로 나누어 말합니다.
주의
- 지치면 여기서 쉬고, 다음에 S06부터 이어도 됩니다.
- 화면이 작으면 작은 눈금이 잘 안 보일 수 있습니다. 진짜 시계로 같은 시각을 만들어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연습(시각 읽기)]
목적: 도움을 받으며 5분 단위와 1분 단위의 시각을 읽습니다.
시간: 약 4분
이렇게 말해 보세요
- “①의 짧은바늘은 어디에 있어? 긴바늘은 어느 숫자를 가리켜?”
- “③은 긴바늘이 숫자 1을 조금 지났어. 1은 5분이지? 작은 눈금이 몇 칸 더 갔어?”
정답
- ① 6시 20분
- ② 11시 45분
- ③ 2시 8분
막히면
- ②를 12시 45분이라고 하면 “짧은바늘이 12를 지났어, 아직이야?”라고 묻습니다(M1).
- ③을 2시 1분이나 2시 13분이라고 하면 숫자 1까지 5분, 그다음 작은 눈금 3칸(6, 7, 8분)을 함께 셉니다.
주의
- 진짜 시계로 같은 시각을 만들어 보게 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비교(짧은바늘을 가까운 숫자로 읽기)]
목적: 짧은바늘이 다음 숫자에 가까우면 그 숫자를 ‘몇 시’로 읽는 실수를 찾고 바로잡습니다(M1).
시간: 약 2분
이렇게 말해 보세요
- “토끼와 곰이 같은 시계를 읽었는데 답이 달라. 누가 맞았을까?”
- “10분이 더 지나면 긴바늘이 12에 가. 그때가 몇 시일까?”
예상 답
- “곰이요. 아직 8시가 안 됐어요.”
정답
- 곰이 맞습니다. 짧은바늘이 7을 지났지만 8에는 아직 가지 않았으므로 7시 50분입니다.
- 10분 뒤 긴바늘이 12에 오면 그때 8시가 됩니다.
막히면
- 바늘을 돌릴 수 있는 시계로 7시 50분을 만들고 긴바늘을 12까지 돌려, 그때 짧은바늘이 8에 딱 닿는 것을 보여 줍니다.
주의
- ‘짧은바늘이 지나온 숫자’를 읽는다는 약속을 여러 번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1시간 = 60분]
목적: 긴바늘이 한 바퀴 도는 데 60분이 걸리고, 이것이 1시간이라는 것을 압니다.
시간: 약 3분
이렇게 말해 보세요
- “1시에서 긴바늘이 한 바퀴 돌아 다시 12에 오면 몇 시가 될까?”
- “긴바늘이 한 바퀴 도는 동안 5, 10, 15 … 60분이 지나. 60분을 1시간이라고 해.”
예상 답
- “2시요.” “60분이요.”
막히면
- 바늘을 돌릴 수 있는 시계로 1시에서 긴바늘을 숫자마다 멈추며 “5분, 10분 … 60분”을 함께 세고 돌립니다.
주의
- ‘시각’은 시계가 가리키는 때(2시), ‘시간’은 어떤 때부터 어떤 때까지의 길이(1시간)입니다. 아이에게는 “몇 시는 시각, 얼마 동안은 시간”이라고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몇 시간 몇 분을 분으로 바꾸기]
목적: 1시간 = 60분을 이용해 ‘몇 시간 몇 분’을 ‘몇 분’으로 바꿉니다.
시간: 약 3분
이렇게 말해 보세요
- “시간 띠 한 칸은 10분이야. 첫 줄은 몇 분이야? 둘째 줄은?”
- “60분과 20분을 더하면 몇 분이야?”
예상 답
- “60분이랑 20분이요. 80분이에요.”
막히면
- 10분씩 칸을 짚으며 “10, 20, 30 … 80”을 함께 셉니다.
주의
- 시간 띠 한 칸은 10분입니다. 한 줄 6칸이 60분, 곧 1시간입니다.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하루 = 24시간, 오전과 오후]
목적: 하루는 24시간이고, 밤 12시부터 낮 12시까지를 오전, 낮 12시부터 밤 12시까지를 오후라고 한다는 것을 압니다.
시간: 약 2분
이렇게 말해 보세요
- “아침 8시에 학교에 가는 것과 저녁 8시에 자는 것은 시계로 보면 똑같이 8시야. 그래서 ‘오전 8시’, ‘오후 8시’라고 나누어 말해.”
- “오전은 몇 시간, 오후는 몇 시간이야? 하루는 모두 몇 시간일까?”
예상 답
- “12시간이랑 12시간이요. 하루는 24시간이에요.”
막히면
- 아이의 하루 일과(일어나기, 점심, 저녁, 잠자기)를 말하며 오전인지 오후인지 함께 정합니다.
주의
- 짧은바늘은 하루에 시계를 두 바퀴 돕니다. 달력(1주일, 1년)은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연습(시간 바꾸기)]
목적: 도움을 받으며 시간과 분을 서로 바꾸고, 하루가 몇 시간인지 말합니다.
시간: 약 4분
이렇게 말해 보세요
- “②는 1시간 30분이야. 1시간은 몇 분이지? 거기에 30분을 더하면?”
- “③은 거꾸로야. 70분 안에 60분이 들어 있지? 60분은 1시간이고, 남는 것은?”
정답
- ① 60분
- ② 90분
- ③ 1시간 10분
- ④ 24시간
막히면
- S09의 시간 띠처럼 10분 칸을 종이에 그려 세게 합니다.
- ③을 7시간이라고 하면 “1시간은 몇 분이었지? 70분은 60분보다 얼마나 많아?”라고 묻습니다(M3).
주의
- 1시간 = 100분으로 생각해 1시간 30분을 130분이라고 하는 실수가 흔합니다(M3). m와 cm(100)와 헷갈리지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5분·1분 단위의 시각을 읽고(①②), 시간을 바꾸고(③), 1시간 뒤의 시각을 구하는지(④) 확인합니다.
시간: 약 4분
이렇게 말해 보세요
- “이번에는 혼자 해 볼래? 다 하면 어떻게 읽었는지 말해 줘.”
정답
- ① 5시 40분
- ② 10시 13분
- ③ 75분(60분 + 15분)
- ④ 4시 20분(긴바늘이 한 바퀴 돌면 1시간)
막히면
- 바로 알려 주지 말고 “짧은바늘부터 볼까?”라고만 말합니다.
- 도움을 받아 해결했다면 기록표에 ‘도움’으로 표시합니다.
주의
- ①을 6시 40분이라고 하면 M1, ②를 10시 3분이라고 하면 M2입니다. 피드백 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시계로 다시 해 보자.”
정답
- ① 5시 40분 ② 10시 13분 ③ 75분 ④ 4시 20분
막히면
- ①이 6시 40분이면 S07로 돌아갑니다(M1).
- ②가 10시 3분이면 숫자 2까지 5씩(10분), 그다음 작은 눈금 3칸을 세게 합니다(M2).
- ③이 115분이면 1시간 = 60분을 다시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확인(1시간 뒤의 시각)]
목적: 처음 보는 문제에서 1시간 = 긴바늘 한 바퀴임을 이용하고, 시계를 바르게 읽는지 확인합니다.
시간: 약 2분
이렇게 말해 보세요
- “2시 30분에서 1시간이 지나면 몇 시 몇 분일까? 그 시각을 나타낸 시계를 골라 봐.”
정답
- 나(3시 30분). 1시간이 지나면 긴바늘은 한 바퀴 돌아 다시 6에 오고, 짧은바늘은 3과 4 사이에 옵니다.
- 가는 2시 31분(1분 뒤), 다는 3시(30분 뒤)입니다.
막히면
- 바늘을 돌릴 수 있는 시계로 2시 30분을 만들고 긴바늘을 한 바퀴 돌려 봅니다.
주의
- 가를 고르면 ‘1시간’과 ‘1분’을 헷갈린 것입니다. 기록표에 적어 두고 다음 수업 복습 때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긴바늘이 숫자 하나만큼 가면 몇 분이야? 1시간은 몇 분이야?”
예상 답
- “5분이요.” “60분이요.”
정답
- ① 45분 ② 120분 ③ 24시간
막히면
- S03과 S08의 그림을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보충(몇 시, 몇 시 30분)]
목적: S02에서 ‘몇 시’, ‘몇 시 30분’ 읽기가 흔들리면 다시 익힙니다.
시간: 약 5분
이렇게 말해 보세요
- “왼쪽 시계는 긴바늘이 12, 짧은바늘이 3을 가리켜. 3시야.”
- “오른쪽은 긴바늘이 6에 있어. 짧은바늘은 3과 4 사이야. 3시 30분이야.”
- “이번엔 네가 시계로 5시를 만들어 볼래? 5시 30분은?”
정답
- 5시: 긴바늘 12, 짧은바늘 5
- 5시 30분: 긴바늘 6, 짧은바늘 5와 6 사이
막히면
- 종이 접시에 숫자를 쓰고 바늘 두 개를 할핀으로 달아 시계를 만들어 함께 돌립니다.
주의
- 보충으로도 어려우면 초1 ‘몇 시와 몇 시 30분’(KR22-G01-MAT-CLOCK-L01)을 먼저 합니다. 이 차시의 앞 차시는 ‘m와 cm’(KR22-G02-MAT-METER-L01)입니다.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063496" y="2103120"/>
            <a:ext cx="583424" cy="27205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634947"/>
            <a:ext cx="810899" cy="46817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142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153"/>
          <p:cNvSpPr/>
          <p:nvPr/>
        </p:nvSpPr>
        <p:spPr>
          <a:xfrm>
            <a:off x="3627882" y="2503170"/>
            <a:ext cx="51800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627882" y="1749704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179308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356598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469682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581527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69090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796626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862204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99249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10080497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10160569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10231833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10232333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10344917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10385498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10414806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10432521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10367810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10432521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10414806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10385498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10344917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10232333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10231833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10160569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10080497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99249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862204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796626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69090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581527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469682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356598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237361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119430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900409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2628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786241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68610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59331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508882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433741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368711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314504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271715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240811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222133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821588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222133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240811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271715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314504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368711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433741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508882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59331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68610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786241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2628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900409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119430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237361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54730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88773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10012337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88773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54730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9082278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1724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27682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152219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27682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1724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9082278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90311" y="2503170"/>
            <a:ext cx="366287" cy="36628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356598" y="2503170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301734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123390"/>
            <a:ext cx="543419" cy="2250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855553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42088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91582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556108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91582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42088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14049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264556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00030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264556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14049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462084" cy="5042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9104955" y="4411980"/>
            <a:ext cx="497434" cy="8615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648386" y="3261542"/>
            <a:ext cx="581732" cy="869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836857" cy="1778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71802" y="2963799"/>
            <a:ext cx="118770" cy="673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861580" cy="4974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6005200" y="2285679"/>
            <a:ext cx="89276" cy="6781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5099609" y="2963799"/>
            <a:ext cx="994867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63966"/>
            <a:ext cx="614749" cy="2998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298103"/>
            <a:ext cx="739330" cy="66569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63167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834587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7053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834587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63167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48429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077009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194106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077009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48429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67158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518188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91883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63303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9925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63303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91883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177145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05725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66977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05725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177145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95874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246904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927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704302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818327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704302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927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416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30154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16129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30154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416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78499"/>
            <a:ext cx="237015" cy="41052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986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410158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524183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410158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986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475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36010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21985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36010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475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52006"/>
            <a:ext cx="410522" cy="23701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527785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902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303931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902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527785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0471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30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99318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30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0471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98946" cy="56115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572800" y="3306699"/>
            <a:ext cx="717772" cy="41440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33168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706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84322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706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33168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08623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34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79709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34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08623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636432" y="2967764"/>
            <a:ext cx="458044" cy="3389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134379"/>
            <a:ext cx="810701" cy="17232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261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62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진짜 시계로 같은 시각을 만들어 다시 읽게 하세요.</a:t>
            </a:r>
            <a:endParaRPr lang="ko-KR" sz="3200" dirty="0"/>
          </a:p>
        </p:txBody>
      </p:sp>
      <p:sp>
        <p:nvSpPr>
          <p:cNvPr id="5" name="S13-chip126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264"/>
          <p:cNvSpPr txBox="1"/>
          <p:nvPr/>
        </p:nvSpPr>
        <p:spPr>
          <a:xfrm>
            <a:off x="548640" y="205740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5시 40분</a:t>
            </a:r>
            <a:endParaRPr lang="ko-KR" sz="3200" dirty="0"/>
          </a:p>
        </p:txBody>
      </p:sp>
      <p:sp>
        <p:nvSpPr>
          <p:cNvPr id="7" name="S13-text1265"/>
          <p:cNvSpPr txBox="1"/>
          <p:nvPr/>
        </p:nvSpPr>
        <p:spPr>
          <a:xfrm>
            <a:off x="3367278" y="205740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8</a:t>
            </a:r>
            <a:endParaRPr lang="ko-KR" sz="2600" dirty="0"/>
          </a:p>
        </p:txBody>
      </p:sp>
      <p:sp>
        <p:nvSpPr>
          <p:cNvPr id="8" name="S13-text1266"/>
          <p:cNvSpPr txBox="1"/>
          <p:nvPr/>
        </p:nvSpPr>
        <p:spPr>
          <a:xfrm>
            <a:off x="548640" y="274447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13분</a:t>
            </a:r>
            <a:endParaRPr lang="ko-KR" sz="3200" dirty="0"/>
          </a:p>
        </p:txBody>
      </p:sp>
      <p:sp>
        <p:nvSpPr>
          <p:cNvPr id="9" name="S13-text1267"/>
          <p:cNvSpPr txBox="1"/>
          <p:nvPr/>
        </p:nvSpPr>
        <p:spPr>
          <a:xfrm>
            <a:off x="3367278" y="274447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+ 3칸</a:t>
            </a:r>
            <a:endParaRPr lang="ko-KR" sz="2600" dirty="0"/>
          </a:p>
        </p:txBody>
      </p:sp>
      <p:sp>
        <p:nvSpPr>
          <p:cNvPr id="10" name="S13-text1268"/>
          <p:cNvSpPr txBox="1"/>
          <p:nvPr/>
        </p:nvSpPr>
        <p:spPr>
          <a:xfrm>
            <a:off x="548640" y="343154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75분</a:t>
            </a:r>
            <a:endParaRPr lang="ko-KR" sz="3200" dirty="0"/>
          </a:p>
        </p:txBody>
      </p:sp>
      <p:sp>
        <p:nvSpPr>
          <p:cNvPr id="11" name="S13-text1269"/>
          <p:cNvSpPr txBox="1"/>
          <p:nvPr/>
        </p:nvSpPr>
        <p:spPr>
          <a:xfrm>
            <a:off x="3367278" y="343154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+ 15</a:t>
            </a:r>
            <a:endParaRPr lang="ko-KR" sz="2600" dirty="0"/>
          </a:p>
        </p:txBody>
      </p:sp>
      <p:sp>
        <p:nvSpPr>
          <p:cNvPr id="12" name="S13-text1270"/>
          <p:cNvSpPr txBox="1"/>
          <p:nvPr/>
        </p:nvSpPr>
        <p:spPr>
          <a:xfrm>
            <a:off x="548640" y="4118610"/>
            <a:ext cx="268147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4시 20분</a:t>
            </a:r>
            <a:endParaRPr lang="ko-KR" sz="3200" dirty="0"/>
          </a:p>
        </p:txBody>
      </p:sp>
      <p:sp>
        <p:nvSpPr>
          <p:cNvPr id="13" name="S13-text1271"/>
          <p:cNvSpPr txBox="1"/>
          <p:nvPr/>
        </p:nvSpPr>
        <p:spPr>
          <a:xfrm>
            <a:off x="3367278" y="4118610"/>
            <a:ext cx="2544318" cy="549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뒤</a:t>
            </a:r>
            <a:endParaRPr lang="ko-KR" sz="2600" dirty="0"/>
          </a:p>
        </p:txBody>
      </p:sp>
      <p:sp>
        <p:nvSpPr>
          <p:cNvPr id="14" name="S13-chip12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3-text127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6시 40분</a:t>
            </a:r>
            <a:endParaRPr lang="ko-KR" sz="3200" dirty="0"/>
          </a:p>
        </p:txBody>
      </p:sp>
      <p:sp>
        <p:nvSpPr>
          <p:cNvPr id="16" name="S13-text127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숫자를 읽음</a:t>
            </a:r>
            <a:endParaRPr lang="ko-KR" sz="2600" dirty="0"/>
          </a:p>
        </p:txBody>
      </p:sp>
      <p:sp>
        <p:nvSpPr>
          <p:cNvPr id="17" name="S13-text127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10시 3분</a:t>
            </a:r>
            <a:endParaRPr lang="ko-KR" sz="3200" dirty="0"/>
          </a:p>
        </p:txBody>
      </p:sp>
      <p:sp>
        <p:nvSpPr>
          <p:cNvPr id="18" name="S13-text127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눈금만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81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82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83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84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85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86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87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88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89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90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91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92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93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94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95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96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97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98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99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300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301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302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303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304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305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306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307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308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309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310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311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312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313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314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315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16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17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18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19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20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21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22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23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24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25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26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27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28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29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30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31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32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33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34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35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36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37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38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39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40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41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42"/>
          <p:cNvSpPr txBox="1"/>
          <p:nvPr/>
        </p:nvSpPr>
        <p:spPr>
          <a:xfrm>
            <a:off x="247597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43"/>
          <p:cNvSpPr txBox="1"/>
          <p:nvPr/>
        </p:nvSpPr>
        <p:spPr>
          <a:xfrm>
            <a:off x="282367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44"/>
          <p:cNvSpPr txBox="1"/>
          <p:nvPr/>
        </p:nvSpPr>
        <p:spPr>
          <a:xfrm>
            <a:off x="295093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45"/>
          <p:cNvSpPr txBox="1"/>
          <p:nvPr/>
        </p:nvSpPr>
        <p:spPr>
          <a:xfrm>
            <a:off x="282367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46"/>
          <p:cNvSpPr txBox="1"/>
          <p:nvPr/>
        </p:nvSpPr>
        <p:spPr>
          <a:xfrm>
            <a:off x="247597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47"/>
          <p:cNvSpPr txBox="1"/>
          <p:nvPr/>
        </p:nvSpPr>
        <p:spPr>
          <a:xfrm>
            <a:off x="2001012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48"/>
          <p:cNvSpPr txBox="1"/>
          <p:nvPr/>
        </p:nvSpPr>
        <p:spPr>
          <a:xfrm>
            <a:off x="1526050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49"/>
          <p:cNvSpPr txBox="1"/>
          <p:nvPr/>
        </p:nvSpPr>
        <p:spPr>
          <a:xfrm>
            <a:off x="1178353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50"/>
          <p:cNvSpPr txBox="1"/>
          <p:nvPr/>
        </p:nvSpPr>
        <p:spPr>
          <a:xfrm>
            <a:off x="1051088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51"/>
          <p:cNvSpPr txBox="1"/>
          <p:nvPr/>
        </p:nvSpPr>
        <p:spPr>
          <a:xfrm>
            <a:off x="1178353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52"/>
          <p:cNvSpPr txBox="1"/>
          <p:nvPr/>
        </p:nvSpPr>
        <p:spPr>
          <a:xfrm>
            <a:off x="1526050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53"/>
          <p:cNvSpPr txBox="1"/>
          <p:nvPr/>
        </p:nvSpPr>
        <p:spPr>
          <a:xfrm>
            <a:off x="2001012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54"/>
          <p:cNvSpPr/>
          <p:nvPr/>
        </p:nvSpPr>
        <p:spPr>
          <a:xfrm flipV="1">
            <a:off x="2275332" y="3785735"/>
            <a:ext cx="512220" cy="13246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55"/>
          <p:cNvSpPr/>
          <p:nvPr/>
        </p:nvSpPr>
        <p:spPr>
          <a:xfrm flipH="1">
            <a:off x="2194891" y="3918204"/>
            <a:ext cx="80441" cy="76534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56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58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59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60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61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62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63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64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65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66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67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68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69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70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71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72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73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74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75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76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77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78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79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80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81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82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83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84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85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86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87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88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89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90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91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92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93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94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95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96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97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98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99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400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401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402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403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404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405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406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407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408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409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410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411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412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413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414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415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16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17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18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19"/>
          <p:cNvSpPr txBox="1"/>
          <p:nvPr/>
        </p:nvSpPr>
        <p:spPr>
          <a:xfrm>
            <a:off x="629511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20"/>
          <p:cNvSpPr txBox="1"/>
          <p:nvPr/>
        </p:nvSpPr>
        <p:spPr>
          <a:xfrm>
            <a:off x="6642815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21"/>
          <p:cNvSpPr txBox="1"/>
          <p:nvPr/>
        </p:nvSpPr>
        <p:spPr>
          <a:xfrm>
            <a:off x="6770080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22"/>
          <p:cNvSpPr txBox="1"/>
          <p:nvPr/>
        </p:nvSpPr>
        <p:spPr>
          <a:xfrm>
            <a:off x="6642815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23"/>
          <p:cNvSpPr txBox="1"/>
          <p:nvPr/>
        </p:nvSpPr>
        <p:spPr>
          <a:xfrm>
            <a:off x="629511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24"/>
          <p:cNvSpPr txBox="1"/>
          <p:nvPr/>
        </p:nvSpPr>
        <p:spPr>
          <a:xfrm>
            <a:off x="5820156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25"/>
          <p:cNvSpPr txBox="1"/>
          <p:nvPr/>
        </p:nvSpPr>
        <p:spPr>
          <a:xfrm>
            <a:off x="534519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26"/>
          <p:cNvSpPr txBox="1"/>
          <p:nvPr/>
        </p:nvSpPr>
        <p:spPr>
          <a:xfrm>
            <a:off x="4997497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27"/>
          <p:cNvSpPr txBox="1"/>
          <p:nvPr/>
        </p:nvSpPr>
        <p:spPr>
          <a:xfrm>
            <a:off x="4870232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28"/>
          <p:cNvSpPr txBox="1"/>
          <p:nvPr/>
        </p:nvSpPr>
        <p:spPr>
          <a:xfrm>
            <a:off x="4997497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29"/>
          <p:cNvSpPr txBox="1"/>
          <p:nvPr/>
        </p:nvSpPr>
        <p:spPr>
          <a:xfrm>
            <a:off x="534519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30"/>
          <p:cNvSpPr txBox="1"/>
          <p:nvPr/>
        </p:nvSpPr>
        <p:spPr>
          <a:xfrm>
            <a:off x="5820156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31"/>
          <p:cNvSpPr/>
          <p:nvPr/>
        </p:nvSpPr>
        <p:spPr>
          <a:xfrm>
            <a:off x="6094476" y="3918204"/>
            <a:ext cx="511044" cy="1369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32"/>
          <p:cNvSpPr/>
          <p:nvPr/>
        </p:nvSpPr>
        <p:spPr>
          <a:xfrm>
            <a:off x="6094476" y="3918204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33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3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35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36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37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38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39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40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41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42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43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44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45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46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47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48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49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50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51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52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53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54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55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56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57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58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59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60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61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62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63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64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65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66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67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68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69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70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71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72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73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74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75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76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77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78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79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80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81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82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83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84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85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86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87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88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89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90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91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92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93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94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95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96"/>
          <p:cNvSpPr txBox="1"/>
          <p:nvPr/>
        </p:nvSpPr>
        <p:spPr>
          <a:xfrm>
            <a:off x="10114262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97"/>
          <p:cNvSpPr txBox="1"/>
          <p:nvPr/>
        </p:nvSpPr>
        <p:spPr>
          <a:xfrm>
            <a:off x="10461959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98"/>
          <p:cNvSpPr txBox="1"/>
          <p:nvPr/>
        </p:nvSpPr>
        <p:spPr>
          <a:xfrm>
            <a:off x="10589224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99"/>
          <p:cNvSpPr txBox="1"/>
          <p:nvPr/>
        </p:nvSpPr>
        <p:spPr>
          <a:xfrm>
            <a:off x="10461959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500"/>
          <p:cNvSpPr txBox="1"/>
          <p:nvPr/>
        </p:nvSpPr>
        <p:spPr>
          <a:xfrm>
            <a:off x="10114262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501"/>
          <p:cNvSpPr txBox="1"/>
          <p:nvPr/>
        </p:nvSpPr>
        <p:spPr>
          <a:xfrm>
            <a:off x="9639300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502"/>
          <p:cNvSpPr txBox="1"/>
          <p:nvPr/>
        </p:nvSpPr>
        <p:spPr>
          <a:xfrm>
            <a:off x="916433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503"/>
          <p:cNvSpPr txBox="1"/>
          <p:nvPr/>
        </p:nvSpPr>
        <p:spPr>
          <a:xfrm>
            <a:off x="881664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504"/>
          <p:cNvSpPr txBox="1"/>
          <p:nvPr/>
        </p:nvSpPr>
        <p:spPr>
          <a:xfrm>
            <a:off x="868937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505"/>
          <p:cNvSpPr txBox="1"/>
          <p:nvPr/>
        </p:nvSpPr>
        <p:spPr>
          <a:xfrm>
            <a:off x="881664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506"/>
          <p:cNvSpPr txBox="1"/>
          <p:nvPr/>
        </p:nvSpPr>
        <p:spPr>
          <a:xfrm>
            <a:off x="916433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507"/>
          <p:cNvSpPr txBox="1"/>
          <p:nvPr/>
        </p:nvSpPr>
        <p:spPr>
          <a:xfrm>
            <a:off x="9639300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508"/>
          <p:cNvSpPr/>
          <p:nvPr/>
        </p:nvSpPr>
        <p:spPr>
          <a:xfrm>
            <a:off x="9913620" y="3918204"/>
            <a:ext cx="529072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509"/>
          <p:cNvSpPr/>
          <p:nvPr/>
        </p:nvSpPr>
        <p:spPr>
          <a:xfrm flipV="1">
            <a:off x="9913620" y="3148645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510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5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5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51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51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51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1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1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1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22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23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24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25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26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27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28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29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30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31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32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33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34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35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36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37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38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39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40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41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42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43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44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45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46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47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48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49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50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51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52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53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54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55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56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57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58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59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60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61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62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63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64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65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66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67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68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69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70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71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72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73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74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75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76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77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78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79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80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81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82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83"/>
          <p:cNvSpPr txBox="1"/>
          <p:nvPr/>
        </p:nvSpPr>
        <p:spPr>
          <a:xfrm>
            <a:off x="358124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84"/>
          <p:cNvSpPr txBox="1"/>
          <p:nvPr/>
        </p:nvSpPr>
        <p:spPr>
          <a:xfrm>
            <a:off x="403074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85"/>
          <p:cNvSpPr txBox="1"/>
          <p:nvPr/>
        </p:nvSpPr>
        <p:spPr>
          <a:xfrm>
            <a:off x="41952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86"/>
          <p:cNvSpPr txBox="1"/>
          <p:nvPr/>
        </p:nvSpPr>
        <p:spPr>
          <a:xfrm>
            <a:off x="403074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87"/>
          <p:cNvSpPr txBox="1"/>
          <p:nvPr/>
        </p:nvSpPr>
        <p:spPr>
          <a:xfrm>
            <a:off x="358124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88"/>
          <p:cNvSpPr txBox="1"/>
          <p:nvPr/>
        </p:nvSpPr>
        <p:spPr>
          <a:xfrm>
            <a:off x="2967228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89"/>
          <p:cNvSpPr txBox="1"/>
          <p:nvPr/>
        </p:nvSpPr>
        <p:spPr>
          <a:xfrm>
            <a:off x="235320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90"/>
          <p:cNvSpPr txBox="1"/>
          <p:nvPr/>
        </p:nvSpPr>
        <p:spPr>
          <a:xfrm>
            <a:off x="190371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91"/>
          <p:cNvSpPr txBox="1"/>
          <p:nvPr/>
        </p:nvSpPr>
        <p:spPr>
          <a:xfrm>
            <a:off x="173918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92"/>
          <p:cNvSpPr txBox="1"/>
          <p:nvPr/>
        </p:nvSpPr>
        <p:spPr>
          <a:xfrm>
            <a:off x="190371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93"/>
          <p:cNvSpPr txBox="1"/>
          <p:nvPr/>
        </p:nvSpPr>
        <p:spPr>
          <a:xfrm>
            <a:off x="235320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94"/>
          <p:cNvSpPr txBox="1"/>
          <p:nvPr/>
        </p:nvSpPr>
        <p:spPr>
          <a:xfrm>
            <a:off x="2967228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95"/>
          <p:cNvSpPr/>
          <p:nvPr/>
        </p:nvSpPr>
        <p:spPr>
          <a:xfrm>
            <a:off x="3241548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96"/>
          <p:cNvSpPr/>
          <p:nvPr/>
        </p:nvSpPr>
        <p:spPr>
          <a:xfrm flipV="1">
            <a:off x="3241548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97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9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99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600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601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602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603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604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605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606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607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608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609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610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611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612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613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614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615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16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17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18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19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20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21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22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23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24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25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26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27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28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29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30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31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32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33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34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35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36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37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38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39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40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41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42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43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44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45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46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47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48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49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50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51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52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53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54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55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56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57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58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59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60"/>
          <p:cNvSpPr txBox="1"/>
          <p:nvPr/>
        </p:nvSpPr>
        <p:spPr>
          <a:xfrm>
            <a:off x="928710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61"/>
          <p:cNvSpPr txBox="1"/>
          <p:nvPr/>
        </p:nvSpPr>
        <p:spPr>
          <a:xfrm>
            <a:off x="973659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62"/>
          <p:cNvSpPr txBox="1"/>
          <p:nvPr/>
        </p:nvSpPr>
        <p:spPr>
          <a:xfrm>
            <a:off x="990112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63"/>
          <p:cNvSpPr txBox="1"/>
          <p:nvPr/>
        </p:nvSpPr>
        <p:spPr>
          <a:xfrm>
            <a:off x="973659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64"/>
          <p:cNvSpPr txBox="1"/>
          <p:nvPr/>
        </p:nvSpPr>
        <p:spPr>
          <a:xfrm>
            <a:off x="928710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65"/>
          <p:cNvSpPr txBox="1"/>
          <p:nvPr/>
        </p:nvSpPr>
        <p:spPr>
          <a:xfrm>
            <a:off x="8673084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66"/>
          <p:cNvSpPr txBox="1"/>
          <p:nvPr/>
        </p:nvSpPr>
        <p:spPr>
          <a:xfrm>
            <a:off x="805906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67"/>
          <p:cNvSpPr txBox="1"/>
          <p:nvPr/>
        </p:nvSpPr>
        <p:spPr>
          <a:xfrm>
            <a:off x="760957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68"/>
          <p:cNvSpPr txBox="1"/>
          <p:nvPr/>
        </p:nvSpPr>
        <p:spPr>
          <a:xfrm>
            <a:off x="74450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69"/>
          <p:cNvSpPr txBox="1"/>
          <p:nvPr/>
        </p:nvSpPr>
        <p:spPr>
          <a:xfrm>
            <a:off x="760957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70"/>
          <p:cNvSpPr txBox="1"/>
          <p:nvPr/>
        </p:nvSpPr>
        <p:spPr>
          <a:xfrm>
            <a:off x="805906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71"/>
          <p:cNvSpPr txBox="1"/>
          <p:nvPr/>
        </p:nvSpPr>
        <p:spPr>
          <a:xfrm>
            <a:off x="8673084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72"/>
          <p:cNvSpPr/>
          <p:nvPr/>
        </p:nvSpPr>
        <p:spPr>
          <a:xfrm>
            <a:off x="8947404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73"/>
          <p:cNvSpPr/>
          <p:nvPr/>
        </p:nvSpPr>
        <p:spPr>
          <a:xfrm>
            <a:off x="8947404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74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7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2026-10-26T07:46:20Z</dcterms:created>
  <dcterms:modified xsi:type="dcterms:W3CDTF">2026-10-26T07:46:20Z</dcterms:modified>
</cp:coreProperties>
</file>