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8a8cda9-17e5-002b-7275-316c718fa998}">
          <p14:sldIdLst>
            <p14:sldId id="256"/>
            <p14:sldId id="257"/>
          </p14:sldIdLst>
        </p14:section>
        <p14:section name="개념" id="{70aba676-1d9a-5447-6b47-95ba956f7d86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754f92ff-469b-d1e8-ce6b-2ca30af2389f}">
          <p14:sldIdLst>
            <p14:sldId id="261"/>
            <p14:sldId id="262"/>
            <p14:sldId id="266"/>
          </p14:sldIdLst>
        </p14:section>
        <p14:section name="개념" id="{387f458e-7495-cebd-f9ae-89f6b2560acf}">
          <p14:sldIdLst/>
        </p14:section>
        <p14:section name="연습" id="{e92f2bbd-0a58-e1ed-e7bb-7b3a50ce6233}">
          <p14:sldIdLst/>
        </p14:section>
        <p14:section name="확인" id="{47f339d0-170e-2701-5026-5b20a099d1ee}">
          <p14:sldIdLst>
            <p14:sldId id="267"/>
            <p14:sldId id="268"/>
            <p14:sldId id="269"/>
          </p14:sldIdLst>
        </p14:section>
        <p14:section name="정리" id="{a1ed4a51-7361-3de6-5d09-f1b9163f4d29}">
          <p14:sldIdLst>
            <p14:sldId id="270"/>
          </p14:sldIdLst>
        </p14:section>
        <p14:section name="보충" id="{7444c098-fdff-0150-6cf1-20d7f720d477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집에 있는 시계를 보며 시각 읽기에 흥미를 갖게 합니다.
시간: 약 2분
이렇게 말해 보세요
- “오른쪽 시계는 몇 시쯤일까? 짧은바늘과 긴바늘을 봐.”
- “오늘은 ‘몇 시 몇 분’까지 읽는 방법을 배울 거야.”
예상 답
- “8시요.” “8시 조금 넘었어요.” (그림은 8시 10분입니다. 지금은 맞히지 않아도 됩니다.)
막히면
- 답을 확인하지 않고 넘어갑니다. S03부터 차근차근 읽는 방법을 배웁니다.
주의
- 바늘을 손으로 돌릴 수 있는 시계(장난감 시계나 종이 시계)가 있으면 수업 내내 함께 씁니다. 집의 벽시계를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확인(몇 시, 몇 시 30분, 5씩 세기)]
목적: 초1에서 배운 ‘몇 시’, ‘몇 시 30분’ 읽기와 5씩 뛰어 세기(5단)가 되는지 확인합니다. 오늘 5분 단위 읽기에 꼭 필요합니다.
시간: 약 3분
이렇게 말해 보세요
- “①과 ②는 몇 시야? 어떻게 알았어?”
- “③ 5씩 뛰어 세면 빈칸은? ④ 5 곱하기 6은?”
정답
- ① 3시
- ② 7시 30분
- ③ 20
- ④ 30
막히면
- ①②가 어려우면 S16(보충)을 먼저 합니다. 보충으로도 어려우면 초1 ‘몇 시와 몇 시 30분’(KR22-G01-MAT-CLOCK-L01)을 먼저 합니다.
- ③④가 어려우면 손가락을 하나씩 펴며 “5, 10, 15…”를 함께 셉니다.
주의
- ②에서 짧은바늘이 7과 8 사이에 있는 것을 보고 “짧은바늘은 7을 지났어요”라고 말하게 하면 S04에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긴바늘로 5분 단위 읽기]
목적: 긴바늘이 가리키는 숫자 하나마다 5분씩 늘어난다는 것을 알고 5분 단위로 분을 읽습니다.
시간: 약 3분
이렇게 말해 보세요
- “긴바늘이 12에서 출발해서 1까지 가면 5분이야. 2까지 가면?”
- “이 시계의 긴바늘은 3을 가리켜. 5, 10, 15. 그래서 15분이야. 짧은바늘은 2를 조금 지났으니까 2시 15분이야.”
예상 답
- “10분이요.” “2시 15분이에요.”
막히면
- 시계의 숫자 1, 2, 3을 차례로 짚으며 “5, 10, 15”라고 함께 셉니다.
- 숫자 1과 2 사이에 작은 눈금이 5칸 있다는 것을 세어 보여 줍니다(1칸 = 1분).
주의
- 긴바늘이 12를 가리키면 ‘몇 시’(정각)입니다. 3을 가리키는데 ‘3분’이라고 하면 M2이니, 숫자가 아니라 5씩 센다는 것을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시 몇 분 읽기 시범]
목적: 짧은바늘로 ‘몇 시’를, 긴바늘로 ‘몇 분’을 읽는 순서를 보여 줍니다. 짧은바늘이 두 숫자 사이에 있으면 지나온 숫자를 읽습니다.
시간: 약 3분
이렇게 말해 보세요
- “짧은바늘은 어디에 있어? 4와 5 사이지. 4를 지났지만 5는 아직 안 됐어. 그래서 4시야.”
- “긴바늘은 7을 가리켜. 5, 10, 15, 20, 25, 30, 35. 그래서 4시 35분이야.”
예상 답
- “4시 35분이에요.”
막히면
- 바늘을 돌릴 수 있는 시계로 4시에서 긴바늘을 천천히 돌려, 짧은바늘이 4에서 5 쪽으로 조금씩 움직이는 것을 보여 줍니다.
주의
- 짧은바늘이 5에 가까워 보여도 아직 5시가 아닙니다(M1). 이 생각은 S07에서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1분 단위 읽기]
목적: 긴바늘이 숫자와 숫자 사이에 있으면 작은 눈금을 세어 1분 단위로 읽습니다.
시간: 약 3분
이렇게 말해 보세요
- “긴바늘이 숫자 3을 조금 지났어. 3은 몇 분이지? 거기서 작은 눈금이 몇 칸 더 갔어?”
- “15분에서 2칸 더 갔으니까 16, 17. 9시 17분이야.”
예상 답
- “15분에서 2칸 더 가서 17분이요. 9시 17분이에요.”
막히면
- 진짜 시계에서 숫자 3부터 작은 눈금을 손가락으로 짚으며 “16, 17”이라고 함께 셉니다.
- 숫자 3까지 5씩 세고, 그다음 1씩 세는 두 단계로 나누어 말합니다.
주의
- 지치면 여기서 쉬고, 다음에 S06부터 이어도 됩니다.
- 화면이 작으면 작은 눈금이 잘 안 보일 수 있습니다. 진짜 시계로 같은 시각을 만들어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연습(시각 읽기)]
목적: 도움을 받으며 5분 단위와 1분 단위의 시각을 읽습니다.
시간: 약 4분
이렇게 말해 보세요
- “①의 짧은바늘은 어디에 있어? 긴바늘은 어느 숫자를 가리켜?”
- “③은 긴바늘이 숫자 1을 조금 지났어. 1은 5분이지? 작은 눈금이 몇 칸 더 갔어?”
정답
- ① 6시 20분
- ② 11시 45분
- ③ 2시 8분
막히면
- ②를 12시 45분이라고 하면 “짧은바늘이 12를 지났어, 아직이야?”라고 묻습니다(M1).
- ③을 2시 1분이나 2시 13분이라고 하면 숫자 1까지 5분, 그다음 작은 눈금 3칸(6, 7, 8분)을 함께 셉니다.
주의
- 진짜 시계로 같은 시각을 만들어 보게 하면 더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비교(짧은바늘을 가까운 숫자로 읽기)]
목적: 짧은바늘이 다음 숫자에 가까우면 그 숫자를 ‘몇 시’로 읽는 실수를 찾고 바로잡습니다(M1).
시간: 약 2분
이렇게 말해 보세요
- “토끼와 곰이 같은 시계를 읽었는데 답이 달라. 누가 맞았을까?”
- “10분이 더 지나면 긴바늘이 12에 가. 그때가 몇 시일까?”
예상 답
- “곰이요. 아직 8시가 안 됐어요.”
정답
- 곰이 맞습니다. 짧은바늘이 7을 지났지만 8에는 아직 가지 않았으므로 7시 50분입니다.
- 10분 뒤 긴바늘이 12에 오면 그때 8시가 됩니다.
막히면
- 바늘을 돌릴 수 있는 시계로 7시 50분을 만들고 긴바늘을 12까지 돌려, 그때 짧은바늘이 8에 딱 닿는 것을 보여 줍니다.
주의
- ‘짧은바늘이 지나온 숫자’를 읽는다는 약속을 여러 번 함께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1시간 = 60분]
목적: 긴바늘이 한 바퀴 도는 데 60분이 걸리고, 이것이 1시간이라는 것을 압니다.
시간: 약 3분
이렇게 말해 보세요
- “1시에서 긴바늘이 한 바퀴 돌아 다시 12에 오면 몇 시가 될까?”
- “긴바늘이 한 바퀴 도는 동안 5, 10, 15 … 60분이 지나. 60분을 1시간이라고 해.”
예상 답
- “2시요.” “60분이요.”
막히면
- 바늘을 돌릴 수 있는 시계로 1시에서 긴바늘을 숫자마다 멈추며 “5분, 10분 … 60분”을 함께 세고 돌립니다.
주의
- ‘시각’은 시계가 가리키는 때(2시), ‘시간’은 어떤 때부터 어떤 때까지의 길이(1시간)입니다. 아이에게는 “몇 시는 시각, 얼마 동안은 시간”이라고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몇 시간 몇 분을 분으로 바꾸기]
목적: 1시간 = 60분을 이용해 ‘몇 시간 몇 분’을 ‘몇 분’으로 바꿉니다.
시간: 약 3분
이렇게 말해 보세요
- “시간 띠 한 칸은 10분이야. 첫 줄은 몇 분이야? 둘째 줄은?”
- “60분과 20분을 더하면 몇 분이야?”
예상 답
- “60분이랑 20분이요. 80분이에요.”
막히면
- 10분씩 칸을 짚으며 “10, 20, 30 … 80”을 함께 셉니다.
주의
- 시간 띠 한 칸은 10분입니다. 한 줄 6칸이 60분, 곧 1시간입니다.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하루 = 24시간, 오전과 오후]
목적: 하루는 24시간이고, 밤 12시부터 낮 12시까지를 오전, 낮 12시부터 밤 12시까지를 오후라고 한다는 것을 압니다.
시간: 약 2분
이렇게 말해 보세요
- “아침 8시에 학교에 가는 것과 저녁 8시에 자는 것은 시계로 보면 똑같이 8시야. 그래서 ‘오전 8시’, ‘오후 8시’라고 나누어 말해.”
- “오전은 몇 시간, 오후는 몇 시간이야? 하루는 모두 몇 시간일까?”
예상 답
- “12시간이랑 12시간이요. 하루는 24시간이에요.”
막히면
- 아이의 하루 일과(일어나기, 점심, 저녁, 잠자기)를 말하며 오전인지 오후인지 함께 정합니다.
주의
- 짧은바늘은 하루에 시계를 두 바퀴 돕니다. 달력(1주일, 1년)은 이 차시에서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연습(시간 바꾸기)]
목적: 도움을 받으며 시간과 분을 서로 바꾸고, 하루가 몇 시간인지 말합니다.
시간: 약 4분
이렇게 말해 보세요
- “②는 1시간 30분이야. 1시간은 몇 분이지? 거기에 30분을 더하면?”
- “③은 거꾸로야. 70분 안에 60분이 들어 있지? 60분은 1시간이고, 남는 것은?”
정답
- ① 60분
- ② 90분
- ③ 1시간 10분
- ④ 24시간
막히면
- S09의 시간 띠처럼 10분 칸을 종이에 그려 세게 합니다.
- ③을 7시간이라고 하면 “1시간은 몇 분이었지? 70분은 60분보다 얼마나 많아?”라고 묻습니다(M3).
주의
- 1시간 = 100분으로 생각해 1시간 30분을 130분이라고 하는 실수가 흔합니다(M3). m와 cm(100)와 헷갈리지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5분·1분 단위의 시각을 읽고(①②), 시간을 바꾸고(③), 1시간 뒤의 시각을 구하는지(④) 확인합니다.
시간: 약 4분
이렇게 말해 보세요
- “이번에는 혼자 해 볼래? 다 하면 어떻게 읽었는지 말해 줘.”
정답
- ① 5시 40분
- ② 10시 13분
- ③ 75분(60분 + 15분)
- ④ 4시 20분(긴바늘이 한 바퀴 돌면 1시간)
막히면
- 바로 알려 주지 말고 “짧은바늘부터 볼까?”라고만 말합니다.
- 도움을 받아 해결했다면 기록표에 ‘도움’으로 표시합니다.
주의
- ①을 6시 40분이라고 하면 M1, ②를 10시 3분이라고 하면 M2입니다. 피드백 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시계로 다시 해 보자.”
정답
- ① 5시 40분 ② 10시 13분 ③ 75분 ④ 4시 20분
막히면
- ①이 6시 40분이면 S07로 돌아갑니다(M1).
- ②가 10시 3분이면 숫자 2까지 5씩(10분), 그다음 작은 눈금 3칸을 세게 합니다(M2).
- ③이 115분이면 1시간 = 60분을 다시 확인합니다(M3).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확인(1시간 뒤의 시각)]
목적: 처음 보는 문제에서 1시간 = 긴바늘 한 바퀴임을 이용하고, 시계를 바르게 읽는지 확인합니다.
시간: 약 2분
이렇게 말해 보세요
- “2시 30분에서 1시간이 지나면 몇 시 몇 분일까? 그 시각을 나타낸 시계를 골라 봐.”
정답
- 나(3시 30분). 1시간이 지나면 긴바늘은 한 바퀴 돌아 다시 6에 오고, 짧은바늘은 3과 4 사이에 옵니다.
- 가는 2시 31분(1분 뒤), 다는 3시(30분 뒤)입니다.
막히면
- 바늘을 돌릴 수 있는 시계로 2시 30분을 만들고 긴바늘을 한 바퀴 돌려 봅니다.
주의
- 가를 고르면 ‘1시간’과 ‘1분’을 헷갈린 것입니다. 기록표에 적어 두고 다음 수업 복습 때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긴바늘이 숫자 하나만큼 가면 몇 분이야? 1시간은 몇 분이야?”
예상 답
- “5분이요.” “60분이요.”
정답
- ① 45분 ② 120분 ③ 24시간
막히면
- S03과 S08의 그림을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보충(몇 시, 몇 시 30분)]
목적: S02에서 ‘몇 시’, ‘몇 시 30분’ 읽기가 흔들리면 다시 익힙니다.
시간: 약 5분
이렇게 말해 보세요
- “왼쪽 시계는 긴바늘이 12, 짧은바늘이 3을 가리켜. 3시야.”
- “오른쪽은 긴바늘이 6에 있어. 짧은바늘은 3과 4 사이야. 3시 30분이야.”
- “이번엔 네가 시계로 5시를 만들어 볼래? 5시 30분은?”
정답
- 5시: 긴바늘 12, 짧은바늘 5
- 5시 30분: 긴바늘 6, 짧은바늘 5와 6 사이
막히면
- 종이 접시에 숫자를 쓰고 바늘 두 개를 할핀으로 달아 시계를 만들어 함께 돌립니다.
주의
- 보충으로도 어려우면 초1 ‘몇 시와 몇 시 30분’(KR22-G01-MAT-CLOCK-L01)을 먼저 합니다. 이 차시의 앞 차시는 ‘m와 cm’(KR22-G02-MAT-METER-L01)입니다.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시각과 시간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 몇 분일까?</a:t>
            </a:r>
            <a:endParaRPr lang="ko-KR" sz="3200" dirty="0"/>
          </a:p>
        </p:txBody>
      </p:sp>
      <p:sp>
        <p:nvSpPr>
          <p:cNvPr id="4" name="S01-figure1" descr="시계: 8시 10분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063496" y="2103120"/>
            <a:ext cx="583424" cy="27205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634947"/>
            <a:ext cx="810899" cy="46817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몇 시 몇 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1시간 = 60분, 하루 = 24시간을 알아요.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figure80" descr="시계: 3시"/>
          <p:cNvSpPr/>
          <p:nvPr/>
        </p:nvSpPr>
        <p:spPr>
          <a:xfrm>
            <a:off x="2450592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81"/>
          <p:cNvSpPr/>
          <p:nvPr/>
        </p:nvSpPr>
        <p:spPr>
          <a:xfrm>
            <a:off x="3627882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 flipH="1">
            <a:off x="3740966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3852811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396219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067910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133488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26377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35178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431853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503117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503617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616201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656782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686090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703805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463909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 flipV="1">
            <a:off x="4703805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4686090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656782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616201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503617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503117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431853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35178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26377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133488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067910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396219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3852811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3740966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V="1">
            <a:off x="3627882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3508645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390714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27538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163912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057525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295738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2864595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2780166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2705025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2639995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2585788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2542999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2512095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2493417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2487168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2493417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2512095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2542999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2585788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2639995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2705025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2780166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2864595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295738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057525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163912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27538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390714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508645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141"/>
          <p:cNvSpPr txBox="1"/>
          <p:nvPr/>
        </p:nvSpPr>
        <p:spPr>
          <a:xfrm>
            <a:off x="381859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66" name="S02-label142"/>
          <p:cNvSpPr txBox="1"/>
          <p:nvPr/>
        </p:nvSpPr>
        <p:spPr>
          <a:xfrm>
            <a:off x="415901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283621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15901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69" name="S02-label145"/>
          <p:cNvSpPr txBox="1"/>
          <p:nvPr/>
        </p:nvSpPr>
        <p:spPr>
          <a:xfrm>
            <a:off x="381859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70" name="S02-label146"/>
          <p:cNvSpPr txBox="1"/>
          <p:nvPr/>
        </p:nvSpPr>
        <p:spPr>
          <a:xfrm>
            <a:off x="3353562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71" name="S02-label147"/>
          <p:cNvSpPr txBox="1"/>
          <p:nvPr/>
        </p:nvSpPr>
        <p:spPr>
          <a:xfrm>
            <a:off x="288853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72" name="S02-label148"/>
          <p:cNvSpPr txBox="1"/>
          <p:nvPr/>
        </p:nvSpPr>
        <p:spPr>
          <a:xfrm>
            <a:off x="254810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73" name="S02-label149"/>
          <p:cNvSpPr txBox="1"/>
          <p:nvPr/>
        </p:nvSpPr>
        <p:spPr>
          <a:xfrm>
            <a:off x="2423503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74" name="S02-label150"/>
          <p:cNvSpPr txBox="1"/>
          <p:nvPr/>
        </p:nvSpPr>
        <p:spPr>
          <a:xfrm>
            <a:off x="254810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75" name="S02-label151"/>
          <p:cNvSpPr txBox="1"/>
          <p:nvPr/>
        </p:nvSpPr>
        <p:spPr>
          <a:xfrm>
            <a:off x="288853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353562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77" name="S02-line153"/>
          <p:cNvSpPr/>
          <p:nvPr/>
        </p:nvSpPr>
        <p:spPr>
          <a:xfrm>
            <a:off x="3627882" y="2503170"/>
            <a:ext cx="518008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154"/>
          <p:cNvSpPr/>
          <p:nvPr/>
        </p:nvSpPr>
        <p:spPr>
          <a:xfrm flipV="1">
            <a:off x="3627882" y="1749704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155"/>
          <p:cNvSpPr/>
          <p:nvPr/>
        </p:nvSpPr>
        <p:spPr>
          <a:xfrm>
            <a:off x="3573018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chip156"/>
          <p:cNvSpPr txBox="1"/>
          <p:nvPr/>
        </p:nvSpPr>
        <p:spPr>
          <a:xfrm>
            <a:off x="6277356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1" name="S02-figure157" descr="시계: 7시 30분"/>
          <p:cNvSpPr/>
          <p:nvPr/>
        </p:nvSpPr>
        <p:spPr>
          <a:xfrm>
            <a:off x="8179308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158"/>
          <p:cNvSpPr/>
          <p:nvPr/>
        </p:nvSpPr>
        <p:spPr>
          <a:xfrm>
            <a:off x="9356598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 flipH="1">
            <a:off x="9469682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9581527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969090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9796626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9862204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999249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10080497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10160569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10231833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10232333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10344917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10385498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10414806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10432521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10367810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 flipV="1">
            <a:off x="10432521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10414806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10385498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10344917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10232333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10231833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10160569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10080497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999249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9862204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9796626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969090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9581527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9469682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V="1">
            <a:off x="9356598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9237361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9119430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900409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8892628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8786241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868610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859331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8508882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8433741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8368711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8314504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8271715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8240811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8222133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821588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8222133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8240811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8271715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8314504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8368711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8433741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8508882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859331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868610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8786241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8892628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900409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9119430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9237361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218"/>
          <p:cNvSpPr txBox="1"/>
          <p:nvPr/>
        </p:nvSpPr>
        <p:spPr>
          <a:xfrm>
            <a:off x="954730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43" name="S02-label219"/>
          <p:cNvSpPr txBox="1"/>
          <p:nvPr/>
        </p:nvSpPr>
        <p:spPr>
          <a:xfrm>
            <a:off x="988773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10012337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988773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954730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9082278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861724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827682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8152219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827682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861724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9082278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154" name="S02-line230"/>
          <p:cNvSpPr/>
          <p:nvPr/>
        </p:nvSpPr>
        <p:spPr>
          <a:xfrm flipH="1">
            <a:off x="8990311" y="2503170"/>
            <a:ext cx="366287" cy="36628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231"/>
          <p:cNvSpPr/>
          <p:nvPr/>
        </p:nvSpPr>
        <p:spPr>
          <a:xfrm>
            <a:off x="9356598" y="2503170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232"/>
          <p:cNvSpPr/>
          <p:nvPr/>
        </p:nvSpPr>
        <p:spPr>
          <a:xfrm>
            <a:off x="9301734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chip23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8" name="S02-eqtext23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□, 25</a:t>
            </a:r>
            <a:endParaRPr lang="ko-KR" sz="3600" dirty="0"/>
          </a:p>
        </p:txBody>
      </p:sp>
      <p:sp>
        <p:nvSpPr>
          <p:cNvPr id="159" name="S02-chip23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60" name="S02-eqtext23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긴바늘과 5분</a:t>
            </a:r>
            <a:endParaRPr lang="ko-KR" sz="4400" dirty="0"/>
          </a:p>
        </p:txBody>
      </p:sp>
      <p:sp>
        <p:nvSpPr>
          <p:cNvPr id="3" name="S03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숫자 1을 가리키면 5분이에요.</a:t>
            </a:r>
            <a:endParaRPr lang="ko-KR" sz="3200" dirty="0"/>
          </a:p>
        </p:txBody>
      </p:sp>
      <p:sp>
        <p:nvSpPr>
          <p:cNvPr id="4" name="S03-card23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15분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3을 가리켜요.</a:t>
            </a:r>
            <a:endParaRPr lang="ko-KR" sz="3200" dirty="0"/>
          </a:p>
        </p:txBody>
      </p:sp>
      <p:sp>
        <p:nvSpPr>
          <p:cNvPr id="6" name="S03-figure240" descr="시계: 2시 15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3-line241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line242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3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4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5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246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3-line247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8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9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50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51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3-line252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3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4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5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56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3-line257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8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9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60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261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3-line262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3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4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5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266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3-line267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8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9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70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271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3-line272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3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4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5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276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3-line277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8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9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80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281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3-line282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3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4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5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286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3-line287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8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9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90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291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3-line292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3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4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5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296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3-line297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8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9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300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abel301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3-label302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3-label303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3-label304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3-label305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3-label306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3-label307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3-label308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3-label309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3-label310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3-label311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3-label312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3-line313"/>
          <p:cNvSpPr/>
          <p:nvPr/>
        </p:nvSpPr>
        <p:spPr>
          <a:xfrm flipV="1">
            <a:off x="3230118" y="3123390"/>
            <a:ext cx="543419" cy="2250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3-line314"/>
          <p:cNvSpPr/>
          <p:nvPr/>
        </p:nvSpPr>
        <p:spPr>
          <a:xfrm>
            <a:off x="3230118" y="3348482"/>
            <a:ext cx="855553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3-pin315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3-card316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3-cardtext317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5분, 2는 10분</a:t>
            </a:r>
            <a:endParaRPr lang="ko-KR" sz="3200" dirty="0"/>
          </a:p>
        </p:txBody>
      </p:sp>
      <p:sp>
        <p:nvSpPr>
          <p:cNvPr id="84" name="S03-card318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3-cardtext319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5, 10, 15 → 15분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 읽기</a:t>
            </a:r>
            <a:endParaRPr lang="ko-KR" sz="4400" dirty="0"/>
          </a:p>
        </p:txBody>
      </p:sp>
      <p:sp>
        <p:nvSpPr>
          <p:cNvPr id="3" name="S04-text3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읽어요.</a:t>
            </a:r>
            <a:endParaRPr lang="ko-KR" sz="3200" dirty="0"/>
          </a:p>
        </p:txBody>
      </p:sp>
      <p:sp>
        <p:nvSpPr>
          <p:cNvPr id="4" name="S04-figure321" descr="시계: 4시 35분"/>
          <p:cNvSpPr/>
          <p:nvPr/>
        </p:nvSpPr>
        <p:spPr>
          <a:xfrm>
            <a:off x="8047909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4-line322"/>
          <p:cNvSpPr/>
          <p:nvPr/>
        </p:nvSpPr>
        <p:spPr>
          <a:xfrm>
            <a:off x="9602389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4-line323"/>
          <p:cNvSpPr/>
          <p:nvPr/>
        </p:nvSpPr>
        <p:spPr>
          <a:xfrm flipH="1">
            <a:off x="9752929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324"/>
          <p:cNvSpPr/>
          <p:nvPr/>
        </p:nvSpPr>
        <p:spPr>
          <a:xfrm flipH="1">
            <a:off x="990181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25"/>
          <p:cNvSpPr/>
          <p:nvPr/>
        </p:nvSpPr>
        <p:spPr>
          <a:xfrm flipH="1">
            <a:off x="10047429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26"/>
          <p:cNvSpPr/>
          <p:nvPr/>
        </p:nvSpPr>
        <p:spPr>
          <a:xfrm flipH="1">
            <a:off x="10188163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27"/>
          <p:cNvSpPr/>
          <p:nvPr/>
        </p:nvSpPr>
        <p:spPr>
          <a:xfrm flipH="1">
            <a:off x="10275844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4-line328"/>
          <p:cNvSpPr/>
          <p:nvPr/>
        </p:nvSpPr>
        <p:spPr>
          <a:xfrm flipH="1">
            <a:off x="10448905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329"/>
          <p:cNvSpPr/>
          <p:nvPr/>
        </p:nvSpPr>
        <p:spPr>
          <a:xfrm flipH="1">
            <a:off x="10566057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330"/>
          <p:cNvSpPr/>
          <p:nvPr/>
        </p:nvSpPr>
        <p:spPr>
          <a:xfrm flipH="1">
            <a:off x="10672651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331"/>
          <p:cNvSpPr/>
          <p:nvPr/>
        </p:nvSpPr>
        <p:spPr>
          <a:xfrm flipH="1">
            <a:off x="1076751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332"/>
          <p:cNvSpPr/>
          <p:nvPr/>
        </p:nvSpPr>
        <p:spPr>
          <a:xfrm flipH="1">
            <a:off x="1076884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4-line333"/>
          <p:cNvSpPr/>
          <p:nvPr/>
        </p:nvSpPr>
        <p:spPr>
          <a:xfrm flipH="1">
            <a:off x="10918059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334"/>
          <p:cNvSpPr/>
          <p:nvPr/>
        </p:nvSpPr>
        <p:spPr>
          <a:xfrm flipH="1">
            <a:off x="10972081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335"/>
          <p:cNvSpPr/>
          <p:nvPr/>
        </p:nvSpPr>
        <p:spPr>
          <a:xfrm flipH="1">
            <a:off x="1101109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336"/>
          <p:cNvSpPr/>
          <p:nvPr/>
        </p:nvSpPr>
        <p:spPr>
          <a:xfrm flipH="1">
            <a:off x="11034679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337"/>
          <p:cNvSpPr/>
          <p:nvPr/>
        </p:nvSpPr>
        <p:spPr>
          <a:xfrm flipH="1">
            <a:off x="10949300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4-line338"/>
          <p:cNvSpPr/>
          <p:nvPr/>
        </p:nvSpPr>
        <p:spPr>
          <a:xfrm flipH="1" flipV="1">
            <a:off x="11034679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339"/>
          <p:cNvSpPr/>
          <p:nvPr/>
        </p:nvSpPr>
        <p:spPr>
          <a:xfrm flipH="1" flipV="1">
            <a:off x="1101109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340"/>
          <p:cNvSpPr/>
          <p:nvPr/>
        </p:nvSpPr>
        <p:spPr>
          <a:xfrm flipH="1" flipV="1">
            <a:off x="10972081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341"/>
          <p:cNvSpPr/>
          <p:nvPr/>
        </p:nvSpPr>
        <p:spPr>
          <a:xfrm flipH="1" flipV="1">
            <a:off x="10918059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342"/>
          <p:cNvSpPr/>
          <p:nvPr/>
        </p:nvSpPr>
        <p:spPr>
          <a:xfrm flipH="1" flipV="1">
            <a:off x="1076884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4-line343"/>
          <p:cNvSpPr/>
          <p:nvPr/>
        </p:nvSpPr>
        <p:spPr>
          <a:xfrm flipH="1" flipV="1">
            <a:off x="1076751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344"/>
          <p:cNvSpPr/>
          <p:nvPr/>
        </p:nvSpPr>
        <p:spPr>
          <a:xfrm flipH="1" flipV="1">
            <a:off x="10672651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345"/>
          <p:cNvSpPr/>
          <p:nvPr/>
        </p:nvSpPr>
        <p:spPr>
          <a:xfrm flipH="1" flipV="1">
            <a:off x="10566057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346"/>
          <p:cNvSpPr/>
          <p:nvPr/>
        </p:nvSpPr>
        <p:spPr>
          <a:xfrm flipH="1" flipV="1">
            <a:off x="10448905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347"/>
          <p:cNvSpPr/>
          <p:nvPr/>
        </p:nvSpPr>
        <p:spPr>
          <a:xfrm flipH="1" flipV="1">
            <a:off x="10275844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4-line348"/>
          <p:cNvSpPr/>
          <p:nvPr/>
        </p:nvSpPr>
        <p:spPr>
          <a:xfrm flipH="1" flipV="1">
            <a:off x="10188163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349"/>
          <p:cNvSpPr/>
          <p:nvPr/>
        </p:nvSpPr>
        <p:spPr>
          <a:xfrm flipH="1" flipV="1">
            <a:off x="10047429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350"/>
          <p:cNvSpPr/>
          <p:nvPr/>
        </p:nvSpPr>
        <p:spPr>
          <a:xfrm flipH="1" flipV="1">
            <a:off x="990181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351"/>
          <p:cNvSpPr/>
          <p:nvPr/>
        </p:nvSpPr>
        <p:spPr>
          <a:xfrm flipH="1" flipV="1">
            <a:off x="9752929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352"/>
          <p:cNvSpPr/>
          <p:nvPr/>
        </p:nvSpPr>
        <p:spPr>
          <a:xfrm flipV="1">
            <a:off x="9602389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4-line353"/>
          <p:cNvSpPr/>
          <p:nvPr/>
        </p:nvSpPr>
        <p:spPr>
          <a:xfrm flipV="1">
            <a:off x="9443725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354"/>
          <p:cNvSpPr/>
          <p:nvPr/>
        </p:nvSpPr>
        <p:spPr>
          <a:xfrm flipV="1">
            <a:off x="928679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355"/>
          <p:cNvSpPr/>
          <p:nvPr/>
        </p:nvSpPr>
        <p:spPr>
          <a:xfrm flipV="1">
            <a:off x="913333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356"/>
          <p:cNvSpPr/>
          <p:nvPr/>
        </p:nvSpPr>
        <p:spPr>
          <a:xfrm flipV="1">
            <a:off x="8985002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357"/>
          <p:cNvSpPr/>
          <p:nvPr/>
        </p:nvSpPr>
        <p:spPr>
          <a:xfrm flipV="1">
            <a:off x="884343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4-line358"/>
          <p:cNvSpPr/>
          <p:nvPr/>
        </p:nvSpPr>
        <p:spPr>
          <a:xfrm flipV="1">
            <a:off x="8710187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359"/>
          <p:cNvSpPr/>
          <p:nvPr/>
        </p:nvSpPr>
        <p:spPr>
          <a:xfrm flipV="1">
            <a:off x="8586713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360"/>
          <p:cNvSpPr/>
          <p:nvPr/>
        </p:nvSpPr>
        <p:spPr>
          <a:xfrm flipV="1">
            <a:off x="8474366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361"/>
          <p:cNvSpPr/>
          <p:nvPr/>
        </p:nvSpPr>
        <p:spPr>
          <a:xfrm flipV="1">
            <a:off x="837437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362"/>
          <p:cNvSpPr/>
          <p:nvPr/>
        </p:nvSpPr>
        <p:spPr>
          <a:xfrm flipV="1">
            <a:off x="8287845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4-line363"/>
          <p:cNvSpPr/>
          <p:nvPr/>
        </p:nvSpPr>
        <p:spPr>
          <a:xfrm flipV="1">
            <a:off x="8215714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364"/>
          <p:cNvSpPr/>
          <p:nvPr/>
        </p:nvSpPr>
        <p:spPr>
          <a:xfrm flipV="1">
            <a:off x="8158776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365"/>
          <p:cNvSpPr/>
          <p:nvPr/>
        </p:nvSpPr>
        <p:spPr>
          <a:xfrm flipV="1">
            <a:off x="8117655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366"/>
          <p:cNvSpPr/>
          <p:nvPr/>
        </p:nvSpPr>
        <p:spPr>
          <a:xfrm flipV="1">
            <a:off x="8092800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367"/>
          <p:cNvSpPr/>
          <p:nvPr/>
        </p:nvSpPr>
        <p:spPr>
          <a:xfrm>
            <a:off x="8084485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4-line368"/>
          <p:cNvSpPr/>
          <p:nvPr/>
        </p:nvSpPr>
        <p:spPr>
          <a:xfrm>
            <a:off x="8092800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369"/>
          <p:cNvSpPr/>
          <p:nvPr/>
        </p:nvSpPr>
        <p:spPr>
          <a:xfrm>
            <a:off x="8117655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370"/>
          <p:cNvSpPr/>
          <p:nvPr/>
        </p:nvSpPr>
        <p:spPr>
          <a:xfrm>
            <a:off x="8158776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371"/>
          <p:cNvSpPr/>
          <p:nvPr/>
        </p:nvSpPr>
        <p:spPr>
          <a:xfrm>
            <a:off x="8215714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372"/>
          <p:cNvSpPr/>
          <p:nvPr/>
        </p:nvSpPr>
        <p:spPr>
          <a:xfrm>
            <a:off x="8287845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4-line373"/>
          <p:cNvSpPr/>
          <p:nvPr/>
        </p:nvSpPr>
        <p:spPr>
          <a:xfrm>
            <a:off x="837437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374"/>
          <p:cNvSpPr/>
          <p:nvPr/>
        </p:nvSpPr>
        <p:spPr>
          <a:xfrm>
            <a:off x="8474366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375"/>
          <p:cNvSpPr/>
          <p:nvPr/>
        </p:nvSpPr>
        <p:spPr>
          <a:xfrm>
            <a:off x="8586713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376"/>
          <p:cNvSpPr/>
          <p:nvPr/>
        </p:nvSpPr>
        <p:spPr>
          <a:xfrm>
            <a:off x="8710187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377"/>
          <p:cNvSpPr/>
          <p:nvPr/>
        </p:nvSpPr>
        <p:spPr>
          <a:xfrm>
            <a:off x="884343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4-line378"/>
          <p:cNvSpPr/>
          <p:nvPr/>
        </p:nvSpPr>
        <p:spPr>
          <a:xfrm>
            <a:off x="8985002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379"/>
          <p:cNvSpPr/>
          <p:nvPr/>
        </p:nvSpPr>
        <p:spPr>
          <a:xfrm>
            <a:off x="913333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380"/>
          <p:cNvSpPr/>
          <p:nvPr/>
        </p:nvSpPr>
        <p:spPr>
          <a:xfrm>
            <a:off x="928679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381"/>
          <p:cNvSpPr/>
          <p:nvPr/>
        </p:nvSpPr>
        <p:spPr>
          <a:xfrm>
            <a:off x="9443725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abel382"/>
          <p:cNvSpPr txBox="1"/>
          <p:nvPr/>
        </p:nvSpPr>
        <p:spPr>
          <a:xfrm>
            <a:off x="9942088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4-label383"/>
          <p:cNvSpPr txBox="1"/>
          <p:nvPr/>
        </p:nvSpPr>
        <p:spPr>
          <a:xfrm>
            <a:off x="10391582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4-label384"/>
          <p:cNvSpPr txBox="1"/>
          <p:nvPr/>
        </p:nvSpPr>
        <p:spPr>
          <a:xfrm>
            <a:off x="10556108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4-label385"/>
          <p:cNvSpPr txBox="1"/>
          <p:nvPr/>
        </p:nvSpPr>
        <p:spPr>
          <a:xfrm>
            <a:off x="10391582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4-label386"/>
          <p:cNvSpPr txBox="1"/>
          <p:nvPr/>
        </p:nvSpPr>
        <p:spPr>
          <a:xfrm>
            <a:off x="9942088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4-label387"/>
          <p:cNvSpPr txBox="1"/>
          <p:nvPr/>
        </p:nvSpPr>
        <p:spPr>
          <a:xfrm>
            <a:off x="9328069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4-label388"/>
          <p:cNvSpPr txBox="1"/>
          <p:nvPr/>
        </p:nvSpPr>
        <p:spPr>
          <a:xfrm>
            <a:off x="8714049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4-label389"/>
          <p:cNvSpPr txBox="1"/>
          <p:nvPr/>
        </p:nvSpPr>
        <p:spPr>
          <a:xfrm>
            <a:off x="8264556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4-label390"/>
          <p:cNvSpPr txBox="1"/>
          <p:nvPr/>
        </p:nvSpPr>
        <p:spPr>
          <a:xfrm>
            <a:off x="8100030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4-label391"/>
          <p:cNvSpPr txBox="1"/>
          <p:nvPr/>
        </p:nvSpPr>
        <p:spPr>
          <a:xfrm>
            <a:off x="8264556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4-label392"/>
          <p:cNvSpPr txBox="1"/>
          <p:nvPr/>
        </p:nvSpPr>
        <p:spPr>
          <a:xfrm>
            <a:off x="8714049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4-label393"/>
          <p:cNvSpPr txBox="1"/>
          <p:nvPr/>
        </p:nvSpPr>
        <p:spPr>
          <a:xfrm>
            <a:off x="9328069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4-line394"/>
          <p:cNvSpPr/>
          <p:nvPr/>
        </p:nvSpPr>
        <p:spPr>
          <a:xfrm>
            <a:off x="9602389" y="4411980"/>
            <a:ext cx="462084" cy="50427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4-line395"/>
          <p:cNvSpPr/>
          <p:nvPr/>
        </p:nvSpPr>
        <p:spPr>
          <a:xfrm flipH="1">
            <a:off x="9104955" y="4411980"/>
            <a:ext cx="497434" cy="8615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4-pin396"/>
          <p:cNvSpPr/>
          <p:nvPr/>
        </p:nvSpPr>
        <p:spPr>
          <a:xfrm>
            <a:off x="9547525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4-stepno39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4-text398"/>
          <p:cNvSpPr txBox="1"/>
          <p:nvPr/>
        </p:nvSpPr>
        <p:spPr>
          <a:xfrm>
            <a:off x="1325880" y="342442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4와 5 사이: 4시</a:t>
            </a:r>
            <a:endParaRPr lang="ko-KR" sz="3200" dirty="0"/>
          </a:p>
        </p:txBody>
      </p:sp>
      <p:sp>
        <p:nvSpPr>
          <p:cNvPr id="82" name="S04-stepno39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4-text400"/>
          <p:cNvSpPr txBox="1"/>
          <p:nvPr/>
        </p:nvSpPr>
        <p:spPr>
          <a:xfrm>
            <a:off x="1325880" y="41376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7: 35분</a:t>
            </a:r>
            <a:endParaRPr lang="ko-KR" sz="3200" dirty="0"/>
          </a:p>
        </p:txBody>
      </p:sp>
      <p:sp>
        <p:nvSpPr>
          <p:cNvPr id="84" name="S04-stepno40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5" name="S04-text402"/>
          <p:cNvSpPr txBox="1"/>
          <p:nvPr/>
        </p:nvSpPr>
        <p:spPr>
          <a:xfrm>
            <a:off x="1325880" y="485089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 35분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단위로 읽어요</a:t>
            </a:r>
            <a:endParaRPr lang="ko-KR" sz="4400" dirty="0"/>
          </a:p>
        </p:txBody>
      </p:sp>
      <p:sp>
        <p:nvSpPr>
          <p:cNvPr id="3" name="S05-text4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1분이에요.</a:t>
            </a:r>
            <a:endParaRPr lang="ko-KR" sz="3200" dirty="0"/>
          </a:p>
        </p:txBody>
      </p:sp>
      <p:sp>
        <p:nvSpPr>
          <p:cNvPr id="4" name="S05-card40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17분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‘9시 17분’이라고 읽어요.</a:t>
            </a:r>
            <a:endParaRPr lang="ko-KR" sz="3200" dirty="0"/>
          </a:p>
        </p:txBody>
      </p:sp>
      <p:sp>
        <p:nvSpPr>
          <p:cNvPr id="6" name="S05-figure406" descr="시계: 9시 17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5-line407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5-line408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09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10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11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412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5-line413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14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15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16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417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5-line418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19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20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21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422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5-line423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24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25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26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427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5-line428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29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30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31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432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5-line433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434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435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436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437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5-line438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439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440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441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442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5-line443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444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445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446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447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5-line448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449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450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451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452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5-line453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454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455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456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457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5-line458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459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460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461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462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5-line463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464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465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466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abel467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5-label468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5-label469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5-label470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5-label471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5-label472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5-label473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5-label474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5-label475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5-label476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5-label477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5-label478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5-line479"/>
          <p:cNvSpPr/>
          <p:nvPr/>
        </p:nvSpPr>
        <p:spPr>
          <a:xfrm flipH="1" flipV="1">
            <a:off x="2648386" y="3261542"/>
            <a:ext cx="581732" cy="8694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5-line480"/>
          <p:cNvSpPr/>
          <p:nvPr/>
        </p:nvSpPr>
        <p:spPr>
          <a:xfrm>
            <a:off x="3230118" y="3348482"/>
            <a:ext cx="836857" cy="1778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5-pin481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5-card48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5-cardtext48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3에서 2칸 더</a:t>
            </a:r>
            <a:endParaRPr lang="ko-KR" sz="3200" dirty="0"/>
          </a:p>
        </p:txBody>
      </p:sp>
      <p:sp>
        <p:nvSpPr>
          <p:cNvPr id="84" name="S05-card48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5-cardtext48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+ 2분 = 17분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분일까요?</a:t>
            </a:r>
            <a:endParaRPr lang="ko-KR" sz="4400" dirty="0"/>
          </a:p>
        </p:txBody>
      </p:sp>
      <p:sp>
        <p:nvSpPr>
          <p:cNvPr id="3" name="S06-card4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지나온 숫자, 긴바늘은 5씩 세요.</a:t>
            </a:r>
            <a:endParaRPr lang="ko-KR" sz="3200" dirty="0"/>
          </a:p>
        </p:txBody>
      </p:sp>
      <p:sp>
        <p:nvSpPr>
          <p:cNvPr id="5" name="S06-figure488" descr="시계: 6시 20분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89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90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91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92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93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94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95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96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97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98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99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500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01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502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03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04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505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06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507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08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09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510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11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512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13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14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515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16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517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18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19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520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21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522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23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24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525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26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527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28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29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530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31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532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33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34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535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36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537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538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539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540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541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542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543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544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545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546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547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548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549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550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551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552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553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554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555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556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557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558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559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560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561"/>
          <p:cNvSpPr/>
          <p:nvPr/>
        </p:nvSpPr>
        <p:spPr>
          <a:xfrm flipH="1">
            <a:off x="2171802" y="2963799"/>
            <a:ext cx="118770" cy="673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562"/>
          <p:cNvSpPr/>
          <p:nvPr/>
        </p:nvSpPr>
        <p:spPr>
          <a:xfrm>
            <a:off x="2290572" y="2963799"/>
            <a:ext cx="861580" cy="49743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563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56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565" descr="시계: 11시 45분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566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567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568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569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570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571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572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573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574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575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576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577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578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579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580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581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582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583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84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85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86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87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88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89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90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91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92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93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94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95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96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97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98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99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00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01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602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03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604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05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06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607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08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609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10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11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612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13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614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15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16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617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18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619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20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21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622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23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624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25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626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627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628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629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630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631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632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633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634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635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636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637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638"/>
          <p:cNvSpPr/>
          <p:nvPr/>
        </p:nvSpPr>
        <p:spPr>
          <a:xfrm flipH="1" flipV="1">
            <a:off x="6005200" y="2285679"/>
            <a:ext cx="89276" cy="6781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639"/>
          <p:cNvSpPr/>
          <p:nvPr/>
        </p:nvSpPr>
        <p:spPr>
          <a:xfrm flipH="1">
            <a:off x="5099609" y="2963799"/>
            <a:ext cx="994867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640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641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642" descr="시계: 2시 8분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643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644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645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646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647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648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649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650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651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652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653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654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655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656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657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658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659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660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661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662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663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664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665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666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667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668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669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670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671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672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673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674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675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676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677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678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679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680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681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682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683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84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85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86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87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88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89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90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91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92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93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94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95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96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97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98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99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700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701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702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703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704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705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706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707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708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709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710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711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712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713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714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715"/>
          <p:cNvSpPr/>
          <p:nvPr/>
        </p:nvSpPr>
        <p:spPr>
          <a:xfrm flipV="1">
            <a:off x="9898380" y="2663966"/>
            <a:ext cx="614749" cy="29983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716"/>
          <p:cNvSpPr/>
          <p:nvPr/>
        </p:nvSpPr>
        <p:spPr>
          <a:xfrm flipV="1">
            <a:off x="9898380" y="2298103"/>
            <a:ext cx="739330" cy="66569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717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7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7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시계예요. 누가 맞았을까요? 왜 그럴까요?</a:t>
            </a:r>
            <a:endParaRPr lang="ko-KR" sz="3200" dirty="0"/>
          </a:p>
        </p:txBody>
      </p:sp>
      <p:sp>
        <p:nvSpPr>
          <p:cNvPr id="5" name="S07-chip72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8시 50분</a:t>
            </a:r>
            <a:endParaRPr lang="ko-KR" sz="2600" dirty="0"/>
          </a:p>
        </p:txBody>
      </p:sp>
      <p:sp>
        <p:nvSpPr>
          <p:cNvPr id="6" name="S07-figure722" descr="시계: 7시 50분"/>
          <p:cNvSpPr/>
          <p:nvPr/>
        </p:nvSpPr>
        <p:spPr>
          <a:xfrm>
            <a:off x="1945640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23"/>
          <p:cNvSpPr/>
          <p:nvPr/>
        </p:nvSpPr>
        <p:spPr>
          <a:xfrm>
            <a:off x="3230118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24"/>
          <p:cNvSpPr/>
          <p:nvPr/>
        </p:nvSpPr>
        <p:spPr>
          <a:xfrm flipH="1">
            <a:off x="3353846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25"/>
          <p:cNvSpPr/>
          <p:nvPr/>
        </p:nvSpPr>
        <p:spPr>
          <a:xfrm flipH="1">
            <a:off x="3476219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26"/>
          <p:cNvSpPr/>
          <p:nvPr/>
        </p:nvSpPr>
        <p:spPr>
          <a:xfrm flipH="1">
            <a:off x="35958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27"/>
          <p:cNvSpPr/>
          <p:nvPr/>
        </p:nvSpPr>
        <p:spPr>
          <a:xfrm flipH="1">
            <a:off x="3711563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28"/>
          <p:cNvSpPr/>
          <p:nvPr/>
        </p:nvSpPr>
        <p:spPr>
          <a:xfrm flipH="1">
            <a:off x="378342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29"/>
          <p:cNvSpPr/>
          <p:nvPr/>
        </p:nvSpPr>
        <p:spPr>
          <a:xfrm flipH="1">
            <a:off x="3925867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30"/>
          <p:cNvSpPr/>
          <p:nvPr/>
        </p:nvSpPr>
        <p:spPr>
          <a:xfrm flipH="1">
            <a:off x="4022153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31"/>
          <p:cNvSpPr/>
          <p:nvPr/>
        </p:nvSpPr>
        <p:spPr>
          <a:xfrm flipH="1">
            <a:off x="41097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32"/>
          <p:cNvSpPr/>
          <p:nvPr/>
        </p:nvSpPr>
        <p:spPr>
          <a:xfrm flipH="1">
            <a:off x="418773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33"/>
          <p:cNvSpPr/>
          <p:nvPr/>
        </p:nvSpPr>
        <p:spPr>
          <a:xfrm flipH="1">
            <a:off x="4188470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34"/>
          <p:cNvSpPr/>
          <p:nvPr/>
        </p:nvSpPr>
        <p:spPr>
          <a:xfrm flipH="1">
            <a:off x="4311462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35"/>
          <p:cNvSpPr/>
          <p:nvPr/>
        </p:nvSpPr>
        <p:spPr>
          <a:xfrm flipH="1">
            <a:off x="435586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36"/>
          <p:cNvSpPr/>
          <p:nvPr/>
        </p:nvSpPr>
        <p:spPr>
          <a:xfrm flipH="1">
            <a:off x="4387930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37"/>
          <p:cNvSpPr/>
          <p:nvPr/>
        </p:nvSpPr>
        <p:spPr>
          <a:xfrm flipH="1">
            <a:off x="440731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38"/>
          <p:cNvSpPr/>
          <p:nvPr/>
        </p:nvSpPr>
        <p:spPr>
          <a:xfrm flipH="1">
            <a:off x="4336727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39"/>
          <p:cNvSpPr/>
          <p:nvPr/>
        </p:nvSpPr>
        <p:spPr>
          <a:xfrm flipH="1" flipV="1">
            <a:off x="440731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40"/>
          <p:cNvSpPr/>
          <p:nvPr/>
        </p:nvSpPr>
        <p:spPr>
          <a:xfrm flipH="1" flipV="1">
            <a:off x="4387930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41"/>
          <p:cNvSpPr/>
          <p:nvPr/>
        </p:nvSpPr>
        <p:spPr>
          <a:xfrm flipH="1" flipV="1">
            <a:off x="435586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42"/>
          <p:cNvSpPr/>
          <p:nvPr/>
        </p:nvSpPr>
        <p:spPr>
          <a:xfrm flipH="1" flipV="1">
            <a:off x="4311462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43"/>
          <p:cNvSpPr/>
          <p:nvPr/>
        </p:nvSpPr>
        <p:spPr>
          <a:xfrm flipH="1" flipV="1">
            <a:off x="4188470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44"/>
          <p:cNvSpPr/>
          <p:nvPr/>
        </p:nvSpPr>
        <p:spPr>
          <a:xfrm flipH="1" flipV="1">
            <a:off x="418773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45"/>
          <p:cNvSpPr/>
          <p:nvPr/>
        </p:nvSpPr>
        <p:spPr>
          <a:xfrm flipH="1" flipV="1">
            <a:off x="41097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46"/>
          <p:cNvSpPr/>
          <p:nvPr/>
        </p:nvSpPr>
        <p:spPr>
          <a:xfrm flipH="1" flipV="1">
            <a:off x="4022153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47"/>
          <p:cNvSpPr/>
          <p:nvPr/>
        </p:nvSpPr>
        <p:spPr>
          <a:xfrm flipH="1" flipV="1">
            <a:off x="3925867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48"/>
          <p:cNvSpPr/>
          <p:nvPr/>
        </p:nvSpPr>
        <p:spPr>
          <a:xfrm flipH="1" flipV="1">
            <a:off x="378342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49"/>
          <p:cNvSpPr/>
          <p:nvPr/>
        </p:nvSpPr>
        <p:spPr>
          <a:xfrm flipH="1" flipV="1">
            <a:off x="3711563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50"/>
          <p:cNvSpPr/>
          <p:nvPr/>
        </p:nvSpPr>
        <p:spPr>
          <a:xfrm flipH="1" flipV="1">
            <a:off x="35958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51"/>
          <p:cNvSpPr/>
          <p:nvPr/>
        </p:nvSpPr>
        <p:spPr>
          <a:xfrm flipH="1" flipV="1">
            <a:off x="3476219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52"/>
          <p:cNvSpPr/>
          <p:nvPr/>
        </p:nvSpPr>
        <p:spPr>
          <a:xfrm flipH="1" flipV="1">
            <a:off x="3353846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53"/>
          <p:cNvSpPr/>
          <p:nvPr/>
        </p:nvSpPr>
        <p:spPr>
          <a:xfrm flipV="1">
            <a:off x="3230118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54"/>
          <p:cNvSpPr/>
          <p:nvPr/>
        </p:nvSpPr>
        <p:spPr>
          <a:xfrm flipV="1">
            <a:off x="3099677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55"/>
          <p:cNvSpPr/>
          <p:nvPr/>
        </p:nvSpPr>
        <p:spPr>
          <a:xfrm flipV="1">
            <a:off x="297066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56"/>
          <p:cNvSpPr/>
          <p:nvPr/>
        </p:nvSpPr>
        <p:spPr>
          <a:xfrm flipV="1">
            <a:off x="28444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57"/>
          <p:cNvSpPr/>
          <p:nvPr/>
        </p:nvSpPr>
        <p:spPr>
          <a:xfrm flipV="1">
            <a:off x="2722551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58"/>
          <p:cNvSpPr/>
          <p:nvPr/>
        </p:nvSpPr>
        <p:spPr>
          <a:xfrm flipV="1">
            <a:off x="2606167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59"/>
          <p:cNvSpPr/>
          <p:nvPr/>
        </p:nvSpPr>
        <p:spPr>
          <a:xfrm flipV="1">
            <a:off x="2496620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60"/>
          <p:cNvSpPr/>
          <p:nvPr/>
        </p:nvSpPr>
        <p:spPr>
          <a:xfrm flipV="1">
            <a:off x="239510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61"/>
          <p:cNvSpPr/>
          <p:nvPr/>
        </p:nvSpPr>
        <p:spPr>
          <a:xfrm flipV="1">
            <a:off x="2302746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62"/>
          <p:cNvSpPr/>
          <p:nvPr/>
        </p:nvSpPr>
        <p:spPr>
          <a:xfrm flipV="1">
            <a:off x="222054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63"/>
          <p:cNvSpPr/>
          <p:nvPr/>
        </p:nvSpPr>
        <p:spPr>
          <a:xfrm flipV="1">
            <a:off x="2149403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64"/>
          <p:cNvSpPr/>
          <p:nvPr/>
        </p:nvSpPr>
        <p:spPr>
          <a:xfrm flipV="1">
            <a:off x="2090103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65"/>
          <p:cNvSpPr/>
          <p:nvPr/>
        </p:nvSpPr>
        <p:spPr>
          <a:xfrm flipV="1">
            <a:off x="204329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66"/>
          <p:cNvSpPr/>
          <p:nvPr/>
        </p:nvSpPr>
        <p:spPr>
          <a:xfrm flipV="1">
            <a:off x="200948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67"/>
          <p:cNvSpPr/>
          <p:nvPr/>
        </p:nvSpPr>
        <p:spPr>
          <a:xfrm flipV="1">
            <a:off x="198905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68"/>
          <p:cNvSpPr/>
          <p:nvPr/>
        </p:nvSpPr>
        <p:spPr>
          <a:xfrm>
            <a:off x="1982216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69"/>
          <p:cNvSpPr/>
          <p:nvPr/>
        </p:nvSpPr>
        <p:spPr>
          <a:xfrm>
            <a:off x="198905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70"/>
          <p:cNvSpPr/>
          <p:nvPr/>
        </p:nvSpPr>
        <p:spPr>
          <a:xfrm>
            <a:off x="200948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71"/>
          <p:cNvSpPr/>
          <p:nvPr/>
        </p:nvSpPr>
        <p:spPr>
          <a:xfrm>
            <a:off x="204329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72"/>
          <p:cNvSpPr/>
          <p:nvPr/>
        </p:nvSpPr>
        <p:spPr>
          <a:xfrm>
            <a:off x="2090103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73"/>
          <p:cNvSpPr/>
          <p:nvPr/>
        </p:nvSpPr>
        <p:spPr>
          <a:xfrm>
            <a:off x="2149403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74"/>
          <p:cNvSpPr/>
          <p:nvPr/>
        </p:nvSpPr>
        <p:spPr>
          <a:xfrm>
            <a:off x="222054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75"/>
          <p:cNvSpPr/>
          <p:nvPr/>
        </p:nvSpPr>
        <p:spPr>
          <a:xfrm>
            <a:off x="2302746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76"/>
          <p:cNvSpPr/>
          <p:nvPr/>
        </p:nvSpPr>
        <p:spPr>
          <a:xfrm>
            <a:off x="239510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77"/>
          <p:cNvSpPr/>
          <p:nvPr/>
        </p:nvSpPr>
        <p:spPr>
          <a:xfrm>
            <a:off x="2496620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78"/>
          <p:cNvSpPr/>
          <p:nvPr/>
        </p:nvSpPr>
        <p:spPr>
          <a:xfrm>
            <a:off x="2606167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79"/>
          <p:cNvSpPr/>
          <p:nvPr/>
        </p:nvSpPr>
        <p:spPr>
          <a:xfrm>
            <a:off x="2722551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80"/>
          <p:cNvSpPr/>
          <p:nvPr/>
        </p:nvSpPr>
        <p:spPr>
          <a:xfrm>
            <a:off x="28444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81"/>
          <p:cNvSpPr/>
          <p:nvPr/>
        </p:nvSpPr>
        <p:spPr>
          <a:xfrm>
            <a:off x="297066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82"/>
          <p:cNvSpPr/>
          <p:nvPr/>
        </p:nvSpPr>
        <p:spPr>
          <a:xfrm>
            <a:off x="3099677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83"/>
          <p:cNvSpPr txBox="1"/>
          <p:nvPr/>
        </p:nvSpPr>
        <p:spPr>
          <a:xfrm>
            <a:off x="3463167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07-label784"/>
          <p:cNvSpPr txBox="1"/>
          <p:nvPr/>
        </p:nvSpPr>
        <p:spPr>
          <a:xfrm>
            <a:off x="3834587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07-label785"/>
          <p:cNvSpPr txBox="1"/>
          <p:nvPr/>
        </p:nvSpPr>
        <p:spPr>
          <a:xfrm>
            <a:off x="397053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07-label786"/>
          <p:cNvSpPr txBox="1"/>
          <p:nvPr/>
        </p:nvSpPr>
        <p:spPr>
          <a:xfrm>
            <a:off x="3834587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07-label787"/>
          <p:cNvSpPr txBox="1"/>
          <p:nvPr/>
        </p:nvSpPr>
        <p:spPr>
          <a:xfrm>
            <a:off x="3463167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07-label788"/>
          <p:cNvSpPr txBox="1"/>
          <p:nvPr/>
        </p:nvSpPr>
        <p:spPr>
          <a:xfrm>
            <a:off x="2955798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07-label789"/>
          <p:cNvSpPr txBox="1"/>
          <p:nvPr/>
        </p:nvSpPr>
        <p:spPr>
          <a:xfrm>
            <a:off x="2448429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07-label790"/>
          <p:cNvSpPr txBox="1"/>
          <p:nvPr/>
        </p:nvSpPr>
        <p:spPr>
          <a:xfrm>
            <a:off x="2077009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07-label791"/>
          <p:cNvSpPr txBox="1"/>
          <p:nvPr/>
        </p:nvSpPr>
        <p:spPr>
          <a:xfrm>
            <a:off x="1941060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07-label792"/>
          <p:cNvSpPr txBox="1"/>
          <p:nvPr/>
        </p:nvSpPr>
        <p:spPr>
          <a:xfrm>
            <a:off x="2077009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07-label793"/>
          <p:cNvSpPr txBox="1"/>
          <p:nvPr/>
        </p:nvSpPr>
        <p:spPr>
          <a:xfrm>
            <a:off x="2448429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07-label794"/>
          <p:cNvSpPr txBox="1"/>
          <p:nvPr/>
        </p:nvSpPr>
        <p:spPr>
          <a:xfrm>
            <a:off x="2955798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07-line795"/>
          <p:cNvSpPr/>
          <p:nvPr/>
        </p:nvSpPr>
        <p:spPr>
          <a:xfrm flipH="1">
            <a:off x="2767158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96"/>
          <p:cNvSpPr/>
          <p:nvPr/>
        </p:nvSpPr>
        <p:spPr>
          <a:xfrm flipH="1" flipV="1">
            <a:off x="2518188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97"/>
          <p:cNvSpPr/>
          <p:nvPr/>
        </p:nvSpPr>
        <p:spPr>
          <a:xfrm>
            <a:off x="3175254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text798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8에 가까워요.</a:t>
            </a:r>
            <a:endParaRPr lang="ko-KR" sz="2600" dirty="0"/>
          </a:p>
        </p:txBody>
      </p:sp>
      <p:sp>
        <p:nvSpPr>
          <p:cNvPr id="83" name="S07-chip799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7시 50분</a:t>
            </a:r>
            <a:endParaRPr lang="ko-KR" sz="2600" dirty="0"/>
          </a:p>
        </p:txBody>
      </p:sp>
      <p:sp>
        <p:nvSpPr>
          <p:cNvPr id="84" name="S07-figure800" descr="시계: 7시 50분"/>
          <p:cNvSpPr/>
          <p:nvPr/>
        </p:nvSpPr>
        <p:spPr>
          <a:xfrm>
            <a:off x="7674356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801"/>
          <p:cNvSpPr/>
          <p:nvPr/>
        </p:nvSpPr>
        <p:spPr>
          <a:xfrm>
            <a:off x="8958834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802"/>
          <p:cNvSpPr/>
          <p:nvPr/>
        </p:nvSpPr>
        <p:spPr>
          <a:xfrm flipH="1">
            <a:off x="9082562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803"/>
          <p:cNvSpPr/>
          <p:nvPr/>
        </p:nvSpPr>
        <p:spPr>
          <a:xfrm flipH="1">
            <a:off x="920493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804"/>
          <p:cNvSpPr/>
          <p:nvPr/>
        </p:nvSpPr>
        <p:spPr>
          <a:xfrm flipH="1">
            <a:off x="93246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805"/>
          <p:cNvSpPr/>
          <p:nvPr/>
        </p:nvSpPr>
        <p:spPr>
          <a:xfrm flipH="1">
            <a:off x="9440279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806"/>
          <p:cNvSpPr/>
          <p:nvPr/>
        </p:nvSpPr>
        <p:spPr>
          <a:xfrm flipH="1">
            <a:off x="9512139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807"/>
          <p:cNvSpPr/>
          <p:nvPr/>
        </p:nvSpPr>
        <p:spPr>
          <a:xfrm flipH="1">
            <a:off x="9654583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808"/>
          <p:cNvSpPr/>
          <p:nvPr/>
        </p:nvSpPr>
        <p:spPr>
          <a:xfrm flipH="1">
            <a:off x="975086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809"/>
          <p:cNvSpPr/>
          <p:nvPr/>
        </p:nvSpPr>
        <p:spPr>
          <a:xfrm flipH="1">
            <a:off x="9838478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810"/>
          <p:cNvSpPr/>
          <p:nvPr/>
        </p:nvSpPr>
        <p:spPr>
          <a:xfrm flipH="1">
            <a:off x="991645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811"/>
          <p:cNvSpPr/>
          <p:nvPr/>
        </p:nvSpPr>
        <p:spPr>
          <a:xfrm flipH="1">
            <a:off x="9917186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812"/>
          <p:cNvSpPr/>
          <p:nvPr/>
        </p:nvSpPr>
        <p:spPr>
          <a:xfrm flipH="1">
            <a:off x="10040178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13"/>
          <p:cNvSpPr/>
          <p:nvPr/>
        </p:nvSpPr>
        <p:spPr>
          <a:xfrm flipH="1">
            <a:off x="1008457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14"/>
          <p:cNvSpPr/>
          <p:nvPr/>
        </p:nvSpPr>
        <p:spPr>
          <a:xfrm flipH="1">
            <a:off x="1011664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15"/>
          <p:cNvSpPr/>
          <p:nvPr/>
        </p:nvSpPr>
        <p:spPr>
          <a:xfrm flipH="1">
            <a:off x="1013602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16"/>
          <p:cNvSpPr/>
          <p:nvPr/>
        </p:nvSpPr>
        <p:spPr>
          <a:xfrm flipH="1">
            <a:off x="10065443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17"/>
          <p:cNvSpPr/>
          <p:nvPr/>
        </p:nvSpPr>
        <p:spPr>
          <a:xfrm flipH="1" flipV="1">
            <a:off x="1013602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18"/>
          <p:cNvSpPr/>
          <p:nvPr/>
        </p:nvSpPr>
        <p:spPr>
          <a:xfrm flipH="1" flipV="1">
            <a:off x="1011664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19"/>
          <p:cNvSpPr/>
          <p:nvPr/>
        </p:nvSpPr>
        <p:spPr>
          <a:xfrm flipH="1" flipV="1">
            <a:off x="1008457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20"/>
          <p:cNvSpPr/>
          <p:nvPr/>
        </p:nvSpPr>
        <p:spPr>
          <a:xfrm flipH="1" flipV="1">
            <a:off x="10040178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21"/>
          <p:cNvSpPr/>
          <p:nvPr/>
        </p:nvSpPr>
        <p:spPr>
          <a:xfrm flipH="1" flipV="1">
            <a:off x="9917186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22"/>
          <p:cNvSpPr/>
          <p:nvPr/>
        </p:nvSpPr>
        <p:spPr>
          <a:xfrm flipH="1" flipV="1">
            <a:off x="991645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23"/>
          <p:cNvSpPr/>
          <p:nvPr/>
        </p:nvSpPr>
        <p:spPr>
          <a:xfrm flipH="1" flipV="1">
            <a:off x="9838478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24"/>
          <p:cNvSpPr/>
          <p:nvPr/>
        </p:nvSpPr>
        <p:spPr>
          <a:xfrm flipH="1" flipV="1">
            <a:off x="975086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25"/>
          <p:cNvSpPr/>
          <p:nvPr/>
        </p:nvSpPr>
        <p:spPr>
          <a:xfrm flipH="1" flipV="1">
            <a:off x="9654583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26"/>
          <p:cNvSpPr/>
          <p:nvPr/>
        </p:nvSpPr>
        <p:spPr>
          <a:xfrm flipH="1" flipV="1">
            <a:off x="9512139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27"/>
          <p:cNvSpPr/>
          <p:nvPr/>
        </p:nvSpPr>
        <p:spPr>
          <a:xfrm flipH="1" flipV="1">
            <a:off x="9440279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28"/>
          <p:cNvSpPr/>
          <p:nvPr/>
        </p:nvSpPr>
        <p:spPr>
          <a:xfrm flipH="1" flipV="1">
            <a:off x="93246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29"/>
          <p:cNvSpPr/>
          <p:nvPr/>
        </p:nvSpPr>
        <p:spPr>
          <a:xfrm flipH="1" flipV="1">
            <a:off x="920493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30"/>
          <p:cNvSpPr/>
          <p:nvPr/>
        </p:nvSpPr>
        <p:spPr>
          <a:xfrm flipH="1" flipV="1">
            <a:off x="9082562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31"/>
          <p:cNvSpPr/>
          <p:nvPr/>
        </p:nvSpPr>
        <p:spPr>
          <a:xfrm flipV="1">
            <a:off x="8958834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32"/>
          <p:cNvSpPr/>
          <p:nvPr/>
        </p:nvSpPr>
        <p:spPr>
          <a:xfrm flipV="1">
            <a:off x="8828393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33"/>
          <p:cNvSpPr/>
          <p:nvPr/>
        </p:nvSpPr>
        <p:spPr>
          <a:xfrm flipV="1">
            <a:off x="8699381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34"/>
          <p:cNvSpPr/>
          <p:nvPr/>
        </p:nvSpPr>
        <p:spPr>
          <a:xfrm flipV="1">
            <a:off x="85732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35"/>
          <p:cNvSpPr/>
          <p:nvPr/>
        </p:nvSpPr>
        <p:spPr>
          <a:xfrm flipV="1">
            <a:off x="8451267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36"/>
          <p:cNvSpPr/>
          <p:nvPr/>
        </p:nvSpPr>
        <p:spPr>
          <a:xfrm flipV="1">
            <a:off x="833488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37"/>
          <p:cNvSpPr/>
          <p:nvPr/>
        </p:nvSpPr>
        <p:spPr>
          <a:xfrm flipV="1">
            <a:off x="8225336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38"/>
          <p:cNvSpPr/>
          <p:nvPr/>
        </p:nvSpPr>
        <p:spPr>
          <a:xfrm flipV="1">
            <a:off x="8123825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39"/>
          <p:cNvSpPr/>
          <p:nvPr/>
        </p:nvSpPr>
        <p:spPr>
          <a:xfrm flipV="1">
            <a:off x="80314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40"/>
          <p:cNvSpPr/>
          <p:nvPr/>
        </p:nvSpPr>
        <p:spPr>
          <a:xfrm flipV="1">
            <a:off x="794926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41"/>
          <p:cNvSpPr/>
          <p:nvPr/>
        </p:nvSpPr>
        <p:spPr>
          <a:xfrm flipV="1">
            <a:off x="7878119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42"/>
          <p:cNvSpPr/>
          <p:nvPr/>
        </p:nvSpPr>
        <p:spPr>
          <a:xfrm flipV="1">
            <a:off x="7818819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43"/>
          <p:cNvSpPr/>
          <p:nvPr/>
        </p:nvSpPr>
        <p:spPr>
          <a:xfrm flipV="1">
            <a:off x="777200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44"/>
          <p:cNvSpPr/>
          <p:nvPr/>
        </p:nvSpPr>
        <p:spPr>
          <a:xfrm flipV="1">
            <a:off x="7738202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45"/>
          <p:cNvSpPr/>
          <p:nvPr/>
        </p:nvSpPr>
        <p:spPr>
          <a:xfrm flipV="1">
            <a:off x="771776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46"/>
          <p:cNvSpPr/>
          <p:nvPr/>
        </p:nvSpPr>
        <p:spPr>
          <a:xfrm>
            <a:off x="7710932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47"/>
          <p:cNvSpPr/>
          <p:nvPr/>
        </p:nvSpPr>
        <p:spPr>
          <a:xfrm>
            <a:off x="771776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48"/>
          <p:cNvSpPr/>
          <p:nvPr/>
        </p:nvSpPr>
        <p:spPr>
          <a:xfrm>
            <a:off x="7738202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49"/>
          <p:cNvSpPr/>
          <p:nvPr/>
        </p:nvSpPr>
        <p:spPr>
          <a:xfrm>
            <a:off x="777200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50"/>
          <p:cNvSpPr/>
          <p:nvPr/>
        </p:nvSpPr>
        <p:spPr>
          <a:xfrm>
            <a:off x="7818819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51"/>
          <p:cNvSpPr/>
          <p:nvPr/>
        </p:nvSpPr>
        <p:spPr>
          <a:xfrm>
            <a:off x="7878119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52"/>
          <p:cNvSpPr/>
          <p:nvPr/>
        </p:nvSpPr>
        <p:spPr>
          <a:xfrm>
            <a:off x="794926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53"/>
          <p:cNvSpPr/>
          <p:nvPr/>
        </p:nvSpPr>
        <p:spPr>
          <a:xfrm>
            <a:off x="80314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54"/>
          <p:cNvSpPr/>
          <p:nvPr/>
        </p:nvSpPr>
        <p:spPr>
          <a:xfrm>
            <a:off x="8123825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55"/>
          <p:cNvSpPr/>
          <p:nvPr/>
        </p:nvSpPr>
        <p:spPr>
          <a:xfrm>
            <a:off x="8225336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56"/>
          <p:cNvSpPr/>
          <p:nvPr/>
        </p:nvSpPr>
        <p:spPr>
          <a:xfrm>
            <a:off x="833488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57"/>
          <p:cNvSpPr/>
          <p:nvPr/>
        </p:nvSpPr>
        <p:spPr>
          <a:xfrm>
            <a:off x="8451267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58"/>
          <p:cNvSpPr/>
          <p:nvPr/>
        </p:nvSpPr>
        <p:spPr>
          <a:xfrm>
            <a:off x="85732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59"/>
          <p:cNvSpPr/>
          <p:nvPr/>
        </p:nvSpPr>
        <p:spPr>
          <a:xfrm>
            <a:off x="8699381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60"/>
          <p:cNvSpPr/>
          <p:nvPr/>
        </p:nvSpPr>
        <p:spPr>
          <a:xfrm>
            <a:off x="8828393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61"/>
          <p:cNvSpPr txBox="1"/>
          <p:nvPr/>
        </p:nvSpPr>
        <p:spPr>
          <a:xfrm>
            <a:off x="9191883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6" name="S07-label862"/>
          <p:cNvSpPr txBox="1"/>
          <p:nvPr/>
        </p:nvSpPr>
        <p:spPr>
          <a:xfrm>
            <a:off x="9563303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7" name="S07-label863"/>
          <p:cNvSpPr txBox="1"/>
          <p:nvPr/>
        </p:nvSpPr>
        <p:spPr>
          <a:xfrm>
            <a:off x="9699252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8" name="S07-label864"/>
          <p:cNvSpPr txBox="1"/>
          <p:nvPr/>
        </p:nvSpPr>
        <p:spPr>
          <a:xfrm>
            <a:off x="9563303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9" name="S07-label865"/>
          <p:cNvSpPr txBox="1"/>
          <p:nvPr/>
        </p:nvSpPr>
        <p:spPr>
          <a:xfrm>
            <a:off x="9191883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50" name="S07-label866"/>
          <p:cNvSpPr txBox="1"/>
          <p:nvPr/>
        </p:nvSpPr>
        <p:spPr>
          <a:xfrm>
            <a:off x="8684514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1" name="S07-label867"/>
          <p:cNvSpPr txBox="1"/>
          <p:nvPr/>
        </p:nvSpPr>
        <p:spPr>
          <a:xfrm>
            <a:off x="8177145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2" name="S07-label868"/>
          <p:cNvSpPr txBox="1"/>
          <p:nvPr/>
        </p:nvSpPr>
        <p:spPr>
          <a:xfrm>
            <a:off x="7805725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3" name="S07-label869"/>
          <p:cNvSpPr txBox="1"/>
          <p:nvPr/>
        </p:nvSpPr>
        <p:spPr>
          <a:xfrm>
            <a:off x="766977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4" name="S07-label870"/>
          <p:cNvSpPr txBox="1"/>
          <p:nvPr/>
        </p:nvSpPr>
        <p:spPr>
          <a:xfrm>
            <a:off x="7805725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5" name="S07-label871"/>
          <p:cNvSpPr txBox="1"/>
          <p:nvPr/>
        </p:nvSpPr>
        <p:spPr>
          <a:xfrm>
            <a:off x="8177145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6" name="S07-label872"/>
          <p:cNvSpPr txBox="1"/>
          <p:nvPr/>
        </p:nvSpPr>
        <p:spPr>
          <a:xfrm>
            <a:off x="8684514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7" name="S07-line873"/>
          <p:cNvSpPr/>
          <p:nvPr/>
        </p:nvSpPr>
        <p:spPr>
          <a:xfrm flipH="1">
            <a:off x="8495874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74"/>
          <p:cNvSpPr/>
          <p:nvPr/>
        </p:nvSpPr>
        <p:spPr>
          <a:xfrm flipH="1" flipV="1">
            <a:off x="8246904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75"/>
          <p:cNvSpPr/>
          <p:nvPr/>
        </p:nvSpPr>
        <p:spPr>
          <a:xfrm>
            <a:off x="8903970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text87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아직 8 전이에요.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</a:t>
            </a:r>
            <a:endParaRPr lang="ko-KR" sz="4400" dirty="0"/>
          </a:p>
        </p:txBody>
      </p:sp>
      <p:sp>
        <p:nvSpPr>
          <p:cNvPr id="3" name="S08-text8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한 바퀴 돌면 60분이에요.</a:t>
            </a:r>
            <a:endParaRPr lang="ko-KR" sz="3200" dirty="0"/>
          </a:p>
        </p:txBody>
      </p:sp>
      <p:sp>
        <p:nvSpPr>
          <p:cNvPr id="4" name="S08-card8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숫자 한 칸만 움직여요.</a:t>
            </a:r>
            <a:endParaRPr lang="ko-KR" sz="3200" dirty="0"/>
          </a:p>
        </p:txBody>
      </p:sp>
      <p:sp>
        <p:nvSpPr>
          <p:cNvPr id="6" name="S08-figure880" descr="시계: 1시"/>
          <p:cNvSpPr/>
          <p:nvPr/>
        </p:nvSpPr>
        <p:spPr>
          <a:xfrm>
            <a:off x="2164207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8-line881"/>
          <p:cNvSpPr/>
          <p:nvPr/>
        </p:nvSpPr>
        <p:spPr>
          <a:xfrm>
            <a:off x="3241548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line882"/>
          <p:cNvSpPr/>
          <p:nvPr/>
        </p:nvSpPr>
        <p:spPr>
          <a:xfrm flipH="1">
            <a:off x="3344707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883"/>
          <p:cNvSpPr/>
          <p:nvPr/>
        </p:nvSpPr>
        <p:spPr>
          <a:xfrm flipH="1">
            <a:off x="3446736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884"/>
          <p:cNvSpPr/>
          <p:nvPr/>
        </p:nvSpPr>
        <p:spPr>
          <a:xfrm flipH="1">
            <a:off x="3546516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885"/>
          <p:cNvSpPr/>
          <p:nvPr/>
        </p:nvSpPr>
        <p:spPr>
          <a:xfrm flipH="1">
            <a:off x="3642956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line886"/>
          <p:cNvSpPr/>
          <p:nvPr/>
        </p:nvSpPr>
        <p:spPr>
          <a:xfrm flipH="1">
            <a:off x="3702677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ine887"/>
          <p:cNvSpPr/>
          <p:nvPr/>
        </p:nvSpPr>
        <p:spPr>
          <a:xfrm flipH="1">
            <a:off x="382163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888"/>
          <p:cNvSpPr/>
          <p:nvPr/>
        </p:nvSpPr>
        <p:spPr>
          <a:xfrm flipH="1">
            <a:off x="3901912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889"/>
          <p:cNvSpPr/>
          <p:nvPr/>
        </p:nvSpPr>
        <p:spPr>
          <a:xfrm flipH="1">
            <a:off x="3974956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890"/>
          <p:cNvSpPr/>
          <p:nvPr/>
        </p:nvSpPr>
        <p:spPr>
          <a:xfrm flipH="1">
            <a:off x="4039965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8-line891"/>
          <p:cNvSpPr/>
          <p:nvPr/>
        </p:nvSpPr>
        <p:spPr>
          <a:xfrm flipH="1">
            <a:off x="4040246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8-line892"/>
          <p:cNvSpPr/>
          <p:nvPr/>
        </p:nvSpPr>
        <p:spPr>
          <a:xfrm flipH="1">
            <a:off x="4143124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893"/>
          <p:cNvSpPr/>
          <p:nvPr/>
        </p:nvSpPr>
        <p:spPr>
          <a:xfrm flipH="1">
            <a:off x="4180144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894"/>
          <p:cNvSpPr/>
          <p:nvPr/>
        </p:nvSpPr>
        <p:spPr>
          <a:xfrm flipH="1">
            <a:off x="4206880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895"/>
          <p:cNvSpPr/>
          <p:nvPr/>
        </p:nvSpPr>
        <p:spPr>
          <a:xfrm flipH="1">
            <a:off x="42230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8-line896"/>
          <p:cNvSpPr/>
          <p:nvPr/>
        </p:nvSpPr>
        <p:spPr>
          <a:xfrm flipH="1">
            <a:off x="4163805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8-line897"/>
          <p:cNvSpPr/>
          <p:nvPr/>
        </p:nvSpPr>
        <p:spPr>
          <a:xfrm flipH="1" flipV="1">
            <a:off x="42230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898"/>
          <p:cNvSpPr/>
          <p:nvPr/>
        </p:nvSpPr>
        <p:spPr>
          <a:xfrm flipH="1" flipV="1">
            <a:off x="4206880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899"/>
          <p:cNvSpPr/>
          <p:nvPr/>
        </p:nvSpPr>
        <p:spPr>
          <a:xfrm flipH="1" flipV="1">
            <a:off x="4180144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900"/>
          <p:cNvSpPr/>
          <p:nvPr/>
        </p:nvSpPr>
        <p:spPr>
          <a:xfrm flipH="1" flipV="1">
            <a:off x="4143124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line901"/>
          <p:cNvSpPr/>
          <p:nvPr/>
        </p:nvSpPr>
        <p:spPr>
          <a:xfrm flipH="1" flipV="1">
            <a:off x="4040246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8-line902"/>
          <p:cNvSpPr/>
          <p:nvPr/>
        </p:nvSpPr>
        <p:spPr>
          <a:xfrm flipH="1" flipV="1">
            <a:off x="4039965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903"/>
          <p:cNvSpPr/>
          <p:nvPr/>
        </p:nvSpPr>
        <p:spPr>
          <a:xfrm flipH="1" flipV="1">
            <a:off x="3974956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904"/>
          <p:cNvSpPr/>
          <p:nvPr/>
        </p:nvSpPr>
        <p:spPr>
          <a:xfrm flipH="1" flipV="1">
            <a:off x="3901912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905"/>
          <p:cNvSpPr/>
          <p:nvPr/>
        </p:nvSpPr>
        <p:spPr>
          <a:xfrm flipH="1" flipV="1">
            <a:off x="382163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8-line906"/>
          <p:cNvSpPr/>
          <p:nvPr/>
        </p:nvSpPr>
        <p:spPr>
          <a:xfrm flipH="1" flipV="1">
            <a:off x="3702677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8-line907"/>
          <p:cNvSpPr/>
          <p:nvPr/>
        </p:nvSpPr>
        <p:spPr>
          <a:xfrm flipH="1" flipV="1">
            <a:off x="3642956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908"/>
          <p:cNvSpPr/>
          <p:nvPr/>
        </p:nvSpPr>
        <p:spPr>
          <a:xfrm flipH="1" flipV="1">
            <a:off x="3546516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909"/>
          <p:cNvSpPr/>
          <p:nvPr/>
        </p:nvSpPr>
        <p:spPr>
          <a:xfrm flipH="1" flipV="1">
            <a:off x="3446736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910"/>
          <p:cNvSpPr/>
          <p:nvPr/>
        </p:nvSpPr>
        <p:spPr>
          <a:xfrm flipH="1" flipV="1">
            <a:off x="3344707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8-line911"/>
          <p:cNvSpPr/>
          <p:nvPr/>
        </p:nvSpPr>
        <p:spPr>
          <a:xfrm flipV="1">
            <a:off x="3241548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8-line912"/>
          <p:cNvSpPr/>
          <p:nvPr/>
        </p:nvSpPr>
        <p:spPr>
          <a:xfrm flipV="1">
            <a:off x="3132758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913"/>
          <p:cNvSpPr/>
          <p:nvPr/>
        </p:nvSpPr>
        <p:spPr>
          <a:xfrm flipV="1">
            <a:off x="3025161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914"/>
          <p:cNvSpPr/>
          <p:nvPr/>
        </p:nvSpPr>
        <p:spPr>
          <a:xfrm flipV="1">
            <a:off x="2919934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915"/>
          <p:cNvSpPr/>
          <p:nvPr/>
        </p:nvSpPr>
        <p:spPr>
          <a:xfrm flipV="1">
            <a:off x="2818231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8-line916"/>
          <p:cNvSpPr/>
          <p:nvPr/>
        </p:nvSpPr>
        <p:spPr>
          <a:xfrm flipV="1">
            <a:off x="2721166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8-line917"/>
          <p:cNvSpPr/>
          <p:nvPr/>
        </p:nvSpPr>
        <p:spPr>
          <a:xfrm flipV="1">
            <a:off x="262980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918"/>
          <p:cNvSpPr/>
          <p:nvPr/>
        </p:nvSpPr>
        <p:spPr>
          <a:xfrm flipV="1">
            <a:off x="2545140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919"/>
          <p:cNvSpPr/>
          <p:nvPr/>
        </p:nvSpPr>
        <p:spPr>
          <a:xfrm flipV="1">
            <a:off x="2468109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920"/>
          <p:cNvSpPr/>
          <p:nvPr/>
        </p:nvSpPr>
        <p:spPr>
          <a:xfrm flipV="1">
            <a:off x="239955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921"/>
          <p:cNvSpPr/>
          <p:nvPr/>
        </p:nvSpPr>
        <p:spPr>
          <a:xfrm flipV="1">
            <a:off x="2340219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8-line922"/>
          <p:cNvSpPr/>
          <p:nvPr/>
        </p:nvSpPr>
        <p:spPr>
          <a:xfrm flipV="1">
            <a:off x="2290762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923"/>
          <p:cNvSpPr/>
          <p:nvPr/>
        </p:nvSpPr>
        <p:spPr>
          <a:xfrm flipV="1">
            <a:off x="2251722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924"/>
          <p:cNvSpPr/>
          <p:nvPr/>
        </p:nvSpPr>
        <p:spPr>
          <a:xfrm flipV="1">
            <a:off x="222352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925"/>
          <p:cNvSpPr/>
          <p:nvPr/>
        </p:nvSpPr>
        <p:spPr>
          <a:xfrm flipV="1">
            <a:off x="2206484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926"/>
          <p:cNvSpPr/>
          <p:nvPr/>
        </p:nvSpPr>
        <p:spPr>
          <a:xfrm>
            <a:off x="2200783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8-line927"/>
          <p:cNvSpPr/>
          <p:nvPr/>
        </p:nvSpPr>
        <p:spPr>
          <a:xfrm>
            <a:off x="2206484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928"/>
          <p:cNvSpPr/>
          <p:nvPr/>
        </p:nvSpPr>
        <p:spPr>
          <a:xfrm>
            <a:off x="222352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929"/>
          <p:cNvSpPr/>
          <p:nvPr/>
        </p:nvSpPr>
        <p:spPr>
          <a:xfrm>
            <a:off x="2251722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930"/>
          <p:cNvSpPr/>
          <p:nvPr/>
        </p:nvSpPr>
        <p:spPr>
          <a:xfrm>
            <a:off x="2290762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931"/>
          <p:cNvSpPr/>
          <p:nvPr/>
        </p:nvSpPr>
        <p:spPr>
          <a:xfrm>
            <a:off x="2340219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8-line932"/>
          <p:cNvSpPr/>
          <p:nvPr/>
        </p:nvSpPr>
        <p:spPr>
          <a:xfrm>
            <a:off x="239955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933"/>
          <p:cNvSpPr/>
          <p:nvPr/>
        </p:nvSpPr>
        <p:spPr>
          <a:xfrm>
            <a:off x="2468109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934"/>
          <p:cNvSpPr/>
          <p:nvPr/>
        </p:nvSpPr>
        <p:spPr>
          <a:xfrm>
            <a:off x="2545140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935"/>
          <p:cNvSpPr/>
          <p:nvPr/>
        </p:nvSpPr>
        <p:spPr>
          <a:xfrm>
            <a:off x="262980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936"/>
          <p:cNvSpPr/>
          <p:nvPr/>
        </p:nvSpPr>
        <p:spPr>
          <a:xfrm>
            <a:off x="2721166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8-line937"/>
          <p:cNvSpPr/>
          <p:nvPr/>
        </p:nvSpPr>
        <p:spPr>
          <a:xfrm>
            <a:off x="2818231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938"/>
          <p:cNvSpPr/>
          <p:nvPr/>
        </p:nvSpPr>
        <p:spPr>
          <a:xfrm>
            <a:off x="2919934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939"/>
          <p:cNvSpPr/>
          <p:nvPr/>
        </p:nvSpPr>
        <p:spPr>
          <a:xfrm>
            <a:off x="3025161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ine940"/>
          <p:cNvSpPr/>
          <p:nvPr/>
        </p:nvSpPr>
        <p:spPr>
          <a:xfrm>
            <a:off x="3132758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8-label941"/>
          <p:cNvSpPr txBox="1"/>
          <p:nvPr/>
        </p:nvSpPr>
        <p:spPr>
          <a:xfrm>
            <a:off x="33927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68" name="S08-label942"/>
          <p:cNvSpPr txBox="1"/>
          <p:nvPr/>
        </p:nvSpPr>
        <p:spPr>
          <a:xfrm>
            <a:off x="3704302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69" name="S08-label943"/>
          <p:cNvSpPr txBox="1"/>
          <p:nvPr/>
        </p:nvSpPr>
        <p:spPr>
          <a:xfrm>
            <a:off x="3818327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70" name="S08-label944"/>
          <p:cNvSpPr txBox="1"/>
          <p:nvPr/>
        </p:nvSpPr>
        <p:spPr>
          <a:xfrm>
            <a:off x="3704302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71" name="S08-label945"/>
          <p:cNvSpPr txBox="1"/>
          <p:nvPr/>
        </p:nvSpPr>
        <p:spPr>
          <a:xfrm>
            <a:off x="33927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72" name="S08-label946"/>
          <p:cNvSpPr txBox="1"/>
          <p:nvPr/>
        </p:nvSpPr>
        <p:spPr>
          <a:xfrm>
            <a:off x="2967228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73" name="S08-label947"/>
          <p:cNvSpPr txBox="1"/>
          <p:nvPr/>
        </p:nvSpPr>
        <p:spPr>
          <a:xfrm>
            <a:off x="25416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74" name="S08-label948"/>
          <p:cNvSpPr txBox="1"/>
          <p:nvPr/>
        </p:nvSpPr>
        <p:spPr>
          <a:xfrm>
            <a:off x="2230154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75" name="S08-label949"/>
          <p:cNvSpPr txBox="1"/>
          <p:nvPr/>
        </p:nvSpPr>
        <p:spPr>
          <a:xfrm>
            <a:off x="2116129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76" name="S08-label950"/>
          <p:cNvSpPr txBox="1"/>
          <p:nvPr/>
        </p:nvSpPr>
        <p:spPr>
          <a:xfrm>
            <a:off x="2230154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77" name="S08-label951"/>
          <p:cNvSpPr txBox="1"/>
          <p:nvPr/>
        </p:nvSpPr>
        <p:spPr>
          <a:xfrm>
            <a:off x="25416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78" name="S08-label952"/>
          <p:cNvSpPr txBox="1"/>
          <p:nvPr/>
        </p:nvSpPr>
        <p:spPr>
          <a:xfrm>
            <a:off x="2967228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79" name="S08-line953"/>
          <p:cNvSpPr/>
          <p:nvPr/>
        </p:nvSpPr>
        <p:spPr>
          <a:xfrm flipV="1">
            <a:off x="3241548" y="2678499"/>
            <a:ext cx="237015" cy="41052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8-line954"/>
          <p:cNvSpPr/>
          <p:nvPr/>
        </p:nvSpPr>
        <p:spPr>
          <a:xfrm flipV="1">
            <a:off x="3241548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8-pin955"/>
          <p:cNvSpPr/>
          <p:nvPr/>
        </p:nvSpPr>
        <p:spPr>
          <a:xfrm>
            <a:off x="3186684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8-label95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600" dirty="0"/>
          </a:p>
        </p:txBody>
      </p:sp>
      <p:sp>
        <p:nvSpPr>
          <p:cNvPr id="83" name="S08-figure957" descr="시계: 2시"/>
          <p:cNvSpPr/>
          <p:nvPr/>
        </p:nvSpPr>
        <p:spPr>
          <a:xfrm>
            <a:off x="7870063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08-line958"/>
          <p:cNvSpPr/>
          <p:nvPr/>
        </p:nvSpPr>
        <p:spPr>
          <a:xfrm>
            <a:off x="8947404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08-line959"/>
          <p:cNvSpPr/>
          <p:nvPr/>
        </p:nvSpPr>
        <p:spPr>
          <a:xfrm flipH="1">
            <a:off x="9050563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960"/>
          <p:cNvSpPr/>
          <p:nvPr/>
        </p:nvSpPr>
        <p:spPr>
          <a:xfrm flipH="1">
            <a:off x="9152592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961"/>
          <p:cNvSpPr/>
          <p:nvPr/>
        </p:nvSpPr>
        <p:spPr>
          <a:xfrm flipH="1">
            <a:off x="9252372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962"/>
          <p:cNvSpPr/>
          <p:nvPr/>
        </p:nvSpPr>
        <p:spPr>
          <a:xfrm flipH="1">
            <a:off x="9348812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963"/>
          <p:cNvSpPr/>
          <p:nvPr/>
        </p:nvSpPr>
        <p:spPr>
          <a:xfrm flipH="1">
            <a:off x="9408533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08-line964"/>
          <p:cNvSpPr/>
          <p:nvPr/>
        </p:nvSpPr>
        <p:spPr>
          <a:xfrm flipH="1">
            <a:off x="952748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965"/>
          <p:cNvSpPr/>
          <p:nvPr/>
        </p:nvSpPr>
        <p:spPr>
          <a:xfrm flipH="1">
            <a:off x="9607768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966"/>
          <p:cNvSpPr/>
          <p:nvPr/>
        </p:nvSpPr>
        <p:spPr>
          <a:xfrm flipH="1">
            <a:off x="9680812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967"/>
          <p:cNvSpPr/>
          <p:nvPr/>
        </p:nvSpPr>
        <p:spPr>
          <a:xfrm flipH="1">
            <a:off x="974582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8-line968"/>
          <p:cNvSpPr/>
          <p:nvPr/>
        </p:nvSpPr>
        <p:spPr>
          <a:xfrm flipH="1">
            <a:off x="9746102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08-line969"/>
          <p:cNvSpPr/>
          <p:nvPr/>
        </p:nvSpPr>
        <p:spPr>
          <a:xfrm flipH="1">
            <a:off x="9848980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970"/>
          <p:cNvSpPr/>
          <p:nvPr/>
        </p:nvSpPr>
        <p:spPr>
          <a:xfrm flipH="1">
            <a:off x="9886000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971"/>
          <p:cNvSpPr/>
          <p:nvPr/>
        </p:nvSpPr>
        <p:spPr>
          <a:xfrm flipH="1">
            <a:off x="991273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972"/>
          <p:cNvSpPr/>
          <p:nvPr/>
        </p:nvSpPr>
        <p:spPr>
          <a:xfrm flipH="1">
            <a:off x="9928896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973"/>
          <p:cNvSpPr/>
          <p:nvPr/>
        </p:nvSpPr>
        <p:spPr>
          <a:xfrm flipH="1">
            <a:off x="9869661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08-line974"/>
          <p:cNvSpPr/>
          <p:nvPr/>
        </p:nvSpPr>
        <p:spPr>
          <a:xfrm flipH="1" flipV="1">
            <a:off x="9928896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975"/>
          <p:cNvSpPr/>
          <p:nvPr/>
        </p:nvSpPr>
        <p:spPr>
          <a:xfrm flipH="1" flipV="1">
            <a:off x="991273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976"/>
          <p:cNvSpPr/>
          <p:nvPr/>
        </p:nvSpPr>
        <p:spPr>
          <a:xfrm flipH="1" flipV="1">
            <a:off x="9886000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977"/>
          <p:cNvSpPr/>
          <p:nvPr/>
        </p:nvSpPr>
        <p:spPr>
          <a:xfrm flipH="1" flipV="1">
            <a:off x="9848980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8-line978"/>
          <p:cNvSpPr/>
          <p:nvPr/>
        </p:nvSpPr>
        <p:spPr>
          <a:xfrm flipH="1" flipV="1">
            <a:off x="9746102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08-line979"/>
          <p:cNvSpPr/>
          <p:nvPr/>
        </p:nvSpPr>
        <p:spPr>
          <a:xfrm flipH="1" flipV="1">
            <a:off x="974582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980"/>
          <p:cNvSpPr/>
          <p:nvPr/>
        </p:nvSpPr>
        <p:spPr>
          <a:xfrm flipH="1" flipV="1">
            <a:off x="9680812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981"/>
          <p:cNvSpPr/>
          <p:nvPr/>
        </p:nvSpPr>
        <p:spPr>
          <a:xfrm flipH="1" flipV="1">
            <a:off x="9607768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982"/>
          <p:cNvSpPr/>
          <p:nvPr/>
        </p:nvSpPr>
        <p:spPr>
          <a:xfrm flipH="1" flipV="1">
            <a:off x="952748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983"/>
          <p:cNvSpPr/>
          <p:nvPr/>
        </p:nvSpPr>
        <p:spPr>
          <a:xfrm flipH="1" flipV="1">
            <a:off x="9408533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08-line984"/>
          <p:cNvSpPr/>
          <p:nvPr/>
        </p:nvSpPr>
        <p:spPr>
          <a:xfrm flipH="1" flipV="1">
            <a:off x="9348812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985"/>
          <p:cNvSpPr/>
          <p:nvPr/>
        </p:nvSpPr>
        <p:spPr>
          <a:xfrm flipH="1" flipV="1">
            <a:off x="9252372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986"/>
          <p:cNvSpPr/>
          <p:nvPr/>
        </p:nvSpPr>
        <p:spPr>
          <a:xfrm flipH="1" flipV="1">
            <a:off x="9152592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987"/>
          <p:cNvSpPr/>
          <p:nvPr/>
        </p:nvSpPr>
        <p:spPr>
          <a:xfrm flipH="1" flipV="1">
            <a:off x="9050563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8-line988"/>
          <p:cNvSpPr/>
          <p:nvPr/>
        </p:nvSpPr>
        <p:spPr>
          <a:xfrm flipV="1">
            <a:off x="8947404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08-line989"/>
          <p:cNvSpPr/>
          <p:nvPr/>
        </p:nvSpPr>
        <p:spPr>
          <a:xfrm flipV="1">
            <a:off x="8838614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990"/>
          <p:cNvSpPr/>
          <p:nvPr/>
        </p:nvSpPr>
        <p:spPr>
          <a:xfrm flipV="1">
            <a:off x="8731017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991"/>
          <p:cNvSpPr/>
          <p:nvPr/>
        </p:nvSpPr>
        <p:spPr>
          <a:xfrm flipV="1">
            <a:off x="8625790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992"/>
          <p:cNvSpPr/>
          <p:nvPr/>
        </p:nvSpPr>
        <p:spPr>
          <a:xfrm flipV="1">
            <a:off x="8524087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8-line993"/>
          <p:cNvSpPr/>
          <p:nvPr/>
        </p:nvSpPr>
        <p:spPr>
          <a:xfrm flipV="1">
            <a:off x="8427022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08-line994"/>
          <p:cNvSpPr/>
          <p:nvPr/>
        </p:nvSpPr>
        <p:spPr>
          <a:xfrm flipV="1">
            <a:off x="833565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995"/>
          <p:cNvSpPr/>
          <p:nvPr/>
        </p:nvSpPr>
        <p:spPr>
          <a:xfrm flipV="1">
            <a:off x="8250996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996"/>
          <p:cNvSpPr/>
          <p:nvPr/>
        </p:nvSpPr>
        <p:spPr>
          <a:xfrm flipV="1">
            <a:off x="8173965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997"/>
          <p:cNvSpPr/>
          <p:nvPr/>
        </p:nvSpPr>
        <p:spPr>
          <a:xfrm flipV="1">
            <a:off x="8105407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8-line998"/>
          <p:cNvSpPr/>
          <p:nvPr/>
        </p:nvSpPr>
        <p:spPr>
          <a:xfrm flipV="1">
            <a:off x="8046075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08-line999"/>
          <p:cNvSpPr/>
          <p:nvPr/>
        </p:nvSpPr>
        <p:spPr>
          <a:xfrm flipV="1">
            <a:off x="7996618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1000"/>
          <p:cNvSpPr/>
          <p:nvPr/>
        </p:nvSpPr>
        <p:spPr>
          <a:xfrm flipV="1">
            <a:off x="7957578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1001"/>
          <p:cNvSpPr/>
          <p:nvPr/>
        </p:nvSpPr>
        <p:spPr>
          <a:xfrm flipV="1">
            <a:off x="7929382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1002"/>
          <p:cNvSpPr/>
          <p:nvPr/>
        </p:nvSpPr>
        <p:spPr>
          <a:xfrm flipV="1">
            <a:off x="79123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8-line1003"/>
          <p:cNvSpPr/>
          <p:nvPr/>
        </p:nvSpPr>
        <p:spPr>
          <a:xfrm>
            <a:off x="7906639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08-line1004"/>
          <p:cNvSpPr/>
          <p:nvPr/>
        </p:nvSpPr>
        <p:spPr>
          <a:xfrm>
            <a:off x="79123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1005"/>
          <p:cNvSpPr/>
          <p:nvPr/>
        </p:nvSpPr>
        <p:spPr>
          <a:xfrm>
            <a:off x="7929382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1006"/>
          <p:cNvSpPr/>
          <p:nvPr/>
        </p:nvSpPr>
        <p:spPr>
          <a:xfrm>
            <a:off x="7957578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1007"/>
          <p:cNvSpPr/>
          <p:nvPr/>
        </p:nvSpPr>
        <p:spPr>
          <a:xfrm>
            <a:off x="7996618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8-line1008"/>
          <p:cNvSpPr/>
          <p:nvPr/>
        </p:nvSpPr>
        <p:spPr>
          <a:xfrm>
            <a:off x="8046075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08-line1009"/>
          <p:cNvSpPr/>
          <p:nvPr/>
        </p:nvSpPr>
        <p:spPr>
          <a:xfrm>
            <a:off x="8105407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1010"/>
          <p:cNvSpPr/>
          <p:nvPr/>
        </p:nvSpPr>
        <p:spPr>
          <a:xfrm>
            <a:off x="8173965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1011"/>
          <p:cNvSpPr/>
          <p:nvPr/>
        </p:nvSpPr>
        <p:spPr>
          <a:xfrm>
            <a:off x="8250996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1012"/>
          <p:cNvSpPr/>
          <p:nvPr/>
        </p:nvSpPr>
        <p:spPr>
          <a:xfrm>
            <a:off x="833565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8-line1013"/>
          <p:cNvSpPr/>
          <p:nvPr/>
        </p:nvSpPr>
        <p:spPr>
          <a:xfrm>
            <a:off x="8427022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08-line1014"/>
          <p:cNvSpPr/>
          <p:nvPr/>
        </p:nvSpPr>
        <p:spPr>
          <a:xfrm>
            <a:off x="8524087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1015"/>
          <p:cNvSpPr/>
          <p:nvPr/>
        </p:nvSpPr>
        <p:spPr>
          <a:xfrm>
            <a:off x="8625790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1016"/>
          <p:cNvSpPr/>
          <p:nvPr/>
        </p:nvSpPr>
        <p:spPr>
          <a:xfrm>
            <a:off x="8731017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ine1017"/>
          <p:cNvSpPr/>
          <p:nvPr/>
        </p:nvSpPr>
        <p:spPr>
          <a:xfrm>
            <a:off x="8838614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8-label1018"/>
          <p:cNvSpPr txBox="1"/>
          <p:nvPr/>
        </p:nvSpPr>
        <p:spPr>
          <a:xfrm>
            <a:off x="90986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145" name="S08-label1019"/>
          <p:cNvSpPr txBox="1"/>
          <p:nvPr/>
        </p:nvSpPr>
        <p:spPr>
          <a:xfrm>
            <a:off x="9410158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146" name="S08-label1020"/>
          <p:cNvSpPr txBox="1"/>
          <p:nvPr/>
        </p:nvSpPr>
        <p:spPr>
          <a:xfrm>
            <a:off x="9524183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47" name="S08-label1021"/>
          <p:cNvSpPr txBox="1"/>
          <p:nvPr/>
        </p:nvSpPr>
        <p:spPr>
          <a:xfrm>
            <a:off x="9410158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148" name="S08-label1022"/>
          <p:cNvSpPr txBox="1"/>
          <p:nvPr/>
        </p:nvSpPr>
        <p:spPr>
          <a:xfrm>
            <a:off x="90986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49" name="S08-label1023"/>
          <p:cNvSpPr txBox="1"/>
          <p:nvPr/>
        </p:nvSpPr>
        <p:spPr>
          <a:xfrm>
            <a:off x="8673084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50" name="S08-label1024"/>
          <p:cNvSpPr txBox="1"/>
          <p:nvPr/>
        </p:nvSpPr>
        <p:spPr>
          <a:xfrm>
            <a:off x="82475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151" name="S08-label1025"/>
          <p:cNvSpPr txBox="1"/>
          <p:nvPr/>
        </p:nvSpPr>
        <p:spPr>
          <a:xfrm>
            <a:off x="7936010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152" name="S08-label1026"/>
          <p:cNvSpPr txBox="1"/>
          <p:nvPr/>
        </p:nvSpPr>
        <p:spPr>
          <a:xfrm>
            <a:off x="7821985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153" name="S08-label1027"/>
          <p:cNvSpPr txBox="1"/>
          <p:nvPr/>
        </p:nvSpPr>
        <p:spPr>
          <a:xfrm>
            <a:off x="7936010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54" name="S08-label1028"/>
          <p:cNvSpPr txBox="1"/>
          <p:nvPr/>
        </p:nvSpPr>
        <p:spPr>
          <a:xfrm>
            <a:off x="82475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155" name="S08-label1029"/>
          <p:cNvSpPr txBox="1"/>
          <p:nvPr/>
        </p:nvSpPr>
        <p:spPr>
          <a:xfrm>
            <a:off x="8673084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156" name="S08-line1030"/>
          <p:cNvSpPr/>
          <p:nvPr/>
        </p:nvSpPr>
        <p:spPr>
          <a:xfrm flipV="1">
            <a:off x="8947404" y="2852006"/>
            <a:ext cx="410522" cy="23701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08-line1031"/>
          <p:cNvSpPr/>
          <p:nvPr/>
        </p:nvSpPr>
        <p:spPr>
          <a:xfrm flipV="1">
            <a:off x="8947404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08-pin1032"/>
          <p:cNvSpPr/>
          <p:nvPr/>
        </p:nvSpPr>
        <p:spPr>
          <a:xfrm>
            <a:off x="8892540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08-label103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분으로 바꾸어요</a:t>
            </a:r>
            <a:endParaRPr lang="ko-KR" sz="4400" dirty="0"/>
          </a:p>
        </p:txBody>
      </p:sp>
      <p:sp>
        <p:nvSpPr>
          <p:cNvPr id="3" name="S09-text103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20분은 몇 분일까요?</a:t>
            </a:r>
            <a:endParaRPr lang="ko-KR" sz="3200" dirty="0"/>
          </a:p>
        </p:txBody>
      </p:sp>
      <p:sp>
        <p:nvSpPr>
          <p:cNvPr id="4" name="S09-label1035"/>
          <p:cNvSpPr txBox="1"/>
          <p:nvPr/>
        </p:nvSpPr>
        <p:spPr>
          <a:xfrm>
            <a:off x="6920911" y="34610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</a:t>
            </a:r>
            <a:endParaRPr lang="ko-KR" sz="2600" dirty="0"/>
          </a:p>
        </p:txBody>
      </p:sp>
      <p:sp>
        <p:nvSpPr>
          <p:cNvPr id="5" name="S09-cell1036"/>
          <p:cNvSpPr/>
          <p:nvPr/>
        </p:nvSpPr>
        <p:spPr>
          <a:xfrm>
            <a:off x="797247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1037"/>
          <p:cNvSpPr/>
          <p:nvPr/>
        </p:nvSpPr>
        <p:spPr>
          <a:xfrm>
            <a:off x="858377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038"/>
          <p:cNvSpPr/>
          <p:nvPr/>
        </p:nvSpPr>
        <p:spPr>
          <a:xfrm>
            <a:off x="9195084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039"/>
          <p:cNvSpPr/>
          <p:nvPr/>
        </p:nvSpPr>
        <p:spPr>
          <a:xfrm>
            <a:off x="980639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40"/>
          <p:cNvSpPr/>
          <p:nvPr/>
        </p:nvSpPr>
        <p:spPr>
          <a:xfrm>
            <a:off x="1041769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041"/>
          <p:cNvSpPr/>
          <p:nvPr/>
        </p:nvSpPr>
        <p:spPr>
          <a:xfrm>
            <a:off x="11029005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figure1042" descr="똑같이 6칸으로 나눈 띠, 6칸 색칠"/>
          <p:cNvSpPr/>
          <p:nvPr/>
        </p:nvSpPr>
        <p:spPr>
          <a:xfrm>
            <a:off x="7972471" y="3461004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9-label1043"/>
          <p:cNvSpPr txBox="1"/>
          <p:nvPr/>
        </p:nvSpPr>
        <p:spPr>
          <a:xfrm>
            <a:off x="6920911" y="453999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20분</a:t>
            </a:r>
            <a:endParaRPr lang="ko-KR" sz="2600" dirty="0"/>
          </a:p>
        </p:txBody>
      </p:sp>
      <p:sp>
        <p:nvSpPr>
          <p:cNvPr id="13" name="S09-cell1044"/>
          <p:cNvSpPr/>
          <p:nvPr/>
        </p:nvSpPr>
        <p:spPr>
          <a:xfrm>
            <a:off x="7972471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45"/>
          <p:cNvSpPr/>
          <p:nvPr/>
        </p:nvSpPr>
        <p:spPr>
          <a:xfrm>
            <a:off x="8583778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46"/>
          <p:cNvSpPr/>
          <p:nvPr/>
        </p:nvSpPr>
        <p:spPr>
          <a:xfrm>
            <a:off x="9195084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7"/>
          <p:cNvSpPr/>
          <p:nvPr/>
        </p:nvSpPr>
        <p:spPr>
          <a:xfrm>
            <a:off x="9806391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048"/>
          <p:cNvSpPr/>
          <p:nvPr/>
        </p:nvSpPr>
        <p:spPr>
          <a:xfrm>
            <a:off x="10417698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049"/>
          <p:cNvSpPr/>
          <p:nvPr/>
        </p:nvSpPr>
        <p:spPr>
          <a:xfrm>
            <a:off x="11029005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figure1050" descr="똑같이 6칸으로 나눈 띠, 2칸 색칠"/>
          <p:cNvSpPr/>
          <p:nvPr/>
        </p:nvSpPr>
        <p:spPr>
          <a:xfrm>
            <a:off x="7972471" y="4539996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9-stepno1051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9-text1052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60분이에요.</a:t>
            </a:r>
            <a:endParaRPr lang="ko-KR" sz="3200" dirty="0"/>
          </a:p>
        </p:txBody>
      </p:sp>
      <p:sp>
        <p:nvSpPr>
          <p:cNvPr id="22" name="S09-stepno1053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09-text1054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60분과 20분을 더해요.</a:t>
            </a:r>
            <a:endParaRPr lang="ko-KR" sz="3200" dirty="0"/>
          </a:p>
        </p:txBody>
      </p:sp>
      <p:sp>
        <p:nvSpPr>
          <p:cNvPr id="24" name="S09-stepno1055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9-text1056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 = 80분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24시간</a:t>
            </a:r>
            <a:endParaRPr lang="ko-KR" sz="4400" dirty="0"/>
          </a:p>
        </p:txBody>
      </p:sp>
      <p:sp>
        <p:nvSpPr>
          <p:cNvPr id="3" name="S10-text10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1시간이에요.</a:t>
            </a:r>
            <a:endParaRPr lang="ko-KR" sz="3200" dirty="0"/>
          </a:p>
        </p:txBody>
      </p:sp>
      <p:sp>
        <p:nvSpPr>
          <p:cNvPr id="4" name="S10-card105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5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24시간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12시간과 오후 12시간이에요.</a:t>
            </a:r>
            <a:endParaRPr lang="ko-KR" sz="3200" dirty="0"/>
          </a:p>
        </p:txBody>
      </p:sp>
      <p:sp>
        <p:nvSpPr>
          <p:cNvPr id="6" name="S10-card1060"/>
          <p:cNvSpPr/>
          <p:nvPr/>
        </p:nvSpPr>
        <p:spPr>
          <a:xfrm>
            <a:off x="548640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061"/>
          <p:cNvSpPr txBox="1"/>
          <p:nvPr/>
        </p:nvSpPr>
        <p:spPr>
          <a:xfrm>
            <a:off x="822960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12시부터 낮 12시까지 오전</a:t>
            </a:r>
            <a:endParaRPr lang="ko-KR" sz="3200" dirty="0"/>
          </a:p>
        </p:txBody>
      </p:sp>
      <p:sp>
        <p:nvSpPr>
          <p:cNvPr id="8" name="S10-card1062"/>
          <p:cNvSpPr/>
          <p:nvPr/>
        </p:nvSpPr>
        <p:spPr>
          <a:xfrm>
            <a:off x="6208776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1063"/>
          <p:cNvSpPr txBox="1"/>
          <p:nvPr/>
        </p:nvSpPr>
        <p:spPr>
          <a:xfrm>
            <a:off x="6483096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 12시부터 밤 12시까지 오후</a:t>
            </a:r>
            <a:endParaRPr lang="ko-KR" sz="3200" dirty="0"/>
          </a:p>
        </p:txBody>
      </p:sp>
      <p:sp>
        <p:nvSpPr>
          <p:cNvPr id="10" name="S10-label1064"/>
          <p:cNvSpPr txBox="1"/>
          <p:nvPr/>
        </p:nvSpPr>
        <p:spPr>
          <a:xfrm>
            <a:off x="548640" y="2148840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</a:t>
            </a:r>
            <a:endParaRPr lang="ko-KR" sz="2600" dirty="0"/>
          </a:p>
        </p:txBody>
      </p:sp>
      <p:sp>
        <p:nvSpPr>
          <p:cNvPr id="11" name="S10-cell1065"/>
          <p:cNvSpPr/>
          <p:nvPr/>
        </p:nvSpPr>
        <p:spPr>
          <a:xfrm>
            <a:off x="160020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1066"/>
          <p:cNvSpPr/>
          <p:nvPr/>
        </p:nvSpPr>
        <p:spPr>
          <a:xfrm>
            <a:off x="243687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067"/>
          <p:cNvSpPr/>
          <p:nvPr/>
        </p:nvSpPr>
        <p:spPr>
          <a:xfrm>
            <a:off x="327355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068"/>
          <p:cNvSpPr/>
          <p:nvPr/>
        </p:nvSpPr>
        <p:spPr>
          <a:xfrm>
            <a:off x="411022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069"/>
          <p:cNvSpPr/>
          <p:nvPr/>
        </p:nvSpPr>
        <p:spPr>
          <a:xfrm>
            <a:off x="494690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070"/>
          <p:cNvSpPr/>
          <p:nvPr/>
        </p:nvSpPr>
        <p:spPr>
          <a:xfrm>
            <a:off x="578358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071"/>
          <p:cNvSpPr/>
          <p:nvPr/>
        </p:nvSpPr>
        <p:spPr>
          <a:xfrm>
            <a:off x="662025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072"/>
          <p:cNvSpPr/>
          <p:nvPr/>
        </p:nvSpPr>
        <p:spPr>
          <a:xfrm>
            <a:off x="745693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073"/>
          <p:cNvSpPr/>
          <p:nvPr/>
        </p:nvSpPr>
        <p:spPr>
          <a:xfrm>
            <a:off x="829360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074"/>
          <p:cNvSpPr/>
          <p:nvPr/>
        </p:nvSpPr>
        <p:spPr>
          <a:xfrm>
            <a:off x="913028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075"/>
          <p:cNvSpPr/>
          <p:nvPr/>
        </p:nvSpPr>
        <p:spPr>
          <a:xfrm>
            <a:off x="996696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1076"/>
          <p:cNvSpPr/>
          <p:nvPr/>
        </p:nvSpPr>
        <p:spPr>
          <a:xfrm>
            <a:off x="1080363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1077" descr="똑같이 12칸으로 나눈 띠"/>
          <p:cNvSpPr/>
          <p:nvPr/>
        </p:nvSpPr>
        <p:spPr>
          <a:xfrm>
            <a:off x="1600200" y="2148840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1078"/>
          <p:cNvSpPr txBox="1"/>
          <p:nvPr/>
        </p:nvSpPr>
        <p:spPr>
          <a:xfrm>
            <a:off x="548640" y="2701798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</a:t>
            </a:r>
            <a:endParaRPr lang="ko-KR" sz="2600" dirty="0"/>
          </a:p>
        </p:txBody>
      </p:sp>
      <p:sp>
        <p:nvSpPr>
          <p:cNvPr id="25" name="S10-cell1079"/>
          <p:cNvSpPr/>
          <p:nvPr/>
        </p:nvSpPr>
        <p:spPr>
          <a:xfrm>
            <a:off x="160020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1080"/>
          <p:cNvSpPr/>
          <p:nvPr/>
        </p:nvSpPr>
        <p:spPr>
          <a:xfrm>
            <a:off x="243687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1081"/>
          <p:cNvSpPr/>
          <p:nvPr/>
        </p:nvSpPr>
        <p:spPr>
          <a:xfrm>
            <a:off x="327355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1082"/>
          <p:cNvSpPr/>
          <p:nvPr/>
        </p:nvSpPr>
        <p:spPr>
          <a:xfrm>
            <a:off x="411022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1083"/>
          <p:cNvSpPr/>
          <p:nvPr/>
        </p:nvSpPr>
        <p:spPr>
          <a:xfrm>
            <a:off x="494690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1084"/>
          <p:cNvSpPr/>
          <p:nvPr/>
        </p:nvSpPr>
        <p:spPr>
          <a:xfrm>
            <a:off x="578358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cell1085"/>
          <p:cNvSpPr/>
          <p:nvPr/>
        </p:nvSpPr>
        <p:spPr>
          <a:xfrm>
            <a:off x="662025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0-cell1086"/>
          <p:cNvSpPr/>
          <p:nvPr/>
        </p:nvSpPr>
        <p:spPr>
          <a:xfrm>
            <a:off x="745693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1087"/>
          <p:cNvSpPr/>
          <p:nvPr/>
        </p:nvSpPr>
        <p:spPr>
          <a:xfrm>
            <a:off x="829360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1088"/>
          <p:cNvSpPr/>
          <p:nvPr/>
        </p:nvSpPr>
        <p:spPr>
          <a:xfrm>
            <a:off x="913028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1089"/>
          <p:cNvSpPr/>
          <p:nvPr/>
        </p:nvSpPr>
        <p:spPr>
          <a:xfrm>
            <a:off x="996696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1090"/>
          <p:cNvSpPr/>
          <p:nvPr/>
        </p:nvSpPr>
        <p:spPr>
          <a:xfrm>
            <a:off x="1080363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figure1091" descr="똑같이 12칸으로 나눈 띠"/>
          <p:cNvSpPr/>
          <p:nvPr/>
        </p:nvSpPr>
        <p:spPr>
          <a:xfrm>
            <a:off x="1600200" y="2701798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바꾸어요</a:t>
            </a:r>
            <a:endParaRPr lang="ko-KR" sz="4400" dirty="0"/>
          </a:p>
        </p:txBody>
      </p:sp>
      <p:sp>
        <p:nvSpPr>
          <p:cNvPr id="3" name="S11-card10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0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60분이에요.</a:t>
            </a:r>
            <a:endParaRPr lang="ko-KR" sz="3200" dirty="0"/>
          </a:p>
        </p:txBody>
      </p:sp>
      <p:sp>
        <p:nvSpPr>
          <p:cNvPr id="5" name="S11-chip10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eqtext10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 분</a:t>
            </a:r>
            <a:endParaRPr lang="ko-KR" sz="3600" dirty="0"/>
          </a:p>
        </p:txBody>
      </p:sp>
      <p:sp>
        <p:nvSpPr>
          <p:cNvPr id="7" name="S11-chip109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1-eqtext109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30분 = □ 분</a:t>
            </a:r>
            <a:endParaRPr lang="ko-KR" sz="3600" dirty="0"/>
          </a:p>
        </p:txBody>
      </p:sp>
      <p:sp>
        <p:nvSpPr>
          <p:cNvPr id="9" name="S11-chip109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1-eqtext109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70분 = □ 시간 □ 분</a:t>
            </a:r>
            <a:endParaRPr lang="ko-KR" sz="3600" dirty="0"/>
          </a:p>
        </p:txBody>
      </p:sp>
      <p:sp>
        <p:nvSpPr>
          <p:cNvPr id="11" name="S11-chip110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1-eqtext110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□ 시간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시각을 읽고, ③은 답해요.</a:t>
            </a:r>
            <a:endParaRPr lang="ko-KR" sz="3200" dirty="0"/>
          </a:p>
        </p:txBody>
      </p:sp>
      <p:sp>
        <p:nvSpPr>
          <p:cNvPr id="4" name="S12-card1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3시 20분에서 1시간이 지나면 몇 시 몇 분?</a:t>
            </a:r>
            <a:endParaRPr lang="ko-KR" sz="3200" dirty="0"/>
          </a:p>
        </p:txBody>
      </p:sp>
      <p:sp>
        <p:nvSpPr>
          <p:cNvPr id="6" name="S12-figure1105" descr="시계: 5시 40분"/>
          <p:cNvSpPr/>
          <p:nvPr/>
        </p:nvSpPr>
        <p:spPr>
          <a:xfrm>
            <a:off x="995553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2-line1106"/>
          <p:cNvSpPr/>
          <p:nvPr/>
        </p:nvSpPr>
        <p:spPr>
          <a:xfrm>
            <a:off x="2290572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2-line1107"/>
          <p:cNvSpPr/>
          <p:nvPr/>
        </p:nvSpPr>
        <p:spPr>
          <a:xfrm flipH="1">
            <a:off x="2415347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108"/>
          <p:cNvSpPr/>
          <p:nvPr/>
        </p:nvSpPr>
        <p:spPr>
          <a:xfrm flipH="1">
            <a:off x="2538755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109"/>
          <p:cNvSpPr/>
          <p:nvPr/>
        </p:nvSpPr>
        <p:spPr>
          <a:xfrm flipH="1">
            <a:off x="2659443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110"/>
          <p:cNvSpPr/>
          <p:nvPr/>
        </p:nvSpPr>
        <p:spPr>
          <a:xfrm flipH="1">
            <a:off x="2776090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1111"/>
          <p:cNvSpPr/>
          <p:nvPr/>
        </p:nvSpPr>
        <p:spPr>
          <a:xfrm flipH="1">
            <a:off x="2848567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line1112"/>
          <p:cNvSpPr/>
          <p:nvPr/>
        </p:nvSpPr>
        <p:spPr>
          <a:xfrm flipH="1">
            <a:off x="2992207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113"/>
          <p:cNvSpPr/>
          <p:nvPr/>
        </p:nvSpPr>
        <p:spPr>
          <a:xfrm flipH="1">
            <a:off x="3089308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114"/>
          <p:cNvSpPr/>
          <p:nvPr/>
        </p:nvSpPr>
        <p:spPr>
          <a:xfrm flipH="1">
            <a:off x="3177658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115"/>
          <p:cNvSpPr/>
          <p:nvPr/>
        </p:nvSpPr>
        <p:spPr>
          <a:xfrm flipH="1">
            <a:off x="3256289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line1116"/>
          <p:cNvSpPr/>
          <p:nvPr/>
        </p:nvSpPr>
        <p:spPr>
          <a:xfrm flipH="1">
            <a:off x="325704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ine1117"/>
          <p:cNvSpPr/>
          <p:nvPr/>
        </p:nvSpPr>
        <p:spPr>
          <a:xfrm flipH="1">
            <a:off x="3381064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118"/>
          <p:cNvSpPr/>
          <p:nvPr/>
        </p:nvSpPr>
        <p:spPr>
          <a:xfrm flipH="1">
            <a:off x="3425841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119"/>
          <p:cNvSpPr/>
          <p:nvPr/>
        </p:nvSpPr>
        <p:spPr>
          <a:xfrm flipH="1">
            <a:off x="345817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120"/>
          <p:cNvSpPr/>
          <p:nvPr/>
        </p:nvSpPr>
        <p:spPr>
          <a:xfrm flipH="1">
            <a:off x="3477725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1121"/>
          <p:cNvSpPr/>
          <p:nvPr/>
        </p:nvSpPr>
        <p:spPr>
          <a:xfrm flipH="1">
            <a:off x="340656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2-line1122"/>
          <p:cNvSpPr/>
          <p:nvPr/>
        </p:nvSpPr>
        <p:spPr>
          <a:xfrm flipH="1" flipV="1">
            <a:off x="3477725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123"/>
          <p:cNvSpPr/>
          <p:nvPr/>
        </p:nvSpPr>
        <p:spPr>
          <a:xfrm flipH="1" flipV="1">
            <a:off x="345817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124"/>
          <p:cNvSpPr/>
          <p:nvPr/>
        </p:nvSpPr>
        <p:spPr>
          <a:xfrm flipH="1" flipV="1">
            <a:off x="3425841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125"/>
          <p:cNvSpPr/>
          <p:nvPr/>
        </p:nvSpPr>
        <p:spPr>
          <a:xfrm flipH="1" flipV="1">
            <a:off x="3381064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line1126"/>
          <p:cNvSpPr/>
          <p:nvPr/>
        </p:nvSpPr>
        <p:spPr>
          <a:xfrm flipH="1" flipV="1">
            <a:off x="325704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2-line1127"/>
          <p:cNvSpPr/>
          <p:nvPr/>
        </p:nvSpPr>
        <p:spPr>
          <a:xfrm flipH="1" flipV="1">
            <a:off x="3256289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128"/>
          <p:cNvSpPr/>
          <p:nvPr/>
        </p:nvSpPr>
        <p:spPr>
          <a:xfrm flipH="1" flipV="1">
            <a:off x="3177658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129"/>
          <p:cNvSpPr/>
          <p:nvPr/>
        </p:nvSpPr>
        <p:spPr>
          <a:xfrm flipH="1" flipV="1">
            <a:off x="3089308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130"/>
          <p:cNvSpPr/>
          <p:nvPr/>
        </p:nvSpPr>
        <p:spPr>
          <a:xfrm flipH="1" flipV="1">
            <a:off x="2992207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1131"/>
          <p:cNvSpPr/>
          <p:nvPr/>
        </p:nvSpPr>
        <p:spPr>
          <a:xfrm flipH="1" flipV="1">
            <a:off x="2848567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2-line1132"/>
          <p:cNvSpPr/>
          <p:nvPr/>
        </p:nvSpPr>
        <p:spPr>
          <a:xfrm flipH="1" flipV="1">
            <a:off x="2776090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133"/>
          <p:cNvSpPr/>
          <p:nvPr/>
        </p:nvSpPr>
        <p:spPr>
          <a:xfrm flipH="1" flipV="1">
            <a:off x="2659443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134"/>
          <p:cNvSpPr/>
          <p:nvPr/>
        </p:nvSpPr>
        <p:spPr>
          <a:xfrm flipH="1" flipV="1">
            <a:off x="2538755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135"/>
          <p:cNvSpPr/>
          <p:nvPr/>
        </p:nvSpPr>
        <p:spPr>
          <a:xfrm flipH="1" flipV="1">
            <a:off x="2415347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line1136"/>
          <p:cNvSpPr/>
          <p:nvPr/>
        </p:nvSpPr>
        <p:spPr>
          <a:xfrm flipV="1">
            <a:off x="2290572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2-line1137"/>
          <p:cNvSpPr/>
          <p:nvPr/>
        </p:nvSpPr>
        <p:spPr>
          <a:xfrm flipV="1">
            <a:off x="2159029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138"/>
          <p:cNvSpPr/>
          <p:nvPr/>
        </p:nvSpPr>
        <p:spPr>
          <a:xfrm flipV="1">
            <a:off x="2028927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139"/>
          <p:cNvSpPr/>
          <p:nvPr/>
        </p:nvSpPr>
        <p:spPr>
          <a:xfrm flipV="1">
            <a:off x="1901692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140"/>
          <p:cNvSpPr/>
          <p:nvPr/>
        </p:nvSpPr>
        <p:spPr>
          <a:xfrm flipV="1">
            <a:off x="1778717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1141"/>
          <p:cNvSpPr/>
          <p:nvPr/>
        </p:nvSpPr>
        <p:spPr>
          <a:xfrm flipV="1">
            <a:off x="166135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2-line1142"/>
          <p:cNvSpPr/>
          <p:nvPr/>
        </p:nvSpPr>
        <p:spPr>
          <a:xfrm flipV="1">
            <a:off x="1550878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143"/>
          <p:cNvSpPr/>
          <p:nvPr/>
        </p:nvSpPr>
        <p:spPr>
          <a:xfrm flipV="1">
            <a:off x="1448509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144"/>
          <p:cNvSpPr/>
          <p:nvPr/>
        </p:nvSpPr>
        <p:spPr>
          <a:xfrm flipV="1">
            <a:off x="1355367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145"/>
          <p:cNvSpPr/>
          <p:nvPr/>
        </p:nvSpPr>
        <p:spPr>
          <a:xfrm flipV="1">
            <a:off x="1272470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line1146"/>
          <p:cNvSpPr/>
          <p:nvPr/>
        </p:nvSpPr>
        <p:spPr>
          <a:xfrm flipV="1">
            <a:off x="120072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2-line1147"/>
          <p:cNvSpPr/>
          <p:nvPr/>
        </p:nvSpPr>
        <p:spPr>
          <a:xfrm flipV="1">
            <a:off x="1140927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148"/>
          <p:cNvSpPr/>
          <p:nvPr/>
        </p:nvSpPr>
        <p:spPr>
          <a:xfrm flipV="1">
            <a:off x="1093722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149"/>
          <p:cNvSpPr/>
          <p:nvPr/>
        </p:nvSpPr>
        <p:spPr>
          <a:xfrm flipV="1">
            <a:off x="105962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150"/>
          <p:cNvSpPr/>
          <p:nvPr/>
        </p:nvSpPr>
        <p:spPr>
          <a:xfrm flipV="1">
            <a:off x="1039023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1151"/>
          <p:cNvSpPr/>
          <p:nvPr/>
        </p:nvSpPr>
        <p:spPr>
          <a:xfrm>
            <a:off x="1032129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2-line1152"/>
          <p:cNvSpPr/>
          <p:nvPr/>
        </p:nvSpPr>
        <p:spPr>
          <a:xfrm>
            <a:off x="1039023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153"/>
          <p:cNvSpPr/>
          <p:nvPr/>
        </p:nvSpPr>
        <p:spPr>
          <a:xfrm>
            <a:off x="105962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154"/>
          <p:cNvSpPr/>
          <p:nvPr/>
        </p:nvSpPr>
        <p:spPr>
          <a:xfrm>
            <a:off x="1093722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155"/>
          <p:cNvSpPr/>
          <p:nvPr/>
        </p:nvSpPr>
        <p:spPr>
          <a:xfrm>
            <a:off x="1140927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line1156"/>
          <p:cNvSpPr/>
          <p:nvPr/>
        </p:nvSpPr>
        <p:spPr>
          <a:xfrm>
            <a:off x="120072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2-line1157"/>
          <p:cNvSpPr/>
          <p:nvPr/>
        </p:nvSpPr>
        <p:spPr>
          <a:xfrm>
            <a:off x="1272470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158"/>
          <p:cNvSpPr/>
          <p:nvPr/>
        </p:nvSpPr>
        <p:spPr>
          <a:xfrm>
            <a:off x="1355367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159"/>
          <p:cNvSpPr/>
          <p:nvPr/>
        </p:nvSpPr>
        <p:spPr>
          <a:xfrm>
            <a:off x="1448509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160"/>
          <p:cNvSpPr/>
          <p:nvPr/>
        </p:nvSpPr>
        <p:spPr>
          <a:xfrm>
            <a:off x="1550878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1161"/>
          <p:cNvSpPr/>
          <p:nvPr/>
        </p:nvSpPr>
        <p:spPr>
          <a:xfrm>
            <a:off x="1661350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2-line1162"/>
          <p:cNvSpPr/>
          <p:nvPr/>
        </p:nvSpPr>
        <p:spPr>
          <a:xfrm>
            <a:off x="1778717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163"/>
          <p:cNvSpPr/>
          <p:nvPr/>
        </p:nvSpPr>
        <p:spPr>
          <a:xfrm>
            <a:off x="1901692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164"/>
          <p:cNvSpPr/>
          <p:nvPr/>
        </p:nvSpPr>
        <p:spPr>
          <a:xfrm>
            <a:off x="2028927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1165"/>
          <p:cNvSpPr/>
          <p:nvPr/>
        </p:nvSpPr>
        <p:spPr>
          <a:xfrm>
            <a:off x="2159029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label1166"/>
          <p:cNvSpPr txBox="1"/>
          <p:nvPr/>
        </p:nvSpPr>
        <p:spPr>
          <a:xfrm>
            <a:off x="2527785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12-label1167"/>
          <p:cNvSpPr txBox="1"/>
          <p:nvPr/>
        </p:nvSpPr>
        <p:spPr>
          <a:xfrm>
            <a:off x="2902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12-label1168"/>
          <p:cNvSpPr txBox="1"/>
          <p:nvPr/>
        </p:nvSpPr>
        <p:spPr>
          <a:xfrm>
            <a:off x="303931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12-label1169"/>
          <p:cNvSpPr txBox="1"/>
          <p:nvPr/>
        </p:nvSpPr>
        <p:spPr>
          <a:xfrm>
            <a:off x="2902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12-label1170"/>
          <p:cNvSpPr txBox="1"/>
          <p:nvPr/>
        </p:nvSpPr>
        <p:spPr>
          <a:xfrm>
            <a:off x="2527785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12-label1171"/>
          <p:cNvSpPr txBox="1"/>
          <p:nvPr/>
        </p:nvSpPr>
        <p:spPr>
          <a:xfrm>
            <a:off x="2016252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12-label1172"/>
          <p:cNvSpPr txBox="1"/>
          <p:nvPr/>
        </p:nvSpPr>
        <p:spPr>
          <a:xfrm>
            <a:off x="150471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12-label1173"/>
          <p:cNvSpPr txBox="1"/>
          <p:nvPr/>
        </p:nvSpPr>
        <p:spPr>
          <a:xfrm>
            <a:off x="1130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12-label1174"/>
          <p:cNvSpPr txBox="1"/>
          <p:nvPr/>
        </p:nvSpPr>
        <p:spPr>
          <a:xfrm>
            <a:off x="99318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12-label1175"/>
          <p:cNvSpPr txBox="1"/>
          <p:nvPr/>
        </p:nvSpPr>
        <p:spPr>
          <a:xfrm>
            <a:off x="1130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12-label1176"/>
          <p:cNvSpPr txBox="1"/>
          <p:nvPr/>
        </p:nvSpPr>
        <p:spPr>
          <a:xfrm>
            <a:off x="150471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12-label1177"/>
          <p:cNvSpPr txBox="1"/>
          <p:nvPr/>
        </p:nvSpPr>
        <p:spPr>
          <a:xfrm>
            <a:off x="2016252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12-line1178"/>
          <p:cNvSpPr/>
          <p:nvPr/>
        </p:nvSpPr>
        <p:spPr>
          <a:xfrm>
            <a:off x="2290572" y="3306699"/>
            <a:ext cx="98946" cy="56115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2-line1179"/>
          <p:cNvSpPr/>
          <p:nvPr/>
        </p:nvSpPr>
        <p:spPr>
          <a:xfrm flipH="1">
            <a:off x="1572800" y="3306699"/>
            <a:ext cx="717772" cy="41440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2-pin1180"/>
          <p:cNvSpPr/>
          <p:nvPr/>
        </p:nvSpPr>
        <p:spPr>
          <a:xfrm>
            <a:off x="2235708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2-label1181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3" name="S12-figure1182" descr="시계: 10시 13분"/>
          <p:cNvSpPr/>
          <p:nvPr/>
        </p:nvSpPr>
        <p:spPr>
          <a:xfrm>
            <a:off x="4799457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2-line1183"/>
          <p:cNvSpPr/>
          <p:nvPr/>
        </p:nvSpPr>
        <p:spPr>
          <a:xfrm>
            <a:off x="6094476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2-line1184"/>
          <p:cNvSpPr/>
          <p:nvPr/>
        </p:nvSpPr>
        <p:spPr>
          <a:xfrm flipH="1">
            <a:off x="6219251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185"/>
          <p:cNvSpPr/>
          <p:nvPr/>
        </p:nvSpPr>
        <p:spPr>
          <a:xfrm flipH="1">
            <a:off x="6342659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186"/>
          <p:cNvSpPr/>
          <p:nvPr/>
        </p:nvSpPr>
        <p:spPr>
          <a:xfrm flipH="1">
            <a:off x="6463347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187"/>
          <p:cNvSpPr/>
          <p:nvPr/>
        </p:nvSpPr>
        <p:spPr>
          <a:xfrm flipH="1">
            <a:off x="6579994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1188"/>
          <p:cNvSpPr/>
          <p:nvPr/>
        </p:nvSpPr>
        <p:spPr>
          <a:xfrm flipH="1">
            <a:off x="6652471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2-line1189"/>
          <p:cNvSpPr/>
          <p:nvPr/>
        </p:nvSpPr>
        <p:spPr>
          <a:xfrm flipH="1">
            <a:off x="6796111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190"/>
          <p:cNvSpPr/>
          <p:nvPr/>
        </p:nvSpPr>
        <p:spPr>
          <a:xfrm flipH="1">
            <a:off x="6893212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191"/>
          <p:cNvSpPr/>
          <p:nvPr/>
        </p:nvSpPr>
        <p:spPr>
          <a:xfrm flipH="1">
            <a:off x="6981562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192"/>
          <p:cNvSpPr/>
          <p:nvPr/>
        </p:nvSpPr>
        <p:spPr>
          <a:xfrm flipH="1">
            <a:off x="7060193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1193"/>
          <p:cNvSpPr/>
          <p:nvPr/>
        </p:nvSpPr>
        <p:spPr>
          <a:xfrm flipH="1">
            <a:off x="706095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2-line1194"/>
          <p:cNvSpPr/>
          <p:nvPr/>
        </p:nvSpPr>
        <p:spPr>
          <a:xfrm flipH="1">
            <a:off x="7184968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195"/>
          <p:cNvSpPr/>
          <p:nvPr/>
        </p:nvSpPr>
        <p:spPr>
          <a:xfrm flipH="1">
            <a:off x="7229745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196"/>
          <p:cNvSpPr/>
          <p:nvPr/>
        </p:nvSpPr>
        <p:spPr>
          <a:xfrm flipH="1">
            <a:off x="726208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197"/>
          <p:cNvSpPr/>
          <p:nvPr/>
        </p:nvSpPr>
        <p:spPr>
          <a:xfrm flipH="1">
            <a:off x="7281629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1198"/>
          <p:cNvSpPr/>
          <p:nvPr/>
        </p:nvSpPr>
        <p:spPr>
          <a:xfrm flipH="1">
            <a:off x="7210467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2-line1199"/>
          <p:cNvSpPr/>
          <p:nvPr/>
        </p:nvSpPr>
        <p:spPr>
          <a:xfrm flipH="1" flipV="1">
            <a:off x="7281629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200"/>
          <p:cNvSpPr/>
          <p:nvPr/>
        </p:nvSpPr>
        <p:spPr>
          <a:xfrm flipH="1" flipV="1">
            <a:off x="726208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201"/>
          <p:cNvSpPr/>
          <p:nvPr/>
        </p:nvSpPr>
        <p:spPr>
          <a:xfrm flipH="1" flipV="1">
            <a:off x="7229745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202"/>
          <p:cNvSpPr/>
          <p:nvPr/>
        </p:nvSpPr>
        <p:spPr>
          <a:xfrm flipH="1" flipV="1">
            <a:off x="7184968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1203"/>
          <p:cNvSpPr/>
          <p:nvPr/>
        </p:nvSpPr>
        <p:spPr>
          <a:xfrm flipH="1" flipV="1">
            <a:off x="706095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2-line1204"/>
          <p:cNvSpPr/>
          <p:nvPr/>
        </p:nvSpPr>
        <p:spPr>
          <a:xfrm flipH="1" flipV="1">
            <a:off x="7060193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205"/>
          <p:cNvSpPr/>
          <p:nvPr/>
        </p:nvSpPr>
        <p:spPr>
          <a:xfrm flipH="1" flipV="1">
            <a:off x="6981562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206"/>
          <p:cNvSpPr/>
          <p:nvPr/>
        </p:nvSpPr>
        <p:spPr>
          <a:xfrm flipH="1" flipV="1">
            <a:off x="6893212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207"/>
          <p:cNvSpPr/>
          <p:nvPr/>
        </p:nvSpPr>
        <p:spPr>
          <a:xfrm flipH="1" flipV="1">
            <a:off x="6796111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1208"/>
          <p:cNvSpPr/>
          <p:nvPr/>
        </p:nvSpPr>
        <p:spPr>
          <a:xfrm flipH="1" flipV="1">
            <a:off x="665247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2-line1209"/>
          <p:cNvSpPr/>
          <p:nvPr/>
        </p:nvSpPr>
        <p:spPr>
          <a:xfrm flipH="1" flipV="1">
            <a:off x="6579994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210"/>
          <p:cNvSpPr/>
          <p:nvPr/>
        </p:nvSpPr>
        <p:spPr>
          <a:xfrm flipH="1" flipV="1">
            <a:off x="6463347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211"/>
          <p:cNvSpPr/>
          <p:nvPr/>
        </p:nvSpPr>
        <p:spPr>
          <a:xfrm flipH="1" flipV="1">
            <a:off x="6342659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212"/>
          <p:cNvSpPr/>
          <p:nvPr/>
        </p:nvSpPr>
        <p:spPr>
          <a:xfrm flipH="1" flipV="1">
            <a:off x="6219251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1213"/>
          <p:cNvSpPr/>
          <p:nvPr/>
        </p:nvSpPr>
        <p:spPr>
          <a:xfrm flipV="1">
            <a:off x="6094476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2-line1214"/>
          <p:cNvSpPr/>
          <p:nvPr/>
        </p:nvSpPr>
        <p:spPr>
          <a:xfrm flipV="1">
            <a:off x="5962933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215"/>
          <p:cNvSpPr/>
          <p:nvPr/>
        </p:nvSpPr>
        <p:spPr>
          <a:xfrm flipV="1">
            <a:off x="5832831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216"/>
          <p:cNvSpPr/>
          <p:nvPr/>
        </p:nvSpPr>
        <p:spPr>
          <a:xfrm flipV="1">
            <a:off x="5705596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217"/>
          <p:cNvSpPr/>
          <p:nvPr/>
        </p:nvSpPr>
        <p:spPr>
          <a:xfrm flipV="1">
            <a:off x="5582621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1218"/>
          <p:cNvSpPr/>
          <p:nvPr/>
        </p:nvSpPr>
        <p:spPr>
          <a:xfrm flipV="1">
            <a:off x="5465255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2-line1219"/>
          <p:cNvSpPr/>
          <p:nvPr/>
        </p:nvSpPr>
        <p:spPr>
          <a:xfrm flipV="1">
            <a:off x="5354782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220"/>
          <p:cNvSpPr/>
          <p:nvPr/>
        </p:nvSpPr>
        <p:spPr>
          <a:xfrm flipV="1">
            <a:off x="5252413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221"/>
          <p:cNvSpPr/>
          <p:nvPr/>
        </p:nvSpPr>
        <p:spPr>
          <a:xfrm flipV="1">
            <a:off x="5159271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222"/>
          <p:cNvSpPr/>
          <p:nvPr/>
        </p:nvSpPr>
        <p:spPr>
          <a:xfrm flipV="1">
            <a:off x="5076374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1223"/>
          <p:cNvSpPr/>
          <p:nvPr/>
        </p:nvSpPr>
        <p:spPr>
          <a:xfrm flipV="1">
            <a:off x="500463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2-line1224"/>
          <p:cNvSpPr/>
          <p:nvPr/>
        </p:nvSpPr>
        <p:spPr>
          <a:xfrm flipV="1">
            <a:off x="4944831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225"/>
          <p:cNvSpPr/>
          <p:nvPr/>
        </p:nvSpPr>
        <p:spPr>
          <a:xfrm flipV="1">
            <a:off x="4897626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226"/>
          <p:cNvSpPr/>
          <p:nvPr/>
        </p:nvSpPr>
        <p:spPr>
          <a:xfrm flipV="1">
            <a:off x="486353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227"/>
          <p:cNvSpPr/>
          <p:nvPr/>
        </p:nvSpPr>
        <p:spPr>
          <a:xfrm flipV="1">
            <a:off x="4842927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1228"/>
          <p:cNvSpPr/>
          <p:nvPr/>
        </p:nvSpPr>
        <p:spPr>
          <a:xfrm>
            <a:off x="483603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2-line1229"/>
          <p:cNvSpPr/>
          <p:nvPr/>
        </p:nvSpPr>
        <p:spPr>
          <a:xfrm>
            <a:off x="4842927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230"/>
          <p:cNvSpPr/>
          <p:nvPr/>
        </p:nvSpPr>
        <p:spPr>
          <a:xfrm>
            <a:off x="486353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231"/>
          <p:cNvSpPr/>
          <p:nvPr/>
        </p:nvSpPr>
        <p:spPr>
          <a:xfrm>
            <a:off x="4897626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232"/>
          <p:cNvSpPr/>
          <p:nvPr/>
        </p:nvSpPr>
        <p:spPr>
          <a:xfrm>
            <a:off x="4944831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1233"/>
          <p:cNvSpPr/>
          <p:nvPr/>
        </p:nvSpPr>
        <p:spPr>
          <a:xfrm>
            <a:off x="500463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2-line1234"/>
          <p:cNvSpPr/>
          <p:nvPr/>
        </p:nvSpPr>
        <p:spPr>
          <a:xfrm>
            <a:off x="5076374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235"/>
          <p:cNvSpPr/>
          <p:nvPr/>
        </p:nvSpPr>
        <p:spPr>
          <a:xfrm>
            <a:off x="5159271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236"/>
          <p:cNvSpPr/>
          <p:nvPr/>
        </p:nvSpPr>
        <p:spPr>
          <a:xfrm>
            <a:off x="5252413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237"/>
          <p:cNvSpPr/>
          <p:nvPr/>
        </p:nvSpPr>
        <p:spPr>
          <a:xfrm>
            <a:off x="5354782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1238"/>
          <p:cNvSpPr/>
          <p:nvPr/>
        </p:nvSpPr>
        <p:spPr>
          <a:xfrm>
            <a:off x="5465255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2-line1239"/>
          <p:cNvSpPr/>
          <p:nvPr/>
        </p:nvSpPr>
        <p:spPr>
          <a:xfrm>
            <a:off x="5582621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240"/>
          <p:cNvSpPr/>
          <p:nvPr/>
        </p:nvSpPr>
        <p:spPr>
          <a:xfrm>
            <a:off x="5705596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241"/>
          <p:cNvSpPr/>
          <p:nvPr/>
        </p:nvSpPr>
        <p:spPr>
          <a:xfrm>
            <a:off x="5832831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ine1242"/>
          <p:cNvSpPr/>
          <p:nvPr/>
        </p:nvSpPr>
        <p:spPr>
          <a:xfrm>
            <a:off x="5962933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abel1243"/>
          <p:cNvSpPr txBox="1"/>
          <p:nvPr/>
        </p:nvSpPr>
        <p:spPr>
          <a:xfrm>
            <a:off x="633168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5" name="S12-label1244"/>
          <p:cNvSpPr txBox="1"/>
          <p:nvPr/>
        </p:nvSpPr>
        <p:spPr>
          <a:xfrm>
            <a:off x="6706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6" name="S12-label1245"/>
          <p:cNvSpPr txBox="1"/>
          <p:nvPr/>
        </p:nvSpPr>
        <p:spPr>
          <a:xfrm>
            <a:off x="684322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7" name="S12-label1246"/>
          <p:cNvSpPr txBox="1"/>
          <p:nvPr/>
        </p:nvSpPr>
        <p:spPr>
          <a:xfrm>
            <a:off x="6706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8" name="S12-label1247"/>
          <p:cNvSpPr txBox="1"/>
          <p:nvPr/>
        </p:nvSpPr>
        <p:spPr>
          <a:xfrm>
            <a:off x="633168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49" name="S12-label1248"/>
          <p:cNvSpPr txBox="1"/>
          <p:nvPr/>
        </p:nvSpPr>
        <p:spPr>
          <a:xfrm>
            <a:off x="5820156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0" name="S12-label1249"/>
          <p:cNvSpPr txBox="1"/>
          <p:nvPr/>
        </p:nvSpPr>
        <p:spPr>
          <a:xfrm>
            <a:off x="5308623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1" name="S12-label1250"/>
          <p:cNvSpPr txBox="1"/>
          <p:nvPr/>
        </p:nvSpPr>
        <p:spPr>
          <a:xfrm>
            <a:off x="4934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2" name="S12-label1251"/>
          <p:cNvSpPr txBox="1"/>
          <p:nvPr/>
        </p:nvSpPr>
        <p:spPr>
          <a:xfrm>
            <a:off x="479709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3" name="S12-label1252"/>
          <p:cNvSpPr txBox="1"/>
          <p:nvPr/>
        </p:nvSpPr>
        <p:spPr>
          <a:xfrm>
            <a:off x="4934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4" name="S12-label1253"/>
          <p:cNvSpPr txBox="1"/>
          <p:nvPr/>
        </p:nvSpPr>
        <p:spPr>
          <a:xfrm>
            <a:off x="5308623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5" name="S12-label1254"/>
          <p:cNvSpPr txBox="1"/>
          <p:nvPr/>
        </p:nvSpPr>
        <p:spPr>
          <a:xfrm>
            <a:off x="5820156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6" name="S12-line1255"/>
          <p:cNvSpPr/>
          <p:nvPr/>
        </p:nvSpPr>
        <p:spPr>
          <a:xfrm flipH="1" flipV="1">
            <a:off x="5636432" y="2967764"/>
            <a:ext cx="458044" cy="33893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2-line1256"/>
          <p:cNvSpPr/>
          <p:nvPr/>
        </p:nvSpPr>
        <p:spPr>
          <a:xfrm flipV="1">
            <a:off x="6094476" y="3134379"/>
            <a:ext cx="810701" cy="17232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2-pin1257"/>
          <p:cNvSpPr/>
          <p:nvPr/>
        </p:nvSpPr>
        <p:spPr>
          <a:xfrm>
            <a:off x="6039612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2-label1258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0" name="S12-bigtext1259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15분은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3000" dirty="0"/>
          </a:p>
        </p:txBody>
      </p:sp>
      <p:sp>
        <p:nvSpPr>
          <p:cNvPr id="161" name="S12-label126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26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6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진짜 시계로 같은 시각을 만들어 다시 읽게 하세요.</a:t>
            </a:r>
            <a:endParaRPr lang="ko-KR" sz="3200" dirty="0"/>
          </a:p>
        </p:txBody>
      </p:sp>
      <p:sp>
        <p:nvSpPr>
          <p:cNvPr id="5" name="S13-chip126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264"/>
          <p:cNvSpPr txBox="1"/>
          <p:nvPr/>
        </p:nvSpPr>
        <p:spPr>
          <a:xfrm>
            <a:off x="548640" y="205740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5시 40분</a:t>
            </a:r>
            <a:endParaRPr lang="ko-KR" sz="3200" dirty="0"/>
          </a:p>
        </p:txBody>
      </p:sp>
      <p:sp>
        <p:nvSpPr>
          <p:cNvPr id="7" name="S13-text1265"/>
          <p:cNvSpPr txBox="1"/>
          <p:nvPr/>
        </p:nvSpPr>
        <p:spPr>
          <a:xfrm>
            <a:off x="3367278" y="205740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 8</a:t>
            </a:r>
            <a:endParaRPr lang="ko-KR" sz="2600" dirty="0"/>
          </a:p>
        </p:txBody>
      </p:sp>
      <p:sp>
        <p:nvSpPr>
          <p:cNvPr id="8" name="S13-text1266"/>
          <p:cNvSpPr txBox="1"/>
          <p:nvPr/>
        </p:nvSpPr>
        <p:spPr>
          <a:xfrm>
            <a:off x="548640" y="274447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10시 13분</a:t>
            </a:r>
            <a:endParaRPr lang="ko-KR" sz="3200" dirty="0"/>
          </a:p>
        </p:txBody>
      </p:sp>
      <p:sp>
        <p:nvSpPr>
          <p:cNvPr id="9" name="S13-text1267"/>
          <p:cNvSpPr txBox="1"/>
          <p:nvPr/>
        </p:nvSpPr>
        <p:spPr>
          <a:xfrm>
            <a:off x="3367278" y="274447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 + 3칸</a:t>
            </a:r>
            <a:endParaRPr lang="ko-KR" sz="2600" dirty="0"/>
          </a:p>
        </p:txBody>
      </p:sp>
      <p:sp>
        <p:nvSpPr>
          <p:cNvPr id="10" name="S13-text1268"/>
          <p:cNvSpPr txBox="1"/>
          <p:nvPr/>
        </p:nvSpPr>
        <p:spPr>
          <a:xfrm>
            <a:off x="548640" y="343154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75분</a:t>
            </a:r>
            <a:endParaRPr lang="ko-KR" sz="3200" dirty="0"/>
          </a:p>
        </p:txBody>
      </p:sp>
      <p:sp>
        <p:nvSpPr>
          <p:cNvPr id="11" name="S13-text1269"/>
          <p:cNvSpPr txBox="1"/>
          <p:nvPr/>
        </p:nvSpPr>
        <p:spPr>
          <a:xfrm>
            <a:off x="3367278" y="343154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+ 15</a:t>
            </a:r>
            <a:endParaRPr lang="ko-KR" sz="2600" dirty="0"/>
          </a:p>
        </p:txBody>
      </p:sp>
      <p:sp>
        <p:nvSpPr>
          <p:cNvPr id="12" name="S13-text1270"/>
          <p:cNvSpPr txBox="1"/>
          <p:nvPr/>
        </p:nvSpPr>
        <p:spPr>
          <a:xfrm>
            <a:off x="548640" y="411861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4시 20분</a:t>
            </a:r>
            <a:endParaRPr lang="ko-KR" sz="3200" dirty="0"/>
          </a:p>
        </p:txBody>
      </p:sp>
      <p:sp>
        <p:nvSpPr>
          <p:cNvPr id="13" name="S13-text1271"/>
          <p:cNvSpPr txBox="1"/>
          <p:nvPr/>
        </p:nvSpPr>
        <p:spPr>
          <a:xfrm>
            <a:off x="3367278" y="411861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뒤</a:t>
            </a:r>
            <a:endParaRPr lang="ko-KR" sz="2600" dirty="0"/>
          </a:p>
        </p:txBody>
      </p:sp>
      <p:sp>
        <p:nvSpPr>
          <p:cNvPr id="14" name="S13-chip12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3-text127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6시 40분</a:t>
            </a:r>
            <a:endParaRPr lang="ko-KR" sz="3200" dirty="0"/>
          </a:p>
        </p:txBody>
      </p:sp>
      <p:sp>
        <p:nvSpPr>
          <p:cNvPr id="16" name="S13-text127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숫자를 읽음</a:t>
            </a:r>
            <a:endParaRPr lang="ko-KR" sz="2600" dirty="0"/>
          </a:p>
        </p:txBody>
      </p:sp>
      <p:sp>
        <p:nvSpPr>
          <p:cNvPr id="17" name="S13-text127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10시 3분</a:t>
            </a:r>
            <a:endParaRPr lang="ko-KR" sz="3200" dirty="0"/>
          </a:p>
        </p:txBody>
      </p:sp>
      <p:sp>
        <p:nvSpPr>
          <p:cNvPr id="18" name="S13-text127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눈금만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뒤는?</a:t>
            </a:r>
            <a:endParaRPr lang="ko-KR" sz="4400" dirty="0"/>
          </a:p>
        </p:txBody>
      </p:sp>
      <p:sp>
        <p:nvSpPr>
          <p:cNvPr id="3" name="S14-text12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30분에서 1시간이 지났어요.</a:t>
            </a:r>
            <a:endParaRPr lang="ko-KR" sz="3200" dirty="0"/>
          </a:p>
        </p:txBody>
      </p:sp>
      <p:sp>
        <p:nvSpPr>
          <p:cNvPr id="4" name="S14-card12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2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2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figure1281" descr="시계: 2시 31분"/>
          <p:cNvSpPr/>
          <p:nvPr/>
        </p:nvSpPr>
        <p:spPr>
          <a:xfrm>
            <a:off x="1072896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4-line1282"/>
          <p:cNvSpPr/>
          <p:nvPr/>
        </p:nvSpPr>
        <p:spPr>
          <a:xfrm>
            <a:off x="2275332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4-line1283"/>
          <p:cNvSpPr/>
          <p:nvPr/>
        </p:nvSpPr>
        <p:spPr>
          <a:xfrm flipH="1">
            <a:off x="2390913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284"/>
          <p:cNvSpPr/>
          <p:nvPr/>
        </p:nvSpPr>
        <p:spPr>
          <a:xfrm flipH="1">
            <a:off x="2505228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285"/>
          <p:cNvSpPr/>
          <p:nvPr/>
        </p:nvSpPr>
        <p:spPr>
          <a:xfrm flipH="1">
            <a:off x="2617024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286"/>
          <p:cNvSpPr/>
          <p:nvPr/>
        </p:nvSpPr>
        <p:spPr>
          <a:xfrm flipH="1">
            <a:off x="2725076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1287"/>
          <p:cNvSpPr/>
          <p:nvPr/>
        </p:nvSpPr>
        <p:spPr>
          <a:xfrm flipH="1">
            <a:off x="2792128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4-line1288"/>
          <p:cNvSpPr/>
          <p:nvPr/>
        </p:nvSpPr>
        <p:spPr>
          <a:xfrm flipH="1">
            <a:off x="2925269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289"/>
          <p:cNvSpPr/>
          <p:nvPr/>
        </p:nvSpPr>
        <p:spPr>
          <a:xfrm flipH="1">
            <a:off x="3015215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290"/>
          <p:cNvSpPr/>
          <p:nvPr/>
        </p:nvSpPr>
        <p:spPr>
          <a:xfrm flipH="1">
            <a:off x="3097056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291"/>
          <p:cNvSpPr/>
          <p:nvPr/>
        </p:nvSpPr>
        <p:spPr>
          <a:xfrm flipH="1">
            <a:off x="3169893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1292"/>
          <p:cNvSpPr/>
          <p:nvPr/>
        </p:nvSpPr>
        <p:spPr>
          <a:xfrm flipH="1">
            <a:off x="3170449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4-line1293"/>
          <p:cNvSpPr/>
          <p:nvPr/>
        </p:nvSpPr>
        <p:spPr>
          <a:xfrm flipH="1">
            <a:off x="328547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294"/>
          <p:cNvSpPr/>
          <p:nvPr/>
        </p:nvSpPr>
        <p:spPr>
          <a:xfrm flipH="1">
            <a:off x="3326952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295"/>
          <p:cNvSpPr/>
          <p:nvPr/>
        </p:nvSpPr>
        <p:spPr>
          <a:xfrm flipH="1">
            <a:off x="335690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296"/>
          <p:cNvSpPr/>
          <p:nvPr/>
        </p:nvSpPr>
        <p:spPr>
          <a:xfrm flipH="1">
            <a:off x="337501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1297"/>
          <p:cNvSpPr/>
          <p:nvPr/>
        </p:nvSpPr>
        <p:spPr>
          <a:xfrm flipH="1">
            <a:off x="3308924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4-line1298"/>
          <p:cNvSpPr/>
          <p:nvPr/>
        </p:nvSpPr>
        <p:spPr>
          <a:xfrm flipH="1" flipV="1">
            <a:off x="337501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299"/>
          <p:cNvSpPr/>
          <p:nvPr/>
        </p:nvSpPr>
        <p:spPr>
          <a:xfrm flipH="1" flipV="1">
            <a:off x="335690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300"/>
          <p:cNvSpPr/>
          <p:nvPr/>
        </p:nvSpPr>
        <p:spPr>
          <a:xfrm flipH="1" flipV="1">
            <a:off x="3326952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301"/>
          <p:cNvSpPr/>
          <p:nvPr/>
        </p:nvSpPr>
        <p:spPr>
          <a:xfrm flipH="1" flipV="1">
            <a:off x="328547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1302"/>
          <p:cNvSpPr/>
          <p:nvPr/>
        </p:nvSpPr>
        <p:spPr>
          <a:xfrm flipH="1" flipV="1">
            <a:off x="3170449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4-line1303"/>
          <p:cNvSpPr/>
          <p:nvPr/>
        </p:nvSpPr>
        <p:spPr>
          <a:xfrm flipH="1" flipV="1">
            <a:off x="3169893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304"/>
          <p:cNvSpPr/>
          <p:nvPr/>
        </p:nvSpPr>
        <p:spPr>
          <a:xfrm flipH="1" flipV="1">
            <a:off x="3097056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305"/>
          <p:cNvSpPr/>
          <p:nvPr/>
        </p:nvSpPr>
        <p:spPr>
          <a:xfrm flipH="1" flipV="1">
            <a:off x="3015215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306"/>
          <p:cNvSpPr/>
          <p:nvPr/>
        </p:nvSpPr>
        <p:spPr>
          <a:xfrm flipH="1" flipV="1">
            <a:off x="2925269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1307"/>
          <p:cNvSpPr/>
          <p:nvPr/>
        </p:nvSpPr>
        <p:spPr>
          <a:xfrm flipH="1" flipV="1">
            <a:off x="2792128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4-line1308"/>
          <p:cNvSpPr/>
          <p:nvPr/>
        </p:nvSpPr>
        <p:spPr>
          <a:xfrm flipH="1" flipV="1">
            <a:off x="2725076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309"/>
          <p:cNvSpPr/>
          <p:nvPr/>
        </p:nvSpPr>
        <p:spPr>
          <a:xfrm flipH="1" flipV="1">
            <a:off x="2617024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310"/>
          <p:cNvSpPr/>
          <p:nvPr/>
        </p:nvSpPr>
        <p:spPr>
          <a:xfrm flipH="1" flipV="1">
            <a:off x="2505228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311"/>
          <p:cNvSpPr/>
          <p:nvPr/>
        </p:nvSpPr>
        <p:spPr>
          <a:xfrm flipH="1" flipV="1">
            <a:off x="2390913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1312"/>
          <p:cNvSpPr/>
          <p:nvPr/>
        </p:nvSpPr>
        <p:spPr>
          <a:xfrm flipV="1">
            <a:off x="2275332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4-line1313"/>
          <p:cNvSpPr/>
          <p:nvPr/>
        </p:nvSpPr>
        <p:spPr>
          <a:xfrm flipV="1">
            <a:off x="2153466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314"/>
          <p:cNvSpPr/>
          <p:nvPr/>
        </p:nvSpPr>
        <p:spPr>
          <a:xfrm flipV="1">
            <a:off x="203293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315"/>
          <p:cNvSpPr/>
          <p:nvPr/>
        </p:nvSpPr>
        <p:spPr>
          <a:xfrm flipV="1">
            <a:off x="1915061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316"/>
          <p:cNvSpPr/>
          <p:nvPr/>
        </p:nvSpPr>
        <p:spPr>
          <a:xfrm flipV="1">
            <a:off x="180113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1317"/>
          <p:cNvSpPr/>
          <p:nvPr/>
        </p:nvSpPr>
        <p:spPr>
          <a:xfrm flipV="1">
            <a:off x="169240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4-line1318"/>
          <p:cNvSpPr/>
          <p:nvPr/>
        </p:nvSpPr>
        <p:spPr>
          <a:xfrm flipV="1">
            <a:off x="15900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319"/>
          <p:cNvSpPr/>
          <p:nvPr/>
        </p:nvSpPr>
        <p:spPr>
          <a:xfrm flipV="1">
            <a:off x="149521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320"/>
          <p:cNvSpPr/>
          <p:nvPr/>
        </p:nvSpPr>
        <p:spPr>
          <a:xfrm flipV="1">
            <a:off x="1408929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321"/>
          <p:cNvSpPr/>
          <p:nvPr/>
        </p:nvSpPr>
        <p:spPr>
          <a:xfrm flipV="1">
            <a:off x="133213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1322"/>
          <p:cNvSpPr/>
          <p:nvPr/>
        </p:nvSpPr>
        <p:spPr>
          <a:xfrm flipV="1">
            <a:off x="1265668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4-line1323"/>
          <p:cNvSpPr/>
          <p:nvPr/>
        </p:nvSpPr>
        <p:spPr>
          <a:xfrm flipV="1">
            <a:off x="1210266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324"/>
          <p:cNvSpPr/>
          <p:nvPr/>
        </p:nvSpPr>
        <p:spPr>
          <a:xfrm flipV="1">
            <a:off x="1166533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325"/>
          <p:cNvSpPr/>
          <p:nvPr/>
        </p:nvSpPr>
        <p:spPr>
          <a:xfrm flipV="1">
            <a:off x="1134949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326"/>
          <p:cNvSpPr/>
          <p:nvPr/>
        </p:nvSpPr>
        <p:spPr>
          <a:xfrm flipV="1">
            <a:off x="1115859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1327"/>
          <p:cNvSpPr/>
          <p:nvPr/>
        </p:nvSpPr>
        <p:spPr>
          <a:xfrm>
            <a:off x="110947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4-line1328"/>
          <p:cNvSpPr/>
          <p:nvPr/>
        </p:nvSpPr>
        <p:spPr>
          <a:xfrm>
            <a:off x="1115859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329"/>
          <p:cNvSpPr/>
          <p:nvPr/>
        </p:nvSpPr>
        <p:spPr>
          <a:xfrm>
            <a:off x="1134949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330"/>
          <p:cNvSpPr/>
          <p:nvPr/>
        </p:nvSpPr>
        <p:spPr>
          <a:xfrm>
            <a:off x="1166533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331"/>
          <p:cNvSpPr/>
          <p:nvPr/>
        </p:nvSpPr>
        <p:spPr>
          <a:xfrm>
            <a:off x="1210266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1332"/>
          <p:cNvSpPr/>
          <p:nvPr/>
        </p:nvSpPr>
        <p:spPr>
          <a:xfrm>
            <a:off x="1265668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4-line1333"/>
          <p:cNvSpPr/>
          <p:nvPr/>
        </p:nvSpPr>
        <p:spPr>
          <a:xfrm>
            <a:off x="133213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334"/>
          <p:cNvSpPr/>
          <p:nvPr/>
        </p:nvSpPr>
        <p:spPr>
          <a:xfrm>
            <a:off x="1408929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335"/>
          <p:cNvSpPr/>
          <p:nvPr/>
        </p:nvSpPr>
        <p:spPr>
          <a:xfrm>
            <a:off x="149521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336"/>
          <p:cNvSpPr/>
          <p:nvPr/>
        </p:nvSpPr>
        <p:spPr>
          <a:xfrm>
            <a:off x="15900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1337"/>
          <p:cNvSpPr/>
          <p:nvPr/>
        </p:nvSpPr>
        <p:spPr>
          <a:xfrm>
            <a:off x="169240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4-line1338"/>
          <p:cNvSpPr/>
          <p:nvPr/>
        </p:nvSpPr>
        <p:spPr>
          <a:xfrm>
            <a:off x="180113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339"/>
          <p:cNvSpPr/>
          <p:nvPr/>
        </p:nvSpPr>
        <p:spPr>
          <a:xfrm>
            <a:off x="1915061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340"/>
          <p:cNvSpPr/>
          <p:nvPr/>
        </p:nvSpPr>
        <p:spPr>
          <a:xfrm>
            <a:off x="203293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1341"/>
          <p:cNvSpPr/>
          <p:nvPr/>
        </p:nvSpPr>
        <p:spPr>
          <a:xfrm>
            <a:off x="2153466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abel1342"/>
          <p:cNvSpPr txBox="1"/>
          <p:nvPr/>
        </p:nvSpPr>
        <p:spPr>
          <a:xfrm>
            <a:off x="247597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9" name="S14-label1343"/>
          <p:cNvSpPr txBox="1"/>
          <p:nvPr/>
        </p:nvSpPr>
        <p:spPr>
          <a:xfrm>
            <a:off x="282367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14-label1344"/>
          <p:cNvSpPr txBox="1"/>
          <p:nvPr/>
        </p:nvSpPr>
        <p:spPr>
          <a:xfrm>
            <a:off x="295093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1" name="S14-label1345"/>
          <p:cNvSpPr txBox="1"/>
          <p:nvPr/>
        </p:nvSpPr>
        <p:spPr>
          <a:xfrm>
            <a:off x="282367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2" name="S14-label1346"/>
          <p:cNvSpPr txBox="1"/>
          <p:nvPr/>
        </p:nvSpPr>
        <p:spPr>
          <a:xfrm>
            <a:off x="247597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3" name="S14-label1347"/>
          <p:cNvSpPr txBox="1"/>
          <p:nvPr/>
        </p:nvSpPr>
        <p:spPr>
          <a:xfrm>
            <a:off x="2001012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74" name="S14-label1348"/>
          <p:cNvSpPr txBox="1"/>
          <p:nvPr/>
        </p:nvSpPr>
        <p:spPr>
          <a:xfrm>
            <a:off x="1526050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75" name="S14-label1349"/>
          <p:cNvSpPr txBox="1"/>
          <p:nvPr/>
        </p:nvSpPr>
        <p:spPr>
          <a:xfrm>
            <a:off x="1178353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76" name="S14-label1350"/>
          <p:cNvSpPr txBox="1"/>
          <p:nvPr/>
        </p:nvSpPr>
        <p:spPr>
          <a:xfrm>
            <a:off x="1051088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77" name="S14-label1351"/>
          <p:cNvSpPr txBox="1"/>
          <p:nvPr/>
        </p:nvSpPr>
        <p:spPr>
          <a:xfrm>
            <a:off x="1178353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78" name="S14-label1352"/>
          <p:cNvSpPr txBox="1"/>
          <p:nvPr/>
        </p:nvSpPr>
        <p:spPr>
          <a:xfrm>
            <a:off x="1526050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79" name="S14-label1353"/>
          <p:cNvSpPr txBox="1"/>
          <p:nvPr/>
        </p:nvSpPr>
        <p:spPr>
          <a:xfrm>
            <a:off x="2001012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80" name="S14-line1354"/>
          <p:cNvSpPr/>
          <p:nvPr/>
        </p:nvSpPr>
        <p:spPr>
          <a:xfrm flipV="1">
            <a:off x="2275332" y="3785735"/>
            <a:ext cx="512220" cy="13246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4-line1355"/>
          <p:cNvSpPr/>
          <p:nvPr/>
        </p:nvSpPr>
        <p:spPr>
          <a:xfrm flipH="1">
            <a:off x="2194891" y="3918204"/>
            <a:ext cx="80441" cy="76534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4-pin1356"/>
          <p:cNvSpPr/>
          <p:nvPr/>
        </p:nvSpPr>
        <p:spPr>
          <a:xfrm>
            <a:off x="2220468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4-chip135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4" name="S14-figure1358" descr="시계: 3시 30분"/>
          <p:cNvSpPr/>
          <p:nvPr/>
        </p:nvSpPr>
        <p:spPr>
          <a:xfrm>
            <a:off x="4892040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4-line1359"/>
          <p:cNvSpPr/>
          <p:nvPr/>
        </p:nvSpPr>
        <p:spPr>
          <a:xfrm>
            <a:off x="6094476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4-line1360"/>
          <p:cNvSpPr/>
          <p:nvPr/>
        </p:nvSpPr>
        <p:spPr>
          <a:xfrm flipH="1">
            <a:off x="6210057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361"/>
          <p:cNvSpPr/>
          <p:nvPr/>
        </p:nvSpPr>
        <p:spPr>
          <a:xfrm flipH="1">
            <a:off x="6324372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362"/>
          <p:cNvSpPr/>
          <p:nvPr/>
        </p:nvSpPr>
        <p:spPr>
          <a:xfrm flipH="1">
            <a:off x="6436168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363"/>
          <p:cNvSpPr/>
          <p:nvPr/>
        </p:nvSpPr>
        <p:spPr>
          <a:xfrm flipH="1">
            <a:off x="6544220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1364"/>
          <p:cNvSpPr/>
          <p:nvPr/>
        </p:nvSpPr>
        <p:spPr>
          <a:xfrm flipH="1">
            <a:off x="661127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4-line1365"/>
          <p:cNvSpPr/>
          <p:nvPr/>
        </p:nvSpPr>
        <p:spPr>
          <a:xfrm flipH="1">
            <a:off x="6744413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366"/>
          <p:cNvSpPr/>
          <p:nvPr/>
        </p:nvSpPr>
        <p:spPr>
          <a:xfrm flipH="1">
            <a:off x="683435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367"/>
          <p:cNvSpPr/>
          <p:nvPr/>
        </p:nvSpPr>
        <p:spPr>
          <a:xfrm flipH="1">
            <a:off x="6916200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368"/>
          <p:cNvSpPr/>
          <p:nvPr/>
        </p:nvSpPr>
        <p:spPr>
          <a:xfrm flipH="1">
            <a:off x="6989037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1369"/>
          <p:cNvSpPr/>
          <p:nvPr/>
        </p:nvSpPr>
        <p:spPr>
          <a:xfrm flipH="1">
            <a:off x="6989593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4-line1370"/>
          <p:cNvSpPr/>
          <p:nvPr/>
        </p:nvSpPr>
        <p:spPr>
          <a:xfrm flipH="1">
            <a:off x="7104618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371"/>
          <p:cNvSpPr/>
          <p:nvPr/>
        </p:nvSpPr>
        <p:spPr>
          <a:xfrm flipH="1">
            <a:off x="7146096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372"/>
          <p:cNvSpPr/>
          <p:nvPr/>
        </p:nvSpPr>
        <p:spPr>
          <a:xfrm flipH="1">
            <a:off x="7176051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373"/>
          <p:cNvSpPr/>
          <p:nvPr/>
        </p:nvSpPr>
        <p:spPr>
          <a:xfrm flipH="1">
            <a:off x="719415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1374"/>
          <p:cNvSpPr/>
          <p:nvPr/>
        </p:nvSpPr>
        <p:spPr>
          <a:xfrm flipH="1">
            <a:off x="7128068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4-line1375"/>
          <p:cNvSpPr/>
          <p:nvPr/>
        </p:nvSpPr>
        <p:spPr>
          <a:xfrm flipH="1" flipV="1">
            <a:off x="719415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376"/>
          <p:cNvSpPr/>
          <p:nvPr/>
        </p:nvSpPr>
        <p:spPr>
          <a:xfrm flipH="1" flipV="1">
            <a:off x="7176051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377"/>
          <p:cNvSpPr/>
          <p:nvPr/>
        </p:nvSpPr>
        <p:spPr>
          <a:xfrm flipH="1" flipV="1">
            <a:off x="7146096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378"/>
          <p:cNvSpPr/>
          <p:nvPr/>
        </p:nvSpPr>
        <p:spPr>
          <a:xfrm flipH="1" flipV="1">
            <a:off x="7104618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1379"/>
          <p:cNvSpPr/>
          <p:nvPr/>
        </p:nvSpPr>
        <p:spPr>
          <a:xfrm flipH="1" flipV="1">
            <a:off x="6989593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4-line1380"/>
          <p:cNvSpPr/>
          <p:nvPr/>
        </p:nvSpPr>
        <p:spPr>
          <a:xfrm flipH="1" flipV="1">
            <a:off x="6989037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381"/>
          <p:cNvSpPr/>
          <p:nvPr/>
        </p:nvSpPr>
        <p:spPr>
          <a:xfrm flipH="1" flipV="1">
            <a:off x="6916200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382"/>
          <p:cNvSpPr/>
          <p:nvPr/>
        </p:nvSpPr>
        <p:spPr>
          <a:xfrm flipH="1" flipV="1">
            <a:off x="683435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383"/>
          <p:cNvSpPr/>
          <p:nvPr/>
        </p:nvSpPr>
        <p:spPr>
          <a:xfrm flipH="1" flipV="1">
            <a:off x="6744413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1384"/>
          <p:cNvSpPr/>
          <p:nvPr/>
        </p:nvSpPr>
        <p:spPr>
          <a:xfrm flipH="1" flipV="1">
            <a:off x="661127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4-line1385"/>
          <p:cNvSpPr/>
          <p:nvPr/>
        </p:nvSpPr>
        <p:spPr>
          <a:xfrm flipH="1" flipV="1">
            <a:off x="6544220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386"/>
          <p:cNvSpPr/>
          <p:nvPr/>
        </p:nvSpPr>
        <p:spPr>
          <a:xfrm flipH="1" flipV="1">
            <a:off x="6436168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387"/>
          <p:cNvSpPr/>
          <p:nvPr/>
        </p:nvSpPr>
        <p:spPr>
          <a:xfrm flipH="1" flipV="1">
            <a:off x="6324372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388"/>
          <p:cNvSpPr/>
          <p:nvPr/>
        </p:nvSpPr>
        <p:spPr>
          <a:xfrm flipH="1" flipV="1">
            <a:off x="6210057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1389"/>
          <p:cNvSpPr/>
          <p:nvPr/>
        </p:nvSpPr>
        <p:spPr>
          <a:xfrm flipV="1">
            <a:off x="6094476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4-line1390"/>
          <p:cNvSpPr/>
          <p:nvPr/>
        </p:nvSpPr>
        <p:spPr>
          <a:xfrm flipV="1">
            <a:off x="5972610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391"/>
          <p:cNvSpPr/>
          <p:nvPr/>
        </p:nvSpPr>
        <p:spPr>
          <a:xfrm flipV="1">
            <a:off x="5852080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392"/>
          <p:cNvSpPr/>
          <p:nvPr/>
        </p:nvSpPr>
        <p:spPr>
          <a:xfrm flipV="1">
            <a:off x="5734205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393"/>
          <p:cNvSpPr/>
          <p:nvPr/>
        </p:nvSpPr>
        <p:spPr>
          <a:xfrm flipV="1">
            <a:off x="5620278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line1394"/>
          <p:cNvSpPr/>
          <p:nvPr/>
        </p:nvSpPr>
        <p:spPr>
          <a:xfrm flipV="1">
            <a:off x="551154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4-line1395"/>
          <p:cNvSpPr/>
          <p:nvPr/>
        </p:nvSpPr>
        <p:spPr>
          <a:xfrm flipV="1">
            <a:off x="5409201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396"/>
          <p:cNvSpPr/>
          <p:nvPr/>
        </p:nvSpPr>
        <p:spPr>
          <a:xfrm flipV="1">
            <a:off x="531436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397"/>
          <p:cNvSpPr/>
          <p:nvPr/>
        </p:nvSpPr>
        <p:spPr>
          <a:xfrm flipV="1">
            <a:off x="5228073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398"/>
          <p:cNvSpPr/>
          <p:nvPr/>
        </p:nvSpPr>
        <p:spPr>
          <a:xfrm flipV="1">
            <a:off x="5151275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1399"/>
          <p:cNvSpPr/>
          <p:nvPr/>
        </p:nvSpPr>
        <p:spPr>
          <a:xfrm flipV="1">
            <a:off x="5084812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4-line1400"/>
          <p:cNvSpPr/>
          <p:nvPr/>
        </p:nvSpPr>
        <p:spPr>
          <a:xfrm flipV="1">
            <a:off x="5029410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401"/>
          <p:cNvSpPr/>
          <p:nvPr/>
        </p:nvSpPr>
        <p:spPr>
          <a:xfrm flipV="1">
            <a:off x="4985677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402"/>
          <p:cNvSpPr/>
          <p:nvPr/>
        </p:nvSpPr>
        <p:spPr>
          <a:xfrm flipV="1">
            <a:off x="4954093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403"/>
          <p:cNvSpPr/>
          <p:nvPr/>
        </p:nvSpPr>
        <p:spPr>
          <a:xfrm flipV="1">
            <a:off x="493500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line1404"/>
          <p:cNvSpPr/>
          <p:nvPr/>
        </p:nvSpPr>
        <p:spPr>
          <a:xfrm>
            <a:off x="4928616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4-line1405"/>
          <p:cNvSpPr/>
          <p:nvPr/>
        </p:nvSpPr>
        <p:spPr>
          <a:xfrm>
            <a:off x="493500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406"/>
          <p:cNvSpPr/>
          <p:nvPr/>
        </p:nvSpPr>
        <p:spPr>
          <a:xfrm>
            <a:off x="4954093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407"/>
          <p:cNvSpPr/>
          <p:nvPr/>
        </p:nvSpPr>
        <p:spPr>
          <a:xfrm>
            <a:off x="4985677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408"/>
          <p:cNvSpPr/>
          <p:nvPr/>
        </p:nvSpPr>
        <p:spPr>
          <a:xfrm>
            <a:off x="5029410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1409"/>
          <p:cNvSpPr/>
          <p:nvPr/>
        </p:nvSpPr>
        <p:spPr>
          <a:xfrm>
            <a:off x="5084812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4-line1410"/>
          <p:cNvSpPr/>
          <p:nvPr/>
        </p:nvSpPr>
        <p:spPr>
          <a:xfrm>
            <a:off x="5151275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411"/>
          <p:cNvSpPr/>
          <p:nvPr/>
        </p:nvSpPr>
        <p:spPr>
          <a:xfrm>
            <a:off x="5228073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412"/>
          <p:cNvSpPr/>
          <p:nvPr/>
        </p:nvSpPr>
        <p:spPr>
          <a:xfrm>
            <a:off x="531436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413"/>
          <p:cNvSpPr/>
          <p:nvPr/>
        </p:nvSpPr>
        <p:spPr>
          <a:xfrm>
            <a:off x="5409201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line1414"/>
          <p:cNvSpPr/>
          <p:nvPr/>
        </p:nvSpPr>
        <p:spPr>
          <a:xfrm>
            <a:off x="551154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4-line1415"/>
          <p:cNvSpPr/>
          <p:nvPr/>
        </p:nvSpPr>
        <p:spPr>
          <a:xfrm>
            <a:off x="5620278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416"/>
          <p:cNvSpPr/>
          <p:nvPr/>
        </p:nvSpPr>
        <p:spPr>
          <a:xfrm>
            <a:off x="5734205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417"/>
          <p:cNvSpPr/>
          <p:nvPr/>
        </p:nvSpPr>
        <p:spPr>
          <a:xfrm>
            <a:off x="5852080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1418"/>
          <p:cNvSpPr/>
          <p:nvPr/>
        </p:nvSpPr>
        <p:spPr>
          <a:xfrm>
            <a:off x="5972610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abel1419"/>
          <p:cNvSpPr txBox="1"/>
          <p:nvPr/>
        </p:nvSpPr>
        <p:spPr>
          <a:xfrm>
            <a:off x="629511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46" name="S14-label1420"/>
          <p:cNvSpPr txBox="1"/>
          <p:nvPr/>
        </p:nvSpPr>
        <p:spPr>
          <a:xfrm>
            <a:off x="6642815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47" name="S14-label1421"/>
          <p:cNvSpPr txBox="1"/>
          <p:nvPr/>
        </p:nvSpPr>
        <p:spPr>
          <a:xfrm>
            <a:off x="6770080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48" name="S14-label1422"/>
          <p:cNvSpPr txBox="1"/>
          <p:nvPr/>
        </p:nvSpPr>
        <p:spPr>
          <a:xfrm>
            <a:off x="6642815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49" name="S14-label1423"/>
          <p:cNvSpPr txBox="1"/>
          <p:nvPr/>
        </p:nvSpPr>
        <p:spPr>
          <a:xfrm>
            <a:off x="629511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50" name="S14-label1424"/>
          <p:cNvSpPr txBox="1"/>
          <p:nvPr/>
        </p:nvSpPr>
        <p:spPr>
          <a:xfrm>
            <a:off x="5820156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51" name="S14-label1425"/>
          <p:cNvSpPr txBox="1"/>
          <p:nvPr/>
        </p:nvSpPr>
        <p:spPr>
          <a:xfrm>
            <a:off x="534519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152" name="S14-label1426"/>
          <p:cNvSpPr txBox="1"/>
          <p:nvPr/>
        </p:nvSpPr>
        <p:spPr>
          <a:xfrm>
            <a:off x="4997497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153" name="S14-label1427"/>
          <p:cNvSpPr txBox="1"/>
          <p:nvPr/>
        </p:nvSpPr>
        <p:spPr>
          <a:xfrm>
            <a:off x="4870232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154" name="S14-label1428"/>
          <p:cNvSpPr txBox="1"/>
          <p:nvPr/>
        </p:nvSpPr>
        <p:spPr>
          <a:xfrm>
            <a:off x="4997497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155" name="S14-label1429"/>
          <p:cNvSpPr txBox="1"/>
          <p:nvPr/>
        </p:nvSpPr>
        <p:spPr>
          <a:xfrm>
            <a:off x="534519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156" name="S14-label1430"/>
          <p:cNvSpPr txBox="1"/>
          <p:nvPr/>
        </p:nvSpPr>
        <p:spPr>
          <a:xfrm>
            <a:off x="5820156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157" name="S14-line1431"/>
          <p:cNvSpPr/>
          <p:nvPr/>
        </p:nvSpPr>
        <p:spPr>
          <a:xfrm>
            <a:off x="6094476" y="3918204"/>
            <a:ext cx="511044" cy="13693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4-line1432"/>
          <p:cNvSpPr/>
          <p:nvPr/>
        </p:nvSpPr>
        <p:spPr>
          <a:xfrm>
            <a:off x="6094476" y="3918204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4-pin1433"/>
          <p:cNvSpPr/>
          <p:nvPr/>
        </p:nvSpPr>
        <p:spPr>
          <a:xfrm>
            <a:off x="6039612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4-chip143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1" name="S14-figure1435" descr="시계: 3시"/>
          <p:cNvSpPr/>
          <p:nvPr/>
        </p:nvSpPr>
        <p:spPr>
          <a:xfrm>
            <a:off x="8711184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2" name="S14-line1436"/>
          <p:cNvSpPr/>
          <p:nvPr/>
        </p:nvSpPr>
        <p:spPr>
          <a:xfrm>
            <a:off x="9913620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3" name="S14-line1437"/>
          <p:cNvSpPr/>
          <p:nvPr/>
        </p:nvSpPr>
        <p:spPr>
          <a:xfrm flipH="1">
            <a:off x="10029201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438"/>
          <p:cNvSpPr/>
          <p:nvPr/>
        </p:nvSpPr>
        <p:spPr>
          <a:xfrm flipH="1">
            <a:off x="1014351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439"/>
          <p:cNvSpPr/>
          <p:nvPr/>
        </p:nvSpPr>
        <p:spPr>
          <a:xfrm flipH="1">
            <a:off x="10255312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440"/>
          <p:cNvSpPr/>
          <p:nvPr/>
        </p:nvSpPr>
        <p:spPr>
          <a:xfrm flipH="1">
            <a:off x="1036336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4-line1441"/>
          <p:cNvSpPr/>
          <p:nvPr/>
        </p:nvSpPr>
        <p:spPr>
          <a:xfrm flipH="1">
            <a:off x="1043041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8" name="S14-line1442"/>
          <p:cNvSpPr/>
          <p:nvPr/>
        </p:nvSpPr>
        <p:spPr>
          <a:xfrm flipH="1">
            <a:off x="105635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443"/>
          <p:cNvSpPr/>
          <p:nvPr/>
        </p:nvSpPr>
        <p:spPr>
          <a:xfrm flipH="1">
            <a:off x="1065350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444"/>
          <p:cNvSpPr/>
          <p:nvPr/>
        </p:nvSpPr>
        <p:spPr>
          <a:xfrm flipH="1">
            <a:off x="10735344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445"/>
          <p:cNvSpPr/>
          <p:nvPr/>
        </p:nvSpPr>
        <p:spPr>
          <a:xfrm flipH="1">
            <a:off x="1080818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4-line1446"/>
          <p:cNvSpPr/>
          <p:nvPr/>
        </p:nvSpPr>
        <p:spPr>
          <a:xfrm flipH="1">
            <a:off x="10808737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3" name="S14-line1447"/>
          <p:cNvSpPr/>
          <p:nvPr/>
        </p:nvSpPr>
        <p:spPr>
          <a:xfrm flipH="1">
            <a:off x="10923762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448"/>
          <p:cNvSpPr/>
          <p:nvPr/>
        </p:nvSpPr>
        <p:spPr>
          <a:xfrm flipH="1">
            <a:off x="10965240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449"/>
          <p:cNvSpPr/>
          <p:nvPr/>
        </p:nvSpPr>
        <p:spPr>
          <a:xfrm flipH="1">
            <a:off x="10995195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450"/>
          <p:cNvSpPr/>
          <p:nvPr/>
        </p:nvSpPr>
        <p:spPr>
          <a:xfrm flipH="1">
            <a:off x="11013301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4-line1451"/>
          <p:cNvSpPr/>
          <p:nvPr/>
        </p:nvSpPr>
        <p:spPr>
          <a:xfrm flipH="1">
            <a:off x="1094721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8" name="S14-line1452"/>
          <p:cNvSpPr/>
          <p:nvPr/>
        </p:nvSpPr>
        <p:spPr>
          <a:xfrm flipH="1" flipV="1">
            <a:off x="11013301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453"/>
          <p:cNvSpPr/>
          <p:nvPr/>
        </p:nvSpPr>
        <p:spPr>
          <a:xfrm flipH="1" flipV="1">
            <a:off x="10995195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454"/>
          <p:cNvSpPr/>
          <p:nvPr/>
        </p:nvSpPr>
        <p:spPr>
          <a:xfrm flipH="1" flipV="1">
            <a:off x="10965240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455"/>
          <p:cNvSpPr/>
          <p:nvPr/>
        </p:nvSpPr>
        <p:spPr>
          <a:xfrm flipH="1" flipV="1">
            <a:off x="10923762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4-line1456"/>
          <p:cNvSpPr/>
          <p:nvPr/>
        </p:nvSpPr>
        <p:spPr>
          <a:xfrm flipH="1" flipV="1">
            <a:off x="10808737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3" name="S14-line1457"/>
          <p:cNvSpPr/>
          <p:nvPr/>
        </p:nvSpPr>
        <p:spPr>
          <a:xfrm flipH="1" flipV="1">
            <a:off x="1080818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458"/>
          <p:cNvSpPr/>
          <p:nvPr/>
        </p:nvSpPr>
        <p:spPr>
          <a:xfrm flipH="1" flipV="1">
            <a:off x="10735344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459"/>
          <p:cNvSpPr/>
          <p:nvPr/>
        </p:nvSpPr>
        <p:spPr>
          <a:xfrm flipH="1" flipV="1">
            <a:off x="1065350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460"/>
          <p:cNvSpPr/>
          <p:nvPr/>
        </p:nvSpPr>
        <p:spPr>
          <a:xfrm flipH="1" flipV="1">
            <a:off x="105635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4-line1461"/>
          <p:cNvSpPr/>
          <p:nvPr/>
        </p:nvSpPr>
        <p:spPr>
          <a:xfrm flipH="1" flipV="1">
            <a:off x="1043041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8" name="S14-line1462"/>
          <p:cNvSpPr/>
          <p:nvPr/>
        </p:nvSpPr>
        <p:spPr>
          <a:xfrm flipH="1" flipV="1">
            <a:off x="1036336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463"/>
          <p:cNvSpPr/>
          <p:nvPr/>
        </p:nvSpPr>
        <p:spPr>
          <a:xfrm flipH="1" flipV="1">
            <a:off x="10255312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464"/>
          <p:cNvSpPr/>
          <p:nvPr/>
        </p:nvSpPr>
        <p:spPr>
          <a:xfrm flipH="1" flipV="1">
            <a:off x="1014351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465"/>
          <p:cNvSpPr/>
          <p:nvPr/>
        </p:nvSpPr>
        <p:spPr>
          <a:xfrm flipH="1" flipV="1">
            <a:off x="10029201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4-line1466"/>
          <p:cNvSpPr/>
          <p:nvPr/>
        </p:nvSpPr>
        <p:spPr>
          <a:xfrm flipV="1">
            <a:off x="9913620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3" name="S14-line1467"/>
          <p:cNvSpPr/>
          <p:nvPr/>
        </p:nvSpPr>
        <p:spPr>
          <a:xfrm flipV="1">
            <a:off x="9791754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468"/>
          <p:cNvSpPr/>
          <p:nvPr/>
        </p:nvSpPr>
        <p:spPr>
          <a:xfrm flipV="1">
            <a:off x="9671224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469"/>
          <p:cNvSpPr/>
          <p:nvPr/>
        </p:nvSpPr>
        <p:spPr>
          <a:xfrm flipV="1">
            <a:off x="9553349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470"/>
          <p:cNvSpPr/>
          <p:nvPr/>
        </p:nvSpPr>
        <p:spPr>
          <a:xfrm flipV="1">
            <a:off x="9439422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4-line1471"/>
          <p:cNvSpPr/>
          <p:nvPr/>
        </p:nvSpPr>
        <p:spPr>
          <a:xfrm flipV="1">
            <a:off x="9330690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8" name="S14-line1472"/>
          <p:cNvSpPr/>
          <p:nvPr/>
        </p:nvSpPr>
        <p:spPr>
          <a:xfrm flipV="1">
            <a:off x="9228345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473"/>
          <p:cNvSpPr/>
          <p:nvPr/>
        </p:nvSpPr>
        <p:spPr>
          <a:xfrm flipV="1">
            <a:off x="9133507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474"/>
          <p:cNvSpPr/>
          <p:nvPr/>
        </p:nvSpPr>
        <p:spPr>
          <a:xfrm flipV="1">
            <a:off x="9047217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475"/>
          <p:cNvSpPr/>
          <p:nvPr/>
        </p:nvSpPr>
        <p:spPr>
          <a:xfrm flipV="1">
            <a:off x="8970419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4-line1476"/>
          <p:cNvSpPr/>
          <p:nvPr/>
        </p:nvSpPr>
        <p:spPr>
          <a:xfrm flipV="1">
            <a:off x="8903956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3" name="S14-line1477"/>
          <p:cNvSpPr/>
          <p:nvPr/>
        </p:nvSpPr>
        <p:spPr>
          <a:xfrm flipV="1">
            <a:off x="884855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478"/>
          <p:cNvSpPr/>
          <p:nvPr/>
        </p:nvSpPr>
        <p:spPr>
          <a:xfrm flipV="1">
            <a:off x="8804821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479"/>
          <p:cNvSpPr/>
          <p:nvPr/>
        </p:nvSpPr>
        <p:spPr>
          <a:xfrm flipV="1">
            <a:off x="877323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480"/>
          <p:cNvSpPr/>
          <p:nvPr/>
        </p:nvSpPr>
        <p:spPr>
          <a:xfrm flipV="1">
            <a:off x="875414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4-line1481"/>
          <p:cNvSpPr/>
          <p:nvPr/>
        </p:nvSpPr>
        <p:spPr>
          <a:xfrm>
            <a:off x="8747760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8" name="S14-line1482"/>
          <p:cNvSpPr/>
          <p:nvPr/>
        </p:nvSpPr>
        <p:spPr>
          <a:xfrm>
            <a:off x="875414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483"/>
          <p:cNvSpPr/>
          <p:nvPr/>
        </p:nvSpPr>
        <p:spPr>
          <a:xfrm>
            <a:off x="877323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484"/>
          <p:cNvSpPr/>
          <p:nvPr/>
        </p:nvSpPr>
        <p:spPr>
          <a:xfrm>
            <a:off x="8804821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485"/>
          <p:cNvSpPr/>
          <p:nvPr/>
        </p:nvSpPr>
        <p:spPr>
          <a:xfrm>
            <a:off x="884855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4-line1486"/>
          <p:cNvSpPr/>
          <p:nvPr/>
        </p:nvSpPr>
        <p:spPr>
          <a:xfrm>
            <a:off x="8903956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3" name="S14-line1487"/>
          <p:cNvSpPr/>
          <p:nvPr/>
        </p:nvSpPr>
        <p:spPr>
          <a:xfrm>
            <a:off x="8970419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488"/>
          <p:cNvSpPr/>
          <p:nvPr/>
        </p:nvSpPr>
        <p:spPr>
          <a:xfrm>
            <a:off x="9047217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489"/>
          <p:cNvSpPr/>
          <p:nvPr/>
        </p:nvSpPr>
        <p:spPr>
          <a:xfrm>
            <a:off x="9133507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490"/>
          <p:cNvSpPr/>
          <p:nvPr/>
        </p:nvSpPr>
        <p:spPr>
          <a:xfrm>
            <a:off x="9228345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4-line1491"/>
          <p:cNvSpPr/>
          <p:nvPr/>
        </p:nvSpPr>
        <p:spPr>
          <a:xfrm>
            <a:off x="9330690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8" name="S14-line1492"/>
          <p:cNvSpPr/>
          <p:nvPr/>
        </p:nvSpPr>
        <p:spPr>
          <a:xfrm>
            <a:off x="9439422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493"/>
          <p:cNvSpPr/>
          <p:nvPr/>
        </p:nvSpPr>
        <p:spPr>
          <a:xfrm>
            <a:off x="9553349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494"/>
          <p:cNvSpPr/>
          <p:nvPr/>
        </p:nvSpPr>
        <p:spPr>
          <a:xfrm>
            <a:off x="9671224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ine1495"/>
          <p:cNvSpPr/>
          <p:nvPr/>
        </p:nvSpPr>
        <p:spPr>
          <a:xfrm>
            <a:off x="9791754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4-label1496"/>
          <p:cNvSpPr txBox="1"/>
          <p:nvPr/>
        </p:nvSpPr>
        <p:spPr>
          <a:xfrm>
            <a:off x="10114262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23" name="S14-label1497"/>
          <p:cNvSpPr txBox="1"/>
          <p:nvPr/>
        </p:nvSpPr>
        <p:spPr>
          <a:xfrm>
            <a:off x="10461959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224" name="S14-label1498"/>
          <p:cNvSpPr txBox="1"/>
          <p:nvPr/>
        </p:nvSpPr>
        <p:spPr>
          <a:xfrm>
            <a:off x="10589224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225" name="S14-label1499"/>
          <p:cNvSpPr txBox="1"/>
          <p:nvPr/>
        </p:nvSpPr>
        <p:spPr>
          <a:xfrm>
            <a:off x="10461959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226" name="S14-label1500"/>
          <p:cNvSpPr txBox="1"/>
          <p:nvPr/>
        </p:nvSpPr>
        <p:spPr>
          <a:xfrm>
            <a:off x="10114262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27" name="S14-label1501"/>
          <p:cNvSpPr txBox="1"/>
          <p:nvPr/>
        </p:nvSpPr>
        <p:spPr>
          <a:xfrm>
            <a:off x="9639300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28" name="S14-label1502"/>
          <p:cNvSpPr txBox="1"/>
          <p:nvPr/>
        </p:nvSpPr>
        <p:spPr>
          <a:xfrm>
            <a:off x="916433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29" name="S14-label1503"/>
          <p:cNvSpPr txBox="1"/>
          <p:nvPr/>
        </p:nvSpPr>
        <p:spPr>
          <a:xfrm>
            <a:off x="881664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0" name="S14-label1504"/>
          <p:cNvSpPr txBox="1"/>
          <p:nvPr/>
        </p:nvSpPr>
        <p:spPr>
          <a:xfrm>
            <a:off x="868937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31" name="S14-label1505"/>
          <p:cNvSpPr txBox="1"/>
          <p:nvPr/>
        </p:nvSpPr>
        <p:spPr>
          <a:xfrm>
            <a:off x="881664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32" name="S14-label1506"/>
          <p:cNvSpPr txBox="1"/>
          <p:nvPr/>
        </p:nvSpPr>
        <p:spPr>
          <a:xfrm>
            <a:off x="916433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233" name="S14-label1507"/>
          <p:cNvSpPr txBox="1"/>
          <p:nvPr/>
        </p:nvSpPr>
        <p:spPr>
          <a:xfrm>
            <a:off x="9639300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234" name="S14-line1508"/>
          <p:cNvSpPr/>
          <p:nvPr/>
        </p:nvSpPr>
        <p:spPr>
          <a:xfrm>
            <a:off x="9913620" y="3918204"/>
            <a:ext cx="529072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5" name="S14-line1509"/>
          <p:cNvSpPr/>
          <p:nvPr/>
        </p:nvSpPr>
        <p:spPr>
          <a:xfrm flipV="1">
            <a:off x="9913620" y="3148645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6" name="S14-pin1510"/>
          <p:cNvSpPr/>
          <p:nvPr/>
        </p:nvSpPr>
        <p:spPr>
          <a:xfrm>
            <a:off x="9858756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5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5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긴바늘의 숫자 한 칸은 5분, 1시간은 60분이에요.</a:t>
            </a:r>
            <a:endParaRPr lang="ko-KR" sz="3200" dirty="0"/>
          </a:p>
        </p:txBody>
      </p:sp>
      <p:sp>
        <p:nvSpPr>
          <p:cNvPr id="5" name="S15-chip151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짧은바늘은 지나온 숫자</a:t>
            </a:r>
            <a:endParaRPr lang="ko-KR" sz="2600" dirty="0"/>
          </a:p>
        </p:txBody>
      </p:sp>
      <p:sp>
        <p:nvSpPr>
          <p:cNvPr id="6" name="S15-chip151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가까운 숫자 읽기</a:t>
            </a:r>
            <a:endParaRPr lang="ko-KR" sz="2600" dirty="0"/>
          </a:p>
        </p:txBody>
      </p:sp>
      <p:sp>
        <p:nvSpPr>
          <p:cNvPr id="7" name="S15-text151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51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긴바늘이 9를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가리키면 몇 분?</a:t>
            </a:r>
            <a:endParaRPr lang="ko-KR" sz="2600" dirty="0"/>
          </a:p>
        </p:txBody>
      </p:sp>
      <p:sp>
        <p:nvSpPr>
          <p:cNvPr id="9" name="S15-text151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2시간은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2600" dirty="0"/>
          </a:p>
        </p:txBody>
      </p:sp>
      <p:sp>
        <p:nvSpPr>
          <p:cNvPr id="10" name="S15-text151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하루는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시간?</a:t>
            </a:r>
            <a:endParaRPr lang="ko-KR" sz="2600" dirty="0"/>
          </a:p>
        </p:txBody>
      </p:sp>
      <p:sp>
        <p:nvSpPr>
          <p:cNvPr id="11" name="S15-text151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분류하기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 시와 30분</a:t>
            </a:r>
            <a:endParaRPr lang="ko-KR" sz="4400" dirty="0"/>
          </a:p>
        </p:txBody>
      </p:sp>
      <p:sp>
        <p:nvSpPr>
          <p:cNvPr id="3" name="S16-card15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15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‘몇 시’, 6이면 ‘몇 시 30분’</a:t>
            </a:r>
            <a:endParaRPr lang="ko-KR" sz="3200" dirty="0"/>
          </a:p>
        </p:txBody>
      </p:sp>
      <p:sp>
        <p:nvSpPr>
          <p:cNvPr id="5" name="S16-figure1522" descr="시계: 3시"/>
          <p:cNvSpPr/>
          <p:nvPr/>
        </p:nvSpPr>
        <p:spPr>
          <a:xfrm>
            <a:off x="1687068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6-line1523"/>
          <p:cNvSpPr/>
          <p:nvPr/>
        </p:nvSpPr>
        <p:spPr>
          <a:xfrm>
            <a:off x="3241548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6-line1524"/>
          <p:cNvSpPr/>
          <p:nvPr/>
        </p:nvSpPr>
        <p:spPr>
          <a:xfrm flipH="1">
            <a:off x="339208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525"/>
          <p:cNvSpPr/>
          <p:nvPr/>
        </p:nvSpPr>
        <p:spPr>
          <a:xfrm flipH="1">
            <a:off x="354097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526"/>
          <p:cNvSpPr/>
          <p:nvPr/>
        </p:nvSpPr>
        <p:spPr>
          <a:xfrm flipH="1">
            <a:off x="368658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1527"/>
          <p:cNvSpPr/>
          <p:nvPr/>
        </p:nvSpPr>
        <p:spPr>
          <a:xfrm flipH="1">
            <a:off x="3827322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528"/>
          <p:cNvSpPr/>
          <p:nvPr/>
        </p:nvSpPr>
        <p:spPr>
          <a:xfrm flipH="1">
            <a:off x="391500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6-line1529"/>
          <p:cNvSpPr/>
          <p:nvPr/>
        </p:nvSpPr>
        <p:spPr>
          <a:xfrm flipH="1">
            <a:off x="4088065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530"/>
          <p:cNvSpPr/>
          <p:nvPr/>
        </p:nvSpPr>
        <p:spPr>
          <a:xfrm flipH="1">
            <a:off x="4205217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531"/>
          <p:cNvSpPr/>
          <p:nvPr/>
        </p:nvSpPr>
        <p:spPr>
          <a:xfrm flipH="1">
            <a:off x="4311810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1532"/>
          <p:cNvSpPr/>
          <p:nvPr/>
        </p:nvSpPr>
        <p:spPr>
          <a:xfrm flipH="1">
            <a:off x="440667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533"/>
          <p:cNvSpPr/>
          <p:nvPr/>
        </p:nvSpPr>
        <p:spPr>
          <a:xfrm flipH="1">
            <a:off x="440800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6-line1534"/>
          <p:cNvSpPr/>
          <p:nvPr/>
        </p:nvSpPr>
        <p:spPr>
          <a:xfrm flipH="1">
            <a:off x="455721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535"/>
          <p:cNvSpPr/>
          <p:nvPr/>
        </p:nvSpPr>
        <p:spPr>
          <a:xfrm flipH="1">
            <a:off x="4611241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536"/>
          <p:cNvSpPr/>
          <p:nvPr/>
        </p:nvSpPr>
        <p:spPr>
          <a:xfrm flipH="1">
            <a:off x="4650257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1537"/>
          <p:cNvSpPr/>
          <p:nvPr/>
        </p:nvSpPr>
        <p:spPr>
          <a:xfrm flipH="1">
            <a:off x="467383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538"/>
          <p:cNvSpPr/>
          <p:nvPr/>
        </p:nvSpPr>
        <p:spPr>
          <a:xfrm flipH="1">
            <a:off x="4588459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6-line1539"/>
          <p:cNvSpPr/>
          <p:nvPr/>
        </p:nvSpPr>
        <p:spPr>
          <a:xfrm flipH="1" flipV="1">
            <a:off x="467383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540"/>
          <p:cNvSpPr/>
          <p:nvPr/>
        </p:nvSpPr>
        <p:spPr>
          <a:xfrm flipH="1" flipV="1">
            <a:off x="4650257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541"/>
          <p:cNvSpPr/>
          <p:nvPr/>
        </p:nvSpPr>
        <p:spPr>
          <a:xfrm flipH="1" flipV="1">
            <a:off x="4611241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line1542"/>
          <p:cNvSpPr/>
          <p:nvPr/>
        </p:nvSpPr>
        <p:spPr>
          <a:xfrm flipH="1" flipV="1">
            <a:off x="455721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543"/>
          <p:cNvSpPr/>
          <p:nvPr/>
        </p:nvSpPr>
        <p:spPr>
          <a:xfrm flipH="1" flipV="1">
            <a:off x="440800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6-line1544"/>
          <p:cNvSpPr/>
          <p:nvPr/>
        </p:nvSpPr>
        <p:spPr>
          <a:xfrm flipH="1" flipV="1">
            <a:off x="440667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545"/>
          <p:cNvSpPr/>
          <p:nvPr/>
        </p:nvSpPr>
        <p:spPr>
          <a:xfrm flipH="1" flipV="1">
            <a:off x="4311810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546"/>
          <p:cNvSpPr/>
          <p:nvPr/>
        </p:nvSpPr>
        <p:spPr>
          <a:xfrm flipH="1" flipV="1">
            <a:off x="4205217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1547"/>
          <p:cNvSpPr/>
          <p:nvPr/>
        </p:nvSpPr>
        <p:spPr>
          <a:xfrm flipH="1" flipV="1">
            <a:off x="4088065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548"/>
          <p:cNvSpPr/>
          <p:nvPr/>
        </p:nvSpPr>
        <p:spPr>
          <a:xfrm flipH="1" flipV="1">
            <a:off x="391500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6-line1549"/>
          <p:cNvSpPr/>
          <p:nvPr/>
        </p:nvSpPr>
        <p:spPr>
          <a:xfrm flipH="1" flipV="1">
            <a:off x="3827322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550"/>
          <p:cNvSpPr/>
          <p:nvPr/>
        </p:nvSpPr>
        <p:spPr>
          <a:xfrm flipH="1" flipV="1">
            <a:off x="368658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551"/>
          <p:cNvSpPr/>
          <p:nvPr/>
        </p:nvSpPr>
        <p:spPr>
          <a:xfrm flipH="1" flipV="1">
            <a:off x="354097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1552"/>
          <p:cNvSpPr/>
          <p:nvPr/>
        </p:nvSpPr>
        <p:spPr>
          <a:xfrm flipH="1" flipV="1">
            <a:off x="339208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553"/>
          <p:cNvSpPr/>
          <p:nvPr/>
        </p:nvSpPr>
        <p:spPr>
          <a:xfrm flipV="1">
            <a:off x="3241548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6-line1554"/>
          <p:cNvSpPr/>
          <p:nvPr/>
        </p:nvSpPr>
        <p:spPr>
          <a:xfrm flipV="1">
            <a:off x="308288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555"/>
          <p:cNvSpPr/>
          <p:nvPr/>
        </p:nvSpPr>
        <p:spPr>
          <a:xfrm flipV="1">
            <a:off x="292595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556"/>
          <p:cNvSpPr/>
          <p:nvPr/>
        </p:nvSpPr>
        <p:spPr>
          <a:xfrm flipV="1">
            <a:off x="277249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1557"/>
          <p:cNvSpPr/>
          <p:nvPr/>
        </p:nvSpPr>
        <p:spPr>
          <a:xfrm flipV="1">
            <a:off x="2624161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558"/>
          <p:cNvSpPr/>
          <p:nvPr/>
        </p:nvSpPr>
        <p:spPr>
          <a:xfrm flipV="1">
            <a:off x="248259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6-line1559"/>
          <p:cNvSpPr/>
          <p:nvPr/>
        </p:nvSpPr>
        <p:spPr>
          <a:xfrm flipV="1">
            <a:off x="2349346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560"/>
          <p:cNvSpPr/>
          <p:nvPr/>
        </p:nvSpPr>
        <p:spPr>
          <a:xfrm flipV="1">
            <a:off x="2225872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561"/>
          <p:cNvSpPr/>
          <p:nvPr/>
        </p:nvSpPr>
        <p:spPr>
          <a:xfrm flipV="1">
            <a:off x="2113525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1562"/>
          <p:cNvSpPr/>
          <p:nvPr/>
        </p:nvSpPr>
        <p:spPr>
          <a:xfrm flipV="1">
            <a:off x="201353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563"/>
          <p:cNvSpPr/>
          <p:nvPr/>
        </p:nvSpPr>
        <p:spPr>
          <a:xfrm flipV="1">
            <a:off x="192700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6-line1564"/>
          <p:cNvSpPr/>
          <p:nvPr/>
        </p:nvSpPr>
        <p:spPr>
          <a:xfrm flipV="1">
            <a:off x="18548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565"/>
          <p:cNvSpPr/>
          <p:nvPr/>
        </p:nvSpPr>
        <p:spPr>
          <a:xfrm flipV="1">
            <a:off x="1797936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566"/>
          <p:cNvSpPr/>
          <p:nvPr/>
        </p:nvSpPr>
        <p:spPr>
          <a:xfrm flipV="1">
            <a:off x="1756814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1567"/>
          <p:cNvSpPr/>
          <p:nvPr/>
        </p:nvSpPr>
        <p:spPr>
          <a:xfrm flipV="1">
            <a:off x="173195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568"/>
          <p:cNvSpPr/>
          <p:nvPr/>
        </p:nvSpPr>
        <p:spPr>
          <a:xfrm>
            <a:off x="1723644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6-line1569"/>
          <p:cNvSpPr/>
          <p:nvPr/>
        </p:nvSpPr>
        <p:spPr>
          <a:xfrm>
            <a:off x="173195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570"/>
          <p:cNvSpPr/>
          <p:nvPr/>
        </p:nvSpPr>
        <p:spPr>
          <a:xfrm>
            <a:off x="1756814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571"/>
          <p:cNvSpPr/>
          <p:nvPr/>
        </p:nvSpPr>
        <p:spPr>
          <a:xfrm>
            <a:off x="1797936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1572"/>
          <p:cNvSpPr/>
          <p:nvPr/>
        </p:nvSpPr>
        <p:spPr>
          <a:xfrm>
            <a:off x="18548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573"/>
          <p:cNvSpPr/>
          <p:nvPr/>
        </p:nvSpPr>
        <p:spPr>
          <a:xfrm>
            <a:off x="192700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6-line1574"/>
          <p:cNvSpPr/>
          <p:nvPr/>
        </p:nvSpPr>
        <p:spPr>
          <a:xfrm>
            <a:off x="201353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575"/>
          <p:cNvSpPr/>
          <p:nvPr/>
        </p:nvSpPr>
        <p:spPr>
          <a:xfrm>
            <a:off x="2113525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576"/>
          <p:cNvSpPr/>
          <p:nvPr/>
        </p:nvSpPr>
        <p:spPr>
          <a:xfrm>
            <a:off x="2225872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1577"/>
          <p:cNvSpPr/>
          <p:nvPr/>
        </p:nvSpPr>
        <p:spPr>
          <a:xfrm>
            <a:off x="2349346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578"/>
          <p:cNvSpPr/>
          <p:nvPr/>
        </p:nvSpPr>
        <p:spPr>
          <a:xfrm>
            <a:off x="248259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6-line1579"/>
          <p:cNvSpPr/>
          <p:nvPr/>
        </p:nvSpPr>
        <p:spPr>
          <a:xfrm>
            <a:off x="2624161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580"/>
          <p:cNvSpPr/>
          <p:nvPr/>
        </p:nvSpPr>
        <p:spPr>
          <a:xfrm>
            <a:off x="277249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ine1581"/>
          <p:cNvSpPr/>
          <p:nvPr/>
        </p:nvSpPr>
        <p:spPr>
          <a:xfrm>
            <a:off x="292595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1582"/>
          <p:cNvSpPr/>
          <p:nvPr/>
        </p:nvSpPr>
        <p:spPr>
          <a:xfrm>
            <a:off x="308288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abel1583"/>
          <p:cNvSpPr txBox="1"/>
          <p:nvPr/>
        </p:nvSpPr>
        <p:spPr>
          <a:xfrm>
            <a:off x="358124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6-label1584"/>
          <p:cNvSpPr txBox="1"/>
          <p:nvPr/>
        </p:nvSpPr>
        <p:spPr>
          <a:xfrm>
            <a:off x="403074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6-label1585"/>
          <p:cNvSpPr txBox="1"/>
          <p:nvPr/>
        </p:nvSpPr>
        <p:spPr>
          <a:xfrm>
            <a:off x="41952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6-label1586"/>
          <p:cNvSpPr txBox="1"/>
          <p:nvPr/>
        </p:nvSpPr>
        <p:spPr>
          <a:xfrm>
            <a:off x="403074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6-label1587"/>
          <p:cNvSpPr txBox="1"/>
          <p:nvPr/>
        </p:nvSpPr>
        <p:spPr>
          <a:xfrm>
            <a:off x="358124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6-label1588"/>
          <p:cNvSpPr txBox="1"/>
          <p:nvPr/>
        </p:nvSpPr>
        <p:spPr>
          <a:xfrm>
            <a:off x="2967228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6-label1589"/>
          <p:cNvSpPr txBox="1"/>
          <p:nvPr/>
        </p:nvSpPr>
        <p:spPr>
          <a:xfrm>
            <a:off x="235320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6-label1590"/>
          <p:cNvSpPr txBox="1"/>
          <p:nvPr/>
        </p:nvSpPr>
        <p:spPr>
          <a:xfrm>
            <a:off x="190371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6-label1591"/>
          <p:cNvSpPr txBox="1"/>
          <p:nvPr/>
        </p:nvSpPr>
        <p:spPr>
          <a:xfrm>
            <a:off x="173918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6-label1592"/>
          <p:cNvSpPr txBox="1"/>
          <p:nvPr/>
        </p:nvSpPr>
        <p:spPr>
          <a:xfrm>
            <a:off x="190371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6-label1593"/>
          <p:cNvSpPr txBox="1"/>
          <p:nvPr/>
        </p:nvSpPr>
        <p:spPr>
          <a:xfrm>
            <a:off x="235320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6-label1594"/>
          <p:cNvSpPr txBox="1"/>
          <p:nvPr/>
        </p:nvSpPr>
        <p:spPr>
          <a:xfrm>
            <a:off x="2967228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6-line1595"/>
          <p:cNvSpPr/>
          <p:nvPr/>
        </p:nvSpPr>
        <p:spPr>
          <a:xfrm>
            <a:off x="3241548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6-line1596"/>
          <p:cNvSpPr/>
          <p:nvPr/>
        </p:nvSpPr>
        <p:spPr>
          <a:xfrm flipV="1">
            <a:off x="3241548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6-pin1597"/>
          <p:cNvSpPr/>
          <p:nvPr/>
        </p:nvSpPr>
        <p:spPr>
          <a:xfrm>
            <a:off x="3186684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6-label159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16-figure1599" descr="시계: 3시 30분"/>
          <p:cNvSpPr/>
          <p:nvPr/>
        </p:nvSpPr>
        <p:spPr>
          <a:xfrm>
            <a:off x="7392924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6-line1600"/>
          <p:cNvSpPr/>
          <p:nvPr/>
        </p:nvSpPr>
        <p:spPr>
          <a:xfrm>
            <a:off x="8947404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6-line1601"/>
          <p:cNvSpPr/>
          <p:nvPr/>
        </p:nvSpPr>
        <p:spPr>
          <a:xfrm flipH="1">
            <a:off x="909794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6-line1602"/>
          <p:cNvSpPr/>
          <p:nvPr/>
        </p:nvSpPr>
        <p:spPr>
          <a:xfrm flipH="1">
            <a:off x="924683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6-line1603"/>
          <p:cNvSpPr/>
          <p:nvPr/>
        </p:nvSpPr>
        <p:spPr>
          <a:xfrm flipH="1">
            <a:off x="939244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6-line1604"/>
          <p:cNvSpPr/>
          <p:nvPr/>
        </p:nvSpPr>
        <p:spPr>
          <a:xfrm flipH="1">
            <a:off x="9533178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6-line1605"/>
          <p:cNvSpPr/>
          <p:nvPr/>
        </p:nvSpPr>
        <p:spPr>
          <a:xfrm flipH="1">
            <a:off x="962086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6-line1606"/>
          <p:cNvSpPr/>
          <p:nvPr/>
        </p:nvSpPr>
        <p:spPr>
          <a:xfrm flipH="1">
            <a:off x="9793921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6-line1607"/>
          <p:cNvSpPr/>
          <p:nvPr/>
        </p:nvSpPr>
        <p:spPr>
          <a:xfrm flipH="1">
            <a:off x="9911073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6-line1608"/>
          <p:cNvSpPr/>
          <p:nvPr/>
        </p:nvSpPr>
        <p:spPr>
          <a:xfrm flipH="1">
            <a:off x="10017666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6-line1609"/>
          <p:cNvSpPr/>
          <p:nvPr/>
        </p:nvSpPr>
        <p:spPr>
          <a:xfrm flipH="1">
            <a:off x="1011253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6-line1610"/>
          <p:cNvSpPr/>
          <p:nvPr/>
        </p:nvSpPr>
        <p:spPr>
          <a:xfrm flipH="1">
            <a:off x="1011386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6-line1611"/>
          <p:cNvSpPr/>
          <p:nvPr/>
        </p:nvSpPr>
        <p:spPr>
          <a:xfrm flipH="1">
            <a:off x="102630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6-line1612"/>
          <p:cNvSpPr/>
          <p:nvPr/>
        </p:nvSpPr>
        <p:spPr>
          <a:xfrm flipH="1">
            <a:off x="10317097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6-line1613"/>
          <p:cNvSpPr/>
          <p:nvPr/>
        </p:nvSpPr>
        <p:spPr>
          <a:xfrm flipH="1">
            <a:off x="10356113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6-line1614"/>
          <p:cNvSpPr/>
          <p:nvPr/>
        </p:nvSpPr>
        <p:spPr>
          <a:xfrm flipH="1">
            <a:off x="1037969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6-line1615"/>
          <p:cNvSpPr/>
          <p:nvPr/>
        </p:nvSpPr>
        <p:spPr>
          <a:xfrm flipH="1">
            <a:off x="10294315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6-line1616"/>
          <p:cNvSpPr/>
          <p:nvPr/>
        </p:nvSpPr>
        <p:spPr>
          <a:xfrm flipH="1" flipV="1">
            <a:off x="1037969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6-line1617"/>
          <p:cNvSpPr/>
          <p:nvPr/>
        </p:nvSpPr>
        <p:spPr>
          <a:xfrm flipH="1" flipV="1">
            <a:off x="10356113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6-line1618"/>
          <p:cNvSpPr/>
          <p:nvPr/>
        </p:nvSpPr>
        <p:spPr>
          <a:xfrm flipH="1" flipV="1">
            <a:off x="10317097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6-line1619"/>
          <p:cNvSpPr/>
          <p:nvPr/>
        </p:nvSpPr>
        <p:spPr>
          <a:xfrm flipH="1" flipV="1">
            <a:off x="102630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6-line1620"/>
          <p:cNvSpPr/>
          <p:nvPr/>
        </p:nvSpPr>
        <p:spPr>
          <a:xfrm flipH="1" flipV="1">
            <a:off x="1011386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6-line1621"/>
          <p:cNvSpPr/>
          <p:nvPr/>
        </p:nvSpPr>
        <p:spPr>
          <a:xfrm flipH="1" flipV="1">
            <a:off x="1011253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6-line1622"/>
          <p:cNvSpPr/>
          <p:nvPr/>
        </p:nvSpPr>
        <p:spPr>
          <a:xfrm flipH="1" flipV="1">
            <a:off x="10017666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6-line1623"/>
          <p:cNvSpPr/>
          <p:nvPr/>
        </p:nvSpPr>
        <p:spPr>
          <a:xfrm flipH="1" flipV="1">
            <a:off x="9911073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6-line1624"/>
          <p:cNvSpPr/>
          <p:nvPr/>
        </p:nvSpPr>
        <p:spPr>
          <a:xfrm flipH="1" flipV="1">
            <a:off x="9793921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6-line1625"/>
          <p:cNvSpPr/>
          <p:nvPr/>
        </p:nvSpPr>
        <p:spPr>
          <a:xfrm flipH="1" flipV="1">
            <a:off x="962086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6-line1626"/>
          <p:cNvSpPr/>
          <p:nvPr/>
        </p:nvSpPr>
        <p:spPr>
          <a:xfrm flipH="1" flipV="1">
            <a:off x="9533178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6-line1627"/>
          <p:cNvSpPr/>
          <p:nvPr/>
        </p:nvSpPr>
        <p:spPr>
          <a:xfrm flipH="1" flipV="1">
            <a:off x="939244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6-line1628"/>
          <p:cNvSpPr/>
          <p:nvPr/>
        </p:nvSpPr>
        <p:spPr>
          <a:xfrm flipH="1" flipV="1">
            <a:off x="924683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6-line1629"/>
          <p:cNvSpPr/>
          <p:nvPr/>
        </p:nvSpPr>
        <p:spPr>
          <a:xfrm flipH="1" flipV="1">
            <a:off x="909794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6-line1630"/>
          <p:cNvSpPr/>
          <p:nvPr/>
        </p:nvSpPr>
        <p:spPr>
          <a:xfrm flipV="1">
            <a:off x="8947404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6-line1631"/>
          <p:cNvSpPr/>
          <p:nvPr/>
        </p:nvSpPr>
        <p:spPr>
          <a:xfrm flipV="1">
            <a:off x="878874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6-line1632"/>
          <p:cNvSpPr/>
          <p:nvPr/>
        </p:nvSpPr>
        <p:spPr>
          <a:xfrm flipV="1">
            <a:off x="863181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6-line1633"/>
          <p:cNvSpPr/>
          <p:nvPr/>
        </p:nvSpPr>
        <p:spPr>
          <a:xfrm flipV="1">
            <a:off x="847834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6-line1634"/>
          <p:cNvSpPr/>
          <p:nvPr/>
        </p:nvSpPr>
        <p:spPr>
          <a:xfrm flipV="1">
            <a:off x="8330017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6-line1635"/>
          <p:cNvSpPr/>
          <p:nvPr/>
        </p:nvSpPr>
        <p:spPr>
          <a:xfrm flipV="1">
            <a:off x="818845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6-line1636"/>
          <p:cNvSpPr/>
          <p:nvPr/>
        </p:nvSpPr>
        <p:spPr>
          <a:xfrm flipV="1">
            <a:off x="8055202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6-line1637"/>
          <p:cNvSpPr/>
          <p:nvPr/>
        </p:nvSpPr>
        <p:spPr>
          <a:xfrm flipV="1">
            <a:off x="7931728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6-line1638"/>
          <p:cNvSpPr/>
          <p:nvPr/>
        </p:nvSpPr>
        <p:spPr>
          <a:xfrm flipV="1">
            <a:off x="7819381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6-line1639"/>
          <p:cNvSpPr/>
          <p:nvPr/>
        </p:nvSpPr>
        <p:spPr>
          <a:xfrm flipV="1">
            <a:off x="771939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6-line1640"/>
          <p:cNvSpPr/>
          <p:nvPr/>
        </p:nvSpPr>
        <p:spPr>
          <a:xfrm flipV="1">
            <a:off x="763286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6-line1641"/>
          <p:cNvSpPr/>
          <p:nvPr/>
        </p:nvSpPr>
        <p:spPr>
          <a:xfrm flipV="1">
            <a:off x="756073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6-line1642"/>
          <p:cNvSpPr/>
          <p:nvPr/>
        </p:nvSpPr>
        <p:spPr>
          <a:xfrm flipV="1">
            <a:off x="7503792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6-line1643"/>
          <p:cNvSpPr/>
          <p:nvPr/>
        </p:nvSpPr>
        <p:spPr>
          <a:xfrm flipV="1">
            <a:off x="7462670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6-line1644"/>
          <p:cNvSpPr/>
          <p:nvPr/>
        </p:nvSpPr>
        <p:spPr>
          <a:xfrm flipV="1">
            <a:off x="743781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6-line1645"/>
          <p:cNvSpPr/>
          <p:nvPr/>
        </p:nvSpPr>
        <p:spPr>
          <a:xfrm>
            <a:off x="7429500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6-line1646"/>
          <p:cNvSpPr/>
          <p:nvPr/>
        </p:nvSpPr>
        <p:spPr>
          <a:xfrm>
            <a:off x="743781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6-line1647"/>
          <p:cNvSpPr/>
          <p:nvPr/>
        </p:nvSpPr>
        <p:spPr>
          <a:xfrm>
            <a:off x="7462670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6-line1648"/>
          <p:cNvSpPr/>
          <p:nvPr/>
        </p:nvSpPr>
        <p:spPr>
          <a:xfrm>
            <a:off x="7503792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6-line1649"/>
          <p:cNvSpPr/>
          <p:nvPr/>
        </p:nvSpPr>
        <p:spPr>
          <a:xfrm>
            <a:off x="756073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6-line1650"/>
          <p:cNvSpPr/>
          <p:nvPr/>
        </p:nvSpPr>
        <p:spPr>
          <a:xfrm>
            <a:off x="763286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6-line1651"/>
          <p:cNvSpPr/>
          <p:nvPr/>
        </p:nvSpPr>
        <p:spPr>
          <a:xfrm>
            <a:off x="771939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6-line1652"/>
          <p:cNvSpPr/>
          <p:nvPr/>
        </p:nvSpPr>
        <p:spPr>
          <a:xfrm>
            <a:off x="7819381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6-line1653"/>
          <p:cNvSpPr/>
          <p:nvPr/>
        </p:nvSpPr>
        <p:spPr>
          <a:xfrm>
            <a:off x="7931728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6-line1654"/>
          <p:cNvSpPr/>
          <p:nvPr/>
        </p:nvSpPr>
        <p:spPr>
          <a:xfrm>
            <a:off x="8055202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6-line1655"/>
          <p:cNvSpPr/>
          <p:nvPr/>
        </p:nvSpPr>
        <p:spPr>
          <a:xfrm>
            <a:off x="818845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6-line1656"/>
          <p:cNvSpPr/>
          <p:nvPr/>
        </p:nvSpPr>
        <p:spPr>
          <a:xfrm>
            <a:off x="8330017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6-line1657"/>
          <p:cNvSpPr/>
          <p:nvPr/>
        </p:nvSpPr>
        <p:spPr>
          <a:xfrm>
            <a:off x="847834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6-line1658"/>
          <p:cNvSpPr/>
          <p:nvPr/>
        </p:nvSpPr>
        <p:spPr>
          <a:xfrm>
            <a:off x="863181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6-line1659"/>
          <p:cNvSpPr/>
          <p:nvPr/>
        </p:nvSpPr>
        <p:spPr>
          <a:xfrm>
            <a:off x="878874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6-label1660"/>
          <p:cNvSpPr txBox="1"/>
          <p:nvPr/>
        </p:nvSpPr>
        <p:spPr>
          <a:xfrm>
            <a:off x="928710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6-label1661"/>
          <p:cNvSpPr txBox="1"/>
          <p:nvPr/>
        </p:nvSpPr>
        <p:spPr>
          <a:xfrm>
            <a:off x="973659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6-label1662"/>
          <p:cNvSpPr txBox="1"/>
          <p:nvPr/>
        </p:nvSpPr>
        <p:spPr>
          <a:xfrm>
            <a:off x="990112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6-label1663"/>
          <p:cNvSpPr txBox="1"/>
          <p:nvPr/>
        </p:nvSpPr>
        <p:spPr>
          <a:xfrm>
            <a:off x="973659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6-label1664"/>
          <p:cNvSpPr txBox="1"/>
          <p:nvPr/>
        </p:nvSpPr>
        <p:spPr>
          <a:xfrm>
            <a:off x="928710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6-label1665"/>
          <p:cNvSpPr txBox="1"/>
          <p:nvPr/>
        </p:nvSpPr>
        <p:spPr>
          <a:xfrm>
            <a:off x="8673084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6-label1666"/>
          <p:cNvSpPr txBox="1"/>
          <p:nvPr/>
        </p:nvSpPr>
        <p:spPr>
          <a:xfrm>
            <a:off x="805906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6-label1667"/>
          <p:cNvSpPr txBox="1"/>
          <p:nvPr/>
        </p:nvSpPr>
        <p:spPr>
          <a:xfrm>
            <a:off x="760957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6-label1668"/>
          <p:cNvSpPr txBox="1"/>
          <p:nvPr/>
        </p:nvSpPr>
        <p:spPr>
          <a:xfrm>
            <a:off x="74450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6-label1669"/>
          <p:cNvSpPr txBox="1"/>
          <p:nvPr/>
        </p:nvSpPr>
        <p:spPr>
          <a:xfrm>
            <a:off x="760957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6-label1670"/>
          <p:cNvSpPr txBox="1"/>
          <p:nvPr/>
        </p:nvSpPr>
        <p:spPr>
          <a:xfrm>
            <a:off x="805906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6-label1671"/>
          <p:cNvSpPr txBox="1"/>
          <p:nvPr/>
        </p:nvSpPr>
        <p:spPr>
          <a:xfrm>
            <a:off x="8673084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6-line1672"/>
          <p:cNvSpPr/>
          <p:nvPr/>
        </p:nvSpPr>
        <p:spPr>
          <a:xfrm>
            <a:off x="8947404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6-line1673"/>
          <p:cNvSpPr/>
          <p:nvPr/>
        </p:nvSpPr>
        <p:spPr>
          <a:xfrm>
            <a:off x="8947404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6-pin1674"/>
          <p:cNvSpPr/>
          <p:nvPr/>
        </p:nvSpPr>
        <p:spPr>
          <a:xfrm>
            <a:off x="8892540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6-label167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시각과 시간</dc:title>
  <dc:subject>KR22-G02-MAT-TIME-L01</dc:subject>
  <dc:creator>education-ppt</dc:creator>
  <cp:lastModifiedBy>education-ppt</cp:lastModifiedBy>
  <cp:revision>1</cp:revision>
  <dcterms:created xsi:type="dcterms:W3CDTF">2026-10-26T07:14:28Z</dcterms:created>
  <dcterms:modified xsi:type="dcterms:W3CDTF">2026-10-26T07:14:28Z</dcterms:modified>
</cp:coreProperties>
</file>