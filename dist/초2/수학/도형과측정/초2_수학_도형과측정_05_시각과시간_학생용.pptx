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bb33f762-a6c0-4a65-3844-55d02db6f607}">
          <p14:sldIdLst>
            <p14:sldId id="256"/>
            <p14:sldId id="257"/>
          </p14:sldIdLst>
        </p14:section>
        <p14:section name="개념" id="{770c32a5-a9b6-ef4f-ff06-663de73ff859}">
          <p14:sldIdLst>
            <p14:sldId id="258"/>
            <p14:sldId id="259"/>
            <p14:sldId id="260"/>
            <p14:sldId id="263"/>
            <p14:sldId id="264"/>
            <p14:sldId id="265"/>
          </p14:sldIdLst>
        </p14:section>
        <p14:section name="연습" id="{dca2313f-2147-3105-0b62-322f6d571e61}">
          <p14:sldIdLst>
            <p14:sldId id="261"/>
            <p14:sldId id="262"/>
            <p14:sldId id="266"/>
          </p14:sldIdLst>
        </p14:section>
        <p14:section name="개념" id="{8f9e6ff6-a514-9d77-3850-23ede1a6e568}">
          <p14:sldIdLst/>
        </p14:section>
        <p14:section name="연습" id="{29a984c9-3f8c-17e0-c66e-eb1880ccaed1}">
          <p14:sldIdLst/>
        </p14:section>
        <p14:section name="확인" id="{3131f70d-405e-b63c-3305-4d4bf3a65287}">
          <p14:sldIdLst>
            <p14:sldId id="267"/>
            <p14:sldId id="268"/>
          </p14:sldIdLst>
        </p14:section>
        <p14:section name="정리" id="{981660a1-24f1-9491-a099-424e29d2064c}">
          <p14:sldIdLst>
            <p14:sldId id="269"/>
          </p14:sldIdLst>
        </p14:section>
        <p14:section name="보충" id="{b1fa00fa-1b3d-ca03-f871-741e60356289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도형과측정 · 5차시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시각과 시간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시각과 시간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수학 · 시각과 시간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시각과 시간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지금은 몇 시 몇 분일까?</a:t>
            </a:r>
            <a:endParaRPr lang="ko-KR" sz="3200" dirty="0"/>
          </a:p>
        </p:txBody>
      </p:sp>
      <p:sp>
        <p:nvSpPr>
          <p:cNvPr id="4" name="S01-figure1" descr="시계: 8시 10분"/>
          <p:cNvSpPr/>
          <p:nvPr/>
        </p:nvSpPr>
        <p:spPr>
          <a:xfrm>
            <a:off x="8183880" y="640080"/>
            <a:ext cx="2926080" cy="29260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5" name="S01-line2"/>
          <p:cNvSpPr/>
          <p:nvPr/>
        </p:nvSpPr>
        <p:spPr>
          <a:xfrm>
            <a:off x="9646920" y="676656"/>
            <a:ext cx="0" cy="16093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" name="S01-line3"/>
          <p:cNvSpPr/>
          <p:nvPr/>
        </p:nvSpPr>
        <p:spPr>
          <a:xfrm flipH="1">
            <a:off x="9788380" y="684470"/>
            <a:ext cx="7646" cy="7275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" name="S01-line4"/>
          <p:cNvSpPr/>
          <p:nvPr/>
        </p:nvSpPr>
        <p:spPr>
          <a:xfrm flipH="1">
            <a:off x="9928289" y="707828"/>
            <a:ext cx="15209" cy="715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1-line5"/>
          <p:cNvSpPr/>
          <p:nvPr/>
        </p:nvSpPr>
        <p:spPr>
          <a:xfrm flipH="1">
            <a:off x="10065116" y="746472"/>
            <a:ext cx="22605" cy="695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1-line6"/>
          <p:cNvSpPr/>
          <p:nvPr/>
        </p:nvSpPr>
        <p:spPr>
          <a:xfrm flipH="1">
            <a:off x="10197362" y="799980"/>
            <a:ext cx="29754" cy="6682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1-line7"/>
          <p:cNvSpPr/>
          <p:nvPr/>
        </p:nvSpPr>
        <p:spPr>
          <a:xfrm flipH="1">
            <a:off x="10279685" y="867766"/>
            <a:ext cx="80467" cy="13937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01-line8"/>
          <p:cNvSpPr/>
          <p:nvPr/>
        </p:nvSpPr>
        <p:spPr>
          <a:xfrm flipH="1">
            <a:off x="10442377" y="949086"/>
            <a:ext cx="42998" cy="5918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1-line9"/>
          <p:cNvSpPr/>
          <p:nvPr/>
        </p:nvSpPr>
        <p:spPr>
          <a:xfrm flipH="1">
            <a:off x="10552462" y="1043051"/>
            <a:ext cx="48948" cy="5436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1-line10"/>
          <p:cNvSpPr/>
          <p:nvPr/>
        </p:nvSpPr>
        <p:spPr>
          <a:xfrm flipH="1">
            <a:off x="10652627" y="1148629"/>
            <a:ext cx="54363" cy="4894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1-line11"/>
          <p:cNvSpPr/>
          <p:nvPr/>
        </p:nvSpPr>
        <p:spPr>
          <a:xfrm flipH="1">
            <a:off x="10741772" y="1264665"/>
            <a:ext cx="59181" cy="429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1-line12"/>
          <p:cNvSpPr/>
          <p:nvPr/>
        </p:nvSpPr>
        <p:spPr>
          <a:xfrm flipH="1">
            <a:off x="10742901" y="1389888"/>
            <a:ext cx="139373" cy="8046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" name="S01-line13"/>
          <p:cNvSpPr/>
          <p:nvPr/>
        </p:nvSpPr>
        <p:spPr>
          <a:xfrm flipH="1">
            <a:off x="10883232" y="1522925"/>
            <a:ext cx="66828" cy="297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1-line14"/>
          <p:cNvSpPr/>
          <p:nvPr/>
        </p:nvSpPr>
        <p:spPr>
          <a:xfrm flipH="1">
            <a:off x="10933996" y="1662318"/>
            <a:ext cx="69572" cy="22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1-line15"/>
          <p:cNvSpPr/>
          <p:nvPr/>
        </p:nvSpPr>
        <p:spPr>
          <a:xfrm flipH="1">
            <a:off x="10970659" y="1806541"/>
            <a:ext cx="71553" cy="1520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1-line16"/>
          <p:cNvSpPr/>
          <p:nvPr/>
        </p:nvSpPr>
        <p:spPr>
          <a:xfrm flipH="1">
            <a:off x="10992818" y="1954014"/>
            <a:ext cx="72751" cy="764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1-line17"/>
          <p:cNvSpPr/>
          <p:nvPr/>
        </p:nvSpPr>
        <p:spPr>
          <a:xfrm flipH="1">
            <a:off x="10912450" y="2103120"/>
            <a:ext cx="16093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" name="S01-line18"/>
          <p:cNvSpPr/>
          <p:nvPr/>
        </p:nvSpPr>
        <p:spPr>
          <a:xfrm flipH="1" flipV="1">
            <a:off x="10992818" y="2244580"/>
            <a:ext cx="72751" cy="764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1-line19"/>
          <p:cNvSpPr/>
          <p:nvPr/>
        </p:nvSpPr>
        <p:spPr>
          <a:xfrm flipH="1" flipV="1">
            <a:off x="10970659" y="2384489"/>
            <a:ext cx="71553" cy="1520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1-line20"/>
          <p:cNvSpPr/>
          <p:nvPr/>
        </p:nvSpPr>
        <p:spPr>
          <a:xfrm flipH="1" flipV="1">
            <a:off x="10933996" y="2521316"/>
            <a:ext cx="69572" cy="22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1-line21"/>
          <p:cNvSpPr/>
          <p:nvPr/>
        </p:nvSpPr>
        <p:spPr>
          <a:xfrm flipH="1" flipV="1">
            <a:off x="10883232" y="2653562"/>
            <a:ext cx="66828" cy="297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1-line22"/>
          <p:cNvSpPr/>
          <p:nvPr/>
        </p:nvSpPr>
        <p:spPr>
          <a:xfrm flipH="1" flipV="1">
            <a:off x="10742901" y="2735885"/>
            <a:ext cx="139373" cy="8046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6" name="S01-line23"/>
          <p:cNvSpPr/>
          <p:nvPr/>
        </p:nvSpPr>
        <p:spPr>
          <a:xfrm flipH="1" flipV="1">
            <a:off x="10741772" y="2898577"/>
            <a:ext cx="59181" cy="429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1-line24"/>
          <p:cNvSpPr/>
          <p:nvPr/>
        </p:nvSpPr>
        <p:spPr>
          <a:xfrm flipH="1" flipV="1">
            <a:off x="10652627" y="3008662"/>
            <a:ext cx="54363" cy="4894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1-line25"/>
          <p:cNvSpPr/>
          <p:nvPr/>
        </p:nvSpPr>
        <p:spPr>
          <a:xfrm flipH="1" flipV="1">
            <a:off x="10552462" y="3108827"/>
            <a:ext cx="48948" cy="5436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1-line26"/>
          <p:cNvSpPr/>
          <p:nvPr/>
        </p:nvSpPr>
        <p:spPr>
          <a:xfrm flipH="1" flipV="1">
            <a:off x="10442377" y="3197972"/>
            <a:ext cx="42998" cy="5918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1-line27"/>
          <p:cNvSpPr/>
          <p:nvPr/>
        </p:nvSpPr>
        <p:spPr>
          <a:xfrm flipH="1" flipV="1">
            <a:off x="10279685" y="3199101"/>
            <a:ext cx="80467" cy="13937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1" name="S01-line28"/>
          <p:cNvSpPr/>
          <p:nvPr/>
        </p:nvSpPr>
        <p:spPr>
          <a:xfrm flipH="1" flipV="1">
            <a:off x="10197362" y="3339432"/>
            <a:ext cx="29754" cy="6682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1-line29"/>
          <p:cNvSpPr/>
          <p:nvPr/>
        </p:nvSpPr>
        <p:spPr>
          <a:xfrm flipH="1" flipV="1">
            <a:off x="10065116" y="3390196"/>
            <a:ext cx="22605" cy="695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1-line30"/>
          <p:cNvSpPr/>
          <p:nvPr/>
        </p:nvSpPr>
        <p:spPr>
          <a:xfrm flipH="1" flipV="1">
            <a:off x="9928289" y="3426859"/>
            <a:ext cx="15209" cy="715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1-line31"/>
          <p:cNvSpPr/>
          <p:nvPr/>
        </p:nvSpPr>
        <p:spPr>
          <a:xfrm flipH="1" flipV="1">
            <a:off x="9788380" y="3449018"/>
            <a:ext cx="7646" cy="7275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1-line32"/>
          <p:cNvSpPr/>
          <p:nvPr/>
        </p:nvSpPr>
        <p:spPr>
          <a:xfrm flipV="1">
            <a:off x="9646920" y="3368650"/>
            <a:ext cx="0" cy="16093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6" name="S01-line33"/>
          <p:cNvSpPr/>
          <p:nvPr/>
        </p:nvSpPr>
        <p:spPr>
          <a:xfrm flipV="1">
            <a:off x="9497814" y="3449018"/>
            <a:ext cx="7646" cy="7275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1-line34"/>
          <p:cNvSpPr/>
          <p:nvPr/>
        </p:nvSpPr>
        <p:spPr>
          <a:xfrm flipV="1">
            <a:off x="9350341" y="3426859"/>
            <a:ext cx="15209" cy="715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1-line35"/>
          <p:cNvSpPr/>
          <p:nvPr/>
        </p:nvSpPr>
        <p:spPr>
          <a:xfrm flipV="1">
            <a:off x="9206118" y="3390196"/>
            <a:ext cx="22605" cy="695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1-line36"/>
          <p:cNvSpPr/>
          <p:nvPr/>
        </p:nvSpPr>
        <p:spPr>
          <a:xfrm flipV="1">
            <a:off x="9066725" y="3339432"/>
            <a:ext cx="29754" cy="6682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1-line37"/>
          <p:cNvSpPr/>
          <p:nvPr/>
        </p:nvSpPr>
        <p:spPr>
          <a:xfrm flipV="1">
            <a:off x="8933688" y="3199101"/>
            <a:ext cx="80467" cy="13937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1" name="S01-line38"/>
          <p:cNvSpPr/>
          <p:nvPr/>
        </p:nvSpPr>
        <p:spPr>
          <a:xfrm flipV="1">
            <a:off x="8808465" y="3197972"/>
            <a:ext cx="42998" cy="5918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1-line39"/>
          <p:cNvSpPr/>
          <p:nvPr/>
        </p:nvSpPr>
        <p:spPr>
          <a:xfrm flipV="1">
            <a:off x="8692429" y="3108827"/>
            <a:ext cx="48948" cy="5436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1-line40"/>
          <p:cNvSpPr/>
          <p:nvPr/>
        </p:nvSpPr>
        <p:spPr>
          <a:xfrm flipV="1">
            <a:off x="8586851" y="3008662"/>
            <a:ext cx="54363" cy="4894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1-line41"/>
          <p:cNvSpPr/>
          <p:nvPr/>
        </p:nvSpPr>
        <p:spPr>
          <a:xfrm flipV="1">
            <a:off x="8492886" y="2898577"/>
            <a:ext cx="59181" cy="429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1-line42"/>
          <p:cNvSpPr/>
          <p:nvPr/>
        </p:nvSpPr>
        <p:spPr>
          <a:xfrm flipV="1">
            <a:off x="8411566" y="2735885"/>
            <a:ext cx="139373" cy="8046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6" name="S01-line43"/>
          <p:cNvSpPr/>
          <p:nvPr/>
        </p:nvSpPr>
        <p:spPr>
          <a:xfrm flipV="1">
            <a:off x="8343780" y="2653562"/>
            <a:ext cx="66828" cy="297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1-line44"/>
          <p:cNvSpPr/>
          <p:nvPr/>
        </p:nvSpPr>
        <p:spPr>
          <a:xfrm flipV="1">
            <a:off x="8290272" y="2521316"/>
            <a:ext cx="69572" cy="22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1-line45"/>
          <p:cNvSpPr/>
          <p:nvPr/>
        </p:nvSpPr>
        <p:spPr>
          <a:xfrm flipV="1">
            <a:off x="8251628" y="2384489"/>
            <a:ext cx="71553" cy="1520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1-line46"/>
          <p:cNvSpPr/>
          <p:nvPr/>
        </p:nvSpPr>
        <p:spPr>
          <a:xfrm flipV="1">
            <a:off x="8228270" y="2244580"/>
            <a:ext cx="72751" cy="764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1-line47"/>
          <p:cNvSpPr/>
          <p:nvPr/>
        </p:nvSpPr>
        <p:spPr>
          <a:xfrm>
            <a:off x="8220456" y="2103120"/>
            <a:ext cx="16093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1" name="S01-line48"/>
          <p:cNvSpPr/>
          <p:nvPr/>
        </p:nvSpPr>
        <p:spPr>
          <a:xfrm>
            <a:off x="8228270" y="1954014"/>
            <a:ext cx="72751" cy="764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1-line49"/>
          <p:cNvSpPr/>
          <p:nvPr/>
        </p:nvSpPr>
        <p:spPr>
          <a:xfrm>
            <a:off x="8251628" y="1806541"/>
            <a:ext cx="71553" cy="1520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1-line50"/>
          <p:cNvSpPr/>
          <p:nvPr/>
        </p:nvSpPr>
        <p:spPr>
          <a:xfrm>
            <a:off x="8290272" y="1662318"/>
            <a:ext cx="69572" cy="22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1-line51"/>
          <p:cNvSpPr/>
          <p:nvPr/>
        </p:nvSpPr>
        <p:spPr>
          <a:xfrm>
            <a:off x="8343780" y="1522925"/>
            <a:ext cx="66828" cy="297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1-line52"/>
          <p:cNvSpPr/>
          <p:nvPr/>
        </p:nvSpPr>
        <p:spPr>
          <a:xfrm>
            <a:off x="8411566" y="1389888"/>
            <a:ext cx="139373" cy="8046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6" name="S01-line53"/>
          <p:cNvSpPr/>
          <p:nvPr/>
        </p:nvSpPr>
        <p:spPr>
          <a:xfrm>
            <a:off x="8492886" y="1264665"/>
            <a:ext cx="59181" cy="429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1-line54"/>
          <p:cNvSpPr/>
          <p:nvPr/>
        </p:nvSpPr>
        <p:spPr>
          <a:xfrm>
            <a:off x="8586851" y="1148629"/>
            <a:ext cx="54363" cy="4894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1-line55"/>
          <p:cNvSpPr/>
          <p:nvPr/>
        </p:nvSpPr>
        <p:spPr>
          <a:xfrm>
            <a:off x="8692429" y="1043051"/>
            <a:ext cx="48948" cy="5436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1-line56"/>
          <p:cNvSpPr/>
          <p:nvPr/>
        </p:nvSpPr>
        <p:spPr>
          <a:xfrm>
            <a:off x="8808465" y="949086"/>
            <a:ext cx="42998" cy="5918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1-line57"/>
          <p:cNvSpPr/>
          <p:nvPr/>
        </p:nvSpPr>
        <p:spPr>
          <a:xfrm>
            <a:off x="8933688" y="867766"/>
            <a:ext cx="80467" cy="13937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1" name="S01-line58"/>
          <p:cNvSpPr/>
          <p:nvPr/>
        </p:nvSpPr>
        <p:spPr>
          <a:xfrm>
            <a:off x="9066725" y="799980"/>
            <a:ext cx="29754" cy="6682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1-line59"/>
          <p:cNvSpPr/>
          <p:nvPr/>
        </p:nvSpPr>
        <p:spPr>
          <a:xfrm>
            <a:off x="9206118" y="746472"/>
            <a:ext cx="22605" cy="695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1-line60"/>
          <p:cNvSpPr/>
          <p:nvPr/>
        </p:nvSpPr>
        <p:spPr>
          <a:xfrm>
            <a:off x="9350341" y="707828"/>
            <a:ext cx="15209" cy="715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1-line61"/>
          <p:cNvSpPr/>
          <p:nvPr/>
        </p:nvSpPr>
        <p:spPr>
          <a:xfrm>
            <a:off x="9497814" y="684470"/>
            <a:ext cx="7646" cy="7275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1-label62"/>
          <p:cNvSpPr txBox="1"/>
          <p:nvPr/>
        </p:nvSpPr>
        <p:spPr>
          <a:xfrm>
            <a:off x="9950501" y="91928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6" name="S01-label63"/>
          <p:cNvSpPr txBox="1"/>
          <p:nvPr/>
        </p:nvSpPr>
        <p:spPr>
          <a:xfrm>
            <a:off x="10373554" y="13423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67" name="S01-label64"/>
          <p:cNvSpPr txBox="1"/>
          <p:nvPr/>
        </p:nvSpPr>
        <p:spPr>
          <a:xfrm>
            <a:off x="10528402" y="1920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68" name="S01-label65"/>
          <p:cNvSpPr txBox="1"/>
          <p:nvPr/>
        </p:nvSpPr>
        <p:spPr>
          <a:xfrm>
            <a:off x="10373554" y="249814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69" name="S01-label66"/>
          <p:cNvSpPr txBox="1"/>
          <p:nvPr/>
        </p:nvSpPr>
        <p:spPr>
          <a:xfrm>
            <a:off x="9950501" y="292119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70" name="S01-label67"/>
          <p:cNvSpPr txBox="1"/>
          <p:nvPr/>
        </p:nvSpPr>
        <p:spPr>
          <a:xfrm>
            <a:off x="9372600" y="307604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71" name="S01-label68"/>
          <p:cNvSpPr txBox="1"/>
          <p:nvPr/>
        </p:nvSpPr>
        <p:spPr>
          <a:xfrm>
            <a:off x="8794699" y="292119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400" dirty="0"/>
          </a:p>
        </p:txBody>
      </p:sp>
      <p:sp>
        <p:nvSpPr>
          <p:cNvPr id="72" name="S01-label69"/>
          <p:cNvSpPr txBox="1"/>
          <p:nvPr/>
        </p:nvSpPr>
        <p:spPr>
          <a:xfrm>
            <a:off x="8371646" y="249814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400" dirty="0"/>
          </a:p>
        </p:txBody>
      </p:sp>
      <p:sp>
        <p:nvSpPr>
          <p:cNvPr id="73" name="S01-label70"/>
          <p:cNvSpPr txBox="1"/>
          <p:nvPr/>
        </p:nvSpPr>
        <p:spPr>
          <a:xfrm>
            <a:off x="8216798" y="1920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400" dirty="0"/>
          </a:p>
        </p:txBody>
      </p:sp>
      <p:sp>
        <p:nvSpPr>
          <p:cNvPr id="74" name="S01-label71"/>
          <p:cNvSpPr txBox="1"/>
          <p:nvPr/>
        </p:nvSpPr>
        <p:spPr>
          <a:xfrm>
            <a:off x="8371646" y="13423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400" dirty="0"/>
          </a:p>
        </p:txBody>
      </p:sp>
      <p:sp>
        <p:nvSpPr>
          <p:cNvPr id="75" name="S01-label72"/>
          <p:cNvSpPr txBox="1"/>
          <p:nvPr/>
        </p:nvSpPr>
        <p:spPr>
          <a:xfrm>
            <a:off x="8794699" y="91928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400" dirty="0"/>
          </a:p>
        </p:txBody>
      </p:sp>
      <p:sp>
        <p:nvSpPr>
          <p:cNvPr id="76" name="S01-label73"/>
          <p:cNvSpPr txBox="1"/>
          <p:nvPr/>
        </p:nvSpPr>
        <p:spPr>
          <a:xfrm>
            <a:off x="9372600" y="76443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400" dirty="0"/>
          </a:p>
        </p:txBody>
      </p:sp>
      <p:sp>
        <p:nvSpPr>
          <p:cNvPr id="77" name="S01-line74"/>
          <p:cNvSpPr/>
          <p:nvPr/>
        </p:nvSpPr>
        <p:spPr>
          <a:xfrm flipH="1">
            <a:off x="9063496" y="2103120"/>
            <a:ext cx="583424" cy="272055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78" name="S01-line75"/>
          <p:cNvSpPr/>
          <p:nvPr/>
        </p:nvSpPr>
        <p:spPr>
          <a:xfrm flipV="1">
            <a:off x="9646920" y="1634947"/>
            <a:ext cx="810899" cy="468173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79" name="S01-pin76"/>
          <p:cNvSpPr/>
          <p:nvPr/>
        </p:nvSpPr>
        <p:spPr>
          <a:xfrm>
            <a:off x="9592056" y="2048256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0" name="S01-card77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81" name="S01-cardtext78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시계를 보고 몇 시 몇 분을 읽어요.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1시간 = 60분, 하루 = 24시간을 알아요.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400" dirty="0"/>
          </a:p>
        </p:txBody>
      </p:sp>
      <p:sp>
        <p:nvSpPr>
          <p:cNvPr id="3" name="S02-chip79"/>
          <p:cNvSpPr txBox="1"/>
          <p:nvPr/>
        </p:nvSpPr>
        <p:spPr>
          <a:xfrm>
            <a:off x="548640" y="221970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02-figure80" descr="시계: 3시"/>
          <p:cNvSpPr/>
          <p:nvPr/>
        </p:nvSpPr>
        <p:spPr>
          <a:xfrm>
            <a:off x="2450592" y="1325880"/>
            <a:ext cx="2354580" cy="23545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5" name="S02-line81"/>
          <p:cNvSpPr/>
          <p:nvPr/>
        </p:nvSpPr>
        <p:spPr>
          <a:xfrm>
            <a:off x="3627882" y="1362456"/>
            <a:ext cx="0" cy="12950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" name="S02-line82"/>
          <p:cNvSpPr/>
          <p:nvPr/>
        </p:nvSpPr>
        <p:spPr>
          <a:xfrm flipH="1">
            <a:off x="3740966" y="1368705"/>
            <a:ext cx="6153" cy="58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" name="S02-line83"/>
          <p:cNvSpPr/>
          <p:nvPr/>
        </p:nvSpPr>
        <p:spPr>
          <a:xfrm flipH="1">
            <a:off x="3852811" y="1387383"/>
            <a:ext cx="12239" cy="5757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2-line84"/>
          <p:cNvSpPr/>
          <p:nvPr/>
        </p:nvSpPr>
        <p:spPr>
          <a:xfrm flipH="1">
            <a:off x="3962192" y="1418287"/>
            <a:ext cx="18190" cy="559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2-line85"/>
          <p:cNvSpPr/>
          <p:nvPr/>
        </p:nvSpPr>
        <p:spPr>
          <a:xfrm flipH="1">
            <a:off x="4067910" y="1461076"/>
            <a:ext cx="23942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2-line86"/>
          <p:cNvSpPr/>
          <p:nvPr/>
        </p:nvSpPr>
        <p:spPr>
          <a:xfrm flipH="1">
            <a:off x="4133488" y="1515283"/>
            <a:ext cx="64751" cy="11215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02-line87"/>
          <p:cNvSpPr/>
          <p:nvPr/>
        </p:nvSpPr>
        <p:spPr>
          <a:xfrm flipH="1">
            <a:off x="4263777" y="1580313"/>
            <a:ext cx="34600" cy="4762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2-line88"/>
          <p:cNvSpPr/>
          <p:nvPr/>
        </p:nvSpPr>
        <p:spPr>
          <a:xfrm flipH="1">
            <a:off x="4351781" y="1655454"/>
            <a:ext cx="39388" cy="4374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2-line89"/>
          <p:cNvSpPr/>
          <p:nvPr/>
        </p:nvSpPr>
        <p:spPr>
          <a:xfrm flipH="1">
            <a:off x="4431853" y="1739883"/>
            <a:ext cx="43745" cy="393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2-line90"/>
          <p:cNvSpPr/>
          <p:nvPr/>
        </p:nvSpPr>
        <p:spPr>
          <a:xfrm flipH="1">
            <a:off x="4503117" y="1832675"/>
            <a:ext cx="47622" cy="346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2-line91"/>
          <p:cNvSpPr/>
          <p:nvPr/>
        </p:nvSpPr>
        <p:spPr>
          <a:xfrm flipH="1">
            <a:off x="4503617" y="1932813"/>
            <a:ext cx="112152" cy="6475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" name="S02-line92"/>
          <p:cNvSpPr/>
          <p:nvPr/>
        </p:nvSpPr>
        <p:spPr>
          <a:xfrm flipH="1">
            <a:off x="4616201" y="2039200"/>
            <a:ext cx="53775" cy="239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2-line93"/>
          <p:cNvSpPr/>
          <p:nvPr/>
        </p:nvSpPr>
        <p:spPr>
          <a:xfrm flipH="1">
            <a:off x="4656782" y="2150670"/>
            <a:ext cx="55983" cy="1819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2-line94"/>
          <p:cNvSpPr/>
          <p:nvPr/>
        </p:nvSpPr>
        <p:spPr>
          <a:xfrm flipH="1">
            <a:off x="4686090" y="2266002"/>
            <a:ext cx="57578" cy="1223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2-line95"/>
          <p:cNvSpPr/>
          <p:nvPr/>
        </p:nvSpPr>
        <p:spPr>
          <a:xfrm flipH="1">
            <a:off x="4703805" y="2383933"/>
            <a:ext cx="58542" cy="61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2-line96"/>
          <p:cNvSpPr/>
          <p:nvPr/>
        </p:nvSpPr>
        <p:spPr>
          <a:xfrm flipH="1">
            <a:off x="4639094" y="2503170"/>
            <a:ext cx="12950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" name="S02-line97"/>
          <p:cNvSpPr/>
          <p:nvPr/>
        </p:nvSpPr>
        <p:spPr>
          <a:xfrm flipH="1" flipV="1">
            <a:off x="4703805" y="2616254"/>
            <a:ext cx="58542" cy="61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2-line98"/>
          <p:cNvSpPr/>
          <p:nvPr/>
        </p:nvSpPr>
        <p:spPr>
          <a:xfrm flipH="1" flipV="1">
            <a:off x="4686090" y="2728099"/>
            <a:ext cx="57578" cy="1223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2-line99"/>
          <p:cNvSpPr/>
          <p:nvPr/>
        </p:nvSpPr>
        <p:spPr>
          <a:xfrm flipH="1" flipV="1">
            <a:off x="4656782" y="2837480"/>
            <a:ext cx="55983" cy="1819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2-line100"/>
          <p:cNvSpPr/>
          <p:nvPr/>
        </p:nvSpPr>
        <p:spPr>
          <a:xfrm flipH="1" flipV="1">
            <a:off x="4616201" y="2943198"/>
            <a:ext cx="53775" cy="239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2-line101"/>
          <p:cNvSpPr/>
          <p:nvPr/>
        </p:nvSpPr>
        <p:spPr>
          <a:xfrm flipH="1" flipV="1">
            <a:off x="4503617" y="3008776"/>
            <a:ext cx="112152" cy="6475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6" name="S02-line102"/>
          <p:cNvSpPr/>
          <p:nvPr/>
        </p:nvSpPr>
        <p:spPr>
          <a:xfrm flipH="1" flipV="1">
            <a:off x="4503117" y="3139065"/>
            <a:ext cx="47622" cy="346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2-line103"/>
          <p:cNvSpPr/>
          <p:nvPr/>
        </p:nvSpPr>
        <p:spPr>
          <a:xfrm flipH="1" flipV="1">
            <a:off x="4431853" y="3227069"/>
            <a:ext cx="43745" cy="393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2-line104"/>
          <p:cNvSpPr/>
          <p:nvPr/>
        </p:nvSpPr>
        <p:spPr>
          <a:xfrm flipH="1" flipV="1">
            <a:off x="4351781" y="3307141"/>
            <a:ext cx="39388" cy="4374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2-line105"/>
          <p:cNvSpPr/>
          <p:nvPr/>
        </p:nvSpPr>
        <p:spPr>
          <a:xfrm flipH="1" flipV="1">
            <a:off x="4263777" y="3378405"/>
            <a:ext cx="34600" cy="4762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2-line106"/>
          <p:cNvSpPr/>
          <p:nvPr/>
        </p:nvSpPr>
        <p:spPr>
          <a:xfrm flipH="1" flipV="1">
            <a:off x="4133488" y="3378905"/>
            <a:ext cx="64751" cy="11215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1" name="S02-line107"/>
          <p:cNvSpPr/>
          <p:nvPr/>
        </p:nvSpPr>
        <p:spPr>
          <a:xfrm flipH="1" flipV="1">
            <a:off x="4067910" y="3491489"/>
            <a:ext cx="23942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2-line108"/>
          <p:cNvSpPr/>
          <p:nvPr/>
        </p:nvSpPr>
        <p:spPr>
          <a:xfrm flipH="1" flipV="1">
            <a:off x="3962192" y="3532070"/>
            <a:ext cx="18190" cy="559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2-line109"/>
          <p:cNvSpPr/>
          <p:nvPr/>
        </p:nvSpPr>
        <p:spPr>
          <a:xfrm flipH="1" flipV="1">
            <a:off x="3852811" y="3561378"/>
            <a:ext cx="12239" cy="5757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2-line110"/>
          <p:cNvSpPr/>
          <p:nvPr/>
        </p:nvSpPr>
        <p:spPr>
          <a:xfrm flipH="1" flipV="1">
            <a:off x="3740966" y="3579093"/>
            <a:ext cx="6153" cy="58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2-line111"/>
          <p:cNvSpPr/>
          <p:nvPr/>
        </p:nvSpPr>
        <p:spPr>
          <a:xfrm flipV="1">
            <a:off x="3627882" y="3514382"/>
            <a:ext cx="0" cy="12950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6" name="S02-line112"/>
          <p:cNvSpPr/>
          <p:nvPr/>
        </p:nvSpPr>
        <p:spPr>
          <a:xfrm flipV="1">
            <a:off x="3508645" y="3579093"/>
            <a:ext cx="6153" cy="58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2-line113"/>
          <p:cNvSpPr/>
          <p:nvPr/>
        </p:nvSpPr>
        <p:spPr>
          <a:xfrm flipV="1">
            <a:off x="3390714" y="3561378"/>
            <a:ext cx="12239" cy="5757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2-line114"/>
          <p:cNvSpPr/>
          <p:nvPr/>
        </p:nvSpPr>
        <p:spPr>
          <a:xfrm flipV="1">
            <a:off x="3275382" y="3532070"/>
            <a:ext cx="18190" cy="559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2-line115"/>
          <p:cNvSpPr/>
          <p:nvPr/>
        </p:nvSpPr>
        <p:spPr>
          <a:xfrm flipV="1">
            <a:off x="3163912" y="3491489"/>
            <a:ext cx="23942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2-line116"/>
          <p:cNvSpPr/>
          <p:nvPr/>
        </p:nvSpPr>
        <p:spPr>
          <a:xfrm flipV="1">
            <a:off x="3057525" y="3378905"/>
            <a:ext cx="64751" cy="11215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1" name="S02-line117"/>
          <p:cNvSpPr/>
          <p:nvPr/>
        </p:nvSpPr>
        <p:spPr>
          <a:xfrm flipV="1">
            <a:off x="2957387" y="3378405"/>
            <a:ext cx="34600" cy="4762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2-line118"/>
          <p:cNvSpPr/>
          <p:nvPr/>
        </p:nvSpPr>
        <p:spPr>
          <a:xfrm flipV="1">
            <a:off x="2864595" y="3307141"/>
            <a:ext cx="39388" cy="4374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2-line119"/>
          <p:cNvSpPr/>
          <p:nvPr/>
        </p:nvSpPr>
        <p:spPr>
          <a:xfrm flipV="1">
            <a:off x="2780166" y="3227069"/>
            <a:ext cx="43745" cy="393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2-line120"/>
          <p:cNvSpPr/>
          <p:nvPr/>
        </p:nvSpPr>
        <p:spPr>
          <a:xfrm flipV="1">
            <a:off x="2705025" y="3139065"/>
            <a:ext cx="47622" cy="346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2-line121"/>
          <p:cNvSpPr/>
          <p:nvPr/>
        </p:nvSpPr>
        <p:spPr>
          <a:xfrm flipV="1">
            <a:off x="2639995" y="3008776"/>
            <a:ext cx="112152" cy="6475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6" name="S02-line122"/>
          <p:cNvSpPr/>
          <p:nvPr/>
        </p:nvSpPr>
        <p:spPr>
          <a:xfrm flipV="1">
            <a:off x="2585788" y="2943198"/>
            <a:ext cx="53775" cy="239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2-line123"/>
          <p:cNvSpPr/>
          <p:nvPr/>
        </p:nvSpPr>
        <p:spPr>
          <a:xfrm flipV="1">
            <a:off x="2542999" y="2837480"/>
            <a:ext cx="55983" cy="1819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2-line124"/>
          <p:cNvSpPr/>
          <p:nvPr/>
        </p:nvSpPr>
        <p:spPr>
          <a:xfrm flipV="1">
            <a:off x="2512095" y="2728099"/>
            <a:ext cx="57578" cy="1223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2-line125"/>
          <p:cNvSpPr/>
          <p:nvPr/>
        </p:nvSpPr>
        <p:spPr>
          <a:xfrm flipV="1">
            <a:off x="2493417" y="2616254"/>
            <a:ext cx="58542" cy="61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2-line126"/>
          <p:cNvSpPr/>
          <p:nvPr/>
        </p:nvSpPr>
        <p:spPr>
          <a:xfrm flipV="1">
            <a:off x="2487168" y="2503170"/>
            <a:ext cx="12950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1" name="S02-line127"/>
          <p:cNvSpPr/>
          <p:nvPr/>
        </p:nvSpPr>
        <p:spPr>
          <a:xfrm>
            <a:off x="2493417" y="2383933"/>
            <a:ext cx="58542" cy="61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2-line128"/>
          <p:cNvSpPr/>
          <p:nvPr/>
        </p:nvSpPr>
        <p:spPr>
          <a:xfrm>
            <a:off x="2512095" y="2266002"/>
            <a:ext cx="57578" cy="1223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2-line129"/>
          <p:cNvSpPr/>
          <p:nvPr/>
        </p:nvSpPr>
        <p:spPr>
          <a:xfrm>
            <a:off x="2542999" y="2150670"/>
            <a:ext cx="55983" cy="1819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2-line130"/>
          <p:cNvSpPr/>
          <p:nvPr/>
        </p:nvSpPr>
        <p:spPr>
          <a:xfrm>
            <a:off x="2585788" y="2039200"/>
            <a:ext cx="53775" cy="239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2-line131"/>
          <p:cNvSpPr/>
          <p:nvPr/>
        </p:nvSpPr>
        <p:spPr>
          <a:xfrm>
            <a:off x="2639995" y="1932813"/>
            <a:ext cx="112152" cy="6475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6" name="S02-line132"/>
          <p:cNvSpPr/>
          <p:nvPr/>
        </p:nvSpPr>
        <p:spPr>
          <a:xfrm>
            <a:off x="2705025" y="1832675"/>
            <a:ext cx="47622" cy="346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2-line133"/>
          <p:cNvSpPr/>
          <p:nvPr/>
        </p:nvSpPr>
        <p:spPr>
          <a:xfrm>
            <a:off x="2780166" y="1739883"/>
            <a:ext cx="43745" cy="393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2-line134"/>
          <p:cNvSpPr/>
          <p:nvPr/>
        </p:nvSpPr>
        <p:spPr>
          <a:xfrm>
            <a:off x="2864595" y="1655454"/>
            <a:ext cx="39388" cy="4374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2-line135"/>
          <p:cNvSpPr/>
          <p:nvPr/>
        </p:nvSpPr>
        <p:spPr>
          <a:xfrm>
            <a:off x="2957387" y="1580313"/>
            <a:ext cx="34600" cy="4762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2-line136"/>
          <p:cNvSpPr/>
          <p:nvPr/>
        </p:nvSpPr>
        <p:spPr>
          <a:xfrm>
            <a:off x="3057525" y="1515283"/>
            <a:ext cx="64751" cy="11215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1" name="S02-line137"/>
          <p:cNvSpPr/>
          <p:nvPr/>
        </p:nvSpPr>
        <p:spPr>
          <a:xfrm>
            <a:off x="3163912" y="1461076"/>
            <a:ext cx="23942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2-line138"/>
          <p:cNvSpPr/>
          <p:nvPr/>
        </p:nvSpPr>
        <p:spPr>
          <a:xfrm>
            <a:off x="3275382" y="1418287"/>
            <a:ext cx="18190" cy="559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2-line139"/>
          <p:cNvSpPr/>
          <p:nvPr/>
        </p:nvSpPr>
        <p:spPr>
          <a:xfrm>
            <a:off x="3390714" y="1387383"/>
            <a:ext cx="12239" cy="5757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2-line140"/>
          <p:cNvSpPr/>
          <p:nvPr/>
        </p:nvSpPr>
        <p:spPr>
          <a:xfrm>
            <a:off x="3508645" y="1368705"/>
            <a:ext cx="6153" cy="58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2-label141"/>
          <p:cNvSpPr txBox="1"/>
          <p:nvPr/>
        </p:nvSpPr>
        <p:spPr>
          <a:xfrm>
            <a:off x="3818592" y="151483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900" dirty="0"/>
          </a:p>
        </p:txBody>
      </p:sp>
      <p:sp>
        <p:nvSpPr>
          <p:cNvPr id="66" name="S02-label142"/>
          <p:cNvSpPr txBox="1"/>
          <p:nvPr/>
        </p:nvSpPr>
        <p:spPr>
          <a:xfrm>
            <a:off x="4159017" y="18552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900" dirty="0"/>
          </a:p>
        </p:txBody>
      </p:sp>
      <p:sp>
        <p:nvSpPr>
          <p:cNvPr id="67" name="S02-label143"/>
          <p:cNvSpPr txBox="1"/>
          <p:nvPr/>
        </p:nvSpPr>
        <p:spPr>
          <a:xfrm>
            <a:off x="4283621" y="232029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900" dirty="0"/>
          </a:p>
        </p:txBody>
      </p:sp>
      <p:sp>
        <p:nvSpPr>
          <p:cNvPr id="68" name="S02-label144"/>
          <p:cNvSpPr txBox="1"/>
          <p:nvPr/>
        </p:nvSpPr>
        <p:spPr>
          <a:xfrm>
            <a:off x="4159017" y="2785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900" dirty="0"/>
          </a:p>
        </p:txBody>
      </p:sp>
      <p:sp>
        <p:nvSpPr>
          <p:cNvPr id="69" name="S02-label145"/>
          <p:cNvSpPr txBox="1"/>
          <p:nvPr/>
        </p:nvSpPr>
        <p:spPr>
          <a:xfrm>
            <a:off x="3818592" y="312574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900" dirty="0"/>
          </a:p>
        </p:txBody>
      </p:sp>
      <p:sp>
        <p:nvSpPr>
          <p:cNvPr id="70" name="S02-label146"/>
          <p:cNvSpPr txBox="1"/>
          <p:nvPr/>
        </p:nvSpPr>
        <p:spPr>
          <a:xfrm>
            <a:off x="3353562" y="325034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900" dirty="0"/>
          </a:p>
        </p:txBody>
      </p:sp>
      <p:sp>
        <p:nvSpPr>
          <p:cNvPr id="71" name="S02-label147"/>
          <p:cNvSpPr txBox="1"/>
          <p:nvPr/>
        </p:nvSpPr>
        <p:spPr>
          <a:xfrm>
            <a:off x="2888532" y="312574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900" dirty="0"/>
          </a:p>
        </p:txBody>
      </p:sp>
      <p:sp>
        <p:nvSpPr>
          <p:cNvPr id="72" name="S02-label148"/>
          <p:cNvSpPr txBox="1"/>
          <p:nvPr/>
        </p:nvSpPr>
        <p:spPr>
          <a:xfrm>
            <a:off x="2548107" y="2785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900" dirty="0"/>
          </a:p>
        </p:txBody>
      </p:sp>
      <p:sp>
        <p:nvSpPr>
          <p:cNvPr id="73" name="S02-label149"/>
          <p:cNvSpPr txBox="1"/>
          <p:nvPr/>
        </p:nvSpPr>
        <p:spPr>
          <a:xfrm>
            <a:off x="2423503" y="232029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900" dirty="0"/>
          </a:p>
        </p:txBody>
      </p:sp>
      <p:sp>
        <p:nvSpPr>
          <p:cNvPr id="74" name="S02-label150"/>
          <p:cNvSpPr txBox="1"/>
          <p:nvPr/>
        </p:nvSpPr>
        <p:spPr>
          <a:xfrm>
            <a:off x="2548107" y="18552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900" dirty="0"/>
          </a:p>
        </p:txBody>
      </p:sp>
      <p:sp>
        <p:nvSpPr>
          <p:cNvPr id="75" name="S02-label151"/>
          <p:cNvSpPr txBox="1"/>
          <p:nvPr/>
        </p:nvSpPr>
        <p:spPr>
          <a:xfrm>
            <a:off x="2888532" y="151483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1900" dirty="0"/>
          </a:p>
        </p:txBody>
      </p:sp>
      <p:sp>
        <p:nvSpPr>
          <p:cNvPr id="76" name="S02-label152"/>
          <p:cNvSpPr txBox="1"/>
          <p:nvPr/>
        </p:nvSpPr>
        <p:spPr>
          <a:xfrm>
            <a:off x="3353562" y="139023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1900" dirty="0"/>
          </a:p>
        </p:txBody>
      </p:sp>
      <p:sp>
        <p:nvSpPr>
          <p:cNvPr id="77" name="S02-line153"/>
          <p:cNvSpPr/>
          <p:nvPr/>
        </p:nvSpPr>
        <p:spPr>
          <a:xfrm>
            <a:off x="3627882" y="2503170"/>
            <a:ext cx="518008" cy="0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78" name="S02-line154"/>
          <p:cNvSpPr/>
          <p:nvPr/>
        </p:nvSpPr>
        <p:spPr>
          <a:xfrm flipV="1">
            <a:off x="3627882" y="1749704"/>
            <a:ext cx="0" cy="753466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79" name="S02-pin155"/>
          <p:cNvSpPr/>
          <p:nvPr/>
        </p:nvSpPr>
        <p:spPr>
          <a:xfrm>
            <a:off x="3573018" y="2448306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0" name="S02-chip156"/>
          <p:cNvSpPr txBox="1"/>
          <p:nvPr/>
        </p:nvSpPr>
        <p:spPr>
          <a:xfrm>
            <a:off x="6277356" y="221970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1" name="S02-figure157" descr="시계: 7시 30분"/>
          <p:cNvSpPr/>
          <p:nvPr/>
        </p:nvSpPr>
        <p:spPr>
          <a:xfrm>
            <a:off x="8179308" y="1325880"/>
            <a:ext cx="2354580" cy="23545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82" name="S02-line158"/>
          <p:cNvSpPr/>
          <p:nvPr/>
        </p:nvSpPr>
        <p:spPr>
          <a:xfrm>
            <a:off x="9356598" y="1362456"/>
            <a:ext cx="0" cy="12950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3" name="S02-line159"/>
          <p:cNvSpPr/>
          <p:nvPr/>
        </p:nvSpPr>
        <p:spPr>
          <a:xfrm flipH="1">
            <a:off x="9469682" y="1368705"/>
            <a:ext cx="6153" cy="58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4" name="S02-line160"/>
          <p:cNvSpPr/>
          <p:nvPr/>
        </p:nvSpPr>
        <p:spPr>
          <a:xfrm flipH="1">
            <a:off x="9581527" y="1387383"/>
            <a:ext cx="12239" cy="5757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02-line161"/>
          <p:cNvSpPr/>
          <p:nvPr/>
        </p:nvSpPr>
        <p:spPr>
          <a:xfrm flipH="1">
            <a:off x="9690908" y="1418287"/>
            <a:ext cx="18190" cy="559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02-line162"/>
          <p:cNvSpPr/>
          <p:nvPr/>
        </p:nvSpPr>
        <p:spPr>
          <a:xfrm flipH="1">
            <a:off x="9796626" y="1461076"/>
            <a:ext cx="23942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02-line163"/>
          <p:cNvSpPr/>
          <p:nvPr/>
        </p:nvSpPr>
        <p:spPr>
          <a:xfrm flipH="1">
            <a:off x="9862204" y="1515283"/>
            <a:ext cx="64751" cy="11215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8" name="S02-line164"/>
          <p:cNvSpPr/>
          <p:nvPr/>
        </p:nvSpPr>
        <p:spPr>
          <a:xfrm flipH="1">
            <a:off x="9992493" y="1580313"/>
            <a:ext cx="34600" cy="4762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02-line165"/>
          <p:cNvSpPr/>
          <p:nvPr/>
        </p:nvSpPr>
        <p:spPr>
          <a:xfrm flipH="1">
            <a:off x="10080497" y="1655454"/>
            <a:ext cx="39388" cy="4374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02-line166"/>
          <p:cNvSpPr/>
          <p:nvPr/>
        </p:nvSpPr>
        <p:spPr>
          <a:xfrm flipH="1">
            <a:off x="10160569" y="1739883"/>
            <a:ext cx="43745" cy="393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02-line167"/>
          <p:cNvSpPr/>
          <p:nvPr/>
        </p:nvSpPr>
        <p:spPr>
          <a:xfrm flipH="1">
            <a:off x="10231833" y="1832675"/>
            <a:ext cx="47622" cy="346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02-line168"/>
          <p:cNvSpPr/>
          <p:nvPr/>
        </p:nvSpPr>
        <p:spPr>
          <a:xfrm flipH="1">
            <a:off x="10232333" y="1932813"/>
            <a:ext cx="112152" cy="6475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3" name="S02-line169"/>
          <p:cNvSpPr/>
          <p:nvPr/>
        </p:nvSpPr>
        <p:spPr>
          <a:xfrm flipH="1">
            <a:off x="10344917" y="2039200"/>
            <a:ext cx="53775" cy="239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4" name="S02-line170"/>
          <p:cNvSpPr/>
          <p:nvPr/>
        </p:nvSpPr>
        <p:spPr>
          <a:xfrm flipH="1">
            <a:off x="10385498" y="2150670"/>
            <a:ext cx="55983" cy="1819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02-line171"/>
          <p:cNvSpPr/>
          <p:nvPr/>
        </p:nvSpPr>
        <p:spPr>
          <a:xfrm flipH="1">
            <a:off x="10414806" y="2266002"/>
            <a:ext cx="57578" cy="1223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02-line172"/>
          <p:cNvSpPr/>
          <p:nvPr/>
        </p:nvSpPr>
        <p:spPr>
          <a:xfrm flipH="1">
            <a:off x="10432521" y="2383933"/>
            <a:ext cx="58542" cy="61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02-line173"/>
          <p:cNvSpPr/>
          <p:nvPr/>
        </p:nvSpPr>
        <p:spPr>
          <a:xfrm flipH="1">
            <a:off x="10367810" y="2503170"/>
            <a:ext cx="12950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8" name="S02-line174"/>
          <p:cNvSpPr/>
          <p:nvPr/>
        </p:nvSpPr>
        <p:spPr>
          <a:xfrm flipH="1" flipV="1">
            <a:off x="10432521" y="2616254"/>
            <a:ext cx="58542" cy="61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9" name="S02-line175"/>
          <p:cNvSpPr/>
          <p:nvPr/>
        </p:nvSpPr>
        <p:spPr>
          <a:xfrm flipH="1" flipV="1">
            <a:off x="10414806" y="2728099"/>
            <a:ext cx="57578" cy="1223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02-line176"/>
          <p:cNvSpPr/>
          <p:nvPr/>
        </p:nvSpPr>
        <p:spPr>
          <a:xfrm flipH="1" flipV="1">
            <a:off x="10385498" y="2837480"/>
            <a:ext cx="55983" cy="1819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02-line177"/>
          <p:cNvSpPr/>
          <p:nvPr/>
        </p:nvSpPr>
        <p:spPr>
          <a:xfrm flipH="1" flipV="1">
            <a:off x="10344917" y="2943198"/>
            <a:ext cx="53775" cy="239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02-line178"/>
          <p:cNvSpPr/>
          <p:nvPr/>
        </p:nvSpPr>
        <p:spPr>
          <a:xfrm flipH="1" flipV="1">
            <a:off x="10232333" y="3008776"/>
            <a:ext cx="112152" cy="6475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3" name="S02-line179"/>
          <p:cNvSpPr/>
          <p:nvPr/>
        </p:nvSpPr>
        <p:spPr>
          <a:xfrm flipH="1" flipV="1">
            <a:off x="10231833" y="3139065"/>
            <a:ext cx="47622" cy="346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4" name="S02-line180"/>
          <p:cNvSpPr/>
          <p:nvPr/>
        </p:nvSpPr>
        <p:spPr>
          <a:xfrm flipH="1" flipV="1">
            <a:off x="10160569" y="3227069"/>
            <a:ext cx="43745" cy="393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02-line181"/>
          <p:cNvSpPr/>
          <p:nvPr/>
        </p:nvSpPr>
        <p:spPr>
          <a:xfrm flipH="1" flipV="1">
            <a:off x="10080497" y="3307141"/>
            <a:ext cx="39388" cy="4374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6" name="S02-line182"/>
          <p:cNvSpPr/>
          <p:nvPr/>
        </p:nvSpPr>
        <p:spPr>
          <a:xfrm flipH="1" flipV="1">
            <a:off x="9992493" y="3378405"/>
            <a:ext cx="34600" cy="4762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02-line183"/>
          <p:cNvSpPr/>
          <p:nvPr/>
        </p:nvSpPr>
        <p:spPr>
          <a:xfrm flipH="1" flipV="1">
            <a:off x="9862204" y="3378905"/>
            <a:ext cx="64751" cy="11215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8" name="S02-line184"/>
          <p:cNvSpPr/>
          <p:nvPr/>
        </p:nvSpPr>
        <p:spPr>
          <a:xfrm flipH="1" flipV="1">
            <a:off x="9796626" y="3491489"/>
            <a:ext cx="23942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9" name="S02-line185"/>
          <p:cNvSpPr/>
          <p:nvPr/>
        </p:nvSpPr>
        <p:spPr>
          <a:xfrm flipH="1" flipV="1">
            <a:off x="9690908" y="3532070"/>
            <a:ext cx="18190" cy="559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02-line186"/>
          <p:cNvSpPr/>
          <p:nvPr/>
        </p:nvSpPr>
        <p:spPr>
          <a:xfrm flipH="1" flipV="1">
            <a:off x="9581527" y="3561378"/>
            <a:ext cx="12239" cy="5757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1" name="S02-line187"/>
          <p:cNvSpPr/>
          <p:nvPr/>
        </p:nvSpPr>
        <p:spPr>
          <a:xfrm flipH="1" flipV="1">
            <a:off x="9469682" y="3579093"/>
            <a:ext cx="6153" cy="58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02-line188"/>
          <p:cNvSpPr/>
          <p:nvPr/>
        </p:nvSpPr>
        <p:spPr>
          <a:xfrm flipV="1">
            <a:off x="9356598" y="3514382"/>
            <a:ext cx="0" cy="12950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3" name="S02-line189"/>
          <p:cNvSpPr/>
          <p:nvPr/>
        </p:nvSpPr>
        <p:spPr>
          <a:xfrm flipV="1">
            <a:off x="9237361" y="3579093"/>
            <a:ext cx="6153" cy="58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4" name="S02-line190"/>
          <p:cNvSpPr/>
          <p:nvPr/>
        </p:nvSpPr>
        <p:spPr>
          <a:xfrm flipV="1">
            <a:off x="9119430" y="3561378"/>
            <a:ext cx="12239" cy="5757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02-line191"/>
          <p:cNvSpPr/>
          <p:nvPr/>
        </p:nvSpPr>
        <p:spPr>
          <a:xfrm flipV="1">
            <a:off x="9004098" y="3532070"/>
            <a:ext cx="18190" cy="559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6" name="S02-line192"/>
          <p:cNvSpPr/>
          <p:nvPr/>
        </p:nvSpPr>
        <p:spPr>
          <a:xfrm flipV="1">
            <a:off x="8892628" y="3491489"/>
            <a:ext cx="23942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02-line193"/>
          <p:cNvSpPr/>
          <p:nvPr/>
        </p:nvSpPr>
        <p:spPr>
          <a:xfrm flipV="1">
            <a:off x="8786241" y="3378905"/>
            <a:ext cx="64751" cy="11215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8" name="S02-line194"/>
          <p:cNvSpPr/>
          <p:nvPr/>
        </p:nvSpPr>
        <p:spPr>
          <a:xfrm flipV="1">
            <a:off x="8686103" y="3378405"/>
            <a:ext cx="34600" cy="4762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9" name="S02-line195"/>
          <p:cNvSpPr/>
          <p:nvPr/>
        </p:nvSpPr>
        <p:spPr>
          <a:xfrm flipV="1">
            <a:off x="8593311" y="3307141"/>
            <a:ext cx="39388" cy="4374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02-line196"/>
          <p:cNvSpPr/>
          <p:nvPr/>
        </p:nvSpPr>
        <p:spPr>
          <a:xfrm flipV="1">
            <a:off x="8508882" y="3227069"/>
            <a:ext cx="43745" cy="393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1" name="S02-line197"/>
          <p:cNvSpPr/>
          <p:nvPr/>
        </p:nvSpPr>
        <p:spPr>
          <a:xfrm flipV="1">
            <a:off x="8433741" y="3139065"/>
            <a:ext cx="47622" cy="346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02-line198"/>
          <p:cNvSpPr/>
          <p:nvPr/>
        </p:nvSpPr>
        <p:spPr>
          <a:xfrm flipV="1">
            <a:off x="8368711" y="3008776"/>
            <a:ext cx="112152" cy="6475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3" name="S02-line199"/>
          <p:cNvSpPr/>
          <p:nvPr/>
        </p:nvSpPr>
        <p:spPr>
          <a:xfrm flipV="1">
            <a:off x="8314504" y="2943198"/>
            <a:ext cx="53775" cy="239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4" name="S02-line200"/>
          <p:cNvSpPr/>
          <p:nvPr/>
        </p:nvSpPr>
        <p:spPr>
          <a:xfrm flipV="1">
            <a:off x="8271715" y="2837480"/>
            <a:ext cx="55983" cy="1819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5" name="S02-line201"/>
          <p:cNvSpPr/>
          <p:nvPr/>
        </p:nvSpPr>
        <p:spPr>
          <a:xfrm flipV="1">
            <a:off x="8240811" y="2728099"/>
            <a:ext cx="57578" cy="1223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6" name="S02-line202"/>
          <p:cNvSpPr/>
          <p:nvPr/>
        </p:nvSpPr>
        <p:spPr>
          <a:xfrm flipV="1">
            <a:off x="8222133" y="2616254"/>
            <a:ext cx="58542" cy="61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02-line203"/>
          <p:cNvSpPr/>
          <p:nvPr/>
        </p:nvSpPr>
        <p:spPr>
          <a:xfrm flipV="1">
            <a:off x="8215884" y="2503170"/>
            <a:ext cx="12950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8" name="S02-line204"/>
          <p:cNvSpPr/>
          <p:nvPr/>
        </p:nvSpPr>
        <p:spPr>
          <a:xfrm>
            <a:off x="8222133" y="2383933"/>
            <a:ext cx="58542" cy="61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9" name="S02-line205"/>
          <p:cNvSpPr/>
          <p:nvPr/>
        </p:nvSpPr>
        <p:spPr>
          <a:xfrm>
            <a:off x="8240811" y="2266002"/>
            <a:ext cx="57578" cy="1223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0" name="S02-line206"/>
          <p:cNvSpPr/>
          <p:nvPr/>
        </p:nvSpPr>
        <p:spPr>
          <a:xfrm>
            <a:off x="8271715" y="2150670"/>
            <a:ext cx="55983" cy="1819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1" name="S02-line207"/>
          <p:cNvSpPr/>
          <p:nvPr/>
        </p:nvSpPr>
        <p:spPr>
          <a:xfrm>
            <a:off x="8314504" y="2039200"/>
            <a:ext cx="53775" cy="239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02-line208"/>
          <p:cNvSpPr/>
          <p:nvPr/>
        </p:nvSpPr>
        <p:spPr>
          <a:xfrm>
            <a:off x="8368711" y="1932813"/>
            <a:ext cx="112152" cy="6475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3" name="S02-line209"/>
          <p:cNvSpPr/>
          <p:nvPr/>
        </p:nvSpPr>
        <p:spPr>
          <a:xfrm>
            <a:off x="8433741" y="1832675"/>
            <a:ext cx="47622" cy="346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4" name="S02-line210"/>
          <p:cNvSpPr/>
          <p:nvPr/>
        </p:nvSpPr>
        <p:spPr>
          <a:xfrm>
            <a:off x="8508882" y="1739883"/>
            <a:ext cx="43745" cy="393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5" name="S02-line211"/>
          <p:cNvSpPr/>
          <p:nvPr/>
        </p:nvSpPr>
        <p:spPr>
          <a:xfrm>
            <a:off x="8593311" y="1655454"/>
            <a:ext cx="39388" cy="4374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6" name="S02-line212"/>
          <p:cNvSpPr/>
          <p:nvPr/>
        </p:nvSpPr>
        <p:spPr>
          <a:xfrm>
            <a:off x="8686103" y="1580313"/>
            <a:ext cx="34600" cy="4762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02-line213"/>
          <p:cNvSpPr/>
          <p:nvPr/>
        </p:nvSpPr>
        <p:spPr>
          <a:xfrm>
            <a:off x="8786241" y="1515283"/>
            <a:ext cx="64751" cy="11215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8" name="S02-line214"/>
          <p:cNvSpPr/>
          <p:nvPr/>
        </p:nvSpPr>
        <p:spPr>
          <a:xfrm>
            <a:off x="8892628" y="1461076"/>
            <a:ext cx="23942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9" name="S02-line215"/>
          <p:cNvSpPr/>
          <p:nvPr/>
        </p:nvSpPr>
        <p:spPr>
          <a:xfrm>
            <a:off x="9004098" y="1418287"/>
            <a:ext cx="18190" cy="559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0" name="S02-line216"/>
          <p:cNvSpPr/>
          <p:nvPr/>
        </p:nvSpPr>
        <p:spPr>
          <a:xfrm>
            <a:off x="9119430" y="1387383"/>
            <a:ext cx="12239" cy="5757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1" name="S02-line217"/>
          <p:cNvSpPr/>
          <p:nvPr/>
        </p:nvSpPr>
        <p:spPr>
          <a:xfrm>
            <a:off x="9237361" y="1368705"/>
            <a:ext cx="6153" cy="58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02-label218"/>
          <p:cNvSpPr txBox="1"/>
          <p:nvPr/>
        </p:nvSpPr>
        <p:spPr>
          <a:xfrm>
            <a:off x="9547308" y="151483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900" dirty="0"/>
          </a:p>
        </p:txBody>
      </p:sp>
      <p:sp>
        <p:nvSpPr>
          <p:cNvPr id="143" name="S02-label219"/>
          <p:cNvSpPr txBox="1"/>
          <p:nvPr/>
        </p:nvSpPr>
        <p:spPr>
          <a:xfrm>
            <a:off x="9887733" y="18552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900" dirty="0"/>
          </a:p>
        </p:txBody>
      </p:sp>
      <p:sp>
        <p:nvSpPr>
          <p:cNvPr id="144" name="S02-label220"/>
          <p:cNvSpPr txBox="1"/>
          <p:nvPr/>
        </p:nvSpPr>
        <p:spPr>
          <a:xfrm>
            <a:off x="10012337" y="232029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900" dirty="0"/>
          </a:p>
        </p:txBody>
      </p:sp>
      <p:sp>
        <p:nvSpPr>
          <p:cNvPr id="145" name="S02-label221"/>
          <p:cNvSpPr txBox="1"/>
          <p:nvPr/>
        </p:nvSpPr>
        <p:spPr>
          <a:xfrm>
            <a:off x="9887733" y="2785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900" dirty="0"/>
          </a:p>
        </p:txBody>
      </p:sp>
      <p:sp>
        <p:nvSpPr>
          <p:cNvPr id="146" name="S02-label222"/>
          <p:cNvSpPr txBox="1"/>
          <p:nvPr/>
        </p:nvSpPr>
        <p:spPr>
          <a:xfrm>
            <a:off x="9547308" y="312574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900" dirty="0"/>
          </a:p>
        </p:txBody>
      </p:sp>
      <p:sp>
        <p:nvSpPr>
          <p:cNvPr id="147" name="S02-label223"/>
          <p:cNvSpPr txBox="1"/>
          <p:nvPr/>
        </p:nvSpPr>
        <p:spPr>
          <a:xfrm>
            <a:off x="9082278" y="325034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900" dirty="0"/>
          </a:p>
        </p:txBody>
      </p:sp>
      <p:sp>
        <p:nvSpPr>
          <p:cNvPr id="148" name="S02-label224"/>
          <p:cNvSpPr txBox="1"/>
          <p:nvPr/>
        </p:nvSpPr>
        <p:spPr>
          <a:xfrm>
            <a:off x="8617248" y="312574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900" dirty="0"/>
          </a:p>
        </p:txBody>
      </p:sp>
      <p:sp>
        <p:nvSpPr>
          <p:cNvPr id="149" name="S02-label225"/>
          <p:cNvSpPr txBox="1"/>
          <p:nvPr/>
        </p:nvSpPr>
        <p:spPr>
          <a:xfrm>
            <a:off x="8276823" y="2785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900" dirty="0"/>
          </a:p>
        </p:txBody>
      </p:sp>
      <p:sp>
        <p:nvSpPr>
          <p:cNvPr id="150" name="S02-label226"/>
          <p:cNvSpPr txBox="1"/>
          <p:nvPr/>
        </p:nvSpPr>
        <p:spPr>
          <a:xfrm>
            <a:off x="8152219" y="232029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900" dirty="0"/>
          </a:p>
        </p:txBody>
      </p:sp>
      <p:sp>
        <p:nvSpPr>
          <p:cNvPr id="151" name="S02-label227"/>
          <p:cNvSpPr txBox="1"/>
          <p:nvPr/>
        </p:nvSpPr>
        <p:spPr>
          <a:xfrm>
            <a:off x="8276823" y="18552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900" dirty="0"/>
          </a:p>
        </p:txBody>
      </p:sp>
      <p:sp>
        <p:nvSpPr>
          <p:cNvPr id="152" name="S02-label228"/>
          <p:cNvSpPr txBox="1"/>
          <p:nvPr/>
        </p:nvSpPr>
        <p:spPr>
          <a:xfrm>
            <a:off x="8617248" y="151483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1900" dirty="0"/>
          </a:p>
        </p:txBody>
      </p:sp>
      <p:sp>
        <p:nvSpPr>
          <p:cNvPr id="153" name="S02-label229"/>
          <p:cNvSpPr txBox="1"/>
          <p:nvPr/>
        </p:nvSpPr>
        <p:spPr>
          <a:xfrm>
            <a:off x="9082278" y="139023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1900" dirty="0"/>
          </a:p>
        </p:txBody>
      </p:sp>
      <p:sp>
        <p:nvSpPr>
          <p:cNvPr id="154" name="S02-line230"/>
          <p:cNvSpPr/>
          <p:nvPr/>
        </p:nvSpPr>
        <p:spPr>
          <a:xfrm flipH="1">
            <a:off x="8990311" y="2503170"/>
            <a:ext cx="366287" cy="366287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155" name="S02-line231"/>
          <p:cNvSpPr/>
          <p:nvPr/>
        </p:nvSpPr>
        <p:spPr>
          <a:xfrm>
            <a:off x="9356598" y="2503170"/>
            <a:ext cx="0" cy="753466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156" name="S02-pin232"/>
          <p:cNvSpPr/>
          <p:nvPr/>
        </p:nvSpPr>
        <p:spPr>
          <a:xfrm>
            <a:off x="9301734" y="2448306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7" name="S02-chip233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58" name="S02-eqtext234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5, 10, 15, □, 25</a:t>
            </a:r>
            <a:endParaRPr lang="ko-KR" sz="3600" dirty="0"/>
          </a:p>
        </p:txBody>
      </p:sp>
      <p:sp>
        <p:nvSpPr>
          <p:cNvPr id="159" name="S02-chip235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60" name="S02-eqtext236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6 = □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긴바늘과 5분</a:t>
            </a:r>
            <a:endParaRPr lang="ko-KR" sz="4400" dirty="0"/>
          </a:p>
        </p:txBody>
      </p:sp>
      <p:sp>
        <p:nvSpPr>
          <p:cNvPr id="3" name="S03-text23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긴바늘이 숫자 1을 가리키면 5분이에요.</a:t>
            </a:r>
            <a:endParaRPr lang="ko-KR" sz="3200" dirty="0"/>
          </a:p>
        </p:txBody>
      </p:sp>
      <p:sp>
        <p:nvSpPr>
          <p:cNvPr id="4" name="S03-card238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239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2시 15분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긴바늘이 3을 가리켜요.</a:t>
            </a:r>
            <a:endParaRPr lang="ko-KR" sz="3200" dirty="0"/>
          </a:p>
        </p:txBody>
      </p:sp>
      <p:sp>
        <p:nvSpPr>
          <p:cNvPr id="6" name="S03-figure240" descr="시계: 2시 15분"/>
          <p:cNvSpPr/>
          <p:nvPr/>
        </p:nvSpPr>
        <p:spPr>
          <a:xfrm>
            <a:off x="1893316" y="2011680"/>
            <a:ext cx="2673604" cy="2673604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7" name="S03-line241"/>
          <p:cNvSpPr/>
          <p:nvPr/>
        </p:nvSpPr>
        <p:spPr>
          <a:xfrm>
            <a:off x="3230118" y="2048256"/>
            <a:ext cx="0" cy="14704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" name="S03-line242"/>
          <p:cNvSpPr/>
          <p:nvPr/>
        </p:nvSpPr>
        <p:spPr>
          <a:xfrm flipH="1">
            <a:off x="3359042" y="2055379"/>
            <a:ext cx="6987" cy="664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3-line243"/>
          <p:cNvSpPr/>
          <p:nvPr/>
        </p:nvSpPr>
        <p:spPr>
          <a:xfrm flipH="1">
            <a:off x="3486553" y="2076669"/>
            <a:ext cx="13897" cy="653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3-line244"/>
          <p:cNvSpPr/>
          <p:nvPr/>
        </p:nvSpPr>
        <p:spPr>
          <a:xfrm flipH="1">
            <a:off x="3611255" y="2111894"/>
            <a:ext cx="20655" cy="6356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3-line245"/>
          <p:cNvSpPr/>
          <p:nvPr/>
        </p:nvSpPr>
        <p:spPr>
          <a:xfrm flipH="1">
            <a:off x="3731781" y="2160666"/>
            <a:ext cx="27186" cy="610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3-line246"/>
          <p:cNvSpPr/>
          <p:nvPr/>
        </p:nvSpPr>
        <p:spPr>
          <a:xfrm flipH="1">
            <a:off x="3806707" y="2222453"/>
            <a:ext cx="73524" cy="12734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" name="S03-line247"/>
          <p:cNvSpPr/>
          <p:nvPr/>
        </p:nvSpPr>
        <p:spPr>
          <a:xfrm flipH="1">
            <a:off x="3955084" y="2296577"/>
            <a:ext cx="39288" cy="540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3-line248"/>
          <p:cNvSpPr/>
          <p:nvPr/>
        </p:nvSpPr>
        <p:spPr>
          <a:xfrm flipH="1">
            <a:off x="4055414" y="2382226"/>
            <a:ext cx="44725" cy="496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3-line249"/>
          <p:cNvSpPr/>
          <p:nvPr/>
        </p:nvSpPr>
        <p:spPr>
          <a:xfrm flipH="1">
            <a:off x="4146702" y="2478461"/>
            <a:ext cx="49672" cy="4472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3-line250"/>
          <p:cNvSpPr/>
          <p:nvPr/>
        </p:nvSpPr>
        <p:spPr>
          <a:xfrm flipH="1">
            <a:off x="4227948" y="2584228"/>
            <a:ext cx="54075" cy="392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3-line251"/>
          <p:cNvSpPr/>
          <p:nvPr/>
        </p:nvSpPr>
        <p:spPr>
          <a:xfrm flipH="1">
            <a:off x="4228799" y="2698369"/>
            <a:ext cx="127347" cy="7352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" name="S03-line252"/>
          <p:cNvSpPr/>
          <p:nvPr/>
        </p:nvSpPr>
        <p:spPr>
          <a:xfrm flipH="1">
            <a:off x="4356872" y="2819632"/>
            <a:ext cx="61061" cy="271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3-line253"/>
          <p:cNvSpPr/>
          <p:nvPr/>
        </p:nvSpPr>
        <p:spPr>
          <a:xfrm flipH="1">
            <a:off x="4403138" y="2946690"/>
            <a:ext cx="63569" cy="206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3-line254"/>
          <p:cNvSpPr/>
          <p:nvPr/>
        </p:nvSpPr>
        <p:spPr>
          <a:xfrm flipH="1">
            <a:off x="4436551" y="3078150"/>
            <a:ext cx="65379" cy="138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3-line255"/>
          <p:cNvSpPr/>
          <p:nvPr/>
        </p:nvSpPr>
        <p:spPr>
          <a:xfrm flipH="1">
            <a:off x="4456747" y="3212571"/>
            <a:ext cx="66474" cy="69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3-line256"/>
          <p:cNvSpPr/>
          <p:nvPr/>
        </p:nvSpPr>
        <p:spPr>
          <a:xfrm flipH="1">
            <a:off x="4383296" y="3348482"/>
            <a:ext cx="147048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3" name="S03-line257"/>
          <p:cNvSpPr/>
          <p:nvPr/>
        </p:nvSpPr>
        <p:spPr>
          <a:xfrm flipH="1" flipV="1">
            <a:off x="4456747" y="3477406"/>
            <a:ext cx="66474" cy="69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3-line258"/>
          <p:cNvSpPr/>
          <p:nvPr/>
        </p:nvSpPr>
        <p:spPr>
          <a:xfrm flipH="1" flipV="1">
            <a:off x="4436551" y="3604917"/>
            <a:ext cx="65379" cy="138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3-line259"/>
          <p:cNvSpPr/>
          <p:nvPr/>
        </p:nvSpPr>
        <p:spPr>
          <a:xfrm flipH="1" flipV="1">
            <a:off x="4403138" y="3729619"/>
            <a:ext cx="63569" cy="206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3-line260"/>
          <p:cNvSpPr/>
          <p:nvPr/>
        </p:nvSpPr>
        <p:spPr>
          <a:xfrm flipH="1" flipV="1">
            <a:off x="4356872" y="3850145"/>
            <a:ext cx="61061" cy="271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3-line261"/>
          <p:cNvSpPr/>
          <p:nvPr/>
        </p:nvSpPr>
        <p:spPr>
          <a:xfrm flipH="1" flipV="1">
            <a:off x="4228799" y="3925071"/>
            <a:ext cx="127347" cy="7352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8" name="S03-line262"/>
          <p:cNvSpPr/>
          <p:nvPr/>
        </p:nvSpPr>
        <p:spPr>
          <a:xfrm flipH="1" flipV="1">
            <a:off x="4227948" y="4073448"/>
            <a:ext cx="54075" cy="392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3-line263"/>
          <p:cNvSpPr/>
          <p:nvPr/>
        </p:nvSpPr>
        <p:spPr>
          <a:xfrm flipH="1" flipV="1">
            <a:off x="4146702" y="4173778"/>
            <a:ext cx="49672" cy="4472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3-line264"/>
          <p:cNvSpPr/>
          <p:nvPr/>
        </p:nvSpPr>
        <p:spPr>
          <a:xfrm flipH="1" flipV="1">
            <a:off x="4055414" y="4265066"/>
            <a:ext cx="44725" cy="496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3-line265"/>
          <p:cNvSpPr/>
          <p:nvPr/>
        </p:nvSpPr>
        <p:spPr>
          <a:xfrm flipH="1" flipV="1">
            <a:off x="3955084" y="4346312"/>
            <a:ext cx="39288" cy="540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3-line266"/>
          <p:cNvSpPr/>
          <p:nvPr/>
        </p:nvSpPr>
        <p:spPr>
          <a:xfrm flipH="1" flipV="1">
            <a:off x="3806707" y="4347163"/>
            <a:ext cx="73524" cy="12734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3" name="S03-line267"/>
          <p:cNvSpPr/>
          <p:nvPr/>
        </p:nvSpPr>
        <p:spPr>
          <a:xfrm flipH="1" flipV="1">
            <a:off x="3731781" y="4475236"/>
            <a:ext cx="27186" cy="610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3-line268"/>
          <p:cNvSpPr/>
          <p:nvPr/>
        </p:nvSpPr>
        <p:spPr>
          <a:xfrm flipH="1" flipV="1">
            <a:off x="3611255" y="4521502"/>
            <a:ext cx="20655" cy="6356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3-line269"/>
          <p:cNvSpPr/>
          <p:nvPr/>
        </p:nvSpPr>
        <p:spPr>
          <a:xfrm flipH="1" flipV="1">
            <a:off x="3486553" y="4554915"/>
            <a:ext cx="13897" cy="653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3-line270"/>
          <p:cNvSpPr/>
          <p:nvPr/>
        </p:nvSpPr>
        <p:spPr>
          <a:xfrm flipH="1" flipV="1">
            <a:off x="3359042" y="4575111"/>
            <a:ext cx="6987" cy="664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3-line271"/>
          <p:cNvSpPr/>
          <p:nvPr/>
        </p:nvSpPr>
        <p:spPr>
          <a:xfrm flipV="1">
            <a:off x="3230118" y="4501660"/>
            <a:ext cx="0" cy="14704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8" name="S03-line272"/>
          <p:cNvSpPr/>
          <p:nvPr/>
        </p:nvSpPr>
        <p:spPr>
          <a:xfrm flipV="1">
            <a:off x="3094207" y="4575111"/>
            <a:ext cx="6987" cy="664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3-line273"/>
          <p:cNvSpPr/>
          <p:nvPr/>
        </p:nvSpPr>
        <p:spPr>
          <a:xfrm flipV="1">
            <a:off x="2959786" y="4554915"/>
            <a:ext cx="13897" cy="653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3-line274"/>
          <p:cNvSpPr/>
          <p:nvPr/>
        </p:nvSpPr>
        <p:spPr>
          <a:xfrm flipV="1">
            <a:off x="2828326" y="4521502"/>
            <a:ext cx="20655" cy="6356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3-line275"/>
          <p:cNvSpPr/>
          <p:nvPr/>
        </p:nvSpPr>
        <p:spPr>
          <a:xfrm flipV="1">
            <a:off x="2701268" y="4475236"/>
            <a:ext cx="27186" cy="610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3-line276"/>
          <p:cNvSpPr/>
          <p:nvPr/>
        </p:nvSpPr>
        <p:spPr>
          <a:xfrm flipV="1">
            <a:off x="2580005" y="4347163"/>
            <a:ext cx="73524" cy="12734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3" name="S03-line277"/>
          <p:cNvSpPr/>
          <p:nvPr/>
        </p:nvSpPr>
        <p:spPr>
          <a:xfrm flipV="1">
            <a:off x="2465864" y="4346312"/>
            <a:ext cx="39288" cy="540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3-line278"/>
          <p:cNvSpPr/>
          <p:nvPr/>
        </p:nvSpPr>
        <p:spPr>
          <a:xfrm flipV="1">
            <a:off x="2360097" y="4265066"/>
            <a:ext cx="44725" cy="496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3-line279"/>
          <p:cNvSpPr/>
          <p:nvPr/>
        </p:nvSpPr>
        <p:spPr>
          <a:xfrm flipV="1">
            <a:off x="2263862" y="4173778"/>
            <a:ext cx="49672" cy="4472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3-line280"/>
          <p:cNvSpPr/>
          <p:nvPr/>
        </p:nvSpPr>
        <p:spPr>
          <a:xfrm flipV="1">
            <a:off x="2178213" y="4073448"/>
            <a:ext cx="54075" cy="392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3-line281"/>
          <p:cNvSpPr/>
          <p:nvPr/>
        </p:nvSpPr>
        <p:spPr>
          <a:xfrm flipV="1">
            <a:off x="2104089" y="3925071"/>
            <a:ext cx="127347" cy="7352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8" name="S03-line282"/>
          <p:cNvSpPr/>
          <p:nvPr/>
        </p:nvSpPr>
        <p:spPr>
          <a:xfrm flipV="1">
            <a:off x="2042302" y="3850145"/>
            <a:ext cx="61061" cy="271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3-line283"/>
          <p:cNvSpPr/>
          <p:nvPr/>
        </p:nvSpPr>
        <p:spPr>
          <a:xfrm flipV="1">
            <a:off x="1993530" y="3729619"/>
            <a:ext cx="63569" cy="206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3-line284"/>
          <p:cNvSpPr/>
          <p:nvPr/>
        </p:nvSpPr>
        <p:spPr>
          <a:xfrm flipV="1">
            <a:off x="1958305" y="3604917"/>
            <a:ext cx="65379" cy="138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3-line285"/>
          <p:cNvSpPr/>
          <p:nvPr/>
        </p:nvSpPr>
        <p:spPr>
          <a:xfrm flipV="1">
            <a:off x="1937015" y="3477406"/>
            <a:ext cx="66474" cy="69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3-line286"/>
          <p:cNvSpPr/>
          <p:nvPr/>
        </p:nvSpPr>
        <p:spPr>
          <a:xfrm>
            <a:off x="1929892" y="3348482"/>
            <a:ext cx="147048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3" name="S03-line287"/>
          <p:cNvSpPr/>
          <p:nvPr/>
        </p:nvSpPr>
        <p:spPr>
          <a:xfrm>
            <a:off x="1937015" y="3212571"/>
            <a:ext cx="66474" cy="69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3-line288"/>
          <p:cNvSpPr/>
          <p:nvPr/>
        </p:nvSpPr>
        <p:spPr>
          <a:xfrm>
            <a:off x="1958305" y="3078150"/>
            <a:ext cx="65379" cy="138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3-line289"/>
          <p:cNvSpPr/>
          <p:nvPr/>
        </p:nvSpPr>
        <p:spPr>
          <a:xfrm>
            <a:off x="1993530" y="2946690"/>
            <a:ext cx="63569" cy="206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3-line290"/>
          <p:cNvSpPr/>
          <p:nvPr/>
        </p:nvSpPr>
        <p:spPr>
          <a:xfrm>
            <a:off x="2042302" y="2819632"/>
            <a:ext cx="61061" cy="271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3-line291"/>
          <p:cNvSpPr/>
          <p:nvPr/>
        </p:nvSpPr>
        <p:spPr>
          <a:xfrm>
            <a:off x="2104089" y="2698369"/>
            <a:ext cx="127347" cy="7352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8" name="S03-line292"/>
          <p:cNvSpPr/>
          <p:nvPr/>
        </p:nvSpPr>
        <p:spPr>
          <a:xfrm>
            <a:off x="2178213" y="2584228"/>
            <a:ext cx="54075" cy="392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3-line293"/>
          <p:cNvSpPr/>
          <p:nvPr/>
        </p:nvSpPr>
        <p:spPr>
          <a:xfrm>
            <a:off x="2263862" y="2478461"/>
            <a:ext cx="49672" cy="4472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3-line294"/>
          <p:cNvSpPr/>
          <p:nvPr/>
        </p:nvSpPr>
        <p:spPr>
          <a:xfrm>
            <a:off x="2360097" y="2382226"/>
            <a:ext cx="44725" cy="496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3-line295"/>
          <p:cNvSpPr/>
          <p:nvPr/>
        </p:nvSpPr>
        <p:spPr>
          <a:xfrm>
            <a:off x="2465864" y="2296577"/>
            <a:ext cx="39288" cy="540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3-line296"/>
          <p:cNvSpPr/>
          <p:nvPr/>
        </p:nvSpPr>
        <p:spPr>
          <a:xfrm>
            <a:off x="2580005" y="2222453"/>
            <a:ext cx="73524" cy="12734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3" name="S03-line297"/>
          <p:cNvSpPr/>
          <p:nvPr/>
        </p:nvSpPr>
        <p:spPr>
          <a:xfrm>
            <a:off x="2701268" y="2160666"/>
            <a:ext cx="27186" cy="610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3-line298"/>
          <p:cNvSpPr/>
          <p:nvPr/>
        </p:nvSpPr>
        <p:spPr>
          <a:xfrm>
            <a:off x="2828326" y="2111894"/>
            <a:ext cx="20655" cy="6356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3-line299"/>
          <p:cNvSpPr/>
          <p:nvPr/>
        </p:nvSpPr>
        <p:spPr>
          <a:xfrm>
            <a:off x="2959786" y="2076669"/>
            <a:ext cx="13897" cy="653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3-line300"/>
          <p:cNvSpPr/>
          <p:nvPr/>
        </p:nvSpPr>
        <p:spPr>
          <a:xfrm>
            <a:off x="3094207" y="2055379"/>
            <a:ext cx="6987" cy="664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03-label301"/>
          <p:cNvSpPr txBox="1"/>
          <p:nvPr/>
        </p:nvSpPr>
        <p:spPr>
          <a:xfrm>
            <a:off x="3483835" y="225101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68" name="S03-label302"/>
          <p:cNvSpPr txBox="1"/>
          <p:nvPr/>
        </p:nvSpPr>
        <p:spPr>
          <a:xfrm>
            <a:off x="3870385" y="263756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69" name="S03-label303"/>
          <p:cNvSpPr txBox="1"/>
          <p:nvPr/>
        </p:nvSpPr>
        <p:spPr>
          <a:xfrm>
            <a:off x="4011872" y="316560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70" name="S03-label304"/>
          <p:cNvSpPr txBox="1"/>
          <p:nvPr/>
        </p:nvSpPr>
        <p:spPr>
          <a:xfrm>
            <a:off x="3870385" y="36936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71" name="S03-label305"/>
          <p:cNvSpPr txBox="1"/>
          <p:nvPr/>
        </p:nvSpPr>
        <p:spPr>
          <a:xfrm>
            <a:off x="3483835" y="408018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200" dirty="0"/>
          </a:p>
        </p:txBody>
      </p:sp>
      <p:sp>
        <p:nvSpPr>
          <p:cNvPr id="72" name="S03-label306"/>
          <p:cNvSpPr txBox="1"/>
          <p:nvPr/>
        </p:nvSpPr>
        <p:spPr>
          <a:xfrm>
            <a:off x="2955798" y="42216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200" dirty="0"/>
          </a:p>
        </p:txBody>
      </p:sp>
      <p:sp>
        <p:nvSpPr>
          <p:cNvPr id="73" name="S03-label307"/>
          <p:cNvSpPr txBox="1"/>
          <p:nvPr/>
        </p:nvSpPr>
        <p:spPr>
          <a:xfrm>
            <a:off x="2427761" y="408018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200" dirty="0"/>
          </a:p>
        </p:txBody>
      </p:sp>
      <p:sp>
        <p:nvSpPr>
          <p:cNvPr id="74" name="S03-label308"/>
          <p:cNvSpPr txBox="1"/>
          <p:nvPr/>
        </p:nvSpPr>
        <p:spPr>
          <a:xfrm>
            <a:off x="2041211" y="36936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200" dirty="0"/>
          </a:p>
        </p:txBody>
      </p:sp>
      <p:sp>
        <p:nvSpPr>
          <p:cNvPr id="75" name="S03-label309"/>
          <p:cNvSpPr txBox="1"/>
          <p:nvPr/>
        </p:nvSpPr>
        <p:spPr>
          <a:xfrm>
            <a:off x="1899724" y="316560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200" dirty="0"/>
          </a:p>
        </p:txBody>
      </p:sp>
      <p:sp>
        <p:nvSpPr>
          <p:cNvPr id="76" name="S03-label310"/>
          <p:cNvSpPr txBox="1"/>
          <p:nvPr/>
        </p:nvSpPr>
        <p:spPr>
          <a:xfrm>
            <a:off x="2041211" y="263756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200" dirty="0"/>
          </a:p>
        </p:txBody>
      </p:sp>
      <p:sp>
        <p:nvSpPr>
          <p:cNvPr id="77" name="S03-label311"/>
          <p:cNvSpPr txBox="1"/>
          <p:nvPr/>
        </p:nvSpPr>
        <p:spPr>
          <a:xfrm>
            <a:off x="2427761" y="225101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200" dirty="0"/>
          </a:p>
        </p:txBody>
      </p:sp>
      <p:sp>
        <p:nvSpPr>
          <p:cNvPr id="78" name="S03-label312"/>
          <p:cNvSpPr txBox="1"/>
          <p:nvPr/>
        </p:nvSpPr>
        <p:spPr>
          <a:xfrm>
            <a:off x="2955798" y="21095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200" dirty="0"/>
          </a:p>
        </p:txBody>
      </p:sp>
      <p:sp>
        <p:nvSpPr>
          <p:cNvPr id="79" name="S03-line313"/>
          <p:cNvSpPr/>
          <p:nvPr/>
        </p:nvSpPr>
        <p:spPr>
          <a:xfrm flipV="1">
            <a:off x="3230118" y="3123390"/>
            <a:ext cx="543419" cy="225092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80" name="S03-line314"/>
          <p:cNvSpPr/>
          <p:nvPr/>
        </p:nvSpPr>
        <p:spPr>
          <a:xfrm>
            <a:off x="3230118" y="3348482"/>
            <a:ext cx="855553" cy="0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81" name="S03-pin315"/>
          <p:cNvSpPr/>
          <p:nvPr/>
        </p:nvSpPr>
        <p:spPr>
          <a:xfrm>
            <a:off x="3175254" y="3293618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2" name="S03-card316"/>
          <p:cNvSpPr/>
          <p:nvPr/>
        </p:nvSpPr>
        <p:spPr>
          <a:xfrm>
            <a:off x="6277356" y="2365502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3" name="S03-cardtext317"/>
          <p:cNvSpPr txBox="1"/>
          <p:nvPr/>
        </p:nvSpPr>
        <p:spPr>
          <a:xfrm>
            <a:off x="6551676" y="2502662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1은 5분, 2는 10분</a:t>
            </a:r>
            <a:endParaRPr lang="ko-KR" sz="3200" dirty="0"/>
          </a:p>
        </p:txBody>
      </p:sp>
      <p:sp>
        <p:nvSpPr>
          <p:cNvPr id="84" name="S03-card318"/>
          <p:cNvSpPr/>
          <p:nvPr/>
        </p:nvSpPr>
        <p:spPr>
          <a:xfrm>
            <a:off x="6277356" y="3462782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5" name="S03-cardtext319"/>
          <p:cNvSpPr txBox="1"/>
          <p:nvPr/>
        </p:nvSpPr>
        <p:spPr>
          <a:xfrm>
            <a:off x="6551676" y="3599942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3은 5, 10, 15 → 15분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시 몇 분 읽기</a:t>
            </a:r>
            <a:endParaRPr lang="ko-KR" sz="4400" dirty="0"/>
          </a:p>
        </p:txBody>
      </p:sp>
      <p:sp>
        <p:nvSpPr>
          <p:cNvPr id="3" name="S04-text320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시계를 읽어요.</a:t>
            </a:r>
            <a:endParaRPr lang="ko-KR" sz="3200" dirty="0"/>
          </a:p>
        </p:txBody>
      </p:sp>
      <p:sp>
        <p:nvSpPr>
          <p:cNvPr id="4" name="S04-figure321" descr="시계: 4시 35분"/>
          <p:cNvSpPr/>
          <p:nvPr/>
        </p:nvSpPr>
        <p:spPr>
          <a:xfrm>
            <a:off x="8047909" y="2857500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5" name="S04-line322"/>
          <p:cNvSpPr/>
          <p:nvPr/>
        </p:nvSpPr>
        <p:spPr>
          <a:xfrm>
            <a:off x="9602389" y="2894076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" name="S04-line323"/>
          <p:cNvSpPr/>
          <p:nvPr/>
        </p:nvSpPr>
        <p:spPr>
          <a:xfrm flipH="1">
            <a:off x="9752929" y="290239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" name="S04-line324"/>
          <p:cNvSpPr/>
          <p:nvPr/>
        </p:nvSpPr>
        <p:spPr>
          <a:xfrm flipH="1">
            <a:off x="9901819" y="2927246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4-line325"/>
          <p:cNvSpPr/>
          <p:nvPr/>
        </p:nvSpPr>
        <p:spPr>
          <a:xfrm flipH="1">
            <a:off x="10047429" y="2968368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4-line326"/>
          <p:cNvSpPr/>
          <p:nvPr/>
        </p:nvSpPr>
        <p:spPr>
          <a:xfrm flipH="1">
            <a:off x="10188163" y="3025306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4-line327"/>
          <p:cNvSpPr/>
          <p:nvPr/>
        </p:nvSpPr>
        <p:spPr>
          <a:xfrm flipH="1">
            <a:off x="10275844" y="3097437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04-line328"/>
          <p:cNvSpPr/>
          <p:nvPr/>
        </p:nvSpPr>
        <p:spPr>
          <a:xfrm flipH="1">
            <a:off x="10448905" y="318397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4-line329"/>
          <p:cNvSpPr/>
          <p:nvPr/>
        </p:nvSpPr>
        <p:spPr>
          <a:xfrm flipH="1">
            <a:off x="10566057" y="3283957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4-line330"/>
          <p:cNvSpPr/>
          <p:nvPr/>
        </p:nvSpPr>
        <p:spPr>
          <a:xfrm flipH="1">
            <a:off x="10672651" y="3396304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4-line331"/>
          <p:cNvSpPr/>
          <p:nvPr/>
        </p:nvSpPr>
        <p:spPr>
          <a:xfrm flipH="1">
            <a:off x="10767519" y="3519778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4-line332"/>
          <p:cNvSpPr/>
          <p:nvPr/>
        </p:nvSpPr>
        <p:spPr>
          <a:xfrm flipH="1">
            <a:off x="10768848" y="3653028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" name="S04-line333"/>
          <p:cNvSpPr/>
          <p:nvPr/>
        </p:nvSpPr>
        <p:spPr>
          <a:xfrm flipH="1">
            <a:off x="10918059" y="379459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4-line334"/>
          <p:cNvSpPr/>
          <p:nvPr/>
        </p:nvSpPr>
        <p:spPr>
          <a:xfrm flipH="1">
            <a:off x="10972081" y="3942922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4-line335"/>
          <p:cNvSpPr/>
          <p:nvPr/>
        </p:nvSpPr>
        <p:spPr>
          <a:xfrm flipH="1">
            <a:off x="11011097" y="409639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4-line336"/>
          <p:cNvSpPr/>
          <p:nvPr/>
        </p:nvSpPr>
        <p:spPr>
          <a:xfrm flipH="1">
            <a:off x="11034679" y="4253316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4-line337"/>
          <p:cNvSpPr/>
          <p:nvPr/>
        </p:nvSpPr>
        <p:spPr>
          <a:xfrm flipH="1">
            <a:off x="10949300" y="4411980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" name="S04-line338"/>
          <p:cNvSpPr/>
          <p:nvPr/>
        </p:nvSpPr>
        <p:spPr>
          <a:xfrm flipH="1" flipV="1">
            <a:off x="11034679" y="4562520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4-line339"/>
          <p:cNvSpPr/>
          <p:nvPr/>
        </p:nvSpPr>
        <p:spPr>
          <a:xfrm flipH="1" flipV="1">
            <a:off x="11011097" y="471141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4-line340"/>
          <p:cNvSpPr/>
          <p:nvPr/>
        </p:nvSpPr>
        <p:spPr>
          <a:xfrm flipH="1" flipV="1">
            <a:off x="10972081" y="4857020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4-line341"/>
          <p:cNvSpPr/>
          <p:nvPr/>
        </p:nvSpPr>
        <p:spPr>
          <a:xfrm flipH="1" flipV="1">
            <a:off x="10918059" y="4997754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4-line342"/>
          <p:cNvSpPr/>
          <p:nvPr/>
        </p:nvSpPr>
        <p:spPr>
          <a:xfrm flipH="1" flipV="1">
            <a:off x="10768848" y="5085436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6" name="S04-line343"/>
          <p:cNvSpPr/>
          <p:nvPr/>
        </p:nvSpPr>
        <p:spPr>
          <a:xfrm flipH="1" flipV="1">
            <a:off x="10767519" y="52584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4-line344"/>
          <p:cNvSpPr/>
          <p:nvPr/>
        </p:nvSpPr>
        <p:spPr>
          <a:xfrm flipH="1" flipV="1">
            <a:off x="10672651" y="5375649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4-line345"/>
          <p:cNvSpPr/>
          <p:nvPr/>
        </p:nvSpPr>
        <p:spPr>
          <a:xfrm flipH="1" flipV="1">
            <a:off x="10566057" y="5482242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4-line346"/>
          <p:cNvSpPr/>
          <p:nvPr/>
        </p:nvSpPr>
        <p:spPr>
          <a:xfrm flipH="1" flipV="1">
            <a:off x="10448905" y="557711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4-line347"/>
          <p:cNvSpPr/>
          <p:nvPr/>
        </p:nvSpPr>
        <p:spPr>
          <a:xfrm flipH="1" flipV="1">
            <a:off x="10275844" y="5578439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1" name="S04-line348"/>
          <p:cNvSpPr/>
          <p:nvPr/>
        </p:nvSpPr>
        <p:spPr>
          <a:xfrm flipH="1" flipV="1">
            <a:off x="10188163" y="5727650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4-line349"/>
          <p:cNvSpPr/>
          <p:nvPr/>
        </p:nvSpPr>
        <p:spPr>
          <a:xfrm flipH="1" flipV="1">
            <a:off x="10047429" y="5781673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4-line350"/>
          <p:cNvSpPr/>
          <p:nvPr/>
        </p:nvSpPr>
        <p:spPr>
          <a:xfrm flipH="1" flipV="1">
            <a:off x="9901819" y="5820689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4-line351"/>
          <p:cNvSpPr/>
          <p:nvPr/>
        </p:nvSpPr>
        <p:spPr>
          <a:xfrm flipH="1" flipV="1">
            <a:off x="9752929" y="584427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4-line352"/>
          <p:cNvSpPr/>
          <p:nvPr/>
        </p:nvSpPr>
        <p:spPr>
          <a:xfrm flipV="1">
            <a:off x="9602389" y="5758891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6" name="S04-line353"/>
          <p:cNvSpPr/>
          <p:nvPr/>
        </p:nvSpPr>
        <p:spPr>
          <a:xfrm flipV="1">
            <a:off x="9443725" y="584427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4-line354"/>
          <p:cNvSpPr/>
          <p:nvPr/>
        </p:nvSpPr>
        <p:spPr>
          <a:xfrm flipV="1">
            <a:off x="9286799" y="5820689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4-line355"/>
          <p:cNvSpPr/>
          <p:nvPr/>
        </p:nvSpPr>
        <p:spPr>
          <a:xfrm flipV="1">
            <a:off x="9133331" y="5781673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4-line356"/>
          <p:cNvSpPr/>
          <p:nvPr/>
        </p:nvSpPr>
        <p:spPr>
          <a:xfrm flipV="1">
            <a:off x="8985002" y="5727650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4-line357"/>
          <p:cNvSpPr/>
          <p:nvPr/>
        </p:nvSpPr>
        <p:spPr>
          <a:xfrm flipV="1">
            <a:off x="8843437" y="5578439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1" name="S04-line358"/>
          <p:cNvSpPr/>
          <p:nvPr/>
        </p:nvSpPr>
        <p:spPr>
          <a:xfrm flipV="1">
            <a:off x="8710187" y="557711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4-line359"/>
          <p:cNvSpPr/>
          <p:nvPr/>
        </p:nvSpPr>
        <p:spPr>
          <a:xfrm flipV="1">
            <a:off x="8586713" y="5482242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4-line360"/>
          <p:cNvSpPr/>
          <p:nvPr/>
        </p:nvSpPr>
        <p:spPr>
          <a:xfrm flipV="1">
            <a:off x="8474366" y="5375649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4-line361"/>
          <p:cNvSpPr/>
          <p:nvPr/>
        </p:nvSpPr>
        <p:spPr>
          <a:xfrm flipV="1">
            <a:off x="8374379" y="52584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4-line362"/>
          <p:cNvSpPr/>
          <p:nvPr/>
        </p:nvSpPr>
        <p:spPr>
          <a:xfrm flipV="1">
            <a:off x="8287845" y="5085436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6" name="S04-line363"/>
          <p:cNvSpPr/>
          <p:nvPr/>
        </p:nvSpPr>
        <p:spPr>
          <a:xfrm flipV="1">
            <a:off x="8215714" y="4997754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4-line364"/>
          <p:cNvSpPr/>
          <p:nvPr/>
        </p:nvSpPr>
        <p:spPr>
          <a:xfrm flipV="1">
            <a:off x="8158776" y="4857020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4-line365"/>
          <p:cNvSpPr/>
          <p:nvPr/>
        </p:nvSpPr>
        <p:spPr>
          <a:xfrm flipV="1">
            <a:off x="8117655" y="471141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4-line366"/>
          <p:cNvSpPr/>
          <p:nvPr/>
        </p:nvSpPr>
        <p:spPr>
          <a:xfrm flipV="1">
            <a:off x="8092800" y="4562520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4-line367"/>
          <p:cNvSpPr/>
          <p:nvPr/>
        </p:nvSpPr>
        <p:spPr>
          <a:xfrm>
            <a:off x="8084485" y="4411980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1" name="S04-line368"/>
          <p:cNvSpPr/>
          <p:nvPr/>
        </p:nvSpPr>
        <p:spPr>
          <a:xfrm>
            <a:off x="8092800" y="4253316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4-line369"/>
          <p:cNvSpPr/>
          <p:nvPr/>
        </p:nvSpPr>
        <p:spPr>
          <a:xfrm>
            <a:off x="8117655" y="409639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4-line370"/>
          <p:cNvSpPr/>
          <p:nvPr/>
        </p:nvSpPr>
        <p:spPr>
          <a:xfrm>
            <a:off x="8158776" y="3942922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4-line371"/>
          <p:cNvSpPr/>
          <p:nvPr/>
        </p:nvSpPr>
        <p:spPr>
          <a:xfrm>
            <a:off x="8215714" y="379459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4-line372"/>
          <p:cNvSpPr/>
          <p:nvPr/>
        </p:nvSpPr>
        <p:spPr>
          <a:xfrm>
            <a:off x="8287845" y="3653028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6" name="S04-line373"/>
          <p:cNvSpPr/>
          <p:nvPr/>
        </p:nvSpPr>
        <p:spPr>
          <a:xfrm>
            <a:off x="8374379" y="3519778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4-line374"/>
          <p:cNvSpPr/>
          <p:nvPr/>
        </p:nvSpPr>
        <p:spPr>
          <a:xfrm>
            <a:off x="8474366" y="3396304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4-line375"/>
          <p:cNvSpPr/>
          <p:nvPr/>
        </p:nvSpPr>
        <p:spPr>
          <a:xfrm>
            <a:off x="8586713" y="3283957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4-line376"/>
          <p:cNvSpPr/>
          <p:nvPr/>
        </p:nvSpPr>
        <p:spPr>
          <a:xfrm>
            <a:off x="8710187" y="318397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4-line377"/>
          <p:cNvSpPr/>
          <p:nvPr/>
        </p:nvSpPr>
        <p:spPr>
          <a:xfrm>
            <a:off x="8843437" y="3097437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1" name="S04-line378"/>
          <p:cNvSpPr/>
          <p:nvPr/>
        </p:nvSpPr>
        <p:spPr>
          <a:xfrm>
            <a:off x="8985002" y="3025306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4-line379"/>
          <p:cNvSpPr/>
          <p:nvPr/>
        </p:nvSpPr>
        <p:spPr>
          <a:xfrm>
            <a:off x="9133331" y="2968368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4-line380"/>
          <p:cNvSpPr/>
          <p:nvPr/>
        </p:nvSpPr>
        <p:spPr>
          <a:xfrm>
            <a:off x="9286799" y="2927246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4-line381"/>
          <p:cNvSpPr/>
          <p:nvPr/>
        </p:nvSpPr>
        <p:spPr>
          <a:xfrm>
            <a:off x="9443725" y="290239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4-label382"/>
          <p:cNvSpPr txBox="1"/>
          <p:nvPr/>
        </p:nvSpPr>
        <p:spPr>
          <a:xfrm>
            <a:off x="9942088" y="316558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66" name="S04-label383"/>
          <p:cNvSpPr txBox="1"/>
          <p:nvPr/>
        </p:nvSpPr>
        <p:spPr>
          <a:xfrm>
            <a:off x="10391582" y="361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67" name="S04-label384"/>
          <p:cNvSpPr txBox="1"/>
          <p:nvPr/>
        </p:nvSpPr>
        <p:spPr>
          <a:xfrm>
            <a:off x="10556108" y="42291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68" name="S04-label385"/>
          <p:cNvSpPr txBox="1"/>
          <p:nvPr/>
        </p:nvSpPr>
        <p:spPr>
          <a:xfrm>
            <a:off x="10391582" y="4843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69" name="S04-label386"/>
          <p:cNvSpPr txBox="1"/>
          <p:nvPr/>
        </p:nvSpPr>
        <p:spPr>
          <a:xfrm>
            <a:off x="9942088" y="529261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70" name="S04-label387"/>
          <p:cNvSpPr txBox="1"/>
          <p:nvPr/>
        </p:nvSpPr>
        <p:spPr>
          <a:xfrm>
            <a:off x="9328069" y="54571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71" name="S04-label388"/>
          <p:cNvSpPr txBox="1"/>
          <p:nvPr/>
        </p:nvSpPr>
        <p:spPr>
          <a:xfrm>
            <a:off x="8714049" y="529261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72" name="S04-label389"/>
          <p:cNvSpPr txBox="1"/>
          <p:nvPr/>
        </p:nvSpPr>
        <p:spPr>
          <a:xfrm>
            <a:off x="8264556" y="4843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73" name="S04-label390"/>
          <p:cNvSpPr txBox="1"/>
          <p:nvPr/>
        </p:nvSpPr>
        <p:spPr>
          <a:xfrm>
            <a:off x="8100030" y="42291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74" name="S04-label391"/>
          <p:cNvSpPr txBox="1"/>
          <p:nvPr/>
        </p:nvSpPr>
        <p:spPr>
          <a:xfrm>
            <a:off x="8264556" y="361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75" name="S04-label392"/>
          <p:cNvSpPr txBox="1"/>
          <p:nvPr/>
        </p:nvSpPr>
        <p:spPr>
          <a:xfrm>
            <a:off x="8714049" y="316558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76" name="S04-label393"/>
          <p:cNvSpPr txBox="1"/>
          <p:nvPr/>
        </p:nvSpPr>
        <p:spPr>
          <a:xfrm>
            <a:off x="9328069" y="300106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77" name="S04-line394"/>
          <p:cNvSpPr/>
          <p:nvPr/>
        </p:nvSpPr>
        <p:spPr>
          <a:xfrm>
            <a:off x="9602389" y="4411980"/>
            <a:ext cx="462084" cy="504276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78" name="S04-line395"/>
          <p:cNvSpPr/>
          <p:nvPr/>
        </p:nvSpPr>
        <p:spPr>
          <a:xfrm flipH="1">
            <a:off x="9104955" y="4411980"/>
            <a:ext cx="497434" cy="861580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79" name="S04-pin396"/>
          <p:cNvSpPr/>
          <p:nvPr/>
        </p:nvSpPr>
        <p:spPr>
          <a:xfrm>
            <a:off x="9547525" y="4357116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0" name="S04-stepno397"/>
          <p:cNvSpPr txBox="1"/>
          <p:nvPr/>
        </p:nvSpPr>
        <p:spPr>
          <a:xfrm>
            <a:off x="548640" y="3424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1" name="S04-text398"/>
          <p:cNvSpPr txBox="1"/>
          <p:nvPr/>
        </p:nvSpPr>
        <p:spPr>
          <a:xfrm>
            <a:off x="1325880" y="3424428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짧은바늘이 4와 5 사이: 4시</a:t>
            </a:r>
            <a:endParaRPr lang="ko-KR" sz="3200" dirty="0"/>
          </a:p>
        </p:txBody>
      </p:sp>
      <p:sp>
        <p:nvSpPr>
          <p:cNvPr id="82" name="S04-stepno399"/>
          <p:cNvSpPr txBox="1"/>
          <p:nvPr/>
        </p:nvSpPr>
        <p:spPr>
          <a:xfrm>
            <a:off x="548640" y="41376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3" name="S04-text400"/>
          <p:cNvSpPr txBox="1"/>
          <p:nvPr/>
        </p:nvSpPr>
        <p:spPr>
          <a:xfrm>
            <a:off x="1325880" y="4137660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긴바늘이 7: 35분</a:t>
            </a:r>
            <a:endParaRPr lang="ko-KR" sz="3200" dirty="0"/>
          </a:p>
        </p:txBody>
      </p:sp>
      <p:sp>
        <p:nvSpPr>
          <p:cNvPr id="84" name="S04-stepno401"/>
          <p:cNvSpPr txBox="1"/>
          <p:nvPr/>
        </p:nvSpPr>
        <p:spPr>
          <a:xfrm>
            <a:off x="548640" y="48508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85" name="S04-text402"/>
          <p:cNvSpPr txBox="1"/>
          <p:nvPr/>
        </p:nvSpPr>
        <p:spPr>
          <a:xfrm>
            <a:off x="1325880" y="4850892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4시 35분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1분 단위로 읽어요</a:t>
            </a:r>
            <a:endParaRPr lang="ko-KR" sz="4400" dirty="0"/>
          </a:p>
        </p:txBody>
      </p:sp>
      <p:sp>
        <p:nvSpPr>
          <p:cNvPr id="3" name="S05-text40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눈금 한 칸은 1분이에요.</a:t>
            </a:r>
            <a:endParaRPr lang="ko-KR" sz="3200" dirty="0"/>
          </a:p>
        </p:txBody>
      </p:sp>
      <p:sp>
        <p:nvSpPr>
          <p:cNvPr id="4" name="S05-card404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405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9시 17분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‘9시 17분’이라고 읽어요.</a:t>
            </a:r>
            <a:endParaRPr lang="ko-KR" sz="3200" dirty="0"/>
          </a:p>
        </p:txBody>
      </p:sp>
      <p:sp>
        <p:nvSpPr>
          <p:cNvPr id="6" name="S05-figure406" descr="시계: 9시 17분"/>
          <p:cNvSpPr/>
          <p:nvPr/>
        </p:nvSpPr>
        <p:spPr>
          <a:xfrm>
            <a:off x="1893316" y="2011680"/>
            <a:ext cx="2673604" cy="2673604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7" name="S05-line407"/>
          <p:cNvSpPr/>
          <p:nvPr/>
        </p:nvSpPr>
        <p:spPr>
          <a:xfrm>
            <a:off x="3230118" y="2048256"/>
            <a:ext cx="0" cy="14704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" name="S05-line408"/>
          <p:cNvSpPr/>
          <p:nvPr/>
        </p:nvSpPr>
        <p:spPr>
          <a:xfrm flipH="1">
            <a:off x="3359042" y="2055379"/>
            <a:ext cx="6987" cy="664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5-line409"/>
          <p:cNvSpPr/>
          <p:nvPr/>
        </p:nvSpPr>
        <p:spPr>
          <a:xfrm flipH="1">
            <a:off x="3486553" y="2076669"/>
            <a:ext cx="13897" cy="653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5-line410"/>
          <p:cNvSpPr/>
          <p:nvPr/>
        </p:nvSpPr>
        <p:spPr>
          <a:xfrm flipH="1">
            <a:off x="3611255" y="2111894"/>
            <a:ext cx="20655" cy="6356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5-line411"/>
          <p:cNvSpPr/>
          <p:nvPr/>
        </p:nvSpPr>
        <p:spPr>
          <a:xfrm flipH="1">
            <a:off x="3731781" y="2160666"/>
            <a:ext cx="27186" cy="610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5-line412"/>
          <p:cNvSpPr/>
          <p:nvPr/>
        </p:nvSpPr>
        <p:spPr>
          <a:xfrm flipH="1">
            <a:off x="3806707" y="2222453"/>
            <a:ext cx="73524" cy="12734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" name="S05-line413"/>
          <p:cNvSpPr/>
          <p:nvPr/>
        </p:nvSpPr>
        <p:spPr>
          <a:xfrm flipH="1">
            <a:off x="3955084" y="2296577"/>
            <a:ext cx="39288" cy="540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5-line414"/>
          <p:cNvSpPr/>
          <p:nvPr/>
        </p:nvSpPr>
        <p:spPr>
          <a:xfrm flipH="1">
            <a:off x="4055414" y="2382226"/>
            <a:ext cx="44725" cy="496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5-line415"/>
          <p:cNvSpPr/>
          <p:nvPr/>
        </p:nvSpPr>
        <p:spPr>
          <a:xfrm flipH="1">
            <a:off x="4146702" y="2478461"/>
            <a:ext cx="49672" cy="4472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5-line416"/>
          <p:cNvSpPr/>
          <p:nvPr/>
        </p:nvSpPr>
        <p:spPr>
          <a:xfrm flipH="1">
            <a:off x="4227948" y="2584228"/>
            <a:ext cx="54075" cy="392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5-line417"/>
          <p:cNvSpPr/>
          <p:nvPr/>
        </p:nvSpPr>
        <p:spPr>
          <a:xfrm flipH="1">
            <a:off x="4228799" y="2698369"/>
            <a:ext cx="127347" cy="7352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" name="S05-line418"/>
          <p:cNvSpPr/>
          <p:nvPr/>
        </p:nvSpPr>
        <p:spPr>
          <a:xfrm flipH="1">
            <a:off x="4356872" y="2819632"/>
            <a:ext cx="61061" cy="271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5-line419"/>
          <p:cNvSpPr/>
          <p:nvPr/>
        </p:nvSpPr>
        <p:spPr>
          <a:xfrm flipH="1">
            <a:off x="4403138" y="2946690"/>
            <a:ext cx="63569" cy="206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5-line420"/>
          <p:cNvSpPr/>
          <p:nvPr/>
        </p:nvSpPr>
        <p:spPr>
          <a:xfrm flipH="1">
            <a:off x="4436551" y="3078150"/>
            <a:ext cx="65379" cy="138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5-line421"/>
          <p:cNvSpPr/>
          <p:nvPr/>
        </p:nvSpPr>
        <p:spPr>
          <a:xfrm flipH="1">
            <a:off x="4456747" y="3212571"/>
            <a:ext cx="66474" cy="69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5-line422"/>
          <p:cNvSpPr/>
          <p:nvPr/>
        </p:nvSpPr>
        <p:spPr>
          <a:xfrm flipH="1">
            <a:off x="4383296" y="3348482"/>
            <a:ext cx="147048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3" name="S05-line423"/>
          <p:cNvSpPr/>
          <p:nvPr/>
        </p:nvSpPr>
        <p:spPr>
          <a:xfrm flipH="1" flipV="1">
            <a:off x="4456747" y="3477406"/>
            <a:ext cx="66474" cy="69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5-line424"/>
          <p:cNvSpPr/>
          <p:nvPr/>
        </p:nvSpPr>
        <p:spPr>
          <a:xfrm flipH="1" flipV="1">
            <a:off x="4436551" y="3604917"/>
            <a:ext cx="65379" cy="138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5-line425"/>
          <p:cNvSpPr/>
          <p:nvPr/>
        </p:nvSpPr>
        <p:spPr>
          <a:xfrm flipH="1" flipV="1">
            <a:off x="4403138" y="3729619"/>
            <a:ext cx="63569" cy="206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5-line426"/>
          <p:cNvSpPr/>
          <p:nvPr/>
        </p:nvSpPr>
        <p:spPr>
          <a:xfrm flipH="1" flipV="1">
            <a:off x="4356872" y="3850145"/>
            <a:ext cx="61061" cy="271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5-line427"/>
          <p:cNvSpPr/>
          <p:nvPr/>
        </p:nvSpPr>
        <p:spPr>
          <a:xfrm flipH="1" flipV="1">
            <a:off x="4228799" y="3925071"/>
            <a:ext cx="127347" cy="7352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8" name="S05-line428"/>
          <p:cNvSpPr/>
          <p:nvPr/>
        </p:nvSpPr>
        <p:spPr>
          <a:xfrm flipH="1" flipV="1">
            <a:off x="4227948" y="4073448"/>
            <a:ext cx="54075" cy="392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5-line429"/>
          <p:cNvSpPr/>
          <p:nvPr/>
        </p:nvSpPr>
        <p:spPr>
          <a:xfrm flipH="1" flipV="1">
            <a:off x="4146702" y="4173778"/>
            <a:ext cx="49672" cy="4472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5-line430"/>
          <p:cNvSpPr/>
          <p:nvPr/>
        </p:nvSpPr>
        <p:spPr>
          <a:xfrm flipH="1" flipV="1">
            <a:off x="4055414" y="4265066"/>
            <a:ext cx="44725" cy="496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5-line431"/>
          <p:cNvSpPr/>
          <p:nvPr/>
        </p:nvSpPr>
        <p:spPr>
          <a:xfrm flipH="1" flipV="1">
            <a:off x="3955084" y="4346312"/>
            <a:ext cx="39288" cy="540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5-line432"/>
          <p:cNvSpPr/>
          <p:nvPr/>
        </p:nvSpPr>
        <p:spPr>
          <a:xfrm flipH="1" flipV="1">
            <a:off x="3806707" y="4347163"/>
            <a:ext cx="73524" cy="12734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3" name="S05-line433"/>
          <p:cNvSpPr/>
          <p:nvPr/>
        </p:nvSpPr>
        <p:spPr>
          <a:xfrm flipH="1" flipV="1">
            <a:off x="3731781" y="4475236"/>
            <a:ext cx="27186" cy="610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5-line434"/>
          <p:cNvSpPr/>
          <p:nvPr/>
        </p:nvSpPr>
        <p:spPr>
          <a:xfrm flipH="1" flipV="1">
            <a:off x="3611255" y="4521502"/>
            <a:ext cx="20655" cy="6356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5-line435"/>
          <p:cNvSpPr/>
          <p:nvPr/>
        </p:nvSpPr>
        <p:spPr>
          <a:xfrm flipH="1" flipV="1">
            <a:off x="3486553" y="4554915"/>
            <a:ext cx="13897" cy="653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5-line436"/>
          <p:cNvSpPr/>
          <p:nvPr/>
        </p:nvSpPr>
        <p:spPr>
          <a:xfrm flipH="1" flipV="1">
            <a:off x="3359042" y="4575111"/>
            <a:ext cx="6987" cy="664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5-line437"/>
          <p:cNvSpPr/>
          <p:nvPr/>
        </p:nvSpPr>
        <p:spPr>
          <a:xfrm flipV="1">
            <a:off x="3230118" y="4501660"/>
            <a:ext cx="0" cy="14704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8" name="S05-line438"/>
          <p:cNvSpPr/>
          <p:nvPr/>
        </p:nvSpPr>
        <p:spPr>
          <a:xfrm flipV="1">
            <a:off x="3094207" y="4575111"/>
            <a:ext cx="6987" cy="664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5-line439"/>
          <p:cNvSpPr/>
          <p:nvPr/>
        </p:nvSpPr>
        <p:spPr>
          <a:xfrm flipV="1">
            <a:off x="2959786" y="4554915"/>
            <a:ext cx="13897" cy="653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5-line440"/>
          <p:cNvSpPr/>
          <p:nvPr/>
        </p:nvSpPr>
        <p:spPr>
          <a:xfrm flipV="1">
            <a:off x="2828326" y="4521502"/>
            <a:ext cx="20655" cy="6356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5-line441"/>
          <p:cNvSpPr/>
          <p:nvPr/>
        </p:nvSpPr>
        <p:spPr>
          <a:xfrm flipV="1">
            <a:off x="2701268" y="4475236"/>
            <a:ext cx="27186" cy="610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5-line442"/>
          <p:cNvSpPr/>
          <p:nvPr/>
        </p:nvSpPr>
        <p:spPr>
          <a:xfrm flipV="1">
            <a:off x="2580005" y="4347163"/>
            <a:ext cx="73524" cy="12734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3" name="S05-line443"/>
          <p:cNvSpPr/>
          <p:nvPr/>
        </p:nvSpPr>
        <p:spPr>
          <a:xfrm flipV="1">
            <a:off x="2465864" y="4346312"/>
            <a:ext cx="39288" cy="540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5-line444"/>
          <p:cNvSpPr/>
          <p:nvPr/>
        </p:nvSpPr>
        <p:spPr>
          <a:xfrm flipV="1">
            <a:off x="2360097" y="4265066"/>
            <a:ext cx="44725" cy="496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5-line445"/>
          <p:cNvSpPr/>
          <p:nvPr/>
        </p:nvSpPr>
        <p:spPr>
          <a:xfrm flipV="1">
            <a:off x="2263862" y="4173778"/>
            <a:ext cx="49672" cy="4472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5-line446"/>
          <p:cNvSpPr/>
          <p:nvPr/>
        </p:nvSpPr>
        <p:spPr>
          <a:xfrm flipV="1">
            <a:off x="2178213" y="4073448"/>
            <a:ext cx="54075" cy="392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5-line447"/>
          <p:cNvSpPr/>
          <p:nvPr/>
        </p:nvSpPr>
        <p:spPr>
          <a:xfrm flipV="1">
            <a:off x="2104089" y="3925071"/>
            <a:ext cx="127347" cy="7352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8" name="S05-line448"/>
          <p:cNvSpPr/>
          <p:nvPr/>
        </p:nvSpPr>
        <p:spPr>
          <a:xfrm flipV="1">
            <a:off x="2042302" y="3850145"/>
            <a:ext cx="61061" cy="271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5-line449"/>
          <p:cNvSpPr/>
          <p:nvPr/>
        </p:nvSpPr>
        <p:spPr>
          <a:xfrm flipV="1">
            <a:off x="1993530" y="3729619"/>
            <a:ext cx="63569" cy="206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5-line450"/>
          <p:cNvSpPr/>
          <p:nvPr/>
        </p:nvSpPr>
        <p:spPr>
          <a:xfrm flipV="1">
            <a:off x="1958305" y="3604917"/>
            <a:ext cx="65379" cy="138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5-line451"/>
          <p:cNvSpPr/>
          <p:nvPr/>
        </p:nvSpPr>
        <p:spPr>
          <a:xfrm flipV="1">
            <a:off x="1937015" y="3477406"/>
            <a:ext cx="66474" cy="69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5-line452"/>
          <p:cNvSpPr/>
          <p:nvPr/>
        </p:nvSpPr>
        <p:spPr>
          <a:xfrm>
            <a:off x="1929892" y="3348482"/>
            <a:ext cx="147048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3" name="S05-line453"/>
          <p:cNvSpPr/>
          <p:nvPr/>
        </p:nvSpPr>
        <p:spPr>
          <a:xfrm>
            <a:off x="1937015" y="3212571"/>
            <a:ext cx="66474" cy="69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5-line454"/>
          <p:cNvSpPr/>
          <p:nvPr/>
        </p:nvSpPr>
        <p:spPr>
          <a:xfrm>
            <a:off x="1958305" y="3078150"/>
            <a:ext cx="65379" cy="138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5-line455"/>
          <p:cNvSpPr/>
          <p:nvPr/>
        </p:nvSpPr>
        <p:spPr>
          <a:xfrm>
            <a:off x="1993530" y="2946690"/>
            <a:ext cx="63569" cy="206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5-line456"/>
          <p:cNvSpPr/>
          <p:nvPr/>
        </p:nvSpPr>
        <p:spPr>
          <a:xfrm>
            <a:off x="2042302" y="2819632"/>
            <a:ext cx="61061" cy="271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5-line457"/>
          <p:cNvSpPr/>
          <p:nvPr/>
        </p:nvSpPr>
        <p:spPr>
          <a:xfrm>
            <a:off x="2104089" y="2698369"/>
            <a:ext cx="127347" cy="7352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8" name="S05-line458"/>
          <p:cNvSpPr/>
          <p:nvPr/>
        </p:nvSpPr>
        <p:spPr>
          <a:xfrm>
            <a:off x="2178213" y="2584228"/>
            <a:ext cx="54075" cy="392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5-line459"/>
          <p:cNvSpPr/>
          <p:nvPr/>
        </p:nvSpPr>
        <p:spPr>
          <a:xfrm>
            <a:off x="2263862" y="2478461"/>
            <a:ext cx="49672" cy="4472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5-line460"/>
          <p:cNvSpPr/>
          <p:nvPr/>
        </p:nvSpPr>
        <p:spPr>
          <a:xfrm>
            <a:off x="2360097" y="2382226"/>
            <a:ext cx="44725" cy="496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5-line461"/>
          <p:cNvSpPr/>
          <p:nvPr/>
        </p:nvSpPr>
        <p:spPr>
          <a:xfrm>
            <a:off x="2465864" y="2296577"/>
            <a:ext cx="39288" cy="540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5-line462"/>
          <p:cNvSpPr/>
          <p:nvPr/>
        </p:nvSpPr>
        <p:spPr>
          <a:xfrm>
            <a:off x="2580005" y="2222453"/>
            <a:ext cx="73524" cy="12734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3" name="S05-line463"/>
          <p:cNvSpPr/>
          <p:nvPr/>
        </p:nvSpPr>
        <p:spPr>
          <a:xfrm>
            <a:off x="2701268" y="2160666"/>
            <a:ext cx="27186" cy="610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5-line464"/>
          <p:cNvSpPr/>
          <p:nvPr/>
        </p:nvSpPr>
        <p:spPr>
          <a:xfrm>
            <a:off x="2828326" y="2111894"/>
            <a:ext cx="20655" cy="6356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5-line465"/>
          <p:cNvSpPr/>
          <p:nvPr/>
        </p:nvSpPr>
        <p:spPr>
          <a:xfrm>
            <a:off x="2959786" y="2076669"/>
            <a:ext cx="13897" cy="653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5-line466"/>
          <p:cNvSpPr/>
          <p:nvPr/>
        </p:nvSpPr>
        <p:spPr>
          <a:xfrm>
            <a:off x="3094207" y="2055379"/>
            <a:ext cx="6987" cy="664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05-label467"/>
          <p:cNvSpPr txBox="1"/>
          <p:nvPr/>
        </p:nvSpPr>
        <p:spPr>
          <a:xfrm>
            <a:off x="3483835" y="225101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68" name="S05-label468"/>
          <p:cNvSpPr txBox="1"/>
          <p:nvPr/>
        </p:nvSpPr>
        <p:spPr>
          <a:xfrm>
            <a:off x="3870385" y="263756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69" name="S05-label469"/>
          <p:cNvSpPr txBox="1"/>
          <p:nvPr/>
        </p:nvSpPr>
        <p:spPr>
          <a:xfrm>
            <a:off x="4011872" y="316560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70" name="S05-label470"/>
          <p:cNvSpPr txBox="1"/>
          <p:nvPr/>
        </p:nvSpPr>
        <p:spPr>
          <a:xfrm>
            <a:off x="3870385" y="36936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71" name="S05-label471"/>
          <p:cNvSpPr txBox="1"/>
          <p:nvPr/>
        </p:nvSpPr>
        <p:spPr>
          <a:xfrm>
            <a:off x="3483835" y="408018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200" dirty="0"/>
          </a:p>
        </p:txBody>
      </p:sp>
      <p:sp>
        <p:nvSpPr>
          <p:cNvPr id="72" name="S05-label472"/>
          <p:cNvSpPr txBox="1"/>
          <p:nvPr/>
        </p:nvSpPr>
        <p:spPr>
          <a:xfrm>
            <a:off x="2955798" y="42216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200" dirty="0"/>
          </a:p>
        </p:txBody>
      </p:sp>
      <p:sp>
        <p:nvSpPr>
          <p:cNvPr id="73" name="S05-label473"/>
          <p:cNvSpPr txBox="1"/>
          <p:nvPr/>
        </p:nvSpPr>
        <p:spPr>
          <a:xfrm>
            <a:off x="2427761" y="408018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200" dirty="0"/>
          </a:p>
        </p:txBody>
      </p:sp>
      <p:sp>
        <p:nvSpPr>
          <p:cNvPr id="74" name="S05-label474"/>
          <p:cNvSpPr txBox="1"/>
          <p:nvPr/>
        </p:nvSpPr>
        <p:spPr>
          <a:xfrm>
            <a:off x="2041211" y="36936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200" dirty="0"/>
          </a:p>
        </p:txBody>
      </p:sp>
      <p:sp>
        <p:nvSpPr>
          <p:cNvPr id="75" name="S05-label475"/>
          <p:cNvSpPr txBox="1"/>
          <p:nvPr/>
        </p:nvSpPr>
        <p:spPr>
          <a:xfrm>
            <a:off x="1899724" y="316560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200" dirty="0"/>
          </a:p>
        </p:txBody>
      </p:sp>
      <p:sp>
        <p:nvSpPr>
          <p:cNvPr id="76" name="S05-label476"/>
          <p:cNvSpPr txBox="1"/>
          <p:nvPr/>
        </p:nvSpPr>
        <p:spPr>
          <a:xfrm>
            <a:off x="2041211" y="263756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200" dirty="0"/>
          </a:p>
        </p:txBody>
      </p:sp>
      <p:sp>
        <p:nvSpPr>
          <p:cNvPr id="77" name="S05-label477"/>
          <p:cNvSpPr txBox="1"/>
          <p:nvPr/>
        </p:nvSpPr>
        <p:spPr>
          <a:xfrm>
            <a:off x="2427761" y="225101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200" dirty="0"/>
          </a:p>
        </p:txBody>
      </p:sp>
      <p:sp>
        <p:nvSpPr>
          <p:cNvPr id="78" name="S05-label478"/>
          <p:cNvSpPr txBox="1"/>
          <p:nvPr/>
        </p:nvSpPr>
        <p:spPr>
          <a:xfrm>
            <a:off x="2955798" y="21095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200" dirty="0"/>
          </a:p>
        </p:txBody>
      </p:sp>
      <p:sp>
        <p:nvSpPr>
          <p:cNvPr id="79" name="S05-line479"/>
          <p:cNvSpPr/>
          <p:nvPr/>
        </p:nvSpPr>
        <p:spPr>
          <a:xfrm flipH="1" flipV="1">
            <a:off x="2648386" y="3261542"/>
            <a:ext cx="581732" cy="86940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80" name="S05-line480"/>
          <p:cNvSpPr/>
          <p:nvPr/>
        </p:nvSpPr>
        <p:spPr>
          <a:xfrm>
            <a:off x="3230118" y="3348482"/>
            <a:ext cx="836857" cy="177880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81" name="S05-pin481"/>
          <p:cNvSpPr/>
          <p:nvPr/>
        </p:nvSpPr>
        <p:spPr>
          <a:xfrm>
            <a:off x="3175254" y="3293618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2" name="S05-card482"/>
          <p:cNvSpPr/>
          <p:nvPr/>
        </p:nvSpPr>
        <p:spPr>
          <a:xfrm>
            <a:off x="6277356" y="2365502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3" name="S05-cardtext483"/>
          <p:cNvSpPr txBox="1"/>
          <p:nvPr/>
        </p:nvSpPr>
        <p:spPr>
          <a:xfrm>
            <a:off x="6551676" y="2502662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 3에서 2칸 더</a:t>
            </a:r>
            <a:endParaRPr lang="ko-KR" sz="3200" dirty="0"/>
          </a:p>
        </p:txBody>
      </p:sp>
      <p:sp>
        <p:nvSpPr>
          <p:cNvPr id="84" name="S05-card484"/>
          <p:cNvSpPr/>
          <p:nvPr/>
        </p:nvSpPr>
        <p:spPr>
          <a:xfrm>
            <a:off x="6277356" y="3462782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5" name="S05-cardtext485"/>
          <p:cNvSpPr txBox="1"/>
          <p:nvPr/>
        </p:nvSpPr>
        <p:spPr>
          <a:xfrm>
            <a:off x="6551676" y="3599942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15분 + 2분 = 17분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시 몇 분일까요?</a:t>
            </a:r>
            <a:endParaRPr lang="ko-KR" sz="4400" dirty="0"/>
          </a:p>
        </p:txBody>
      </p:sp>
      <p:sp>
        <p:nvSpPr>
          <p:cNvPr id="3" name="S06-card48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48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짧은바늘은 지나온 숫자, 긴바늘은 5씩 세요.</a:t>
            </a:r>
            <a:endParaRPr lang="ko-KR" sz="3200" dirty="0"/>
          </a:p>
        </p:txBody>
      </p:sp>
      <p:sp>
        <p:nvSpPr>
          <p:cNvPr id="5" name="S06-figure488" descr="시계: 6시 20분"/>
          <p:cNvSpPr/>
          <p:nvPr/>
        </p:nvSpPr>
        <p:spPr>
          <a:xfrm>
            <a:off x="736092" y="1409319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6" name="S06-line489"/>
          <p:cNvSpPr/>
          <p:nvPr/>
        </p:nvSpPr>
        <p:spPr>
          <a:xfrm>
            <a:off x="2290572" y="1445895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06-line490"/>
          <p:cNvSpPr/>
          <p:nvPr/>
        </p:nvSpPr>
        <p:spPr>
          <a:xfrm flipH="1">
            <a:off x="2441112" y="145421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6-line491"/>
          <p:cNvSpPr/>
          <p:nvPr/>
        </p:nvSpPr>
        <p:spPr>
          <a:xfrm flipH="1">
            <a:off x="2590002" y="147906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6-line492"/>
          <p:cNvSpPr/>
          <p:nvPr/>
        </p:nvSpPr>
        <p:spPr>
          <a:xfrm flipH="1">
            <a:off x="2735612" y="152018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6-line493"/>
          <p:cNvSpPr/>
          <p:nvPr/>
        </p:nvSpPr>
        <p:spPr>
          <a:xfrm flipH="1">
            <a:off x="2876346" y="157712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6-line494"/>
          <p:cNvSpPr/>
          <p:nvPr/>
        </p:nvSpPr>
        <p:spPr>
          <a:xfrm flipH="1">
            <a:off x="2964028" y="164925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" name="S06-line495"/>
          <p:cNvSpPr/>
          <p:nvPr/>
        </p:nvSpPr>
        <p:spPr>
          <a:xfrm flipH="1">
            <a:off x="3137089" y="173578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6-line496"/>
          <p:cNvSpPr/>
          <p:nvPr/>
        </p:nvSpPr>
        <p:spPr>
          <a:xfrm flipH="1">
            <a:off x="3254241" y="183577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6-line497"/>
          <p:cNvSpPr/>
          <p:nvPr/>
        </p:nvSpPr>
        <p:spPr>
          <a:xfrm flipH="1">
            <a:off x="3360834" y="194812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6-line498"/>
          <p:cNvSpPr/>
          <p:nvPr/>
        </p:nvSpPr>
        <p:spPr>
          <a:xfrm flipH="1">
            <a:off x="3455702" y="20715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6-line499"/>
          <p:cNvSpPr/>
          <p:nvPr/>
        </p:nvSpPr>
        <p:spPr>
          <a:xfrm flipH="1">
            <a:off x="3457031" y="220484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" name="S06-line500"/>
          <p:cNvSpPr/>
          <p:nvPr/>
        </p:nvSpPr>
        <p:spPr>
          <a:xfrm flipH="1">
            <a:off x="3606242" y="234641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6-line501"/>
          <p:cNvSpPr/>
          <p:nvPr/>
        </p:nvSpPr>
        <p:spPr>
          <a:xfrm flipH="1">
            <a:off x="3660265" y="249474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6-line502"/>
          <p:cNvSpPr/>
          <p:nvPr/>
        </p:nvSpPr>
        <p:spPr>
          <a:xfrm flipH="1">
            <a:off x="3699281" y="264820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6-line503"/>
          <p:cNvSpPr/>
          <p:nvPr/>
        </p:nvSpPr>
        <p:spPr>
          <a:xfrm flipH="1">
            <a:off x="3722863" y="280513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6-line504"/>
          <p:cNvSpPr/>
          <p:nvPr/>
        </p:nvSpPr>
        <p:spPr>
          <a:xfrm flipH="1">
            <a:off x="3637483" y="296379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2" name="S06-line505"/>
          <p:cNvSpPr/>
          <p:nvPr/>
        </p:nvSpPr>
        <p:spPr>
          <a:xfrm flipH="1" flipV="1">
            <a:off x="3722863" y="311433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6-line506"/>
          <p:cNvSpPr/>
          <p:nvPr/>
        </p:nvSpPr>
        <p:spPr>
          <a:xfrm flipH="1" flipV="1">
            <a:off x="3699281" y="326322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6-line507"/>
          <p:cNvSpPr/>
          <p:nvPr/>
        </p:nvSpPr>
        <p:spPr>
          <a:xfrm flipH="1" flipV="1">
            <a:off x="3660265" y="340883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6-line508"/>
          <p:cNvSpPr/>
          <p:nvPr/>
        </p:nvSpPr>
        <p:spPr>
          <a:xfrm flipH="1" flipV="1">
            <a:off x="3606242" y="35495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6-line509"/>
          <p:cNvSpPr/>
          <p:nvPr/>
        </p:nvSpPr>
        <p:spPr>
          <a:xfrm flipH="1" flipV="1">
            <a:off x="3457031" y="363725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7" name="S06-line510"/>
          <p:cNvSpPr/>
          <p:nvPr/>
        </p:nvSpPr>
        <p:spPr>
          <a:xfrm flipH="1" flipV="1">
            <a:off x="3455702" y="381031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6-line511"/>
          <p:cNvSpPr/>
          <p:nvPr/>
        </p:nvSpPr>
        <p:spPr>
          <a:xfrm flipH="1" flipV="1">
            <a:off x="3360834" y="392746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6-line512"/>
          <p:cNvSpPr/>
          <p:nvPr/>
        </p:nvSpPr>
        <p:spPr>
          <a:xfrm flipH="1" flipV="1">
            <a:off x="3254241" y="40340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6-line513"/>
          <p:cNvSpPr/>
          <p:nvPr/>
        </p:nvSpPr>
        <p:spPr>
          <a:xfrm flipH="1" flipV="1">
            <a:off x="3137089" y="41289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6-line514"/>
          <p:cNvSpPr/>
          <p:nvPr/>
        </p:nvSpPr>
        <p:spPr>
          <a:xfrm flipH="1" flipV="1">
            <a:off x="2964028" y="413025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2" name="S06-line515"/>
          <p:cNvSpPr/>
          <p:nvPr/>
        </p:nvSpPr>
        <p:spPr>
          <a:xfrm flipH="1" flipV="1">
            <a:off x="2876346" y="427946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6-line516"/>
          <p:cNvSpPr/>
          <p:nvPr/>
        </p:nvSpPr>
        <p:spPr>
          <a:xfrm flipH="1" flipV="1">
            <a:off x="2735612" y="433349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6-line517"/>
          <p:cNvSpPr/>
          <p:nvPr/>
        </p:nvSpPr>
        <p:spPr>
          <a:xfrm flipH="1" flipV="1">
            <a:off x="2590002" y="437250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6-line518"/>
          <p:cNvSpPr/>
          <p:nvPr/>
        </p:nvSpPr>
        <p:spPr>
          <a:xfrm flipH="1" flipV="1">
            <a:off x="2441112" y="439609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6-line519"/>
          <p:cNvSpPr/>
          <p:nvPr/>
        </p:nvSpPr>
        <p:spPr>
          <a:xfrm flipV="1">
            <a:off x="2290572" y="4310710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7" name="S06-line520"/>
          <p:cNvSpPr/>
          <p:nvPr/>
        </p:nvSpPr>
        <p:spPr>
          <a:xfrm flipV="1">
            <a:off x="2131908" y="439609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6-line521"/>
          <p:cNvSpPr/>
          <p:nvPr/>
        </p:nvSpPr>
        <p:spPr>
          <a:xfrm flipV="1">
            <a:off x="1974982" y="437250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6-line522"/>
          <p:cNvSpPr/>
          <p:nvPr/>
        </p:nvSpPr>
        <p:spPr>
          <a:xfrm flipV="1">
            <a:off x="1821514" y="433349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6-line523"/>
          <p:cNvSpPr/>
          <p:nvPr/>
        </p:nvSpPr>
        <p:spPr>
          <a:xfrm flipV="1">
            <a:off x="1673185" y="427946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6-line524"/>
          <p:cNvSpPr/>
          <p:nvPr/>
        </p:nvSpPr>
        <p:spPr>
          <a:xfrm flipV="1">
            <a:off x="1531620" y="413025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2" name="S06-line525"/>
          <p:cNvSpPr/>
          <p:nvPr/>
        </p:nvSpPr>
        <p:spPr>
          <a:xfrm flipV="1">
            <a:off x="1398370" y="41289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6-line526"/>
          <p:cNvSpPr/>
          <p:nvPr/>
        </p:nvSpPr>
        <p:spPr>
          <a:xfrm flipV="1">
            <a:off x="1274896" y="40340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6-line527"/>
          <p:cNvSpPr/>
          <p:nvPr/>
        </p:nvSpPr>
        <p:spPr>
          <a:xfrm flipV="1">
            <a:off x="1162549" y="392746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6-line528"/>
          <p:cNvSpPr/>
          <p:nvPr/>
        </p:nvSpPr>
        <p:spPr>
          <a:xfrm flipV="1">
            <a:off x="1062562" y="381031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6-line529"/>
          <p:cNvSpPr/>
          <p:nvPr/>
        </p:nvSpPr>
        <p:spPr>
          <a:xfrm flipV="1">
            <a:off x="976029" y="363725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7" name="S06-line530"/>
          <p:cNvSpPr/>
          <p:nvPr/>
        </p:nvSpPr>
        <p:spPr>
          <a:xfrm flipV="1">
            <a:off x="903898" y="35495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6-line531"/>
          <p:cNvSpPr/>
          <p:nvPr/>
        </p:nvSpPr>
        <p:spPr>
          <a:xfrm flipV="1">
            <a:off x="846960" y="340883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6-line532"/>
          <p:cNvSpPr/>
          <p:nvPr/>
        </p:nvSpPr>
        <p:spPr>
          <a:xfrm flipV="1">
            <a:off x="805838" y="326322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6-line533"/>
          <p:cNvSpPr/>
          <p:nvPr/>
        </p:nvSpPr>
        <p:spPr>
          <a:xfrm flipV="1">
            <a:off x="780983" y="311433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6-line534"/>
          <p:cNvSpPr/>
          <p:nvPr/>
        </p:nvSpPr>
        <p:spPr>
          <a:xfrm>
            <a:off x="772668" y="296379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2" name="S06-line535"/>
          <p:cNvSpPr/>
          <p:nvPr/>
        </p:nvSpPr>
        <p:spPr>
          <a:xfrm>
            <a:off x="780983" y="280513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6-line536"/>
          <p:cNvSpPr/>
          <p:nvPr/>
        </p:nvSpPr>
        <p:spPr>
          <a:xfrm>
            <a:off x="805838" y="264820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6-line537"/>
          <p:cNvSpPr/>
          <p:nvPr/>
        </p:nvSpPr>
        <p:spPr>
          <a:xfrm>
            <a:off x="846960" y="249474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6-line538"/>
          <p:cNvSpPr/>
          <p:nvPr/>
        </p:nvSpPr>
        <p:spPr>
          <a:xfrm>
            <a:off x="903898" y="234641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6-line539"/>
          <p:cNvSpPr/>
          <p:nvPr/>
        </p:nvSpPr>
        <p:spPr>
          <a:xfrm>
            <a:off x="976029" y="220484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7" name="S06-line540"/>
          <p:cNvSpPr/>
          <p:nvPr/>
        </p:nvSpPr>
        <p:spPr>
          <a:xfrm>
            <a:off x="1062562" y="20715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6-line541"/>
          <p:cNvSpPr/>
          <p:nvPr/>
        </p:nvSpPr>
        <p:spPr>
          <a:xfrm>
            <a:off x="1162549" y="194812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6-line542"/>
          <p:cNvSpPr/>
          <p:nvPr/>
        </p:nvSpPr>
        <p:spPr>
          <a:xfrm>
            <a:off x="1274896" y="183577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6-line543"/>
          <p:cNvSpPr/>
          <p:nvPr/>
        </p:nvSpPr>
        <p:spPr>
          <a:xfrm>
            <a:off x="1398370" y="173578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6-line544"/>
          <p:cNvSpPr/>
          <p:nvPr/>
        </p:nvSpPr>
        <p:spPr>
          <a:xfrm>
            <a:off x="1531620" y="164925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2" name="S06-line545"/>
          <p:cNvSpPr/>
          <p:nvPr/>
        </p:nvSpPr>
        <p:spPr>
          <a:xfrm>
            <a:off x="1673185" y="157712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6-line546"/>
          <p:cNvSpPr/>
          <p:nvPr/>
        </p:nvSpPr>
        <p:spPr>
          <a:xfrm>
            <a:off x="1821514" y="152018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6-line547"/>
          <p:cNvSpPr/>
          <p:nvPr/>
        </p:nvSpPr>
        <p:spPr>
          <a:xfrm>
            <a:off x="1974982" y="147906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6-line548"/>
          <p:cNvSpPr/>
          <p:nvPr/>
        </p:nvSpPr>
        <p:spPr>
          <a:xfrm>
            <a:off x="2131908" y="145421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6-label549"/>
          <p:cNvSpPr txBox="1"/>
          <p:nvPr/>
        </p:nvSpPr>
        <p:spPr>
          <a:xfrm>
            <a:off x="2630272" y="171740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67" name="S06-label550"/>
          <p:cNvSpPr txBox="1"/>
          <p:nvPr/>
        </p:nvSpPr>
        <p:spPr>
          <a:xfrm>
            <a:off x="3079765" y="216689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68" name="S06-label551"/>
          <p:cNvSpPr txBox="1"/>
          <p:nvPr/>
        </p:nvSpPr>
        <p:spPr>
          <a:xfrm>
            <a:off x="3244291" y="27809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69" name="S06-label552"/>
          <p:cNvSpPr txBox="1"/>
          <p:nvPr/>
        </p:nvSpPr>
        <p:spPr>
          <a:xfrm>
            <a:off x="3079765" y="33949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70" name="S06-label553"/>
          <p:cNvSpPr txBox="1"/>
          <p:nvPr/>
        </p:nvSpPr>
        <p:spPr>
          <a:xfrm>
            <a:off x="2630272" y="38444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71" name="S06-label554"/>
          <p:cNvSpPr txBox="1"/>
          <p:nvPr/>
        </p:nvSpPr>
        <p:spPr>
          <a:xfrm>
            <a:off x="2016252" y="400895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72" name="S06-label555"/>
          <p:cNvSpPr txBox="1"/>
          <p:nvPr/>
        </p:nvSpPr>
        <p:spPr>
          <a:xfrm>
            <a:off x="1402232" y="38444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73" name="S06-label556"/>
          <p:cNvSpPr txBox="1"/>
          <p:nvPr/>
        </p:nvSpPr>
        <p:spPr>
          <a:xfrm>
            <a:off x="952739" y="33949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74" name="S06-label557"/>
          <p:cNvSpPr txBox="1"/>
          <p:nvPr/>
        </p:nvSpPr>
        <p:spPr>
          <a:xfrm>
            <a:off x="788213" y="27809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75" name="S06-label558"/>
          <p:cNvSpPr txBox="1"/>
          <p:nvPr/>
        </p:nvSpPr>
        <p:spPr>
          <a:xfrm>
            <a:off x="952739" y="216689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76" name="S06-label559"/>
          <p:cNvSpPr txBox="1"/>
          <p:nvPr/>
        </p:nvSpPr>
        <p:spPr>
          <a:xfrm>
            <a:off x="1402232" y="171740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77" name="S06-label560"/>
          <p:cNvSpPr txBox="1"/>
          <p:nvPr/>
        </p:nvSpPr>
        <p:spPr>
          <a:xfrm>
            <a:off x="2016252" y="155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78" name="S06-line561"/>
          <p:cNvSpPr/>
          <p:nvPr/>
        </p:nvSpPr>
        <p:spPr>
          <a:xfrm flipH="1">
            <a:off x="2171802" y="2963799"/>
            <a:ext cx="118770" cy="673580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79" name="S06-line562"/>
          <p:cNvSpPr/>
          <p:nvPr/>
        </p:nvSpPr>
        <p:spPr>
          <a:xfrm>
            <a:off x="2290572" y="2963799"/>
            <a:ext cx="861580" cy="497434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80" name="S06-pin563"/>
          <p:cNvSpPr/>
          <p:nvPr/>
        </p:nvSpPr>
        <p:spPr>
          <a:xfrm>
            <a:off x="2235708" y="2908935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1" name="S06-label564"/>
          <p:cNvSpPr txBox="1"/>
          <p:nvPr/>
        </p:nvSpPr>
        <p:spPr>
          <a:xfrm>
            <a:off x="548640" y="467487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82" name="S06-figure565" descr="시계: 11시 45분"/>
          <p:cNvSpPr/>
          <p:nvPr/>
        </p:nvSpPr>
        <p:spPr>
          <a:xfrm>
            <a:off x="4539996" y="1409319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83" name="S06-line566"/>
          <p:cNvSpPr/>
          <p:nvPr/>
        </p:nvSpPr>
        <p:spPr>
          <a:xfrm>
            <a:off x="6094476" y="1445895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4" name="S06-line567"/>
          <p:cNvSpPr/>
          <p:nvPr/>
        </p:nvSpPr>
        <p:spPr>
          <a:xfrm flipH="1">
            <a:off x="6245016" y="145421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06-line568"/>
          <p:cNvSpPr/>
          <p:nvPr/>
        </p:nvSpPr>
        <p:spPr>
          <a:xfrm flipH="1">
            <a:off x="6393906" y="147906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06-line569"/>
          <p:cNvSpPr/>
          <p:nvPr/>
        </p:nvSpPr>
        <p:spPr>
          <a:xfrm flipH="1">
            <a:off x="6539516" y="152018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06-line570"/>
          <p:cNvSpPr/>
          <p:nvPr/>
        </p:nvSpPr>
        <p:spPr>
          <a:xfrm flipH="1">
            <a:off x="6680250" y="157712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06-line571"/>
          <p:cNvSpPr/>
          <p:nvPr/>
        </p:nvSpPr>
        <p:spPr>
          <a:xfrm flipH="1">
            <a:off x="6767932" y="164925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9" name="S06-line572"/>
          <p:cNvSpPr/>
          <p:nvPr/>
        </p:nvSpPr>
        <p:spPr>
          <a:xfrm flipH="1">
            <a:off x="6940993" y="173578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06-line573"/>
          <p:cNvSpPr/>
          <p:nvPr/>
        </p:nvSpPr>
        <p:spPr>
          <a:xfrm flipH="1">
            <a:off x="7058145" y="183577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06-line574"/>
          <p:cNvSpPr/>
          <p:nvPr/>
        </p:nvSpPr>
        <p:spPr>
          <a:xfrm flipH="1">
            <a:off x="7164738" y="194812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06-line575"/>
          <p:cNvSpPr/>
          <p:nvPr/>
        </p:nvSpPr>
        <p:spPr>
          <a:xfrm flipH="1">
            <a:off x="7259606" y="20715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06-line576"/>
          <p:cNvSpPr/>
          <p:nvPr/>
        </p:nvSpPr>
        <p:spPr>
          <a:xfrm flipH="1">
            <a:off x="7260935" y="220484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4" name="S06-line577"/>
          <p:cNvSpPr/>
          <p:nvPr/>
        </p:nvSpPr>
        <p:spPr>
          <a:xfrm flipH="1">
            <a:off x="7410146" y="234641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06-line578"/>
          <p:cNvSpPr/>
          <p:nvPr/>
        </p:nvSpPr>
        <p:spPr>
          <a:xfrm flipH="1">
            <a:off x="7464169" y="249474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06-line579"/>
          <p:cNvSpPr/>
          <p:nvPr/>
        </p:nvSpPr>
        <p:spPr>
          <a:xfrm flipH="1">
            <a:off x="7503185" y="264820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06-line580"/>
          <p:cNvSpPr/>
          <p:nvPr/>
        </p:nvSpPr>
        <p:spPr>
          <a:xfrm flipH="1">
            <a:off x="7526767" y="280513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06-line581"/>
          <p:cNvSpPr/>
          <p:nvPr/>
        </p:nvSpPr>
        <p:spPr>
          <a:xfrm flipH="1">
            <a:off x="7441387" y="296379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9" name="S06-line582"/>
          <p:cNvSpPr/>
          <p:nvPr/>
        </p:nvSpPr>
        <p:spPr>
          <a:xfrm flipH="1" flipV="1">
            <a:off x="7526767" y="311433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06-line583"/>
          <p:cNvSpPr/>
          <p:nvPr/>
        </p:nvSpPr>
        <p:spPr>
          <a:xfrm flipH="1" flipV="1">
            <a:off x="7503185" y="326322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06-line584"/>
          <p:cNvSpPr/>
          <p:nvPr/>
        </p:nvSpPr>
        <p:spPr>
          <a:xfrm flipH="1" flipV="1">
            <a:off x="7464169" y="340883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06-line585"/>
          <p:cNvSpPr/>
          <p:nvPr/>
        </p:nvSpPr>
        <p:spPr>
          <a:xfrm flipH="1" flipV="1">
            <a:off x="7410146" y="35495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06-line586"/>
          <p:cNvSpPr/>
          <p:nvPr/>
        </p:nvSpPr>
        <p:spPr>
          <a:xfrm flipH="1" flipV="1">
            <a:off x="7260935" y="363725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4" name="S06-line587"/>
          <p:cNvSpPr/>
          <p:nvPr/>
        </p:nvSpPr>
        <p:spPr>
          <a:xfrm flipH="1" flipV="1">
            <a:off x="7259606" y="381031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06-line588"/>
          <p:cNvSpPr/>
          <p:nvPr/>
        </p:nvSpPr>
        <p:spPr>
          <a:xfrm flipH="1" flipV="1">
            <a:off x="7164738" y="392746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6" name="S06-line589"/>
          <p:cNvSpPr/>
          <p:nvPr/>
        </p:nvSpPr>
        <p:spPr>
          <a:xfrm flipH="1" flipV="1">
            <a:off x="7058145" y="40340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06-line590"/>
          <p:cNvSpPr/>
          <p:nvPr/>
        </p:nvSpPr>
        <p:spPr>
          <a:xfrm flipH="1" flipV="1">
            <a:off x="6940993" y="41289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06-line591"/>
          <p:cNvSpPr/>
          <p:nvPr/>
        </p:nvSpPr>
        <p:spPr>
          <a:xfrm flipH="1" flipV="1">
            <a:off x="6767932" y="413025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9" name="S06-line592"/>
          <p:cNvSpPr/>
          <p:nvPr/>
        </p:nvSpPr>
        <p:spPr>
          <a:xfrm flipH="1" flipV="1">
            <a:off x="6680250" y="427946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06-line593"/>
          <p:cNvSpPr/>
          <p:nvPr/>
        </p:nvSpPr>
        <p:spPr>
          <a:xfrm flipH="1" flipV="1">
            <a:off x="6539516" y="433349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1" name="S06-line594"/>
          <p:cNvSpPr/>
          <p:nvPr/>
        </p:nvSpPr>
        <p:spPr>
          <a:xfrm flipH="1" flipV="1">
            <a:off x="6393906" y="437250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06-line595"/>
          <p:cNvSpPr/>
          <p:nvPr/>
        </p:nvSpPr>
        <p:spPr>
          <a:xfrm flipH="1" flipV="1">
            <a:off x="6245016" y="439609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06-line596"/>
          <p:cNvSpPr/>
          <p:nvPr/>
        </p:nvSpPr>
        <p:spPr>
          <a:xfrm flipV="1">
            <a:off x="6094476" y="4310710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4" name="S06-line597"/>
          <p:cNvSpPr/>
          <p:nvPr/>
        </p:nvSpPr>
        <p:spPr>
          <a:xfrm flipV="1">
            <a:off x="5935812" y="439609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06-line598"/>
          <p:cNvSpPr/>
          <p:nvPr/>
        </p:nvSpPr>
        <p:spPr>
          <a:xfrm flipV="1">
            <a:off x="5778886" y="437250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6" name="S06-line599"/>
          <p:cNvSpPr/>
          <p:nvPr/>
        </p:nvSpPr>
        <p:spPr>
          <a:xfrm flipV="1">
            <a:off x="5625418" y="433349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06-line600"/>
          <p:cNvSpPr/>
          <p:nvPr/>
        </p:nvSpPr>
        <p:spPr>
          <a:xfrm flipV="1">
            <a:off x="5477089" y="427946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06-line601"/>
          <p:cNvSpPr/>
          <p:nvPr/>
        </p:nvSpPr>
        <p:spPr>
          <a:xfrm flipV="1">
            <a:off x="5335524" y="413025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9" name="S06-line602"/>
          <p:cNvSpPr/>
          <p:nvPr/>
        </p:nvSpPr>
        <p:spPr>
          <a:xfrm flipV="1">
            <a:off x="5202274" y="41289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06-line603"/>
          <p:cNvSpPr/>
          <p:nvPr/>
        </p:nvSpPr>
        <p:spPr>
          <a:xfrm flipV="1">
            <a:off x="5078800" y="40340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1" name="S06-line604"/>
          <p:cNvSpPr/>
          <p:nvPr/>
        </p:nvSpPr>
        <p:spPr>
          <a:xfrm flipV="1">
            <a:off x="4966453" y="392746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06-line605"/>
          <p:cNvSpPr/>
          <p:nvPr/>
        </p:nvSpPr>
        <p:spPr>
          <a:xfrm flipV="1">
            <a:off x="4866466" y="381031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3" name="S06-line606"/>
          <p:cNvSpPr/>
          <p:nvPr/>
        </p:nvSpPr>
        <p:spPr>
          <a:xfrm flipV="1">
            <a:off x="4779933" y="363725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4" name="S06-line607"/>
          <p:cNvSpPr/>
          <p:nvPr/>
        </p:nvSpPr>
        <p:spPr>
          <a:xfrm flipV="1">
            <a:off x="4707802" y="35495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5" name="S06-line608"/>
          <p:cNvSpPr/>
          <p:nvPr/>
        </p:nvSpPr>
        <p:spPr>
          <a:xfrm flipV="1">
            <a:off x="4650864" y="340883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6" name="S06-line609"/>
          <p:cNvSpPr/>
          <p:nvPr/>
        </p:nvSpPr>
        <p:spPr>
          <a:xfrm flipV="1">
            <a:off x="4609742" y="326322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06-line610"/>
          <p:cNvSpPr/>
          <p:nvPr/>
        </p:nvSpPr>
        <p:spPr>
          <a:xfrm flipV="1">
            <a:off x="4584887" y="311433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8" name="S06-line611"/>
          <p:cNvSpPr/>
          <p:nvPr/>
        </p:nvSpPr>
        <p:spPr>
          <a:xfrm>
            <a:off x="4576572" y="296379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9" name="S06-line612"/>
          <p:cNvSpPr/>
          <p:nvPr/>
        </p:nvSpPr>
        <p:spPr>
          <a:xfrm>
            <a:off x="4584887" y="280513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0" name="S06-line613"/>
          <p:cNvSpPr/>
          <p:nvPr/>
        </p:nvSpPr>
        <p:spPr>
          <a:xfrm>
            <a:off x="4609742" y="264820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1" name="S06-line614"/>
          <p:cNvSpPr/>
          <p:nvPr/>
        </p:nvSpPr>
        <p:spPr>
          <a:xfrm>
            <a:off x="4650864" y="249474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06-line615"/>
          <p:cNvSpPr/>
          <p:nvPr/>
        </p:nvSpPr>
        <p:spPr>
          <a:xfrm>
            <a:off x="4707802" y="234641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3" name="S06-line616"/>
          <p:cNvSpPr/>
          <p:nvPr/>
        </p:nvSpPr>
        <p:spPr>
          <a:xfrm>
            <a:off x="4779933" y="220484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4" name="S06-line617"/>
          <p:cNvSpPr/>
          <p:nvPr/>
        </p:nvSpPr>
        <p:spPr>
          <a:xfrm>
            <a:off x="4866466" y="20715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5" name="S06-line618"/>
          <p:cNvSpPr/>
          <p:nvPr/>
        </p:nvSpPr>
        <p:spPr>
          <a:xfrm>
            <a:off x="4966453" y="194812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6" name="S06-line619"/>
          <p:cNvSpPr/>
          <p:nvPr/>
        </p:nvSpPr>
        <p:spPr>
          <a:xfrm>
            <a:off x="5078800" y="183577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06-line620"/>
          <p:cNvSpPr/>
          <p:nvPr/>
        </p:nvSpPr>
        <p:spPr>
          <a:xfrm>
            <a:off x="5202274" y="173578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8" name="S06-line621"/>
          <p:cNvSpPr/>
          <p:nvPr/>
        </p:nvSpPr>
        <p:spPr>
          <a:xfrm>
            <a:off x="5335524" y="164925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9" name="S06-line622"/>
          <p:cNvSpPr/>
          <p:nvPr/>
        </p:nvSpPr>
        <p:spPr>
          <a:xfrm>
            <a:off x="5477089" y="157712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0" name="S06-line623"/>
          <p:cNvSpPr/>
          <p:nvPr/>
        </p:nvSpPr>
        <p:spPr>
          <a:xfrm>
            <a:off x="5625418" y="152018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1" name="S06-line624"/>
          <p:cNvSpPr/>
          <p:nvPr/>
        </p:nvSpPr>
        <p:spPr>
          <a:xfrm>
            <a:off x="5778886" y="147906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06-line625"/>
          <p:cNvSpPr/>
          <p:nvPr/>
        </p:nvSpPr>
        <p:spPr>
          <a:xfrm>
            <a:off x="5935812" y="145421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3" name="S06-label626"/>
          <p:cNvSpPr txBox="1"/>
          <p:nvPr/>
        </p:nvSpPr>
        <p:spPr>
          <a:xfrm>
            <a:off x="6434176" y="171740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144" name="S06-label627"/>
          <p:cNvSpPr txBox="1"/>
          <p:nvPr/>
        </p:nvSpPr>
        <p:spPr>
          <a:xfrm>
            <a:off x="6883669" y="216689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145" name="S06-label628"/>
          <p:cNvSpPr txBox="1"/>
          <p:nvPr/>
        </p:nvSpPr>
        <p:spPr>
          <a:xfrm>
            <a:off x="7048195" y="27809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46" name="S06-label629"/>
          <p:cNvSpPr txBox="1"/>
          <p:nvPr/>
        </p:nvSpPr>
        <p:spPr>
          <a:xfrm>
            <a:off x="6883669" y="33949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147" name="S06-label630"/>
          <p:cNvSpPr txBox="1"/>
          <p:nvPr/>
        </p:nvSpPr>
        <p:spPr>
          <a:xfrm>
            <a:off x="6434176" y="38444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148" name="S06-label631"/>
          <p:cNvSpPr txBox="1"/>
          <p:nvPr/>
        </p:nvSpPr>
        <p:spPr>
          <a:xfrm>
            <a:off x="5820156" y="400895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149" name="S06-label632"/>
          <p:cNvSpPr txBox="1"/>
          <p:nvPr/>
        </p:nvSpPr>
        <p:spPr>
          <a:xfrm>
            <a:off x="5206136" y="38444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150" name="S06-label633"/>
          <p:cNvSpPr txBox="1"/>
          <p:nvPr/>
        </p:nvSpPr>
        <p:spPr>
          <a:xfrm>
            <a:off x="4756643" y="33949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151" name="S06-label634"/>
          <p:cNvSpPr txBox="1"/>
          <p:nvPr/>
        </p:nvSpPr>
        <p:spPr>
          <a:xfrm>
            <a:off x="4592117" y="27809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152" name="S06-label635"/>
          <p:cNvSpPr txBox="1"/>
          <p:nvPr/>
        </p:nvSpPr>
        <p:spPr>
          <a:xfrm>
            <a:off x="4756643" y="216689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153" name="S06-label636"/>
          <p:cNvSpPr txBox="1"/>
          <p:nvPr/>
        </p:nvSpPr>
        <p:spPr>
          <a:xfrm>
            <a:off x="5206136" y="171740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154" name="S06-label637"/>
          <p:cNvSpPr txBox="1"/>
          <p:nvPr/>
        </p:nvSpPr>
        <p:spPr>
          <a:xfrm>
            <a:off x="5820156" y="155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155" name="S06-line638"/>
          <p:cNvSpPr/>
          <p:nvPr/>
        </p:nvSpPr>
        <p:spPr>
          <a:xfrm flipH="1" flipV="1">
            <a:off x="6005200" y="2285679"/>
            <a:ext cx="89276" cy="678120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156" name="S06-line639"/>
          <p:cNvSpPr/>
          <p:nvPr/>
        </p:nvSpPr>
        <p:spPr>
          <a:xfrm flipH="1">
            <a:off x="5099609" y="2963799"/>
            <a:ext cx="994867" cy="0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157" name="S06-pin640"/>
          <p:cNvSpPr/>
          <p:nvPr/>
        </p:nvSpPr>
        <p:spPr>
          <a:xfrm>
            <a:off x="6039612" y="2908935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8" name="S06-label641"/>
          <p:cNvSpPr txBox="1"/>
          <p:nvPr/>
        </p:nvSpPr>
        <p:spPr>
          <a:xfrm>
            <a:off x="4352544" y="467487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159" name="S06-figure642" descr="시계: 2시 8분"/>
          <p:cNvSpPr/>
          <p:nvPr/>
        </p:nvSpPr>
        <p:spPr>
          <a:xfrm>
            <a:off x="8343900" y="1409319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160" name="S06-line643"/>
          <p:cNvSpPr/>
          <p:nvPr/>
        </p:nvSpPr>
        <p:spPr>
          <a:xfrm>
            <a:off x="9898380" y="1445895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1" name="S06-line644"/>
          <p:cNvSpPr/>
          <p:nvPr/>
        </p:nvSpPr>
        <p:spPr>
          <a:xfrm flipH="1">
            <a:off x="10048920" y="145421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2" name="S06-line645"/>
          <p:cNvSpPr/>
          <p:nvPr/>
        </p:nvSpPr>
        <p:spPr>
          <a:xfrm flipH="1">
            <a:off x="10197810" y="147906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3" name="S06-line646"/>
          <p:cNvSpPr/>
          <p:nvPr/>
        </p:nvSpPr>
        <p:spPr>
          <a:xfrm flipH="1">
            <a:off x="10343420" y="152018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4" name="S06-line647"/>
          <p:cNvSpPr/>
          <p:nvPr/>
        </p:nvSpPr>
        <p:spPr>
          <a:xfrm flipH="1">
            <a:off x="10484154" y="157712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5" name="S06-line648"/>
          <p:cNvSpPr/>
          <p:nvPr/>
        </p:nvSpPr>
        <p:spPr>
          <a:xfrm flipH="1">
            <a:off x="10571836" y="164925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6" name="S06-line649"/>
          <p:cNvSpPr/>
          <p:nvPr/>
        </p:nvSpPr>
        <p:spPr>
          <a:xfrm flipH="1">
            <a:off x="10744897" y="173578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7" name="S06-line650"/>
          <p:cNvSpPr/>
          <p:nvPr/>
        </p:nvSpPr>
        <p:spPr>
          <a:xfrm flipH="1">
            <a:off x="10862049" y="183577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8" name="S06-line651"/>
          <p:cNvSpPr/>
          <p:nvPr/>
        </p:nvSpPr>
        <p:spPr>
          <a:xfrm flipH="1">
            <a:off x="10968642" y="194812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9" name="S06-line652"/>
          <p:cNvSpPr/>
          <p:nvPr/>
        </p:nvSpPr>
        <p:spPr>
          <a:xfrm flipH="1">
            <a:off x="11063510" y="20715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0" name="S06-line653"/>
          <p:cNvSpPr/>
          <p:nvPr/>
        </p:nvSpPr>
        <p:spPr>
          <a:xfrm flipH="1">
            <a:off x="11064839" y="220484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1" name="S06-line654"/>
          <p:cNvSpPr/>
          <p:nvPr/>
        </p:nvSpPr>
        <p:spPr>
          <a:xfrm flipH="1">
            <a:off x="11214050" y="234641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2" name="S06-line655"/>
          <p:cNvSpPr/>
          <p:nvPr/>
        </p:nvSpPr>
        <p:spPr>
          <a:xfrm flipH="1">
            <a:off x="11268073" y="249474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3" name="S06-line656"/>
          <p:cNvSpPr/>
          <p:nvPr/>
        </p:nvSpPr>
        <p:spPr>
          <a:xfrm flipH="1">
            <a:off x="11307089" y="264820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4" name="S06-line657"/>
          <p:cNvSpPr/>
          <p:nvPr/>
        </p:nvSpPr>
        <p:spPr>
          <a:xfrm flipH="1">
            <a:off x="11330671" y="280513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5" name="S06-line658"/>
          <p:cNvSpPr/>
          <p:nvPr/>
        </p:nvSpPr>
        <p:spPr>
          <a:xfrm flipH="1">
            <a:off x="11245291" y="296379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6" name="S06-line659"/>
          <p:cNvSpPr/>
          <p:nvPr/>
        </p:nvSpPr>
        <p:spPr>
          <a:xfrm flipH="1" flipV="1">
            <a:off x="11330671" y="311433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7" name="S06-line660"/>
          <p:cNvSpPr/>
          <p:nvPr/>
        </p:nvSpPr>
        <p:spPr>
          <a:xfrm flipH="1" flipV="1">
            <a:off x="11307089" y="326322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8" name="S06-line661"/>
          <p:cNvSpPr/>
          <p:nvPr/>
        </p:nvSpPr>
        <p:spPr>
          <a:xfrm flipH="1" flipV="1">
            <a:off x="11268073" y="340883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9" name="S06-line662"/>
          <p:cNvSpPr/>
          <p:nvPr/>
        </p:nvSpPr>
        <p:spPr>
          <a:xfrm flipH="1" flipV="1">
            <a:off x="11214050" y="35495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0" name="S06-line663"/>
          <p:cNvSpPr/>
          <p:nvPr/>
        </p:nvSpPr>
        <p:spPr>
          <a:xfrm flipH="1" flipV="1">
            <a:off x="11064839" y="363725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1" name="S06-line664"/>
          <p:cNvSpPr/>
          <p:nvPr/>
        </p:nvSpPr>
        <p:spPr>
          <a:xfrm flipH="1" flipV="1">
            <a:off x="11063510" y="381031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2" name="S06-line665"/>
          <p:cNvSpPr/>
          <p:nvPr/>
        </p:nvSpPr>
        <p:spPr>
          <a:xfrm flipH="1" flipV="1">
            <a:off x="10968642" y="392746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3" name="S06-line666"/>
          <p:cNvSpPr/>
          <p:nvPr/>
        </p:nvSpPr>
        <p:spPr>
          <a:xfrm flipH="1" flipV="1">
            <a:off x="10862049" y="40340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4" name="S06-line667"/>
          <p:cNvSpPr/>
          <p:nvPr/>
        </p:nvSpPr>
        <p:spPr>
          <a:xfrm flipH="1" flipV="1">
            <a:off x="10744897" y="41289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5" name="S06-line668"/>
          <p:cNvSpPr/>
          <p:nvPr/>
        </p:nvSpPr>
        <p:spPr>
          <a:xfrm flipH="1" flipV="1">
            <a:off x="10571836" y="413025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6" name="S06-line669"/>
          <p:cNvSpPr/>
          <p:nvPr/>
        </p:nvSpPr>
        <p:spPr>
          <a:xfrm flipH="1" flipV="1">
            <a:off x="10484154" y="427946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7" name="S06-line670"/>
          <p:cNvSpPr/>
          <p:nvPr/>
        </p:nvSpPr>
        <p:spPr>
          <a:xfrm flipH="1" flipV="1">
            <a:off x="10343420" y="433349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8" name="S06-line671"/>
          <p:cNvSpPr/>
          <p:nvPr/>
        </p:nvSpPr>
        <p:spPr>
          <a:xfrm flipH="1" flipV="1">
            <a:off x="10197810" y="437250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9" name="S06-line672"/>
          <p:cNvSpPr/>
          <p:nvPr/>
        </p:nvSpPr>
        <p:spPr>
          <a:xfrm flipH="1" flipV="1">
            <a:off x="10048920" y="439609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0" name="S06-line673"/>
          <p:cNvSpPr/>
          <p:nvPr/>
        </p:nvSpPr>
        <p:spPr>
          <a:xfrm flipV="1">
            <a:off x="9898380" y="4310710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1" name="S06-line674"/>
          <p:cNvSpPr/>
          <p:nvPr/>
        </p:nvSpPr>
        <p:spPr>
          <a:xfrm flipV="1">
            <a:off x="9739716" y="439609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2" name="S06-line675"/>
          <p:cNvSpPr/>
          <p:nvPr/>
        </p:nvSpPr>
        <p:spPr>
          <a:xfrm flipV="1">
            <a:off x="9582790" y="437250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3" name="S06-line676"/>
          <p:cNvSpPr/>
          <p:nvPr/>
        </p:nvSpPr>
        <p:spPr>
          <a:xfrm flipV="1">
            <a:off x="9429322" y="433349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4" name="S06-line677"/>
          <p:cNvSpPr/>
          <p:nvPr/>
        </p:nvSpPr>
        <p:spPr>
          <a:xfrm flipV="1">
            <a:off x="9280993" y="427946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5" name="S06-line678"/>
          <p:cNvSpPr/>
          <p:nvPr/>
        </p:nvSpPr>
        <p:spPr>
          <a:xfrm flipV="1">
            <a:off x="9139428" y="413025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6" name="S06-line679"/>
          <p:cNvSpPr/>
          <p:nvPr/>
        </p:nvSpPr>
        <p:spPr>
          <a:xfrm flipV="1">
            <a:off x="9006178" y="41289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7" name="S06-line680"/>
          <p:cNvSpPr/>
          <p:nvPr/>
        </p:nvSpPr>
        <p:spPr>
          <a:xfrm flipV="1">
            <a:off x="8882704" y="40340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8" name="S06-line681"/>
          <p:cNvSpPr/>
          <p:nvPr/>
        </p:nvSpPr>
        <p:spPr>
          <a:xfrm flipV="1">
            <a:off x="8770357" y="392746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9" name="S06-line682"/>
          <p:cNvSpPr/>
          <p:nvPr/>
        </p:nvSpPr>
        <p:spPr>
          <a:xfrm flipV="1">
            <a:off x="8670370" y="381031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0" name="S06-line683"/>
          <p:cNvSpPr/>
          <p:nvPr/>
        </p:nvSpPr>
        <p:spPr>
          <a:xfrm flipV="1">
            <a:off x="8583837" y="363725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1" name="S06-line684"/>
          <p:cNvSpPr/>
          <p:nvPr/>
        </p:nvSpPr>
        <p:spPr>
          <a:xfrm flipV="1">
            <a:off x="8511706" y="35495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2" name="S06-line685"/>
          <p:cNvSpPr/>
          <p:nvPr/>
        </p:nvSpPr>
        <p:spPr>
          <a:xfrm flipV="1">
            <a:off x="8454768" y="340883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3" name="S06-line686"/>
          <p:cNvSpPr/>
          <p:nvPr/>
        </p:nvSpPr>
        <p:spPr>
          <a:xfrm flipV="1">
            <a:off x="8413646" y="326322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4" name="S06-line687"/>
          <p:cNvSpPr/>
          <p:nvPr/>
        </p:nvSpPr>
        <p:spPr>
          <a:xfrm flipV="1">
            <a:off x="8388791" y="311433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5" name="S06-line688"/>
          <p:cNvSpPr/>
          <p:nvPr/>
        </p:nvSpPr>
        <p:spPr>
          <a:xfrm>
            <a:off x="8380476" y="296379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6" name="S06-line689"/>
          <p:cNvSpPr/>
          <p:nvPr/>
        </p:nvSpPr>
        <p:spPr>
          <a:xfrm>
            <a:off x="8388791" y="280513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7" name="S06-line690"/>
          <p:cNvSpPr/>
          <p:nvPr/>
        </p:nvSpPr>
        <p:spPr>
          <a:xfrm>
            <a:off x="8413646" y="264820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8" name="S06-line691"/>
          <p:cNvSpPr/>
          <p:nvPr/>
        </p:nvSpPr>
        <p:spPr>
          <a:xfrm>
            <a:off x="8454768" y="249474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9" name="S06-line692"/>
          <p:cNvSpPr/>
          <p:nvPr/>
        </p:nvSpPr>
        <p:spPr>
          <a:xfrm>
            <a:off x="8511706" y="234641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0" name="S06-line693"/>
          <p:cNvSpPr/>
          <p:nvPr/>
        </p:nvSpPr>
        <p:spPr>
          <a:xfrm>
            <a:off x="8583837" y="220484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1" name="S06-line694"/>
          <p:cNvSpPr/>
          <p:nvPr/>
        </p:nvSpPr>
        <p:spPr>
          <a:xfrm>
            <a:off x="8670370" y="20715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2" name="S06-line695"/>
          <p:cNvSpPr/>
          <p:nvPr/>
        </p:nvSpPr>
        <p:spPr>
          <a:xfrm>
            <a:off x="8770357" y="194812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3" name="S06-line696"/>
          <p:cNvSpPr/>
          <p:nvPr/>
        </p:nvSpPr>
        <p:spPr>
          <a:xfrm>
            <a:off x="8882704" y="183577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4" name="S06-line697"/>
          <p:cNvSpPr/>
          <p:nvPr/>
        </p:nvSpPr>
        <p:spPr>
          <a:xfrm>
            <a:off x="9006178" y="173578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5" name="S06-line698"/>
          <p:cNvSpPr/>
          <p:nvPr/>
        </p:nvSpPr>
        <p:spPr>
          <a:xfrm>
            <a:off x="9139428" y="164925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6" name="S06-line699"/>
          <p:cNvSpPr/>
          <p:nvPr/>
        </p:nvSpPr>
        <p:spPr>
          <a:xfrm>
            <a:off x="9280993" y="157712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7" name="S06-line700"/>
          <p:cNvSpPr/>
          <p:nvPr/>
        </p:nvSpPr>
        <p:spPr>
          <a:xfrm>
            <a:off x="9429322" y="152018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8" name="S06-line701"/>
          <p:cNvSpPr/>
          <p:nvPr/>
        </p:nvSpPr>
        <p:spPr>
          <a:xfrm>
            <a:off x="9582790" y="147906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9" name="S06-line702"/>
          <p:cNvSpPr/>
          <p:nvPr/>
        </p:nvSpPr>
        <p:spPr>
          <a:xfrm>
            <a:off x="9739716" y="145421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0" name="S06-label703"/>
          <p:cNvSpPr txBox="1"/>
          <p:nvPr/>
        </p:nvSpPr>
        <p:spPr>
          <a:xfrm>
            <a:off x="10238080" y="171740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221" name="S06-label704"/>
          <p:cNvSpPr txBox="1"/>
          <p:nvPr/>
        </p:nvSpPr>
        <p:spPr>
          <a:xfrm>
            <a:off x="10687573" y="216689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222" name="S06-label705"/>
          <p:cNvSpPr txBox="1"/>
          <p:nvPr/>
        </p:nvSpPr>
        <p:spPr>
          <a:xfrm>
            <a:off x="10852099" y="27809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223" name="S06-label706"/>
          <p:cNvSpPr txBox="1"/>
          <p:nvPr/>
        </p:nvSpPr>
        <p:spPr>
          <a:xfrm>
            <a:off x="10687573" y="33949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224" name="S06-label707"/>
          <p:cNvSpPr txBox="1"/>
          <p:nvPr/>
        </p:nvSpPr>
        <p:spPr>
          <a:xfrm>
            <a:off x="10238080" y="38444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225" name="S06-label708"/>
          <p:cNvSpPr txBox="1"/>
          <p:nvPr/>
        </p:nvSpPr>
        <p:spPr>
          <a:xfrm>
            <a:off x="9624060" y="400895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226" name="S06-label709"/>
          <p:cNvSpPr txBox="1"/>
          <p:nvPr/>
        </p:nvSpPr>
        <p:spPr>
          <a:xfrm>
            <a:off x="9010040" y="38444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227" name="S06-label710"/>
          <p:cNvSpPr txBox="1"/>
          <p:nvPr/>
        </p:nvSpPr>
        <p:spPr>
          <a:xfrm>
            <a:off x="8560547" y="33949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228" name="S06-label711"/>
          <p:cNvSpPr txBox="1"/>
          <p:nvPr/>
        </p:nvSpPr>
        <p:spPr>
          <a:xfrm>
            <a:off x="8396021" y="27809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229" name="S06-label712"/>
          <p:cNvSpPr txBox="1"/>
          <p:nvPr/>
        </p:nvSpPr>
        <p:spPr>
          <a:xfrm>
            <a:off x="8560547" y="216689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230" name="S06-label713"/>
          <p:cNvSpPr txBox="1"/>
          <p:nvPr/>
        </p:nvSpPr>
        <p:spPr>
          <a:xfrm>
            <a:off x="9010040" y="171740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231" name="S06-label714"/>
          <p:cNvSpPr txBox="1"/>
          <p:nvPr/>
        </p:nvSpPr>
        <p:spPr>
          <a:xfrm>
            <a:off x="9624060" y="155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232" name="S06-line715"/>
          <p:cNvSpPr/>
          <p:nvPr/>
        </p:nvSpPr>
        <p:spPr>
          <a:xfrm flipV="1">
            <a:off x="9898380" y="2663966"/>
            <a:ext cx="614749" cy="299833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233" name="S06-line716"/>
          <p:cNvSpPr/>
          <p:nvPr/>
        </p:nvSpPr>
        <p:spPr>
          <a:xfrm flipV="1">
            <a:off x="9898380" y="2298103"/>
            <a:ext cx="739330" cy="665696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234" name="S06-pin717"/>
          <p:cNvSpPr/>
          <p:nvPr/>
        </p:nvSpPr>
        <p:spPr>
          <a:xfrm>
            <a:off x="9843516" y="2908935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5" name="S06-label718"/>
          <p:cNvSpPr txBox="1"/>
          <p:nvPr/>
        </p:nvSpPr>
        <p:spPr>
          <a:xfrm>
            <a:off x="8156448" y="467487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400" dirty="0"/>
          </a:p>
        </p:txBody>
      </p:sp>
      <p:sp>
        <p:nvSpPr>
          <p:cNvPr id="3" name="S07-card7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7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시계예요. 누가 맞았을까요? 왜 그럴까요?</a:t>
            </a:r>
            <a:endParaRPr lang="ko-KR" sz="3200" dirty="0"/>
          </a:p>
        </p:txBody>
      </p:sp>
      <p:sp>
        <p:nvSpPr>
          <p:cNvPr id="5" name="S07-chip721"/>
          <p:cNvSpPr txBox="1"/>
          <p:nvPr/>
        </p:nvSpPr>
        <p:spPr>
          <a:xfrm>
            <a:off x="548640" y="132588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8시 50분</a:t>
            </a:r>
            <a:endParaRPr lang="ko-KR" sz="2600" dirty="0"/>
          </a:p>
        </p:txBody>
      </p:sp>
      <p:sp>
        <p:nvSpPr>
          <p:cNvPr id="6" name="S07-figure722" descr="시계: 7시 50분"/>
          <p:cNvSpPr/>
          <p:nvPr/>
        </p:nvSpPr>
        <p:spPr>
          <a:xfrm>
            <a:off x="1945640" y="2057400"/>
            <a:ext cx="2568956" cy="256895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7" name="S07-line723"/>
          <p:cNvSpPr/>
          <p:nvPr/>
        </p:nvSpPr>
        <p:spPr>
          <a:xfrm>
            <a:off x="3230118" y="2093976"/>
            <a:ext cx="0" cy="1412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" name="S07-line724"/>
          <p:cNvSpPr/>
          <p:nvPr/>
        </p:nvSpPr>
        <p:spPr>
          <a:xfrm flipH="1">
            <a:off x="3353846" y="2100812"/>
            <a:ext cx="6713" cy="638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7-line725"/>
          <p:cNvSpPr/>
          <p:nvPr/>
        </p:nvSpPr>
        <p:spPr>
          <a:xfrm flipH="1">
            <a:off x="3476219" y="2121246"/>
            <a:ext cx="13353" cy="628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7-line726"/>
          <p:cNvSpPr/>
          <p:nvPr/>
        </p:nvSpPr>
        <p:spPr>
          <a:xfrm flipH="1">
            <a:off x="3595895" y="2155053"/>
            <a:ext cx="19846" cy="6108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7-line727"/>
          <p:cNvSpPr/>
          <p:nvPr/>
        </p:nvSpPr>
        <p:spPr>
          <a:xfrm flipH="1">
            <a:off x="3711563" y="2201863"/>
            <a:ext cx="26122" cy="586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7-line728"/>
          <p:cNvSpPr/>
          <p:nvPr/>
        </p:nvSpPr>
        <p:spPr>
          <a:xfrm flipH="1">
            <a:off x="3783423" y="2261163"/>
            <a:ext cx="70646" cy="12236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" name="S07-line729"/>
          <p:cNvSpPr/>
          <p:nvPr/>
        </p:nvSpPr>
        <p:spPr>
          <a:xfrm flipH="1">
            <a:off x="3925867" y="2332304"/>
            <a:ext cx="37750" cy="519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7-line730"/>
          <p:cNvSpPr/>
          <p:nvPr/>
        </p:nvSpPr>
        <p:spPr>
          <a:xfrm flipH="1">
            <a:off x="4022153" y="2414506"/>
            <a:ext cx="42974" cy="4772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7-line731"/>
          <p:cNvSpPr/>
          <p:nvPr/>
        </p:nvSpPr>
        <p:spPr>
          <a:xfrm flipH="1">
            <a:off x="4109762" y="2506869"/>
            <a:ext cx="47728" cy="429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7-line732"/>
          <p:cNvSpPr/>
          <p:nvPr/>
        </p:nvSpPr>
        <p:spPr>
          <a:xfrm flipH="1">
            <a:off x="4187734" y="2608380"/>
            <a:ext cx="51958" cy="377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7-line733"/>
          <p:cNvSpPr/>
          <p:nvPr/>
        </p:nvSpPr>
        <p:spPr>
          <a:xfrm flipH="1">
            <a:off x="4188470" y="2717927"/>
            <a:ext cx="122363" cy="7064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" name="S07-line734"/>
          <p:cNvSpPr/>
          <p:nvPr/>
        </p:nvSpPr>
        <p:spPr>
          <a:xfrm flipH="1">
            <a:off x="4311462" y="2834311"/>
            <a:ext cx="58671" cy="2612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7-line735"/>
          <p:cNvSpPr/>
          <p:nvPr/>
        </p:nvSpPr>
        <p:spPr>
          <a:xfrm flipH="1">
            <a:off x="4355863" y="2956255"/>
            <a:ext cx="61081" cy="1984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7-line736"/>
          <p:cNvSpPr/>
          <p:nvPr/>
        </p:nvSpPr>
        <p:spPr>
          <a:xfrm flipH="1">
            <a:off x="4387930" y="3082425"/>
            <a:ext cx="62820" cy="133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7-line737"/>
          <p:cNvSpPr/>
          <p:nvPr/>
        </p:nvSpPr>
        <p:spPr>
          <a:xfrm flipH="1">
            <a:off x="4407312" y="3211437"/>
            <a:ext cx="63872" cy="67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7-line738"/>
          <p:cNvSpPr/>
          <p:nvPr/>
        </p:nvSpPr>
        <p:spPr>
          <a:xfrm flipH="1">
            <a:off x="4336727" y="3341878"/>
            <a:ext cx="1412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3" name="S07-line739"/>
          <p:cNvSpPr/>
          <p:nvPr/>
        </p:nvSpPr>
        <p:spPr>
          <a:xfrm flipH="1" flipV="1">
            <a:off x="4407312" y="3465606"/>
            <a:ext cx="63872" cy="67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7-line740"/>
          <p:cNvSpPr/>
          <p:nvPr/>
        </p:nvSpPr>
        <p:spPr>
          <a:xfrm flipH="1" flipV="1">
            <a:off x="4387930" y="3587979"/>
            <a:ext cx="62820" cy="133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7-line741"/>
          <p:cNvSpPr/>
          <p:nvPr/>
        </p:nvSpPr>
        <p:spPr>
          <a:xfrm flipH="1" flipV="1">
            <a:off x="4355863" y="3707655"/>
            <a:ext cx="61081" cy="1984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7-line742"/>
          <p:cNvSpPr/>
          <p:nvPr/>
        </p:nvSpPr>
        <p:spPr>
          <a:xfrm flipH="1" flipV="1">
            <a:off x="4311462" y="3823323"/>
            <a:ext cx="58671" cy="2612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7-line743"/>
          <p:cNvSpPr/>
          <p:nvPr/>
        </p:nvSpPr>
        <p:spPr>
          <a:xfrm flipH="1" flipV="1">
            <a:off x="4188470" y="3895183"/>
            <a:ext cx="122363" cy="7064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8" name="S07-line744"/>
          <p:cNvSpPr/>
          <p:nvPr/>
        </p:nvSpPr>
        <p:spPr>
          <a:xfrm flipH="1" flipV="1">
            <a:off x="4187734" y="4037627"/>
            <a:ext cx="51958" cy="377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7-line745"/>
          <p:cNvSpPr/>
          <p:nvPr/>
        </p:nvSpPr>
        <p:spPr>
          <a:xfrm flipH="1" flipV="1">
            <a:off x="4109762" y="4133913"/>
            <a:ext cx="47728" cy="429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7-line746"/>
          <p:cNvSpPr/>
          <p:nvPr/>
        </p:nvSpPr>
        <p:spPr>
          <a:xfrm flipH="1" flipV="1">
            <a:off x="4022153" y="4221522"/>
            <a:ext cx="42974" cy="4772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7-line747"/>
          <p:cNvSpPr/>
          <p:nvPr/>
        </p:nvSpPr>
        <p:spPr>
          <a:xfrm flipH="1" flipV="1">
            <a:off x="3925867" y="4299494"/>
            <a:ext cx="37750" cy="519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7-line748"/>
          <p:cNvSpPr/>
          <p:nvPr/>
        </p:nvSpPr>
        <p:spPr>
          <a:xfrm flipH="1" flipV="1">
            <a:off x="3783423" y="4300230"/>
            <a:ext cx="70646" cy="12236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3" name="S07-line749"/>
          <p:cNvSpPr/>
          <p:nvPr/>
        </p:nvSpPr>
        <p:spPr>
          <a:xfrm flipH="1" flipV="1">
            <a:off x="3711563" y="4423222"/>
            <a:ext cx="26122" cy="586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7-line750"/>
          <p:cNvSpPr/>
          <p:nvPr/>
        </p:nvSpPr>
        <p:spPr>
          <a:xfrm flipH="1" flipV="1">
            <a:off x="3595895" y="4467623"/>
            <a:ext cx="19846" cy="6108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7-line751"/>
          <p:cNvSpPr/>
          <p:nvPr/>
        </p:nvSpPr>
        <p:spPr>
          <a:xfrm flipH="1" flipV="1">
            <a:off x="3476219" y="4499690"/>
            <a:ext cx="13353" cy="628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7-line752"/>
          <p:cNvSpPr/>
          <p:nvPr/>
        </p:nvSpPr>
        <p:spPr>
          <a:xfrm flipH="1" flipV="1">
            <a:off x="3353846" y="4519072"/>
            <a:ext cx="6713" cy="638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7-line753"/>
          <p:cNvSpPr/>
          <p:nvPr/>
        </p:nvSpPr>
        <p:spPr>
          <a:xfrm flipV="1">
            <a:off x="3230118" y="4448487"/>
            <a:ext cx="0" cy="1412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8" name="S07-line754"/>
          <p:cNvSpPr/>
          <p:nvPr/>
        </p:nvSpPr>
        <p:spPr>
          <a:xfrm flipV="1">
            <a:off x="3099677" y="4519072"/>
            <a:ext cx="6713" cy="638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7-line755"/>
          <p:cNvSpPr/>
          <p:nvPr/>
        </p:nvSpPr>
        <p:spPr>
          <a:xfrm flipV="1">
            <a:off x="2970665" y="4499690"/>
            <a:ext cx="13353" cy="628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7-line756"/>
          <p:cNvSpPr/>
          <p:nvPr/>
        </p:nvSpPr>
        <p:spPr>
          <a:xfrm flipV="1">
            <a:off x="2844495" y="4467623"/>
            <a:ext cx="19846" cy="6108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7-line757"/>
          <p:cNvSpPr/>
          <p:nvPr/>
        </p:nvSpPr>
        <p:spPr>
          <a:xfrm flipV="1">
            <a:off x="2722551" y="4423222"/>
            <a:ext cx="26122" cy="586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7-line758"/>
          <p:cNvSpPr/>
          <p:nvPr/>
        </p:nvSpPr>
        <p:spPr>
          <a:xfrm flipV="1">
            <a:off x="2606167" y="4300230"/>
            <a:ext cx="70646" cy="12236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3" name="S07-line759"/>
          <p:cNvSpPr/>
          <p:nvPr/>
        </p:nvSpPr>
        <p:spPr>
          <a:xfrm flipV="1">
            <a:off x="2496620" y="4299494"/>
            <a:ext cx="37750" cy="519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7-line760"/>
          <p:cNvSpPr/>
          <p:nvPr/>
        </p:nvSpPr>
        <p:spPr>
          <a:xfrm flipV="1">
            <a:off x="2395109" y="4221522"/>
            <a:ext cx="42974" cy="4772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7-line761"/>
          <p:cNvSpPr/>
          <p:nvPr/>
        </p:nvSpPr>
        <p:spPr>
          <a:xfrm flipV="1">
            <a:off x="2302746" y="4133913"/>
            <a:ext cx="47728" cy="429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7-line762"/>
          <p:cNvSpPr/>
          <p:nvPr/>
        </p:nvSpPr>
        <p:spPr>
          <a:xfrm flipV="1">
            <a:off x="2220544" y="4037627"/>
            <a:ext cx="51958" cy="377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7-line763"/>
          <p:cNvSpPr/>
          <p:nvPr/>
        </p:nvSpPr>
        <p:spPr>
          <a:xfrm flipV="1">
            <a:off x="2149403" y="3895183"/>
            <a:ext cx="122363" cy="7064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8" name="S07-line764"/>
          <p:cNvSpPr/>
          <p:nvPr/>
        </p:nvSpPr>
        <p:spPr>
          <a:xfrm flipV="1">
            <a:off x="2090103" y="3823323"/>
            <a:ext cx="58671" cy="2612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7-line765"/>
          <p:cNvSpPr/>
          <p:nvPr/>
        </p:nvSpPr>
        <p:spPr>
          <a:xfrm flipV="1">
            <a:off x="2043293" y="3707655"/>
            <a:ext cx="61081" cy="1984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7-line766"/>
          <p:cNvSpPr/>
          <p:nvPr/>
        </p:nvSpPr>
        <p:spPr>
          <a:xfrm flipV="1">
            <a:off x="2009486" y="3587979"/>
            <a:ext cx="62820" cy="133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7-line767"/>
          <p:cNvSpPr/>
          <p:nvPr/>
        </p:nvSpPr>
        <p:spPr>
          <a:xfrm flipV="1">
            <a:off x="1989052" y="3465606"/>
            <a:ext cx="63872" cy="67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7-line768"/>
          <p:cNvSpPr/>
          <p:nvPr/>
        </p:nvSpPr>
        <p:spPr>
          <a:xfrm>
            <a:off x="1982216" y="3341878"/>
            <a:ext cx="1412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3" name="S07-line769"/>
          <p:cNvSpPr/>
          <p:nvPr/>
        </p:nvSpPr>
        <p:spPr>
          <a:xfrm>
            <a:off x="1989052" y="3211437"/>
            <a:ext cx="63872" cy="67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7-line770"/>
          <p:cNvSpPr/>
          <p:nvPr/>
        </p:nvSpPr>
        <p:spPr>
          <a:xfrm>
            <a:off x="2009486" y="3082425"/>
            <a:ext cx="62820" cy="133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7-line771"/>
          <p:cNvSpPr/>
          <p:nvPr/>
        </p:nvSpPr>
        <p:spPr>
          <a:xfrm>
            <a:off x="2043293" y="2956255"/>
            <a:ext cx="61081" cy="1984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7-line772"/>
          <p:cNvSpPr/>
          <p:nvPr/>
        </p:nvSpPr>
        <p:spPr>
          <a:xfrm>
            <a:off x="2090103" y="2834311"/>
            <a:ext cx="58671" cy="2612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7-line773"/>
          <p:cNvSpPr/>
          <p:nvPr/>
        </p:nvSpPr>
        <p:spPr>
          <a:xfrm>
            <a:off x="2149403" y="2717927"/>
            <a:ext cx="122363" cy="7064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8" name="S07-line774"/>
          <p:cNvSpPr/>
          <p:nvPr/>
        </p:nvSpPr>
        <p:spPr>
          <a:xfrm>
            <a:off x="2220544" y="2608380"/>
            <a:ext cx="51958" cy="377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7-line775"/>
          <p:cNvSpPr/>
          <p:nvPr/>
        </p:nvSpPr>
        <p:spPr>
          <a:xfrm>
            <a:off x="2302746" y="2506869"/>
            <a:ext cx="47728" cy="429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7-line776"/>
          <p:cNvSpPr/>
          <p:nvPr/>
        </p:nvSpPr>
        <p:spPr>
          <a:xfrm>
            <a:off x="2395109" y="2414506"/>
            <a:ext cx="42974" cy="4772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7-line777"/>
          <p:cNvSpPr/>
          <p:nvPr/>
        </p:nvSpPr>
        <p:spPr>
          <a:xfrm>
            <a:off x="2496620" y="2332304"/>
            <a:ext cx="37750" cy="519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7-line778"/>
          <p:cNvSpPr/>
          <p:nvPr/>
        </p:nvSpPr>
        <p:spPr>
          <a:xfrm>
            <a:off x="2606167" y="2261163"/>
            <a:ext cx="70646" cy="12236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3" name="S07-line779"/>
          <p:cNvSpPr/>
          <p:nvPr/>
        </p:nvSpPr>
        <p:spPr>
          <a:xfrm>
            <a:off x="2722551" y="2201863"/>
            <a:ext cx="26122" cy="586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7-line780"/>
          <p:cNvSpPr/>
          <p:nvPr/>
        </p:nvSpPr>
        <p:spPr>
          <a:xfrm>
            <a:off x="2844495" y="2155053"/>
            <a:ext cx="19846" cy="6108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7-line781"/>
          <p:cNvSpPr/>
          <p:nvPr/>
        </p:nvSpPr>
        <p:spPr>
          <a:xfrm>
            <a:off x="2970665" y="2121246"/>
            <a:ext cx="13353" cy="628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7-line782"/>
          <p:cNvSpPr/>
          <p:nvPr/>
        </p:nvSpPr>
        <p:spPr>
          <a:xfrm>
            <a:off x="3099677" y="2100812"/>
            <a:ext cx="6713" cy="638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07-label783"/>
          <p:cNvSpPr txBox="1"/>
          <p:nvPr/>
        </p:nvSpPr>
        <p:spPr>
          <a:xfrm>
            <a:off x="3463167" y="228020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100" dirty="0"/>
          </a:p>
        </p:txBody>
      </p:sp>
      <p:sp>
        <p:nvSpPr>
          <p:cNvPr id="68" name="S07-label784"/>
          <p:cNvSpPr txBox="1"/>
          <p:nvPr/>
        </p:nvSpPr>
        <p:spPr>
          <a:xfrm>
            <a:off x="3834587" y="265162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100" dirty="0"/>
          </a:p>
        </p:txBody>
      </p:sp>
      <p:sp>
        <p:nvSpPr>
          <p:cNvPr id="69" name="S07-label785"/>
          <p:cNvSpPr txBox="1"/>
          <p:nvPr/>
        </p:nvSpPr>
        <p:spPr>
          <a:xfrm>
            <a:off x="3970536" y="315899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100" dirty="0"/>
          </a:p>
        </p:txBody>
      </p:sp>
      <p:sp>
        <p:nvSpPr>
          <p:cNvPr id="70" name="S07-label786"/>
          <p:cNvSpPr txBox="1"/>
          <p:nvPr/>
        </p:nvSpPr>
        <p:spPr>
          <a:xfrm>
            <a:off x="3834587" y="366636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100" dirty="0"/>
          </a:p>
        </p:txBody>
      </p:sp>
      <p:sp>
        <p:nvSpPr>
          <p:cNvPr id="71" name="S07-label787"/>
          <p:cNvSpPr txBox="1"/>
          <p:nvPr/>
        </p:nvSpPr>
        <p:spPr>
          <a:xfrm>
            <a:off x="3463167" y="403778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100" dirty="0"/>
          </a:p>
        </p:txBody>
      </p:sp>
      <p:sp>
        <p:nvSpPr>
          <p:cNvPr id="72" name="S07-label788"/>
          <p:cNvSpPr txBox="1"/>
          <p:nvPr/>
        </p:nvSpPr>
        <p:spPr>
          <a:xfrm>
            <a:off x="2955798" y="417373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100" dirty="0"/>
          </a:p>
        </p:txBody>
      </p:sp>
      <p:sp>
        <p:nvSpPr>
          <p:cNvPr id="73" name="S07-label789"/>
          <p:cNvSpPr txBox="1"/>
          <p:nvPr/>
        </p:nvSpPr>
        <p:spPr>
          <a:xfrm>
            <a:off x="2448429" y="403778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100" dirty="0"/>
          </a:p>
        </p:txBody>
      </p:sp>
      <p:sp>
        <p:nvSpPr>
          <p:cNvPr id="74" name="S07-label790"/>
          <p:cNvSpPr txBox="1"/>
          <p:nvPr/>
        </p:nvSpPr>
        <p:spPr>
          <a:xfrm>
            <a:off x="2077009" y="366636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100" dirty="0"/>
          </a:p>
        </p:txBody>
      </p:sp>
      <p:sp>
        <p:nvSpPr>
          <p:cNvPr id="75" name="S07-label791"/>
          <p:cNvSpPr txBox="1"/>
          <p:nvPr/>
        </p:nvSpPr>
        <p:spPr>
          <a:xfrm>
            <a:off x="1941060" y="315899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100" dirty="0"/>
          </a:p>
        </p:txBody>
      </p:sp>
      <p:sp>
        <p:nvSpPr>
          <p:cNvPr id="76" name="S07-label792"/>
          <p:cNvSpPr txBox="1"/>
          <p:nvPr/>
        </p:nvSpPr>
        <p:spPr>
          <a:xfrm>
            <a:off x="2077009" y="265162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100" dirty="0"/>
          </a:p>
        </p:txBody>
      </p:sp>
      <p:sp>
        <p:nvSpPr>
          <p:cNvPr id="77" name="S07-label793"/>
          <p:cNvSpPr txBox="1"/>
          <p:nvPr/>
        </p:nvSpPr>
        <p:spPr>
          <a:xfrm>
            <a:off x="2448429" y="228020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100" dirty="0"/>
          </a:p>
        </p:txBody>
      </p:sp>
      <p:sp>
        <p:nvSpPr>
          <p:cNvPr id="78" name="S07-label794"/>
          <p:cNvSpPr txBox="1"/>
          <p:nvPr/>
        </p:nvSpPr>
        <p:spPr>
          <a:xfrm>
            <a:off x="2955798" y="21442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100" dirty="0"/>
          </a:p>
        </p:txBody>
      </p:sp>
      <p:sp>
        <p:nvSpPr>
          <p:cNvPr id="79" name="S07-line795"/>
          <p:cNvSpPr/>
          <p:nvPr/>
        </p:nvSpPr>
        <p:spPr>
          <a:xfrm flipH="1">
            <a:off x="2767158" y="3341878"/>
            <a:ext cx="462960" cy="324168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80" name="S07-line796"/>
          <p:cNvSpPr/>
          <p:nvPr/>
        </p:nvSpPr>
        <p:spPr>
          <a:xfrm flipH="1" flipV="1">
            <a:off x="2518188" y="2930845"/>
            <a:ext cx="711930" cy="411033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81" name="S07-pin797"/>
          <p:cNvSpPr/>
          <p:nvPr/>
        </p:nvSpPr>
        <p:spPr>
          <a:xfrm>
            <a:off x="3175254" y="3287014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2" name="S07-text798"/>
          <p:cNvSpPr txBox="1"/>
          <p:nvPr/>
        </p:nvSpPr>
        <p:spPr>
          <a:xfrm>
            <a:off x="548640" y="4626356"/>
            <a:ext cx="5362956" cy="494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짧은바늘이 8에 가까워요.</a:t>
            </a:r>
            <a:endParaRPr lang="ko-KR" sz="2600" dirty="0"/>
          </a:p>
        </p:txBody>
      </p:sp>
      <p:sp>
        <p:nvSpPr>
          <p:cNvPr id="83" name="S07-chip799"/>
          <p:cNvSpPr txBox="1"/>
          <p:nvPr/>
        </p:nvSpPr>
        <p:spPr>
          <a:xfrm>
            <a:off x="6277356" y="132588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7시 50분</a:t>
            </a:r>
            <a:endParaRPr lang="ko-KR" sz="2600" dirty="0"/>
          </a:p>
        </p:txBody>
      </p:sp>
      <p:sp>
        <p:nvSpPr>
          <p:cNvPr id="84" name="S07-figure800" descr="시계: 7시 50분"/>
          <p:cNvSpPr/>
          <p:nvPr/>
        </p:nvSpPr>
        <p:spPr>
          <a:xfrm>
            <a:off x="7674356" y="2057400"/>
            <a:ext cx="2568956" cy="256895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85" name="S07-line801"/>
          <p:cNvSpPr/>
          <p:nvPr/>
        </p:nvSpPr>
        <p:spPr>
          <a:xfrm>
            <a:off x="8958834" y="2093976"/>
            <a:ext cx="0" cy="1412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6" name="S07-line802"/>
          <p:cNvSpPr/>
          <p:nvPr/>
        </p:nvSpPr>
        <p:spPr>
          <a:xfrm flipH="1">
            <a:off x="9082562" y="2100812"/>
            <a:ext cx="6713" cy="638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07-line803"/>
          <p:cNvSpPr/>
          <p:nvPr/>
        </p:nvSpPr>
        <p:spPr>
          <a:xfrm flipH="1">
            <a:off x="9204935" y="2121246"/>
            <a:ext cx="13353" cy="628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07-line804"/>
          <p:cNvSpPr/>
          <p:nvPr/>
        </p:nvSpPr>
        <p:spPr>
          <a:xfrm flipH="1">
            <a:off x="9324611" y="2155053"/>
            <a:ext cx="19846" cy="6108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07-line805"/>
          <p:cNvSpPr/>
          <p:nvPr/>
        </p:nvSpPr>
        <p:spPr>
          <a:xfrm flipH="1">
            <a:off x="9440279" y="2201863"/>
            <a:ext cx="26122" cy="586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07-line806"/>
          <p:cNvSpPr/>
          <p:nvPr/>
        </p:nvSpPr>
        <p:spPr>
          <a:xfrm flipH="1">
            <a:off x="9512139" y="2261163"/>
            <a:ext cx="70646" cy="12236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1" name="S07-line807"/>
          <p:cNvSpPr/>
          <p:nvPr/>
        </p:nvSpPr>
        <p:spPr>
          <a:xfrm flipH="1">
            <a:off x="9654583" y="2332304"/>
            <a:ext cx="37750" cy="519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07-line808"/>
          <p:cNvSpPr/>
          <p:nvPr/>
        </p:nvSpPr>
        <p:spPr>
          <a:xfrm flipH="1">
            <a:off x="9750869" y="2414506"/>
            <a:ext cx="42974" cy="4772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07-line809"/>
          <p:cNvSpPr/>
          <p:nvPr/>
        </p:nvSpPr>
        <p:spPr>
          <a:xfrm flipH="1">
            <a:off x="9838478" y="2506869"/>
            <a:ext cx="47728" cy="429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4" name="S07-line810"/>
          <p:cNvSpPr/>
          <p:nvPr/>
        </p:nvSpPr>
        <p:spPr>
          <a:xfrm flipH="1">
            <a:off x="9916450" y="2608380"/>
            <a:ext cx="51958" cy="377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07-line811"/>
          <p:cNvSpPr/>
          <p:nvPr/>
        </p:nvSpPr>
        <p:spPr>
          <a:xfrm flipH="1">
            <a:off x="9917186" y="2717927"/>
            <a:ext cx="122363" cy="7064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6" name="S07-line812"/>
          <p:cNvSpPr/>
          <p:nvPr/>
        </p:nvSpPr>
        <p:spPr>
          <a:xfrm flipH="1">
            <a:off x="10040178" y="2834311"/>
            <a:ext cx="58671" cy="2612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07-line813"/>
          <p:cNvSpPr/>
          <p:nvPr/>
        </p:nvSpPr>
        <p:spPr>
          <a:xfrm flipH="1">
            <a:off x="10084579" y="2956255"/>
            <a:ext cx="61081" cy="1984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07-line814"/>
          <p:cNvSpPr/>
          <p:nvPr/>
        </p:nvSpPr>
        <p:spPr>
          <a:xfrm flipH="1">
            <a:off x="10116646" y="3082425"/>
            <a:ext cx="62820" cy="133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9" name="S07-line815"/>
          <p:cNvSpPr/>
          <p:nvPr/>
        </p:nvSpPr>
        <p:spPr>
          <a:xfrm flipH="1">
            <a:off x="10136028" y="3211437"/>
            <a:ext cx="63872" cy="67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07-line816"/>
          <p:cNvSpPr/>
          <p:nvPr/>
        </p:nvSpPr>
        <p:spPr>
          <a:xfrm flipH="1">
            <a:off x="10065443" y="3341878"/>
            <a:ext cx="1412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1" name="S07-line817"/>
          <p:cNvSpPr/>
          <p:nvPr/>
        </p:nvSpPr>
        <p:spPr>
          <a:xfrm flipH="1" flipV="1">
            <a:off x="10136028" y="3465606"/>
            <a:ext cx="63872" cy="67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07-line818"/>
          <p:cNvSpPr/>
          <p:nvPr/>
        </p:nvSpPr>
        <p:spPr>
          <a:xfrm flipH="1" flipV="1">
            <a:off x="10116646" y="3587979"/>
            <a:ext cx="62820" cy="133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07-line819"/>
          <p:cNvSpPr/>
          <p:nvPr/>
        </p:nvSpPr>
        <p:spPr>
          <a:xfrm flipH="1" flipV="1">
            <a:off x="10084579" y="3707655"/>
            <a:ext cx="61081" cy="1984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4" name="S07-line820"/>
          <p:cNvSpPr/>
          <p:nvPr/>
        </p:nvSpPr>
        <p:spPr>
          <a:xfrm flipH="1" flipV="1">
            <a:off x="10040178" y="3823323"/>
            <a:ext cx="58671" cy="2612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07-line821"/>
          <p:cNvSpPr/>
          <p:nvPr/>
        </p:nvSpPr>
        <p:spPr>
          <a:xfrm flipH="1" flipV="1">
            <a:off x="9917186" y="3895183"/>
            <a:ext cx="122363" cy="7064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6" name="S07-line822"/>
          <p:cNvSpPr/>
          <p:nvPr/>
        </p:nvSpPr>
        <p:spPr>
          <a:xfrm flipH="1" flipV="1">
            <a:off x="9916450" y="4037627"/>
            <a:ext cx="51958" cy="377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07-line823"/>
          <p:cNvSpPr/>
          <p:nvPr/>
        </p:nvSpPr>
        <p:spPr>
          <a:xfrm flipH="1" flipV="1">
            <a:off x="9838478" y="4133913"/>
            <a:ext cx="47728" cy="429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07-line824"/>
          <p:cNvSpPr/>
          <p:nvPr/>
        </p:nvSpPr>
        <p:spPr>
          <a:xfrm flipH="1" flipV="1">
            <a:off x="9750869" y="4221522"/>
            <a:ext cx="42974" cy="4772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9" name="S07-line825"/>
          <p:cNvSpPr/>
          <p:nvPr/>
        </p:nvSpPr>
        <p:spPr>
          <a:xfrm flipH="1" flipV="1">
            <a:off x="9654583" y="4299494"/>
            <a:ext cx="37750" cy="519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07-line826"/>
          <p:cNvSpPr/>
          <p:nvPr/>
        </p:nvSpPr>
        <p:spPr>
          <a:xfrm flipH="1" flipV="1">
            <a:off x="9512139" y="4300230"/>
            <a:ext cx="70646" cy="12236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1" name="S07-line827"/>
          <p:cNvSpPr/>
          <p:nvPr/>
        </p:nvSpPr>
        <p:spPr>
          <a:xfrm flipH="1" flipV="1">
            <a:off x="9440279" y="4423222"/>
            <a:ext cx="26122" cy="586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07-line828"/>
          <p:cNvSpPr/>
          <p:nvPr/>
        </p:nvSpPr>
        <p:spPr>
          <a:xfrm flipH="1" flipV="1">
            <a:off x="9324611" y="4467623"/>
            <a:ext cx="19846" cy="6108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07-line829"/>
          <p:cNvSpPr/>
          <p:nvPr/>
        </p:nvSpPr>
        <p:spPr>
          <a:xfrm flipH="1" flipV="1">
            <a:off x="9204935" y="4499690"/>
            <a:ext cx="13353" cy="628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4" name="S07-line830"/>
          <p:cNvSpPr/>
          <p:nvPr/>
        </p:nvSpPr>
        <p:spPr>
          <a:xfrm flipH="1" flipV="1">
            <a:off x="9082562" y="4519072"/>
            <a:ext cx="6713" cy="638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07-line831"/>
          <p:cNvSpPr/>
          <p:nvPr/>
        </p:nvSpPr>
        <p:spPr>
          <a:xfrm flipV="1">
            <a:off x="8958834" y="4448487"/>
            <a:ext cx="0" cy="1412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6" name="S07-line832"/>
          <p:cNvSpPr/>
          <p:nvPr/>
        </p:nvSpPr>
        <p:spPr>
          <a:xfrm flipV="1">
            <a:off x="8828393" y="4519072"/>
            <a:ext cx="6713" cy="638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07-line833"/>
          <p:cNvSpPr/>
          <p:nvPr/>
        </p:nvSpPr>
        <p:spPr>
          <a:xfrm flipV="1">
            <a:off x="8699381" y="4499690"/>
            <a:ext cx="13353" cy="628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07-line834"/>
          <p:cNvSpPr/>
          <p:nvPr/>
        </p:nvSpPr>
        <p:spPr>
          <a:xfrm flipV="1">
            <a:off x="8573211" y="4467623"/>
            <a:ext cx="19846" cy="6108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9" name="S07-line835"/>
          <p:cNvSpPr/>
          <p:nvPr/>
        </p:nvSpPr>
        <p:spPr>
          <a:xfrm flipV="1">
            <a:off x="8451267" y="4423222"/>
            <a:ext cx="26122" cy="586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07-line836"/>
          <p:cNvSpPr/>
          <p:nvPr/>
        </p:nvSpPr>
        <p:spPr>
          <a:xfrm flipV="1">
            <a:off x="8334883" y="4300230"/>
            <a:ext cx="70646" cy="12236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1" name="S07-line837"/>
          <p:cNvSpPr/>
          <p:nvPr/>
        </p:nvSpPr>
        <p:spPr>
          <a:xfrm flipV="1">
            <a:off x="8225336" y="4299494"/>
            <a:ext cx="37750" cy="519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07-line838"/>
          <p:cNvSpPr/>
          <p:nvPr/>
        </p:nvSpPr>
        <p:spPr>
          <a:xfrm flipV="1">
            <a:off x="8123825" y="4221522"/>
            <a:ext cx="42974" cy="4772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3" name="S07-line839"/>
          <p:cNvSpPr/>
          <p:nvPr/>
        </p:nvSpPr>
        <p:spPr>
          <a:xfrm flipV="1">
            <a:off x="8031462" y="4133913"/>
            <a:ext cx="47728" cy="429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4" name="S07-line840"/>
          <p:cNvSpPr/>
          <p:nvPr/>
        </p:nvSpPr>
        <p:spPr>
          <a:xfrm flipV="1">
            <a:off x="7949260" y="4037627"/>
            <a:ext cx="51958" cy="377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5" name="S07-line841"/>
          <p:cNvSpPr/>
          <p:nvPr/>
        </p:nvSpPr>
        <p:spPr>
          <a:xfrm flipV="1">
            <a:off x="7878119" y="3895183"/>
            <a:ext cx="122363" cy="7064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6" name="S07-line842"/>
          <p:cNvSpPr/>
          <p:nvPr/>
        </p:nvSpPr>
        <p:spPr>
          <a:xfrm flipV="1">
            <a:off x="7818819" y="3823323"/>
            <a:ext cx="58671" cy="2612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07-line843"/>
          <p:cNvSpPr/>
          <p:nvPr/>
        </p:nvSpPr>
        <p:spPr>
          <a:xfrm flipV="1">
            <a:off x="7772009" y="3707655"/>
            <a:ext cx="61081" cy="1984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8" name="S07-line844"/>
          <p:cNvSpPr/>
          <p:nvPr/>
        </p:nvSpPr>
        <p:spPr>
          <a:xfrm flipV="1">
            <a:off x="7738202" y="3587979"/>
            <a:ext cx="62820" cy="133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9" name="S07-line845"/>
          <p:cNvSpPr/>
          <p:nvPr/>
        </p:nvSpPr>
        <p:spPr>
          <a:xfrm flipV="1">
            <a:off x="7717768" y="3465606"/>
            <a:ext cx="63872" cy="67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0" name="S07-line846"/>
          <p:cNvSpPr/>
          <p:nvPr/>
        </p:nvSpPr>
        <p:spPr>
          <a:xfrm>
            <a:off x="7710932" y="3341878"/>
            <a:ext cx="1412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1" name="S07-line847"/>
          <p:cNvSpPr/>
          <p:nvPr/>
        </p:nvSpPr>
        <p:spPr>
          <a:xfrm>
            <a:off x="7717768" y="3211437"/>
            <a:ext cx="63872" cy="67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07-line848"/>
          <p:cNvSpPr/>
          <p:nvPr/>
        </p:nvSpPr>
        <p:spPr>
          <a:xfrm>
            <a:off x="7738202" y="3082425"/>
            <a:ext cx="62820" cy="133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3" name="S07-line849"/>
          <p:cNvSpPr/>
          <p:nvPr/>
        </p:nvSpPr>
        <p:spPr>
          <a:xfrm>
            <a:off x="7772009" y="2956255"/>
            <a:ext cx="61081" cy="1984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4" name="S07-line850"/>
          <p:cNvSpPr/>
          <p:nvPr/>
        </p:nvSpPr>
        <p:spPr>
          <a:xfrm>
            <a:off x="7818819" y="2834311"/>
            <a:ext cx="58671" cy="2612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5" name="S07-line851"/>
          <p:cNvSpPr/>
          <p:nvPr/>
        </p:nvSpPr>
        <p:spPr>
          <a:xfrm>
            <a:off x="7878119" y="2717927"/>
            <a:ext cx="122363" cy="7064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6" name="S07-line852"/>
          <p:cNvSpPr/>
          <p:nvPr/>
        </p:nvSpPr>
        <p:spPr>
          <a:xfrm>
            <a:off x="7949260" y="2608380"/>
            <a:ext cx="51958" cy="377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07-line853"/>
          <p:cNvSpPr/>
          <p:nvPr/>
        </p:nvSpPr>
        <p:spPr>
          <a:xfrm>
            <a:off x="8031462" y="2506869"/>
            <a:ext cx="47728" cy="429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8" name="S07-line854"/>
          <p:cNvSpPr/>
          <p:nvPr/>
        </p:nvSpPr>
        <p:spPr>
          <a:xfrm>
            <a:off x="8123825" y="2414506"/>
            <a:ext cx="42974" cy="4772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9" name="S07-line855"/>
          <p:cNvSpPr/>
          <p:nvPr/>
        </p:nvSpPr>
        <p:spPr>
          <a:xfrm>
            <a:off x="8225336" y="2332304"/>
            <a:ext cx="37750" cy="519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0" name="S07-line856"/>
          <p:cNvSpPr/>
          <p:nvPr/>
        </p:nvSpPr>
        <p:spPr>
          <a:xfrm>
            <a:off x="8334883" y="2261163"/>
            <a:ext cx="70646" cy="12236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41" name="S07-line857"/>
          <p:cNvSpPr/>
          <p:nvPr/>
        </p:nvSpPr>
        <p:spPr>
          <a:xfrm>
            <a:off x="8451267" y="2201863"/>
            <a:ext cx="26122" cy="586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07-line858"/>
          <p:cNvSpPr/>
          <p:nvPr/>
        </p:nvSpPr>
        <p:spPr>
          <a:xfrm>
            <a:off x="8573211" y="2155053"/>
            <a:ext cx="19846" cy="6108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3" name="S07-line859"/>
          <p:cNvSpPr/>
          <p:nvPr/>
        </p:nvSpPr>
        <p:spPr>
          <a:xfrm>
            <a:off x="8699381" y="2121246"/>
            <a:ext cx="13353" cy="628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4" name="S07-line860"/>
          <p:cNvSpPr/>
          <p:nvPr/>
        </p:nvSpPr>
        <p:spPr>
          <a:xfrm>
            <a:off x="8828393" y="2100812"/>
            <a:ext cx="6713" cy="638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5" name="S07-label861"/>
          <p:cNvSpPr txBox="1"/>
          <p:nvPr/>
        </p:nvSpPr>
        <p:spPr>
          <a:xfrm>
            <a:off x="9191883" y="228020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100" dirty="0"/>
          </a:p>
        </p:txBody>
      </p:sp>
      <p:sp>
        <p:nvSpPr>
          <p:cNvPr id="146" name="S07-label862"/>
          <p:cNvSpPr txBox="1"/>
          <p:nvPr/>
        </p:nvSpPr>
        <p:spPr>
          <a:xfrm>
            <a:off x="9563303" y="265162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100" dirty="0"/>
          </a:p>
        </p:txBody>
      </p:sp>
      <p:sp>
        <p:nvSpPr>
          <p:cNvPr id="147" name="S07-label863"/>
          <p:cNvSpPr txBox="1"/>
          <p:nvPr/>
        </p:nvSpPr>
        <p:spPr>
          <a:xfrm>
            <a:off x="9699252" y="315899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100" dirty="0"/>
          </a:p>
        </p:txBody>
      </p:sp>
      <p:sp>
        <p:nvSpPr>
          <p:cNvPr id="148" name="S07-label864"/>
          <p:cNvSpPr txBox="1"/>
          <p:nvPr/>
        </p:nvSpPr>
        <p:spPr>
          <a:xfrm>
            <a:off x="9563303" y="366636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100" dirty="0"/>
          </a:p>
        </p:txBody>
      </p:sp>
      <p:sp>
        <p:nvSpPr>
          <p:cNvPr id="149" name="S07-label865"/>
          <p:cNvSpPr txBox="1"/>
          <p:nvPr/>
        </p:nvSpPr>
        <p:spPr>
          <a:xfrm>
            <a:off x="9191883" y="403778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100" dirty="0"/>
          </a:p>
        </p:txBody>
      </p:sp>
      <p:sp>
        <p:nvSpPr>
          <p:cNvPr id="150" name="S07-label866"/>
          <p:cNvSpPr txBox="1"/>
          <p:nvPr/>
        </p:nvSpPr>
        <p:spPr>
          <a:xfrm>
            <a:off x="8684514" y="417373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100" dirty="0"/>
          </a:p>
        </p:txBody>
      </p:sp>
      <p:sp>
        <p:nvSpPr>
          <p:cNvPr id="151" name="S07-label867"/>
          <p:cNvSpPr txBox="1"/>
          <p:nvPr/>
        </p:nvSpPr>
        <p:spPr>
          <a:xfrm>
            <a:off x="8177145" y="403778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100" dirty="0"/>
          </a:p>
        </p:txBody>
      </p:sp>
      <p:sp>
        <p:nvSpPr>
          <p:cNvPr id="152" name="S07-label868"/>
          <p:cNvSpPr txBox="1"/>
          <p:nvPr/>
        </p:nvSpPr>
        <p:spPr>
          <a:xfrm>
            <a:off x="7805725" y="366636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100" dirty="0"/>
          </a:p>
        </p:txBody>
      </p:sp>
      <p:sp>
        <p:nvSpPr>
          <p:cNvPr id="153" name="S07-label869"/>
          <p:cNvSpPr txBox="1"/>
          <p:nvPr/>
        </p:nvSpPr>
        <p:spPr>
          <a:xfrm>
            <a:off x="7669776" y="315899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100" dirty="0"/>
          </a:p>
        </p:txBody>
      </p:sp>
      <p:sp>
        <p:nvSpPr>
          <p:cNvPr id="154" name="S07-label870"/>
          <p:cNvSpPr txBox="1"/>
          <p:nvPr/>
        </p:nvSpPr>
        <p:spPr>
          <a:xfrm>
            <a:off x="7805725" y="265162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100" dirty="0"/>
          </a:p>
        </p:txBody>
      </p:sp>
      <p:sp>
        <p:nvSpPr>
          <p:cNvPr id="155" name="S07-label871"/>
          <p:cNvSpPr txBox="1"/>
          <p:nvPr/>
        </p:nvSpPr>
        <p:spPr>
          <a:xfrm>
            <a:off x="8177145" y="228020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100" dirty="0"/>
          </a:p>
        </p:txBody>
      </p:sp>
      <p:sp>
        <p:nvSpPr>
          <p:cNvPr id="156" name="S07-label872"/>
          <p:cNvSpPr txBox="1"/>
          <p:nvPr/>
        </p:nvSpPr>
        <p:spPr>
          <a:xfrm>
            <a:off x="8684514" y="21442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100" dirty="0"/>
          </a:p>
        </p:txBody>
      </p:sp>
      <p:sp>
        <p:nvSpPr>
          <p:cNvPr id="157" name="S07-line873"/>
          <p:cNvSpPr/>
          <p:nvPr/>
        </p:nvSpPr>
        <p:spPr>
          <a:xfrm flipH="1">
            <a:off x="8495874" y="3341878"/>
            <a:ext cx="462960" cy="324168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158" name="S07-line874"/>
          <p:cNvSpPr/>
          <p:nvPr/>
        </p:nvSpPr>
        <p:spPr>
          <a:xfrm flipH="1" flipV="1">
            <a:off x="8246904" y="2930845"/>
            <a:ext cx="711930" cy="411033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159" name="S07-pin875"/>
          <p:cNvSpPr/>
          <p:nvPr/>
        </p:nvSpPr>
        <p:spPr>
          <a:xfrm>
            <a:off x="8903970" y="3287014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0" name="S07-text876"/>
          <p:cNvSpPr txBox="1"/>
          <p:nvPr/>
        </p:nvSpPr>
        <p:spPr>
          <a:xfrm>
            <a:off x="6277356" y="4626356"/>
            <a:ext cx="5362956" cy="494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짧은바늘이 아직 8 전이에요.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1시간은 60분</a:t>
            </a:r>
            <a:endParaRPr lang="ko-KR" sz="4400" dirty="0"/>
          </a:p>
        </p:txBody>
      </p:sp>
      <p:sp>
        <p:nvSpPr>
          <p:cNvPr id="3" name="S08-text87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긴바늘이 한 바퀴 돌면 60분이에요.</a:t>
            </a:r>
            <a:endParaRPr lang="ko-KR" sz="3200" dirty="0"/>
          </a:p>
        </p:txBody>
      </p:sp>
      <p:sp>
        <p:nvSpPr>
          <p:cNvPr id="4" name="S08-card878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879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1시간 = 60분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짧은바늘은 숫자 한 칸만 움직여요.</a:t>
            </a:r>
            <a:endParaRPr lang="ko-KR" sz="3200" dirty="0"/>
          </a:p>
        </p:txBody>
      </p:sp>
      <p:sp>
        <p:nvSpPr>
          <p:cNvPr id="6" name="S08-figure880" descr="시계: 1시"/>
          <p:cNvSpPr/>
          <p:nvPr/>
        </p:nvSpPr>
        <p:spPr>
          <a:xfrm>
            <a:off x="2164207" y="2011680"/>
            <a:ext cx="2154682" cy="215468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7" name="S08-line881"/>
          <p:cNvSpPr/>
          <p:nvPr/>
        </p:nvSpPr>
        <p:spPr>
          <a:xfrm>
            <a:off x="3241548" y="2048256"/>
            <a:ext cx="0" cy="11850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" name="S08-line882"/>
          <p:cNvSpPr/>
          <p:nvPr/>
        </p:nvSpPr>
        <p:spPr>
          <a:xfrm flipH="1">
            <a:off x="3344707" y="2053957"/>
            <a:ext cx="5631" cy="535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8-line883"/>
          <p:cNvSpPr/>
          <p:nvPr/>
        </p:nvSpPr>
        <p:spPr>
          <a:xfrm flipH="1">
            <a:off x="3446736" y="2070999"/>
            <a:ext cx="11200" cy="5269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8-line884"/>
          <p:cNvSpPr/>
          <p:nvPr/>
        </p:nvSpPr>
        <p:spPr>
          <a:xfrm flipH="1">
            <a:off x="3546516" y="2099195"/>
            <a:ext cx="16646" cy="512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8-line885"/>
          <p:cNvSpPr/>
          <p:nvPr/>
        </p:nvSpPr>
        <p:spPr>
          <a:xfrm flipH="1">
            <a:off x="3642956" y="2138235"/>
            <a:ext cx="21910" cy="4921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8-line886"/>
          <p:cNvSpPr/>
          <p:nvPr/>
        </p:nvSpPr>
        <p:spPr>
          <a:xfrm flipH="1">
            <a:off x="3702677" y="2187692"/>
            <a:ext cx="59254" cy="10263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" name="S08-line887"/>
          <p:cNvSpPr/>
          <p:nvPr/>
        </p:nvSpPr>
        <p:spPr>
          <a:xfrm flipH="1">
            <a:off x="3821632" y="2247024"/>
            <a:ext cx="31662" cy="435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8-line888"/>
          <p:cNvSpPr/>
          <p:nvPr/>
        </p:nvSpPr>
        <p:spPr>
          <a:xfrm flipH="1">
            <a:off x="3901912" y="2315582"/>
            <a:ext cx="36044" cy="400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8-line889"/>
          <p:cNvSpPr/>
          <p:nvPr/>
        </p:nvSpPr>
        <p:spPr>
          <a:xfrm flipH="1">
            <a:off x="3974956" y="2392613"/>
            <a:ext cx="40031" cy="360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8-line890"/>
          <p:cNvSpPr/>
          <p:nvPr/>
        </p:nvSpPr>
        <p:spPr>
          <a:xfrm flipH="1">
            <a:off x="4039965" y="2477275"/>
            <a:ext cx="43579" cy="316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8-line891"/>
          <p:cNvSpPr/>
          <p:nvPr/>
        </p:nvSpPr>
        <p:spPr>
          <a:xfrm flipH="1">
            <a:off x="4040246" y="2568639"/>
            <a:ext cx="102631" cy="5925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" name="S08-line892"/>
          <p:cNvSpPr/>
          <p:nvPr/>
        </p:nvSpPr>
        <p:spPr>
          <a:xfrm flipH="1">
            <a:off x="4143124" y="2665704"/>
            <a:ext cx="49210" cy="2191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8-line893"/>
          <p:cNvSpPr/>
          <p:nvPr/>
        </p:nvSpPr>
        <p:spPr>
          <a:xfrm flipH="1">
            <a:off x="4180144" y="2767407"/>
            <a:ext cx="51231" cy="1664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8-line894"/>
          <p:cNvSpPr/>
          <p:nvPr/>
        </p:nvSpPr>
        <p:spPr>
          <a:xfrm flipH="1">
            <a:off x="4206880" y="2872634"/>
            <a:ext cx="52690" cy="112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8-line895"/>
          <p:cNvSpPr/>
          <p:nvPr/>
        </p:nvSpPr>
        <p:spPr>
          <a:xfrm flipH="1">
            <a:off x="4223040" y="2980231"/>
            <a:ext cx="53572" cy="56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8-line896"/>
          <p:cNvSpPr/>
          <p:nvPr/>
        </p:nvSpPr>
        <p:spPr>
          <a:xfrm flipH="1">
            <a:off x="4163805" y="3089021"/>
            <a:ext cx="118508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3" name="S08-line897"/>
          <p:cNvSpPr/>
          <p:nvPr/>
        </p:nvSpPr>
        <p:spPr>
          <a:xfrm flipH="1" flipV="1">
            <a:off x="4223040" y="3192180"/>
            <a:ext cx="53572" cy="56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8-line898"/>
          <p:cNvSpPr/>
          <p:nvPr/>
        </p:nvSpPr>
        <p:spPr>
          <a:xfrm flipH="1" flipV="1">
            <a:off x="4206880" y="3294209"/>
            <a:ext cx="52690" cy="112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8-line899"/>
          <p:cNvSpPr/>
          <p:nvPr/>
        </p:nvSpPr>
        <p:spPr>
          <a:xfrm flipH="1" flipV="1">
            <a:off x="4180144" y="3393989"/>
            <a:ext cx="51231" cy="1664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8-line900"/>
          <p:cNvSpPr/>
          <p:nvPr/>
        </p:nvSpPr>
        <p:spPr>
          <a:xfrm flipH="1" flipV="1">
            <a:off x="4143124" y="3490429"/>
            <a:ext cx="49210" cy="2191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8-line901"/>
          <p:cNvSpPr/>
          <p:nvPr/>
        </p:nvSpPr>
        <p:spPr>
          <a:xfrm flipH="1" flipV="1">
            <a:off x="4040246" y="3550150"/>
            <a:ext cx="102631" cy="5925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8" name="S08-line902"/>
          <p:cNvSpPr/>
          <p:nvPr/>
        </p:nvSpPr>
        <p:spPr>
          <a:xfrm flipH="1" flipV="1">
            <a:off x="4039965" y="3669105"/>
            <a:ext cx="43579" cy="316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8-line903"/>
          <p:cNvSpPr/>
          <p:nvPr/>
        </p:nvSpPr>
        <p:spPr>
          <a:xfrm flipH="1" flipV="1">
            <a:off x="3974956" y="3749385"/>
            <a:ext cx="40031" cy="360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8-line904"/>
          <p:cNvSpPr/>
          <p:nvPr/>
        </p:nvSpPr>
        <p:spPr>
          <a:xfrm flipH="1" flipV="1">
            <a:off x="3901912" y="3822429"/>
            <a:ext cx="36044" cy="400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8-line905"/>
          <p:cNvSpPr/>
          <p:nvPr/>
        </p:nvSpPr>
        <p:spPr>
          <a:xfrm flipH="1" flipV="1">
            <a:off x="3821632" y="3887438"/>
            <a:ext cx="31662" cy="435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8-line906"/>
          <p:cNvSpPr/>
          <p:nvPr/>
        </p:nvSpPr>
        <p:spPr>
          <a:xfrm flipH="1" flipV="1">
            <a:off x="3702677" y="3887719"/>
            <a:ext cx="59254" cy="10263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3" name="S08-line907"/>
          <p:cNvSpPr/>
          <p:nvPr/>
        </p:nvSpPr>
        <p:spPr>
          <a:xfrm flipH="1" flipV="1">
            <a:off x="3642956" y="3990597"/>
            <a:ext cx="21910" cy="4921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8-line908"/>
          <p:cNvSpPr/>
          <p:nvPr/>
        </p:nvSpPr>
        <p:spPr>
          <a:xfrm flipH="1" flipV="1">
            <a:off x="3546516" y="4027617"/>
            <a:ext cx="16646" cy="512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8-line909"/>
          <p:cNvSpPr/>
          <p:nvPr/>
        </p:nvSpPr>
        <p:spPr>
          <a:xfrm flipH="1" flipV="1">
            <a:off x="3446736" y="4054353"/>
            <a:ext cx="11200" cy="5269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8-line910"/>
          <p:cNvSpPr/>
          <p:nvPr/>
        </p:nvSpPr>
        <p:spPr>
          <a:xfrm flipH="1" flipV="1">
            <a:off x="3344707" y="4070513"/>
            <a:ext cx="5631" cy="535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8-line911"/>
          <p:cNvSpPr/>
          <p:nvPr/>
        </p:nvSpPr>
        <p:spPr>
          <a:xfrm flipV="1">
            <a:off x="3241548" y="4011278"/>
            <a:ext cx="0" cy="11850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8" name="S08-line912"/>
          <p:cNvSpPr/>
          <p:nvPr/>
        </p:nvSpPr>
        <p:spPr>
          <a:xfrm flipV="1">
            <a:off x="3132758" y="4070513"/>
            <a:ext cx="5631" cy="535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8-line913"/>
          <p:cNvSpPr/>
          <p:nvPr/>
        </p:nvSpPr>
        <p:spPr>
          <a:xfrm flipV="1">
            <a:off x="3025161" y="4054353"/>
            <a:ext cx="11200" cy="5269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8-line914"/>
          <p:cNvSpPr/>
          <p:nvPr/>
        </p:nvSpPr>
        <p:spPr>
          <a:xfrm flipV="1">
            <a:off x="2919934" y="4027617"/>
            <a:ext cx="16646" cy="512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8-line915"/>
          <p:cNvSpPr/>
          <p:nvPr/>
        </p:nvSpPr>
        <p:spPr>
          <a:xfrm flipV="1">
            <a:off x="2818231" y="3990597"/>
            <a:ext cx="21910" cy="4921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8-line916"/>
          <p:cNvSpPr/>
          <p:nvPr/>
        </p:nvSpPr>
        <p:spPr>
          <a:xfrm flipV="1">
            <a:off x="2721166" y="3887719"/>
            <a:ext cx="59254" cy="10263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3" name="S08-line917"/>
          <p:cNvSpPr/>
          <p:nvPr/>
        </p:nvSpPr>
        <p:spPr>
          <a:xfrm flipV="1">
            <a:off x="2629802" y="3887438"/>
            <a:ext cx="31662" cy="435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8-line918"/>
          <p:cNvSpPr/>
          <p:nvPr/>
        </p:nvSpPr>
        <p:spPr>
          <a:xfrm flipV="1">
            <a:off x="2545140" y="3822429"/>
            <a:ext cx="36044" cy="400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8-line919"/>
          <p:cNvSpPr/>
          <p:nvPr/>
        </p:nvSpPr>
        <p:spPr>
          <a:xfrm flipV="1">
            <a:off x="2468109" y="3749385"/>
            <a:ext cx="40031" cy="360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8-line920"/>
          <p:cNvSpPr/>
          <p:nvPr/>
        </p:nvSpPr>
        <p:spPr>
          <a:xfrm flipV="1">
            <a:off x="2399551" y="3669105"/>
            <a:ext cx="43579" cy="316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8-line921"/>
          <p:cNvSpPr/>
          <p:nvPr/>
        </p:nvSpPr>
        <p:spPr>
          <a:xfrm flipV="1">
            <a:off x="2340219" y="3550150"/>
            <a:ext cx="102631" cy="5925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8" name="S08-line922"/>
          <p:cNvSpPr/>
          <p:nvPr/>
        </p:nvSpPr>
        <p:spPr>
          <a:xfrm flipV="1">
            <a:off x="2290762" y="3490429"/>
            <a:ext cx="49210" cy="2191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8-line923"/>
          <p:cNvSpPr/>
          <p:nvPr/>
        </p:nvSpPr>
        <p:spPr>
          <a:xfrm flipV="1">
            <a:off x="2251722" y="3393989"/>
            <a:ext cx="51231" cy="1664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8-line924"/>
          <p:cNvSpPr/>
          <p:nvPr/>
        </p:nvSpPr>
        <p:spPr>
          <a:xfrm flipV="1">
            <a:off x="2223526" y="3294209"/>
            <a:ext cx="52690" cy="112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8-line925"/>
          <p:cNvSpPr/>
          <p:nvPr/>
        </p:nvSpPr>
        <p:spPr>
          <a:xfrm flipV="1">
            <a:off x="2206484" y="3192180"/>
            <a:ext cx="53572" cy="56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8-line926"/>
          <p:cNvSpPr/>
          <p:nvPr/>
        </p:nvSpPr>
        <p:spPr>
          <a:xfrm>
            <a:off x="2200783" y="3089021"/>
            <a:ext cx="118508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3" name="S08-line927"/>
          <p:cNvSpPr/>
          <p:nvPr/>
        </p:nvSpPr>
        <p:spPr>
          <a:xfrm>
            <a:off x="2206484" y="2980231"/>
            <a:ext cx="53572" cy="56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8-line928"/>
          <p:cNvSpPr/>
          <p:nvPr/>
        </p:nvSpPr>
        <p:spPr>
          <a:xfrm>
            <a:off x="2223526" y="2872634"/>
            <a:ext cx="52690" cy="112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8-line929"/>
          <p:cNvSpPr/>
          <p:nvPr/>
        </p:nvSpPr>
        <p:spPr>
          <a:xfrm>
            <a:off x="2251722" y="2767407"/>
            <a:ext cx="51231" cy="1664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8-line930"/>
          <p:cNvSpPr/>
          <p:nvPr/>
        </p:nvSpPr>
        <p:spPr>
          <a:xfrm>
            <a:off x="2290762" y="2665704"/>
            <a:ext cx="49210" cy="2191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8-line931"/>
          <p:cNvSpPr/>
          <p:nvPr/>
        </p:nvSpPr>
        <p:spPr>
          <a:xfrm>
            <a:off x="2340219" y="2568639"/>
            <a:ext cx="102631" cy="5925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8" name="S08-line932"/>
          <p:cNvSpPr/>
          <p:nvPr/>
        </p:nvSpPr>
        <p:spPr>
          <a:xfrm>
            <a:off x="2399551" y="2477275"/>
            <a:ext cx="43579" cy="316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8-line933"/>
          <p:cNvSpPr/>
          <p:nvPr/>
        </p:nvSpPr>
        <p:spPr>
          <a:xfrm>
            <a:off x="2468109" y="2392613"/>
            <a:ext cx="40031" cy="360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8-line934"/>
          <p:cNvSpPr/>
          <p:nvPr/>
        </p:nvSpPr>
        <p:spPr>
          <a:xfrm>
            <a:off x="2545140" y="2315582"/>
            <a:ext cx="36044" cy="400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8-line935"/>
          <p:cNvSpPr/>
          <p:nvPr/>
        </p:nvSpPr>
        <p:spPr>
          <a:xfrm>
            <a:off x="2629802" y="2247024"/>
            <a:ext cx="31662" cy="435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8-line936"/>
          <p:cNvSpPr/>
          <p:nvPr/>
        </p:nvSpPr>
        <p:spPr>
          <a:xfrm>
            <a:off x="2721166" y="2187692"/>
            <a:ext cx="59254" cy="10263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3" name="S08-line937"/>
          <p:cNvSpPr/>
          <p:nvPr/>
        </p:nvSpPr>
        <p:spPr>
          <a:xfrm>
            <a:off x="2818231" y="2138235"/>
            <a:ext cx="21910" cy="4921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8-line938"/>
          <p:cNvSpPr/>
          <p:nvPr/>
        </p:nvSpPr>
        <p:spPr>
          <a:xfrm>
            <a:off x="2919934" y="2099195"/>
            <a:ext cx="16646" cy="512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8-line939"/>
          <p:cNvSpPr/>
          <p:nvPr/>
        </p:nvSpPr>
        <p:spPr>
          <a:xfrm>
            <a:off x="3025161" y="2070999"/>
            <a:ext cx="11200" cy="5269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8-line940"/>
          <p:cNvSpPr/>
          <p:nvPr/>
        </p:nvSpPr>
        <p:spPr>
          <a:xfrm>
            <a:off x="3132758" y="2053957"/>
            <a:ext cx="5631" cy="535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08-label941"/>
          <p:cNvSpPr txBox="1"/>
          <p:nvPr/>
        </p:nvSpPr>
        <p:spPr>
          <a:xfrm>
            <a:off x="3392778" y="216906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800" dirty="0"/>
          </a:p>
        </p:txBody>
      </p:sp>
      <p:sp>
        <p:nvSpPr>
          <p:cNvPr id="68" name="S08-label942"/>
          <p:cNvSpPr txBox="1"/>
          <p:nvPr/>
        </p:nvSpPr>
        <p:spPr>
          <a:xfrm>
            <a:off x="3704302" y="248059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800" dirty="0"/>
          </a:p>
        </p:txBody>
      </p:sp>
      <p:sp>
        <p:nvSpPr>
          <p:cNvPr id="69" name="S08-label943"/>
          <p:cNvSpPr txBox="1"/>
          <p:nvPr/>
        </p:nvSpPr>
        <p:spPr>
          <a:xfrm>
            <a:off x="3818327" y="290614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800" dirty="0"/>
          </a:p>
        </p:txBody>
      </p:sp>
      <p:sp>
        <p:nvSpPr>
          <p:cNvPr id="70" name="S08-label944"/>
          <p:cNvSpPr txBox="1"/>
          <p:nvPr/>
        </p:nvSpPr>
        <p:spPr>
          <a:xfrm>
            <a:off x="3704302" y="333169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800" dirty="0"/>
          </a:p>
        </p:txBody>
      </p:sp>
      <p:sp>
        <p:nvSpPr>
          <p:cNvPr id="71" name="S08-label945"/>
          <p:cNvSpPr txBox="1"/>
          <p:nvPr/>
        </p:nvSpPr>
        <p:spPr>
          <a:xfrm>
            <a:off x="3392778" y="364321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800" dirty="0"/>
          </a:p>
        </p:txBody>
      </p:sp>
      <p:sp>
        <p:nvSpPr>
          <p:cNvPr id="72" name="S08-label946"/>
          <p:cNvSpPr txBox="1"/>
          <p:nvPr/>
        </p:nvSpPr>
        <p:spPr>
          <a:xfrm>
            <a:off x="2967228" y="3757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800" dirty="0"/>
          </a:p>
        </p:txBody>
      </p:sp>
      <p:sp>
        <p:nvSpPr>
          <p:cNvPr id="73" name="S08-label947"/>
          <p:cNvSpPr txBox="1"/>
          <p:nvPr/>
        </p:nvSpPr>
        <p:spPr>
          <a:xfrm>
            <a:off x="2541678" y="364321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800" dirty="0"/>
          </a:p>
        </p:txBody>
      </p:sp>
      <p:sp>
        <p:nvSpPr>
          <p:cNvPr id="74" name="S08-label948"/>
          <p:cNvSpPr txBox="1"/>
          <p:nvPr/>
        </p:nvSpPr>
        <p:spPr>
          <a:xfrm>
            <a:off x="2230154" y="333169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800" dirty="0"/>
          </a:p>
        </p:txBody>
      </p:sp>
      <p:sp>
        <p:nvSpPr>
          <p:cNvPr id="75" name="S08-label949"/>
          <p:cNvSpPr txBox="1"/>
          <p:nvPr/>
        </p:nvSpPr>
        <p:spPr>
          <a:xfrm>
            <a:off x="2116129" y="290614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800" dirty="0"/>
          </a:p>
        </p:txBody>
      </p:sp>
      <p:sp>
        <p:nvSpPr>
          <p:cNvPr id="76" name="S08-label950"/>
          <p:cNvSpPr txBox="1"/>
          <p:nvPr/>
        </p:nvSpPr>
        <p:spPr>
          <a:xfrm>
            <a:off x="2230154" y="248059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800" dirty="0"/>
          </a:p>
        </p:txBody>
      </p:sp>
      <p:sp>
        <p:nvSpPr>
          <p:cNvPr id="77" name="S08-label951"/>
          <p:cNvSpPr txBox="1"/>
          <p:nvPr/>
        </p:nvSpPr>
        <p:spPr>
          <a:xfrm>
            <a:off x="2541678" y="216906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1800" dirty="0"/>
          </a:p>
        </p:txBody>
      </p:sp>
      <p:sp>
        <p:nvSpPr>
          <p:cNvPr id="78" name="S08-label952"/>
          <p:cNvSpPr txBox="1"/>
          <p:nvPr/>
        </p:nvSpPr>
        <p:spPr>
          <a:xfrm>
            <a:off x="2967228" y="205504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1800" dirty="0"/>
          </a:p>
        </p:txBody>
      </p:sp>
      <p:sp>
        <p:nvSpPr>
          <p:cNvPr id="79" name="S08-line953"/>
          <p:cNvSpPr/>
          <p:nvPr/>
        </p:nvSpPr>
        <p:spPr>
          <a:xfrm flipV="1">
            <a:off x="3241548" y="2678499"/>
            <a:ext cx="237015" cy="410522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80" name="S08-line954"/>
          <p:cNvSpPr/>
          <p:nvPr/>
        </p:nvSpPr>
        <p:spPr>
          <a:xfrm flipV="1">
            <a:off x="3241548" y="2399523"/>
            <a:ext cx="0" cy="689498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81" name="S08-pin955"/>
          <p:cNvSpPr/>
          <p:nvPr/>
        </p:nvSpPr>
        <p:spPr>
          <a:xfrm>
            <a:off x="3186684" y="3034157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2" name="S08-label956"/>
          <p:cNvSpPr txBox="1"/>
          <p:nvPr/>
        </p:nvSpPr>
        <p:spPr>
          <a:xfrm>
            <a:off x="548640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1시</a:t>
            </a:r>
            <a:endParaRPr lang="ko-KR" sz="2600" dirty="0"/>
          </a:p>
        </p:txBody>
      </p:sp>
      <p:sp>
        <p:nvSpPr>
          <p:cNvPr id="83" name="S08-figure957" descr="시계: 2시"/>
          <p:cNvSpPr/>
          <p:nvPr/>
        </p:nvSpPr>
        <p:spPr>
          <a:xfrm>
            <a:off x="7870063" y="2011680"/>
            <a:ext cx="2154682" cy="215468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84" name="S08-line958"/>
          <p:cNvSpPr/>
          <p:nvPr/>
        </p:nvSpPr>
        <p:spPr>
          <a:xfrm>
            <a:off x="8947404" y="2048256"/>
            <a:ext cx="0" cy="11850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5" name="S08-line959"/>
          <p:cNvSpPr/>
          <p:nvPr/>
        </p:nvSpPr>
        <p:spPr>
          <a:xfrm flipH="1">
            <a:off x="9050563" y="2053957"/>
            <a:ext cx="5631" cy="535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08-line960"/>
          <p:cNvSpPr/>
          <p:nvPr/>
        </p:nvSpPr>
        <p:spPr>
          <a:xfrm flipH="1">
            <a:off x="9152592" y="2070999"/>
            <a:ext cx="11200" cy="5269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08-line961"/>
          <p:cNvSpPr/>
          <p:nvPr/>
        </p:nvSpPr>
        <p:spPr>
          <a:xfrm flipH="1">
            <a:off x="9252372" y="2099195"/>
            <a:ext cx="16646" cy="512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08-line962"/>
          <p:cNvSpPr/>
          <p:nvPr/>
        </p:nvSpPr>
        <p:spPr>
          <a:xfrm flipH="1">
            <a:off x="9348812" y="2138235"/>
            <a:ext cx="21910" cy="4921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08-line963"/>
          <p:cNvSpPr/>
          <p:nvPr/>
        </p:nvSpPr>
        <p:spPr>
          <a:xfrm flipH="1">
            <a:off x="9408533" y="2187692"/>
            <a:ext cx="59254" cy="10263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0" name="S08-line964"/>
          <p:cNvSpPr/>
          <p:nvPr/>
        </p:nvSpPr>
        <p:spPr>
          <a:xfrm flipH="1">
            <a:off x="9527488" y="2247024"/>
            <a:ext cx="31662" cy="435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08-line965"/>
          <p:cNvSpPr/>
          <p:nvPr/>
        </p:nvSpPr>
        <p:spPr>
          <a:xfrm flipH="1">
            <a:off x="9607768" y="2315582"/>
            <a:ext cx="36044" cy="400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08-line966"/>
          <p:cNvSpPr/>
          <p:nvPr/>
        </p:nvSpPr>
        <p:spPr>
          <a:xfrm flipH="1">
            <a:off x="9680812" y="2392613"/>
            <a:ext cx="40031" cy="360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08-line967"/>
          <p:cNvSpPr/>
          <p:nvPr/>
        </p:nvSpPr>
        <p:spPr>
          <a:xfrm flipH="1">
            <a:off x="9745821" y="2477275"/>
            <a:ext cx="43579" cy="316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4" name="S08-line968"/>
          <p:cNvSpPr/>
          <p:nvPr/>
        </p:nvSpPr>
        <p:spPr>
          <a:xfrm flipH="1">
            <a:off x="9746102" y="2568639"/>
            <a:ext cx="102631" cy="5925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5" name="S08-line969"/>
          <p:cNvSpPr/>
          <p:nvPr/>
        </p:nvSpPr>
        <p:spPr>
          <a:xfrm flipH="1">
            <a:off x="9848980" y="2665704"/>
            <a:ext cx="49210" cy="2191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08-line970"/>
          <p:cNvSpPr/>
          <p:nvPr/>
        </p:nvSpPr>
        <p:spPr>
          <a:xfrm flipH="1">
            <a:off x="9886000" y="2767407"/>
            <a:ext cx="51231" cy="1664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08-line971"/>
          <p:cNvSpPr/>
          <p:nvPr/>
        </p:nvSpPr>
        <p:spPr>
          <a:xfrm flipH="1">
            <a:off x="9912736" y="2872634"/>
            <a:ext cx="52690" cy="112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08-line972"/>
          <p:cNvSpPr/>
          <p:nvPr/>
        </p:nvSpPr>
        <p:spPr>
          <a:xfrm flipH="1">
            <a:off x="9928896" y="2980231"/>
            <a:ext cx="53572" cy="56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9" name="S08-line973"/>
          <p:cNvSpPr/>
          <p:nvPr/>
        </p:nvSpPr>
        <p:spPr>
          <a:xfrm flipH="1">
            <a:off x="9869661" y="3089021"/>
            <a:ext cx="118508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0" name="S08-line974"/>
          <p:cNvSpPr/>
          <p:nvPr/>
        </p:nvSpPr>
        <p:spPr>
          <a:xfrm flipH="1" flipV="1">
            <a:off x="9928896" y="3192180"/>
            <a:ext cx="53572" cy="56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08-line975"/>
          <p:cNvSpPr/>
          <p:nvPr/>
        </p:nvSpPr>
        <p:spPr>
          <a:xfrm flipH="1" flipV="1">
            <a:off x="9912736" y="3294209"/>
            <a:ext cx="52690" cy="112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08-line976"/>
          <p:cNvSpPr/>
          <p:nvPr/>
        </p:nvSpPr>
        <p:spPr>
          <a:xfrm flipH="1" flipV="1">
            <a:off x="9886000" y="3393989"/>
            <a:ext cx="51231" cy="1664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08-line977"/>
          <p:cNvSpPr/>
          <p:nvPr/>
        </p:nvSpPr>
        <p:spPr>
          <a:xfrm flipH="1" flipV="1">
            <a:off x="9848980" y="3490429"/>
            <a:ext cx="49210" cy="2191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4" name="S08-line978"/>
          <p:cNvSpPr/>
          <p:nvPr/>
        </p:nvSpPr>
        <p:spPr>
          <a:xfrm flipH="1" flipV="1">
            <a:off x="9746102" y="3550150"/>
            <a:ext cx="102631" cy="5925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5" name="S08-line979"/>
          <p:cNvSpPr/>
          <p:nvPr/>
        </p:nvSpPr>
        <p:spPr>
          <a:xfrm flipH="1" flipV="1">
            <a:off x="9745821" y="3669105"/>
            <a:ext cx="43579" cy="316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6" name="S08-line980"/>
          <p:cNvSpPr/>
          <p:nvPr/>
        </p:nvSpPr>
        <p:spPr>
          <a:xfrm flipH="1" flipV="1">
            <a:off x="9680812" y="3749385"/>
            <a:ext cx="40031" cy="360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08-line981"/>
          <p:cNvSpPr/>
          <p:nvPr/>
        </p:nvSpPr>
        <p:spPr>
          <a:xfrm flipH="1" flipV="1">
            <a:off x="9607768" y="3822429"/>
            <a:ext cx="36044" cy="400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08-line982"/>
          <p:cNvSpPr/>
          <p:nvPr/>
        </p:nvSpPr>
        <p:spPr>
          <a:xfrm flipH="1" flipV="1">
            <a:off x="9527488" y="3887438"/>
            <a:ext cx="31662" cy="435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9" name="S08-line983"/>
          <p:cNvSpPr/>
          <p:nvPr/>
        </p:nvSpPr>
        <p:spPr>
          <a:xfrm flipH="1" flipV="1">
            <a:off x="9408533" y="3887719"/>
            <a:ext cx="59254" cy="10263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0" name="S08-line984"/>
          <p:cNvSpPr/>
          <p:nvPr/>
        </p:nvSpPr>
        <p:spPr>
          <a:xfrm flipH="1" flipV="1">
            <a:off x="9348812" y="3990597"/>
            <a:ext cx="21910" cy="4921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1" name="S08-line985"/>
          <p:cNvSpPr/>
          <p:nvPr/>
        </p:nvSpPr>
        <p:spPr>
          <a:xfrm flipH="1" flipV="1">
            <a:off x="9252372" y="4027617"/>
            <a:ext cx="16646" cy="512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08-line986"/>
          <p:cNvSpPr/>
          <p:nvPr/>
        </p:nvSpPr>
        <p:spPr>
          <a:xfrm flipH="1" flipV="1">
            <a:off x="9152592" y="4054353"/>
            <a:ext cx="11200" cy="5269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08-line987"/>
          <p:cNvSpPr/>
          <p:nvPr/>
        </p:nvSpPr>
        <p:spPr>
          <a:xfrm flipH="1" flipV="1">
            <a:off x="9050563" y="4070513"/>
            <a:ext cx="5631" cy="535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4" name="S08-line988"/>
          <p:cNvSpPr/>
          <p:nvPr/>
        </p:nvSpPr>
        <p:spPr>
          <a:xfrm flipV="1">
            <a:off x="8947404" y="4011278"/>
            <a:ext cx="0" cy="11850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5" name="S08-line989"/>
          <p:cNvSpPr/>
          <p:nvPr/>
        </p:nvSpPr>
        <p:spPr>
          <a:xfrm flipV="1">
            <a:off x="8838614" y="4070513"/>
            <a:ext cx="5631" cy="535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6" name="S08-line990"/>
          <p:cNvSpPr/>
          <p:nvPr/>
        </p:nvSpPr>
        <p:spPr>
          <a:xfrm flipV="1">
            <a:off x="8731017" y="4054353"/>
            <a:ext cx="11200" cy="5269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08-line991"/>
          <p:cNvSpPr/>
          <p:nvPr/>
        </p:nvSpPr>
        <p:spPr>
          <a:xfrm flipV="1">
            <a:off x="8625790" y="4027617"/>
            <a:ext cx="16646" cy="512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08-line992"/>
          <p:cNvSpPr/>
          <p:nvPr/>
        </p:nvSpPr>
        <p:spPr>
          <a:xfrm flipV="1">
            <a:off x="8524087" y="3990597"/>
            <a:ext cx="21910" cy="4921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9" name="S08-line993"/>
          <p:cNvSpPr/>
          <p:nvPr/>
        </p:nvSpPr>
        <p:spPr>
          <a:xfrm flipV="1">
            <a:off x="8427022" y="3887719"/>
            <a:ext cx="59254" cy="10263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0" name="S08-line994"/>
          <p:cNvSpPr/>
          <p:nvPr/>
        </p:nvSpPr>
        <p:spPr>
          <a:xfrm flipV="1">
            <a:off x="8335658" y="3887438"/>
            <a:ext cx="31662" cy="435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1" name="S08-line995"/>
          <p:cNvSpPr/>
          <p:nvPr/>
        </p:nvSpPr>
        <p:spPr>
          <a:xfrm flipV="1">
            <a:off x="8250996" y="3822429"/>
            <a:ext cx="36044" cy="400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08-line996"/>
          <p:cNvSpPr/>
          <p:nvPr/>
        </p:nvSpPr>
        <p:spPr>
          <a:xfrm flipV="1">
            <a:off x="8173965" y="3749385"/>
            <a:ext cx="40031" cy="360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3" name="S08-line997"/>
          <p:cNvSpPr/>
          <p:nvPr/>
        </p:nvSpPr>
        <p:spPr>
          <a:xfrm flipV="1">
            <a:off x="8105407" y="3669105"/>
            <a:ext cx="43579" cy="316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4" name="S08-line998"/>
          <p:cNvSpPr/>
          <p:nvPr/>
        </p:nvSpPr>
        <p:spPr>
          <a:xfrm flipV="1">
            <a:off x="8046075" y="3550150"/>
            <a:ext cx="102631" cy="5925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5" name="S08-line999"/>
          <p:cNvSpPr/>
          <p:nvPr/>
        </p:nvSpPr>
        <p:spPr>
          <a:xfrm flipV="1">
            <a:off x="7996618" y="3490429"/>
            <a:ext cx="49210" cy="2191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6" name="S08-line1000"/>
          <p:cNvSpPr/>
          <p:nvPr/>
        </p:nvSpPr>
        <p:spPr>
          <a:xfrm flipV="1">
            <a:off x="7957578" y="3393989"/>
            <a:ext cx="51231" cy="1664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08-line1001"/>
          <p:cNvSpPr/>
          <p:nvPr/>
        </p:nvSpPr>
        <p:spPr>
          <a:xfrm flipV="1">
            <a:off x="7929382" y="3294209"/>
            <a:ext cx="52690" cy="112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8" name="S08-line1002"/>
          <p:cNvSpPr/>
          <p:nvPr/>
        </p:nvSpPr>
        <p:spPr>
          <a:xfrm flipV="1">
            <a:off x="7912340" y="3192180"/>
            <a:ext cx="53572" cy="56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9" name="S08-line1003"/>
          <p:cNvSpPr/>
          <p:nvPr/>
        </p:nvSpPr>
        <p:spPr>
          <a:xfrm>
            <a:off x="7906639" y="3089021"/>
            <a:ext cx="118508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0" name="S08-line1004"/>
          <p:cNvSpPr/>
          <p:nvPr/>
        </p:nvSpPr>
        <p:spPr>
          <a:xfrm>
            <a:off x="7912340" y="2980231"/>
            <a:ext cx="53572" cy="56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1" name="S08-line1005"/>
          <p:cNvSpPr/>
          <p:nvPr/>
        </p:nvSpPr>
        <p:spPr>
          <a:xfrm>
            <a:off x="7929382" y="2872634"/>
            <a:ext cx="52690" cy="112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08-line1006"/>
          <p:cNvSpPr/>
          <p:nvPr/>
        </p:nvSpPr>
        <p:spPr>
          <a:xfrm>
            <a:off x="7957578" y="2767407"/>
            <a:ext cx="51231" cy="1664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3" name="S08-line1007"/>
          <p:cNvSpPr/>
          <p:nvPr/>
        </p:nvSpPr>
        <p:spPr>
          <a:xfrm>
            <a:off x="7996618" y="2665704"/>
            <a:ext cx="49210" cy="2191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4" name="S08-line1008"/>
          <p:cNvSpPr/>
          <p:nvPr/>
        </p:nvSpPr>
        <p:spPr>
          <a:xfrm>
            <a:off x="8046075" y="2568639"/>
            <a:ext cx="102631" cy="5925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5" name="S08-line1009"/>
          <p:cNvSpPr/>
          <p:nvPr/>
        </p:nvSpPr>
        <p:spPr>
          <a:xfrm>
            <a:off x="8105407" y="2477275"/>
            <a:ext cx="43579" cy="316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6" name="S08-line1010"/>
          <p:cNvSpPr/>
          <p:nvPr/>
        </p:nvSpPr>
        <p:spPr>
          <a:xfrm>
            <a:off x="8173965" y="2392613"/>
            <a:ext cx="40031" cy="360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08-line1011"/>
          <p:cNvSpPr/>
          <p:nvPr/>
        </p:nvSpPr>
        <p:spPr>
          <a:xfrm>
            <a:off x="8250996" y="2315582"/>
            <a:ext cx="36044" cy="400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8" name="S08-line1012"/>
          <p:cNvSpPr/>
          <p:nvPr/>
        </p:nvSpPr>
        <p:spPr>
          <a:xfrm>
            <a:off x="8335658" y="2247024"/>
            <a:ext cx="31662" cy="435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9" name="S08-line1013"/>
          <p:cNvSpPr/>
          <p:nvPr/>
        </p:nvSpPr>
        <p:spPr>
          <a:xfrm>
            <a:off x="8427022" y="2187692"/>
            <a:ext cx="59254" cy="10263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40" name="S08-line1014"/>
          <p:cNvSpPr/>
          <p:nvPr/>
        </p:nvSpPr>
        <p:spPr>
          <a:xfrm>
            <a:off x="8524087" y="2138235"/>
            <a:ext cx="21910" cy="4921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1" name="S08-line1015"/>
          <p:cNvSpPr/>
          <p:nvPr/>
        </p:nvSpPr>
        <p:spPr>
          <a:xfrm>
            <a:off x="8625790" y="2099195"/>
            <a:ext cx="16646" cy="512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08-line1016"/>
          <p:cNvSpPr/>
          <p:nvPr/>
        </p:nvSpPr>
        <p:spPr>
          <a:xfrm>
            <a:off x="8731017" y="2070999"/>
            <a:ext cx="11200" cy="5269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3" name="S08-line1017"/>
          <p:cNvSpPr/>
          <p:nvPr/>
        </p:nvSpPr>
        <p:spPr>
          <a:xfrm>
            <a:off x="8838614" y="2053957"/>
            <a:ext cx="5631" cy="535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4" name="S08-label1018"/>
          <p:cNvSpPr txBox="1"/>
          <p:nvPr/>
        </p:nvSpPr>
        <p:spPr>
          <a:xfrm>
            <a:off x="9098634" y="216906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800" dirty="0"/>
          </a:p>
        </p:txBody>
      </p:sp>
      <p:sp>
        <p:nvSpPr>
          <p:cNvPr id="145" name="S08-label1019"/>
          <p:cNvSpPr txBox="1"/>
          <p:nvPr/>
        </p:nvSpPr>
        <p:spPr>
          <a:xfrm>
            <a:off x="9410158" y="248059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800" dirty="0"/>
          </a:p>
        </p:txBody>
      </p:sp>
      <p:sp>
        <p:nvSpPr>
          <p:cNvPr id="146" name="S08-label1020"/>
          <p:cNvSpPr txBox="1"/>
          <p:nvPr/>
        </p:nvSpPr>
        <p:spPr>
          <a:xfrm>
            <a:off x="9524183" y="290614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800" dirty="0"/>
          </a:p>
        </p:txBody>
      </p:sp>
      <p:sp>
        <p:nvSpPr>
          <p:cNvPr id="147" name="S08-label1021"/>
          <p:cNvSpPr txBox="1"/>
          <p:nvPr/>
        </p:nvSpPr>
        <p:spPr>
          <a:xfrm>
            <a:off x="9410158" y="333169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800" dirty="0"/>
          </a:p>
        </p:txBody>
      </p:sp>
      <p:sp>
        <p:nvSpPr>
          <p:cNvPr id="148" name="S08-label1022"/>
          <p:cNvSpPr txBox="1"/>
          <p:nvPr/>
        </p:nvSpPr>
        <p:spPr>
          <a:xfrm>
            <a:off x="9098634" y="364321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800" dirty="0"/>
          </a:p>
        </p:txBody>
      </p:sp>
      <p:sp>
        <p:nvSpPr>
          <p:cNvPr id="149" name="S08-label1023"/>
          <p:cNvSpPr txBox="1"/>
          <p:nvPr/>
        </p:nvSpPr>
        <p:spPr>
          <a:xfrm>
            <a:off x="8673084" y="3757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800" dirty="0"/>
          </a:p>
        </p:txBody>
      </p:sp>
      <p:sp>
        <p:nvSpPr>
          <p:cNvPr id="150" name="S08-label1024"/>
          <p:cNvSpPr txBox="1"/>
          <p:nvPr/>
        </p:nvSpPr>
        <p:spPr>
          <a:xfrm>
            <a:off x="8247534" y="364321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800" dirty="0"/>
          </a:p>
        </p:txBody>
      </p:sp>
      <p:sp>
        <p:nvSpPr>
          <p:cNvPr id="151" name="S08-label1025"/>
          <p:cNvSpPr txBox="1"/>
          <p:nvPr/>
        </p:nvSpPr>
        <p:spPr>
          <a:xfrm>
            <a:off x="7936010" y="333169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800" dirty="0"/>
          </a:p>
        </p:txBody>
      </p:sp>
      <p:sp>
        <p:nvSpPr>
          <p:cNvPr id="152" name="S08-label1026"/>
          <p:cNvSpPr txBox="1"/>
          <p:nvPr/>
        </p:nvSpPr>
        <p:spPr>
          <a:xfrm>
            <a:off x="7821985" y="290614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800" dirty="0"/>
          </a:p>
        </p:txBody>
      </p:sp>
      <p:sp>
        <p:nvSpPr>
          <p:cNvPr id="153" name="S08-label1027"/>
          <p:cNvSpPr txBox="1"/>
          <p:nvPr/>
        </p:nvSpPr>
        <p:spPr>
          <a:xfrm>
            <a:off x="7936010" y="248059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800" dirty="0"/>
          </a:p>
        </p:txBody>
      </p:sp>
      <p:sp>
        <p:nvSpPr>
          <p:cNvPr id="154" name="S08-label1028"/>
          <p:cNvSpPr txBox="1"/>
          <p:nvPr/>
        </p:nvSpPr>
        <p:spPr>
          <a:xfrm>
            <a:off x="8247534" y="216906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1800" dirty="0"/>
          </a:p>
        </p:txBody>
      </p:sp>
      <p:sp>
        <p:nvSpPr>
          <p:cNvPr id="155" name="S08-label1029"/>
          <p:cNvSpPr txBox="1"/>
          <p:nvPr/>
        </p:nvSpPr>
        <p:spPr>
          <a:xfrm>
            <a:off x="8673084" y="205504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1800" dirty="0"/>
          </a:p>
        </p:txBody>
      </p:sp>
      <p:sp>
        <p:nvSpPr>
          <p:cNvPr id="156" name="S08-line1030"/>
          <p:cNvSpPr/>
          <p:nvPr/>
        </p:nvSpPr>
        <p:spPr>
          <a:xfrm flipV="1">
            <a:off x="8947404" y="2852006"/>
            <a:ext cx="410522" cy="237015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157" name="S08-line1031"/>
          <p:cNvSpPr/>
          <p:nvPr/>
        </p:nvSpPr>
        <p:spPr>
          <a:xfrm flipV="1">
            <a:off x="8947404" y="2399523"/>
            <a:ext cx="0" cy="689498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158" name="S08-pin1032"/>
          <p:cNvSpPr/>
          <p:nvPr/>
        </p:nvSpPr>
        <p:spPr>
          <a:xfrm>
            <a:off x="8892540" y="3034157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9" name="S08-label1033"/>
          <p:cNvSpPr txBox="1"/>
          <p:nvPr/>
        </p:nvSpPr>
        <p:spPr>
          <a:xfrm>
            <a:off x="6254496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2시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분으로 바꾸어요</a:t>
            </a:r>
            <a:endParaRPr lang="ko-KR" sz="4400" dirty="0"/>
          </a:p>
        </p:txBody>
      </p:sp>
      <p:sp>
        <p:nvSpPr>
          <p:cNvPr id="3" name="S09-text1034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1시간 20분은 몇 분일까요?</a:t>
            </a:r>
            <a:endParaRPr lang="ko-KR" sz="3200" dirty="0"/>
          </a:p>
        </p:txBody>
      </p:sp>
      <p:sp>
        <p:nvSpPr>
          <p:cNvPr id="4" name="S09-label1035"/>
          <p:cNvSpPr txBox="1"/>
          <p:nvPr/>
        </p:nvSpPr>
        <p:spPr>
          <a:xfrm>
            <a:off x="6920911" y="3461004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60분</a:t>
            </a:r>
            <a:endParaRPr lang="ko-KR" sz="2600" dirty="0"/>
          </a:p>
        </p:txBody>
      </p:sp>
      <p:sp>
        <p:nvSpPr>
          <p:cNvPr id="5" name="S09-cell1036"/>
          <p:cNvSpPr/>
          <p:nvPr/>
        </p:nvSpPr>
        <p:spPr>
          <a:xfrm>
            <a:off x="7972471" y="3461004"/>
            <a:ext cx="611307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9-cell1037"/>
          <p:cNvSpPr/>
          <p:nvPr/>
        </p:nvSpPr>
        <p:spPr>
          <a:xfrm>
            <a:off x="8583778" y="3461004"/>
            <a:ext cx="611307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9-cell1038"/>
          <p:cNvSpPr/>
          <p:nvPr/>
        </p:nvSpPr>
        <p:spPr>
          <a:xfrm>
            <a:off x="9195084" y="3461004"/>
            <a:ext cx="611307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9-cell1039"/>
          <p:cNvSpPr/>
          <p:nvPr/>
        </p:nvSpPr>
        <p:spPr>
          <a:xfrm>
            <a:off x="9806391" y="3461004"/>
            <a:ext cx="611307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9-cell1040"/>
          <p:cNvSpPr/>
          <p:nvPr/>
        </p:nvSpPr>
        <p:spPr>
          <a:xfrm>
            <a:off x="10417698" y="3461004"/>
            <a:ext cx="611307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9-cell1041"/>
          <p:cNvSpPr/>
          <p:nvPr/>
        </p:nvSpPr>
        <p:spPr>
          <a:xfrm>
            <a:off x="11029005" y="3461004"/>
            <a:ext cx="611307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9-figure1042" descr="똑같이 6칸으로 나눈 띠, 6칸 색칠"/>
          <p:cNvSpPr/>
          <p:nvPr/>
        </p:nvSpPr>
        <p:spPr>
          <a:xfrm>
            <a:off x="7972471" y="3461004"/>
            <a:ext cx="3667841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2" name="S09-label1043"/>
          <p:cNvSpPr txBox="1"/>
          <p:nvPr/>
        </p:nvSpPr>
        <p:spPr>
          <a:xfrm>
            <a:off x="6920911" y="4539996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20분</a:t>
            </a:r>
            <a:endParaRPr lang="ko-KR" sz="2600" dirty="0"/>
          </a:p>
        </p:txBody>
      </p:sp>
      <p:sp>
        <p:nvSpPr>
          <p:cNvPr id="13" name="S09-cell1044"/>
          <p:cNvSpPr/>
          <p:nvPr/>
        </p:nvSpPr>
        <p:spPr>
          <a:xfrm>
            <a:off x="7972471" y="4539996"/>
            <a:ext cx="611307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9-cell1045"/>
          <p:cNvSpPr/>
          <p:nvPr/>
        </p:nvSpPr>
        <p:spPr>
          <a:xfrm>
            <a:off x="8583778" y="4539996"/>
            <a:ext cx="611307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9-cell1046"/>
          <p:cNvSpPr/>
          <p:nvPr/>
        </p:nvSpPr>
        <p:spPr>
          <a:xfrm>
            <a:off x="9195084" y="4539996"/>
            <a:ext cx="611307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9-cell1047"/>
          <p:cNvSpPr/>
          <p:nvPr/>
        </p:nvSpPr>
        <p:spPr>
          <a:xfrm>
            <a:off x="9806391" y="4539996"/>
            <a:ext cx="611307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9-cell1048"/>
          <p:cNvSpPr/>
          <p:nvPr/>
        </p:nvSpPr>
        <p:spPr>
          <a:xfrm>
            <a:off x="10417698" y="4539996"/>
            <a:ext cx="611307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9-cell1049"/>
          <p:cNvSpPr/>
          <p:nvPr/>
        </p:nvSpPr>
        <p:spPr>
          <a:xfrm>
            <a:off x="11029005" y="4539996"/>
            <a:ext cx="611307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9-figure1050" descr="똑같이 6칸으로 나눈 띠, 2칸 색칠"/>
          <p:cNvSpPr/>
          <p:nvPr/>
        </p:nvSpPr>
        <p:spPr>
          <a:xfrm>
            <a:off x="7972471" y="4539996"/>
            <a:ext cx="3667841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0" name="S09-stepno1051"/>
          <p:cNvSpPr txBox="1"/>
          <p:nvPr/>
        </p:nvSpPr>
        <p:spPr>
          <a:xfrm>
            <a:off x="548640" y="3424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21" name="S09-text1052"/>
          <p:cNvSpPr txBox="1"/>
          <p:nvPr/>
        </p:nvSpPr>
        <p:spPr>
          <a:xfrm>
            <a:off x="1325880" y="3424428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1시간은 60분이에요.</a:t>
            </a:r>
            <a:endParaRPr lang="ko-KR" sz="3200" dirty="0"/>
          </a:p>
        </p:txBody>
      </p:sp>
      <p:sp>
        <p:nvSpPr>
          <p:cNvPr id="22" name="S09-stepno1053"/>
          <p:cNvSpPr txBox="1"/>
          <p:nvPr/>
        </p:nvSpPr>
        <p:spPr>
          <a:xfrm>
            <a:off x="548640" y="41376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23" name="S09-text1054"/>
          <p:cNvSpPr txBox="1"/>
          <p:nvPr/>
        </p:nvSpPr>
        <p:spPr>
          <a:xfrm>
            <a:off x="1325880" y="4137660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60분과 20분을 더해요.</a:t>
            </a:r>
            <a:endParaRPr lang="ko-KR" sz="3200" dirty="0"/>
          </a:p>
        </p:txBody>
      </p:sp>
      <p:sp>
        <p:nvSpPr>
          <p:cNvPr id="24" name="S09-stepno1055"/>
          <p:cNvSpPr txBox="1"/>
          <p:nvPr/>
        </p:nvSpPr>
        <p:spPr>
          <a:xfrm>
            <a:off x="548640" y="48508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25" name="S09-text1056"/>
          <p:cNvSpPr txBox="1"/>
          <p:nvPr/>
        </p:nvSpPr>
        <p:spPr>
          <a:xfrm>
            <a:off x="1325880" y="4850892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1시간 20분 = 80분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하루는 24시간</a:t>
            </a:r>
            <a:endParaRPr lang="ko-KR" sz="4400" dirty="0"/>
          </a:p>
        </p:txBody>
      </p:sp>
      <p:sp>
        <p:nvSpPr>
          <p:cNvPr id="3" name="S10-text105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칸이 1시간이에요.</a:t>
            </a:r>
            <a:endParaRPr lang="ko-KR" sz="3200" dirty="0"/>
          </a:p>
        </p:txBody>
      </p:sp>
      <p:sp>
        <p:nvSpPr>
          <p:cNvPr id="4" name="S10-card1058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0-cardtext1059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 = 24시간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오전 12시간과 오후 12시간이에요.</a:t>
            </a:r>
            <a:endParaRPr lang="ko-KR" sz="3200" dirty="0"/>
          </a:p>
        </p:txBody>
      </p:sp>
      <p:sp>
        <p:nvSpPr>
          <p:cNvPr id="6" name="S10-card1060"/>
          <p:cNvSpPr/>
          <p:nvPr/>
        </p:nvSpPr>
        <p:spPr>
          <a:xfrm>
            <a:off x="548640" y="3364484"/>
            <a:ext cx="543153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0-cardtext1061"/>
          <p:cNvSpPr txBox="1"/>
          <p:nvPr/>
        </p:nvSpPr>
        <p:spPr>
          <a:xfrm>
            <a:off x="822960" y="3501644"/>
            <a:ext cx="488289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밤 12시부터 낮 12시까지 오전</a:t>
            </a:r>
            <a:endParaRPr lang="ko-KR" sz="3200" dirty="0"/>
          </a:p>
        </p:txBody>
      </p:sp>
      <p:sp>
        <p:nvSpPr>
          <p:cNvPr id="8" name="S10-card1062"/>
          <p:cNvSpPr/>
          <p:nvPr/>
        </p:nvSpPr>
        <p:spPr>
          <a:xfrm>
            <a:off x="6208776" y="3364484"/>
            <a:ext cx="543153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0-cardtext1063"/>
          <p:cNvSpPr txBox="1"/>
          <p:nvPr/>
        </p:nvSpPr>
        <p:spPr>
          <a:xfrm>
            <a:off x="6483096" y="3501644"/>
            <a:ext cx="488289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낮 12시부터 밤 12시까지 오후</a:t>
            </a:r>
            <a:endParaRPr lang="ko-KR" sz="3200" dirty="0"/>
          </a:p>
        </p:txBody>
      </p:sp>
      <p:sp>
        <p:nvSpPr>
          <p:cNvPr id="10" name="S10-label1064"/>
          <p:cNvSpPr txBox="1"/>
          <p:nvPr/>
        </p:nvSpPr>
        <p:spPr>
          <a:xfrm>
            <a:off x="548640" y="2148840"/>
            <a:ext cx="914400" cy="296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오전</a:t>
            </a:r>
            <a:endParaRPr lang="ko-KR" sz="2600" dirty="0"/>
          </a:p>
        </p:txBody>
      </p:sp>
      <p:sp>
        <p:nvSpPr>
          <p:cNvPr id="11" name="S10-cell1065"/>
          <p:cNvSpPr/>
          <p:nvPr/>
        </p:nvSpPr>
        <p:spPr>
          <a:xfrm>
            <a:off x="1600200" y="2148840"/>
            <a:ext cx="836676" cy="29692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10-cell1066"/>
          <p:cNvSpPr/>
          <p:nvPr/>
        </p:nvSpPr>
        <p:spPr>
          <a:xfrm>
            <a:off x="2436876" y="2148840"/>
            <a:ext cx="836676" cy="29692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0-cell1067"/>
          <p:cNvSpPr/>
          <p:nvPr/>
        </p:nvSpPr>
        <p:spPr>
          <a:xfrm>
            <a:off x="3273552" y="2148840"/>
            <a:ext cx="836676" cy="29692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10-cell1068"/>
          <p:cNvSpPr/>
          <p:nvPr/>
        </p:nvSpPr>
        <p:spPr>
          <a:xfrm>
            <a:off x="4110228" y="2148840"/>
            <a:ext cx="836676" cy="29692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10-cell1069"/>
          <p:cNvSpPr/>
          <p:nvPr/>
        </p:nvSpPr>
        <p:spPr>
          <a:xfrm>
            <a:off x="4946904" y="2148840"/>
            <a:ext cx="836676" cy="29692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10-cell1070"/>
          <p:cNvSpPr/>
          <p:nvPr/>
        </p:nvSpPr>
        <p:spPr>
          <a:xfrm>
            <a:off x="5783580" y="2148840"/>
            <a:ext cx="836676" cy="29692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0-cell1071"/>
          <p:cNvSpPr/>
          <p:nvPr/>
        </p:nvSpPr>
        <p:spPr>
          <a:xfrm>
            <a:off x="6620256" y="2148840"/>
            <a:ext cx="836676" cy="29692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10-cell1072"/>
          <p:cNvSpPr/>
          <p:nvPr/>
        </p:nvSpPr>
        <p:spPr>
          <a:xfrm>
            <a:off x="7456932" y="2148840"/>
            <a:ext cx="836676" cy="29692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10-cell1073"/>
          <p:cNvSpPr/>
          <p:nvPr/>
        </p:nvSpPr>
        <p:spPr>
          <a:xfrm>
            <a:off x="8293608" y="2148840"/>
            <a:ext cx="836676" cy="29692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10-cell1074"/>
          <p:cNvSpPr/>
          <p:nvPr/>
        </p:nvSpPr>
        <p:spPr>
          <a:xfrm>
            <a:off x="9130284" y="2148840"/>
            <a:ext cx="836676" cy="29692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10-cell1075"/>
          <p:cNvSpPr/>
          <p:nvPr/>
        </p:nvSpPr>
        <p:spPr>
          <a:xfrm>
            <a:off x="9966960" y="2148840"/>
            <a:ext cx="836676" cy="29692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10-cell1076"/>
          <p:cNvSpPr/>
          <p:nvPr/>
        </p:nvSpPr>
        <p:spPr>
          <a:xfrm>
            <a:off x="10803636" y="2148840"/>
            <a:ext cx="836676" cy="29692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10-figure1077" descr="똑같이 12칸으로 나눈 띠"/>
          <p:cNvSpPr/>
          <p:nvPr/>
        </p:nvSpPr>
        <p:spPr>
          <a:xfrm>
            <a:off x="1600200" y="2148840"/>
            <a:ext cx="10040112" cy="296926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4" name="S10-label1078"/>
          <p:cNvSpPr txBox="1"/>
          <p:nvPr/>
        </p:nvSpPr>
        <p:spPr>
          <a:xfrm>
            <a:off x="548640" y="2701798"/>
            <a:ext cx="914400" cy="296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오후</a:t>
            </a:r>
            <a:endParaRPr lang="ko-KR" sz="2600" dirty="0"/>
          </a:p>
        </p:txBody>
      </p:sp>
      <p:sp>
        <p:nvSpPr>
          <p:cNvPr id="25" name="S10-cell1079"/>
          <p:cNvSpPr/>
          <p:nvPr/>
        </p:nvSpPr>
        <p:spPr>
          <a:xfrm>
            <a:off x="1600200" y="2701798"/>
            <a:ext cx="836676" cy="29692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10-cell1080"/>
          <p:cNvSpPr/>
          <p:nvPr/>
        </p:nvSpPr>
        <p:spPr>
          <a:xfrm>
            <a:off x="2436876" y="2701798"/>
            <a:ext cx="836676" cy="29692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10-cell1081"/>
          <p:cNvSpPr/>
          <p:nvPr/>
        </p:nvSpPr>
        <p:spPr>
          <a:xfrm>
            <a:off x="3273552" y="2701798"/>
            <a:ext cx="836676" cy="29692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10-cell1082"/>
          <p:cNvSpPr/>
          <p:nvPr/>
        </p:nvSpPr>
        <p:spPr>
          <a:xfrm>
            <a:off x="4110228" y="2701798"/>
            <a:ext cx="836676" cy="29692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10-cell1083"/>
          <p:cNvSpPr/>
          <p:nvPr/>
        </p:nvSpPr>
        <p:spPr>
          <a:xfrm>
            <a:off x="4946904" y="2701798"/>
            <a:ext cx="836676" cy="29692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10-cell1084"/>
          <p:cNvSpPr/>
          <p:nvPr/>
        </p:nvSpPr>
        <p:spPr>
          <a:xfrm>
            <a:off x="5783580" y="2701798"/>
            <a:ext cx="836676" cy="29692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10-cell1085"/>
          <p:cNvSpPr/>
          <p:nvPr/>
        </p:nvSpPr>
        <p:spPr>
          <a:xfrm>
            <a:off x="6620256" y="2701798"/>
            <a:ext cx="836676" cy="29692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10-cell1086"/>
          <p:cNvSpPr/>
          <p:nvPr/>
        </p:nvSpPr>
        <p:spPr>
          <a:xfrm>
            <a:off x="7456932" y="2701798"/>
            <a:ext cx="836676" cy="29692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10-cell1087"/>
          <p:cNvSpPr/>
          <p:nvPr/>
        </p:nvSpPr>
        <p:spPr>
          <a:xfrm>
            <a:off x="8293608" y="2701798"/>
            <a:ext cx="836676" cy="29692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10-cell1088"/>
          <p:cNvSpPr/>
          <p:nvPr/>
        </p:nvSpPr>
        <p:spPr>
          <a:xfrm>
            <a:off x="9130284" y="2701798"/>
            <a:ext cx="836676" cy="29692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10-cell1089"/>
          <p:cNvSpPr/>
          <p:nvPr/>
        </p:nvSpPr>
        <p:spPr>
          <a:xfrm>
            <a:off x="9966960" y="2701798"/>
            <a:ext cx="836676" cy="29692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10-cell1090"/>
          <p:cNvSpPr/>
          <p:nvPr/>
        </p:nvSpPr>
        <p:spPr>
          <a:xfrm>
            <a:off x="10803636" y="2701798"/>
            <a:ext cx="836676" cy="29692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10-figure1091" descr="똑같이 12칸으로 나눈 띠"/>
          <p:cNvSpPr/>
          <p:nvPr/>
        </p:nvSpPr>
        <p:spPr>
          <a:xfrm>
            <a:off x="1600200" y="2701798"/>
            <a:ext cx="10040112" cy="296926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시간을 바꾸어요</a:t>
            </a:r>
            <a:endParaRPr lang="ko-KR" sz="4400" dirty="0"/>
          </a:p>
        </p:txBody>
      </p:sp>
      <p:sp>
        <p:nvSpPr>
          <p:cNvPr id="3" name="S11-card109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11-cardtext109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1시간 = 60분이에요.</a:t>
            </a:r>
            <a:endParaRPr lang="ko-KR" sz="3200" dirty="0"/>
          </a:p>
        </p:txBody>
      </p:sp>
      <p:sp>
        <p:nvSpPr>
          <p:cNvPr id="5" name="S11-chip109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11-eqtext1095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1시간 = □ 분</a:t>
            </a:r>
            <a:endParaRPr lang="ko-KR" sz="3600" dirty="0"/>
          </a:p>
        </p:txBody>
      </p:sp>
      <p:sp>
        <p:nvSpPr>
          <p:cNvPr id="7" name="S11-chip1096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11-eqtext1097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1시간 30분 = □ 분</a:t>
            </a:r>
            <a:endParaRPr lang="ko-KR" sz="3600" dirty="0"/>
          </a:p>
        </p:txBody>
      </p:sp>
      <p:sp>
        <p:nvSpPr>
          <p:cNvPr id="9" name="S11-chip1098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0" name="S11-eqtext1099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70분 = □ 시간 □ 분</a:t>
            </a:r>
            <a:endParaRPr lang="ko-KR" sz="3600" dirty="0"/>
          </a:p>
        </p:txBody>
      </p:sp>
      <p:sp>
        <p:nvSpPr>
          <p:cNvPr id="11" name="S11-chip1100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2" name="S11-eqtext1101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 = □ 시간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2-text110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①②는 시각을 읽고, ③은 답해요.</a:t>
            </a:r>
            <a:endParaRPr lang="ko-KR" sz="3200" dirty="0"/>
          </a:p>
        </p:txBody>
      </p:sp>
      <p:sp>
        <p:nvSpPr>
          <p:cNvPr id="4" name="S12-card110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2-cardtext110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3시 20분에서 1시간이 지나면 몇 시 몇 분?</a:t>
            </a:r>
            <a:endParaRPr lang="ko-KR" sz="3200" dirty="0"/>
          </a:p>
        </p:txBody>
      </p:sp>
      <p:sp>
        <p:nvSpPr>
          <p:cNvPr id="6" name="S12-figure1105" descr="시계: 5시 40분"/>
          <p:cNvSpPr/>
          <p:nvPr/>
        </p:nvSpPr>
        <p:spPr>
          <a:xfrm>
            <a:off x="995553" y="2011680"/>
            <a:ext cx="2590038" cy="259003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7" name="S12-line1106"/>
          <p:cNvSpPr/>
          <p:nvPr/>
        </p:nvSpPr>
        <p:spPr>
          <a:xfrm>
            <a:off x="2290572" y="2048256"/>
            <a:ext cx="0" cy="14245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" name="S12-line1107"/>
          <p:cNvSpPr/>
          <p:nvPr/>
        </p:nvSpPr>
        <p:spPr>
          <a:xfrm flipH="1">
            <a:off x="2415347" y="2055150"/>
            <a:ext cx="6768" cy="6439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12-line1108"/>
          <p:cNvSpPr/>
          <p:nvPr/>
        </p:nvSpPr>
        <p:spPr>
          <a:xfrm flipH="1">
            <a:off x="2538755" y="2075756"/>
            <a:ext cx="13462" cy="633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12-line1109"/>
          <p:cNvSpPr/>
          <p:nvPr/>
        </p:nvSpPr>
        <p:spPr>
          <a:xfrm flipH="1">
            <a:off x="2659443" y="2109849"/>
            <a:ext cx="20009" cy="6158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12-line1110"/>
          <p:cNvSpPr/>
          <p:nvPr/>
        </p:nvSpPr>
        <p:spPr>
          <a:xfrm flipH="1">
            <a:off x="2776090" y="2157054"/>
            <a:ext cx="26337" cy="591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12-line1111"/>
          <p:cNvSpPr/>
          <p:nvPr/>
        </p:nvSpPr>
        <p:spPr>
          <a:xfrm flipH="1">
            <a:off x="2848567" y="2216855"/>
            <a:ext cx="71226" cy="12336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" name="S12-line1112"/>
          <p:cNvSpPr/>
          <p:nvPr/>
        </p:nvSpPr>
        <p:spPr>
          <a:xfrm flipH="1">
            <a:off x="2992207" y="2288597"/>
            <a:ext cx="38060" cy="523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12-line1113"/>
          <p:cNvSpPr/>
          <p:nvPr/>
        </p:nvSpPr>
        <p:spPr>
          <a:xfrm flipH="1">
            <a:off x="3089308" y="2371494"/>
            <a:ext cx="43327" cy="4811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12-line1114"/>
          <p:cNvSpPr/>
          <p:nvPr/>
        </p:nvSpPr>
        <p:spPr>
          <a:xfrm flipH="1">
            <a:off x="3177658" y="2464636"/>
            <a:ext cx="48119" cy="4332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12-line1115"/>
          <p:cNvSpPr/>
          <p:nvPr/>
        </p:nvSpPr>
        <p:spPr>
          <a:xfrm flipH="1">
            <a:off x="3256289" y="2567005"/>
            <a:ext cx="52385" cy="380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12-line1116"/>
          <p:cNvSpPr/>
          <p:nvPr/>
        </p:nvSpPr>
        <p:spPr>
          <a:xfrm flipH="1">
            <a:off x="3257048" y="2677478"/>
            <a:ext cx="123367" cy="7122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" name="S12-line1117"/>
          <p:cNvSpPr/>
          <p:nvPr/>
        </p:nvSpPr>
        <p:spPr>
          <a:xfrm flipH="1">
            <a:off x="3381064" y="2794844"/>
            <a:ext cx="59153" cy="2633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12-line1118"/>
          <p:cNvSpPr/>
          <p:nvPr/>
        </p:nvSpPr>
        <p:spPr>
          <a:xfrm flipH="1">
            <a:off x="3425841" y="2917819"/>
            <a:ext cx="61582" cy="2000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12-line1119"/>
          <p:cNvSpPr/>
          <p:nvPr/>
        </p:nvSpPr>
        <p:spPr>
          <a:xfrm flipH="1">
            <a:off x="3458179" y="3045054"/>
            <a:ext cx="63336" cy="134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12-line1120"/>
          <p:cNvSpPr/>
          <p:nvPr/>
        </p:nvSpPr>
        <p:spPr>
          <a:xfrm flipH="1">
            <a:off x="3477725" y="3175156"/>
            <a:ext cx="64396" cy="67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12-line1121"/>
          <p:cNvSpPr/>
          <p:nvPr/>
        </p:nvSpPr>
        <p:spPr>
          <a:xfrm flipH="1">
            <a:off x="3406563" y="3306699"/>
            <a:ext cx="14245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3" name="S12-line1122"/>
          <p:cNvSpPr/>
          <p:nvPr/>
        </p:nvSpPr>
        <p:spPr>
          <a:xfrm flipH="1" flipV="1">
            <a:off x="3477725" y="3431474"/>
            <a:ext cx="64396" cy="67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12-line1123"/>
          <p:cNvSpPr/>
          <p:nvPr/>
        </p:nvSpPr>
        <p:spPr>
          <a:xfrm flipH="1" flipV="1">
            <a:off x="3458179" y="3554882"/>
            <a:ext cx="63336" cy="134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12-line1124"/>
          <p:cNvSpPr/>
          <p:nvPr/>
        </p:nvSpPr>
        <p:spPr>
          <a:xfrm flipH="1" flipV="1">
            <a:off x="3425841" y="3675570"/>
            <a:ext cx="61582" cy="2000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12-line1125"/>
          <p:cNvSpPr/>
          <p:nvPr/>
        </p:nvSpPr>
        <p:spPr>
          <a:xfrm flipH="1" flipV="1">
            <a:off x="3381064" y="3792217"/>
            <a:ext cx="59153" cy="2633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12-line1126"/>
          <p:cNvSpPr/>
          <p:nvPr/>
        </p:nvSpPr>
        <p:spPr>
          <a:xfrm flipH="1" flipV="1">
            <a:off x="3257048" y="3864694"/>
            <a:ext cx="123367" cy="7122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8" name="S12-line1127"/>
          <p:cNvSpPr/>
          <p:nvPr/>
        </p:nvSpPr>
        <p:spPr>
          <a:xfrm flipH="1" flipV="1">
            <a:off x="3256289" y="4008334"/>
            <a:ext cx="52385" cy="380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12-line1128"/>
          <p:cNvSpPr/>
          <p:nvPr/>
        </p:nvSpPr>
        <p:spPr>
          <a:xfrm flipH="1" flipV="1">
            <a:off x="3177658" y="4105435"/>
            <a:ext cx="48119" cy="4332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12-line1129"/>
          <p:cNvSpPr/>
          <p:nvPr/>
        </p:nvSpPr>
        <p:spPr>
          <a:xfrm flipH="1" flipV="1">
            <a:off x="3089308" y="4193785"/>
            <a:ext cx="43327" cy="4811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12-line1130"/>
          <p:cNvSpPr/>
          <p:nvPr/>
        </p:nvSpPr>
        <p:spPr>
          <a:xfrm flipH="1" flipV="1">
            <a:off x="2992207" y="4272416"/>
            <a:ext cx="38060" cy="523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12-line1131"/>
          <p:cNvSpPr/>
          <p:nvPr/>
        </p:nvSpPr>
        <p:spPr>
          <a:xfrm flipH="1" flipV="1">
            <a:off x="2848567" y="4273175"/>
            <a:ext cx="71226" cy="12336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3" name="S12-line1132"/>
          <p:cNvSpPr/>
          <p:nvPr/>
        </p:nvSpPr>
        <p:spPr>
          <a:xfrm flipH="1" flipV="1">
            <a:off x="2776090" y="4397191"/>
            <a:ext cx="26337" cy="591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12-line1133"/>
          <p:cNvSpPr/>
          <p:nvPr/>
        </p:nvSpPr>
        <p:spPr>
          <a:xfrm flipH="1" flipV="1">
            <a:off x="2659443" y="4441968"/>
            <a:ext cx="20009" cy="6158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12-line1134"/>
          <p:cNvSpPr/>
          <p:nvPr/>
        </p:nvSpPr>
        <p:spPr>
          <a:xfrm flipH="1" flipV="1">
            <a:off x="2538755" y="4474306"/>
            <a:ext cx="13462" cy="633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12-line1135"/>
          <p:cNvSpPr/>
          <p:nvPr/>
        </p:nvSpPr>
        <p:spPr>
          <a:xfrm flipH="1" flipV="1">
            <a:off x="2415347" y="4493852"/>
            <a:ext cx="6768" cy="6439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12-line1136"/>
          <p:cNvSpPr/>
          <p:nvPr/>
        </p:nvSpPr>
        <p:spPr>
          <a:xfrm flipV="1">
            <a:off x="2290572" y="4422690"/>
            <a:ext cx="0" cy="14245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8" name="S12-line1137"/>
          <p:cNvSpPr/>
          <p:nvPr/>
        </p:nvSpPr>
        <p:spPr>
          <a:xfrm flipV="1">
            <a:off x="2159029" y="4493852"/>
            <a:ext cx="6768" cy="6439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12-line1138"/>
          <p:cNvSpPr/>
          <p:nvPr/>
        </p:nvSpPr>
        <p:spPr>
          <a:xfrm flipV="1">
            <a:off x="2028927" y="4474306"/>
            <a:ext cx="13462" cy="633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12-line1139"/>
          <p:cNvSpPr/>
          <p:nvPr/>
        </p:nvSpPr>
        <p:spPr>
          <a:xfrm flipV="1">
            <a:off x="1901692" y="4441968"/>
            <a:ext cx="20009" cy="6158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12-line1140"/>
          <p:cNvSpPr/>
          <p:nvPr/>
        </p:nvSpPr>
        <p:spPr>
          <a:xfrm flipV="1">
            <a:off x="1778717" y="4397191"/>
            <a:ext cx="26337" cy="591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12-line1141"/>
          <p:cNvSpPr/>
          <p:nvPr/>
        </p:nvSpPr>
        <p:spPr>
          <a:xfrm flipV="1">
            <a:off x="1661351" y="4273175"/>
            <a:ext cx="71226" cy="12336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3" name="S12-line1142"/>
          <p:cNvSpPr/>
          <p:nvPr/>
        </p:nvSpPr>
        <p:spPr>
          <a:xfrm flipV="1">
            <a:off x="1550878" y="4272416"/>
            <a:ext cx="38060" cy="523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12-line1143"/>
          <p:cNvSpPr/>
          <p:nvPr/>
        </p:nvSpPr>
        <p:spPr>
          <a:xfrm flipV="1">
            <a:off x="1448509" y="4193785"/>
            <a:ext cx="43327" cy="4811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12-line1144"/>
          <p:cNvSpPr/>
          <p:nvPr/>
        </p:nvSpPr>
        <p:spPr>
          <a:xfrm flipV="1">
            <a:off x="1355367" y="4105435"/>
            <a:ext cx="48119" cy="4332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12-line1145"/>
          <p:cNvSpPr/>
          <p:nvPr/>
        </p:nvSpPr>
        <p:spPr>
          <a:xfrm flipV="1">
            <a:off x="1272470" y="4008334"/>
            <a:ext cx="52385" cy="380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12-line1146"/>
          <p:cNvSpPr/>
          <p:nvPr/>
        </p:nvSpPr>
        <p:spPr>
          <a:xfrm flipV="1">
            <a:off x="1200728" y="3864694"/>
            <a:ext cx="123367" cy="7122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8" name="S12-line1147"/>
          <p:cNvSpPr/>
          <p:nvPr/>
        </p:nvSpPr>
        <p:spPr>
          <a:xfrm flipV="1">
            <a:off x="1140927" y="3792217"/>
            <a:ext cx="59153" cy="2633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12-line1148"/>
          <p:cNvSpPr/>
          <p:nvPr/>
        </p:nvSpPr>
        <p:spPr>
          <a:xfrm flipV="1">
            <a:off x="1093722" y="3675570"/>
            <a:ext cx="61582" cy="2000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12-line1149"/>
          <p:cNvSpPr/>
          <p:nvPr/>
        </p:nvSpPr>
        <p:spPr>
          <a:xfrm flipV="1">
            <a:off x="1059629" y="3554882"/>
            <a:ext cx="63336" cy="134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12-line1150"/>
          <p:cNvSpPr/>
          <p:nvPr/>
        </p:nvSpPr>
        <p:spPr>
          <a:xfrm flipV="1">
            <a:off x="1039023" y="3431474"/>
            <a:ext cx="64396" cy="67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12-line1151"/>
          <p:cNvSpPr/>
          <p:nvPr/>
        </p:nvSpPr>
        <p:spPr>
          <a:xfrm>
            <a:off x="1032129" y="3306699"/>
            <a:ext cx="14245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3" name="S12-line1152"/>
          <p:cNvSpPr/>
          <p:nvPr/>
        </p:nvSpPr>
        <p:spPr>
          <a:xfrm>
            <a:off x="1039023" y="3175156"/>
            <a:ext cx="64396" cy="67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12-line1153"/>
          <p:cNvSpPr/>
          <p:nvPr/>
        </p:nvSpPr>
        <p:spPr>
          <a:xfrm>
            <a:off x="1059629" y="3045054"/>
            <a:ext cx="63336" cy="134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12-line1154"/>
          <p:cNvSpPr/>
          <p:nvPr/>
        </p:nvSpPr>
        <p:spPr>
          <a:xfrm>
            <a:off x="1093722" y="2917819"/>
            <a:ext cx="61582" cy="2000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12-line1155"/>
          <p:cNvSpPr/>
          <p:nvPr/>
        </p:nvSpPr>
        <p:spPr>
          <a:xfrm>
            <a:off x="1140927" y="2794844"/>
            <a:ext cx="59153" cy="2633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12-line1156"/>
          <p:cNvSpPr/>
          <p:nvPr/>
        </p:nvSpPr>
        <p:spPr>
          <a:xfrm>
            <a:off x="1200728" y="2677478"/>
            <a:ext cx="123367" cy="7122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8" name="S12-line1157"/>
          <p:cNvSpPr/>
          <p:nvPr/>
        </p:nvSpPr>
        <p:spPr>
          <a:xfrm>
            <a:off x="1272470" y="2567005"/>
            <a:ext cx="52385" cy="380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12-line1158"/>
          <p:cNvSpPr/>
          <p:nvPr/>
        </p:nvSpPr>
        <p:spPr>
          <a:xfrm>
            <a:off x="1355367" y="2464636"/>
            <a:ext cx="48119" cy="4332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12-line1159"/>
          <p:cNvSpPr/>
          <p:nvPr/>
        </p:nvSpPr>
        <p:spPr>
          <a:xfrm>
            <a:off x="1448509" y="2371494"/>
            <a:ext cx="43327" cy="4811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12-line1160"/>
          <p:cNvSpPr/>
          <p:nvPr/>
        </p:nvSpPr>
        <p:spPr>
          <a:xfrm>
            <a:off x="1550878" y="2288597"/>
            <a:ext cx="38060" cy="523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12-line1161"/>
          <p:cNvSpPr/>
          <p:nvPr/>
        </p:nvSpPr>
        <p:spPr>
          <a:xfrm>
            <a:off x="1661350" y="2216855"/>
            <a:ext cx="71226" cy="12336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3" name="S12-line1162"/>
          <p:cNvSpPr/>
          <p:nvPr/>
        </p:nvSpPr>
        <p:spPr>
          <a:xfrm>
            <a:off x="1778717" y="2157054"/>
            <a:ext cx="26337" cy="591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12-line1163"/>
          <p:cNvSpPr/>
          <p:nvPr/>
        </p:nvSpPr>
        <p:spPr>
          <a:xfrm>
            <a:off x="1901692" y="2109849"/>
            <a:ext cx="20009" cy="6158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12-line1164"/>
          <p:cNvSpPr/>
          <p:nvPr/>
        </p:nvSpPr>
        <p:spPr>
          <a:xfrm>
            <a:off x="2028927" y="2075756"/>
            <a:ext cx="13462" cy="633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12-line1165"/>
          <p:cNvSpPr/>
          <p:nvPr/>
        </p:nvSpPr>
        <p:spPr>
          <a:xfrm>
            <a:off x="2159029" y="2055150"/>
            <a:ext cx="6768" cy="6439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12-label1166"/>
          <p:cNvSpPr txBox="1"/>
          <p:nvPr/>
        </p:nvSpPr>
        <p:spPr>
          <a:xfrm>
            <a:off x="2527785" y="22378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100" dirty="0"/>
          </a:p>
        </p:txBody>
      </p:sp>
      <p:sp>
        <p:nvSpPr>
          <p:cNvPr id="68" name="S12-label1167"/>
          <p:cNvSpPr txBox="1"/>
          <p:nvPr/>
        </p:nvSpPr>
        <p:spPr>
          <a:xfrm>
            <a:off x="2902252" y="261228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100" dirty="0"/>
          </a:p>
        </p:txBody>
      </p:sp>
      <p:sp>
        <p:nvSpPr>
          <p:cNvPr id="69" name="S12-label1168"/>
          <p:cNvSpPr txBox="1"/>
          <p:nvPr/>
        </p:nvSpPr>
        <p:spPr>
          <a:xfrm>
            <a:off x="3039317" y="31238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100" dirty="0"/>
          </a:p>
        </p:txBody>
      </p:sp>
      <p:sp>
        <p:nvSpPr>
          <p:cNvPr id="70" name="S12-label1169"/>
          <p:cNvSpPr txBox="1"/>
          <p:nvPr/>
        </p:nvSpPr>
        <p:spPr>
          <a:xfrm>
            <a:off x="2902252" y="363535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100" dirty="0"/>
          </a:p>
        </p:txBody>
      </p:sp>
      <p:sp>
        <p:nvSpPr>
          <p:cNvPr id="71" name="S12-label1170"/>
          <p:cNvSpPr txBox="1"/>
          <p:nvPr/>
        </p:nvSpPr>
        <p:spPr>
          <a:xfrm>
            <a:off x="2527785" y="40098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100" dirty="0"/>
          </a:p>
        </p:txBody>
      </p:sp>
      <p:sp>
        <p:nvSpPr>
          <p:cNvPr id="72" name="S12-label1171"/>
          <p:cNvSpPr txBox="1"/>
          <p:nvPr/>
        </p:nvSpPr>
        <p:spPr>
          <a:xfrm>
            <a:off x="2016252" y="41468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100" dirty="0"/>
          </a:p>
        </p:txBody>
      </p:sp>
      <p:sp>
        <p:nvSpPr>
          <p:cNvPr id="73" name="S12-label1172"/>
          <p:cNvSpPr txBox="1"/>
          <p:nvPr/>
        </p:nvSpPr>
        <p:spPr>
          <a:xfrm>
            <a:off x="1504719" y="40098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100" dirty="0"/>
          </a:p>
        </p:txBody>
      </p:sp>
      <p:sp>
        <p:nvSpPr>
          <p:cNvPr id="74" name="S12-label1173"/>
          <p:cNvSpPr txBox="1"/>
          <p:nvPr/>
        </p:nvSpPr>
        <p:spPr>
          <a:xfrm>
            <a:off x="1130252" y="363535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100" dirty="0"/>
          </a:p>
        </p:txBody>
      </p:sp>
      <p:sp>
        <p:nvSpPr>
          <p:cNvPr id="75" name="S12-label1174"/>
          <p:cNvSpPr txBox="1"/>
          <p:nvPr/>
        </p:nvSpPr>
        <p:spPr>
          <a:xfrm>
            <a:off x="993187" y="31238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100" dirty="0"/>
          </a:p>
        </p:txBody>
      </p:sp>
      <p:sp>
        <p:nvSpPr>
          <p:cNvPr id="76" name="S12-label1175"/>
          <p:cNvSpPr txBox="1"/>
          <p:nvPr/>
        </p:nvSpPr>
        <p:spPr>
          <a:xfrm>
            <a:off x="1130252" y="261228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100" dirty="0"/>
          </a:p>
        </p:txBody>
      </p:sp>
      <p:sp>
        <p:nvSpPr>
          <p:cNvPr id="77" name="S12-label1176"/>
          <p:cNvSpPr txBox="1"/>
          <p:nvPr/>
        </p:nvSpPr>
        <p:spPr>
          <a:xfrm>
            <a:off x="1504719" y="22378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100" dirty="0"/>
          </a:p>
        </p:txBody>
      </p:sp>
      <p:sp>
        <p:nvSpPr>
          <p:cNvPr id="78" name="S12-label1177"/>
          <p:cNvSpPr txBox="1"/>
          <p:nvPr/>
        </p:nvSpPr>
        <p:spPr>
          <a:xfrm>
            <a:off x="2016252" y="210075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100" dirty="0"/>
          </a:p>
        </p:txBody>
      </p:sp>
      <p:sp>
        <p:nvSpPr>
          <p:cNvPr id="79" name="S12-line1178"/>
          <p:cNvSpPr/>
          <p:nvPr/>
        </p:nvSpPr>
        <p:spPr>
          <a:xfrm>
            <a:off x="2290572" y="3306699"/>
            <a:ext cx="98946" cy="561152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80" name="S12-line1179"/>
          <p:cNvSpPr/>
          <p:nvPr/>
        </p:nvSpPr>
        <p:spPr>
          <a:xfrm flipH="1">
            <a:off x="1572800" y="3306699"/>
            <a:ext cx="717772" cy="414406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81" name="S12-pin1180"/>
          <p:cNvSpPr/>
          <p:nvPr/>
        </p:nvSpPr>
        <p:spPr>
          <a:xfrm>
            <a:off x="2235708" y="3251835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2" name="S12-label1181"/>
          <p:cNvSpPr txBox="1"/>
          <p:nvPr/>
        </p:nvSpPr>
        <p:spPr>
          <a:xfrm>
            <a:off x="548640" y="467487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83" name="S12-figure1182" descr="시계: 10시 13분"/>
          <p:cNvSpPr/>
          <p:nvPr/>
        </p:nvSpPr>
        <p:spPr>
          <a:xfrm>
            <a:off x="4799457" y="2011680"/>
            <a:ext cx="2590038" cy="259003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84" name="S12-line1183"/>
          <p:cNvSpPr/>
          <p:nvPr/>
        </p:nvSpPr>
        <p:spPr>
          <a:xfrm>
            <a:off x="6094476" y="2048256"/>
            <a:ext cx="0" cy="14245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5" name="S12-line1184"/>
          <p:cNvSpPr/>
          <p:nvPr/>
        </p:nvSpPr>
        <p:spPr>
          <a:xfrm flipH="1">
            <a:off x="6219251" y="2055150"/>
            <a:ext cx="6768" cy="6439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12-line1185"/>
          <p:cNvSpPr/>
          <p:nvPr/>
        </p:nvSpPr>
        <p:spPr>
          <a:xfrm flipH="1">
            <a:off x="6342659" y="2075756"/>
            <a:ext cx="13462" cy="633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12-line1186"/>
          <p:cNvSpPr/>
          <p:nvPr/>
        </p:nvSpPr>
        <p:spPr>
          <a:xfrm flipH="1">
            <a:off x="6463347" y="2109849"/>
            <a:ext cx="20009" cy="6158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12-line1187"/>
          <p:cNvSpPr/>
          <p:nvPr/>
        </p:nvSpPr>
        <p:spPr>
          <a:xfrm flipH="1">
            <a:off x="6579994" y="2157054"/>
            <a:ext cx="26337" cy="591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12-line1188"/>
          <p:cNvSpPr/>
          <p:nvPr/>
        </p:nvSpPr>
        <p:spPr>
          <a:xfrm flipH="1">
            <a:off x="6652471" y="2216855"/>
            <a:ext cx="71226" cy="12336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0" name="S12-line1189"/>
          <p:cNvSpPr/>
          <p:nvPr/>
        </p:nvSpPr>
        <p:spPr>
          <a:xfrm flipH="1">
            <a:off x="6796111" y="2288597"/>
            <a:ext cx="38060" cy="523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12-line1190"/>
          <p:cNvSpPr/>
          <p:nvPr/>
        </p:nvSpPr>
        <p:spPr>
          <a:xfrm flipH="1">
            <a:off x="6893212" y="2371494"/>
            <a:ext cx="43327" cy="4811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12-line1191"/>
          <p:cNvSpPr/>
          <p:nvPr/>
        </p:nvSpPr>
        <p:spPr>
          <a:xfrm flipH="1">
            <a:off x="6981562" y="2464636"/>
            <a:ext cx="48119" cy="4332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12-line1192"/>
          <p:cNvSpPr/>
          <p:nvPr/>
        </p:nvSpPr>
        <p:spPr>
          <a:xfrm flipH="1">
            <a:off x="7060193" y="2567005"/>
            <a:ext cx="52385" cy="380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4" name="S12-line1193"/>
          <p:cNvSpPr/>
          <p:nvPr/>
        </p:nvSpPr>
        <p:spPr>
          <a:xfrm flipH="1">
            <a:off x="7060952" y="2677478"/>
            <a:ext cx="123367" cy="7122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5" name="S12-line1194"/>
          <p:cNvSpPr/>
          <p:nvPr/>
        </p:nvSpPr>
        <p:spPr>
          <a:xfrm flipH="1">
            <a:off x="7184968" y="2794844"/>
            <a:ext cx="59153" cy="2633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12-line1195"/>
          <p:cNvSpPr/>
          <p:nvPr/>
        </p:nvSpPr>
        <p:spPr>
          <a:xfrm flipH="1">
            <a:off x="7229745" y="2917819"/>
            <a:ext cx="61582" cy="2000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12-line1196"/>
          <p:cNvSpPr/>
          <p:nvPr/>
        </p:nvSpPr>
        <p:spPr>
          <a:xfrm flipH="1">
            <a:off x="7262083" y="3045054"/>
            <a:ext cx="63336" cy="134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12-line1197"/>
          <p:cNvSpPr/>
          <p:nvPr/>
        </p:nvSpPr>
        <p:spPr>
          <a:xfrm flipH="1">
            <a:off x="7281629" y="3175156"/>
            <a:ext cx="64396" cy="67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9" name="S12-line1198"/>
          <p:cNvSpPr/>
          <p:nvPr/>
        </p:nvSpPr>
        <p:spPr>
          <a:xfrm flipH="1">
            <a:off x="7210467" y="3306699"/>
            <a:ext cx="14245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0" name="S12-line1199"/>
          <p:cNvSpPr/>
          <p:nvPr/>
        </p:nvSpPr>
        <p:spPr>
          <a:xfrm flipH="1" flipV="1">
            <a:off x="7281629" y="3431474"/>
            <a:ext cx="64396" cy="67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12-line1200"/>
          <p:cNvSpPr/>
          <p:nvPr/>
        </p:nvSpPr>
        <p:spPr>
          <a:xfrm flipH="1" flipV="1">
            <a:off x="7262083" y="3554882"/>
            <a:ext cx="63336" cy="134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12-line1201"/>
          <p:cNvSpPr/>
          <p:nvPr/>
        </p:nvSpPr>
        <p:spPr>
          <a:xfrm flipH="1" flipV="1">
            <a:off x="7229745" y="3675570"/>
            <a:ext cx="61582" cy="2000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12-line1202"/>
          <p:cNvSpPr/>
          <p:nvPr/>
        </p:nvSpPr>
        <p:spPr>
          <a:xfrm flipH="1" flipV="1">
            <a:off x="7184968" y="3792217"/>
            <a:ext cx="59153" cy="2633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4" name="S12-line1203"/>
          <p:cNvSpPr/>
          <p:nvPr/>
        </p:nvSpPr>
        <p:spPr>
          <a:xfrm flipH="1" flipV="1">
            <a:off x="7060952" y="3864694"/>
            <a:ext cx="123367" cy="7122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5" name="S12-line1204"/>
          <p:cNvSpPr/>
          <p:nvPr/>
        </p:nvSpPr>
        <p:spPr>
          <a:xfrm flipH="1" flipV="1">
            <a:off x="7060193" y="4008334"/>
            <a:ext cx="52385" cy="380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6" name="S12-line1205"/>
          <p:cNvSpPr/>
          <p:nvPr/>
        </p:nvSpPr>
        <p:spPr>
          <a:xfrm flipH="1" flipV="1">
            <a:off x="6981562" y="4105435"/>
            <a:ext cx="48119" cy="4332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12-line1206"/>
          <p:cNvSpPr/>
          <p:nvPr/>
        </p:nvSpPr>
        <p:spPr>
          <a:xfrm flipH="1" flipV="1">
            <a:off x="6893212" y="4193785"/>
            <a:ext cx="43327" cy="4811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12-line1207"/>
          <p:cNvSpPr/>
          <p:nvPr/>
        </p:nvSpPr>
        <p:spPr>
          <a:xfrm flipH="1" flipV="1">
            <a:off x="6796111" y="4272416"/>
            <a:ext cx="38060" cy="523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9" name="S12-line1208"/>
          <p:cNvSpPr/>
          <p:nvPr/>
        </p:nvSpPr>
        <p:spPr>
          <a:xfrm flipH="1" flipV="1">
            <a:off x="6652471" y="4273175"/>
            <a:ext cx="71226" cy="12336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0" name="S12-line1209"/>
          <p:cNvSpPr/>
          <p:nvPr/>
        </p:nvSpPr>
        <p:spPr>
          <a:xfrm flipH="1" flipV="1">
            <a:off x="6579994" y="4397191"/>
            <a:ext cx="26337" cy="591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1" name="S12-line1210"/>
          <p:cNvSpPr/>
          <p:nvPr/>
        </p:nvSpPr>
        <p:spPr>
          <a:xfrm flipH="1" flipV="1">
            <a:off x="6463347" y="4441968"/>
            <a:ext cx="20009" cy="6158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12-line1211"/>
          <p:cNvSpPr/>
          <p:nvPr/>
        </p:nvSpPr>
        <p:spPr>
          <a:xfrm flipH="1" flipV="1">
            <a:off x="6342659" y="4474306"/>
            <a:ext cx="13462" cy="633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12-line1212"/>
          <p:cNvSpPr/>
          <p:nvPr/>
        </p:nvSpPr>
        <p:spPr>
          <a:xfrm flipH="1" flipV="1">
            <a:off x="6219251" y="4493852"/>
            <a:ext cx="6768" cy="6439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4" name="S12-line1213"/>
          <p:cNvSpPr/>
          <p:nvPr/>
        </p:nvSpPr>
        <p:spPr>
          <a:xfrm flipV="1">
            <a:off x="6094476" y="4422690"/>
            <a:ext cx="0" cy="14245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5" name="S12-line1214"/>
          <p:cNvSpPr/>
          <p:nvPr/>
        </p:nvSpPr>
        <p:spPr>
          <a:xfrm flipV="1">
            <a:off x="5962933" y="4493852"/>
            <a:ext cx="6768" cy="6439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6" name="S12-line1215"/>
          <p:cNvSpPr/>
          <p:nvPr/>
        </p:nvSpPr>
        <p:spPr>
          <a:xfrm flipV="1">
            <a:off x="5832831" y="4474306"/>
            <a:ext cx="13462" cy="633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12-line1216"/>
          <p:cNvSpPr/>
          <p:nvPr/>
        </p:nvSpPr>
        <p:spPr>
          <a:xfrm flipV="1">
            <a:off x="5705596" y="4441968"/>
            <a:ext cx="20009" cy="6158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12-line1217"/>
          <p:cNvSpPr/>
          <p:nvPr/>
        </p:nvSpPr>
        <p:spPr>
          <a:xfrm flipV="1">
            <a:off x="5582621" y="4397191"/>
            <a:ext cx="26337" cy="591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9" name="S12-line1218"/>
          <p:cNvSpPr/>
          <p:nvPr/>
        </p:nvSpPr>
        <p:spPr>
          <a:xfrm flipV="1">
            <a:off x="5465255" y="4273175"/>
            <a:ext cx="71226" cy="12336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0" name="S12-line1219"/>
          <p:cNvSpPr/>
          <p:nvPr/>
        </p:nvSpPr>
        <p:spPr>
          <a:xfrm flipV="1">
            <a:off x="5354782" y="4272416"/>
            <a:ext cx="38060" cy="523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1" name="S12-line1220"/>
          <p:cNvSpPr/>
          <p:nvPr/>
        </p:nvSpPr>
        <p:spPr>
          <a:xfrm flipV="1">
            <a:off x="5252413" y="4193785"/>
            <a:ext cx="43327" cy="4811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12-line1221"/>
          <p:cNvSpPr/>
          <p:nvPr/>
        </p:nvSpPr>
        <p:spPr>
          <a:xfrm flipV="1">
            <a:off x="5159271" y="4105435"/>
            <a:ext cx="48119" cy="4332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3" name="S12-line1222"/>
          <p:cNvSpPr/>
          <p:nvPr/>
        </p:nvSpPr>
        <p:spPr>
          <a:xfrm flipV="1">
            <a:off x="5076374" y="4008334"/>
            <a:ext cx="52385" cy="380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4" name="S12-line1223"/>
          <p:cNvSpPr/>
          <p:nvPr/>
        </p:nvSpPr>
        <p:spPr>
          <a:xfrm flipV="1">
            <a:off x="5004632" y="3864694"/>
            <a:ext cx="123367" cy="7122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5" name="S12-line1224"/>
          <p:cNvSpPr/>
          <p:nvPr/>
        </p:nvSpPr>
        <p:spPr>
          <a:xfrm flipV="1">
            <a:off x="4944831" y="3792217"/>
            <a:ext cx="59153" cy="2633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6" name="S12-line1225"/>
          <p:cNvSpPr/>
          <p:nvPr/>
        </p:nvSpPr>
        <p:spPr>
          <a:xfrm flipV="1">
            <a:off x="4897626" y="3675570"/>
            <a:ext cx="61582" cy="2000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12-line1226"/>
          <p:cNvSpPr/>
          <p:nvPr/>
        </p:nvSpPr>
        <p:spPr>
          <a:xfrm flipV="1">
            <a:off x="4863533" y="3554882"/>
            <a:ext cx="63336" cy="134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8" name="S12-line1227"/>
          <p:cNvSpPr/>
          <p:nvPr/>
        </p:nvSpPr>
        <p:spPr>
          <a:xfrm flipV="1">
            <a:off x="4842927" y="3431474"/>
            <a:ext cx="64396" cy="67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9" name="S12-line1228"/>
          <p:cNvSpPr/>
          <p:nvPr/>
        </p:nvSpPr>
        <p:spPr>
          <a:xfrm>
            <a:off x="4836033" y="3306699"/>
            <a:ext cx="14245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0" name="S12-line1229"/>
          <p:cNvSpPr/>
          <p:nvPr/>
        </p:nvSpPr>
        <p:spPr>
          <a:xfrm>
            <a:off x="4842927" y="3175156"/>
            <a:ext cx="64396" cy="67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1" name="S12-line1230"/>
          <p:cNvSpPr/>
          <p:nvPr/>
        </p:nvSpPr>
        <p:spPr>
          <a:xfrm>
            <a:off x="4863533" y="3045054"/>
            <a:ext cx="63336" cy="134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12-line1231"/>
          <p:cNvSpPr/>
          <p:nvPr/>
        </p:nvSpPr>
        <p:spPr>
          <a:xfrm>
            <a:off x="4897626" y="2917819"/>
            <a:ext cx="61582" cy="2000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3" name="S12-line1232"/>
          <p:cNvSpPr/>
          <p:nvPr/>
        </p:nvSpPr>
        <p:spPr>
          <a:xfrm>
            <a:off x="4944831" y="2794844"/>
            <a:ext cx="59153" cy="2633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4" name="S12-line1233"/>
          <p:cNvSpPr/>
          <p:nvPr/>
        </p:nvSpPr>
        <p:spPr>
          <a:xfrm>
            <a:off x="5004632" y="2677478"/>
            <a:ext cx="123367" cy="7122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5" name="S12-line1234"/>
          <p:cNvSpPr/>
          <p:nvPr/>
        </p:nvSpPr>
        <p:spPr>
          <a:xfrm>
            <a:off x="5076374" y="2567005"/>
            <a:ext cx="52385" cy="380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6" name="S12-line1235"/>
          <p:cNvSpPr/>
          <p:nvPr/>
        </p:nvSpPr>
        <p:spPr>
          <a:xfrm>
            <a:off x="5159271" y="2464636"/>
            <a:ext cx="48119" cy="4332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12-line1236"/>
          <p:cNvSpPr/>
          <p:nvPr/>
        </p:nvSpPr>
        <p:spPr>
          <a:xfrm>
            <a:off x="5252413" y="2371494"/>
            <a:ext cx="43327" cy="4811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8" name="S12-line1237"/>
          <p:cNvSpPr/>
          <p:nvPr/>
        </p:nvSpPr>
        <p:spPr>
          <a:xfrm>
            <a:off x="5354782" y="2288597"/>
            <a:ext cx="38060" cy="523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9" name="S12-line1238"/>
          <p:cNvSpPr/>
          <p:nvPr/>
        </p:nvSpPr>
        <p:spPr>
          <a:xfrm>
            <a:off x="5465255" y="2216855"/>
            <a:ext cx="71226" cy="12336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40" name="S12-line1239"/>
          <p:cNvSpPr/>
          <p:nvPr/>
        </p:nvSpPr>
        <p:spPr>
          <a:xfrm>
            <a:off x="5582621" y="2157054"/>
            <a:ext cx="26337" cy="591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1" name="S12-line1240"/>
          <p:cNvSpPr/>
          <p:nvPr/>
        </p:nvSpPr>
        <p:spPr>
          <a:xfrm>
            <a:off x="5705596" y="2109849"/>
            <a:ext cx="20009" cy="6158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12-line1241"/>
          <p:cNvSpPr/>
          <p:nvPr/>
        </p:nvSpPr>
        <p:spPr>
          <a:xfrm>
            <a:off x="5832831" y="2075756"/>
            <a:ext cx="13462" cy="633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3" name="S12-line1242"/>
          <p:cNvSpPr/>
          <p:nvPr/>
        </p:nvSpPr>
        <p:spPr>
          <a:xfrm>
            <a:off x="5962933" y="2055150"/>
            <a:ext cx="6768" cy="6439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4" name="S12-label1243"/>
          <p:cNvSpPr txBox="1"/>
          <p:nvPr/>
        </p:nvSpPr>
        <p:spPr>
          <a:xfrm>
            <a:off x="6331689" y="22378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100" dirty="0"/>
          </a:p>
        </p:txBody>
      </p:sp>
      <p:sp>
        <p:nvSpPr>
          <p:cNvPr id="145" name="S12-label1244"/>
          <p:cNvSpPr txBox="1"/>
          <p:nvPr/>
        </p:nvSpPr>
        <p:spPr>
          <a:xfrm>
            <a:off x="6706156" y="261228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100" dirty="0"/>
          </a:p>
        </p:txBody>
      </p:sp>
      <p:sp>
        <p:nvSpPr>
          <p:cNvPr id="146" name="S12-label1245"/>
          <p:cNvSpPr txBox="1"/>
          <p:nvPr/>
        </p:nvSpPr>
        <p:spPr>
          <a:xfrm>
            <a:off x="6843221" y="31238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100" dirty="0"/>
          </a:p>
        </p:txBody>
      </p:sp>
      <p:sp>
        <p:nvSpPr>
          <p:cNvPr id="147" name="S12-label1246"/>
          <p:cNvSpPr txBox="1"/>
          <p:nvPr/>
        </p:nvSpPr>
        <p:spPr>
          <a:xfrm>
            <a:off x="6706156" y="363535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100" dirty="0"/>
          </a:p>
        </p:txBody>
      </p:sp>
      <p:sp>
        <p:nvSpPr>
          <p:cNvPr id="148" name="S12-label1247"/>
          <p:cNvSpPr txBox="1"/>
          <p:nvPr/>
        </p:nvSpPr>
        <p:spPr>
          <a:xfrm>
            <a:off x="6331689" y="40098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100" dirty="0"/>
          </a:p>
        </p:txBody>
      </p:sp>
      <p:sp>
        <p:nvSpPr>
          <p:cNvPr id="149" name="S12-label1248"/>
          <p:cNvSpPr txBox="1"/>
          <p:nvPr/>
        </p:nvSpPr>
        <p:spPr>
          <a:xfrm>
            <a:off x="5820156" y="41468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100" dirty="0"/>
          </a:p>
        </p:txBody>
      </p:sp>
      <p:sp>
        <p:nvSpPr>
          <p:cNvPr id="150" name="S12-label1249"/>
          <p:cNvSpPr txBox="1"/>
          <p:nvPr/>
        </p:nvSpPr>
        <p:spPr>
          <a:xfrm>
            <a:off x="5308623" y="40098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100" dirty="0"/>
          </a:p>
        </p:txBody>
      </p:sp>
      <p:sp>
        <p:nvSpPr>
          <p:cNvPr id="151" name="S12-label1250"/>
          <p:cNvSpPr txBox="1"/>
          <p:nvPr/>
        </p:nvSpPr>
        <p:spPr>
          <a:xfrm>
            <a:off x="4934156" y="363535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100" dirty="0"/>
          </a:p>
        </p:txBody>
      </p:sp>
      <p:sp>
        <p:nvSpPr>
          <p:cNvPr id="152" name="S12-label1251"/>
          <p:cNvSpPr txBox="1"/>
          <p:nvPr/>
        </p:nvSpPr>
        <p:spPr>
          <a:xfrm>
            <a:off x="4797091" y="31238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100" dirty="0"/>
          </a:p>
        </p:txBody>
      </p:sp>
      <p:sp>
        <p:nvSpPr>
          <p:cNvPr id="153" name="S12-label1252"/>
          <p:cNvSpPr txBox="1"/>
          <p:nvPr/>
        </p:nvSpPr>
        <p:spPr>
          <a:xfrm>
            <a:off x="4934156" y="261228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100" dirty="0"/>
          </a:p>
        </p:txBody>
      </p:sp>
      <p:sp>
        <p:nvSpPr>
          <p:cNvPr id="154" name="S12-label1253"/>
          <p:cNvSpPr txBox="1"/>
          <p:nvPr/>
        </p:nvSpPr>
        <p:spPr>
          <a:xfrm>
            <a:off x="5308623" y="22378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100" dirty="0"/>
          </a:p>
        </p:txBody>
      </p:sp>
      <p:sp>
        <p:nvSpPr>
          <p:cNvPr id="155" name="S12-label1254"/>
          <p:cNvSpPr txBox="1"/>
          <p:nvPr/>
        </p:nvSpPr>
        <p:spPr>
          <a:xfrm>
            <a:off x="5820156" y="210075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100" dirty="0"/>
          </a:p>
        </p:txBody>
      </p:sp>
      <p:sp>
        <p:nvSpPr>
          <p:cNvPr id="156" name="S12-line1255"/>
          <p:cNvSpPr/>
          <p:nvPr/>
        </p:nvSpPr>
        <p:spPr>
          <a:xfrm flipH="1" flipV="1">
            <a:off x="5636432" y="2967764"/>
            <a:ext cx="458044" cy="338935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157" name="S12-line1256"/>
          <p:cNvSpPr/>
          <p:nvPr/>
        </p:nvSpPr>
        <p:spPr>
          <a:xfrm flipV="1">
            <a:off x="6094476" y="3134379"/>
            <a:ext cx="810701" cy="172320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158" name="S12-pin1257"/>
          <p:cNvSpPr/>
          <p:nvPr/>
        </p:nvSpPr>
        <p:spPr>
          <a:xfrm>
            <a:off x="6039612" y="3251835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9" name="S12-label1258"/>
          <p:cNvSpPr txBox="1"/>
          <p:nvPr/>
        </p:nvSpPr>
        <p:spPr>
          <a:xfrm>
            <a:off x="4352544" y="467487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160" name="S12-bigtext1259"/>
          <p:cNvSpPr txBox="1"/>
          <p:nvPr/>
        </p:nvSpPr>
        <p:spPr>
          <a:xfrm>
            <a:off x="8156448" y="2011680"/>
            <a:ext cx="3483864" cy="259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1시간 15분은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분?</a:t>
            </a:r>
            <a:endParaRPr lang="ko-KR" sz="3000" dirty="0"/>
          </a:p>
        </p:txBody>
      </p:sp>
      <p:sp>
        <p:nvSpPr>
          <p:cNvPr id="161" name="S12-label1260"/>
          <p:cNvSpPr txBox="1"/>
          <p:nvPr/>
        </p:nvSpPr>
        <p:spPr>
          <a:xfrm>
            <a:off x="8156448" y="467487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1시간 뒤는?</a:t>
            </a:r>
            <a:endParaRPr lang="ko-KR" sz="4400" dirty="0"/>
          </a:p>
        </p:txBody>
      </p:sp>
      <p:sp>
        <p:nvSpPr>
          <p:cNvPr id="3" name="S14-text126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2시 30분에서 1시간이 지났어요.</a:t>
            </a:r>
            <a:endParaRPr lang="ko-KR" sz="3200" dirty="0"/>
          </a:p>
        </p:txBody>
      </p:sp>
      <p:sp>
        <p:nvSpPr>
          <p:cNvPr id="4" name="S14-card126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4-cardtext126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알았는지 말해 보세요.</a:t>
            </a:r>
            <a:endParaRPr lang="ko-KR" sz="3200" dirty="0"/>
          </a:p>
        </p:txBody>
      </p:sp>
      <p:sp>
        <p:nvSpPr>
          <p:cNvPr id="6" name="S14-chip1264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4-figure1265" descr="시계: 2시 31분"/>
          <p:cNvSpPr/>
          <p:nvPr/>
        </p:nvSpPr>
        <p:spPr>
          <a:xfrm>
            <a:off x="1072896" y="2715768"/>
            <a:ext cx="2404872" cy="240487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8" name="S14-line1266"/>
          <p:cNvSpPr/>
          <p:nvPr/>
        </p:nvSpPr>
        <p:spPr>
          <a:xfrm>
            <a:off x="2275332" y="2752344"/>
            <a:ext cx="0" cy="13226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" name="S14-line1267"/>
          <p:cNvSpPr/>
          <p:nvPr/>
        </p:nvSpPr>
        <p:spPr>
          <a:xfrm flipH="1">
            <a:off x="2390913" y="2758731"/>
            <a:ext cx="6284" cy="597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14-line1268"/>
          <p:cNvSpPr/>
          <p:nvPr/>
        </p:nvSpPr>
        <p:spPr>
          <a:xfrm flipH="1">
            <a:off x="2505228" y="2777821"/>
            <a:ext cx="12500" cy="588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14-line1269"/>
          <p:cNvSpPr/>
          <p:nvPr/>
        </p:nvSpPr>
        <p:spPr>
          <a:xfrm flipH="1">
            <a:off x="2617024" y="2809405"/>
            <a:ext cx="18579" cy="571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14-line1270"/>
          <p:cNvSpPr/>
          <p:nvPr/>
        </p:nvSpPr>
        <p:spPr>
          <a:xfrm flipH="1">
            <a:off x="2725076" y="2853138"/>
            <a:ext cx="24454" cy="549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14-line1271"/>
          <p:cNvSpPr/>
          <p:nvPr/>
        </p:nvSpPr>
        <p:spPr>
          <a:xfrm flipH="1">
            <a:off x="2792128" y="2908540"/>
            <a:ext cx="66134" cy="11454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4" name="S14-line1272"/>
          <p:cNvSpPr/>
          <p:nvPr/>
        </p:nvSpPr>
        <p:spPr>
          <a:xfrm flipH="1">
            <a:off x="2925269" y="2975003"/>
            <a:ext cx="35339" cy="486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14-line1273"/>
          <p:cNvSpPr/>
          <p:nvPr/>
        </p:nvSpPr>
        <p:spPr>
          <a:xfrm flipH="1">
            <a:off x="3015215" y="3051801"/>
            <a:ext cx="40229" cy="446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14-line1274"/>
          <p:cNvSpPr/>
          <p:nvPr/>
        </p:nvSpPr>
        <p:spPr>
          <a:xfrm flipH="1">
            <a:off x="3097056" y="3138091"/>
            <a:ext cx="44679" cy="4022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14-line1275"/>
          <p:cNvSpPr/>
          <p:nvPr/>
        </p:nvSpPr>
        <p:spPr>
          <a:xfrm flipH="1">
            <a:off x="3169893" y="3232929"/>
            <a:ext cx="48640" cy="3533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14-line1276"/>
          <p:cNvSpPr/>
          <p:nvPr/>
        </p:nvSpPr>
        <p:spPr>
          <a:xfrm flipH="1">
            <a:off x="3170449" y="3335274"/>
            <a:ext cx="114547" cy="6613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" name="S14-line1277"/>
          <p:cNvSpPr/>
          <p:nvPr/>
        </p:nvSpPr>
        <p:spPr>
          <a:xfrm flipH="1">
            <a:off x="3285474" y="3444006"/>
            <a:ext cx="54924" cy="244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14-line1278"/>
          <p:cNvSpPr/>
          <p:nvPr/>
        </p:nvSpPr>
        <p:spPr>
          <a:xfrm flipH="1">
            <a:off x="3326952" y="3557933"/>
            <a:ext cx="57179" cy="185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14-line1279"/>
          <p:cNvSpPr/>
          <p:nvPr/>
        </p:nvSpPr>
        <p:spPr>
          <a:xfrm flipH="1">
            <a:off x="3356907" y="3675808"/>
            <a:ext cx="58808" cy="125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14-line1280"/>
          <p:cNvSpPr/>
          <p:nvPr/>
        </p:nvSpPr>
        <p:spPr>
          <a:xfrm flipH="1">
            <a:off x="3375013" y="3796338"/>
            <a:ext cx="59792" cy="628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14-line1281"/>
          <p:cNvSpPr/>
          <p:nvPr/>
        </p:nvSpPr>
        <p:spPr>
          <a:xfrm flipH="1">
            <a:off x="3308924" y="3918204"/>
            <a:ext cx="132268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4" name="S14-line1282"/>
          <p:cNvSpPr/>
          <p:nvPr/>
        </p:nvSpPr>
        <p:spPr>
          <a:xfrm flipH="1" flipV="1">
            <a:off x="3375013" y="4033785"/>
            <a:ext cx="59792" cy="628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14-line1283"/>
          <p:cNvSpPr/>
          <p:nvPr/>
        </p:nvSpPr>
        <p:spPr>
          <a:xfrm flipH="1" flipV="1">
            <a:off x="3356907" y="4148100"/>
            <a:ext cx="58808" cy="125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14-line1284"/>
          <p:cNvSpPr/>
          <p:nvPr/>
        </p:nvSpPr>
        <p:spPr>
          <a:xfrm flipH="1" flipV="1">
            <a:off x="3326952" y="4259896"/>
            <a:ext cx="57179" cy="185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14-line1285"/>
          <p:cNvSpPr/>
          <p:nvPr/>
        </p:nvSpPr>
        <p:spPr>
          <a:xfrm flipH="1" flipV="1">
            <a:off x="3285474" y="4367948"/>
            <a:ext cx="54924" cy="244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14-line1286"/>
          <p:cNvSpPr/>
          <p:nvPr/>
        </p:nvSpPr>
        <p:spPr>
          <a:xfrm flipH="1" flipV="1">
            <a:off x="3170449" y="4435000"/>
            <a:ext cx="114547" cy="6613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9" name="S14-line1287"/>
          <p:cNvSpPr/>
          <p:nvPr/>
        </p:nvSpPr>
        <p:spPr>
          <a:xfrm flipH="1" flipV="1">
            <a:off x="3169893" y="4568141"/>
            <a:ext cx="48640" cy="3533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14-line1288"/>
          <p:cNvSpPr/>
          <p:nvPr/>
        </p:nvSpPr>
        <p:spPr>
          <a:xfrm flipH="1" flipV="1">
            <a:off x="3097056" y="4658087"/>
            <a:ext cx="44679" cy="4022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14-line1289"/>
          <p:cNvSpPr/>
          <p:nvPr/>
        </p:nvSpPr>
        <p:spPr>
          <a:xfrm flipH="1" flipV="1">
            <a:off x="3015215" y="4739928"/>
            <a:ext cx="40229" cy="446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14-line1290"/>
          <p:cNvSpPr/>
          <p:nvPr/>
        </p:nvSpPr>
        <p:spPr>
          <a:xfrm flipH="1" flipV="1">
            <a:off x="2925269" y="4812765"/>
            <a:ext cx="35339" cy="486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14-line1291"/>
          <p:cNvSpPr/>
          <p:nvPr/>
        </p:nvSpPr>
        <p:spPr>
          <a:xfrm flipH="1" flipV="1">
            <a:off x="2792128" y="4813321"/>
            <a:ext cx="66134" cy="11454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4" name="S14-line1292"/>
          <p:cNvSpPr/>
          <p:nvPr/>
        </p:nvSpPr>
        <p:spPr>
          <a:xfrm flipH="1" flipV="1">
            <a:off x="2725076" y="4928346"/>
            <a:ext cx="24454" cy="549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14-line1293"/>
          <p:cNvSpPr/>
          <p:nvPr/>
        </p:nvSpPr>
        <p:spPr>
          <a:xfrm flipH="1" flipV="1">
            <a:off x="2617024" y="4969824"/>
            <a:ext cx="18579" cy="571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14-line1294"/>
          <p:cNvSpPr/>
          <p:nvPr/>
        </p:nvSpPr>
        <p:spPr>
          <a:xfrm flipH="1" flipV="1">
            <a:off x="2505228" y="4999779"/>
            <a:ext cx="12500" cy="588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14-line1295"/>
          <p:cNvSpPr/>
          <p:nvPr/>
        </p:nvSpPr>
        <p:spPr>
          <a:xfrm flipH="1" flipV="1">
            <a:off x="2390913" y="5017885"/>
            <a:ext cx="6284" cy="597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14-line1296"/>
          <p:cNvSpPr/>
          <p:nvPr/>
        </p:nvSpPr>
        <p:spPr>
          <a:xfrm flipV="1">
            <a:off x="2275332" y="4951796"/>
            <a:ext cx="0" cy="13226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9" name="S14-line1297"/>
          <p:cNvSpPr/>
          <p:nvPr/>
        </p:nvSpPr>
        <p:spPr>
          <a:xfrm flipV="1">
            <a:off x="2153466" y="5017885"/>
            <a:ext cx="6284" cy="597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14-line1298"/>
          <p:cNvSpPr/>
          <p:nvPr/>
        </p:nvSpPr>
        <p:spPr>
          <a:xfrm flipV="1">
            <a:off x="2032936" y="4999779"/>
            <a:ext cx="12500" cy="588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14-line1299"/>
          <p:cNvSpPr/>
          <p:nvPr/>
        </p:nvSpPr>
        <p:spPr>
          <a:xfrm flipV="1">
            <a:off x="1915061" y="4969824"/>
            <a:ext cx="18579" cy="571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14-line1300"/>
          <p:cNvSpPr/>
          <p:nvPr/>
        </p:nvSpPr>
        <p:spPr>
          <a:xfrm flipV="1">
            <a:off x="1801134" y="4928346"/>
            <a:ext cx="24454" cy="549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14-line1301"/>
          <p:cNvSpPr/>
          <p:nvPr/>
        </p:nvSpPr>
        <p:spPr>
          <a:xfrm flipV="1">
            <a:off x="1692402" y="4813321"/>
            <a:ext cx="66134" cy="11454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4" name="S14-line1302"/>
          <p:cNvSpPr/>
          <p:nvPr/>
        </p:nvSpPr>
        <p:spPr>
          <a:xfrm flipV="1">
            <a:off x="1590057" y="4812765"/>
            <a:ext cx="35339" cy="486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14-line1303"/>
          <p:cNvSpPr/>
          <p:nvPr/>
        </p:nvSpPr>
        <p:spPr>
          <a:xfrm flipV="1">
            <a:off x="1495219" y="4739928"/>
            <a:ext cx="40229" cy="446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14-line1304"/>
          <p:cNvSpPr/>
          <p:nvPr/>
        </p:nvSpPr>
        <p:spPr>
          <a:xfrm flipV="1">
            <a:off x="1408929" y="4658087"/>
            <a:ext cx="44679" cy="4022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14-line1305"/>
          <p:cNvSpPr/>
          <p:nvPr/>
        </p:nvSpPr>
        <p:spPr>
          <a:xfrm flipV="1">
            <a:off x="1332131" y="4568141"/>
            <a:ext cx="48640" cy="3533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14-line1306"/>
          <p:cNvSpPr/>
          <p:nvPr/>
        </p:nvSpPr>
        <p:spPr>
          <a:xfrm flipV="1">
            <a:off x="1265668" y="4435000"/>
            <a:ext cx="114547" cy="6613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9" name="S14-line1307"/>
          <p:cNvSpPr/>
          <p:nvPr/>
        </p:nvSpPr>
        <p:spPr>
          <a:xfrm flipV="1">
            <a:off x="1210266" y="4367948"/>
            <a:ext cx="54924" cy="244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14-line1308"/>
          <p:cNvSpPr/>
          <p:nvPr/>
        </p:nvSpPr>
        <p:spPr>
          <a:xfrm flipV="1">
            <a:off x="1166533" y="4259896"/>
            <a:ext cx="57179" cy="185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14-line1309"/>
          <p:cNvSpPr/>
          <p:nvPr/>
        </p:nvSpPr>
        <p:spPr>
          <a:xfrm flipV="1">
            <a:off x="1134949" y="4148100"/>
            <a:ext cx="58808" cy="125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14-line1310"/>
          <p:cNvSpPr/>
          <p:nvPr/>
        </p:nvSpPr>
        <p:spPr>
          <a:xfrm flipV="1">
            <a:off x="1115859" y="4033785"/>
            <a:ext cx="59792" cy="628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14-line1311"/>
          <p:cNvSpPr/>
          <p:nvPr/>
        </p:nvSpPr>
        <p:spPr>
          <a:xfrm>
            <a:off x="1109472" y="3918204"/>
            <a:ext cx="132268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4" name="S14-line1312"/>
          <p:cNvSpPr/>
          <p:nvPr/>
        </p:nvSpPr>
        <p:spPr>
          <a:xfrm>
            <a:off x="1115859" y="3796338"/>
            <a:ext cx="59792" cy="628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14-line1313"/>
          <p:cNvSpPr/>
          <p:nvPr/>
        </p:nvSpPr>
        <p:spPr>
          <a:xfrm>
            <a:off x="1134949" y="3675808"/>
            <a:ext cx="58808" cy="125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14-line1314"/>
          <p:cNvSpPr/>
          <p:nvPr/>
        </p:nvSpPr>
        <p:spPr>
          <a:xfrm>
            <a:off x="1166533" y="3557933"/>
            <a:ext cx="57179" cy="185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14-line1315"/>
          <p:cNvSpPr/>
          <p:nvPr/>
        </p:nvSpPr>
        <p:spPr>
          <a:xfrm>
            <a:off x="1210266" y="3444006"/>
            <a:ext cx="54924" cy="244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14-line1316"/>
          <p:cNvSpPr/>
          <p:nvPr/>
        </p:nvSpPr>
        <p:spPr>
          <a:xfrm>
            <a:off x="1265668" y="3335274"/>
            <a:ext cx="114547" cy="6613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9" name="S14-line1317"/>
          <p:cNvSpPr/>
          <p:nvPr/>
        </p:nvSpPr>
        <p:spPr>
          <a:xfrm>
            <a:off x="1332131" y="3232929"/>
            <a:ext cx="48640" cy="3533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14-line1318"/>
          <p:cNvSpPr/>
          <p:nvPr/>
        </p:nvSpPr>
        <p:spPr>
          <a:xfrm>
            <a:off x="1408929" y="3138091"/>
            <a:ext cx="44679" cy="4022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14-line1319"/>
          <p:cNvSpPr/>
          <p:nvPr/>
        </p:nvSpPr>
        <p:spPr>
          <a:xfrm>
            <a:off x="1495219" y="3051801"/>
            <a:ext cx="40229" cy="446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14-line1320"/>
          <p:cNvSpPr/>
          <p:nvPr/>
        </p:nvSpPr>
        <p:spPr>
          <a:xfrm>
            <a:off x="1590057" y="2975003"/>
            <a:ext cx="35339" cy="486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14-line1321"/>
          <p:cNvSpPr/>
          <p:nvPr/>
        </p:nvSpPr>
        <p:spPr>
          <a:xfrm>
            <a:off x="1692402" y="2908540"/>
            <a:ext cx="66134" cy="11454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4" name="S14-line1322"/>
          <p:cNvSpPr/>
          <p:nvPr/>
        </p:nvSpPr>
        <p:spPr>
          <a:xfrm>
            <a:off x="1801134" y="2853138"/>
            <a:ext cx="24454" cy="549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14-line1323"/>
          <p:cNvSpPr/>
          <p:nvPr/>
        </p:nvSpPr>
        <p:spPr>
          <a:xfrm>
            <a:off x="1915061" y="2809405"/>
            <a:ext cx="18579" cy="571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14-line1324"/>
          <p:cNvSpPr/>
          <p:nvPr/>
        </p:nvSpPr>
        <p:spPr>
          <a:xfrm>
            <a:off x="2032936" y="2777821"/>
            <a:ext cx="12500" cy="588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14-line1325"/>
          <p:cNvSpPr/>
          <p:nvPr/>
        </p:nvSpPr>
        <p:spPr>
          <a:xfrm>
            <a:off x="2153466" y="2758731"/>
            <a:ext cx="6284" cy="597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8" name="S14-label1326"/>
          <p:cNvSpPr txBox="1"/>
          <p:nvPr/>
        </p:nvSpPr>
        <p:spPr>
          <a:xfrm>
            <a:off x="2475974" y="291266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000" dirty="0"/>
          </a:p>
        </p:txBody>
      </p:sp>
      <p:sp>
        <p:nvSpPr>
          <p:cNvPr id="69" name="S14-label1327"/>
          <p:cNvSpPr txBox="1"/>
          <p:nvPr/>
        </p:nvSpPr>
        <p:spPr>
          <a:xfrm>
            <a:off x="2823671" y="326036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000" dirty="0"/>
          </a:p>
        </p:txBody>
      </p:sp>
      <p:sp>
        <p:nvSpPr>
          <p:cNvPr id="70" name="S14-label1328"/>
          <p:cNvSpPr txBox="1"/>
          <p:nvPr/>
        </p:nvSpPr>
        <p:spPr>
          <a:xfrm>
            <a:off x="2950936" y="37353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000" dirty="0"/>
          </a:p>
        </p:txBody>
      </p:sp>
      <p:sp>
        <p:nvSpPr>
          <p:cNvPr id="71" name="S14-label1329"/>
          <p:cNvSpPr txBox="1"/>
          <p:nvPr/>
        </p:nvSpPr>
        <p:spPr>
          <a:xfrm>
            <a:off x="2823671" y="421028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000" dirty="0"/>
          </a:p>
        </p:txBody>
      </p:sp>
      <p:sp>
        <p:nvSpPr>
          <p:cNvPr id="72" name="S14-label1330"/>
          <p:cNvSpPr txBox="1"/>
          <p:nvPr/>
        </p:nvSpPr>
        <p:spPr>
          <a:xfrm>
            <a:off x="2475974" y="455798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000" dirty="0"/>
          </a:p>
        </p:txBody>
      </p:sp>
      <p:sp>
        <p:nvSpPr>
          <p:cNvPr id="73" name="S14-label1331"/>
          <p:cNvSpPr txBox="1"/>
          <p:nvPr/>
        </p:nvSpPr>
        <p:spPr>
          <a:xfrm>
            <a:off x="2001012" y="46852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000" dirty="0"/>
          </a:p>
        </p:txBody>
      </p:sp>
      <p:sp>
        <p:nvSpPr>
          <p:cNvPr id="74" name="S14-label1332"/>
          <p:cNvSpPr txBox="1"/>
          <p:nvPr/>
        </p:nvSpPr>
        <p:spPr>
          <a:xfrm>
            <a:off x="1526050" y="455798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000" dirty="0"/>
          </a:p>
        </p:txBody>
      </p:sp>
      <p:sp>
        <p:nvSpPr>
          <p:cNvPr id="75" name="S14-label1333"/>
          <p:cNvSpPr txBox="1"/>
          <p:nvPr/>
        </p:nvSpPr>
        <p:spPr>
          <a:xfrm>
            <a:off x="1178353" y="421028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000" dirty="0"/>
          </a:p>
        </p:txBody>
      </p:sp>
      <p:sp>
        <p:nvSpPr>
          <p:cNvPr id="76" name="S14-label1334"/>
          <p:cNvSpPr txBox="1"/>
          <p:nvPr/>
        </p:nvSpPr>
        <p:spPr>
          <a:xfrm>
            <a:off x="1051088" y="37353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000" dirty="0"/>
          </a:p>
        </p:txBody>
      </p:sp>
      <p:sp>
        <p:nvSpPr>
          <p:cNvPr id="77" name="S14-label1335"/>
          <p:cNvSpPr txBox="1"/>
          <p:nvPr/>
        </p:nvSpPr>
        <p:spPr>
          <a:xfrm>
            <a:off x="1178353" y="326036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000" dirty="0"/>
          </a:p>
        </p:txBody>
      </p:sp>
      <p:sp>
        <p:nvSpPr>
          <p:cNvPr id="78" name="S14-label1336"/>
          <p:cNvSpPr txBox="1"/>
          <p:nvPr/>
        </p:nvSpPr>
        <p:spPr>
          <a:xfrm>
            <a:off x="1526050" y="291266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000" dirty="0"/>
          </a:p>
        </p:txBody>
      </p:sp>
      <p:sp>
        <p:nvSpPr>
          <p:cNvPr id="79" name="S14-label1337"/>
          <p:cNvSpPr txBox="1"/>
          <p:nvPr/>
        </p:nvSpPr>
        <p:spPr>
          <a:xfrm>
            <a:off x="2001012" y="2785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000" dirty="0"/>
          </a:p>
        </p:txBody>
      </p:sp>
      <p:sp>
        <p:nvSpPr>
          <p:cNvPr id="80" name="S14-line1338"/>
          <p:cNvSpPr/>
          <p:nvPr/>
        </p:nvSpPr>
        <p:spPr>
          <a:xfrm flipV="1">
            <a:off x="2275332" y="3785735"/>
            <a:ext cx="512220" cy="132469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81" name="S14-line1339"/>
          <p:cNvSpPr/>
          <p:nvPr/>
        </p:nvSpPr>
        <p:spPr>
          <a:xfrm flipH="1">
            <a:off x="2194891" y="3918204"/>
            <a:ext cx="80441" cy="765343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82" name="S14-pin1340"/>
          <p:cNvSpPr/>
          <p:nvPr/>
        </p:nvSpPr>
        <p:spPr>
          <a:xfrm>
            <a:off x="2220468" y="3863340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3" name="S14-chip1341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84" name="S14-figure1342" descr="시계: 3시 30분"/>
          <p:cNvSpPr/>
          <p:nvPr/>
        </p:nvSpPr>
        <p:spPr>
          <a:xfrm>
            <a:off x="4892040" y="2715768"/>
            <a:ext cx="2404872" cy="240487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85" name="S14-line1343"/>
          <p:cNvSpPr/>
          <p:nvPr/>
        </p:nvSpPr>
        <p:spPr>
          <a:xfrm>
            <a:off x="6094476" y="2752344"/>
            <a:ext cx="0" cy="13226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6" name="S14-line1344"/>
          <p:cNvSpPr/>
          <p:nvPr/>
        </p:nvSpPr>
        <p:spPr>
          <a:xfrm flipH="1">
            <a:off x="6210057" y="2758731"/>
            <a:ext cx="6284" cy="597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14-line1345"/>
          <p:cNvSpPr/>
          <p:nvPr/>
        </p:nvSpPr>
        <p:spPr>
          <a:xfrm flipH="1">
            <a:off x="6324372" y="2777821"/>
            <a:ext cx="12500" cy="588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14-line1346"/>
          <p:cNvSpPr/>
          <p:nvPr/>
        </p:nvSpPr>
        <p:spPr>
          <a:xfrm flipH="1">
            <a:off x="6436168" y="2809405"/>
            <a:ext cx="18579" cy="571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14-line1347"/>
          <p:cNvSpPr/>
          <p:nvPr/>
        </p:nvSpPr>
        <p:spPr>
          <a:xfrm flipH="1">
            <a:off x="6544220" y="2853138"/>
            <a:ext cx="24454" cy="549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14-line1348"/>
          <p:cNvSpPr/>
          <p:nvPr/>
        </p:nvSpPr>
        <p:spPr>
          <a:xfrm flipH="1">
            <a:off x="6611272" y="2908540"/>
            <a:ext cx="66134" cy="11454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1" name="S14-line1349"/>
          <p:cNvSpPr/>
          <p:nvPr/>
        </p:nvSpPr>
        <p:spPr>
          <a:xfrm flipH="1">
            <a:off x="6744413" y="2975003"/>
            <a:ext cx="35339" cy="486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14-line1350"/>
          <p:cNvSpPr/>
          <p:nvPr/>
        </p:nvSpPr>
        <p:spPr>
          <a:xfrm flipH="1">
            <a:off x="6834359" y="3051801"/>
            <a:ext cx="40229" cy="446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14-line1351"/>
          <p:cNvSpPr/>
          <p:nvPr/>
        </p:nvSpPr>
        <p:spPr>
          <a:xfrm flipH="1">
            <a:off x="6916200" y="3138091"/>
            <a:ext cx="44679" cy="4022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4" name="S14-line1352"/>
          <p:cNvSpPr/>
          <p:nvPr/>
        </p:nvSpPr>
        <p:spPr>
          <a:xfrm flipH="1">
            <a:off x="6989037" y="3232929"/>
            <a:ext cx="48640" cy="3533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14-line1353"/>
          <p:cNvSpPr/>
          <p:nvPr/>
        </p:nvSpPr>
        <p:spPr>
          <a:xfrm flipH="1">
            <a:off x="6989593" y="3335274"/>
            <a:ext cx="114547" cy="6613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6" name="S14-line1354"/>
          <p:cNvSpPr/>
          <p:nvPr/>
        </p:nvSpPr>
        <p:spPr>
          <a:xfrm flipH="1">
            <a:off x="7104618" y="3444006"/>
            <a:ext cx="54924" cy="244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14-line1355"/>
          <p:cNvSpPr/>
          <p:nvPr/>
        </p:nvSpPr>
        <p:spPr>
          <a:xfrm flipH="1">
            <a:off x="7146096" y="3557933"/>
            <a:ext cx="57179" cy="185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14-line1356"/>
          <p:cNvSpPr/>
          <p:nvPr/>
        </p:nvSpPr>
        <p:spPr>
          <a:xfrm flipH="1">
            <a:off x="7176051" y="3675808"/>
            <a:ext cx="58808" cy="125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9" name="S14-line1357"/>
          <p:cNvSpPr/>
          <p:nvPr/>
        </p:nvSpPr>
        <p:spPr>
          <a:xfrm flipH="1">
            <a:off x="7194157" y="3796338"/>
            <a:ext cx="59792" cy="628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14-line1358"/>
          <p:cNvSpPr/>
          <p:nvPr/>
        </p:nvSpPr>
        <p:spPr>
          <a:xfrm flipH="1">
            <a:off x="7128068" y="3918204"/>
            <a:ext cx="132268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1" name="S14-line1359"/>
          <p:cNvSpPr/>
          <p:nvPr/>
        </p:nvSpPr>
        <p:spPr>
          <a:xfrm flipH="1" flipV="1">
            <a:off x="7194157" y="4033785"/>
            <a:ext cx="59792" cy="628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14-line1360"/>
          <p:cNvSpPr/>
          <p:nvPr/>
        </p:nvSpPr>
        <p:spPr>
          <a:xfrm flipH="1" flipV="1">
            <a:off x="7176051" y="4148100"/>
            <a:ext cx="58808" cy="125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14-line1361"/>
          <p:cNvSpPr/>
          <p:nvPr/>
        </p:nvSpPr>
        <p:spPr>
          <a:xfrm flipH="1" flipV="1">
            <a:off x="7146096" y="4259896"/>
            <a:ext cx="57179" cy="185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4" name="S14-line1362"/>
          <p:cNvSpPr/>
          <p:nvPr/>
        </p:nvSpPr>
        <p:spPr>
          <a:xfrm flipH="1" flipV="1">
            <a:off x="7104618" y="4367948"/>
            <a:ext cx="54924" cy="244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14-line1363"/>
          <p:cNvSpPr/>
          <p:nvPr/>
        </p:nvSpPr>
        <p:spPr>
          <a:xfrm flipH="1" flipV="1">
            <a:off x="6989593" y="4435000"/>
            <a:ext cx="114547" cy="6613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6" name="S14-line1364"/>
          <p:cNvSpPr/>
          <p:nvPr/>
        </p:nvSpPr>
        <p:spPr>
          <a:xfrm flipH="1" flipV="1">
            <a:off x="6989037" y="4568141"/>
            <a:ext cx="48640" cy="3533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14-line1365"/>
          <p:cNvSpPr/>
          <p:nvPr/>
        </p:nvSpPr>
        <p:spPr>
          <a:xfrm flipH="1" flipV="1">
            <a:off x="6916200" y="4658087"/>
            <a:ext cx="44679" cy="4022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14-line1366"/>
          <p:cNvSpPr/>
          <p:nvPr/>
        </p:nvSpPr>
        <p:spPr>
          <a:xfrm flipH="1" flipV="1">
            <a:off x="6834359" y="4739928"/>
            <a:ext cx="40229" cy="446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9" name="S14-line1367"/>
          <p:cNvSpPr/>
          <p:nvPr/>
        </p:nvSpPr>
        <p:spPr>
          <a:xfrm flipH="1" flipV="1">
            <a:off x="6744413" y="4812765"/>
            <a:ext cx="35339" cy="486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14-line1368"/>
          <p:cNvSpPr/>
          <p:nvPr/>
        </p:nvSpPr>
        <p:spPr>
          <a:xfrm flipH="1" flipV="1">
            <a:off x="6611272" y="4813321"/>
            <a:ext cx="66134" cy="11454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1" name="S14-line1369"/>
          <p:cNvSpPr/>
          <p:nvPr/>
        </p:nvSpPr>
        <p:spPr>
          <a:xfrm flipH="1" flipV="1">
            <a:off x="6544220" y="4928346"/>
            <a:ext cx="24454" cy="549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14-line1370"/>
          <p:cNvSpPr/>
          <p:nvPr/>
        </p:nvSpPr>
        <p:spPr>
          <a:xfrm flipH="1" flipV="1">
            <a:off x="6436168" y="4969824"/>
            <a:ext cx="18579" cy="571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14-line1371"/>
          <p:cNvSpPr/>
          <p:nvPr/>
        </p:nvSpPr>
        <p:spPr>
          <a:xfrm flipH="1" flipV="1">
            <a:off x="6324372" y="4999779"/>
            <a:ext cx="12500" cy="588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4" name="S14-line1372"/>
          <p:cNvSpPr/>
          <p:nvPr/>
        </p:nvSpPr>
        <p:spPr>
          <a:xfrm flipH="1" flipV="1">
            <a:off x="6210057" y="5017885"/>
            <a:ext cx="6284" cy="597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14-line1373"/>
          <p:cNvSpPr/>
          <p:nvPr/>
        </p:nvSpPr>
        <p:spPr>
          <a:xfrm flipV="1">
            <a:off x="6094476" y="4951796"/>
            <a:ext cx="0" cy="13226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6" name="S14-line1374"/>
          <p:cNvSpPr/>
          <p:nvPr/>
        </p:nvSpPr>
        <p:spPr>
          <a:xfrm flipV="1">
            <a:off x="5972610" y="5017885"/>
            <a:ext cx="6284" cy="597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14-line1375"/>
          <p:cNvSpPr/>
          <p:nvPr/>
        </p:nvSpPr>
        <p:spPr>
          <a:xfrm flipV="1">
            <a:off x="5852080" y="4999779"/>
            <a:ext cx="12500" cy="588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14-line1376"/>
          <p:cNvSpPr/>
          <p:nvPr/>
        </p:nvSpPr>
        <p:spPr>
          <a:xfrm flipV="1">
            <a:off x="5734205" y="4969824"/>
            <a:ext cx="18579" cy="571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9" name="S14-line1377"/>
          <p:cNvSpPr/>
          <p:nvPr/>
        </p:nvSpPr>
        <p:spPr>
          <a:xfrm flipV="1">
            <a:off x="5620278" y="4928346"/>
            <a:ext cx="24454" cy="549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14-line1378"/>
          <p:cNvSpPr/>
          <p:nvPr/>
        </p:nvSpPr>
        <p:spPr>
          <a:xfrm flipV="1">
            <a:off x="5511546" y="4813321"/>
            <a:ext cx="66134" cy="11454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1" name="S14-line1379"/>
          <p:cNvSpPr/>
          <p:nvPr/>
        </p:nvSpPr>
        <p:spPr>
          <a:xfrm flipV="1">
            <a:off x="5409201" y="4812765"/>
            <a:ext cx="35339" cy="486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14-line1380"/>
          <p:cNvSpPr/>
          <p:nvPr/>
        </p:nvSpPr>
        <p:spPr>
          <a:xfrm flipV="1">
            <a:off x="5314363" y="4739928"/>
            <a:ext cx="40229" cy="446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3" name="S14-line1381"/>
          <p:cNvSpPr/>
          <p:nvPr/>
        </p:nvSpPr>
        <p:spPr>
          <a:xfrm flipV="1">
            <a:off x="5228073" y="4658087"/>
            <a:ext cx="44679" cy="4022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4" name="S14-line1382"/>
          <p:cNvSpPr/>
          <p:nvPr/>
        </p:nvSpPr>
        <p:spPr>
          <a:xfrm flipV="1">
            <a:off x="5151275" y="4568141"/>
            <a:ext cx="48640" cy="3533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5" name="S14-line1383"/>
          <p:cNvSpPr/>
          <p:nvPr/>
        </p:nvSpPr>
        <p:spPr>
          <a:xfrm flipV="1">
            <a:off x="5084812" y="4435000"/>
            <a:ext cx="114547" cy="6613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6" name="S14-line1384"/>
          <p:cNvSpPr/>
          <p:nvPr/>
        </p:nvSpPr>
        <p:spPr>
          <a:xfrm flipV="1">
            <a:off x="5029410" y="4367948"/>
            <a:ext cx="54924" cy="244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14-line1385"/>
          <p:cNvSpPr/>
          <p:nvPr/>
        </p:nvSpPr>
        <p:spPr>
          <a:xfrm flipV="1">
            <a:off x="4985677" y="4259896"/>
            <a:ext cx="57179" cy="185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8" name="S14-line1386"/>
          <p:cNvSpPr/>
          <p:nvPr/>
        </p:nvSpPr>
        <p:spPr>
          <a:xfrm flipV="1">
            <a:off x="4954093" y="4148100"/>
            <a:ext cx="58808" cy="125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9" name="S14-line1387"/>
          <p:cNvSpPr/>
          <p:nvPr/>
        </p:nvSpPr>
        <p:spPr>
          <a:xfrm flipV="1">
            <a:off x="4935003" y="4033785"/>
            <a:ext cx="59792" cy="628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0" name="S14-line1388"/>
          <p:cNvSpPr/>
          <p:nvPr/>
        </p:nvSpPr>
        <p:spPr>
          <a:xfrm>
            <a:off x="4928616" y="3918204"/>
            <a:ext cx="132268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1" name="S14-line1389"/>
          <p:cNvSpPr/>
          <p:nvPr/>
        </p:nvSpPr>
        <p:spPr>
          <a:xfrm>
            <a:off x="4935003" y="3796338"/>
            <a:ext cx="59792" cy="628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14-line1390"/>
          <p:cNvSpPr/>
          <p:nvPr/>
        </p:nvSpPr>
        <p:spPr>
          <a:xfrm>
            <a:off x="4954093" y="3675808"/>
            <a:ext cx="58808" cy="125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3" name="S14-line1391"/>
          <p:cNvSpPr/>
          <p:nvPr/>
        </p:nvSpPr>
        <p:spPr>
          <a:xfrm>
            <a:off x="4985677" y="3557933"/>
            <a:ext cx="57179" cy="185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4" name="S14-line1392"/>
          <p:cNvSpPr/>
          <p:nvPr/>
        </p:nvSpPr>
        <p:spPr>
          <a:xfrm>
            <a:off x="5029410" y="3444006"/>
            <a:ext cx="54924" cy="244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5" name="S14-line1393"/>
          <p:cNvSpPr/>
          <p:nvPr/>
        </p:nvSpPr>
        <p:spPr>
          <a:xfrm>
            <a:off x="5084812" y="3335274"/>
            <a:ext cx="114547" cy="6613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6" name="S14-line1394"/>
          <p:cNvSpPr/>
          <p:nvPr/>
        </p:nvSpPr>
        <p:spPr>
          <a:xfrm>
            <a:off x="5151275" y="3232929"/>
            <a:ext cx="48640" cy="3533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14-line1395"/>
          <p:cNvSpPr/>
          <p:nvPr/>
        </p:nvSpPr>
        <p:spPr>
          <a:xfrm>
            <a:off x="5228073" y="3138091"/>
            <a:ext cx="44679" cy="4022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8" name="S14-line1396"/>
          <p:cNvSpPr/>
          <p:nvPr/>
        </p:nvSpPr>
        <p:spPr>
          <a:xfrm>
            <a:off x="5314363" y="3051801"/>
            <a:ext cx="40229" cy="446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9" name="S14-line1397"/>
          <p:cNvSpPr/>
          <p:nvPr/>
        </p:nvSpPr>
        <p:spPr>
          <a:xfrm>
            <a:off x="5409201" y="2975003"/>
            <a:ext cx="35339" cy="486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0" name="S14-line1398"/>
          <p:cNvSpPr/>
          <p:nvPr/>
        </p:nvSpPr>
        <p:spPr>
          <a:xfrm>
            <a:off x="5511546" y="2908540"/>
            <a:ext cx="66134" cy="11454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41" name="S14-line1399"/>
          <p:cNvSpPr/>
          <p:nvPr/>
        </p:nvSpPr>
        <p:spPr>
          <a:xfrm>
            <a:off x="5620278" y="2853138"/>
            <a:ext cx="24454" cy="549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14-line1400"/>
          <p:cNvSpPr/>
          <p:nvPr/>
        </p:nvSpPr>
        <p:spPr>
          <a:xfrm>
            <a:off x="5734205" y="2809405"/>
            <a:ext cx="18579" cy="571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3" name="S14-line1401"/>
          <p:cNvSpPr/>
          <p:nvPr/>
        </p:nvSpPr>
        <p:spPr>
          <a:xfrm>
            <a:off x="5852080" y="2777821"/>
            <a:ext cx="12500" cy="588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4" name="S14-line1402"/>
          <p:cNvSpPr/>
          <p:nvPr/>
        </p:nvSpPr>
        <p:spPr>
          <a:xfrm>
            <a:off x="5972610" y="2758731"/>
            <a:ext cx="6284" cy="597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5" name="S14-label1403"/>
          <p:cNvSpPr txBox="1"/>
          <p:nvPr/>
        </p:nvSpPr>
        <p:spPr>
          <a:xfrm>
            <a:off x="6295118" y="291266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000" dirty="0"/>
          </a:p>
        </p:txBody>
      </p:sp>
      <p:sp>
        <p:nvSpPr>
          <p:cNvPr id="146" name="S14-label1404"/>
          <p:cNvSpPr txBox="1"/>
          <p:nvPr/>
        </p:nvSpPr>
        <p:spPr>
          <a:xfrm>
            <a:off x="6642815" y="326036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000" dirty="0"/>
          </a:p>
        </p:txBody>
      </p:sp>
      <p:sp>
        <p:nvSpPr>
          <p:cNvPr id="147" name="S14-label1405"/>
          <p:cNvSpPr txBox="1"/>
          <p:nvPr/>
        </p:nvSpPr>
        <p:spPr>
          <a:xfrm>
            <a:off x="6770080" y="37353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000" dirty="0"/>
          </a:p>
        </p:txBody>
      </p:sp>
      <p:sp>
        <p:nvSpPr>
          <p:cNvPr id="148" name="S14-label1406"/>
          <p:cNvSpPr txBox="1"/>
          <p:nvPr/>
        </p:nvSpPr>
        <p:spPr>
          <a:xfrm>
            <a:off x="6642815" y="421028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000" dirty="0"/>
          </a:p>
        </p:txBody>
      </p:sp>
      <p:sp>
        <p:nvSpPr>
          <p:cNvPr id="149" name="S14-label1407"/>
          <p:cNvSpPr txBox="1"/>
          <p:nvPr/>
        </p:nvSpPr>
        <p:spPr>
          <a:xfrm>
            <a:off x="6295118" y="455798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000" dirty="0"/>
          </a:p>
        </p:txBody>
      </p:sp>
      <p:sp>
        <p:nvSpPr>
          <p:cNvPr id="150" name="S14-label1408"/>
          <p:cNvSpPr txBox="1"/>
          <p:nvPr/>
        </p:nvSpPr>
        <p:spPr>
          <a:xfrm>
            <a:off x="5820156" y="46852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000" dirty="0"/>
          </a:p>
        </p:txBody>
      </p:sp>
      <p:sp>
        <p:nvSpPr>
          <p:cNvPr id="151" name="S14-label1409"/>
          <p:cNvSpPr txBox="1"/>
          <p:nvPr/>
        </p:nvSpPr>
        <p:spPr>
          <a:xfrm>
            <a:off x="5345194" y="455798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000" dirty="0"/>
          </a:p>
        </p:txBody>
      </p:sp>
      <p:sp>
        <p:nvSpPr>
          <p:cNvPr id="152" name="S14-label1410"/>
          <p:cNvSpPr txBox="1"/>
          <p:nvPr/>
        </p:nvSpPr>
        <p:spPr>
          <a:xfrm>
            <a:off x="4997497" y="421028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000" dirty="0"/>
          </a:p>
        </p:txBody>
      </p:sp>
      <p:sp>
        <p:nvSpPr>
          <p:cNvPr id="153" name="S14-label1411"/>
          <p:cNvSpPr txBox="1"/>
          <p:nvPr/>
        </p:nvSpPr>
        <p:spPr>
          <a:xfrm>
            <a:off x="4870232" y="37353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000" dirty="0"/>
          </a:p>
        </p:txBody>
      </p:sp>
      <p:sp>
        <p:nvSpPr>
          <p:cNvPr id="154" name="S14-label1412"/>
          <p:cNvSpPr txBox="1"/>
          <p:nvPr/>
        </p:nvSpPr>
        <p:spPr>
          <a:xfrm>
            <a:off x="4997497" y="326036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000" dirty="0"/>
          </a:p>
        </p:txBody>
      </p:sp>
      <p:sp>
        <p:nvSpPr>
          <p:cNvPr id="155" name="S14-label1413"/>
          <p:cNvSpPr txBox="1"/>
          <p:nvPr/>
        </p:nvSpPr>
        <p:spPr>
          <a:xfrm>
            <a:off x="5345194" y="291266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000" dirty="0"/>
          </a:p>
        </p:txBody>
      </p:sp>
      <p:sp>
        <p:nvSpPr>
          <p:cNvPr id="156" name="S14-label1414"/>
          <p:cNvSpPr txBox="1"/>
          <p:nvPr/>
        </p:nvSpPr>
        <p:spPr>
          <a:xfrm>
            <a:off x="5820156" y="2785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000" dirty="0"/>
          </a:p>
        </p:txBody>
      </p:sp>
      <p:sp>
        <p:nvSpPr>
          <p:cNvPr id="157" name="S14-line1415"/>
          <p:cNvSpPr/>
          <p:nvPr/>
        </p:nvSpPr>
        <p:spPr>
          <a:xfrm>
            <a:off x="6094476" y="3918204"/>
            <a:ext cx="511044" cy="136934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158" name="S14-line1416"/>
          <p:cNvSpPr/>
          <p:nvPr/>
        </p:nvSpPr>
        <p:spPr>
          <a:xfrm>
            <a:off x="6094476" y="3918204"/>
            <a:ext cx="0" cy="769559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159" name="S14-pin1417"/>
          <p:cNvSpPr/>
          <p:nvPr/>
        </p:nvSpPr>
        <p:spPr>
          <a:xfrm>
            <a:off x="6039612" y="3863340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0" name="S14-chip1418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61" name="S14-figure1419" descr="시계: 3시"/>
          <p:cNvSpPr/>
          <p:nvPr/>
        </p:nvSpPr>
        <p:spPr>
          <a:xfrm>
            <a:off x="8711184" y="2715768"/>
            <a:ext cx="2404872" cy="240487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162" name="S14-line1420"/>
          <p:cNvSpPr/>
          <p:nvPr/>
        </p:nvSpPr>
        <p:spPr>
          <a:xfrm>
            <a:off x="9913620" y="2752344"/>
            <a:ext cx="0" cy="13226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3" name="S14-line1421"/>
          <p:cNvSpPr/>
          <p:nvPr/>
        </p:nvSpPr>
        <p:spPr>
          <a:xfrm flipH="1">
            <a:off x="10029201" y="2758731"/>
            <a:ext cx="6284" cy="597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4" name="S14-line1422"/>
          <p:cNvSpPr/>
          <p:nvPr/>
        </p:nvSpPr>
        <p:spPr>
          <a:xfrm flipH="1">
            <a:off x="10143516" y="2777821"/>
            <a:ext cx="12500" cy="588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5" name="S14-line1423"/>
          <p:cNvSpPr/>
          <p:nvPr/>
        </p:nvSpPr>
        <p:spPr>
          <a:xfrm flipH="1">
            <a:off x="10255312" y="2809405"/>
            <a:ext cx="18579" cy="571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6" name="S14-line1424"/>
          <p:cNvSpPr/>
          <p:nvPr/>
        </p:nvSpPr>
        <p:spPr>
          <a:xfrm flipH="1">
            <a:off x="10363364" y="2853138"/>
            <a:ext cx="24454" cy="549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7" name="S14-line1425"/>
          <p:cNvSpPr/>
          <p:nvPr/>
        </p:nvSpPr>
        <p:spPr>
          <a:xfrm flipH="1">
            <a:off x="10430416" y="2908540"/>
            <a:ext cx="66134" cy="11454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8" name="S14-line1426"/>
          <p:cNvSpPr/>
          <p:nvPr/>
        </p:nvSpPr>
        <p:spPr>
          <a:xfrm flipH="1">
            <a:off x="10563557" y="2975003"/>
            <a:ext cx="35339" cy="486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9" name="S14-line1427"/>
          <p:cNvSpPr/>
          <p:nvPr/>
        </p:nvSpPr>
        <p:spPr>
          <a:xfrm flipH="1">
            <a:off x="10653503" y="3051801"/>
            <a:ext cx="40229" cy="446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0" name="S14-line1428"/>
          <p:cNvSpPr/>
          <p:nvPr/>
        </p:nvSpPr>
        <p:spPr>
          <a:xfrm flipH="1">
            <a:off x="10735344" y="3138091"/>
            <a:ext cx="44679" cy="4022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1" name="S14-line1429"/>
          <p:cNvSpPr/>
          <p:nvPr/>
        </p:nvSpPr>
        <p:spPr>
          <a:xfrm flipH="1">
            <a:off x="10808181" y="3232929"/>
            <a:ext cx="48640" cy="3533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2" name="S14-line1430"/>
          <p:cNvSpPr/>
          <p:nvPr/>
        </p:nvSpPr>
        <p:spPr>
          <a:xfrm flipH="1">
            <a:off x="10808737" y="3335274"/>
            <a:ext cx="114547" cy="6613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3" name="S14-line1431"/>
          <p:cNvSpPr/>
          <p:nvPr/>
        </p:nvSpPr>
        <p:spPr>
          <a:xfrm flipH="1">
            <a:off x="10923762" y="3444006"/>
            <a:ext cx="54924" cy="244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4" name="S14-line1432"/>
          <p:cNvSpPr/>
          <p:nvPr/>
        </p:nvSpPr>
        <p:spPr>
          <a:xfrm flipH="1">
            <a:off x="10965240" y="3557933"/>
            <a:ext cx="57179" cy="185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5" name="S14-line1433"/>
          <p:cNvSpPr/>
          <p:nvPr/>
        </p:nvSpPr>
        <p:spPr>
          <a:xfrm flipH="1">
            <a:off x="10995195" y="3675808"/>
            <a:ext cx="58808" cy="125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6" name="S14-line1434"/>
          <p:cNvSpPr/>
          <p:nvPr/>
        </p:nvSpPr>
        <p:spPr>
          <a:xfrm flipH="1">
            <a:off x="11013301" y="3796338"/>
            <a:ext cx="59792" cy="628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7" name="S14-line1435"/>
          <p:cNvSpPr/>
          <p:nvPr/>
        </p:nvSpPr>
        <p:spPr>
          <a:xfrm flipH="1">
            <a:off x="10947212" y="3918204"/>
            <a:ext cx="132268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8" name="S14-line1436"/>
          <p:cNvSpPr/>
          <p:nvPr/>
        </p:nvSpPr>
        <p:spPr>
          <a:xfrm flipH="1" flipV="1">
            <a:off x="11013301" y="4033785"/>
            <a:ext cx="59792" cy="628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9" name="S14-line1437"/>
          <p:cNvSpPr/>
          <p:nvPr/>
        </p:nvSpPr>
        <p:spPr>
          <a:xfrm flipH="1" flipV="1">
            <a:off x="10995195" y="4148100"/>
            <a:ext cx="58808" cy="125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0" name="S14-line1438"/>
          <p:cNvSpPr/>
          <p:nvPr/>
        </p:nvSpPr>
        <p:spPr>
          <a:xfrm flipH="1" flipV="1">
            <a:off x="10965240" y="4259896"/>
            <a:ext cx="57179" cy="185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1" name="S14-line1439"/>
          <p:cNvSpPr/>
          <p:nvPr/>
        </p:nvSpPr>
        <p:spPr>
          <a:xfrm flipH="1" flipV="1">
            <a:off x="10923762" y="4367948"/>
            <a:ext cx="54924" cy="244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2" name="S14-line1440"/>
          <p:cNvSpPr/>
          <p:nvPr/>
        </p:nvSpPr>
        <p:spPr>
          <a:xfrm flipH="1" flipV="1">
            <a:off x="10808737" y="4435000"/>
            <a:ext cx="114547" cy="6613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3" name="S14-line1441"/>
          <p:cNvSpPr/>
          <p:nvPr/>
        </p:nvSpPr>
        <p:spPr>
          <a:xfrm flipH="1" flipV="1">
            <a:off x="10808181" y="4568141"/>
            <a:ext cx="48640" cy="3533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4" name="S14-line1442"/>
          <p:cNvSpPr/>
          <p:nvPr/>
        </p:nvSpPr>
        <p:spPr>
          <a:xfrm flipH="1" flipV="1">
            <a:off x="10735344" y="4658087"/>
            <a:ext cx="44679" cy="4022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5" name="S14-line1443"/>
          <p:cNvSpPr/>
          <p:nvPr/>
        </p:nvSpPr>
        <p:spPr>
          <a:xfrm flipH="1" flipV="1">
            <a:off x="10653503" y="4739928"/>
            <a:ext cx="40229" cy="446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6" name="S14-line1444"/>
          <p:cNvSpPr/>
          <p:nvPr/>
        </p:nvSpPr>
        <p:spPr>
          <a:xfrm flipH="1" flipV="1">
            <a:off x="10563557" y="4812765"/>
            <a:ext cx="35339" cy="486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7" name="S14-line1445"/>
          <p:cNvSpPr/>
          <p:nvPr/>
        </p:nvSpPr>
        <p:spPr>
          <a:xfrm flipH="1" flipV="1">
            <a:off x="10430416" y="4813321"/>
            <a:ext cx="66134" cy="11454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8" name="S14-line1446"/>
          <p:cNvSpPr/>
          <p:nvPr/>
        </p:nvSpPr>
        <p:spPr>
          <a:xfrm flipH="1" flipV="1">
            <a:off x="10363364" y="4928346"/>
            <a:ext cx="24454" cy="549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9" name="S14-line1447"/>
          <p:cNvSpPr/>
          <p:nvPr/>
        </p:nvSpPr>
        <p:spPr>
          <a:xfrm flipH="1" flipV="1">
            <a:off x="10255312" y="4969824"/>
            <a:ext cx="18579" cy="571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0" name="S14-line1448"/>
          <p:cNvSpPr/>
          <p:nvPr/>
        </p:nvSpPr>
        <p:spPr>
          <a:xfrm flipH="1" flipV="1">
            <a:off x="10143516" y="4999779"/>
            <a:ext cx="12500" cy="588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1" name="S14-line1449"/>
          <p:cNvSpPr/>
          <p:nvPr/>
        </p:nvSpPr>
        <p:spPr>
          <a:xfrm flipH="1" flipV="1">
            <a:off x="10029201" y="5017885"/>
            <a:ext cx="6284" cy="597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2" name="S14-line1450"/>
          <p:cNvSpPr/>
          <p:nvPr/>
        </p:nvSpPr>
        <p:spPr>
          <a:xfrm flipV="1">
            <a:off x="9913620" y="4951796"/>
            <a:ext cx="0" cy="13226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3" name="S14-line1451"/>
          <p:cNvSpPr/>
          <p:nvPr/>
        </p:nvSpPr>
        <p:spPr>
          <a:xfrm flipV="1">
            <a:off x="9791754" y="5017885"/>
            <a:ext cx="6284" cy="597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4" name="S14-line1452"/>
          <p:cNvSpPr/>
          <p:nvPr/>
        </p:nvSpPr>
        <p:spPr>
          <a:xfrm flipV="1">
            <a:off x="9671224" y="4999779"/>
            <a:ext cx="12500" cy="588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5" name="S14-line1453"/>
          <p:cNvSpPr/>
          <p:nvPr/>
        </p:nvSpPr>
        <p:spPr>
          <a:xfrm flipV="1">
            <a:off x="9553349" y="4969824"/>
            <a:ext cx="18579" cy="571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6" name="S14-line1454"/>
          <p:cNvSpPr/>
          <p:nvPr/>
        </p:nvSpPr>
        <p:spPr>
          <a:xfrm flipV="1">
            <a:off x="9439422" y="4928346"/>
            <a:ext cx="24454" cy="549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7" name="S14-line1455"/>
          <p:cNvSpPr/>
          <p:nvPr/>
        </p:nvSpPr>
        <p:spPr>
          <a:xfrm flipV="1">
            <a:off x="9330690" y="4813321"/>
            <a:ext cx="66134" cy="11454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8" name="S14-line1456"/>
          <p:cNvSpPr/>
          <p:nvPr/>
        </p:nvSpPr>
        <p:spPr>
          <a:xfrm flipV="1">
            <a:off x="9228345" y="4812765"/>
            <a:ext cx="35339" cy="486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9" name="S14-line1457"/>
          <p:cNvSpPr/>
          <p:nvPr/>
        </p:nvSpPr>
        <p:spPr>
          <a:xfrm flipV="1">
            <a:off x="9133507" y="4739928"/>
            <a:ext cx="40229" cy="446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0" name="S14-line1458"/>
          <p:cNvSpPr/>
          <p:nvPr/>
        </p:nvSpPr>
        <p:spPr>
          <a:xfrm flipV="1">
            <a:off x="9047217" y="4658087"/>
            <a:ext cx="44679" cy="4022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1" name="S14-line1459"/>
          <p:cNvSpPr/>
          <p:nvPr/>
        </p:nvSpPr>
        <p:spPr>
          <a:xfrm flipV="1">
            <a:off x="8970419" y="4568141"/>
            <a:ext cx="48640" cy="3533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2" name="S14-line1460"/>
          <p:cNvSpPr/>
          <p:nvPr/>
        </p:nvSpPr>
        <p:spPr>
          <a:xfrm flipV="1">
            <a:off x="8903956" y="4435000"/>
            <a:ext cx="114547" cy="6613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3" name="S14-line1461"/>
          <p:cNvSpPr/>
          <p:nvPr/>
        </p:nvSpPr>
        <p:spPr>
          <a:xfrm flipV="1">
            <a:off x="8848554" y="4367948"/>
            <a:ext cx="54924" cy="244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4" name="S14-line1462"/>
          <p:cNvSpPr/>
          <p:nvPr/>
        </p:nvSpPr>
        <p:spPr>
          <a:xfrm flipV="1">
            <a:off x="8804821" y="4259896"/>
            <a:ext cx="57179" cy="185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5" name="S14-line1463"/>
          <p:cNvSpPr/>
          <p:nvPr/>
        </p:nvSpPr>
        <p:spPr>
          <a:xfrm flipV="1">
            <a:off x="8773237" y="4148100"/>
            <a:ext cx="58808" cy="125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6" name="S14-line1464"/>
          <p:cNvSpPr/>
          <p:nvPr/>
        </p:nvSpPr>
        <p:spPr>
          <a:xfrm flipV="1">
            <a:off x="8754147" y="4033785"/>
            <a:ext cx="59792" cy="628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7" name="S14-line1465"/>
          <p:cNvSpPr/>
          <p:nvPr/>
        </p:nvSpPr>
        <p:spPr>
          <a:xfrm>
            <a:off x="8747760" y="3918204"/>
            <a:ext cx="132268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8" name="S14-line1466"/>
          <p:cNvSpPr/>
          <p:nvPr/>
        </p:nvSpPr>
        <p:spPr>
          <a:xfrm>
            <a:off x="8754147" y="3796338"/>
            <a:ext cx="59792" cy="628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9" name="S14-line1467"/>
          <p:cNvSpPr/>
          <p:nvPr/>
        </p:nvSpPr>
        <p:spPr>
          <a:xfrm>
            <a:off x="8773237" y="3675808"/>
            <a:ext cx="58808" cy="125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0" name="S14-line1468"/>
          <p:cNvSpPr/>
          <p:nvPr/>
        </p:nvSpPr>
        <p:spPr>
          <a:xfrm>
            <a:off x="8804821" y="3557933"/>
            <a:ext cx="57179" cy="185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1" name="S14-line1469"/>
          <p:cNvSpPr/>
          <p:nvPr/>
        </p:nvSpPr>
        <p:spPr>
          <a:xfrm>
            <a:off x="8848554" y="3444006"/>
            <a:ext cx="54924" cy="244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2" name="S14-line1470"/>
          <p:cNvSpPr/>
          <p:nvPr/>
        </p:nvSpPr>
        <p:spPr>
          <a:xfrm>
            <a:off x="8903956" y="3335274"/>
            <a:ext cx="114547" cy="6613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3" name="S14-line1471"/>
          <p:cNvSpPr/>
          <p:nvPr/>
        </p:nvSpPr>
        <p:spPr>
          <a:xfrm>
            <a:off x="8970419" y="3232929"/>
            <a:ext cx="48640" cy="3533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4" name="S14-line1472"/>
          <p:cNvSpPr/>
          <p:nvPr/>
        </p:nvSpPr>
        <p:spPr>
          <a:xfrm>
            <a:off x="9047217" y="3138091"/>
            <a:ext cx="44679" cy="4022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5" name="S14-line1473"/>
          <p:cNvSpPr/>
          <p:nvPr/>
        </p:nvSpPr>
        <p:spPr>
          <a:xfrm>
            <a:off x="9133507" y="3051801"/>
            <a:ext cx="40229" cy="446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6" name="S14-line1474"/>
          <p:cNvSpPr/>
          <p:nvPr/>
        </p:nvSpPr>
        <p:spPr>
          <a:xfrm>
            <a:off x="9228345" y="2975003"/>
            <a:ext cx="35339" cy="486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7" name="S14-line1475"/>
          <p:cNvSpPr/>
          <p:nvPr/>
        </p:nvSpPr>
        <p:spPr>
          <a:xfrm>
            <a:off x="9330690" y="2908540"/>
            <a:ext cx="66134" cy="11454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8" name="S14-line1476"/>
          <p:cNvSpPr/>
          <p:nvPr/>
        </p:nvSpPr>
        <p:spPr>
          <a:xfrm>
            <a:off x="9439422" y="2853138"/>
            <a:ext cx="24454" cy="549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9" name="S14-line1477"/>
          <p:cNvSpPr/>
          <p:nvPr/>
        </p:nvSpPr>
        <p:spPr>
          <a:xfrm>
            <a:off x="9553349" y="2809405"/>
            <a:ext cx="18579" cy="571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0" name="S14-line1478"/>
          <p:cNvSpPr/>
          <p:nvPr/>
        </p:nvSpPr>
        <p:spPr>
          <a:xfrm>
            <a:off x="9671224" y="2777821"/>
            <a:ext cx="12500" cy="588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1" name="S14-line1479"/>
          <p:cNvSpPr/>
          <p:nvPr/>
        </p:nvSpPr>
        <p:spPr>
          <a:xfrm>
            <a:off x="9791754" y="2758731"/>
            <a:ext cx="6284" cy="597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2" name="S14-label1480"/>
          <p:cNvSpPr txBox="1"/>
          <p:nvPr/>
        </p:nvSpPr>
        <p:spPr>
          <a:xfrm>
            <a:off x="10114262" y="291266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000" dirty="0"/>
          </a:p>
        </p:txBody>
      </p:sp>
      <p:sp>
        <p:nvSpPr>
          <p:cNvPr id="223" name="S14-label1481"/>
          <p:cNvSpPr txBox="1"/>
          <p:nvPr/>
        </p:nvSpPr>
        <p:spPr>
          <a:xfrm>
            <a:off x="10461959" y="326036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000" dirty="0"/>
          </a:p>
        </p:txBody>
      </p:sp>
      <p:sp>
        <p:nvSpPr>
          <p:cNvPr id="224" name="S14-label1482"/>
          <p:cNvSpPr txBox="1"/>
          <p:nvPr/>
        </p:nvSpPr>
        <p:spPr>
          <a:xfrm>
            <a:off x="10589224" y="37353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000" dirty="0"/>
          </a:p>
        </p:txBody>
      </p:sp>
      <p:sp>
        <p:nvSpPr>
          <p:cNvPr id="225" name="S14-label1483"/>
          <p:cNvSpPr txBox="1"/>
          <p:nvPr/>
        </p:nvSpPr>
        <p:spPr>
          <a:xfrm>
            <a:off x="10461959" y="421028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000" dirty="0"/>
          </a:p>
        </p:txBody>
      </p:sp>
      <p:sp>
        <p:nvSpPr>
          <p:cNvPr id="226" name="S14-label1484"/>
          <p:cNvSpPr txBox="1"/>
          <p:nvPr/>
        </p:nvSpPr>
        <p:spPr>
          <a:xfrm>
            <a:off x="10114262" y="455798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000" dirty="0"/>
          </a:p>
        </p:txBody>
      </p:sp>
      <p:sp>
        <p:nvSpPr>
          <p:cNvPr id="227" name="S14-label1485"/>
          <p:cNvSpPr txBox="1"/>
          <p:nvPr/>
        </p:nvSpPr>
        <p:spPr>
          <a:xfrm>
            <a:off x="9639300" y="46852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000" dirty="0"/>
          </a:p>
        </p:txBody>
      </p:sp>
      <p:sp>
        <p:nvSpPr>
          <p:cNvPr id="228" name="S14-label1486"/>
          <p:cNvSpPr txBox="1"/>
          <p:nvPr/>
        </p:nvSpPr>
        <p:spPr>
          <a:xfrm>
            <a:off x="9164338" y="455798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000" dirty="0"/>
          </a:p>
        </p:txBody>
      </p:sp>
      <p:sp>
        <p:nvSpPr>
          <p:cNvPr id="229" name="S14-label1487"/>
          <p:cNvSpPr txBox="1"/>
          <p:nvPr/>
        </p:nvSpPr>
        <p:spPr>
          <a:xfrm>
            <a:off x="8816641" y="421028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000" dirty="0"/>
          </a:p>
        </p:txBody>
      </p:sp>
      <p:sp>
        <p:nvSpPr>
          <p:cNvPr id="230" name="S14-label1488"/>
          <p:cNvSpPr txBox="1"/>
          <p:nvPr/>
        </p:nvSpPr>
        <p:spPr>
          <a:xfrm>
            <a:off x="8689376" y="37353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000" dirty="0"/>
          </a:p>
        </p:txBody>
      </p:sp>
      <p:sp>
        <p:nvSpPr>
          <p:cNvPr id="231" name="S14-label1489"/>
          <p:cNvSpPr txBox="1"/>
          <p:nvPr/>
        </p:nvSpPr>
        <p:spPr>
          <a:xfrm>
            <a:off x="8816641" y="326036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000" dirty="0"/>
          </a:p>
        </p:txBody>
      </p:sp>
      <p:sp>
        <p:nvSpPr>
          <p:cNvPr id="232" name="S14-label1490"/>
          <p:cNvSpPr txBox="1"/>
          <p:nvPr/>
        </p:nvSpPr>
        <p:spPr>
          <a:xfrm>
            <a:off x="9164338" y="291266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000" dirty="0"/>
          </a:p>
        </p:txBody>
      </p:sp>
      <p:sp>
        <p:nvSpPr>
          <p:cNvPr id="233" name="S14-label1491"/>
          <p:cNvSpPr txBox="1"/>
          <p:nvPr/>
        </p:nvSpPr>
        <p:spPr>
          <a:xfrm>
            <a:off x="9639300" y="2785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000" dirty="0"/>
          </a:p>
        </p:txBody>
      </p:sp>
      <p:sp>
        <p:nvSpPr>
          <p:cNvPr id="234" name="S14-line1492"/>
          <p:cNvSpPr/>
          <p:nvPr/>
        </p:nvSpPr>
        <p:spPr>
          <a:xfrm>
            <a:off x="9913620" y="3918204"/>
            <a:ext cx="529072" cy="0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235" name="S14-line1493"/>
          <p:cNvSpPr/>
          <p:nvPr/>
        </p:nvSpPr>
        <p:spPr>
          <a:xfrm flipV="1">
            <a:off x="9913620" y="3148645"/>
            <a:ext cx="0" cy="769559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236" name="S14-pin1494"/>
          <p:cNvSpPr/>
          <p:nvPr/>
        </p:nvSpPr>
        <p:spPr>
          <a:xfrm>
            <a:off x="9858756" y="3863340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5-card149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5-cardtext149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긴바늘의 숫자 한 칸은 5분, 1시간은 60분이에요.</a:t>
            </a:r>
            <a:endParaRPr lang="ko-KR" sz="3200" dirty="0"/>
          </a:p>
        </p:txBody>
      </p:sp>
      <p:sp>
        <p:nvSpPr>
          <p:cNvPr id="5" name="S15-chip1497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짧은바늘은 지나온 숫자</a:t>
            </a:r>
            <a:endParaRPr lang="ko-KR" sz="2600" dirty="0"/>
          </a:p>
        </p:txBody>
      </p:sp>
      <p:sp>
        <p:nvSpPr>
          <p:cNvPr id="6" name="S15-chip1498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가까운 숫자 읽기</a:t>
            </a:r>
            <a:endParaRPr lang="ko-KR" sz="2600" dirty="0"/>
          </a:p>
        </p:txBody>
      </p:sp>
      <p:sp>
        <p:nvSpPr>
          <p:cNvPr id="7" name="S15-text1499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5-text1500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긴바늘이 9를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가리키면 몇 분?</a:t>
            </a:r>
            <a:endParaRPr lang="ko-KR" sz="2600" dirty="0"/>
          </a:p>
        </p:txBody>
      </p:sp>
      <p:sp>
        <p:nvSpPr>
          <p:cNvPr id="9" name="S15-text1501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2시간은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분?</a:t>
            </a:r>
            <a:endParaRPr lang="ko-KR" sz="2600" dirty="0"/>
          </a:p>
        </p:txBody>
      </p:sp>
      <p:sp>
        <p:nvSpPr>
          <p:cNvPr id="10" name="S15-text1502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하루는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시간?</a:t>
            </a:r>
            <a:endParaRPr lang="ko-KR" sz="2600" dirty="0"/>
          </a:p>
        </p:txBody>
      </p:sp>
      <p:sp>
        <p:nvSpPr>
          <p:cNvPr id="11" name="S15-text1503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분류하기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몇 시와 30분</a:t>
            </a:r>
            <a:endParaRPr lang="ko-KR" sz="4400" dirty="0"/>
          </a:p>
        </p:txBody>
      </p:sp>
      <p:sp>
        <p:nvSpPr>
          <p:cNvPr id="3" name="S16-card150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6-cardtext150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긴바늘이 12면 ‘몇 시’, 6이면 ‘몇 시 30분’</a:t>
            </a:r>
            <a:endParaRPr lang="ko-KR" sz="3200" dirty="0"/>
          </a:p>
        </p:txBody>
      </p:sp>
      <p:sp>
        <p:nvSpPr>
          <p:cNvPr id="5" name="S16-figure1506" descr="시계: 3시"/>
          <p:cNvSpPr/>
          <p:nvPr/>
        </p:nvSpPr>
        <p:spPr>
          <a:xfrm>
            <a:off x="1687068" y="1409319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6" name="S16-line1507"/>
          <p:cNvSpPr/>
          <p:nvPr/>
        </p:nvSpPr>
        <p:spPr>
          <a:xfrm>
            <a:off x="3241548" y="1445895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16-line1508"/>
          <p:cNvSpPr/>
          <p:nvPr/>
        </p:nvSpPr>
        <p:spPr>
          <a:xfrm flipH="1">
            <a:off x="3392088" y="145421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16-line1509"/>
          <p:cNvSpPr/>
          <p:nvPr/>
        </p:nvSpPr>
        <p:spPr>
          <a:xfrm flipH="1">
            <a:off x="3540978" y="147906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16-line1510"/>
          <p:cNvSpPr/>
          <p:nvPr/>
        </p:nvSpPr>
        <p:spPr>
          <a:xfrm flipH="1">
            <a:off x="3686588" y="152018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16-line1511"/>
          <p:cNvSpPr/>
          <p:nvPr/>
        </p:nvSpPr>
        <p:spPr>
          <a:xfrm flipH="1">
            <a:off x="3827322" y="157712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16-line1512"/>
          <p:cNvSpPr/>
          <p:nvPr/>
        </p:nvSpPr>
        <p:spPr>
          <a:xfrm flipH="1">
            <a:off x="3915004" y="164925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" name="S16-line1513"/>
          <p:cNvSpPr/>
          <p:nvPr/>
        </p:nvSpPr>
        <p:spPr>
          <a:xfrm flipH="1">
            <a:off x="4088065" y="173578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16-line1514"/>
          <p:cNvSpPr/>
          <p:nvPr/>
        </p:nvSpPr>
        <p:spPr>
          <a:xfrm flipH="1">
            <a:off x="4205217" y="183577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16-line1515"/>
          <p:cNvSpPr/>
          <p:nvPr/>
        </p:nvSpPr>
        <p:spPr>
          <a:xfrm flipH="1">
            <a:off x="4311810" y="194812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16-line1516"/>
          <p:cNvSpPr/>
          <p:nvPr/>
        </p:nvSpPr>
        <p:spPr>
          <a:xfrm flipH="1">
            <a:off x="4406678" y="20715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16-line1517"/>
          <p:cNvSpPr/>
          <p:nvPr/>
        </p:nvSpPr>
        <p:spPr>
          <a:xfrm flipH="1">
            <a:off x="4408007" y="220484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" name="S16-line1518"/>
          <p:cNvSpPr/>
          <p:nvPr/>
        </p:nvSpPr>
        <p:spPr>
          <a:xfrm flipH="1">
            <a:off x="4557218" y="234641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16-line1519"/>
          <p:cNvSpPr/>
          <p:nvPr/>
        </p:nvSpPr>
        <p:spPr>
          <a:xfrm flipH="1">
            <a:off x="4611241" y="249474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16-line1520"/>
          <p:cNvSpPr/>
          <p:nvPr/>
        </p:nvSpPr>
        <p:spPr>
          <a:xfrm flipH="1">
            <a:off x="4650257" y="264820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16-line1521"/>
          <p:cNvSpPr/>
          <p:nvPr/>
        </p:nvSpPr>
        <p:spPr>
          <a:xfrm flipH="1">
            <a:off x="4673839" y="280513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16-line1522"/>
          <p:cNvSpPr/>
          <p:nvPr/>
        </p:nvSpPr>
        <p:spPr>
          <a:xfrm flipH="1">
            <a:off x="4588459" y="296379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2" name="S16-line1523"/>
          <p:cNvSpPr/>
          <p:nvPr/>
        </p:nvSpPr>
        <p:spPr>
          <a:xfrm flipH="1" flipV="1">
            <a:off x="4673839" y="311433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16-line1524"/>
          <p:cNvSpPr/>
          <p:nvPr/>
        </p:nvSpPr>
        <p:spPr>
          <a:xfrm flipH="1" flipV="1">
            <a:off x="4650257" y="326322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16-line1525"/>
          <p:cNvSpPr/>
          <p:nvPr/>
        </p:nvSpPr>
        <p:spPr>
          <a:xfrm flipH="1" flipV="1">
            <a:off x="4611241" y="340883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16-line1526"/>
          <p:cNvSpPr/>
          <p:nvPr/>
        </p:nvSpPr>
        <p:spPr>
          <a:xfrm flipH="1" flipV="1">
            <a:off x="4557218" y="35495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16-line1527"/>
          <p:cNvSpPr/>
          <p:nvPr/>
        </p:nvSpPr>
        <p:spPr>
          <a:xfrm flipH="1" flipV="1">
            <a:off x="4408007" y="363725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7" name="S16-line1528"/>
          <p:cNvSpPr/>
          <p:nvPr/>
        </p:nvSpPr>
        <p:spPr>
          <a:xfrm flipH="1" flipV="1">
            <a:off x="4406678" y="381031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16-line1529"/>
          <p:cNvSpPr/>
          <p:nvPr/>
        </p:nvSpPr>
        <p:spPr>
          <a:xfrm flipH="1" flipV="1">
            <a:off x="4311810" y="392746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16-line1530"/>
          <p:cNvSpPr/>
          <p:nvPr/>
        </p:nvSpPr>
        <p:spPr>
          <a:xfrm flipH="1" flipV="1">
            <a:off x="4205217" y="40340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16-line1531"/>
          <p:cNvSpPr/>
          <p:nvPr/>
        </p:nvSpPr>
        <p:spPr>
          <a:xfrm flipH="1" flipV="1">
            <a:off x="4088065" y="41289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16-line1532"/>
          <p:cNvSpPr/>
          <p:nvPr/>
        </p:nvSpPr>
        <p:spPr>
          <a:xfrm flipH="1" flipV="1">
            <a:off x="3915004" y="413025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2" name="S16-line1533"/>
          <p:cNvSpPr/>
          <p:nvPr/>
        </p:nvSpPr>
        <p:spPr>
          <a:xfrm flipH="1" flipV="1">
            <a:off x="3827322" y="427946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16-line1534"/>
          <p:cNvSpPr/>
          <p:nvPr/>
        </p:nvSpPr>
        <p:spPr>
          <a:xfrm flipH="1" flipV="1">
            <a:off x="3686588" y="433349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16-line1535"/>
          <p:cNvSpPr/>
          <p:nvPr/>
        </p:nvSpPr>
        <p:spPr>
          <a:xfrm flipH="1" flipV="1">
            <a:off x="3540978" y="437250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16-line1536"/>
          <p:cNvSpPr/>
          <p:nvPr/>
        </p:nvSpPr>
        <p:spPr>
          <a:xfrm flipH="1" flipV="1">
            <a:off x="3392088" y="439609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16-line1537"/>
          <p:cNvSpPr/>
          <p:nvPr/>
        </p:nvSpPr>
        <p:spPr>
          <a:xfrm flipV="1">
            <a:off x="3241548" y="4310710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7" name="S16-line1538"/>
          <p:cNvSpPr/>
          <p:nvPr/>
        </p:nvSpPr>
        <p:spPr>
          <a:xfrm flipV="1">
            <a:off x="3082884" y="439609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16-line1539"/>
          <p:cNvSpPr/>
          <p:nvPr/>
        </p:nvSpPr>
        <p:spPr>
          <a:xfrm flipV="1">
            <a:off x="2925958" y="437250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16-line1540"/>
          <p:cNvSpPr/>
          <p:nvPr/>
        </p:nvSpPr>
        <p:spPr>
          <a:xfrm flipV="1">
            <a:off x="2772490" y="433349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16-line1541"/>
          <p:cNvSpPr/>
          <p:nvPr/>
        </p:nvSpPr>
        <p:spPr>
          <a:xfrm flipV="1">
            <a:off x="2624161" y="427946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16-line1542"/>
          <p:cNvSpPr/>
          <p:nvPr/>
        </p:nvSpPr>
        <p:spPr>
          <a:xfrm flipV="1">
            <a:off x="2482596" y="413025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2" name="S16-line1543"/>
          <p:cNvSpPr/>
          <p:nvPr/>
        </p:nvSpPr>
        <p:spPr>
          <a:xfrm flipV="1">
            <a:off x="2349346" y="41289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16-line1544"/>
          <p:cNvSpPr/>
          <p:nvPr/>
        </p:nvSpPr>
        <p:spPr>
          <a:xfrm flipV="1">
            <a:off x="2225872" y="40340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16-line1545"/>
          <p:cNvSpPr/>
          <p:nvPr/>
        </p:nvSpPr>
        <p:spPr>
          <a:xfrm flipV="1">
            <a:off x="2113525" y="392746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16-line1546"/>
          <p:cNvSpPr/>
          <p:nvPr/>
        </p:nvSpPr>
        <p:spPr>
          <a:xfrm flipV="1">
            <a:off x="2013538" y="381031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16-line1547"/>
          <p:cNvSpPr/>
          <p:nvPr/>
        </p:nvSpPr>
        <p:spPr>
          <a:xfrm flipV="1">
            <a:off x="1927005" y="363725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7" name="S16-line1548"/>
          <p:cNvSpPr/>
          <p:nvPr/>
        </p:nvSpPr>
        <p:spPr>
          <a:xfrm flipV="1">
            <a:off x="1854874" y="35495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16-line1549"/>
          <p:cNvSpPr/>
          <p:nvPr/>
        </p:nvSpPr>
        <p:spPr>
          <a:xfrm flipV="1">
            <a:off x="1797936" y="340883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16-line1550"/>
          <p:cNvSpPr/>
          <p:nvPr/>
        </p:nvSpPr>
        <p:spPr>
          <a:xfrm flipV="1">
            <a:off x="1756814" y="326322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16-line1551"/>
          <p:cNvSpPr/>
          <p:nvPr/>
        </p:nvSpPr>
        <p:spPr>
          <a:xfrm flipV="1">
            <a:off x="1731959" y="311433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16-line1552"/>
          <p:cNvSpPr/>
          <p:nvPr/>
        </p:nvSpPr>
        <p:spPr>
          <a:xfrm>
            <a:off x="1723644" y="296379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2" name="S16-line1553"/>
          <p:cNvSpPr/>
          <p:nvPr/>
        </p:nvSpPr>
        <p:spPr>
          <a:xfrm>
            <a:off x="1731959" y="280513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16-line1554"/>
          <p:cNvSpPr/>
          <p:nvPr/>
        </p:nvSpPr>
        <p:spPr>
          <a:xfrm>
            <a:off x="1756814" y="264820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16-line1555"/>
          <p:cNvSpPr/>
          <p:nvPr/>
        </p:nvSpPr>
        <p:spPr>
          <a:xfrm>
            <a:off x="1797936" y="249474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16-line1556"/>
          <p:cNvSpPr/>
          <p:nvPr/>
        </p:nvSpPr>
        <p:spPr>
          <a:xfrm>
            <a:off x="1854874" y="234641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16-line1557"/>
          <p:cNvSpPr/>
          <p:nvPr/>
        </p:nvSpPr>
        <p:spPr>
          <a:xfrm>
            <a:off x="1927005" y="220484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7" name="S16-line1558"/>
          <p:cNvSpPr/>
          <p:nvPr/>
        </p:nvSpPr>
        <p:spPr>
          <a:xfrm>
            <a:off x="2013538" y="20715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16-line1559"/>
          <p:cNvSpPr/>
          <p:nvPr/>
        </p:nvSpPr>
        <p:spPr>
          <a:xfrm>
            <a:off x="2113525" y="194812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16-line1560"/>
          <p:cNvSpPr/>
          <p:nvPr/>
        </p:nvSpPr>
        <p:spPr>
          <a:xfrm>
            <a:off x="2225872" y="183577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16-line1561"/>
          <p:cNvSpPr/>
          <p:nvPr/>
        </p:nvSpPr>
        <p:spPr>
          <a:xfrm>
            <a:off x="2349346" y="173578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16-line1562"/>
          <p:cNvSpPr/>
          <p:nvPr/>
        </p:nvSpPr>
        <p:spPr>
          <a:xfrm>
            <a:off x="2482596" y="164925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2" name="S16-line1563"/>
          <p:cNvSpPr/>
          <p:nvPr/>
        </p:nvSpPr>
        <p:spPr>
          <a:xfrm>
            <a:off x="2624161" y="157712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16-line1564"/>
          <p:cNvSpPr/>
          <p:nvPr/>
        </p:nvSpPr>
        <p:spPr>
          <a:xfrm>
            <a:off x="2772490" y="152018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16-line1565"/>
          <p:cNvSpPr/>
          <p:nvPr/>
        </p:nvSpPr>
        <p:spPr>
          <a:xfrm>
            <a:off x="2925958" y="147906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16-line1566"/>
          <p:cNvSpPr/>
          <p:nvPr/>
        </p:nvSpPr>
        <p:spPr>
          <a:xfrm>
            <a:off x="3082884" y="145421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16-label1567"/>
          <p:cNvSpPr txBox="1"/>
          <p:nvPr/>
        </p:nvSpPr>
        <p:spPr>
          <a:xfrm>
            <a:off x="3581248" y="171740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67" name="S16-label1568"/>
          <p:cNvSpPr txBox="1"/>
          <p:nvPr/>
        </p:nvSpPr>
        <p:spPr>
          <a:xfrm>
            <a:off x="4030741" y="216689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68" name="S16-label1569"/>
          <p:cNvSpPr txBox="1"/>
          <p:nvPr/>
        </p:nvSpPr>
        <p:spPr>
          <a:xfrm>
            <a:off x="4195267" y="27809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69" name="S16-label1570"/>
          <p:cNvSpPr txBox="1"/>
          <p:nvPr/>
        </p:nvSpPr>
        <p:spPr>
          <a:xfrm>
            <a:off x="4030741" y="33949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70" name="S16-label1571"/>
          <p:cNvSpPr txBox="1"/>
          <p:nvPr/>
        </p:nvSpPr>
        <p:spPr>
          <a:xfrm>
            <a:off x="3581248" y="38444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71" name="S16-label1572"/>
          <p:cNvSpPr txBox="1"/>
          <p:nvPr/>
        </p:nvSpPr>
        <p:spPr>
          <a:xfrm>
            <a:off x="2967228" y="400895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72" name="S16-label1573"/>
          <p:cNvSpPr txBox="1"/>
          <p:nvPr/>
        </p:nvSpPr>
        <p:spPr>
          <a:xfrm>
            <a:off x="2353208" y="38444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73" name="S16-label1574"/>
          <p:cNvSpPr txBox="1"/>
          <p:nvPr/>
        </p:nvSpPr>
        <p:spPr>
          <a:xfrm>
            <a:off x="1903715" y="33949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74" name="S16-label1575"/>
          <p:cNvSpPr txBox="1"/>
          <p:nvPr/>
        </p:nvSpPr>
        <p:spPr>
          <a:xfrm>
            <a:off x="1739189" y="27809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75" name="S16-label1576"/>
          <p:cNvSpPr txBox="1"/>
          <p:nvPr/>
        </p:nvSpPr>
        <p:spPr>
          <a:xfrm>
            <a:off x="1903715" y="216689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76" name="S16-label1577"/>
          <p:cNvSpPr txBox="1"/>
          <p:nvPr/>
        </p:nvSpPr>
        <p:spPr>
          <a:xfrm>
            <a:off x="2353208" y="171740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77" name="S16-label1578"/>
          <p:cNvSpPr txBox="1"/>
          <p:nvPr/>
        </p:nvSpPr>
        <p:spPr>
          <a:xfrm>
            <a:off x="2967228" y="155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78" name="S16-line1579"/>
          <p:cNvSpPr/>
          <p:nvPr/>
        </p:nvSpPr>
        <p:spPr>
          <a:xfrm>
            <a:off x="3241548" y="2963799"/>
            <a:ext cx="683971" cy="0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79" name="S16-line1580"/>
          <p:cNvSpPr/>
          <p:nvPr/>
        </p:nvSpPr>
        <p:spPr>
          <a:xfrm flipV="1">
            <a:off x="3241548" y="1968932"/>
            <a:ext cx="0" cy="994867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80" name="S16-pin1581"/>
          <p:cNvSpPr/>
          <p:nvPr/>
        </p:nvSpPr>
        <p:spPr>
          <a:xfrm>
            <a:off x="3186684" y="2908935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1" name="S16-label1582"/>
          <p:cNvSpPr txBox="1"/>
          <p:nvPr/>
        </p:nvSpPr>
        <p:spPr>
          <a:xfrm>
            <a:off x="548640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3시</a:t>
            </a:r>
            <a:endParaRPr lang="ko-KR" sz="2600" dirty="0"/>
          </a:p>
        </p:txBody>
      </p:sp>
      <p:sp>
        <p:nvSpPr>
          <p:cNvPr id="82" name="S16-figure1583" descr="시계: 3시 30분"/>
          <p:cNvSpPr/>
          <p:nvPr/>
        </p:nvSpPr>
        <p:spPr>
          <a:xfrm>
            <a:off x="7392924" y="1409319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83" name="S16-line1584"/>
          <p:cNvSpPr/>
          <p:nvPr/>
        </p:nvSpPr>
        <p:spPr>
          <a:xfrm>
            <a:off x="8947404" y="1445895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4" name="S16-line1585"/>
          <p:cNvSpPr/>
          <p:nvPr/>
        </p:nvSpPr>
        <p:spPr>
          <a:xfrm flipH="1">
            <a:off x="9097944" y="145421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16-line1586"/>
          <p:cNvSpPr/>
          <p:nvPr/>
        </p:nvSpPr>
        <p:spPr>
          <a:xfrm flipH="1">
            <a:off x="9246834" y="147906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16-line1587"/>
          <p:cNvSpPr/>
          <p:nvPr/>
        </p:nvSpPr>
        <p:spPr>
          <a:xfrm flipH="1">
            <a:off x="9392444" y="152018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16-line1588"/>
          <p:cNvSpPr/>
          <p:nvPr/>
        </p:nvSpPr>
        <p:spPr>
          <a:xfrm flipH="1">
            <a:off x="9533178" y="157712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16-line1589"/>
          <p:cNvSpPr/>
          <p:nvPr/>
        </p:nvSpPr>
        <p:spPr>
          <a:xfrm flipH="1">
            <a:off x="9620860" y="164925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9" name="S16-line1590"/>
          <p:cNvSpPr/>
          <p:nvPr/>
        </p:nvSpPr>
        <p:spPr>
          <a:xfrm flipH="1">
            <a:off x="9793921" y="173578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16-line1591"/>
          <p:cNvSpPr/>
          <p:nvPr/>
        </p:nvSpPr>
        <p:spPr>
          <a:xfrm flipH="1">
            <a:off x="9911073" y="183577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16-line1592"/>
          <p:cNvSpPr/>
          <p:nvPr/>
        </p:nvSpPr>
        <p:spPr>
          <a:xfrm flipH="1">
            <a:off x="10017666" y="194812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16-line1593"/>
          <p:cNvSpPr/>
          <p:nvPr/>
        </p:nvSpPr>
        <p:spPr>
          <a:xfrm flipH="1">
            <a:off x="10112534" y="20715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16-line1594"/>
          <p:cNvSpPr/>
          <p:nvPr/>
        </p:nvSpPr>
        <p:spPr>
          <a:xfrm flipH="1">
            <a:off x="10113863" y="220484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4" name="S16-line1595"/>
          <p:cNvSpPr/>
          <p:nvPr/>
        </p:nvSpPr>
        <p:spPr>
          <a:xfrm flipH="1">
            <a:off x="10263074" y="234641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16-line1596"/>
          <p:cNvSpPr/>
          <p:nvPr/>
        </p:nvSpPr>
        <p:spPr>
          <a:xfrm flipH="1">
            <a:off x="10317097" y="249474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16-line1597"/>
          <p:cNvSpPr/>
          <p:nvPr/>
        </p:nvSpPr>
        <p:spPr>
          <a:xfrm flipH="1">
            <a:off x="10356113" y="264820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16-line1598"/>
          <p:cNvSpPr/>
          <p:nvPr/>
        </p:nvSpPr>
        <p:spPr>
          <a:xfrm flipH="1">
            <a:off x="10379695" y="280513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16-line1599"/>
          <p:cNvSpPr/>
          <p:nvPr/>
        </p:nvSpPr>
        <p:spPr>
          <a:xfrm flipH="1">
            <a:off x="10294315" y="296379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9" name="S16-line1600"/>
          <p:cNvSpPr/>
          <p:nvPr/>
        </p:nvSpPr>
        <p:spPr>
          <a:xfrm flipH="1" flipV="1">
            <a:off x="10379695" y="311433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16-line1601"/>
          <p:cNvSpPr/>
          <p:nvPr/>
        </p:nvSpPr>
        <p:spPr>
          <a:xfrm flipH="1" flipV="1">
            <a:off x="10356113" y="326322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16-line1602"/>
          <p:cNvSpPr/>
          <p:nvPr/>
        </p:nvSpPr>
        <p:spPr>
          <a:xfrm flipH="1" flipV="1">
            <a:off x="10317097" y="340883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16-line1603"/>
          <p:cNvSpPr/>
          <p:nvPr/>
        </p:nvSpPr>
        <p:spPr>
          <a:xfrm flipH="1" flipV="1">
            <a:off x="10263074" y="35495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16-line1604"/>
          <p:cNvSpPr/>
          <p:nvPr/>
        </p:nvSpPr>
        <p:spPr>
          <a:xfrm flipH="1" flipV="1">
            <a:off x="10113863" y="363725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4" name="S16-line1605"/>
          <p:cNvSpPr/>
          <p:nvPr/>
        </p:nvSpPr>
        <p:spPr>
          <a:xfrm flipH="1" flipV="1">
            <a:off x="10112534" y="381031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16-line1606"/>
          <p:cNvSpPr/>
          <p:nvPr/>
        </p:nvSpPr>
        <p:spPr>
          <a:xfrm flipH="1" flipV="1">
            <a:off x="10017666" y="392746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6" name="S16-line1607"/>
          <p:cNvSpPr/>
          <p:nvPr/>
        </p:nvSpPr>
        <p:spPr>
          <a:xfrm flipH="1" flipV="1">
            <a:off x="9911073" y="40340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16-line1608"/>
          <p:cNvSpPr/>
          <p:nvPr/>
        </p:nvSpPr>
        <p:spPr>
          <a:xfrm flipH="1" flipV="1">
            <a:off x="9793921" y="41289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16-line1609"/>
          <p:cNvSpPr/>
          <p:nvPr/>
        </p:nvSpPr>
        <p:spPr>
          <a:xfrm flipH="1" flipV="1">
            <a:off x="9620860" y="413025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9" name="S16-line1610"/>
          <p:cNvSpPr/>
          <p:nvPr/>
        </p:nvSpPr>
        <p:spPr>
          <a:xfrm flipH="1" flipV="1">
            <a:off x="9533178" y="427946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16-line1611"/>
          <p:cNvSpPr/>
          <p:nvPr/>
        </p:nvSpPr>
        <p:spPr>
          <a:xfrm flipH="1" flipV="1">
            <a:off x="9392444" y="433349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1" name="S16-line1612"/>
          <p:cNvSpPr/>
          <p:nvPr/>
        </p:nvSpPr>
        <p:spPr>
          <a:xfrm flipH="1" flipV="1">
            <a:off x="9246834" y="437250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16-line1613"/>
          <p:cNvSpPr/>
          <p:nvPr/>
        </p:nvSpPr>
        <p:spPr>
          <a:xfrm flipH="1" flipV="1">
            <a:off x="9097944" y="439609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16-line1614"/>
          <p:cNvSpPr/>
          <p:nvPr/>
        </p:nvSpPr>
        <p:spPr>
          <a:xfrm flipV="1">
            <a:off x="8947404" y="4310710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4" name="S16-line1615"/>
          <p:cNvSpPr/>
          <p:nvPr/>
        </p:nvSpPr>
        <p:spPr>
          <a:xfrm flipV="1">
            <a:off x="8788740" y="439609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16-line1616"/>
          <p:cNvSpPr/>
          <p:nvPr/>
        </p:nvSpPr>
        <p:spPr>
          <a:xfrm flipV="1">
            <a:off x="8631814" y="437250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6" name="S16-line1617"/>
          <p:cNvSpPr/>
          <p:nvPr/>
        </p:nvSpPr>
        <p:spPr>
          <a:xfrm flipV="1">
            <a:off x="8478346" y="433349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16-line1618"/>
          <p:cNvSpPr/>
          <p:nvPr/>
        </p:nvSpPr>
        <p:spPr>
          <a:xfrm flipV="1">
            <a:off x="8330017" y="427946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16-line1619"/>
          <p:cNvSpPr/>
          <p:nvPr/>
        </p:nvSpPr>
        <p:spPr>
          <a:xfrm flipV="1">
            <a:off x="8188452" y="413025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9" name="S16-line1620"/>
          <p:cNvSpPr/>
          <p:nvPr/>
        </p:nvSpPr>
        <p:spPr>
          <a:xfrm flipV="1">
            <a:off x="8055202" y="41289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16-line1621"/>
          <p:cNvSpPr/>
          <p:nvPr/>
        </p:nvSpPr>
        <p:spPr>
          <a:xfrm flipV="1">
            <a:off x="7931728" y="40340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1" name="S16-line1622"/>
          <p:cNvSpPr/>
          <p:nvPr/>
        </p:nvSpPr>
        <p:spPr>
          <a:xfrm flipV="1">
            <a:off x="7819381" y="392746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16-line1623"/>
          <p:cNvSpPr/>
          <p:nvPr/>
        </p:nvSpPr>
        <p:spPr>
          <a:xfrm flipV="1">
            <a:off x="7719394" y="381031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3" name="S16-line1624"/>
          <p:cNvSpPr/>
          <p:nvPr/>
        </p:nvSpPr>
        <p:spPr>
          <a:xfrm flipV="1">
            <a:off x="7632861" y="363725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4" name="S16-line1625"/>
          <p:cNvSpPr/>
          <p:nvPr/>
        </p:nvSpPr>
        <p:spPr>
          <a:xfrm flipV="1">
            <a:off x="7560730" y="35495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5" name="S16-line1626"/>
          <p:cNvSpPr/>
          <p:nvPr/>
        </p:nvSpPr>
        <p:spPr>
          <a:xfrm flipV="1">
            <a:off x="7503792" y="340883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6" name="S16-line1627"/>
          <p:cNvSpPr/>
          <p:nvPr/>
        </p:nvSpPr>
        <p:spPr>
          <a:xfrm flipV="1">
            <a:off x="7462670" y="326322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16-line1628"/>
          <p:cNvSpPr/>
          <p:nvPr/>
        </p:nvSpPr>
        <p:spPr>
          <a:xfrm flipV="1">
            <a:off x="7437815" y="311433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8" name="S16-line1629"/>
          <p:cNvSpPr/>
          <p:nvPr/>
        </p:nvSpPr>
        <p:spPr>
          <a:xfrm>
            <a:off x="7429500" y="296379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9" name="S16-line1630"/>
          <p:cNvSpPr/>
          <p:nvPr/>
        </p:nvSpPr>
        <p:spPr>
          <a:xfrm>
            <a:off x="7437815" y="280513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0" name="S16-line1631"/>
          <p:cNvSpPr/>
          <p:nvPr/>
        </p:nvSpPr>
        <p:spPr>
          <a:xfrm>
            <a:off x="7462670" y="264820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1" name="S16-line1632"/>
          <p:cNvSpPr/>
          <p:nvPr/>
        </p:nvSpPr>
        <p:spPr>
          <a:xfrm>
            <a:off x="7503792" y="249474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16-line1633"/>
          <p:cNvSpPr/>
          <p:nvPr/>
        </p:nvSpPr>
        <p:spPr>
          <a:xfrm>
            <a:off x="7560730" y="234641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3" name="S16-line1634"/>
          <p:cNvSpPr/>
          <p:nvPr/>
        </p:nvSpPr>
        <p:spPr>
          <a:xfrm>
            <a:off x="7632861" y="220484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4" name="S16-line1635"/>
          <p:cNvSpPr/>
          <p:nvPr/>
        </p:nvSpPr>
        <p:spPr>
          <a:xfrm>
            <a:off x="7719394" y="20715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5" name="S16-line1636"/>
          <p:cNvSpPr/>
          <p:nvPr/>
        </p:nvSpPr>
        <p:spPr>
          <a:xfrm>
            <a:off x="7819381" y="194812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6" name="S16-line1637"/>
          <p:cNvSpPr/>
          <p:nvPr/>
        </p:nvSpPr>
        <p:spPr>
          <a:xfrm>
            <a:off x="7931728" y="183577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16-line1638"/>
          <p:cNvSpPr/>
          <p:nvPr/>
        </p:nvSpPr>
        <p:spPr>
          <a:xfrm>
            <a:off x="8055202" y="173578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8" name="S16-line1639"/>
          <p:cNvSpPr/>
          <p:nvPr/>
        </p:nvSpPr>
        <p:spPr>
          <a:xfrm>
            <a:off x="8188452" y="164925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9" name="S16-line1640"/>
          <p:cNvSpPr/>
          <p:nvPr/>
        </p:nvSpPr>
        <p:spPr>
          <a:xfrm>
            <a:off x="8330017" y="157712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0" name="S16-line1641"/>
          <p:cNvSpPr/>
          <p:nvPr/>
        </p:nvSpPr>
        <p:spPr>
          <a:xfrm>
            <a:off x="8478346" y="152018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1" name="S16-line1642"/>
          <p:cNvSpPr/>
          <p:nvPr/>
        </p:nvSpPr>
        <p:spPr>
          <a:xfrm>
            <a:off x="8631814" y="147906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16-line1643"/>
          <p:cNvSpPr/>
          <p:nvPr/>
        </p:nvSpPr>
        <p:spPr>
          <a:xfrm>
            <a:off x="8788740" y="145421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3" name="S16-label1644"/>
          <p:cNvSpPr txBox="1"/>
          <p:nvPr/>
        </p:nvSpPr>
        <p:spPr>
          <a:xfrm>
            <a:off x="9287104" y="171740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144" name="S16-label1645"/>
          <p:cNvSpPr txBox="1"/>
          <p:nvPr/>
        </p:nvSpPr>
        <p:spPr>
          <a:xfrm>
            <a:off x="9736597" y="216689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145" name="S16-label1646"/>
          <p:cNvSpPr txBox="1"/>
          <p:nvPr/>
        </p:nvSpPr>
        <p:spPr>
          <a:xfrm>
            <a:off x="9901123" y="27809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46" name="S16-label1647"/>
          <p:cNvSpPr txBox="1"/>
          <p:nvPr/>
        </p:nvSpPr>
        <p:spPr>
          <a:xfrm>
            <a:off x="9736597" y="33949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147" name="S16-label1648"/>
          <p:cNvSpPr txBox="1"/>
          <p:nvPr/>
        </p:nvSpPr>
        <p:spPr>
          <a:xfrm>
            <a:off x="9287104" y="38444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148" name="S16-label1649"/>
          <p:cNvSpPr txBox="1"/>
          <p:nvPr/>
        </p:nvSpPr>
        <p:spPr>
          <a:xfrm>
            <a:off x="8673084" y="400895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149" name="S16-label1650"/>
          <p:cNvSpPr txBox="1"/>
          <p:nvPr/>
        </p:nvSpPr>
        <p:spPr>
          <a:xfrm>
            <a:off x="8059064" y="38444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150" name="S16-label1651"/>
          <p:cNvSpPr txBox="1"/>
          <p:nvPr/>
        </p:nvSpPr>
        <p:spPr>
          <a:xfrm>
            <a:off x="7609571" y="33949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151" name="S16-label1652"/>
          <p:cNvSpPr txBox="1"/>
          <p:nvPr/>
        </p:nvSpPr>
        <p:spPr>
          <a:xfrm>
            <a:off x="7445045" y="27809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152" name="S16-label1653"/>
          <p:cNvSpPr txBox="1"/>
          <p:nvPr/>
        </p:nvSpPr>
        <p:spPr>
          <a:xfrm>
            <a:off x="7609571" y="216689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153" name="S16-label1654"/>
          <p:cNvSpPr txBox="1"/>
          <p:nvPr/>
        </p:nvSpPr>
        <p:spPr>
          <a:xfrm>
            <a:off x="8059064" y="171740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154" name="S16-label1655"/>
          <p:cNvSpPr txBox="1"/>
          <p:nvPr/>
        </p:nvSpPr>
        <p:spPr>
          <a:xfrm>
            <a:off x="8673084" y="155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155" name="S16-line1656"/>
          <p:cNvSpPr/>
          <p:nvPr/>
        </p:nvSpPr>
        <p:spPr>
          <a:xfrm>
            <a:off x="8947404" y="2963799"/>
            <a:ext cx="660665" cy="177025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156" name="S16-line1657"/>
          <p:cNvSpPr/>
          <p:nvPr/>
        </p:nvSpPr>
        <p:spPr>
          <a:xfrm>
            <a:off x="8947404" y="2963799"/>
            <a:ext cx="0" cy="994867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157" name="S16-pin1658"/>
          <p:cNvSpPr/>
          <p:nvPr/>
        </p:nvSpPr>
        <p:spPr>
          <a:xfrm>
            <a:off x="8892540" y="2908935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8" name="S16-label1659"/>
          <p:cNvSpPr txBox="1"/>
          <p:nvPr/>
        </p:nvSpPr>
        <p:spPr>
          <a:xfrm>
            <a:off x="6254496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3시 30분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수학 시각과 시간</dc:title>
  <dc:subject>KR22-G02-MAT-TIME-L01</dc:subject>
  <dc:creator>education-ppt</dc:creator>
  <cp:lastModifiedBy>education-ppt</cp:lastModifiedBy>
  <cp:revision>1</cp:revision>
  <dcterms:created xsi:type="dcterms:W3CDTF">2026-10-26T07:46:20Z</dcterms:created>
  <dcterms:modified xsi:type="dcterms:W3CDTF">2026-10-26T07:46:20Z</dcterms:modified>
</cp:coreProperties>
</file>