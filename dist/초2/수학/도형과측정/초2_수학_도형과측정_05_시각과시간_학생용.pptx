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512b7be-725a-3bba-2833-4b121040dac2}">
          <p14:sldIdLst>
            <p14:sldId id="256"/>
            <p14:sldId id="257"/>
          </p14:sldIdLst>
        </p14:section>
        <p14:section name="개념" id="{2f2d41d9-bd2a-7f48-9871-3476db45427d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ed5af047-62f9-526b-e492-8ceb2b89ef85}">
          <p14:sldIdLst>
            <p14:sldId id="261"/>
            <p14:sldId id="262"/>
            <p14:sldId id="266"/>
          </p14:sldIdLst>
        </p14:section>
        <p14:section name="개념" id="{0c36e579-c3e7-fe9b-f6cd-893a1f9ab621}">
          <p14:sldIdLst/>
        </p14:section>
        <p14:section name="연습" id="{68fd4315-4f11-fe7e-e84e-1d69254d2eea}">
          <p14:sldIdLst/>
        </p14:section>
        <p14:section name="확인" id="{26a64f3b-0e88-4563-eba0-0cd06cdbb6a9}">
          <p14:sldIdLst>
            <p14:sldId id="267"/>
            <p14:sldId id="268"/>
          </p14:sldIdLst>
        </p14:section>
        <p14:section name="정리" id="{4deb8224-6c10-46d4-4a99-c53bee468f41}">
          <p14:sldIdLst>
            <p14:sldId id="269"/>
          </p14:sldIdLst>
        </p14:section>
        <p14:section name="보충" id="{15ecbf1d-8b04-4be7-1020-b8cb3123fe1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시각과 시간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 몇 분일까?</a:t>
            </a:r>
            <a:endParaRPr lang="ko-KR" sz="3200" dirty="0"/>
          </a:p>
        </p:txBody>
      </p:sp>
      <p:sp>
        <p:nvSpPr>
          <p:cNvPr id="4" name="S01-figure1" descr="시계: 8시 10분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13925" y="9826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10202" y="13789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45525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10202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13925" y="28578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028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831275" y="28578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434998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8995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434998" y="13789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831275" y="9826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8375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8983938" y="2103120"/>
            <a:ext cx="662982" cy="30915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532534"/>
            <a:ext cx="988283" cy="57058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몇 시 몇 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1시간 = 60분, 하루 = 24시간을 알아요.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figure80" descr="시계: 3시"/>
          <p:cNvSpPr/>
          <p:nvPr/>
        </p:nvSpPr>
        <p:spPr>
          <a:xfrm>
            <a:off x="2715768" y="1325880"/>
            <a:ext cx="1463040" cy="1463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81"/>
          <p:cNvSpPr/>
          <p:nvPr/>
        </p:nvSpPr>
        <p:spPr>
          <a:xfrm>
            <a:off x="3447288" y="1362456"/>
            <a:ext cx="0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 flipH="1">
            <a:off x="3516106" y="1366263"/>
            <a:ext cx="3823" cy="363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3584170" y="1377642"/>
            <a:ext cx="7605" cy="357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3650735" y="1396469"/>
            <a:ext cx="11303" cy="347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3715070" y="1422537"/>
            <a:ext cx="14877" cy="334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3754526" y="1455561"/>
            <a:ext cx="40234" cy="696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3834267" y="1495178"/>
            <a:ext cx="21499" cy="29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3887822" y="1540956"/>
            <a:ext cx="24474" cy="27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3936551" y="1592392"/>
            <a:ext cx="27181" cy="24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3979919" y="1648922"/>
            <a:ext cx="29591" cy="214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3979441" y="1709928"/>
            <a:ext cx="69687" cy="402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048737" y="1774741"/>
            <a:ext cx="33414" cy="14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073433" y="1842650"/>
            <a:ext cx="34786" cy="1130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091269" y="1912913"/>
            <a:ext cx="35777" cy="7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102049" y="1984759"/>
            <a:ext cx="36376" cy="38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4061765" y="2057400"/>
            <a:ext cx="8046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 flipV="1">
            <a:off x="4102049" y="2126218"/>
            <a:ext cx="36376" cy="38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4091269" y="2194282"/>
            <a:ext cx="35777" cy="7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073433" y="2260847"/>
            <a:ext cx="34786" cy="1130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048737" y="2325182"/>
            <a:ext cx="33414" cy="14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3979441" y="2364638"/>
            <a:ext cx="69687" cy="402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3979919" y="2444379"/>
            <a:ext cx="29591" cy="214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3936551" y="2497934"/>
            <a:ext cx="27181" cy="24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3887822" y="2546663"/>
            <a:ext cx="24474" cy="27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3834267" y="2590031"/>
            <a:ext cx="21499" cy="29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3754526" y="2589553"/>
            <a:ext cx="40234" cy="696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3715070" y="2658849"/>
            <a:ext cx="14877" cy="334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3650735" y="2683545"/>
            <a:ext cx="11303" cy="347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3584170" y="2701381"/>
            <a:ext cx="7605" cy="357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3516106" y="2712161"/>
            <a:ext cx="3823" cy="363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V="1">
            <a:off x="3447288" y="2671877"/>
            <a:ext cx="0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3374647" y="2712161"/>
            <a:ext cx="3823" cy="363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302801" y="2701381"/>
            <a:ext cx="7605" cy="357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232538" y="2683545"/>
            <a:ext cx="11303" cy="347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164629" y="2658849"/>
            <a:ext cx="14877" cy="334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099816" y="2589553"/>
            <a:ext cx="40234" cy="696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3038810" y="2590031"/>
            <a:ext cx="21499" cy="29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2982280" y="2546663"/>
            <a:ext cx="24474" cy="27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2930844" y="2497934"/>
            <a:ext cx="27181" cy="24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2885066" y="2444379"/>
            <a:ext cx="29591" cy="214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2845449" y="2364638"/>
            <a:ext cx="69687" cy="402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2812425" y="2325182"/>
            <a:ext cx="33414" cy="14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2786357" y="2260847"/>
            <a:ext cx="34786" cy="1130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2767530" y="2194282"/>
            <a:ext cx="35777" cy="7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2756151" y="2126218"/>
            <a:ext cx="36376" cy="38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>
            <a:off x="2752344" y="2057400"/>
            <a:ext cx="8046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2756151" y="1984759"/>
            <a:ext cx="36376" cy="38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2767530" y="1912913"/>
            <a:ext cx="35777" cy="7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2786357" y="1842650"/>
            <a:ext cx="34786" cy="1130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2812425" y="1774741"/>
            <a:ext cx="33414" cy="14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2845449" y="1709928"/>
            <a:ext cx="69687" cy="402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2885066" y="1648922"/>
            <a:ext cx="29591" cy="214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2930844" y="1592392"/>
            <a:ext cx="27181" cy="24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2982280" y="1540956"/>
            <a:ext cx="24474" cy="27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3038810" y="1495178"/>
            <a:ext cx="21499" cy="29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099816" y="1455561"/>
            <a:ext cx="40234" cy="696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164629" y="1422537"/>
            <a:ext cx="14877" cy="334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232538" y="1396469"/>
            <a:ext cx="11303" cy="347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302801" y="1377642"/>
            <a:ext cx="7605" cy="357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374647" y="1366263"/>
            <a:ext cx="3823" cy="363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141"/>
          <p:cNvSpPr txBox="1"/>
          <p:nvPr/>
        </p:nvSpPr>
        <p:spPr>
          <a:xfrm>
            <a:off x="3443630" y="14057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200" dirty="0"/>
          </a:p>
        </p:txBody>
      </p:sp>
      <p:sp>
        <p:nvSpPr>
          <p:cNvPr id="66" name="S02-label142"/>
          <p:cNvSpPr txBox="1"/>
          <p:nvPr/>
        </p:nvSpPr>
        <p:spPr>
          <a:xfrm>
            <a:off x="3641769" y="16038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200" dirty="0"/>
          </a:p>
        </p:txBody>
      </p:sp>
      <p:sp>
        <p:nvSpPr>
          <p:cNvPr id="67" name="S02-label143"/>
          <p:cNvSpPr txBox="1"/>
          <p:nvPr/>
        </p:nvSpPr>
        <p:spPr>
          <a:xfrm>
            <a:off x="3714293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200" dirty="0"/>
          </a:p>
        </p:txBody>
      </p:sp>
      <p:sp>
        <p:nvSpPr>
          <p:cNvPr id="68" name="S02-label144"/>
          <p:cNvSpPr txBox="1"/>
          <p:nvPr/>
        </p:nvSpPr>
        <p:spPr>
          <a:xfrm>
            <a:off x="3641769" y="21451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200" dirty="0"/>
          </a:p>
        </p:txBody>
      </p:sp>
      <p:sp>
        <p:nvSpPr>
          <p:cNvPr id="69" name="S02-label145"/>
          <p:cNvSpPr txBox="1"/>
          <p:nvPr/>
        </p:nvSpPr>
        <p:spPr>
          <a:xfrm>
            <a:off x="3443630" y="23433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200" dirty="0"/>
          </a:p>
        </p:txBody>
      </p:sp>
      <p:sp>
        <p:nvSpPr>
          <p:cNvPr id="70" name="S02-label146"/>
          <p:cNvSpPr txBox="1"/>
          <p:nvPr/>
        </p:nvSpPr>
        <p:spPr>
          <a:xfrm>
            <a:off x="3172968" y="24158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200" dirty="0"/>
          </a:p>
        </p:txBody>
      </p:sp>
      <p:sp>
        <p:nvSpPr>
          <p:cNvPr id="71" name="S02-label147"/>
          <p:cNvSpPr txBox="1"/>
          <p:nvPr/>
        </p:nvSpPr>
        <p:spPr>
          <a:xfrm>
            <a:off x="2902306" y="23433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200" dirty="0"/>
          </a:p>
        </p:txBody>
      </p:sp>
      <p:sp>
        <p:nvSpPr>
          <p:cNvPr id="72" name="S02-label148"/>
          <p:cNvSpPr txBox="1"/>
          <p:nvPr/>
        </p:nvSpPr>
        <p:spPr>
          <a:xfrm>
            <a:off x="2704167" y="21451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200" dirty="0"/>
          </a:p>
        </p:txBody>
      </p:sp>
      <p:sp>
        <p:nvSpPr>
          <p:cNvPr id="73" name="S02-label149"/>
          <p:cNvSpPr txBox="1"/>
          <p:nvPr/>
        </p:nvSpPr>
        <p:spPr>
          <a:xfrm>
            <a:off x="2631643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200" dirty="0"/>
          </a:p>
        </p:txBody>
      </p:sp>
      <p:sp>
        <p:nvSpPr>
          <p:cNvPr id="74" name="S02-label150"/>
          <p:cNvSpPr txBox="1"/>
          <p:nvPr/>
        </p:nvSpPr>
        <p:spPr>
          <a:xfrm>
            <a:off x="2704167" y="16038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200" dirty="0"/>
          </a:p>
        </p:txBody>
      </p:sp>
      <p:sp>
        <p:nvSpPr>
          <p:cNvPr id="75" name="S02-label151"/>
          <p:cNvSpPr txBox="1"/>
          <p:nvPr/>
        </p:nvSpPr>
        <p:spPr>
          <a:xfrm>
            <a:off x="2902306" y="14057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2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172968" y="13331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200" dirty="0"/>
          </a:p>
        </p:txBody>
      </p:sp>
      <p:sp>
        <p:nvSpPr>
          <p:cNvPr id="77" name="S02-line153"/>
          <p:cNvSpPr/>
          <p:nvPr/>
        </p:nvSpPr>
        <p:spPr>
          <a:xfrm>
            <a:off x="3447288" y="2057400"/>
            <a:ext cx="36576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154"/>
          <p:cNvSpPr/>
          <p:nvPr/>
        </p:nvSpPr>
        <p:spPr>
          <a:xfrm flipV="1">
            <a:off x="3447288" y="1486814"/>
            <a:ext cx="0" cy="57058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155"/>
          <p:cNvSpPr/>
          <p:nvPr/>
        </p:nvSpPr>
        <p:spPr>
          <a:xfrm>
            <a:off x="3392424" y="20025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chip1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1" name="S02-figure157" descr="시계: 7시 30분"/>
          <p:cNvSpPr/>
          <p:nvPr/>
        </p:nvSpPr>
        <p:spPr>
          <a:xfrm>
            <a:off x="8444484" y="1325880"/>
            <a:ext cx="1463040" cy="1463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158"/>
          <p:cNvSpPr/>
          <p:nvPr/>
        </p:nvSpPr>
        <p:spPr>
          <a:xfrm>
            <a:off x="9176004" y="1362456"/>
            <a:ext cx="0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 flipH="1">
            <a:off x="9244822" y="1366263"/>
            <a:ext cx="3823" cy="363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9312886" y="1377642"/>
            <a:ext cx="7605" cy="357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9379451" y="1396469"/>
            <a:ext cx="11303" cy="347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9443786" y="1422537"/>
            <a:ext cx="14877" cy="334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9483242" y="1455561"/>
            <a:ext cx="40234" cy="696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9562983" y="1495178"/>
            <a:ext cx="21499" cy="29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9616538" y="1540956"/>
            <a:ext cx="24474" cy="27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9665267" y="1592392"/>
            <a:ext cx="27181" cy="24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9708635" y="1648922"/>
            <a:ext cx="29591" cy="214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9708157" y="1709928"/>
            <a:ext cx="69687" cy="402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9777453" y="1774741"/>
            <a:ext cx="33414" cy="14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9802149" y="1842650"/>
            <a:ext cx="34786" cy="1130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9819985" y="1912913"/>
            <a:ext cx="35777" cy="7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9830765" y="1984759"/>
            <a:ext cx="36376" cy="38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9790481" y="2057400"/>
            <a:ext cx="8046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 flipV="1">
            <a:off x="9830765" y="2126218"/>
            <a:ext cx="36376" cy="38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9819985" y="2194282"/>
            <a:ext cx="35777" cy="7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9802149" y="2260847"/>
            <a:ext cx="34786" cy="1130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9777453" y="2325182"/>
            <a:ext cx="33414" cy="14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9708157" y="2364638"/>
            <a:ext cx="69687" cy="402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9708635" y="2444379"/>
            <a:ext cx="29591" cy="214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9665267" y="2497934"/>
            <a:ext cx="27181" cy="24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9616538" y="2546663"/>
            <a:ext cx="24474" cy="27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9562983" y="2590031"/>
            <a:ext cx="21499" cy="29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9483242" y="2589553"/>
            <a:ext cx="40234" cy="696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9443786" y="2658849"/>
            <a:ext cx="14877" cy="334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9379451" y="2683545"/>
            <a:ext cx="11303" cy="347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9312886" y="2701381"/>
            <a:ext cx="7605" cy="357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9244822" y="2712161"/>
            <a:ext cx="3823" cy="363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V="1">
            <a:off x="9176004" y="2671877"/>
            <a:ext cx="0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9103363" y="2712161"/>
            <a:ext cx="3823" cy="363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9031517" y="2701381"/>
            <a:ext cx="7605" cy="357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8961254" y="2683545"/>
            <a:ext cx="11303" cy="347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8893345" y="2658849"/>
            <a:ext cx="14877" cy="334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8828532" y="2589553"/>
            <a:ext cx="40234" cy="696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8767526" y="2590031"/>
            <a:ext cx="21499" cy="29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8710996" y="2546663"/>
            <a:ext cx="24474" cy="27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8659560" y="2497934"/>
            <a:ext cx="27181" cy="24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8613782" y="2444379"/>
            <a:ext cx="29591" cy="214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8574165" y="2364638"/>
            <a:ext cx="69687" cy="402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8541141" y="2325182"/>
            <a:ext cx="33414" cy="14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8515073" y="2260847"/>
            <a:ext cx="34786" cy="1130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8496246" y="2194282"/>
            <a:ext cx="35777" cy="7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8484867" y="2126218"/>
            <a:ext cx="36376" cy="38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>
            <a:off x="8481060" y="2057400"/>
            <a:ext cx="8046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8484867" y="1984759"/>
            <a:ext cx="36376" cy="38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8496246" y="1912913"/>
            <a:ext cx="35777" cy="7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8515073" y="1842650"/>
            <a:ext cx="34786" cy="1130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8541141" y="1774741"/>
            <a:ext cx="33414" cy="14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8574165" y="1709928"/>
            <a:ext cx="69687" cy="402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8613782" y="1648922"/>
            <a:ext cx="29591" cy="214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8659560" y="1592392"/>
            <a:ext cx="27181" cy="24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8710996" y="1540956"/>
            <a:ext cx="24474" cy="27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8767526" y="1495178"/>
            <a:ext cx="21499" cy="29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8828532" y="1455561"/>
            <a:ext cx="40234" cy="696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8893345" y="1422537"/>
            <a:ext cx="14877" cy="334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8961254" y="1396469"/>
            <a:ext cx="11303" cy="347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9031517" y="1377642"/>
            <a:ext cx="7605" cy="357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9103363" y="1366263"/>
            <a:ext cx="3823" cy="363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218"/>
          <p:cNvSpPr txBox="1"/>
          <p:nvPr/>
        </p:nvSpPr>
        <p:spPr>
          <a:xfrm>
            <a:off x="9172346" y="14057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200" dirty="0"/>
          </a:p>
        </p:txBody>
      </p:sp>
      <p:sp>
        <p:nvSpPr>
          <p:cNvPr id="143" name="S02-label219"/>
          <p:cNvSpPr txBox="1"/>
          <p:nvPr/>
        </p:nvSpPr>
        <p:spPr>
          <a:xfrm>
            <a:off x="9370485" y="16038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2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9443009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2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9370485" y="21451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2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9172346" y="23433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2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8901684" y="24158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2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8631022" y="23433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2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8432883" y="21451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2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8360359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2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8432883" y="16038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2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8631022" y="14057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2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8901684" y="13331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200" dirty="0"/>
          </a:p>
        </p:txBody>
      </p:sp>
      <p:sp>
        <p:nvSpPr>
          <p:cNvPr id="154" name="S02-line230"/>
          <p:cNvSpPr/>
          <p:nvPr/>
        </p:nvSpPr>
        <p:spPr>
          <a:xfrm flipH="1">
            <a:off x="8917373" y="2057400"/>
            <a:ext cx="258631" cy="25863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231"/>
          <p:cNvSpPr/>
          <p:nvPr/>
        </p:nvSpPr>
        <p:spPr>
          <a:xfrm>
            <a:off x="9176004" y="2057400"/>
            <a:ext cx="0" cy="57058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232"/>
          <p:cNvSpPr/>
          <p:nvPr/>
        </p:nvSpPr>
        <p:spPr>
          <a:xfrm>
            <a:off x="9121140" y="20025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chip23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8" name="S02-eqtext23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□, 25</a:t>
            </a:r>
            <a:endParaRPr lang="ko-KR" sz="3600" dirty="0"/>
          </a:p>
        </p:txBody>
      </p:sp>
      <p:sp>
        <p:nvSpPr>
          <p:cNvPr id="159" name="S02-chip23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60" name="S02-eqtext23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긴바늘과 5분</a:t>
            </a:r>
            <a:endParaRPr lang="ko-KR" sz="4400" dirty="0"/>
          </a:p>
        </p:txBody>
      </p:sp>
      <p:sp>
        <p:nvSpPr>
          <p:cNvPr id="3" name="S03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숫자 1을 가리키면 5분이에요.</a:t>
            </a:r>
            <a:endParaRPr lang="ko-KR" sz="3200" dirty="0"/>
          </a:p>
        </p:txBody>
      </p:sp>
      <p:sp>
        <p:nvSpPr>
          <p:cNvPr id="4" name="S03-card23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15분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3을 가리켜요.</a:t>
            </a:r>
            <a:endParaRPr lang="ko-KR" sz="3200" dirty="0"/>
          </a:p>
        </p:txBody>
      </p:sp>
      <p:sp>
        <p:nvSpPr>
          <p:cNvPr id="6" name="S03-figure240" descr="시계: 2시 15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3-line241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line242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3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4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5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246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3-line247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8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9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50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51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3-line252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3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4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5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56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3-line257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8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9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60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261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3-line262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3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4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5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266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3-line267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8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9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70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271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3-line272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3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4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5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276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3-line277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8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9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80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281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3-line282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3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4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5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286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3-line287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8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9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90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291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3-line292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3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4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5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296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3-line297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8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9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300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abel301"/>
          <p:cNvSpPr txBox="1"/>
          <p:nvPr/>
        </p:nvSpPr>
        <p:spPr>
          <a:xfrm>
            <a:off x="3450415" y="230890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3-label302"/>
          <p:cNvSpPr txBox="1"/>
          <p:nvPr/>
        </p:nvSpPr>
        <p:spPr>
          <a:xfrm>
            <a:off x="3812499" y="26709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3-label303"/>
          <p:cNvSpPr txBox="1"/>
          <p:nvPr/>
        </p:nvSpPr>
        <p:spPr>
          <a:xfrm>
            <a:off x="3945031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3-label304"/>
          <p:cNvSpPr txBox="1"/>
          <p:nvPr/>
        </p:nvSpPr>
        <p:spPr>
          <a:xfrm>
            <a:off x="3812499" y="3660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3-label305"/>
          <p:cNvSpPr txBox="1"/>
          <p:nvPr/>
        </p:nvSpPr>
        <p:spPr>
          <a:xfrm>
            <a:off x="3450415" y="402230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3-label306"/>
          <p:cNvSpPr txBox="1"/>
          <p:nvPr/>
        </p:nvSpPr>
        <p:spPr>
          <a:xfrm>
            <a:off x="2955798" y="415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3-label307"/>
          <p:cNvSpPr txBox="1"/>
          <p:nvPr/>
        </p:nvSpPr>
        <p:spPr>
          <a:xfrm>
            <a:off x="2461181" y="402230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3-label308"/>
          <p:cNvSpPr txBox="1"/>
          <p:nvPr/>
        </p:nvSpPr>
        <p:spPr>
          <a:xfrm>
            <a:off x="2099097" y="3660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3-label309"/>
          <p:cNvSpPr txBox="1"/>
          <p:nvPr/>
        </p:nvSpPr>
        <p:spPr>
          <a:xfrm>
            <a:off x="1966565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3-label310"/>
          <p:cNvSpPr txBox="1"/>
          <p:nvPr/>
        </p:nvSpPr>
        <p:spPr>
          <a:xfrm>
            <a:off x="2099097" y="26709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3-label311"/>
          <p:cNvSpPr txBox="1"/>
          <p:nvPr/>
        </p:nvSpPr>
        <p:spPr>
          <a:xfrm>
            <a:off x="2461181" y="230890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3-label312"/>
          <p:cNvSpPr txBox="1"/>
          <p:nvPr/>
        </p:nvSpPr>
        <p:spPr>
          <a:xfrm>
            <a:off x="2955798" y="21763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3-line313"/>
          <p:cNvSpPr/>
          <p:nvPr/>
        </p:nvSpPr>
        <p:spPr>
          <a:xfrm flipV="1">
            <a:off x="3230118" y="3092696"/>
            <a:ext cx="617522" cy="25578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3-line314"/>
          <p:cNvSpPr/>
          <p:nvPr/>
        </p:nvSpPr>
        <p:spPr>
          <a:xfrm>
            <a:off x="3230118" y="3348482"/>
            <a:ext cx="1042706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3-pin315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3-card316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3-cardtext317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5분, 2는 10분</a:t>
            </a:r>
            <a:endParaRPr lang="ko-KR" sz="3200" dirty="0"/>
          </a:p>
        </p:txBody>
      </p:sp>
      <p:sp>
        <p:nvSpPr>
          <p:cNvPr id="84" name="S03-card318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3-cardtext319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5, 10, 15 → 15분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 읽기</a:t>
            </a:r>
            <a:endParaRPr lang="ko-KR" sz="4400" dirty="0"/>
          </a:p>
        </p:txBody>
      </p:sp>
      <p:sp>
        <p:nvSpPr>
          <p:cNvPr id="3" name="S04-text3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읽어요.</a:t>
            </a:r>
            <a:endParaRPr lang="ko-KR" sz="3200" dirty="0"/>
          </a:p>
        </p:txBody>
      </p:sp>
      <p:sp>
        <p:nvSpPr>
          <p:cNvPr id="4" name="S04-figure321" descr="시계: 4시 35분"/>
          <p:cNvSpPr/>
          <p:nvPr/>
        </p:nvSpPr>
        <p:spPr>
          <a:xfrm>
            <a:off x="8047909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4-line322"/>
          <p:cNvSpPr/>
          <p:nvPr/>
        </p:nvSpPr>
        <p:spPr>
          <a:xfrm>
            <a:off x="9602389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4-line323"/>
          <p:cNvSpPr/>
          <p:nvPr/>
        </p:nvSpPr>
        <p:spPr>
          <a:xfrm flipH="1">
            <a:off x="9752929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324"/>
          <p:cNvSpPr/>
          <p:nvPr/>
        </p:nvSpPr>
        <p:spPr>
          <a:xfrm flipH="1">
            <a:off x="990181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25"/>
          <p:cNvSpPr/>
          <p:nvPr/>
        </p:nvSpPr>
        <p:spPr>
          <a:xfrm flipH="1">
            <a:off x="10047429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26"/>
          <p:cNvSpPr/>
          <p:nvPr/>
        </p:nvSpPr>
        <p:spPr>
          <a:xfrm flipH="1">
            <a:off x="10188163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27"/>
          <p:cNvSpPr/>
          <p:nvPr/>
        </p:nvSpPr>
        <p:spPr>
          <a:xfrm flipH="1">
            <a:off x="10275844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4-line328"/>
          <p:cNvSpPr/>
          <p:nvPr/>
        </p:nvSpPr>
        <p:spPr>
          <a:xfrm flipH="1">
            <a:off x="10448905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329"/>
          <p:cNvSpPr/>
          <p:nvPr/>
        </p:nvSpPr>
        <p:spPr>
          <a:xfrm flipH="1">
            <a:off x="10566057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330"/>
          <p:cNvSpPr/>
          <p:nvPr/>
        </p:nvSpPr>
        <p:spPr>
          <a:xfrm flipH="1">
            <a:off x="10672651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331"/>
          <p:cNvSpPr/>
          <p:nvPr/>
        </p:nvSpPr>
        <p:spPr>
          <a:xfrm flipH="1">
            <a:off x="1076751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332"/>
          <p:cNvSpPr/>
          <p:nvPr/>
        </p:nvSpPr>
        <p:spPr>
          <a:xfrm flipH="1">
            <a:off x="1076884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4-line333"/>
          <p:cNvSpPr/>
          <p:nvPr/>
        </p:nvSpPr>
        <p:spPr>
          <a:xfrm flipH="1">
            <a:off x="10918059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334"/>
          <p:cNvSpPr/>
          <p:nvPr/>
        </p:nvSpPr>
        <p:spPr>
          <a:xfrm flipH="1">
            <a:off x="10972081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335"/>
          <p:cNvSpPr/>
          <p:nvPr/>
        </p:nvSpPr>
        <p:spPr>
          <a:xfrm flipH="1">
            <a:off x="1101109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336"/>
          <p:cNvSpPr/>
          <p:nvPr/>
        </p:nvSpPr>
        <p:spPr>
          <a:xfrm flipH="1">
            <a:off x="11034679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337"/>
          <p:cNvSpPr/>
          <p:nvPr/>
        </p:nvSpPr>
        <p:spPr>
          <a:xfrm flipH="1">
            <a:off x="10949300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4-line338"/>
          <p:cNvSpPr/>
          <p:nvPr/>
        </p:nvSpPr>
        <p:spPr>
          <a:xfrm flipH="1" flipV="1">
            <a:off x="11034679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339"/>
          <p:cNvSpPr/>
          <p:nvPr/>
        </p:nvSpPr>
        <p:spPr>
          <a:xfrm flipH="1" flipV="1">
            <a:off x="1101109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340"/>
          <p:cNvSpPr/>
          <p:nvPr/>
        </p:nvSpPr>
        <p:spPr>
          <a:xfrm flipH="1" flipV="1">
            <a:off x="10972081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341"/>
          <p:cNvSpPr/>
          <p:nvPr/>
        </p:nvSpPr>
        <p:spPr>
          <a:xfrm flipH="1" flipV="1">
            <a:off x="10918059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342"/>
          <p:cNvSpPr/>
          <p:nvPr/>
        </p:nvSpPr>
        <p:spPr>
          <a:xfrm flipH="1" flipV="1">
            <a:off x="1076884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4-line343"/>
          <p:cNvSpPr/>
          <p:nvPr/>
        </p:nvSpPr>
        <p:spPr>
          <a:xfrm flipH="1" flipV="1">
            <a:off x="1076751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344"/>
          <p:cNvSpPr/>
          <p:nvPr/>
        </p:nvSpPr>
        <p:spPr>
          <a:xfrm flipH="1" flipV="1">
            <a:off x="10672651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345"/>
          <p:cNvSpPr/>
          <p:nvPr/>
        </p:nvSpPr>
        <p:spPr>
          <a:xfrm flipH="1" flipV="1">
            <a:off x="10566057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346"/>
          <p:cNvSpPr/>
          <p:nvPr/>
        </p:nvSpPr>
        <p:spPr>
          <a:xfrm flipH="1" flipV="1">
            <a:off x="10448905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347"/>
          <p:cNvSpPr/>
          <p:nvPr/>
        </p:nvSpPr>
        <p:spPr>
          <a:xfrm flipH="1" flipV="1">
            <a:off x="10275844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4-line348"/>
          <p:cNvSpPr/>
          <p:nvPr/>
        </p:nvSpPr>
        <p:spPr>
          <a:xfrm flipH="1" flipV="1">
            <a:off x="10188163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349"/>
          <p:cNvSpPr/>
          <p:nvPr/>
        </p:nvSpPr>
        <p:spPr>
          <a:xfrm flipH="1" flipV="1">
            <a:off x="10047429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350"/>
          <p:cNvSpPr/>
          <p:nvPr/>
        </p:nvSpPr>
        <p:spPr>
          <a:xfrm flipH="1" flipV="1">
            <a:off x="990181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351"/>
          <p:cNvSpPr/>
          <p:nvPr/>
        </p:nvSpPr>
        <p:spPr>
          <a:xfrm flipH="1" flipV="1">
            <a:off x="9752929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352"/>
          <p:cNvSpPr/>
          <p:nvPr/>
        </p:nvSpPr>
        <p:spPr>
          <a:xfrm flipV="1">
            <a:off x="9602389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4-line353"/>
          <p:cNvSpPr/>
          <p:nvPr/>
        </p:nvSpPr>
        <p:spPr>
          <a:xfrm flipV="1">
            <a:off x="9443725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354"/>
          <p:cNvSpPr/>
          <p:nvPr/>
        </p:nvSpPr>
        <p:spPr>
          <a:xfrm flipV="1">
            <a:off x="928679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355"/>
          <p:cNvSpPr/>
          <p:nvPr/>
        </p:nvSpPr>
        <p:spPr>
          <a:xfrm flipV="1">
            <a:off x="913333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356"/>
          <p:cNvSpPr/>
          <p:nvPr/>
        </p:nvSpPr>
        <p:spPr>
          <a:xfrm flipV="1">
            <a:off x="8985002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357"/>
          <p:cNvSpPr/>
          <p:nvPr/>
        </p:nvSpPr>
        <p:spPr>
          <a:xfrm flipV="1">
            <a:off x="884343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4-line358"/>
          <p:cNvSpPr/>
          <p:nvPr/>
        </p:nvSpPr>
        <p:spPr>
          <a:xfrm flipV="1">
            <a:off x="8710187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359"/>
          <p:cNvSpPr/>
          <p:nvPr/>
        </p:nvSpPr>
        <p:spPr>
          <a:xfrm flipV="1">
            <a:off x="8586713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360"/>
          <p:cNvSpPr/>
          <p:nvPr/>
        </p:nvSpPr>
        <p:spPr>
          <a:xfrm flipV="1">
            <a:off x="8474366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361"/>
          <p:cNvSpPr/>
          <p:nvPr/>
        </p:nvSpPr>
        <p:spPr>
          <a:xfrm flipV="1">
            <a:off x="837437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362"/>
          <p:cNvSpPr/>
          <p:nvPr/>
        </p:nvSpPr>
        <p:spPr>
          <a:xfrm flipV="1">
            <a:off x="8287845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4-line363"/>
          <p:cNvSpPr/>
          <p:nvPr/>
        </p:nvSpPr>
        <p:spPr>
          <a:xfrm flipV="1">
            <a:off x="8215714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364"/>
          <p:cNvSpPr/>
          <p:nvPr/>
        </p:nvSpPr>
        <p:spPr>
          <a:xfrm flipV="1">
            <a:off x="8158776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365"/>
          <p:cNvSpPr/>
          <p:nvPr/>
        </p:nvSpPr>
        <p:spPr>
          <a:xfrm flipV="1">
            <a:off x="8117655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366"/>
          <p:cNvSpPr/>
          <p:nvPr/>
        </p:nvSpPr>
        <p:spPr>
          <a:xfrm flipV="1">
            <a:off x="8092800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367"/>
          <p:cNvSpPr/>
          <p:nvPr/>
        </p:nvSpPr>
        <p:spPr>
          <a:xfrm>
            <a:off x="8084485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4-line368"/>
          <p:cNvSpPr/>
          <p:nvPr/>
        </p:nvSpPr>
        <p:spPr>
          <a:xfrm>
            <a:off x="8092800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369"/>
          <p:cNvSpPr/>
          <p:nvPr/>
        </p:nvSpPr>
        <p:spPr>
          <a:xfrm>
            <a:off x="8117655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370"/>
          <p:cNvSpPr/>
          <p:nvPr/>
        </p:nvSpPr>
        <p:spPr>
          <a:xfrm>
            <a:off x="8158776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371"/>
          <p:cNvSpPr/>
          <p:nvPr/>
        </p:nvSpPr>
        <p:spPr>
          <a:xfrm>
            <a:off x="8215714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372"/>
          <p:cNvSpPr/>
          <p:nvPr/>
        </p:nvSpPr>
        <p:spPr>
          <a:xfrm>
            <a:off x="8287845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4-line373"/>
          <p:cNvSpPr/>
          <p:nvPr/>
        </p:nvSpPr>
        <p:spPr>
          <a:xfrm>
            <a:off x="837437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374"/>
          <p:cNvSpPr/>
          <p:nvPr/>
        </p:nvSpPr>
        <p:spPr>
          <a:xfrm>
            <a:off x="8474366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375"/>
          <p:cNvSpPr/>
          <p:nvPr/>
        </p:nvSpPr>
        <p:spPr>
          <a:xfrm>
            <a:off x="8586713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376"/>
          <p:cNvSpPr/>
          <p:nvPr/>
        </p:nvSpPr>
        <p:spPr>
          <a:xfrm>
            <a:off x="8710187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377"/>
          <p:cNvSpPr/>
          <p:nvPr/>
        </p:nvSpPr>
        <p:spPr>
          <a:xfrm>
            <a:off x="884343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4-line378"/>
          <p:cNvSpPr/>
          <p:nvPr/>
        </p:nvSpPr>
        <p:spPr>
          <a:xfrm>
            <a:off x="8985002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379"/>
          <p:cNvSpPr/>
          <p:nvPr/>
        </p:nvSpPr>
        <p:spPr>
          <a:xfrm>
            <a:off x="913333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380"/>
          <p:cNvSpPr/>
          <p:nvPr/>
        </p:nvSpPr>
        <p:spPr>
          <a:xfrm>
            <a:off x="928679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381"/>
          <p:cNvSpPr/>
          <p:nvPr/>
        </p:nvSpPr>
        <p:spPr>
          <a:xfrm>
            <a:off x="9443725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abel382"/>
          <p:cNvSpPr txBox="1"/>
          <p:nvPr/>
        </p:nvSpPr>
        <p:spPr>
          <a:xfrm>
            <a:off x="9903226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4-label383"/>
          <p:cNvSpPr txBox="1"/>
          <p:nvPr/>
        </p:nvSpPr>
        <p:spPr>
          <a:xfrm>
            <a:off x="10324271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4-label384"/>
          <p:cNvSpPr txBox="1"/>
          <p:nvPr/>
        </p:nvSpPr>
        <p:spPr>
          <a:xfrm>
            <a:off x="10478384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4-label385"/>
          <p:cNvSpPr txBox="1"/>
          <p:nvPr/>
        </p:nvSpPr>
        <p:spPr>
          <a:xfrm>
            <a:off x="10324271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4-label386"/>
          <p:cNvSpPr txBox="1"/>
          <p:nvPr/>
        </p:nvSpPr>
        <p:spPr>
          <a:xfrm>
            <a:off x="9903226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4-label387"/>
          <p:cNvSpPr txBox="1"/>
          <p:nvPr/>
        </p:nvSpPr>
        <p:spPr>
          <a:xfrm>
            <a:off x="9328069" y="5379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4-label388"/>
          <p:cNvSpPr txBox="1"/>
          <p:nvPr/>
        </p:nvSpPr>
        <p:spPr>
          <a:xfrm>
            <a:off x="8752911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4-label389"/>
          <p:cNvSpPr txBox="1"/>
          <p:nvPr/>
        </p:nvSpPr>
        <p:spPr>
          <a:xfrm>
            <a:off x="8331867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4-label390"/>
          <p:cNvSpPr txBox="1"/>
          <p:nvPr/>
        </p:nvSpPr>
        <p:spPr>
          <a:xfrm>
            <a:off x="8177754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4-label391"/>
          <p:cNvSpPr txBox="1"/>
          <p:nvPr/>
        </p:nvSpPr>
        <p:spPr>
          <a:xfrm>
            <a:off x="8331867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4-label392"/>
          <p:cNvSpPr txBox="1"/>
          <p:nvPr/>
        </p:nvSpPr>
        <p:spPr>
          <a:xfrm>
            <a:off x="8752911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4-label393"/>
          <p:cNvSpPr txBox="1"/>
          <p:nvPr/>
        </p:nvSpPr>
        <p:spPr>
          <a:xfrm>
            <a:off x="9328069" y="30787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4-line394"/>
          <p:cNvSpPr/>
          <p:nvPr/>
        </p:nvSpPr>
        <p:spPr>
          <a:xfrm>
            <a:off x="9602389" y="4411980"/>
            <a:ext cx="525096" cy="5730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4-line395"/>
          <p:cNvSpPr/>
          <p:nvPr/>
        </p:nvSpPr>
        <p:spPr>
          <a:xfrm flipH="1">
            <a:off x="8996142" y="4411980"/>
            <a:ext cx="606247" cy="1050051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4-pin396"/>
          <p:cNvSpPr/>
          <p:nvPr/>
        </p:nvSpPr>
        <p:spPr>
          <a:xfrm>
            <a:off x="9547525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4-stepno39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4-text398"/>
          <p:cNvSpPr txBox="1"/>
          <p:nvPr/>
        </p:nvSpPr>
        <p:spPr>
          <a:xfrm>
            <a:off x="1325880" y="342442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4와 5 사이: 4시</a:t>
            </a:r>
            <a:endParaRPr lang="ko-KR" sz="3200" dirty="0"/>
          </a:p>
        </p:txBody>
      </p:sp>
      <p:sp>
        <p:nvSpPr>
          <p:cNvPr id="82" name="S04-stepno39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4-text400"/>
          <p:cNvSpPr txBox="1"/>
          <p:nvPr/>
        </p:nvSpPr>
        <p:spPr>
          <a:xfrm>
            <a:off x="1325880" y="41376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7: 35분</a:t>
            </a:r>
            <a:endParaRPr lang="ko-KR" sz="3200" dirty="0"/>
          </a:p>
        </p:txBody>
      </p:sp>
      <p:sp>
        <p:nvSpPr>
          <p:cNvPr id="84" name="S04-stepno40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5" name="S04-text402"/>
          <p:cNvSpPr txBox="1"/>
          <p:nvPr/>
        </p:nvSpPr>
        <p:spPr>
          <a:xfrm>
            <a:off x="1325880" y="485089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 35분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단위로 읽어요</a:t>
            </a:r>
            <a:endParaRPr lang="ko-KR" sz="4400" dirty="0"/>
          </a:p>
        </p:txBody>
      </p:sp>
      <p:sp>
        <p:nvSpPr>
          <p:cNvPr id="3" name="S05-text4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1분이에요.</a:t>
            </a:r>
            <a:endParaRPr lang="ko-KR" sz="3200" dirty="0"/>
          </a:p>
        </p:txBody>
      </p:sp>
      <p:sp>
        <p:nvSpPr>
          <p:cNvPr id="4" name="S05-card40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17분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‘9시 17분’이라고 읽어요.</a:t>
            </a:r>
            <a:endParaRPr lang="ko-KR" sz="3200" dirty="0"/>
          </a:p>
        </p:txBody>
      </p:sp>
      <p:sp>
        <p:nvSpPr>
          <p:cNvPr id="6" name="S05-figure406" descr="시계: 9시 17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5-line407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5-line408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09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10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11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412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5-line413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14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15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16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417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5-line418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19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20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21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422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5-line423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24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25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26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427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5-line428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29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30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31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432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5-line433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434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435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436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437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5-line438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439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440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441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442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5-line443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444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445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446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447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5-line448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449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450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451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452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5-line453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454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455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456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457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5-line458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459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460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461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462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5-line463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464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465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466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abel467"/>
          <p:cNvSpPr txBox="1"/>
          <p:nvPr/>
        </p:nvSpPr>
        <p:spPr>
          <a:xfrm>
            <a:off x="3450415" y="230890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5-label468"/>
          <p:cNvSpPr txBox="1"/>
          <p:nvPr/>
        </p:nvSpPr>
        <p:spPr>
          <a:xfrm>
            <a:off x="3812499" y="26709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5-label469"/>
          <p:cNvSpPr txBox="1"/>
          <p:nvPr/>
        </p:nvSpPr>
        <p:spPr>
          <a:xfrm>
            <a:off x="3945031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5-label470"/>
          <p:cNvSpPr txBox="1"/>
          <p:nvPr/>
        </p:nvSpPr>
        <p:spPr>
          <a:xfrm>
            <a:off x="3812499" y="3660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5-label471"/>
          <p:cNvSpPr txBox="1"/>
          <p:nvPr/>
        </p:nvSpPr>
        <p:spPr>
          <a:xfrm>
            <a:off x="3450415" y="402230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5-label472"/>
          <p:cNvSpPr txBox="1"/>
          <p:nvPr/>
        </p:nvSpPr>
        <p:spPr>
          <a:xfrm>
            <a:off x="2955798" y="415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5-label473"/>
          <p:cNvSpPr txBox="1"/>
          <p:nvPr/>
        </p:nvSpPr>
        <p:spPr>
          <a:xfrm>
            <a:off x="2461181" y="402230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5-label474"/>
          <p:cNvSpPr txBox="1"/>
          <p:nvPr/>
        </p:nvSpPr>
        <p:spPr>
          <a:xfrm>
            <a:off x="2099097" y="3660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5-label475"/>
          <p:cNvSpPr txBox="1"/>
          <p:nvPr/>
        </p:nvSpPr>
        <p:spPr>
          <a:xfrm>
            <a:off x="1966565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5-label476"/>
          <p:cNvSpPr txBox="1"/>
          <p:nvPr/>
        </p:nvSpPr>
        <p:spPr>
          <a:xfrm>
            <a:off x="2099097" y="26709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5-label477"/>
          <p:cNvSpPr txBox="1"/>
          <p:nvPr/>
        </p:nvSpPr>
        <p:spPr>
          <a:xfrm>
            <a:off x="2461181" y="230890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5-label478"/>
          <p:cNvSpPr txBox="1"/>
          <p:nvPr/>
        </p:nvSpPr>
        <p:spPr>
          <a:xfrm>
            <a:off x="2955798" y="21763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5-line479"/>
          <p:cNvSpPr/>
          <p:nvPr/>
        </p:nvSpPr>
        <p:spPr>
          <a:xfrm flipH="1" flipV="1">
            <a:off x="2569059" y="3249686"/>
            <a:ext cx="661059" cy="9879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5-line480"/>
          <p:cNvSpPr/>
          <p:nvPr/>
        </p:nvSpPr>
        <p:spPr>
          <a:xfrm>
            <a:off x="3230118" y="3348482"/>
            <a:ext cx="1019920" cy="216791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5-pin481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5-card48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5-cardtext48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3에서 2칸 더</a:t>
            </a:r>
            <a:endParaRPr lang="ko-KR" sz="3200" dirty="0"/>
          </a:p>
        </p:txBody>
      </p:sp>
      <p:sp>
        <p:nvSpPr>
          <p:cNvPr id="84" name="S05-card48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5-cardtext48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+ 2분 = 17분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분일까요?</a:t>
            </a:r>
            <a:endParaRPr lang="ko-KR" sz="4400" dirty="0"/>
          </a:p>
        </p:txBody>
      </p:sp>
      <p:sp>
        <p:nvSpPr>
          <p:cNvPr id="3" name="S06-card4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지나온 숫자, 긴바늘은 5씩 세요.</a:t>
            </a:r>
            <a:endParaRPr lang="ko-KR" sz="3200" dirty="0"/>
          </a:p>
        </p:txBody>
      </p:sp>
      <p:sp>
        <p:nvSpPr>
          <p:cNvPr id="5" name="S06-figure488" descr="시계: 6시 20분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89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90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91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92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93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94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95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96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97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98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99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500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01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502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03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04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505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06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507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08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09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510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11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512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13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14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515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16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517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18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19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520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21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522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23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24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525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26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527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28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29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530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31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532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33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34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535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36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537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538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539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540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541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542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543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544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545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546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547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548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549"/>
          <p:cNvSpPr txBox="1"/>
          <p:nvPr/>
        </p:nvSpPr>
        <p:spPr>
          <a:xfrm>
            <a:off x="2591410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550"/>
          <p:cNvSpPr txBox="1"/>
          <p:nvPr/>
        </p:nvSpPr>
        <p:spPr>
          <a:xfrm>
            <a:off x="30124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551"/>
          <p:cNvSpPr txBox="1"/>
          <p:nvPr/>
        </p:nvSpPr>
        <p:spPr>
          <a:xfrm>
            <a:off x="31665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552"/>
          <p:cNvSpPr txBox="1"/>
          <p:nvPr/>
        </p:nvSpPr>
        <p:spPr>
          <a:xfrm>
            <a:off x="30124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553"/>
          <p:cNvSpPr txBox="1"/>
          <p:nvPr/>
        </p:nvSpPr>
        <p:spPr>
          <a:xfrm>
            <a:off x="2591410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554"/>
          <p:cNvSpPr txBox="1"/>
          <p:nvPr/>
        </p:nvSpPr>
        <p:spPr>
          <a:xfrm>
            <a:off x="2016252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555"/>
          <p:cNvSpPr txBox="1"/>
          <p:nvPr/>
        </p:nvSpPr>
        <p:spPr>
          <a:xfrm>
            <a:off x="144109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556"/>
          <p:cNvSpPr txBox="1"/>
          <p:nvPr/>
        </p:nvSpPr>
        <p:spPr>
          <a:xfrm>
            <a:off x="1020050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557"/>
          <p:cNvSpPr txBox="1"/>
          <p:nvPr/>
        </p:nvSpPr>
        <p:spPr>
          <a:xfrm>
            <a:off x="86593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558"/>
          <p:cNvSpPr txBox="1"/>
          <p:nvPr/>
        </p:nvSpPr>
        <p:spPr>
          <a:xfrm>
            <a:off x="1020050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559"/>
          <p:cNvSpPr txBox="1"/>
          <p:nvPr/>
        </p:nvSpPr>
        <p:spPr>
          <a:xfrm>
            <a:off x="144109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560"/>
          <p:cNvSpPr txBox="1"/>
          <p:nvPr/>
        </p:nvSpPr>
        <p:spPr>
          <a:xfrm>
            <a:off x="2016252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561"/>
          <p:cNvSpPr/>
          <p:nvPr/>
        </p:nvSpPr>
        <p:spPr>
          <a:xfrm flipH="1">
            <a:off x="2155606" y="2963799"/>
            <a:ext cx="134966" cy="76543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562"/>
          <p:cNvSpPr/>
          <p:nvPr/>
        </p:nvSpPr>
        <p:spPr>
          <a:xfrm>
            <a:off x="2290572" y="2963799"/>
            <a:ext cx="1050051" cy="60624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563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56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565" descr="시계: 11시 45분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566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567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568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569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570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571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572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573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574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575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576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577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578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579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580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581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582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583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84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85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86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87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88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89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90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91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92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93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94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95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96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97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98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99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00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01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602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03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604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05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06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607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08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609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10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11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612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13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614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15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16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617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18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619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20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21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622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23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624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25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626"/>
          <p:cNvSpPr txBox="1"/>
          <p:nvPr/>
        </p:nvSpPr>
        <p:spPr>
          <a:xfrm>
            <a:off x="639531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627"/>
          <p:cNvSpPr txBox="1"/>
          <p:nvPr/>
        </p:nvSpPr>
        <p:spPr>
          <a:xfrm>
            <a:off x="68163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628"/>
          <p:cNvSpPr txBox="1"/>
          <p:nvPr/>
        </p:nvSpPr>
        <p:spPr>
          <a:xfrm>
            <a:off x="697047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629"/>
          <p:cNvSpPr txBox="1"/>
          <p:nvPr/>
        </p:nvSpPr>
        <p:spPr>
          <a:xfrm>
            <a:off x="68163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630"/>
          <p:cNvSpPr txBox="1"/>
          <p:nvPr/>
        </p:nvSpPr>
        <p:spPr>
          <a:xfrm>
            <a:off x="639531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631"/>
          <p:cNvSpPr txBox="1"/>
          <p:nvPr/>
        </p:nvSpPr>
        <p:spPr>
          <a:xfrm>
            <a:off x="5820156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632"/>
          <p:cNvSpPr txBox="1"/>
          <p:nvPr/>
        </p:nvSpPr>
        <p:spPr>
          <a:xfrm>
            <a:off x="524499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633"/>
          <p:cNvSpPr txBox="1"/>
          <p:nvPr/>
        </p:nvSpPr>
        <p:spPr>
          <a:xfrm>
            <a:off x="48239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634"/>
          <p:cNvSpPr txBox="1"/>
          <p:nvPr/>
        </p:nvSpPr>
        <p:spPr>
          <a:xfrm>
            <a:off x="466984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635"/>
          <p:cNvSpPr txBox="1"/>
          <p:nvPr/>
        </p:nvSpPr>
        <p:spPr>
          <a:xfrm>
            <a:off x="48239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636"/>
          <p:cNvSpPr txBox="1"/>
          <p:nvPr/>
        </p:nvSpPr>
        <p:spPr>
          <a:xfrm>
            <a:off x="524499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637"/>
          <p:cNvSpPr txBox="1"/>
          <p:nvPr/>
        </p:nvSpPr>
        <p:spPr>
          <a:xfrm>
            <a:off x="5820156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638"/>
          <p:cNvSpPr/>
          <p:nvPr/>
        </p:nvSpPr>
        <p:spPr>
          <a:xfrm flipH="1" flipV="1">
            <a:off x="5993026" y="2193208"/>
            <a:ext cx="101450" cy="77059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639"/>
          <p:cNvSpPr/>
          <p:nvPr/>
        </p:nvSpPr>
        <p:spPr>
          <a:xfrm flipH="1">
            <a:off x="4881982" y="2963799"/>
            <a:ext cx="1212494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640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641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642" descr="시계: 2시 8분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643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644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645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646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647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648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649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650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651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652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653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654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655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656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657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658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659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660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661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662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663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664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665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666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667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668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669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670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671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672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673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674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675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676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677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678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679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680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681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682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683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84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85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86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87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88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89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90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91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92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93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94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95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96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97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98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99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700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701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702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703"/>
          <p:cNvSpPr txBox="1"/>
          <p:nvPr/>
        </p:nvSpPr>
        <p:spPr>
          <a:xfrm>
            <a:off x="1019921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704"/>
          <p:cNvSpPr txBox="1"/>
          <p:nvPr/>
        </p:nvSpPr>
        <p:spPr>
          <a:xfrm>
            <a:off x="10620262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705"/>
          <p:cNvSpPr txBox="1"/>
          <p:nvPr/>
        </p:nvSpPr>
        <p:spPr>
          <a:xfrm>
            <a:off x="1077437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706"/>
          <p:cNvSpPr txBox="1"/>
          <p:nvPr/>
        </p:nvSpPr>
        <p:spPr>
          <a:xfrm>
            <a:off x="10620262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707"/>
          <p:cNvSpPr txBox="1"/>
          <p:nvPr/>
        </p:nvSpPr>
        <p:spPr>
          <a:xfrm>
            <a:off x="1019921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708"/>
          <p:cNvSpPr txBox="1"/>
          <p:nvPr/>
        </p:nvSpPr>
        <p:spPr>
          <a:xfrm>
            <a:off x="9624060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709"/>
          <p:cNvSpPr txBox="1"/>
          <p:nvPr/>
        </p:nvSpPr>
        <p:spPr>
          <a:xfrm>
            <a:off x="9048902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710"/>
          <p:cNvSpPr txBox="1"/>
          <p:nvPr/>
        </p:nvSpPr>
        <p:spPr>
          <a:xfrm>
            <a:off x="86278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711"/>
          <p:cNvSpPr txBox="1"/>
          <p:nvPr/>
        </p:nvSpPr>
        <p:spPr>
          <a:xfrm>
            <a:off x="84737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712"/>
          <p:cNvSpPr txBox="1"/>
          <p:nvPr/>
        </p:nvSpPr>
        <p:spPr>
          <a:xfrm>
            <a:off x="86278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713"/>
          <p:cNvSpPr txBox="1"/>
          <p:nvPr/>
        </p:nvSpPr>
        <p:spPr>
          <a:xfrm>
            <a:off x="9048902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714"/>
          <p:cNvSpPr txBox="1"/>
          <p:nvPr/>
        </p:nvSpPr>
        <p:spPr>
          <a:xfrm>
            <a:off x="9624060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715"/>
          <p:cNvSpPr/>
          <p:nvPr/>
        </p:nvSpPr>
        <p:spPr>
          <a:xfrm flipV="1">
            <a:off x="9898380" y="2623079"/>
            <a:ext cx="698579" cy="3407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716"/>
          <p:cNvSpPr/>
          <p:nvPr/>
        </p:nvSpPr>
        <p:spPr>
          <a:xfrm flipV="1">
            <a:off x="9898380" y="2152482"/>
            <a:ext cx="901059" cy="81131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717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7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7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시계예요. 누가 맞았을까요? 왜 그럴까요?</a:t>
            </a:r>
            <a:endParaRPr lang="ko-KR" sz="3200" dirty="0"/>
          </a:p>
        </p:txBody>
      </p:sp>
      <p:sp>
        <p:nvSpPr>
          <p:cNvPr id="5" name="S07-chip72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8시 50분</a:t>
            </a:r>
            <a:endParaRPr lang="ko-KR" sz="2600" dirty="0"/>
          </a:p>
        </p:txBody>
      </p:sp>
      <p:sp>
        <p:nvSpPr>
          <p:cNvPr id="6" name="S07-figure722" descr="시계: 7시 50분"/>
          <p:cNvSpPr/>
          <p:nvPr/>
        </p:nvSpPr>
        <p:spPr>
          <a:xfrm>
            <a:off x="1945640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23"/>
          <p:cNvSpPr/>
          <p:nvPr/>
        </p:nvSpPr>
        <p:spPr>
          <a:xfrm>
            <a:off x="3230118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24"/>
          <p:cNvSpPr/>
          <p:nvPr/>
        </p:nvSpPr>
        <p:spPr>
          <a:xfrm flipH="1">
            <a:off x="3353846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25"/>
          <p:cNvSpPr/>
          <p:nvPr/>
        </p:nvSpPr>
        <p:spPr>
          <a:xfrm flipH="1">
            <a:off x="3476219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26"/>
          <p:cNvSpPr/>
          <p:nvPr/>
        </p:nvSpPr>
        <p:spPr>
          <a:xfrm flipH="1">
            <a:off x="35958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27"/>
          <p:cNvSpPr/>
          <p:nvPr/>
        </p:nvSpPr>
        <p:spPr>
          <a:xfrm flipH="1">
            <a:off x="3711563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28"/>
          <p:cNvSpPr/>
          <p:nvPr/>
        </p:nvSpPr>
        <p:spPr>
          <a:xfrm flipH="1">
            <a:off x="378342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29"/>
          <p:cNvSpPr/>
          <p:nvPr/>
        </p:nvSpPr>
        <p:spPr>
          <a:xfrm flipH="1">
            <a:off x="3925867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30"/>
          <p:cNvSpPr/>
          <p:nvPr/>
        </p:nvSpPr>
        <p:spPr>
          <a:xfrm flipH="1">
            <a:off x="4022153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31"/>
          <p:cNvSpPr/>
          <p:nvPr/>
        </p:nvSpPr>
        <p:spPr>
          <a:xfrm flipH="1">
            <a:off x="41097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32"/>
          <p:cNvSpPr/>
          <p:nvPr/>
        </p:nvSpPr>
        <p:spPr>
          <a:xfrm flipH="1">
            <a:off x="418773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33"/>
          <p:cNvSpPr/>
          <p:nvPr/>
        </p:nvSpPr>
        <p:spPr>
          <a:xfrm flipH="1">
            <a:off x="4188470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34"/>
          <p:cNvSpPr/>
          <p:nvPr/>
        </p:nvSpPr>
        <p:spPr>
          <a:xfrm flipH="1">
            <a:off x="4311462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35"/>
          <p:cNvSpPr/>
          <p:nvPr/>
        </p:nvSpPr>
        <p:spPr>
          <a:xfrm flipH="1">
            <a:off x="435586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36"/>
          <p:cNvSpPr/>
          <p:nvPr/>
        </p:nvSpPr>
        <p:spPr>
          <a:xfrm flipH="1">
            <a:off x="4387930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37"/>
          <p:cNvSpPr/>
          <p:nvPr/>
        </p:nvSpPr>
        <p:spPr>
          <a:xfrm flipH="1">
            <a:off x="440731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38"/>
          <p:cNvSpPr/>
          <p:nvPr/>
        </p:nvSpPr>
        <p:spPr>
          <a:xfrm flipH="1">
            <a:off x="4336727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39"/>
          <p:cNvSpPr/>
          <p:nvPr/>
        </p:nvSpPr>
        <p:spPr>
          <a:xfrm flipH="1" flipV="1">
            <a:off x="440731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40"/>
          <p:cNvSpPr/>
          <p:nvPr/>
        </p:nvSpPr>
        <p:spPr>
          <a:xfrm flipH="1" flipV="1">
            <a:off x="4387930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41"/>
          <p:cNvSpPr/>
          <p:nvPr/>
        </p:nvSpPr>
        <p:spPr>
          <a:xfrm flipH="1" flipV="1">
            <a:off x="435586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42"/>
          <p:cNvSpPr/>
          <p:nvPr/>
        </p:nvSpPr>
        <p:spPr>
          <a:xfrm flipH="1" flipV="1">
            <a:off x="4311462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43"/>
          <p:cNvSpPr/>
          <p:nvPr/>
        </p:nvSpPr>
        <p:spPr>
          <a:xfrm flipH="1" flipV="1">
            <a:off x="4188470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44"/>
          <p:cNvSpPr/>
          <p:nvPr/>
        </p:nvSpPr>
        <p:spPr>
          <a:xfrm flipH="1" flipV="1">
            <a:off x="418773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45"/>
          <p:cNvSpPr/>
          <p:nvPr/>
        </p:nvSpPr>
        <p:spPr>
          <a:xfrm flipH="1" flipV="1">
            <a:off x="41097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46"/>
          <p:cNvSpPr/>
          <p:nvPr/>
        </p:nvSpPr>
        <p:spPr>
          <a:xfrm flipH="1" flipV="1">
            <a:off x="4022153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47"/>
          <p:cNvSpPr/>
          <p:nvPr/>
        </p:nvSpPr>
        <p:spPr>
          <a:xfrm flipH="1" flipV="1">
            <a:off x="3925867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48"/>
          <p:cNvSpPr/>
          <p:nvPr/>
        </p:nvSpPr>
        <p:spPr>
          <a:xfrm flipH="1" flipV="1">
            <a:off x="378342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49"/>
          <p:cNvSpPr/>
          <p:nvPr/>
        </p:nvSpPr>
        <p:spPr>
          <a:xfrm flipH="1" flipV="1">
            <a:off x="3711563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50"/>
          <p:cNvSpPr/>
          <p:nvPr/>
        </p:nvSpPr>
        <p:spPr>
          <a:xfrm flipH="1" flipV="1">
            <a:off x="35958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51"/>
          <p:cNvSpPr/>
          <p:nvPr/>
        </p:nvSpPr>
        <p:spPr>
          <a:xfrm flipH="1" flipV="1">
            <a:off x="3476219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52"/>
          <p:cNvSpPr/>
          <p:nvPr/>
        </p:nvSpPr>
        <p:spPr>
          <a:xfrm flipH="1" flipV="1">
            <a:off x="3353846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53"/>
          <p:cNvSpPr/>
          <p:nvPr/>
        </p:nvSpPr>
        <p:spPr>
          <a:xfrm flipV="1">
            <a:off x="3230118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54"/>
          <p:cNvSpPr/>
          <p:nvPr/>
        </p:nvSpPr>
        <p:spPr>
          <a:xfrm flipV="1">
            <a:off x="3099677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55"/>
          <p:cNvSpPr/>
          <p:nvPr/>
        </p:nvSpPr>
        <p:spPr>
          <a:xfrm flipV="1">
            <a:off x="297066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56"/>
          <p:cNvSpPr/>
          <p:nvPr/>
        </p:nvSpPr>
        <p:spPr>
          <a:xfrm flipV="1">
            <a:off x="28444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57"/>
          <p:cNvSpPr/>
          <p:nvPr/>
        </p:nvSpPr>
        <p:spPr>
          <a:xfrm flipV="1">
            <a:off x="2722551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58"/>
          <p:cNvSpPr/>
          <p:nvPr/>
        </p:nvSpPr>
        <p:spPr>
          <a:xfrm flipV="1">
            <a:off x="2606167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59"/>
          <p:cNvSpPr/>
          <p:nvPr/>
        </p:nvSpPr>
        <p:spPr>
          <a:xfrm flipV="1">
            <a:off x="2496620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60"/>
          <p:cNvSpPr/>
          <p:nvPr/>
        </p:nvSpPr>
        <p:spPr>
          <a:xfrm flipV="1">
            <a:off x="239510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61"/>
          <p:cNvSpPr/>
          <p:nvPr/>
        </p:nvSpPr>
        <p:spPr>
          <a:xfrm flipV="1">
            <a:off x="2302746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62"/>
          <p:cNvSpPr/>
          <p:nvPr/>
        </p:nvSpPr>
        <p:spPr>
          <a:xfrm flipV="1">
            <a:off x="222054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63"/>
          <p:cNvSpPr/>
          <p:nvPr/>
        </p:nvSpPr>
        <p:spPr>
          <a:xfrm flipV="1">
            <a:off x="2149403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64"/>
          <p:cNvSpPr/>
          <p:nvPr/>
        </p:nvSpPr>
        <p:spPr>
          <a:xfrm flipV="1">
            <a:off x="2090103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65"/>
          <p:cNvSpPr/>
          <p:nvPr/>
        </p:nvSpPr>
        <p:spPr>
          <a:xfrm flipV="1">
            <a:off x="204329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66"/>
          <p:cNvSpPr/>
          <p:nvPr/>
        </p:nvSpPr>
        <p:spPr>
          <a:xfrm flipV="1">
            <a:off x="200948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67"/>
          <p:cNvSpPr/>
          <p:nvPr/>
        </p:nvSpPr>
        <p:spPr>
          <a:xfrm flipV="1">
            <a:off x="198905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68"/>
          <p:cNvSpPr/>
          <p:nvPr/>
        </p:nvSpPr>
        <p:spPr>
          <a:xfrm>
            <a:off x="1982216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69"/>
          <p:cNvSpPr/>
          <p:nvPr/>
        </p:nvSpPr>
        <p:spPr>
          <a:xfrm>
            <a:off x="198905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70"/>
          <p:cNvSpPr/>
          <p:nvPr/>
        </p:nvSpPr>
        <p:spPr>
          <a:xfrm>
            <a:off x="200948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71"/>
          <p:cNvSpPr/>
          <p:nvPr/>
        </p:nvSpPr>
        <p:spPr>
          <a:xfrm>
            <a:off x="204329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72"/>
          <p:cNvSpPr/>
          <p:nvPr/>
        </p:nvSpPr>
        <p:spPr>
          <a:xfrm>
            <a:off x="2090103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73"/>
          <p:cNvSpPr/>
          <p:nvPr/>
        </p:nvSpPr>
        <p:spPr>
          <a:xfrm>
            <a:off x="2149403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74"/>
          <p:cNvSpPr/>
          <p:nvPr/>
        </p:nvSpPr>
        <p:spPr>
          <a:xfrm>
            <a:off x="222054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75"/>
          <p:cNvSpPr/>
          <p:nvPr/>
        </p:nvSpPr>
        <p:spPr>
          <a:xfrm>
            <a:off x="2302746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76"/>
          <p:cNvSpPr/>
          <p:nvPr/>
        </p:nvSpPr>
        <p:spPr>
          <a:xfrm>
            <a:off x="239510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77"/>
          <p:cNvSpPr/>
          <p:nvPr/>
        </p:nvSpPr>
        <p:spPr>
          <a:xfrm>
            <a:off x="2496620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78"/>
          <p:cNvSpPr/>
          <p:nvPr/>
        </p:nvSpPr>
        <p:spPr>
          <a:xfrm>
            <a:off x="2606167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79"/>
          <p:cNvSpPr/>
          <p:nvPr/>
        </p:nvSpPr>
        <p:spPr>
          <a:xfrm>
            <a:off x="2722551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80"/>
          <p:cNvSpPr/>
          <p:nvPr/>
        </p:nvSpPr>
        <p:spPr>
          <a:xfrm>
            <a:off x="28444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81"/>
          <p:cNvSpPr/>
          <p:nvPr/>
        </p:nvSpPr>
        <p:spPr>
          <a:xfrm>
            <a:off x="297066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82"/>
          <p:cNvSpPr/>
          <p:nvPr/>
        </p:nvSpPr>
        <p:spPr>
          <a:xfrm>
            <a:off x="3099677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83"/>
          <p:cNvSpPr txBox="1"/>
          <p:nvPr/>
        </p:nvSpPr>
        <p:spPr>
          <a:xfrm>
            <a:off x="3431055" y="23358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07-label784"/>
          <p:cNvSpPr txBox="1"/>
          <p:nvPr/>
        </p:nvSpPr>
        <p:spPr>
          <a:xfrm>
            <a:off x="3778967" y="26837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07-label785"/>
          <p:cNvSpPr txBox="1"/>
          <p:nvPr/>
        </p:nvSpPr>
        <p:spPr>
          <a:xfrm>
            <a:off x="3906312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07-label786"/>
          <p:cNvSpPr txBox="1"/>
          <p:nvPr/>
        </p:nvSpPr>
        <p:spPr>
          <a:xfrm>
            <a:off x="3778967" y="363425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07-label787"/>
          <p:cNvSpPr txBox="1"/>
          <p:nvPr/>
        </p:nvSpPr>
        <p:spPr>
          <a:xfrm>
            <a:off x="3431055" y="3982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07-label788"/>
          <p:cNvSpPr txBox="1"/>
          <p:nvPr/>
        </p:nvSpPr>
        <p:spPr>
          <a:xfrm>
            <a:off x="2955798" y="4109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07-label789"/>
          <p:cNvSpPr txBox="1"/>
          <p:nvPr/>
        </p:nvSpPr>
        <p:spPr>
          <a:xfrm>
            <a:off x="2480541" y="3982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07-label790"/>
          <p:cNvSpPr txBox="1"/>
          <p:nvPr/>
        </p:nvSpPr>
        <p:spPr>
          <a:xfrm>
            <a:off x="2132629" y="363425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07-label791"/>
          <p:cNvSpPr txBox="1"/>
          <p:nvPr/>
        </p:nvSpPr>
        <p:spPr>
          <a:xfrm>
            <a:off x="2005284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07-label792"/>
          <p:cNvSpPr txBox="1"/>
          <p:nvPr/>
        </p:nvSpPr>
        <p:spPr>
          <a:xfrm>
            <a:off x="2132629" y="26837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07-label793"/>
          <p:cNvSpPr txBox="1"/>
          <p:nvPr/>
        </p:nvSpPr>
        <p:spPr>
          <a:xfrm>
            <a:off x="2480541" y="23358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07-label794"/>
          <p:cNvSpPr txBox="1"/>
          <p:nvPr/>
        </p:nvSpPr>
        <p:spPr>
          <a:xfrm>
            <a:off x="2955798" y="2208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07-line795"/>
          <p:cNvSpPr/>
          <p:nvPr/>
        </p:nvSpPr>
        <p:spPr>
          <a:xfrm flipH="1">
            <a:off x="2704027" y="3341878"/>
            <a:ext cx="526091" cy="36837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96"/>
          <p:cNvSpPr/>
          <p:nvPr/>
        </p:nvSpPr>
        <p:spPr>
          <a:xfrm flipH="1" flipV="1">
            <a:off x="2362453" y="2840932"/>
            <a:ext cx="867665" cy="50094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97"/>
          <p:cNvSpPr/>
          <p:nvPr/>
        </p:nvSpPr>
        <p:spPr>
          <a:xfrm>
            <a:off x="3175254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text798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8에 가까워요.</a:t>
            </a:r>
            <a:endParaRPr lang="ko-KR" sz="2600" dirty="0"/>
          </a:p>
        </p:txBody>
      </p:sp>
      <p:sp>
        <p:nvSpPr>
          <p:cNvPr id="83" name="S07-chip799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7시 50분</a:t>
            </a:r>
            <a:endParaRPr lang="ko-KR" sz="2600" dirty="0"/>
          </a:p>
        </p:txBody>
      </p:sp>
      <p:sp>
        <p:nvSpPr>
          <p:cNvPr id="84" name="S07-figure800" descr="시계: 7시 50분"/>
          <p:cNvSpPr/>
          <p:nvPr/>
        </p:nvSpPr>
        <p:spPr>
          <a:xfrm>
            <a:off x="7674356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801"/>
          <p:cNvSpPr/>
          <p:nvPr/>
        </p:nvSpPr>
        <p:spPr>
          <a:xfrm>
            <a:off x="8958834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802"/>
          <p:cNvSpPr/>
          <p:nvPr/>
        </p:nvSpPr>
        <p:spPr>
          <a:xfrm flipH="1">
            <a:off x="9082562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803"/>
          <p:cNvSpPr/>
          <p:nvPr/>
        </p:nvSpPr>
        <p:spPr>
          <a:xfrm flipH="1">
            <a:off x="920493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804"/>
          <p:cNvSpPr/>
          <p:nvPr/>
        </p:nvSpPr>
        <p:spPr>
          <a:xfrm flipH="1">
            <a:off x="93246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805"/>
          <p:cNvSpPr/>
          <p:nvPr/>
        </p:nvSpPr>
        <p:spPr>
          <a:xfrm flipH="1">
            <a:off x="9440279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806"/>
          <p:cNvSpPr/>
          <p:nvPr/>
        </p:nvSpPr>
        <p:spPr>
          <a:xfrm flipH="1">
            <a:off x="9512139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807"/>
          <p:cNvSpPr/>
          <p:nvPr/>
        </p:nvSpPr>
        <p:spPr>
          <a:xfrm flipH="1">
            <a:off x="9654583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808"/>
          <p:cNvSpPr/>
          <p:nvPr/>
        </p:nvSpPr>
        <p:spPr>
          <a:xfrm flipH="1">
            <a:off x="975086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809"/>
          <p:cNvSpPr/>
          <p:nvPr/>
        </p:nvSpPr>
        <p:spPr>
          <a:xfrm flipH="1">
            <a:off x="9838478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810"/>
          <p:cNvSpPr/>
          <p:nvPr/>
        </p:nvSpPr>
        <p:spPr>
          <a:xfrm flipH="1">
            <a:off x="991645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811"/>
          <p:cNvSpPr/>
          <p:nvPr/>
        </p:nvSpPr>
        <p:spPr>
          <a:xfrm flipH="1">
            <a:off x="9917186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812"/>
          <p:cNvSpPr/>
          <p:nvPr/>
        </p:nvSpPr>
        <p:spPr>
          <a:xfrm flipH="1">
            <a:off x="10040178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13"/>
          <p:cNvSpPr/>
          <p:nvPr/>
        </p:nvSpPr>
        <p:spPr>
          <a:xfrm flipH="1">
            <a:off x="1008457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14"/>
          <p:cNvSpPr/>
          <p:nvPr/>
        </p:nvSpPr>
        <p:spPr>
          <a:xfrm flipH="1">
            <a:off x="1011664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15"/>
          <p:cNvSpPr/>
          <p:nvPr/>
        </p:nvSpPr>
        <p:spPr>
          <a:xfrm flipH="1">
            <a:off x="1013602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16"/>
          <p:cNvSpPr/>
          <p:nvPr/>
        </p:nvSpPr>
        <p:spPr>
          <a:xfrm flipH="1">
            <a:off x="10065443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17"/>
          <p:cNvSpPr/>
          <p:nvPr/>
        </p:nvSpPr>
        <p:spPr>
          <a:xfrm flipH="1" flipV="1">
            <a:off x="1013602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18"/>
          <p:cNvSpPr/>
          <p:nvPr/>
        </p:nvSpPr>
        <p:spPr>
          <a:xfrm flipH="1" flipV="1">
            <a:off x="1011664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19"/>
          <p:cNvSpPr/>
          <p:nvPr/>
        </p:nvSpPr>
        <p:spPr>
          <a:xfrm flipH="1" flipV="1">
            <a:off x="1008457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20"/>
          <p:cNvSpPr/>
          <p:nvPr/>
        </p:nvSpPr>
        <p:spPr>
          <a:xfrm flipH="1" flipV="1">
            <a:off x="10040178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21"/>
          <p:cNvSpPr/>
          <p:nvPr/>
        </p:nvSpPr>
        <p:spPr>
          <a:xfrm flipH="1" flipV="1">
            <a:off x="9917186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22"/>
          <p:cNvSpPr/>
          <p:nvPr/>
        </p:nvSpPr>
        <p:spPr>
          <a:xfrm flipH="1" flipV="1">
            <a:off x="991645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23"/>
          <p:cNvSpPr/>
          <p:nvPr/>
        </p:nvSpPr>
        <p:spPr>
          <a:xfrm flipH="1" flipV="1">
            <a:off x="9838478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24"/>
          <p:cNvSpPr/>
          <p:nvPr/>
        </p:nvSpPr>
        <p:spPr>
          <a:xfrm flipH="1" flipV="1">
            <a:off x="975086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25"/>
          <p:cNvSpPr/>
          <p:nvPr/>
        </p:nvSpPr>
        <p:spPr>
          <a:xfrm flipH="1" flipV="1">
            <a:off x="9654583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26"/>
          <p:cNvSpPr/>
          <p:nvPr/>
        </p:nvSpPr>
        <p:spPr>
          <a:xfrm flipH="1" flipV="1">
            <a:off x="9512139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27"/>
          <p:cNvSpPr/>
          <p:nvPr/>
        </p:nvSpPr>
        <p:spPr>
          <a:xfrm flipH="1" flipV="1">
            <a:off x="9440279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28"/>
          <p:cNvSpPr/>
          <p:nvPr/>
        </p:nvSpPr>
        <p:spPr>
          <a:xfrm flipH="1" flipV="1">
            <a:off x="93246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29"/>
          <p:cNvSpPr/>
          <p:nvPr/>
        </p:nvSpPr>
        <p:spPr>
          <a:xfrm flipH="1" flipV="1">
            <a:off x="920493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30"/>
          <p:cNvSpPr/>
          <p:nvPr/>
        </p:nvSpPr>
        <p:spPr>
          <a:xfrm flipH="1" flipV="1">
            <a:off x="9082562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31"/>
          <p:cNvSpPr/>
          <p:nvPr/>
        </p:nvSpPr>
        <p:spPr>
          <a:xfrm flipV="1">
            <a:off x="8958834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32"/>
          <p:cNvSpPr/>
          <p:nvPr/>
        </p:nvSpPr>
        <p:spPr>
          <a:xfrm flipV="1">
            <a:off x="8828393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33"/>
          <p:cNvSpPr/>
          <p:nvPr/>
        </p:nvSpPr>
        <p:spPr>
          <a:xfrm flipV="1">
            <a:off x="8699381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34"/>
          <p:cNvSpPr/>
          <p:nvPr/>
        </p:nvSpPr>
        <p:spPr>
          <a:xfrm flipV="1">
            <a:off x="85732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35"/>
          <p:cNvSpPr/>
          <p:nvPr/>
        </p:nvSpPr>
        <p:spPr>
          <a:xfrm flipV="1">
            <a:off x="8451267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36"/>
          <p:cNvSpPr/>
          <p:nvPr/>
        </p:nvSpPr>
        <p:spPr>
          <a:xfrm flipV="1">
            <a:off x="833488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37"/>
          <p:cNvSpPr/>
          <p:nvPr/>
        </p:nvSpPr>
        <p:spPr>
          <a:xfrm flipV="1">
            <a:off x="8225336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38"/>
          <p:cNvSpPr/>
          <p:nvPr/>
        </p:nvSpPr>
        <p:spPr>
          <a:xfrm flipV="1">
            <a:off x="8123825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39"/>
          <p:cNvSpPr/>
          <p:nvPr/>
        </p:nvSpPr>
        <p:spPr>
          <a:xfrm flipV="1">
            <a:off x="80314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40"/>
          <p:cNvSpPr/>
          <p:nvPr/>
        </p:nvSpPr>
        <p:spPr>
          <a:xfrm flipV="1">
            <a:off x="794926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41"/>
          <p:cNvSpPr/>
          <p:nvPr/>
        </p:nvSpPr>
        <p:spPr>
          <a:xfrm flipV="1">
            <a:off x="7878119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42"/>
          <p:cNvSpPr/>
          <p:nvPr/>
        </p:nvSpPr>
        <p:spPr>
          <a:xfrm flipV="1">
            <a:off x="7818819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43"/>
          <p:cNvSpPr/>
          <p:nvPr/>
        </p:nvSpPr>
        <p:spPr>
          <a:xfrm flipV="1">
            <a:off x="777200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44"/>
          <p:cNvSpPr/>
          <p:nvPr/>
        </p:nvSpPr>
        <p:spPr>
          <a:xfrm flipV="1">
            <a:off x="7738202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45"/>
          <p:cNvSpPr/>
          <p:nvPr/>
        </p:nvSpPr>
        <p:spPr>
          <a:xfrm flipV="1">
            <a:off x="771776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46"/>
          <p:cNvSpPr/>
          <p:nvPr/>
        </p:nvSpPr>
        <p:spPr>
          <a:xfrm>
            <a:off x="7710932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47"/>
          <p:cNvSpPr/>
          <p:nvPr/>
        </p:nvSpPr>
        <p:spPr>
          <a:xfrm>
            <a:off x="771776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48"/>
          <p:cNvSpPr/>
          <p:nvPr/>
        </p:nvSpPr>
        <p:spPr>
          <a:xfrm>
            <a:off x="7738202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49"/>
          <p:cNvSpPr/>
          <p:nvPr/>
        </p:nvSpPr>
        <p:spPr>
          <a:xfrm>
            <a:off x="777200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50"/>
          <p:cNvSpPr/>
          <p:nvPr/>
        </p:nvSpPr>
        <p:spPr>
          <a:xfrm>
            <a:off x="7818819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51"/>
          <p:cNvSpPr/>
          <p:nvPr/>
        </p:nvSpPr>
        <p:spPr>
          <a:xfrm>
            <a:off x="7878119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52"/>
          <p:cNvSpPr/>
          <p:nvPr/>
        </p:nvSpPr>
        <p:spPr>
          <a:xfrm>
            <a:off x="794926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53"/>
          <p:cNvSpPr/>
          <p:nvPr/>
        </p:nvSpPr>
        <p:spPr>
          <a:xfrm>
            <a:off x="80314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54"/>
          <p:cNvSpPr/>
          <p:nvPr/>
        </p:nvSpPr>
        <p:spPr>
          <a:xfrm>
            <a:off x="8123825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55"/>
          <p:cNvSpPr/>
          <p:nvPr/>
        </p:nvSpPr>
        <p:spPr>
          <a:xfrm>
            <a:off x="8225336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56"/>
          <p:cNvSpPr/>
          <p:nvPr/>
        </p:nvSpPr>
        <p:spPr>
          <a:xfrm>
            <a:off x="833488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57"/>
          <p:cNvSpPr/>
          <p:nvPr/>
        </p:nvSpPr>
        <p:spPr>
          <a:xfrm>
            <a:off x="8451267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58"/>
          <p:cNvSpPr/>
          <p:nvPr/>
        </p:nvSpPr>
        <p:spPr>
          <a:xfrm>
            <a:off x="85732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59"/>
          <p:cNvSpPr/>
          <p:nvPr/>
        </p:nvSpPr>
        <p:spPr>
          <a:xfrm>
            <a:off x="8699381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60"/>
          <p:cNvSpPr/>
          <p:nvPr/>
        </p:nvSpPr>
        <p:spPr>
          <a:xfrm>
            <a:off x="8828393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61"/>
          <p:cNvSpPr txBox="1"/>
          <p:nvPr/>
        </p:nvSpPr>
        <p:spPr>
          <a:xfrm>
            <a:off x="9159771" y="23358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6" name="S07-label862"/>
          <p:cNvSpPr txBox="1"/>
          <p:nvPr/>
        </p:nvSpPr>
        <p:spPr>
          <a:xfrm>
            <a:off x="9507683" y="26837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7" name="S07-label863"/>
          <p:cNvSpPr txBox="1"/>
          <p:nvPr/>
        </p:nvSpPr>
        <p:spPr>
          <a:xfrm>
            <a:off x="9635028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8" name="S07-label864"/>
          <p:cNvSpPr txBox="1"/>
          <p:nvPr/>
        </p:nvSpPr>
        <p:spPr>
          <a:xfrm>
            <a:off x="9507683" y="363425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9" name="S07-label865"/>
          <p:cNvSpPr txBox="1"/>
          <p:nvPr/>
        </p:nvSpPr>
        <p:spPr>
          <a:xfrm>
            <a:off x="9159771" y="3982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50" name="S07-label866"/>
          <p:cNvSpPr txBox="1"/>
          <p:nvPr/>
        </p:nvSpPr>
        <p:spPr>
          <a:xfrm>
            <a:off x="8684514" y="4109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1" name="S07-label867"/>
          <p:cNvSpPr txBox="1"/>
          <p:nvPr/>
        </p:nvSpPr>
        <p:spPr>
          <a:xfrm>
            <a:off x="8209257" y="3982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2" name="S07-label868"/>
          <p:cNvSpPr txBox="1"/>
          <p:nvPr/>
        </p:nvSpPr>
        <p:spPr>
          <a:xfrm>
            <a:off x="7861345" y="363425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3" name="S07-label869"/>
          <p:cNvSpPr txBox="1"/>
          <p:nvPr/>
        </p:nvSpPr>
        <p:spPr>
          <a:xfrm>
            <a:off x="7734000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4" name="S07-label870"/>
          <p:cNvSpPr txBox="1"/>
          <p:nvPr/>
        </p:nvSpPr>
        <p:spPr>
          <a:xfrm>
            <a:off x="7861345" y="26837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5" name="S07-label871"/>
          <p:cNvSpPr txBox="1"/>
          <p:nvPr/>
        </p:nvSpPr>
        <p:spPr>
          <a:xfrm>
            <a:off x="8209257" y="23358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6" name="S07-label872"/>
          <p:cNvSpPr txBox="1"/>
          <p:nvPr/>
        </p:nvSpPr>
        <p:spPr>
          <a:xfrm>
            <a:off x="8684514" y="2208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7" name="S07-line873"/>
          <p:cNvSpPr/>
          <p:nvPr/>
        </p:nvSpPr>
        <p:spPr>
          <a:xfrm flipH="1">
            <a:off x="8432743" y="3341878"/>
            <a:ext cx="526091" cy="36837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74"/>
          <p:cNvSpPr/>
          <p:nvPr/>
        </p:nvSpPr>
        <p:spPr>
          <a:xfrm flipH="1" flipV="1">
            <a:off x="8091169" y="2840932"/>
            <a:ext cx="867665" cy="50094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75"/>
          <p:cNvSpPr/>
          <p:nvPr/>
        </p:nvSpPr>
        <p:spPr>
          <a:xfrm>
            <a:off x="8903970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text87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아직 8 전이에요.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</a:t>
            </a:r>
            <a:endParaRPr lang="ko-KR" sz="4400" dirty="0"/>
          </a:p>
        </p:txBody>
      </p:sp>
      <p:sp>
        <p:nvSpPr>
          <p:cNvPr id="3" name="S08-text8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한 바퀴 돌면 60분이에요.</a:t>
            </a:r>
            <a:endParaRPr lang="ko-KR" sz="3200" dirty="0"/>
          </a:p>
        </p:txBody>
      </p:sp>
      <p:sp>
        <p:nvSpPr>
          <p:cNvPr id="4" name="S08-card8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숫자 한 칸만 움직여요.</a:t>
            </a:r>
            <a:endParaRPr lang="ko-KR" sz="3200" dirty="0"/>
          </a:p>
        </p:txBody>
      </p:sp>
      <p:sp>
        <p:nvSpPr>
          <p:cNvPr id="6" name="S08-figure880" descr="시계: 1시"/>
          <p:cNvSpPr/>
          <p:nvPr/>
        </p:nvSpPr>
        <p:spPr>
          <a:xfrm>
            <a:off x="2164207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8-line881"/>
          <p:cNvSpPr/>
          <p:nvPr/>
        </p:nvSpPr>
        <p:spPr>
          <a:xfrm>
            <a:off x="3241548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line882"/>
          <p:cNvSpPr/>
          <p:nvPr/>
        </p:nvSpPr>
        <p:spPr>
          <a:xfrm flipH="1">
            <a:off x="3344707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883"/>
          <p:cNvSpPr/>
          <p:nvPr/>
        </p:nvSpPr>
        <p:spPr>
          <a:xfrm flipH="1">
            <a:off x="3446736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884"/>
          <p:cNvSpPr/>
          <p:nvPr/>
        </p:nvSpPr>
        <p:spPr>
          <a:xfrm flipH="1">
            <a:off x="3546516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885"/>
          <p:cNvSpPr/>
          <p:nvPr/>
        </p:nvSpPr>
        <p:spPr>
          <a:xfrm flipH="1">
            <a:off x="3642956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line886"/>
          <p:cNvSpPr/>
          <p:nvPr/>
        </p:nvSpPr>
        <p:spPr>
          <a:xfrm flipH="1">
            <a:off x="3702677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ine887"/>
          <p:cNvSpPr/>
          <p:nvPr/>
        </p:nvSpPr>
        <p:spPr>
          <a:xfrm flipH="1">
            <a:off x="382163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888"/>
          <p:cNvSpPr/>
          <p:nvPr/>
        </p:nvSpPr>
        <p:spPr>
          <a:xfrm flipH="1">
            <a:off x="3901912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889"/>
          <p:cNvSpPr/>
          <p:nvPr/>
        </p:nvSpPr>
        <p:spPr>
          <a:xfrm flipH="1">
            <a:off x="3974956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890"/>
          <p:cNvSpPr/>
          <p:nvPr/>
        </p:nvSpPr>
        <p:spPr>
          <a:xfrm flipH="1">
            <a:off x="4039965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8-line891"/>
          <p:cNvSpPr/>
          <p:nvPr/>
        </p:nvSpPr>
        <p:spPr>
          <a:xfrm flipH="1">
            <a:off x="4040246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8-line892"/>
          <p:cNvSpPr/>
          <p:nvPr/>
        </p:nvSpPr>
        <p:spPr>
          <a:xfrm flipH="1">
            <a:off x="4143124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893"/>
          <p:cNvSpPr/>
          <p:nvPr/>
        </p:nvSpPr>
        <p:spPr>
          <a:xfrm flipH="1">
            <a:off x="4180144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894"/>
          <p:cNvSpPr/>
          <p:nvPr/>
        </p:nvSpPr>
        <p:spPr>
          <a:xfrm flipH="1">
            <a:off x="4206880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895"/>
          <p:cNvSpPr/>
          <p:nvPr/>
        </p:nvSpPr>
        <p:spPr>
          <a:xfrm flipH="1">
            <a:off x="42230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8-line896"/>
          <p:cNvSpPr/>
          <p:nvPr/>
        </p:nvSpPr>
        <p:spPr>
          <a:xfrm flipH="1">
            <a:off x="4163805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8-line897"/>
          <p:cNvSpPr/>
          <p:nvPr/>
        </p:nvSpPr>
        <p:spPr>
          <a:xfrm flipH="1" flipV="1">
            <a:off x="42230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898"/>
          <p:cNvSpPr/>
          <p:nvPr/>
        </p:nvSpPr>
        <p:spPr>
          <a:xfrm flipH="1" flipV="1">
            <a:off x="4206880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899"/>
          <p:cNvSpPr/>
          <p:nvPr/>
        </p:nvSpPr>
        <p:spPr>
          <a:xfrm flipH="1" flipV="1">
            <a:off x="4180144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900"/>
          <p:cNvSpPr/>
          <p:nvPr/>
        </p:nvSpPr>
        <p:spPr>
          <a:xfrm flipH="1" flipV="1">
            <a:off x="4143124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line901"/>
          <p:cNvSpPr/>
          <p:nvPr/>
        </p:nvSpPr>
        <p:spPr>
          <a:xfrm flipH="1" flipV="1">
            <a:off x="4040246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8-line902"/>
          <p:cNvSpPr/>
          <p:nvPr/>
        </p:nvSpPr>
        <p:spPr>
          <a:xfrm flipH="1" flipV="1">
            <a:off x="4039965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903"/>
          <p:cNvSpPr/>
          <p:nvPr/>
        </p:nvSpPr>
        <p:spPr>
          <a:xfrm flipH="1" flipV="1">
            <a:off x="3974956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904"/>
          <p:cNvSpPr/>
          <p:nvPr/>
        </p:nvSpPr>
        <p:spPr>
          <a:xfrm flipH="1" flipV="1">
            <a:off x="3901912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905"/>
          <p:cNvSpPr/>
          <p:nvPr/>
        </p:nvSpPr>
        <p:spPr>
          <a:xfrm flipH="1" flipV="1">
            <a:off x="382163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8-line906"/>
          <p:cNvSpPr/>
          <p:nvPr/>
        </p:nvSpPr>
        <p:spPr>
          <a:xfrm flipH="1" flipV="1">
            <a:off x="3702677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8-line907"/>
          <p:cNvSpPr/>
          <p:nvPr/>
        </p:nvSpPr>
        <p:spPr>
          <a:xfrm flipH="1" flipV="1">
            <a:off x="3642956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908"/>
          <p:cNvSpPr/>
          <p:nvPr/>
        </p:nvSpPr>
        <p:spPr>
          <a:xfrm flipH="1" flipV="1">
            <a:off x="3546516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909"/>
          <p:cNvSpPr/>
          <p:nvPr/>
        </p:nvSpPr>
        <p:spPr>
          <a:xfrm flipH="1" flipV="1">
            <a:off x="3446736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910"/>
          <p:cNvSpPr/>
          <p:nvPr/>
        </p:nvSpPr>
        <p:spPr>
          <a:xfrm flipH="1" flipV="1">
            <a:off x="3344707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8-line911"/>
          <p:cNvSpPr/>
          <p:nvPr/>
        </p:nvSpPr>
        <p:spPr>
          <a:xfrm flipV="1">
            <a:off x="3241548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8-line912"/>
          <p:cNvSpPr/>
          <p:nvPr/>
        </p:nvSpPr>
        <p:spPr>
          <a:xfrm flipV="1">
            <a:off x="3132758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913"/>
          <p:cNvSpPr/>
          <p:nvPr/>
        </p:nvSpPr>
        <p:spPr>
          <a:xfrm flipV="1">
            <a:off x="3025161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914"/>
          <p:cNvSpPr/>
          <p:nvPr/>
        </p:nvSpPr>
        <p:spPr>
          <a:xfrm flipV="1">
            <a:off x="2919934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915"/>
          <p:cNvSpPr/>
          <p:nvPr/>
        </p:nvSpPr>
        <p:spPr>
          <a:xfrm flipV="1">
            <a:off x="2818231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8-line916"/>
          <p:cNvSpPr/>
          <p:nvPr/>
        </p:nvSpPr>
        <p:spPr>
          <a:xfrm flipV="1">
            <a:off x="2721166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8-line917"/>
          <p:cNvSpPr/>
          <p:nvPr/>
        </p:nvSpPr>
        <p:spPr>
          <a:xfrm flipV="1">
            <a:off x="262980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918"/>
          <p:cNvSpPr/>
          <p:nvPr/>
        </p:nvSpPr>
        <p:spPr>
          <a:xfrm flipV="1">
            <a:off x="2545140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919"/>
          <p:cNvSpPr/>
          <p:nvPr/>
        </p:nvSpPr>
        <p:spPr>
          <a:xfrm flipV="1">
            <a:off x="2468109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920"/>
          <p:cNvSpPr/>
          <p:nvPr/>
        </p:nvSpPr>
        <p:spPr>
          <a:xfrm flipV="1">
            <a:off x="239955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921"/>
          <p:cNvSpPr/>
          <p:nvPr/>
        </p:nvSpPr>
        <p:spPr>
          <a:xfrm flipV="1">
            <a:off x="2340219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8-line922"/>
          <p:cNvSpPr/>
          <p:nvPr/>
        </p:nvSpPr>
        <p:spPr>
          <a:xfrm flipV="1">
            <a:off x="2290762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923"/>
          <p:cNvSpPr/>
          <p:nvPr/>
        </p:nvSpPr>
        <p:spPr>
          <a:xfrm flipV="1">
            <a:off x="2251722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924"/>
          <p:cNvSpPr/>
          <p:nvPr/>
        </p:nvSpPr>
        <p:spPr>
          <a:xfrm flipV="1">
            <a:off x="222352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925"/>
          <p:cNvSpPr/>
          <p:nvPr/>
        </p:nvSpPr>
        <p:spPr>
          <a:xfrm flipV="1">
            <a:off x="2206484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926"/>
          <p:cNvSpPr/>
          <p:nvPr/>
        </p:nvSpPr>
        <p:spPr>
          <a:xfrm>
            <a:off x="2200783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8-line927"/>
          <p:cNvSpPr/>
          <p:nvPr/>
        </p:nvSpPr>
        <p:spPr>
          <a:xfrm>
            <a:off x="2206484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928"/>
          <p:cNvSpPr/>
          <p:nvPr/>
        </p:nvSpPr>
        <p:spPr>
          <a:xfrm>
            <a:off x="222352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929"/>
          <p:cNvSpPr/>
          <p:nvPr/>
        </p:nvSpPr>
        <p:spPr>
          <a:xfrm>
            <a:off x="2251722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930"/>
          <p:cNvSpPr/>
          <p:nvPr/>
        </p:nvSpPr>
        <p:spPr>
          <a:xfrm>
            <a:off x="2290762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931"/>
          <p:cNvSpPr/>
          <p:nvPr/>
        </p:nvSpPr>
        <p:spPr>
          <a:xfrm>
            <a:off x="2340219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8-line932"/>
          <p:cNvSpPr/>
          <p:nvPr/>
        </p:nvSpPr>
        <p:spPr>
          <a:xfrm>
            <a:off x="239955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933"/>
          <p:cNvSpPr/>
          <p:nvPr/>
        </p:nvSpPr>
        <p:spPr>
          <a:xfrm>
            <a:off x="2468109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934"/>
          <p:cNvSpPr/>
          <p:nvPr/>
        </p:nvSpPr>
        <p:spPr>
          <a:xfrm>
            <a:off x="2545140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935"/>
          <p:cNvSpPr/>
          <p:nvPr/>
        </p:nvSpPr>
        <p:spPr>
          <a:xfrm>
            <a:off x="262980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936"/>
          <p:cNvSpPr/>
          <p:nvPr/>
        </p:nvSpPr>
        <p:spPr>
          <a:xfrm>
            <a:off x="2721166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8-line937"/>
          <p:cNvSpPr/>
          <p:nvPr/>
        </p:nvSpPr>
        <p:spPr>
          <a:xfrm>
            <a:off x="2818231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938"/>
          <p:cNvSpPr/>
          <p:nvPr/>
        </p:nvSpPr>
        <p:spPr>
          <a:xfrm>
            <a:off x="2919934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939"/>
          <p:cNvSpPr/>
          <p:nvPr/>
        </p:nvSpPr>
        <p:spPr>
          <a:xfrm>
            <a:off x="3025161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ine940"/>
          <p:cNvSpPr/>
          <p:nvPr/>
        </p:nvSpPr>
        <p:spPr>
          <a:xfrm>
            <a:off x="3132758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8-label941"/>
          <p:cNvSpPr txBox="1"/>
          <p:nvPr/>
        </p:nvSpPr>
        <p:spPr>
          <a:xfrm>
            <a:off x="3365844" y="22157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68" name="S08-label942"/>
          <p:cNvSpPr txBox="1"/>
          <p:nvPr/>
        </p:nvSpPr>
        <p:spPr>
          <a:xfrm>
            <a:off x="3657651" y="25075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69" name="S08-label943"/>
          <p:cNvSpPr txBox="1"/>
          <p:nvPr/>
        </p:nvSpPr>
        <p:spPr>
          <a:xfrm>
            <a:off x="3764460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70" name="S08-label944"/>
          <p:cNvSpPr txBox="1"/>
          <p:nvPr/>
        </p:nvSpPr>
        <p:spPr>
          <a:xfrm>
            <a:off x="3657651" y="330475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71" name="S08-label945"/>
          <p:cNvSpPr txBox="1"/>
          <p:nvPr/>
        </p:nvSpPr>
        <p:spPr>
          <a:xfrm>
            <a:off x="3365844" y="35965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72" name="S08-label946"/>
          <p:cNvSpPr txBox="1"/>
          <p:nvPr/>
        </p:nvSpPr>
        <p:spPr>
          <a:xfrm>
            <a:off x="2967228" y="370337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73" name="S08-label947"/>
          <p:cNvSpPr txBox="1"/>
          <p:nvPr/>
        </p:nvSpPr>
        <p:spPr>
          <a:xfrm>
            <a:off x="2568612" y="35965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74" name="S08-label948"/>
          <p:cNvSpPr txBox="1"/>
          <p:nvPr/>
        </p:nvSpPr>
        <p:spPr>
          <a:xfrm>
            <a:off x="2276805" y="330475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75" name="S08-label949"/>
          <p:cNvSpPr txBox="1"/>
          <p:nvPr/>
        </p:nvSpPr>
        <p:spPr>
          <a:xfrm>
            <a:off x="2169996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76" name="S08-label950"/>
          <p:cNvSpPr txBox="1"/>
          <p:nvPr/>
        </p:nvSpPr>
        <p:spPr>
          <a:xfrm>
            <a:off x="2276805" y="25075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77" name="S08-label951"/>
          <p:cNvSpPr txBox="1"/>
          <p:nvPr/>
        </p:nvSpPr>
        <p:spPr>
          <a:xfrm>
            <a:off x="2568612" y="22157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78" name="S08-label952"/>
          <p:cNvSpPr txBox="1"/>
          <p:nvPr/>
        </p:nvSpPr>
        <p:spPr>
          <a:xfrm>
            <a:off x="2967228" y="21089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79" name="S08-line953"/>
          <p:cNvSpPr/>
          <p:nvPr/>
        </p:nvSpPr>
        <p:spPr>
          <a:xfrm flipV="1">
            <a:off x="3241548" y="2622519"/>
            <a:ext cx="269335" cy="46650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8-line954"/>
          <p:cNvSpPr/>
          <p:nvPr/>
        </p:nvSpPr>
        <p:spPr>
          <a:xfrm flipV="1">
            <a:off x="3241548" y="2248695"/>
            <a:ext cx="0" cy="84032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8-pin955"/>
          <p:cNvSpPr/>
          <p:nvPr/>
        </p:nvSpPr>
        <p:spPr>
          <a:xfrm>
            <a:off x="3186684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8-label95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600" dirty="0"/>
          </a:p>
        </p:txBody>
      </p:sp>
      <p:sp>
        <p:nvSpPr>
          <p:cNvPr id="83" name="S08-figure957" descr="시계: 2시"/>
          <p:cNvSpPr/>
          <p:nvPr/>
        </p:nvSpPr>
        <p:spPr>
          <a:xfrm>
            <a:off x="7870063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08-line958"/>
          <p:cNvSpPr/>
          <p:nvPr/>
        </p:nvSpPr>
        <p:spPr>
          <a:xfrm>
            <a:off x="8947404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08-line959"/>
          <p:cNvSpPr/>
          <p:nvPr/>
        </p:nvSpPr>
        <p:spPr>
          <a:xfrm flipH="1">
            <a:off x="9050563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960"/>
          <p:cNvSpPr/>
          <p:nvPr/>
        </p:nvSpPr>
        <p:spPr>
          <a:xfrm flipH="1">
            <a:off x="9152592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961"/>
          <p:cNvSpPr/>
          <p:nvPr/>
        </p:nvSpPr>
        <p:spPr>
          <a:xfrm flipH="1">
            <a:off x="9252372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962"/>
          <p:cNvSpPr/>
          <p:nvPr/>
        </p:nvSpPr>
        <p:spPr>
          <a:xfrm flipH="1">
            <a:off x="9348812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963"/>
          <p:cNvSpPr/>
          <p:nvPr/>
        </p:nvSpPr>
        <p:spPr>
          <a:xfrm flipH="1">
            <a:off x="9408533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08-line964"/>
          <p:cNvSpPr/>
          <p:nvPr/>
        </p:nvSpPr>
        <p:spPr>
          <a:xfrm flipH="1">
            <a:off x="952748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965"/>
          <p:cNvSpPr/>
          <p:nvPr/>
        </p:nvSpPr>
        <p:spPr>
          <a:xfrm flipH="1">
            <a:off x="9607768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966"/>
          <p:cNvSpPr/>
          <p:nvPr/>
        </p:nvSpPr>
        <p:spPr>
          <a:xfrm flipH="1">
            <a:off x="9680812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967"/>
          <p:cNvSpPr/>
          <p:nvPr/>
        </p:nvSpPr>
        <p:spPr>
          <a:xfrm flipH="1">
            <a:off x="974582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8-line968"/>
          <p:cNvSpPr/>
          <p:nvPr/>
        </p:nvSpPr>
        <p:spPr>
          <a:xfrm flipH="1">
            <a:off x="9746102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08-line969"/>
          <p:cNvSpPr/>
          <p:nvPr/>
        </p:nvSpPr>
        <p:spPr>
          <a:xfrm flipH="1">
            <a:off x="9848980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970"/>
          <p:cNvSpPr/>
          <p:nvPr/>
        </p:nvSpPr>
        <p:spPr>
          <a:xfrm flipH="1">
            <a:off x="9886000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971"/>
          <p:cNvSpPr/>
          <p:nvPr/>
        </p:nvSpPr>
        <p:spPr>
          <a:xfrm flipH="1">
            <a:off x="991273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972"/>
          <p:cNvSpPr/>
          <p:nvPr/>
        </p:nvSpPr>
        <p:spPr>
          <a:xfrm flipH="1">
            <a:off x="9928896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973"/>
          <p:cNvSpPr/>
          <p:nvPr/>
        </p:nvSpPr>
        <p:spPr>
          <a:xfrm flipH="1">
            <a:off x="9869661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08-line974"/>
          <p:cNvSpPr/>
          <p:nvPr/>
        </p:nvSpPr>
        <p:spPr>
          <a:xfrm flipH="1" flipV="1">
            <a:off x="9928896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975"/>
          <p:cNvSpPr/>
          <p:nvPr/>
        </p:nvSpPr>
        <p:spPr>
          <a:xfrm flipH="1" flipV="1">
            <a:off x="991273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976"/>
          <p:cNvSpPr/>
          <p:nvPr/>
        </p:nvSpPr>
        <p:spPr>
          <a:xfrm flipH="1" flipV="1">
            <a:off x="9886000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977"/>
          <p:cNvSpPr/>
          <p:nvPr/>
        </p:nvSpPr>
        <p:spPr>
          <a:xfrm flipH="1" flipV="1">
            <a:off x="9848980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8-line978"/>
          <p:cNvSpPr/>
          <p:nvPr/>
        </p:nvSpPr>
        <p:spPr>
          <a:xfrm flipH="1" flipV="1">
            <a:off x="9746102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08-line979"/>
          <p:cNvSpPr/>
          <p:nvPr/>
        </p:nvSpPr>
        <p:spPr>
          <a:xfrm flipH="1" flipV="1">
            <a:off x="974582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980"/>
          <p:cNvSpPr/>
          <p:nvPr/>
        </p:nvSpPr>
        <p:spPr>
          <a:xfrm flipH="1" flipV="1">
            <a:off x="9680812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981"/>
          <p:cNvSpPr/>
          <p:nvPr/>
        </p:nvSpPr>
        <p:spPr>
          <a:xfrm flipH="1" flipV="1">
            <a:off x="9607768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982"/>
          <p:cNvSpPr/>
          <p:nvPr/>
        </p:nvSpPr>
        <p:spPr>
          <a:xfrm flipH="1" flipV="1">
            <a:off x="952748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983"/>
          <p:cNvSpPr/>
          <p:nvPr/>
        </p:nvSpPr>
        <p:spPr>
          <a:xfrm flipH="1" flipV="1">
            <a:off x="9408533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08-line984"/>
          <p:cNvSpPr/>
          <p:nvPr/>
        </p:nvSpPr>
        <p:spPr>
          <a:xfrm flipH="1" flipV="1">
            <a:off x="9348812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985"/>
          <p:cNvSpPr/>
          <p:nvPr/>
        </p:nvSpPr>
        <p:spPr>
          <a:xfrm flipH="1" flipV="1">
            <a:off x="9252372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986"/>
          <p:cNvSpPr/>
          <p:nvPr/>
        </p:nvSpPr>
        <p:spPr>
          <a:xfrm flipH="1" flipV="1">
            <a:off x="9152592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987"/>
          <p:cNvSpPr/>
          <p:nvPr/>
        </p:nvSpPr>
        <p:spPr>
          <a:xfrm flipH="1" flipV="1">
            <a:off x="9050563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8-line988"/>
          <p:cNvSpPr/>
          <p:nvPr/>
        </p:nvSpPr>
        <p:spPr>
          <a:xfrm flipV="1">
            <a:off x="8947404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08-line989"/>
          <p:cNvSpPr/>
          <p:nvPr/>
        </p:nvSpPr>
        <p:spPr>
          <a:xfrm flipV="1">
            <a:off x="8838614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990"/>
          <p:cNvSpPr/>
          <p:nvPr/>
        </p:nvSpPr>
        <p:spPr>
          <a:xfrm flipV="1">
            <a:off x="8731017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991"/>
          <p:cNvSpPr/>
          <p:nvPr/>
        </p:nvSpPr>
        <p:spPr>
          <a:xfrm flipV="1">
            <a:off x="8625790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992"/>
          <p:cNvSpPr/>
          <p:nvPr/>
        </p:nvSpPr>
        <p:spPr>
          <a:xfrm flipV="1">
            <a:off x="8524087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8-line993"/>
          <p:cNvSpPr/>
          <p:nvPr/>
        </p:nvSpPr>
        <p:spPr>
          <a:xfrm flipV="1">
            <a:off x="8427022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08-line994"/>
          <p:cNvSpPr/>
          <p:nvPr/>
        </p:nvSpPr>
        <p:spPr>
          <a:xfrm flipV="1">
            <a:off x="833565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995"/>
          <p:cNvSpPr/>
          <p:nvPr/>
        </p:nvSpPr>
        <p:spPr>
          <a:xfrm flipV="1">
            <a:off x="8250996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996"/>
          <p:cNvSpPr/>
          <p:nvPr/>
        </p:nvSpPr>
        <p:spPr>
          <a:xfrm flipV="1">
            <a:off x="8173965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997"/>
          <p:cNvSpPr/>
          <p:nvPr/>
        </p:nvSpPr>
        <p:spPr>
          <a:xfrm flipV="1">
            <a:off x="8105407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8-line998"/>
          <p:cNvSpPr/>
          <p:nvPr/>
        </p:nvSpPr>
        <p:spPr>
          <a:xfrm flipV="1">
            <a:off x="8046075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08-line999"/>
          <p:cNvSpPr/>
          <p:nvPr/>
        </p:nvSpPr>
        <p:spPr>
          <a:xfrm flipV="1">
            <a:off x="7996618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1000"/>
          <p:cNvSpPr/>
          <p:nvPr/>
        </p:nvSpPr>
        <p:spPr>
          <a:xfrm flipV="1">
            <a:off x="7957578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1001"/>
          <p:cNvSpPr/>
          <p:nvPr/>
        </p:nvSpPr>
        <p:spPr>
          <a:xfrm flipV="1">
            <a:off x="7929382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1002"/>
          <p:cNvSpPr/>
          <p:nvPr/>
        </p:nvSpPr>
        <p:spPr>
          <a:xfrm flipV="1">
            <a:off x="79123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8-line1003"/>
          <p:cNvSpPr/>
          <p:nvPr/>
        </p:nvSpPr>
        <p:spPr>
          <a:xfrm>
            <a:off x="7906639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08-line1004"/>
          <p:cNvSpPr/>
          <p:nvPr/>
        </p:nvSpPr>
        <p:spPr>
          <a:xfrm>
            <a:off x="79123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1005"/>
          <p:cNvSpPr/>
          <p:nvPr/>
        </p:nvSpPr>
        <p:spPr>
          <a:xfrm>
            <a:off x="7929382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1006"/>
          <p:cNvSpPr/>
          <p:nvPr/>
        </p:nvSpPr>
        <p:spPr>
          <a:xfrm>
            <a:off x="7957578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1007"/>
          <p:cNvSpPr/>
          <p:nvPr/>
        </p:nvSpPr>
        <p:spPr>
          <a:xfrm>
            <a:off x="7996618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8-line1008"/>
          <p:cNvSpPr/>
          <p:nvPr/>
        </p:nvSpPr>
        <p:spPr>
          <a:xfrm>
            <a:off x="8046075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08-line1009"/>
          <p:cNvSpPr/>
          <p:nvPr/>
        </p:nvSpPr>
        <p:spPr>
          <a:xfrm>
            <a:off x="8105407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1010"/>
          <p:cNvSpPr/>
          <p:nvPr/>
        </p:nvSpPr>
        <p:spPr>
          <a:xfrm>
            <a:off x="8173965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1011"/>
          <p:cNvSpPr/>
          <p:nvPr/>
        </p:nvSpPr>
        <p:spPr>
          <a:xfrm>
            <a:off x="8250996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1012"/>
          <p:cNvSpPr/>
          <p:nvPr/>
        </p:nvSpPr>
        <p:spPr>
          <a:xfrm>
            <a:off x="833565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8-line1013"/>
          <p:cNvSpPr/>
          <p:nvPr/>
        </p:nvSpPr>
        <p:spPr>
          <a:xfrm>
            <a:off x="8427022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08-line1014"/>
          <p:cNvSpPr/>
          <p:nvPr/>
        </p:nvSpPr>
        <p:spPr>
          <a:xfrm>
            <a:off x="8524087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1015"/>
          <p:cNvSpPr/>
          <p:nvPr/>
        </p:nvSpPr>
        <p:spPr>
          <a:xfrm>
            <a:off x="8625790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1016"/>
          <p:cNvSpPr/>
          <p:nvPr/>
        </p:nvSpPr>
        <p:spPr>
          <a:xfrm>
            <a:off x="8731017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ine1017"/>
          <p:cNvSpPr/>
          <p:nvPr/>
        </p:nvSpPr>
        <p:spPr>
          <a:xfrm>
            <a:off x="8838614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8-label1018"/>
          <p:cNvSpPr txBox="1"/>
          <p:nvPr/>
        </p:nvSpPr>
        <p:spPr>
          <a:xfrm>
            <a:off x="9071700" y="22157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145" name="S08-label1019"/>
          <p:cNvSpPr txBox="1"/>
          <p:nvPr/>
        </p:nvSpPr>
        <p:spPr>
          <a:xfrm>
            <a:off x="9363507" y="25075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146" name="S08-label1020"/>
          <p:cNvSpPr txBox="1"/>
          <p:nvPr/>
        </p:nvSpPr>
        <p:spPr>
          <a:xfrm>
            <a:off x="9470316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47" name="S08-label1021"/>
          <p:cNvSpPr txBox="1"/>
          <p:nvPr/>
        </p:nvSpPr>
        <p:spPr>
          <a:xfrm>
            <a:off x="9363507" y="330475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148" name="S08-label1022"/>
          <p:cNvSpPr txBox="1"/>
          <p:nvPr/>
        </p:nvSpPr>
        <p:spPr>
          <a:xfrm>
            <a:off x="9071700" y="35965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49" name="S08-label1023"/>
          <p:cNvSpPr txBox="1"/>
          <p:nvPr/>
        </p:nvSpPr>
        <p:spPr>
          <a:xfrm>
            <a:off x="8673084" y="370337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50" name="S08-label1024"/>
          <p:cNvSpPr txBox="1"/>
          <p:nvPr/>
        </p:nvSpPr>
        <p:spPr>
          <a:xfrm>
            <a:off x="8274468" y="35965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151" name="S08-label1025"/>
          <p:cNvSpPr txBox="1"/>
          <p:nvPr/>
        </p:nvSpPr>
        <p:spPr>
          <a:xfrm>
            <a:off x="7982661" y="330475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152" name="S08-label1026"/>
          <p:cNvSpPr txBox="1"/>
          <p:nvPr/>
        </p:nvSpPr>
        <p:spPr>
          <a:xfrm>
            <a:off x="7875852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153" name="S08-label1027"/>
          <p:cNvSpPr txBox="1"/>
          <p:nvPr/>
        </p:nvSpPr>
        <p:spPr>
          <a:xfrm>
            <a:off x="7982661" y="25075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54" name="S08-label1028"/>
          <p:cNvSpPr txBox="1"/>
          <p:nvPr/>
        </p:nvSpPr>
        <p:spPr>
          <a:xfrm>
            <a:off x="8274468" y="22157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155" name="S08-label1029"/>
          <p:cNvSpPr txBox="1"/>
          <p:nvPr/>
        </p:nvSpPr>
        <p:spPr>
          <a:xfrm>
            <a:off x="8673084" y="21089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156" name="S08-line1030"/>
          <p:cNvSpPr/>
          <p:nvPr/>
        </p:nvSpPr>
        <p:spPr>
          <a:xfrm flipV="1">
            <a:off x="8947404" y="2819686"/>
            <a:ext cx="466502" cy="26933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08-line1031"/>
          <p:cNvSpPr/>
          <p:nvPr/>
        </p:nvSpPr>
        <p:spPr>
          <a:xfrm flipV="1">
            <a:off x="8947404" y="2248695"/>
            <a:ext cx="0" cy="84032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08-pin1032"/>
          <p:cNvSpPr/>
          <p:nvPr/>
        </p:nvSpPr>
        <p:spPr>
          <a:xfrm>
            <a:off x="8892540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08-label103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분으로 바꾸어요</a:t>
            </a:r>
            <a:endParaRPr lang="ko-KR" sz="4400" dirty="0"/>
          </a:p>
        </p:txBody>
      </p:sp>
      <p:sp>
        <p:nvSpPr>
          <p:cNvPr id="3" name="S09-text103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20분은 몇 분일까요?</a:t>
            </a:r>
            <a:endParaRPr lang="ko-KR" sz="3200" dirty="0"/>
          </a:p>
        </p:txBody>
      </p:sp>
      <p:sp>
        <p:nvSpPr>
          <p:cNvPr id="4" name="S09-label1035"/>
          <p:cNvSpPr txBox="1"/>
          <p:nvPr/>
        </p:nvSpPr>
        <p:spPr>
          <a:xfrm>
            <a:off x="6920911" y="34610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</a:t>
            </a:r>
            <a:endParaRPr lang="ko-KR" sz="2600" dirty="0"/>
          </a:p>
        </p:txBody>
      </p:sp>
      <p:sp>
        <p:nvSpPr>
          <p:cNvPr id="5" name="S09-cell1036"/>
          <p:cNvSpPr/>
          <p:nvPr/>
        </p:nvSpPr>
        <p:spPr>
          <a:xfrm>
            <a:off x="797247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1037"/>
          <p:cNvSpPr/>
          <p:nvPr/>
        </p:nvSpPr>
        <p:spPr>
          <a:xfrm>
            <a:off x="858377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038"/>
          <p:cNvSpPr/>
          <p:nvPr/>
        </p:nvSpPr>
        <p:spPr>
          <a:xfrm>
            <a:off x="9195084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039"/>
          <p:cNvSpPr/>
          <p:nvPr/>
        </p:nvSpPr>
        <p:spPr>
          <a:xfrm>
            <a:off x="980639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40"/>
          <p:cNvSpPr/>
          <p:nvPr/>
        </p:nvSpPr>
        <p:spPr>
          <a:xfrm>
            <a:off x="1041769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041"/>
          <p:cNvSpPr/>
          <p:nvPr/>
        </p:nvSpPr>
        <p:spPr>
          <a:xfrm>
            <a:off x="11029005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figure1042" descr="똑같이 6칸으로 나눈 띠, 6칸 색칠"/>
          <p:cNvSpPr/>
          <p:nvPr/>
        </p:nvSpPr>
        <p:spPr>
          <a:xfrm>
            <a:off x="7972471" y="3461004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9-label1043"/>
          <p:cNvSpPr txBox="1"/>
          <p:nvPr/>
        </p:nvSpPr>
        <p:spPr>
          <a:xfrm>
            <a:off x="6920911" y="453999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20분</a:t>
            </a:r>
            <a:endParaRPr lang="ko-KR" sz="2600" dirty="0"/>
          </a:p>
        </p:txBody>
      </p:sp>
      <p:sp>
        <p:nvSpPr>
          <p:cNvPr id="13" name="S09-cell1044"/>
          <p:cNvSpPr/>
          <p:nvPr/>
        </p:nvSpPr>
        <p:spPr>
          <a:xfrm>
            <a:off x="7972471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45"/>
          <p:cNvSpPr/>
          <p:nvPr/>
        </p:nvSpPr>
        <p:spPr>
          <a:xfrm>
            <a:off x="8583778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46"/>
          <p:cNvSpPr/>
          <p:nvPr/>
        </p:nvSpPr>
        <p:spPr>
          <a:xfrm>
            <a:off x="9195084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7"/>
          <p:cNvSpPr/>
          <p:nvPr/>
        </p:nvSpPr>
        <p:spPr>
          <a:xfrm>
            <a:off x="9806391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048"/>
          <p:cNvSpPr/>
          <p:nvPr/>
        </p:nvSpPr>
        <p:spPr>
          <a:xfrm>
            <a:off x="10417698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049"/>
          <p:cNvSpPr/>
          <p:nvPr/>
        </p:nvSpPr>
        <p:spPr>
          <a:xfrm>
            <a:off x="11029005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figure1050" descr="똑같이 6칸으로 나눈 띠, 2칸 색칠"/>
          <p:cNvSpPr/>
          <p:nvPr/>
        </p:nvSpPr>
        <p:spPr>
          <a:xfrm>
            <a:off x="7972471" y="4539996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9-stepno1051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9-text1052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60분이에요.</a:t>
            </a:r>
            <a:endParaRPr lang="ko-KR" sz="3200" dirty="0"/>
          </a:p>
        </p:txBody>
      </p:sp>
      <p:sp>
        <p:nvSpPr>
          <p:cNvPr id="22" name="S09-stepno1053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09-text1054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60분과 20분을 더해요.</a:t>
            </a:r>
            <a:endParaRPr lang="ko-KR" sz="3200" dirty="0"/>
          </a:p>
        </p:txBody>
      </p:sp>
      <p:sp>
        <p:nvSpPr>
          <p:cNvPr id="24" name="S09-stepno1055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9-text1056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 = 80분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24시간</a:t>
            </a:r>
            <a:endParaRPr lang="ko-KR" sz="4400" dirty="0"/>
          </a:p>
        </p:txBody>
      </p:sp>
      <p:sp>
        <p:nvSpPr>
          <p:cNvPr id="3" name="S10-text10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1시간이에요.</a:t>
            </a:r>
            <a:endParaRPr lang="ko-KR" sz="3200" dirty="0"/>
          </a:p>
        </p:txBody>
      </p:sp>
      <p:sp>
        <p:nvSpPr>
          <p:cNvPr id="4" name="S10-card105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5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24시간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12시간과 오후 12시간이에요.</a:t>
            </a:r>
            <a:endParaRPr lang="ko-KR" sz="3200" dirty="0"/>
          </a:p>
        </p:txBody>
      </p:sp>
      <p:sp>
        <p:nvSpPr>
          <p:cNvPr id="6" name="S10-card1060"/>
          <p:cNvSpPr/>
          <p:nvPr/>
        </p:nvSpPr>
        <p:spPr>
          <a:xfrm>
            <a:off x="548640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061"/>
          <p:cNvSpPr txBox="1"/>
          <p:nvPr/>
        </p:nvSpPr>
        <p:spPr>
          <a:xfrm>
            <a:off x="822960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12시부터 낮 12시까지 오전</a:t>
            </a:r>
            <a:endParaRPr lang="ko-KR" sz="3200" dirty="0"/>
          </a:p>
        </p:txBody>
      </p:sp>
      <p:sp>
        <p:nvSpPr>
          <p:cNvPr id="8" name="S10-card1062"/>
          <p:cNvSpPr/>
          <p:nvPr/>
        </p:nvSpPr>
        <p:spPr>
          <a:xfrm>
            <a:off x="6208776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1063"/>
          <p:cNvSpPr txBox="1"/>
          <p:nvPr/>
        </p:nvSpPr>
        <p:spPr>
          <a:xfrm>
            <a:off x="6483096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 12시부터 밤 12시까지 오후</a:t>
            </a:r>
            <a:endParaRPr lang="ko-KR" sz="3200" dirty="0"/>
          </a:p>
        </p:txBody>
      </p:sp>
      <p:sp>
        <p:nvSpPr>
          <p:cNvPr id="10" name="S10-label1064"/>
          <p:cNvSpPr txBox="1"/>
          <p:nvPr/>
        </p:nvSpPr>
        <p:spPr>
          <a:xfrm>
            <a:off x="548640" y="2148840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</a:t>
            </a:r>
            <a:endParaRPr lang="ko-KR" sz="2600" dirty="0"/>
          </a:p>
        </p:txBody>
      </p:sp>
      <p:sp>
        <p:nvSpPr>
          <p:cNvPr id="11" name="S10-cell1065"/>
          <p:cNvSpPr/>
          <p:nvPr/>
        </p:nvSpPr>
        <p:spPr>
          <a:xfrm>
            <a:off x="160020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1066"/>
          <p:cNvSpPr/>
          <p:nvPr/>
        </p:nvSpPr>
        <p:spPr>
          <a:xfrm>
            <a:off x="243687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067"/>
          <p:cNvSpPr/>
          <p:nvPr/>
        </p:nvSpPr>
        <p:spPr>
          <a:xfrm>
            <a:off x="327355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068"/>
          <p:cNvSpPr/>
          <p:nvPr/>
        </p:nvSpPr>
        <p:spPr>
          <a:xfrm>
            <a:off x="411022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069"/>
          <p:cNvSpPr/>
          <p:nvPr/>
        </p:nvSpPr>
        <p:spPr>
          <a:xfrm>
            <a:off x="494690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070"/>
          <p:cNvSpPr/>
          <p:nvPr/>
        </p:nvSpPr>
        <p:spPr>
          <a:xfrm>
            <a:off x="578358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071"/>
          <p:cNvSpPr/>
          <p:nvPr/>
        </p:nvSpPr>
        <p:spPr>
          <a:xfrm>
            <a:off x="662025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072"/>
          <p:cNvSpPr/>
          <p:nvPr/>
        </p:nvSpPr>
        <p:spPr>
          <a:xfrm>
            <a:off x="745693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073"/>
          <p:cNvSpPr/>
          <p:nvPr/>
        </p:nvSpPr>
        <p:spPr>
          <a:xfrm>
            <a:off x="829360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074"/>
          <p:cNvSpPr/>
          <p:nvPr/>
        </p:nvSpPr>
        <p:spPr>
          <a:xfrm>
            <a:off x="913028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075"/>
          <p:cNvSpPr/>
          <p:nvPr/>
        </p:nvSpPr>
        <p:spPr>
          <a:xfrm>
            <a:off x="996696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1076"/>
          <p:cNvSpPr/>
          <p:nvPr/>
        </p:nvSpPr>
        <p:spPr>
          <a:xfrm>
            <a:off x="1080363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1077" descr="똑같이 12칸으로 나눈 띠"/>
          <p:cNvSpPr/>
          <p:nvPr/>
        </p:nvSpPr>
        <p:spPr>
          <a:xfrm>
            <a:off x="1600200" y="2148840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1078"/>
          <p:cNvSpPr txBox="1"/>
          <p:nvPr/>
        </p:nvSpPr>
        <p:spPr>
          <a:xfrm>
            <a:off x="548640" y="2701798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</a:t>
            </a:r>
            <a:endParaRPr lang="ko-KR" sz="2600" dirty="0"/>
          </a:p>
        </p:txBody>
      </p:sp>
      <p:sp>
        <p:nvSpPr>
          <p:cNvPr id="25" name="S10-cell1079"/>
          <p:cNvSpPr/>
          <p:nvPr/>
        </p:nvSpPr>
        <p:spPr>
          <a:xfrm>
            <a:off x="160020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1080"/>
          <p:cNvSpPr/>
          <p:nvPr/>
        </p:nvSpPr>
        <p:spPr>
          <a:xfrm>
            <a:off x="243687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1081"/>
          <p:cNvSpPr/>
          <p:nvPr/>
        </p:nvSpPr>
        <p:spPr>
          <a:xfrm>
            <a:off x="327355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1082"/>
          <p:cNvSpPr/>
          <p:nvPr/>
        </p:nvSpPr>
        <p:spPr>
          <a:xfrm>
            <a:off x="411022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1083"/>
          <p:cNvSpPr/>
          <p:nvPr/>
        </p:nvSpPr>
        <p:spPr>
          <a:xfrm>
            <a:off x="494690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1084"/>
          <p:cNvSpPr/>
          <p:nvPr/>
        </p:nvSpPr>
        <p:spPr>
          <a:xfrm>
            <a:off x="578358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cell1085"/>
          <p:cNvSpPr/>
          <p:nvPr/>
        </p:nvSpPr>
        <p:spPr>
          <a:xfrm>
            <a:off x="662025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0-cell1086"/>
          <p:cNvSpPr/>
          <p:nvPr/>
        </p:nvSpPr>
        <p:spPr>
          <a:xfrm>
            <a:off x="745693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1087"/>
          <p:cNvSpPr/>
          <p:nvPr/>
        </p:nvSpPr>
        <p:spPr>
          <a:xfrm>
            <a:off x="829360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1088"/>
          <p:cNvSpPr/>
          <p:nvPr/>
        </p:nvSpPr>
        <p:spPr>
          <a:xfrm>
            <a:off x="913028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1089"/>
          <p:cNvSpPr/>
          <p:nvPr/>
        </p:nvSpPr>
        <p:spPr>
          <a:xfrm>
            <a:off x="996696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1090"/>
          <p:cNvSpPr/>
          <p:nvPr/>
        </p:nvSpPr>
        <p:spPr>
          <a:xfrm>
            <a:off x="1080363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figure1091" descr="똑같이 12칸으로 나눈 띠"/>
          <p:cNvSpPr/>
          <p:nvPr/>
        </p:nvSpPr>
        <p:spPr>
          <a:xfrm>
            <a:off x="1600200" y="2701798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바꾸어요</a:t>
            </a:r>
            <a:endParaRPr lang="ko-KR" sz="4400" dirty="0"/>
          </a:p>
        </p:txBody>
      </p:sp>
      <p:sp>
        <p:nvSpPr>
          <p:cNvPr id="3" name="S11-card10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0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60분이에요.</a:t>
            </a:r>
            <a:endParaRPr lang="ko-KR" sz="3200" dirty="0"/>
          </a:p>
        </p:txBody>
      </p:sp>
      <p:sp>
        <p:nvSpPr>
          <p:cNvPr id="5" name="S11-chip10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eqtext10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 분</a:t>
            </a:r>
            <a:endParaRPr lang="ko-KR" sz="3600" dirty="0"/>
          </a:p>
        </p:txBody>
      </p:sp>
      <p:sp>
        <p:nvSpPr>
          <p:cNvPr id="7" name="S11-chip109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1-eqtext109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30분 = □ 분</a:t>
            </a:r>
            <a:endParaRPr lang="ko-KR" sz="3600" dirty="0"/>
          </a:p>
        </p:txBody>
      </p:sp>
      <p:sp>
        <p:nvSpPr>
          <p:cNvPr id="9" name="S11-chip109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1-eqtext109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70분 = □ 시간 □ 분</a:t>
            </a:r>
            <a:endParaRPr lang="ko-KR" sz="3600" dirty="0"/>
          </a:p>
        </p:txBody>
      </p:sp>
      <p:sp>
        <p:nvSpPr>
          <p:cNvPr id="11" name="S11-chip110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1-eqtext110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□ 시간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시각을 읽고, ③은 답해요.</a:t>
            </a:r>
            <a:endParaRPr lang="ko-KR" sz="3200" dirty="0"/>
          </a:p>
        </p:txBody>
      </p:sp>
      <p:sp>
        <p:nvSpPr>
          <p:cNvPr id="4" name="S12-card1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3시 20분에서 1시간이 지나면 몇 시 몇 분?</a:t>
            </a:r>
            <a:endParaRPr lang="ko-KR" sz="3200" dirty="0"/>
          </a:p>
        </p:txBody>
      </p:sp>
      <p:sp>
        <p:nvSpPr>
          <p:cNvPr id="6" name="S12-figure1105" descr="시계: 5시 40분"/>
          <p:cNvSpPr/>
          <p:nvPr/>
        </p:nvSpPr>
        <p:spPr>
          <a:xfrm>
            <a:off x="995553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2-line1106"/>
          <p:cNvSpPr/>
          <p:nvPr/>
        </p:nvSpPr>
        <p:spPr>
          <a:xfrm>
            <a:off x="2290572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2-line1107"/>
          <p:cNvSpPr/>
          <p:nvPr/>
        </p:nvSpPr>
        <p:spPr>
          <a:xfrm flipH="1">
            <a:off x="2415347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108"/>
          <p:cNvSpPr/>
          <p:nvPr/>
        </p:nvSpPr>
        <p:spPr>
          <a:xfrm flipH="1">
            <a:off x="2538755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109"/>
          <p:cNvSpPr/>
          <p:nvPr/>
        </p:nvSpPr>
        <p:spPr>
          <a:xfrm flipH="1">
            <a:off x="2659443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110"/>
          <p:cNvSpPr/>
          <p:nvPr/>
        </p:nvSpPr>
        <p:spPr>
          <a:xfrm flipH="1">
            <a:off x="2776090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1111"/>
          <p:cNvSpPr/>
          <p:nvPr/>
        </p:nvSpPr>
        <p:spPr>
          <a:xfrm flipH="1">
            <a:off x="2848567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line1112"/>
          <p:cNvSpPr/>
          <p:nvPr/>
        </p:nvSpPr>
        <p:spPr>
          <a:xfrm flipH="1">
            <a:off x="2992207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113"/>
          <p:cNvSpPr/>
          <p:nvPr/>
        </p:nvSpPr>
        <p:spPr>
          <a:xfrm flipH="1">
            <a:off x="3089308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114"/>
          <p:cNvSpPr/>
          <p:nvPr/>
        </p:nvSpPr>
        <p:spPr>
          <a:xfrm flipH="1">
            <a:off x="3177658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115"/>
          <p:cNvSpPr/>
          <p:nvPr/>
        </p:nvSpPr>
        <p:spPr>
          <a:xfrm flipH="1">
            <a:off x="3256289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line1116"/>
          <p:cNvSpPr/>
          <p:nvPr/>
        </p:nvSpPr>
        <p:spPr>
          <a:xfrm flipH="1">
            <a:off x="325704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ine1117"/>
          <p:cNvSpPr/>
          <p:nvPr/>
        </p:nvSpPr>
        <p:spPr>
          <a:xfrm flipH="1">
            <a:off x="3381064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118"/>
          <p:cNvSpPr/>
          <p:nvPr/>
        </p:nvSpPr>
        <p:spPr>
          <a:xfrm flipH="1">
            <a:off x="3425841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119"/>
          <p:cNvSpPr/>
          <p:nvPr/>
        </p:nvSpPr>
        <p:spPr>
          <a:xfrm flipH="1">
            <a:off x="345817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120"/>
          <p:cNvSpPr/>
          <p:nvPr/>
        </p:nvSpPr>
        <p:spPr>
          <a:xfrm flipH="1">
            <a:off x="3477725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1121"/>
          <p:cNvSpPr/>
          <p:nvPr/>
        </p:nvSpPr>
        <p:spPr>
          <a:xfrm flipH="1">
            <a:off x="340656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2-line1122"/>
          <p:cNvSpPr/>
          <p:nvPr/>
        </p:nvSpPr>
        <p:spPr>
          <a:xfrm flipH="1" flipV="1">
            <a:off x="3477725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123"/>
          <p:cNvSpPr/>
          <p:nvPr/>
        </p:nvSpPr>
        <p:spPr>
          <a:xfrm flipH="1" flipV="1">
            <a:off x="345817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124"/>
          <p:cNvSpPr/>
          <p:nvPr/>
        </p:nvSpPr>
        <p:spPr>
          <a:xfrm flipH="1" flipV="1">
            <a:off x="3425841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125"/>
          <p:cNvSpPr/>
          <p:nvPr/>
        </p:nvSpPr>
        <p:spPr>
          <a:xfrm flipH="1" flipV="1">
            <a:off x="3381064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line1126"/>
          <p:cNvSpPr/>
          <p:nvPr/>
        </p:nvSpPr>
        <p:spPr>
          <a:xfrm flipH="1" flipV="1">
            <a:off x="325704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2-line1127"/>
          <p:cNvSpPr/>
          <p:nvPr/>
        </p:nvSpPr>
        <p:spPr>
          <a:xfrm flipH="1" flipV="1">
            <a:off x="3256289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128"/>
          <p:cNvSpPr/>
          <p:nvPr/>
        </p:nvSpPr>
        <p:spPr>
          <a:xfrm flipH="1" flipV="1">
            <a:off x="3177658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129"/>
          <p:cNvSpPr/>
          <p:nvPr/>
        </p:nvSpPr>
        <p:spPr>
          <a:xfrm flipH="1" flipV="1">
            <a:off x="3089308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130"/>
          <p:cNvSpPr/>
          <p:nvPr/>
        </p:nvSpPr>
        <p:spPr>
          <a:xfrm flipH="1" flipV="1">
            <a:off x="2992207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1131"/>
          <p:cNvSpPr/>
          <p:nvPr/>
        </p:nvSpPr>
        <p:spPr>
          <a:xfrm flipH="1" flipV="1">
            <a:off x="2848567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2-line1132"/>
          <p:cNvSpPr/>
          <p:nvPr/>
        </p:nvSpPr>
        <p:spPr>
          <a:xfrm flipH="1" flipV="1">
            <a:off x="2776090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133"/>
          <p:cNvSpPr/>
          <p:nvPr/>
        </p:nvSpPr>
        <p:spPr>
          <a:xfrm flipH="1" flipV="1">
            <a:off x="2659443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134"/>
          <p:cNvSpPr/>
          <p:nvPr/>
        </p:nvSpPr>
        <p:spPr>
          <a:xfrm flipH="1" flipV="1">
            <a:off x="2538755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135"/>
          <p:cNvSpPr/>
          <p:nvPr/>
        </p:nvSpPr>
        <p:spPr>
          <a:xfrm flipH="1" flipV="1">
            <a:off x="2415347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line1136"/>
          <p:cNvSpPr/>
          <p:nvPr/>
        </p:nvSpPr>
        <p:spPr>
          <a:xfrm flipV="1">
            <a:off x="2290572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2-line1137"/>
          <p:cNvSpPr/>
          <p:nvPr/>
        </p:nvSpPr>
        <p:spPr>
          <a:xfrm flipV="1">
            <a:off x="2159029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138"/>
          <p:cNvSpPr/>
          <p:nvPr/>
        </p:nvSpPr>
        <p:spPr>
          <a:xfrm flipV="1">
            <a:off x="2028927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139"/>
          <p:cNvSpPr/>
          <p:nvPr/>
        </p:nvSpPr>
        <p:spPr>
          <a:xfrm flipV="1">
            <a:off x="1901692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140"/>
          <p:cNvSpPr/>
          <p:nvPr/>
        </p:nvSpPr>
        <p:spPr>
          <a:xfrm flipV="1">
            <a:off x="1778717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1141"/>
          <p:cNvSpPr/>
          <p:nvPr/>
        </p:nvSpPr>
        <p:spPr>
          <a:xfrm flipV="1">
            <a:off x="166135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2-line1142"/>
          <p:cNvSpPr/>
          <p:nvPr/>
        </p:nvSpPr>
        <p:spPr>
          <a:xfrm flipV="1">
            <a:off x="1550878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143"/>
          <p:cNvSpPr/>
          <p:nvPr/>
        </p:nvSpPr>
        <p:spPr>
          <a:xfrm flipV="1">
            <a:off x="1448509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144"/>
          <p:cNvSpPr/>
          <p:nvPr/>
        </p:nvSpPr>
        <p:spPr>
          <a:xfrm flipV="1">
            <a:off x="1355367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145"/>
          <p:cNvSpPr/>
          <p:nvPr/>
        </p:nvSpPr>
        <p:spPr>
          <a:xfrm flipV="1">
            <a:off x="1272470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line1146"/>
          <p:cNvSpPr/>
          <p:nvPr/>
        </p:nvSpPr>
        <p:spPr>
          <a:xfrm flipV="1">
            <a:off x="120072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2-line1147"/>
          <p:cNvSpPr/>
          <p:nvPr/>
        </p:nvSpPr>
        <p:spPr>
          <a:xfrm flipV="1">
            <a:off x="1140927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148"/>
          <p:cNvSpPr/>
          <p:nvPr/>
        </p:nvSpPr>
        <p:spPr>
          <a:xfrm flipV="1">
            <a:off x="1093722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149"/>
          <p:cNvSpPr/>
          <p:nvPr/>
        </p:nvSpPr>
        <p:spPr>
          <a:xfrm flipV="1">
            <a:off x="105962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150"/>
          <p:cNvSpPr/>
          <p:nvPr/>
        </p:nvSpPr>
        <p:spPr>
          <a:xfrm flipV="1">
            <a:off x="1039023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1151"/>
          <p:cNvSpPr/>
          <p:nvPr/>
        </p:nvSpPr>
        <p:spPr>
          <a:xfrm>
            <a:off x="1032129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2-line1152"/>
          <p:cNvSpPr/>
          <p:nvPr/>
        </p:nvSpPr>
        <p:spPr>
          <a:xfrm>
            <a:off x="1039023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153"/>
          <p:cNvSpPr/>
          <p:nvPr/>
        </p:nvSpPr>
        <p:spPr>
          <a:xfrm>
            <a:off x="105962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154"/>
          <p:cNvSpPr/>
          <p:nvPr/>
        </p:nvSpPr>
        <p:spPr>
          <a:xfrm>
            <a:off x="1093722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155"/>
          <p:cNvSpPr/>
          <p:nvPr/>
        </p:nvSpPr>
        <p:spPr>
          <a:xfrm>
            <a:off x="1140927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line1156"/>
          <p:cNvSpPr/>
          <p:nvPr/>
        </p:nvSpPr>
        <p:spPr>
          <a:xfrm>
            <a:off x="120072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2-line1157"/>
          <p:cNvSpPr/>
          <p:nvPr/>
        </p:nvSpPr>
        <p:spPr>
          <a:xfrm>
            <a:off x="1272470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158"/>
          <p:cNvSpPr/>
          <p:nvPr/>
        </p:nvSpPr>
        <p:spPr>
          <a:xfrm>
            <a:off x="1355367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159"/>
          <p:cNvSpPr/>
          <p:nvPr/>
        </p:nvSpPr>
        <p:spPr>
          <a:xfrm>
            <a:off x="1448509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160"/>
          <p:cNvSpPr/>
          <p:nvPr/>
        </p:nvSpPr>
        <p:spPr>
          <a:xfrm>
            <a:off x="1550878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1161"/>
          <p:cNvSpPr/>
          <p:nvPr/>
        </p:nvSpPr>
        <p:spPr>
          <a:xfrm>
            <a:off x="1661350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2-line1162"/>
          <p:cNvSpPr/>
          <p:nvPr/>
        </p:nvSpPr>
        <p:spPr>
          <a:xfrm>
            <a:off x="1778717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163"/>
          <p:cNvSpPr/>
          <p:nvPr/>
        </p:nvSpPr>
        <p:spPr>
          <a:xfrm>
            <a:off x="1901692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164"/>
          <p:cNvSpPr/>
          <p:nvPr/>
        </p:nvSpPr>
        <p:spPr>
          <a:xfrm>
            <a:off x="2028927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1165"/>
          <p:cNvSpPr/>
          <p:nvPr/>
        </p:nvSpPr>
        <p:spPr>
          <a:xfrm>
            <a:off x="2159029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label1166"/>
          <p:cNvSpPr txBox="1"/>
          <p:nvPr/>
        </p:nvSpPr>
        <p:spPr>
          <a:xfrm>
            <a:off x="2495409" y="22938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12-label1167"/>
          <p:cNvSpPr txBox="1"/>
          <p:nvPr/>
        </p:nvSpPr>
        <p:spPr>
          <a:xfrm>
            <a:off x="2846176" y="26446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12-label1168"/>
          <p:cNvSpPr txBox="1"/>
          <p:nvPr/>
        </p:nvSpPr>
        <p:spPr>
          <a:xfrm>
            <a:off x="2974566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12-label1169"/>
          <p:cNvSpPr txBox="1"/>
          <p:nvPr/>
        </p:nvSpPr>
        <p:spPr>
          <a:xfrm>
            <a:off x="2846176" y="36029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12-label1170"/>
          <p:cNvSpPr txBox="1"/>
          <p:nvPr/>
        </p:nvSpPr>
        <p:spPr>
          <a:xfrm>
            <a:off x="2495409" y="39537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12-label1171"/>
          <p:cNvSpPr txBox="1"/>
          <p:nvPr/>
        </p:nvSpPr>
        <p:spPr>
          <a:xfrm>
            <a:off x="2016252" y="40821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12-label1172"/>
          <p:cNvSpPr txBox="1"/>
          <p:nvPr/>
        </p:nvSpPr>
        <p:spPr>
          <a:xfrm>
            <a:off x="1537095" y="39537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12-label1173"/>
          <p:cNvSpPr txBox="1"/>
          <p:nvPr/>
        </p:nvSpPr>
        <p:spPr>
          <a:xfrm>
            <a:off x="1186328" y="36029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12-label1174"/>
          <p:cNvSpPr txBox="1"/>
          <p:nvPr/>
        </p:nvSpPr>
        <p:spPr>
          <a:xfrm>
            <a:off x="1057938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12-label1175"/>
          <p:cNvSpPr txBox="1"/>
          <p:nvPr/>
        </p:nvSpPr>
        <p:spPr>
          <a:xfrm>
            <a:off x="1186328" y="26446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12-label1176"/>
          <p:cNvSpPr txBox="1"/>
          <p:nvPr/>
        </p:nvSpPr>
        <p:spPr>
          <a:xfrm>
            <a:off x="1537095" y="22938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12-label1177"/>
          <p:cNvSpPr txBox="1"/>
          <p:nvPr/>
        </p:nvSpPr>
        <p:spPr>
          <a:xfrm>
            <a:off x="2016252" y="21655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12-line1178"/>
          <p:cNvSpPr/>
          <p:nvPr/>
        </p:nvSpPr>
        <p:spPr>
          <a:xfrm>
            <a:off x="2290572" y="3306699"/>
            <a:ext cx="112439" cy="63767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2-line1179"/>
          <p:cNvSpPr/>
          <p:nvPr/>
        </p:nvSpPr>
        <p:spPr>
          <a:xfrm flipH="1">
            <a:off x="1415787" y="3306699"/>
            <a:ext cx="874785" cy="50505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2-pin1180"/>
          <p:cNvSpPr/>
          <p:nvPr/>
        </p:nvSpPr>
        <p:spPr>
          <a:xfrm>
            <a:off x="2235708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2-label1181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3" name="S12-figure1182" descr="시계: 10시 13분"/>
          <p:cNvSpPr/>
          <p:nvPr/>
        </p:nvSpPr>
        <p:spPr>
          <a:xfrm>
            <a:off x="4799457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2-line1183"/>
          <p:cNvSpPr/>
          <p:nvPr/>
        </p:nvSpPr>
        <p:spPr>
          <a:xfrm>
            <a:off x="6094476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2-line1184"/>
          <p:cNvSpPr/>
          <p:nvPr/>
        </p:nvSpPr>
        <p:spPr>
          <a:xfrm flipH="1">
            <a:off x="6219251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185"/>
          <p:cNvSpPr/>
          <p:nvPr/>
        </p:nvSpPr>
        <p:spPr>
          <a:xfrm flipH="1">
            <a:off x="6342659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186"/>
          <p:cNvSpPr/>
          <p:nvPr/>
        </p:nvSpPr>
        <p:spPr>
          <a:xfrm flipH="1">
            <a:off x="6463347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187"/>
          <p:cNvSpPr/>
          <p:nvPr/>
        </p:nvSpPr>
        <p:spPr>
          <a:xfrm flipH="1">
            <a:off x="6579994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1188"/>
          <p:cNvSpPr/>
          <p:nvPr/>
        </p:nvSpPr>
        <p:spPr>
          <a:xfrm flipH="1">
            <a:off x="6652471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2-line1189"/>
          <p:cNvSpPr/>
          <p:nvPr/>
        </p:nvSpPr>
        <p:spPr>
          <a:xfrm flipH="1">
            <a:off x="6796111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190"/>
          <p:cNvSpPr/>
          <p:nvPr/>
        </p:nvSpPr>
        <p:spPr>
          <a:xfrm flipH="1">
            <a:off x="6893212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191"/>
          <p:cNvSpPr/>
          <p:nvPr/>
        </p:nvSpPr>
        <p:spPr>
          <a:xfrm flipH="1">
            <a:off x="6981562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192"/>
          <p:cNvSpPr/>
          <p:nvPr/>
        </p:nvSpPr>
        <p:spPr>
          <a:xfrm flipH="1">
            <a:off x="7060193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1193"/>
          <p:cNvSpPr/>
          <p:nvPr/>
        </p:nvSpPr>
        <p:spPr>
          <a:xfrm flipH="1">
            <a:off x="706095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2-line1194"/>
          <p:cNvSpPr/>
          <p:nvPr/>
        </p:nvSpPr>
        <p:spPr>
          <a:xfrm flipH="1">
            <a:off x="7184968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195"/>
          <p:cNvSpPr/>
          <p:nvPr/>
        </p:nvSpPr>
        <p:spPr>
          <a:xfrm flipH="1">
            <a:off x="7229745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196"/>
          <p:cNvSpPr/>
          <p:nvPr/>
        </p:nvSpPr>
        <p:spPr>
          <a:xfrm flipH="1">
            <a:off x="726208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197"/>
          <p:cNvSpPr/>
          <p:nvPr/>
        </p:nvSpPr>
        <p:spPr>
          <a:xfrm flipH="1">
            <a:off x="7281629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1198"/>
          <p:cNvSpPr/>
          <p:nvPr/>
        </p:nvSpPr>
        <p:spPr>
          <a:xfrm flipH="1">
            <a:off x="7210467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2-line1199"/>
          <p:cNvSpPr/>
          <p:nvPr/>
        </p:nvSpPr>
        <p:spPr>
          <a:xfrm flipH="1" flipV="1">
            <a:off x="7281629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200"/>
          <p:cNvSpPr/>
          <p:nvPr/>
        </p:nvSpPr>
        <p:spPr>
          <a:xfrm flipH="1" flipV="1">
            <a:off x="726208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201"/>
          <p:cNvSpPr/>
          <p:nvPr/>
        </p:nvSpPr>
        <p:spPr>
          <a:xfrm flipH="1" flipV="1">
            <a:off x="7229745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202"/>
          <p:cNvSpPr/>
          <p:nvPr/>
        </p:nvSpPr>
        <p:spPr>
          <a:xfrm flipH="1" flipV="1">
            <a:off x="7184968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1203"/>
          <p:cNvSpPr/>
          <p:nvPr/>
        </p:nvSpPr>
        <p:spPr>
          <a:xfrm flipH="1" flipV="1">
            <a:off x="706095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2-line1204"/>
          <p:cNvSpPr/>
          <p:nvPr/>
        </p:nvSpPr>
        <p:spPr>
          <a:xfrm flipH="1" flipV="1">
            <a:off x="7060193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205"/>
          <p:cNvSpPr/>
          <p:nvPr/>
        </p:nvSpPr>
        <p:spPr>
          <a:xfrm flipH="1" flipV="1">
            <a:off x="6981562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206"/>
          <p:cNvSpPr/>
          <p:nvPr/>
        </p:nvSpPr>
        <p:spPr>
          <a:xfrm flipH="1" flipV="1">
            <a:off x="6893212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207"/>
          <p:cNvSpPr/>
          <p:nvPr/>
        </p:nvSpPr>
        <p:spPr>
          <a:xfrm flipH="1" flipV="1">
            <a:off x="6796111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1208"/>
          <p:cNvSpPr/>
          <p:nvPr/>
        </p:nvSpPr>
        <p:spPr>
          <a:xfrm flipH="1" flipV="1">
            <a:off x="665247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2-line1209"/>
          <p:cNvSpPr/>
          <p:nvPr/>
        </p:nvSpPr>
        <p:spPr>
          <a:xfrm flipH="1" flipV="1">
            <a:off x="6579994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210"/>
          <p:cNvSpPr/>
          <p:nvPr/>
        </p:nvSpPr>
        <p:spPr>
          <a:xfrm flipH="1" flipV="1">
            <a:off x="6463347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211"/>
          <p:cNvSpPr/>
          <p:nvPr/>
        </p:nvSpPr>
        <p:spPr>
          <a:xfrm flipH="1" flipV="1">
            <a:off x="6342659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212"/>
          <p:cNvSpPr/>
          <p:nvPr/>
        </p:nvSpPr>
        <p:spPr>
          <a:xfrm flipH="1" flipV="1">
            <a:off x="6219251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1213"/>
          <p:cNvSpPr/>
          <p:nvPr/>
        </p:nvSpPr>
        <p:spPr>
          <a:xfrm flipV="1">
            <a:off x="6094476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2-line1214"/>
          <p:cNvSpPr/>
          <p:nvPr/>
        </p:nvSpPr>
        <p:spPr>
          <a:xfrm flipV="1">
            <a:off x="5962933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215"/>
          <p:cNvSpPr/>
          <p:nvPr/>
        </p:nvSpPr>
        <p:spPr>
          <a:xfrm flipV="1">
            <a:off x="5832831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216"/>
          <p:cNvSpPr/>
          <p:nvPr/>
        </p:nvSpPr>
        <p:spPr>
          <a:xfrm flipV="1">
            <a:off x="5705596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217"/>
          <p:cNvSpPr/>
          <p:nvPr/>
        </p:nvSpPr>
        <p:spPr>
          <a:xfrm flipV="1">
            <a:off x="5582621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1218"/>
          <p:cNvSpPr/>
          <p:nvPr/>
        </p:nvSpPr>
        <p:spPr>
          <a:xfrm flipV="1">
            <a:off x="5465255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2-line1219"/>
          <p:cNvSpPr/>
          <p:nvPr/>
        </p:nvSpPr>
        <p:spPr>
          <a:xfrm flipV="1">
            <a:off x="5354782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220"/>
          <p:cNvSpPr/>
          <p:nvPr/>
        </p:nvSpPr>
        <p:spPr>
          <a:xfrm flipV="1">
            <a:off x="5252413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221"/>
          <p:cNvSpPr/>
          <p:nvPr/>
        </p:nvSpPr>
        <p:spPr>
          <a:xfrm flipV="1">
            <a:off x="5159271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222"/>
          <p:cNvSpPr/>
          <p:nvPr/>
        </p:nvSpPr>
        <p:spPr>
          <a:xfrm flipV="1">
            <a:off x="5076374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1223"/>
          <p:cNvSpPr/>
          <p:nvPr/>
        </p:nvSpPr>
        <p:spPr>
          <a:xfrm flipV="1">
            <a:off x="500463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2-line1224"/>
          <p:cNvSpPr/>
          <p:nvPr/>
        </p:nvSpPr>
        <p:spPr>
          <a:xfrm flipV="1">
            <a:off x="4944831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225"/>
          <p:cNvSpPr/>
          <p:nvPr/>
        </p:nvSpPr>
        <p:spPr>
          <a:xfrm flipV="1">
            <a:off x="4897626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226"/>
          <p:cNvSpPr/>
          <p:nvPr/>
        </p:nvSpPr>
        <p:spPr>
          <a:xfrm flipV="1">
            <a:off x="486353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227"/>
          <p:cNvSpPr/>
          <p:nvPr/>
        </p:nvSpPr>
        <p:spPr>
          <a:xfrm flipV="1">
            <a:off x="4842927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1228"/>
          <p:cNvSpPr/>
          <p:nvPr/>
        </p:nvSpPr>
        <p:spPr>
          <a:xfrm>
            <a:off x="483603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2-line1229"/>
          <p:cNvSpPr/>
          <p:nvPr/>
        </p:nvSpPr>
        <p:spPr>
          <a:xfrm>
            <a:off x="4842927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230"/>
          <p:cNvSpPr/>
          <p:nvPr/>
        </p:nvSpPr>
        <p:spPr>
          <a:xfrm>
            <a:off x="486353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231"/>
          <p:cNvSpPr/>
          <p:nvPr/>
        </p:nvSpPr>
        <p:spPr>
          <a:xfrm>
            <a:off x="4897626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232"/>
          <p:cNvSpPr/>
          <p:nvPr/>
        </p:nvSpPr>
        <p:spPr>
          <a:xfrm>
            <a:off x="4944831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1233"/>
          <p:cNvSpPr/>
          <p:nvPr/>
        </p:nvSpPr>
        <p:spPr>
          <a:xfrm>
            <a:off x="500463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2-line1234"/>
          <p:cNvSpPr/>
          <p:nvPr/>
        </p:nvSpPr>
        <p:spPr>
          <a:xfrm>
            <a:off x="5076374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235"/>
          <p:cNvSpPr/>
          <p:nvPr/>
        </p:nvSpPr>
        <p:spPr>
          <a:xfrm>
            <a:off x="5159271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236"/>
          <p:cNvSpPr/>
          <p:nvPr/>
        </p:nvSpPr>
        <p:spPr>
          <a:xfrm>
            <a:off x="5252413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237"/>
          <p:cNvSpPr/>
          <p:nvPr/>
        </p:nvSpPr>
        <p:spPr>
          <a:xfrm>
            <a:off x="5354782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1238"/>
          <p:cNvSpPr/>
          <p:nvPr/>
        </p:nvSpPr>
        <p:spPr>
          <a:xfrm>
            <a:off x="5465255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2-line1239"/>
          <p:cNvSpPr/>
          <p:nvPr/>
        </p:nvSpPr>
        <p:spPr>
          <a:xfrm>
            <a:off x="5582621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240"/>
          <p:cNvSpPr/>
          <p:nvPr/>
        </p:nvSpPr>
        <p:spPr>
          <a:xfrm>
            <a:off x="5705596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241"/>
          <p:cNvSpPr/>
          <p:nvPr/>
        </p:nvSpPr>
        <p:spPr>
          <a:xfrm>
            <a:off x="5832831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ine1242"/>
          <p:cNvSpPr/>
          <p:nvPr/>
        </p:nvSpPr>
        <p:spPr>
          <a:xfrm>
            <a:off x="5962933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abel1243"/>
          <p:cNvSpPr txBox="1"/>
          <p:nvPr/>
        </p:nvSpPr>
        <p:spPr>
          <a:xfrm>
            <a:off x="6299313" y="22938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5" name="S12-label1244"/>
          <p:cNvSpPr txBox="1"/>
          <p:nvPr/>
        </p:nvSpPr>
        <p:spPr>
          <a:xfrm>
            <a:off x="6650080" y="26446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6" name="S12-label1245"/>
          <p:cNvSpPr txBox="1"/>
          <p:nvPr/>
        </p:nvSpPr>
        <p:spPr>
          <a:xfrm>
            <a:off x="6778470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7" name="S12-label1246"/>
          <p:cNvSpPr txBox="1"/>
          <p:nvPr/>
        </p:nvSpPr>
        <p:spPr>
          <a:xfrm>
            <a:off x="6650080" y="36029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8" name="S12-label1247"/>
          <p:cNvSpPr txBox="1"/>
          <p:nvPr/>
        </p:nvSpPr>
        <p:spPr>
          <a:xfrm>
            <a:off x="6299313" y="39537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49" name="S12-label1248"/>
          <p:cNvSpPr txBox="1"/>
          <p:nvPr/>
        </p:nvSpPr>
        <p:spPr>
          <a:xfrm>
            <a:off x="5820156" y="40821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0" name="S12-label1249"/>
          <p:cNvSpPr txBox="1"/>
          <p:nvPr/>
        </p:nvSpPr>
        <p:spPr>
          <a:xfrm>
            <a:off x="5340999" y="39537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1" name="S12-label1250"/>
          <p:cNvSpPr txBox="1"/>
          <p:nvPr/>
        </p:nvSpPr>
        <p:spPr>
          <a:xfrm>
            <a:off x="4990232" y="36029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2" name="S12-label1251"/>
          <p:cNvSpPr txBox="1"/>
          <p:nvPr/>
        </p:nvSpPr>
        <p:spPr>
          <a:xfrm>
            <a:off x="4861842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3" name="S12-label1252"/>
          <p:cNvSpPr txBox="1"/>
          <p:nvPr/>
        </p:nvSpPr>
        <p:spPr>
          <a:xfrm>
            <a:off x="4990232" y="26446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4" name="S12-label1253"/>
          <p:cNvSpPr txBox="1"/>
          <p:nvPr/>
        </p:nvSpPr>
        <p:spPr>
          <a:xfrm>
            <a:off x="5340999" y="22938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5" name="S12-label1254"/>
          <p:cNvSpPr txBox="1"/>
          <p:nvPr/>
        </p:nvSpPr>
        <p:spPr>
          <a:xfrm>
            <a:off x="5820156" y="21655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6" name="S12-line1255"/>
          <p:cNvSpPr/>
          <p:nvPr/>
        </p:nvSpPr>
        <p:spPr>
          <a:xfrm flipH="1" flipV="1">
            <a:off x="5573971" y="2921546"/>
            <a:ext cx="520505" cy="38515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2-line1256"/>
          <p:cNvSpPr/>
          <p:nvPr/>
        </p:nvSpPr>
        <p:spPr>
          <a:xfrm flipV="1">
            <a:off x="6094476" y="3096684"/>
            <a:ext cx="988041" cy="21001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2-pin1257"/>
          <p:cNvSpPr/>
          <p:nvPr/>
        </p:nvSpPr>
        <p:spPr>
          <a:xfrm>
            <a:off x="6039612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2-label1258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0" name="S12-bigtext1259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15분은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3000" dirty="0"/>
          </a:p>
        </p:txBody>
      </p:sp>
      <p:sp>
        <p:nvSpPr>
          <p:cNvPr id="161" name="S12-label126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뒤는?</a:t>
            </a:r>
            <a:endParaRPr lang="ko-KR" sz="4400" dirty="0"/>
          </a:p>
        </p:txBody>
      </p:sp>
      <p:sp>
        <p:nvSpPr>
          <p:cNvPr id="3" name="S14-text1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30분에서 1시간이 지났어요.</a:t>
            </a:r>
            <a:endParaRPr lang="ko-KR" sz="3200" dirty="0"/>
          </a:p>
        </p:txBody>
      </p:sp>
      <p:sp>
        <p:nvSpPr>
          <p:cNvPr id="4" name="S14-card1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26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figure1265" descr="시계: 2시 31분"/>
          <p:cNvSpPr/>
          <p:nvPr/>
        </p:nvSpPr>
        <p:spPr>
          <a:xfrm>
            <a:off x="1072896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4-line1266"/>
          <p:cNvSpPr/>
          <p:nvPr/>
        </p:nvSpPr>
        <p:spPr>
          <a:xfrm>
            <a:off x="2275332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4-line1267"/>
          <p:cNvSpPr/>
          <p:nvPr/>
        </p:nvSpPr>
        <p:spPr>
          <a:xfrm flipH="1">
            <a:off x="2390913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268"/>
          <p:cNvSpPr/>
          <p:nvPr/>
        </p:nvSpPr>
        <p:spPr>
          <a:xfrm flipH="1">
            <a:off x="2505228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269"/>
          <p:cNvSpPr/>
          <p:nvPr/>
        </p:nvSpPr>
        <p:spPr>
          <a:xfrm flipH="1">
            <a:off x="2617024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270"/>
          <p:cNvSpPr/>
          <p:nvPr/>
        </p:nvSpPr>
        <p:spPr>
          <a:xfrm flipH="1">
            <a:off x="2725076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1271"/>
          <p:cNvSpPr/>
          <p:nvPr/>
        </p:nvSpPr>
        <p:spPr>
          <a:xfrm flipH="1">
            <a:off x="2792128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4-line1272"/>
          <p:cNvSpPr/>
          <p:nvPr/>
        </p:nvSpPr>
        <p:spPr>
          <a:xfrm flipH="1">
            <a:off x="2925269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273"/>
          <p:cNvSpPr/>
          <p:nvPr/>
        </p:nvSpPr>
        <p:spPr>
          <a:xfrm flipH="1">
            <a:off x="3015215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274"/>
          <p:cNvSpPr/>
          <p:nvPr/>
        </p:nvSpPr>
        <p:spPr>
          <a:xfrm flipH="1">
            <a:off x="3097056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275"/>
          <p:cNvSpPr/>
          <p:nvPr/>
        </p:nvSpPr>
        <p:spPr>
          <a:xfrm flipH="1">
            <a:off x="3169893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1276"/>
          <p:cNvSpPr/>
          <p:nvPr/>
        </p:nvSpPr>
        <p:spPr>
          <a:xfrm flipH="1">
            <a:off x="3170449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4-line1277"/>
          <p:cNvSpPr/>
          <p:nvPr/>
        </p:nvSpPr>
        <p:spPr>
          <a:xfrm flipH="1">
            <a:off x="328547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278"/>
          <p:cNvSpPr/>
          <p:nvPr/>
        </p:nvSpPr>
        <p:spPr>
          <a:xfrm flipH="1">
            <a:off x="3326952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279"/>
          <p:cNvSpPr/>
          <p:nvPr/>
        </p:nvSpPr>
        <p:spPr>
          <a:xfrm flipH="1">
            <a:off x="335690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280"/>
          <p:cNvSpPr/>
          <p:nvPr/>
        </p:nvSpPr>
        <p:spPr>
          <a:xfrm flipH="1">
            <a:off x="337501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1281"/>
          <p:cNvSpPr/>
          <p:nvPr/>
        </p:nvSpPr>
        <p:spPr>
          <a:xfrm flipH="1">
            <a:off x="3308924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4-line1282"/>
          <p:cNvSpPr/>
          <p:nvPr/>
        </p:nvSpPr>
        <p:spPr>
          <a:xfrm flipH="1" flipV="1">
            <a:off x="337501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283"/>
          <p:cNvSpPr/>
          <p:nvPr/>
        </p:nvSpPr>
        <p:spPr>
          <a:xfrm flipH="1" flipV="1">
            <a:off x="335690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284"/>
          <p:cNvSpPr/>
          <p:nvPr/>
        </p:nvSpPr>
        <p:spPr>
          <a:xfrm flipH="1" flipV="1">
            <a:off x="3326952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285"/>
          <p:cNvSpPr/>
          <p:nvPr/>
        </p:nvSpPr>
        <p:spPr>
          <a:xfrm flipH="1" flipV="1">
            <a:off x="328547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1286"/>
          <p:cNvSpPr/>
          <p:nvPr/>
        </p:nvSpPr>
        <p:spPr>
          <a:xfrm flipH="1" flipV="1">
            <a:off x="3170449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4-line1287"/>
          <p:cNvSpPr/>
          <p:nvPr/>
        </p:nvSpPr>
        <p:spPr>
          <a:xfrm flipH="1" flipV="1">
            <a:off x="3169893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288"/>
          <p:cNvSpPr/>
          <p:nvPr/>
        </p:nvSpPr>
        <p:spPr>
          <a:xfrm flipH="1" flipV="1">
            <a:off x="3097056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289"/>
          <p:cNvSpPr/>
          <p:nvPr/>
        </p:nvSpPr>
        <p:spPr>
          <a:xfrm flipH="1" flipV="1">
            <a:off x="3015215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290"/>
          <p:cNvSpPr/>
          <p:nvPr/>
        </p:nvSpPr>
        <p:spPr>
          <a:xfrm flipH="1" flipV="1">
            <a:off x="2925269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1291"/>
          <p:cNvSpPr/>
          <p:nvPr/>
        </p:nvSpPr>
        <p:spPr>
          <a:xfrm flipH="1" flipV="1">
            <a:off x="2792128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4-line1292"/>
          <p:cNvSpPr/>
          <p:nvPr/>
        </p:nvSpPr>
        <p:spPr>
          <a:xfrm flipH="1" flipV="1">
            <a:off x="2725076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293"/>
          <p:cNvSpPr/>
          <p:nvPr/>
        </p:nvSpPr>
        <p:spPr>
          <a:xfrm flipH="1" flipV="1">
            <a:off x="2617024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294"/>
          <p:cNvSpPr/>
          <p:nvPr/>
        </p:nvSpPr>
        <p:spPr>
          <a:xfrm flipH="1" flipV="1">
            <a:off x="2505228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295"/>
          <p:cNvSpPr/>
          <p:nvPr/>
        </p:nvSpPr>
        <p:spPr>
          <a:xfrm flipH="1" flipV="1">
            <a:off x="2390913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1296"/>
          <p:cNvSpPr/>
          <p:nvPr/>
        </p:nvSpPr>
        <p:spPr>
          <a:xfrm flipV="1">
            <a:off x="2275332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4-line1297"/>
          <p:cNvSpPr/>
          <p:nvPr/>
        </p:nvSpPr>
        <p:spPr>
          <a:xfrm flipV="1">
            <a:off x="2153466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298"/>
          <p:cNvSpPr/>
          <p:nvPr/>
        </p:nvSpPr>
        <p:spPr>
          <a:xfrm flipV="1">
            <a:off x="203293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299"/>
          <p:cNvSpPr/>
          <p:nvPr/>
        </p:nvSpPr>
        <p:spPr>
          <a:xfrm flipV="1">
            <a:off x="1915061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300"/>
          <p:cNvSpPr/>
          <p:nvPr/>
        </p:nvSpPr>
        <p:spPr>
          <a:xfrm flipV="1">
            <a:off x="180113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1301"/>
          <p:cNvSpPr/>
          <p:nvPr/>
        </p:nvSpPr>
        <p:spPr>
          <a:xfrm flipV="1">
            <a:off x="169240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4-line1302"/>
          <p:cNvSpPr/>
          <p:nvPr/>
        </p:nvSpPr>
        <p:spPr>
          <a:xfrm flipV="1">
            <a:off x="15900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303"/>
          <p:cNvSpPr/>
          <p:nvPr/>
        </p:nvSpPr>
        <p:spPr>
          <a:xfrm flipV="1">
            <a:off x="149521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304"/>
          <p:cNvSpPr/>
          <p:nvPr/>
        </p:nvSpPr>
        <p:spPr>
          <a:xfrm flipV="1">
            <a:off x="1408929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305"/>
          <p:cNvSpPr/>
          <p:nvPr/>
        </p:nvSpPr>
        <p:spPr>
          <a:xfrm flipV="1">
            <a:off x="133213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1306"/>
          <p:cNvSpPr/>
          <p:nvPr/>
        </p:nvSpPr>
        <p:spPr>
          <a:xfrm flipV="1">
            <a:off x="1265668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4-line1307"/>
          <p:cNvSpPr/>
          <p:nvPr/>
        </p:nvSpPr>
        <p:spPr>
          <a:xfrm flipV="1">
            <a:off x="1210266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308"/>
          <p:cNvSpPr/>
          <p:nvPr/>
        </p:nvSpPr>
        <p:spPr>
          <a:xfrm flipV="1">
            <a:off x="1166533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309"/>
          <p:cNvSpPr/>
          <p:nvPr/>
        </p:nvSpPr>
        <p:spPr>
          <a:xfrm flipV="1">
            <a:off x="1134949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310"/>
          <p:cNvSpPr/>
          <p:nvPr/>
        </p:nvSpPr>
        <p:spPr>
          <a:xfrm flipV="1">
            <a:off x="1115859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1311"/>
          <p:cNvSpPr/>
          <p:nvPr/>
        </p:nvSpPr>
        <p:spPr>
          <a:xfrm>
            <a:off x="110947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4-line1312"/>
          <p:cNvSpPr/>
          <p:nvPr/>
        </p:nvSpPr>
        <p:spPr>
          <a:xfrm>
            <a:off x="1115859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313"/>
          <p:cNvSpPr/>
          <p:nvPr/>
        </p:nvSpPr>
        <p:spPr>
          <a:xfrm>
            <a:off x="1134949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314"/>
          <p:cNvSpPr/>
          <p:nvPr/>
        </p:nvSpPr>
        <p:spPr>
          <a:xfrm>
            <a:off x="1166533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315"/>
          <p:cNvSpPr/>
          <p:nvPr/>
        </p:nvSpPr>
        <p:spPr>
          <a:xfrm>
            <a:off x="1210266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1316"/>
          <p:cNvSpPr/>
          <p:nvPr/>
        </p:nvSpPr>
        <p:spPr>
          <a:xfrm>
            <a:off x="1265668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4-line1317"/>
          <p:cNvSpPr/>
          <p:nvPr/>
        </p:nvSpPr>
        <p:spPr>
          <a:xfrm>
            <a:off x="133213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318"/>
          <p:cNvSpPr/>
          <p:nvPr/>
        </p:nvSpPr>
        <p:spPr>
          <a:xfrm>
            <a:off x="1408929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319"/>
          <p:cNvSpPr/>
          <p:nvPr/>
        </p:nvSpPr>
        <p:spPr>
          <a:xfrm>
            <a:off x="149521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320"/>
          <p:cNvSpPr/>
          <p:nvPr/>
        </p:nvSpPr>
        <p:spPr>
          <a:xfrm>
            <a:off x="15900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1321"/>
          <p:cNvSpPr/>
          <p:nvPr/>
        </p:nvSpPr>
        <p:spPr>
          <a:xfrm>
            <a:off x="169240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4-line1322"/>
          <p:cNvSpPr/>
          <p:nvPr/>
        </p:nvSpPr>
        <p:spPr>
          <a:xfrm>
            <a:off x="180113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323"/>
          <p:cNvSpPr/>
          <p:nvPr/>
        </p:nvSpPr>
        <p:spPr>
          <a:xfrm>
            <a:off x="1915061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324"/>
          <p:cNvSpPr/>
          <p:nvPr/>
        </p:nvSpPr>
        <p:spPr>
          <a:xfrm>
            <a:off x="203293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1325"/>
          <p:cNvSpPr/>
          <p:nvPr/>
        </p:nvSpPr>
        <p:spPr>
          <a:xfrm>
            <a:off x="2153466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abel1326"/>
          <p:cNvSpPr txBox="1"/>
          <p:nvPr/>
        </p:nvSpPr>
        <p:spPr>
          <a:xfrm>
            <a:off x="2445913" y="29647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9" name="S14-label1327"/>
          <p:cNvSpPr txBox="1"/>
          <p:nvPr/>
        </p:nvSpPr>
        <p:spPr>
          <a:xfrm>
            <a:off x="2771604" y="32904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14-label1328"/>
          <p:cNvSpPr txBox="1"/>
          <p:nvPr/>
        </p:nvSpPr>
        <p:spPr>
          <a:xfrm>
            <a:off x="2890815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1" name="S14-label1329"/>
          <p:cNvSpPr txBox="1"/>
          <p:nvPr/>
        </p:nvSpPr>
        <p:spPr>
          <a:xfrm>
            <a:off x="2771604" y="41802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2" name="S14-label1330"/>
          <p:cNvSpPr txBox="1"/>
          <p:nvPr/>
        </p:nvSpPr>
        <p:spPr>
          <a:xfrm>
            <a:off x="2445913" y="45059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3" name="S14-label1331"/>
          <p:cNvSpPr txBox="1"/>
          <p:nvPr/>
        </p:nvSpPr>
        <p:spPr>
          <a:xfrm>
            <a:off x="2001012" y="462512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74" name="S14-label1332"/>
          <p:cNvSpPr txBox="1"/>
          <p:nvPr/>
        </p:nvSpPr>
        <p:spPr>
          <a:xfrm>
            <a:off x="1556111" y="45059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75" name="S14-label1333"/>
          <p:cNvSpPr txBox="1"/>
          <p:nvPr/>
        </p:nvSpPr>
        <p:spPr>
          <a:xfrm>
            <a:off x="1230420" y="41802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76" name="S14-label1334"/>
          <p:cNvSpPr txBox="1"/>
          <p:nvPr/>
        </p:nvSpPr>
        <p:spPr>
          <a:xfrm>
            <a:off x="1111209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77" name="S14-label1335"/>
          <p:cNvSpPr txBox="1"/>
          <p:nvPr/>
        </p:nvSpPr>
        <p:spPr>
          <a:xfrm>
            <a:off x="1230420" y="32904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78" name="S14-label1336"/>
          <p:cNvSpPr txBox="1"/>
          <p:nvPr/>
        </p:nvSpPr>
        <p:spPr>
          <a:xfrm>
            <a:off x="1556111" y="29647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79" name="S14-label1337"/>
          <p:cNvSpPr txBox="1"/>
          <p:nvPr/>
        </p:nvSpPr>
        <p:spPr>
          <a:xfrm>
            <a:off x="2001012" y="28455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80" name="S14-line1338"/>
          <p:cNvSpPr/>
          <p:nvPr/>
        </p:nvSpPr>
        <p:spPr>
          <a:xfrm flipV="1">
            <a:off x="2275332" y="3767671"/>
            <a:ext cx="582068" cy="15053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4-line1339"/>
          <p:cNvSpPr/>
          <p:nvPr/>
        </p:nvSpPr>
        <p:spPr>
          <a:xfrm flipH="1">
            <a:off x="2177295" y="3918204"/>
            <a:ext cx="98037" cy="93276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4-pin1340"/>
          <p:cNvSpPr/>
          <p:nvPr/>
        </p:nvSpPr>
        <p:spPr>
          <a:xfrm>
            <a:off x="2220468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4-chip134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4" name="S14-figure1342" descr="시계: 3시 30분"/>
          <p:cNvSpPr/>
          <p:nvPr/>
        </p:nvSpPr>
        <p:spPr>
          <a:xfrm>
            <a:off x="4892040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4-line1343"/>
          <p:cNvSpPr/>
          <p:nvPr/>
        </p:nvSpPr>
        <p:spPr>
          <a:xfrm>
            <a:off x="6094476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4-line1344"/>
          <p:cNvSpPr/>
          <p:nvPr/>
        </p:nvSpPr>
        <p:spPr>
          <a:xfrm flipH="1">
            <a:off x="6210057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345"/>
          <p:cNvSpPr/>
          <p:nvPr/>
        </p:nvSpPr>
        <p:spPr>
          <a:xfrm flipH="1">
            <a:off x="6324372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346"/>
          <p:cNvSpPr/>
          <p:nvPr/>
        </p:nvSpPr>
        <p:spPr>
          <a:xfrm flipH="1">
            <a:off x="6436168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347"/>
          <p:cNvSpPr/>
          <p:nvPr/>
        </p:nvSpPr>
        <p:spPr>
          <a:xfrm flipH="1">
            <a:off x="6544220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1348"/>
          <p:cNvSpPr/>
          <p:nvPr/>
        </p:nvSpPr>
        <p:spPr>
          <a:xfrm flipH="1">
            <a:off x="661127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4-line1349"/>
          <p:cNvSpPr/>
          <p:nvPr/>
        </p:nvSpPr>
        <p:spPr>
          <a:xfrm flipH="1">
            <a:off x="6744413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350"/>
          <p:cNvSpPr/>
          <p:nvPr/>
        </p:nvSpPr>
        <p:spPr>
          <a:xfrm flipH="1">
            <a:off x="683435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351"/>
          <p:cNvSpPr/>
          <p:nvPr/>
        </p:nvSpPr>
        <p:spPr>
          <a:xfrm flipH="1">
            <a:off x="6916200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352"/>
          <p:cNvSpPr/>
          <p:nvPr/>
        </p:nvSpPr>
        <p:spPr>
          <a:xfrm flipH="1">
            <a:off x="6989037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1353"/>
          <p:cNvSpPr/>
          <p:nvPr/>
        </p:nvSpPr>
        <p:spPr>
          <a:xfrm flipH="1">
            <a:off x="6989593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4-line1354"/>
          <p:cNvSpPr/>
          <p:nvPr/>
        </p:nvSpPr>
        <p:spPr>
          <a:xfrm flipH="1">
            <a:off x="7104618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355"/>
          <p:cNvSpPr/>
          <p:nvPr/>
        </p:nvSpPr>
        <p:spPr>
          <a:xfrm flipH="1">
            <a:off x="7146096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356"/>
          <p:cNvSpPr/>
          <p:nvPr/>
        </p:nvSpPr>
        <p:spPr>
          <a:xfrm flipH="1">
            <a:off x="7176051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357"/>
          <p:cNvSpPr/>
          <p:nvPr/>
        </p:nvSpPr>
        <p:spPr>
          <a:xfrm flipH="1">
            <a:off x="719415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1358"/>
          <p:cNvSpPr/>
          <p:nvPr/>
        </p:nvSpPr>
        <p:spPr>
          <a:xfrm flipH="1">
            <a:off x="7128068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4-line1359"/>
          <p:cNvSpPr/>
          <p:nvPr/>
        </p:nvSpPr>
        <p:spPr>
          <a:xfrm flipH="1" flipV="1">
            <a:off x="719415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360"/>
          <p:cNvSpPr/>
          <p:nvPr/>
        </p:nvSpPr>
        <p:spPr>
          <a:xfrm flipH="1" flipV="1">
            <a:off x="7176051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361"/>
          <p:cNvSpPr/>
          <p:nvPr/>
        </p:nvSpPr>
        <p:spPr>
          <a:xfrm flipH="1" flipV="1">
            <a:off x="7146096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362"/>
          <p:cNvSpPr/>
          <p:nvPr/>
        </p:nvSpPr>
        <p:spPr>
          <a:xfrm flipH="1" flipV="1">
            <a:off x="7104618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1363"/>
          <p:cNvSpPr/>
          <p:nvPr/>
        </p:nvSpPr>
        <p:spPr>
          <a:xfrm flipH="1" flipV="1">
            <a:off x="6989593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4-line1364"/>
          <p:cNvSpPr/>
          <p:nvPr/>
        </p:nvSpPr>
        <p:spPr>
          <a:xfrm flipH="1" flipV="1">
            <a:off x="6989037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365"/>
          <p:cNvSpPr/>
          <p:nvPr/>
        </p:nvSpPr>
        <p:spPr>
          <a:xfrm flipH="1" flipV="1">
            <a:off x="6916200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366"/>
          <p:cNvSpPr/>
          <p:nvPr/>
        </p:nvSpPr>
        <p:spPr>
          <a:xfrm flipH="1" flipV="1">
            <a:off x="683435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367"/>
          <p:cNvSpPr/>
          <p:nvPr/>
        </p:nvSpPr>
        <p:spPr>
          <a:xfrm flipH="1" flipV="1">
            <a:off x="6744413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1368"/>
          <p:cNvSpPr/>
          <p:nvPr/>
        </p:nvSpPr>
        <p:spPr>
          <a:xfrm flipH="1" flipV="1">
            <a:off x="661127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4-line1369"/>
          <p:cNvSpPr/>
          <p:nvPr/>
        </p:nvSpPr>
        <p:spPr>
          <a:xfrm flipH="1" flipV="1">
            <a:off x="6544220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370"/>
          <p:cNvSpPr/>
          <p:nvPr/>
        </p:nvSpPr>
        <p:spPr>
          <a:xfrm flipH="1" flipV="1">
            <a:off x="6436168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371"/>
          <p:cNvSpPr/>
          <p:nvPr/>
        </p:nvSpPr>
        <p:spPr>
          <a:xfrm flipH="1" flipV="1">
            <a:off x="6324372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372"/>
          <p:cNvSpPr/>
          <p:nvPr/>
        </p:nvSpPr>
        <p:spPr>
          <a:xfrm flipH="1" flipV="1">
            <a:off x="6210057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1373"/>
          <p:cNvSpPr/>
          <p:nvPr/>
        </p:nvSpPr>
        <p:spPr>
          <a:xfrm flipV="1">
            <a:off x="6094476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4-line1374"/>
          <p:cNvSpPr/>
          <p:nvPr/>
        </p:nvSpPr>
        <p:spPr>
          <a:xfrm flipV="1">
            <a:off x="5972610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375"/>
          <p:cNvSpPr/>
          <p:nvPr/>
        </p:nvSpPr>
        <p:spPr>
          <a:xfrm flipV="1">
            <a:off x="5852080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376"/>
          <p:cNvSpPr/>
          <p:nvPr/>
        </p:nvSpPr>
        <p:spPr>
          <a:xfrm flipV="1">
            <a:off x="5734205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377"/>
          <p:cNvSpPr/>
          <p:nvPr/>
        </p:nvSpPr>
        <p:spPr>
          <a:xfrm flipV="1">
            <a:off x="5620278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line1378"/>
          <p:cNvSpPr/>
          <p:nvPr/>
        </p:nvSpPr>
        <p:spPr>
          <a:xfrm flipV="1">
            <a:off x="551154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4-line1379"/>
          <p:cNvSpPr/>
          <p:nvPr/>
        </p:nvSpPr>
        <p:spPr>
          <a:xfrm flipV="1">
            <a:off x="5409201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380"/>
          <p:cNvSpPr/>
          <p:nvPr/>
        </p:nvSpPr>
        <p:spPr>
          <a:xfrm flipV="1">
            <a:off x="531436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381"/>
          <p:cNvSpPr/>
          <p:nvPr/>
        </p:nvSpPr>
        <p:spPr>
          <a:xfrm flipV="1">
            <a:off x="5228073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382"/>
          <p:cNvSpPr/>
          <p:nvPr/>
        </p:nvSpPr>
        <p:spPr>
          <a:xfrm flipV="1">
            <a:off x="5151275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1383"/>
          <p:cNvSpPr/>
          <p:nvPr/>
        </p:nvSpPr>
        <p:spPr>
          <a:xfrm flipV="1">
            <a:off x="5084812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4-line1384"/>
          <p:cNvSpPr/>
          <p:nvPr/>
        </p:nvSpPr>
        <p:spPr>
          <a:xfrm flipV="1">
            <a:off x="5029410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385"/>
          <p:cNvSpPr/>
          <p:nvPr/>
        </p:nvSpPr>
        <p:spPr>
          <a:xfrm flipV="1">
            <a:off x="4985677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386"/>
          <p:cNvSpPr/>
          <p:nvPr/>
        </p:nvSpPr>
        <p:spPr>
          <a:xfrm flipV="1">
            <a:off x="4954093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387"/>
          <p:cNvSpPr/>
          <p:nvPr/>
        </p:nvSpPr>
        <p:spPr>
          <a:xfrm flipV="1">
            <a:off x="493500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line1388"/>
          <p:cNvSpPr/>
          <p:nvPr/>
        </p:nvSpPr>
        <p:spPr>
          <a:xfrm>
            <a:off x="4928616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4-line1389"/>
          <p:cNvSpPr/>
          <p:nvPr/>
        </p:nvSpPr>
        <p:spPr>
          <a:xfrm>
            <a:off x="493500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390"/>
          <p:cNvSpPr/>
          <p:nvPr/>
        </p:nvSpPr>
        <p:spPr>
          <a:xfrm>
            <a:off x="4954093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391"/>
          <p:cNvSpPr/>
          <p:nvPr/>
        </p:nvSpPr>
        <p:spPr>
          <a:xfrm>
            <a:off x="4985677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392"/>
          <p:cNvSpPr/>
          <p:nvPr/>
        </p:nvSpPr>
        <p:spPr>
          <a:xfrm>
            <a:off x="5029410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1393"/>
          <p:cNvSpPr/>
          <p:nvPr/>
        </p:nvSpPr>
        <p:spPr>
          <a:xfrm>
            <a:off x="5084812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4-line1394"/>
          <p:cNvSpPr/>
          <p:nvPr/>
        </p:nvSpPr>
        <p:spPr>
          <a:xfrm>
            <a:off x="5151275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395"/>
          <p:cNvSpPr/>
          <p:nvPr/>
        </p:nvSpPr>
        <p:spPr>
          <a:xfrm>
            <a:off x="5228073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396"/>
          <p:cNvSpPr/>
          <p:nvPr/>
        </p:nvSpPr>
        <p:spPr>
          <a:xfrm>
            <a:off x="531436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397"/>
          <p:cNvSpPr/>
          <p:nvPr/>
        </p:nvSpPr>
        <p:spPr>
          <a:xfrm>
            <a:off x="5409201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line1398"/>
          <p:cNvSpPr/>
          <p:nvPr/>
        </p:nvSpPr>
        <p:spPr>
          <a:xfrm>
            <a:off x="551154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4-line1399"/>
          <p:cNvSpPr/>
          <p:nvPr/>
        </p:nvSpPr>
        <p:spPr>
          <a:xfrm>
            <a:off x="5620278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400"/>
          <p:cNvSpPr/>
          <p:nvPr/>
        </p:nvSpPr>
        <p:spPr>
          <a:xfrm>
            <a:off x="5734205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401"/>
          <p:cNvSpPr/>
          <p:nvPr/>
        </p:nvSpPr>
        <p:spPr>
          <a:xfrm>
            <a:off x="5852080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1402"/>
          <p:cNvSpPr/>
          <p:nvPr/>
        </p:nvSpPr>
        <p:spPr>
          <a:xfrm>
            <a:off x="5972610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abel1403"/>
          <p:cNvSpPr txBox="1"/>
          <p:nvPr/>
        </p:nvSpPr>
        <p:spPr>
          <a:xfrm>
            <a:off x="6265057" y="29647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46" name="S14-label1404"/>
          <p:cNvSpPr txBox="1"/>
          <p:nvPr/>
        </p:nvSpPr>
        <p:spPr>
          <a:xfrm>
            <a:off x="6590748" y="32904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47" name="S14-label1405"/>
          <p:cNvSpPr txBox="1"/>
          <p:nvPr/>
        </p:nvSpPr>
        <p:spPr>
          <a:xfrm>
            <a:off x="6709959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48" name="S14-label1406"/>
          <p:cNvSpPr txBox="1"/>
          <p:nvPr/>
        </p:nvSpPr>
        <p:spPr>
          <a:xfrm>
            <a:off x="6590748" y="41802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49" name="S14-label1407"/>
          <p:cNvSpPr txBox="1"/>
          <p:nvPr/>
        </p:nvSpPr>
        <p:spPr>
          <a:xfrm>
            <a:off x="6265057" y="45059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50" name="S14-label1408"/>
          <p:cNvSpPr txBox="1"/>
          <p:nvPr/>
        </p:nvSpPr>
        <p:spPr>
          <a:xfrm>
            <a:off x="5820156" y="462512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51" name="S14-label1409"/>
          <p:cNvSpPr txBox="1"/>
          <p:nvPr/>
        </p:nvSpPr>
        <p:spPr>
          <a:xfrm>
            <a:off x="5375255" y="45059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152" name="S14-label1410"/>
          <p:cNvSpPr txBox="1"/>
          <p:nvPr/>
        </p:nvSpPr>
        <p:spPr>
          <a:xfrm>
            <a:off x="5049564" y="41802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153" name="S14-label1411"/>
          <p:cNvSpPr txBox="1"/>
          <p:nvPr/>
        </p:nvSpPr>
        <p:spPr>
          <a:xfrm>
            <a:off x="4930353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154" name="S14-label1412"/>
          <p:cNvSpPr txBox="1"/>
          <p:nvPr/>
        </p:nvSpPr>
        <p:spPr>
          <a:xfrm>
            <a:off x="5049564" y="32904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155" name="S14-label1413"/>
          <p:cNvSpPr txBox="1"/>
          <p:nvPr/>
        </p:nvSpPr>
        <p:spPr>
          <a:xfrm>
            <a:off x="5375255" y="29647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156" name="S14-label1414"/>
          <p:cNvSpPr txBox="1"/>
          <p:nvPr/>
        </p:nvSpPr>
        <p:spPr>
          <a:xfrm>
            <a:off x="5820156" y="28455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157" name="S14-line1415"/>
          <p:cNvSpPr/>
          <p:nvPr/>
        </p:nvSpPr>
        <p:spPr>
          <a:xfrm>
            <a:off x="6094476" y="3918204"/>
            <a:ext cx="580732" cy="15560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4-line1416"/>
          <p:cNvSpPr/>
          <p:nvPr/>
        </p:nvSpPr>
        <p:spPr>
          <a:xfrm>
            <a:off x="6094476" y="3918204"/>
            <a:ext cx="0" cy="93790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4-pin1417"/>
          <p:cNvSpPr/>
          <p:nvPr/>
        </p:nvSpPr>
        <p:spPr>
          <a:xfrm>
            <a:off x="6039612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4-chip14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1" name="S14-figure1419" descr="시계: 3시"/>
          <p:cNvSpPr/>
          <p:nvPr/>
        </p:nvSpPr>
        <p:spPr>
          <a:xfrm>
            <a:off x="8711184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2" name="S14-line1420"/>
          <p:cNvSpPr/>
          <p:nvPr/>
        </p:nvSpPr>
        <p:spPr>
          <a:xfrm>
            <a:off x="9913620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3" name="S14-line1421"/>
          <p:cNvSpPr/>
          <p:nvPr/>
        </p:nvSpPr>
        <p:spPr>
          <a:xfrm flipH="1">
            <a:off x="10029201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422"/>
          <p:cNvSpPr/>
          <p:nvPr/>
        </p:nvSpPr>
        <p:spPr>
          <a:xfrm flipH="1">
            <a:off x="1014351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423"/>
          <p:cNvSpPr/>
          <p:nvPr/>
        </p:nvSpPr>
        <p:spPr>
          <a:xfrm flipH="1">
            <a:off x="10255312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424"/>
          <p:cNvSpPr/>
          <p:nvPr/>
        </p:nvSpPr>
        <p:spPr>
          <a:xfrm flipH="1">
            <a:off x="1036336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4-line1425"/>
          <p:cNvSpPr/>
          <p:nvPr/>
        </p:nvSpPr>
        <p:spPr>
          <a:xfrm flipH="1">
            <a:off x="1043041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8" name="S14-line1426"/>
          <p:cNvSpPr/>
          <p:nvPr/>
        </p:nvSpPr>
        <p:spPr>
          <a:xfrm flipH="1">
            <a:off x="105635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427"/>
          <p:cNvSpPr/>
          <p:nvPr/>
        </p:nvSpPr>
        <p:spPr>
          <a:xfrm flipH="1">
            <a:off x="1065350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428"/>
          <p:cNvSpPr/>
          <p:nvPr/>
        </p:nvSpPr>
        <p:spPr>
          <a:xfrm flipH="1">
            <a:off x="10735344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429"/>
          <p:cNvSpPr/>
          <p:nvPr/>
        </p:nvSpPr>
        <p:spPr>
          <a:xfrm flipH="1">
            <a:off x="1080818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4-line1430"/>
          <p:cNvSpPr/>
          <p:nvPr/>
        </p:nvSpPr>
        <p:spPr>
          <a:xfrm flipH="1">
            <a:off x="10808737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3" name="S14-line1431"/>
          <p:cNvSpPr/>
          <p:nvPr/>
        </p:nvSpPr>
        <p:spPr>
          <a:xfrm flipH="1">
            <a:off x="10923762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432"/>
          <p:cNvSpPr/>
          <p:nvPr/>
        </p:nvSpPr>
        <p:spPr>
          <a:xfrm flipH="1">
            <a:off x="10965240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433"/>
          <p:cNvSpPr/>
          <p:nvPr/>
        </p:nvSpPr>
        <p:spPr>
          <a:xfrm flipH="1">
            <a:off x="10995195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434"/>
          <p:cNvSpPr/>
          <p:nvPr/>
        </p:nvSpPr>
        <p:spPr>
          <a:xfrm flipH="1">
            <a:off x="11013301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4-line1435"/>
          <p:cNvSpPr/>
          <p:nvPr/>
        </p:nvSpPr>
        <p:spPr>
          <a:xfrm flipH="1">
            <a:off x="1094721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8" name="S14-line1436"/>
          <p:cNvSpPr/>
          <p:nvPr/>
        </p:nvSpPr>
        <p:spPr>
          <a:xfrm flipH="1" flipV="1">
            <a:off x="11013301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437"/>
          <p:cNvSpPr/>
          <p:nvPr/>
        </p:nvSpPr>
        <p:spPr>
          <a:xfrm flipH="1" flipV="1">
            <a:off x="10995195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438"/>
          <p:cNvSpPr/>
          <p:nvPr/>
        </p:nvSpPr>
        <p:spPr>
          <a:xfrm flipH="1" flipV="1">
            <a:off x="10965240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439"/>
          <p:cNvSpPr/>
          <p:nvPr/>
        </p:nvSpPr>
        <p:spPr>
          <a:xfrm flipH="1" flipV="1">
            <a:off x="10923762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4-line1440"/>
          <p:cNvSpPr/>
          <p:nvPr/>
        </p:nvSpPr>
        <p:spPr>
          <a:xfrm flipH="1" flipV="1">
            <a:off x="10808737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3" name="S14-line1441"/>
          <p:cNvSpPr/>
          <p:nvPr/>
        </p:nvSpPr>
        <p:spPr>
          <a:xfrm flipH="1" flipV="1">
            <a:off x="1080818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442"/>
          <p:cNvSpPr/>
          <p:nvPr/>
        </p:nvSpPr>
        <p:spPr>
          <a:xfrm flipH="1" flipV="1">
            <a:off x="10735344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443"/>
          <p:cNvSpPr/>
          <p:nvPr/>
        </p:nvSpPr>
        <p:spPr>
          <a:xfrm flipH="1" flipV="1">
            <a:off x="1065350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444"/>
          <p:cNvSpPr/>
          <p:nvPr/>
        </p:nvSpPr>
        <p:spPr>
          <a:xfrm flipH="1" flipV="1">
            <a:off x="105635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4-line1445"/>
          <p:cNvSpPr/>
          <p:nvPr/>
        </p:nvSpPr>
        <p:spPr>
          <a:xfrm flipH="1" flipV="1">
            <a:off x="1043041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8" name="S14-line1446"/>
          <p:cNvSpPr/>
          <p:nvPr/>
        </p:nvSpPr>
        <p:spPr>
          <a:xfrm flipH="1" flipV="1">
            <a:off x="1036336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447"/>
          <p:cNvSpPr/>
          <p:nvPr/>
        </p:nvSpPr>
        <p:spPr>
          <a:xfrm flipH="1" flipV="1">
            <a:off x="10255312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448"/>
          <p:cNvSpPr/>
          <p:nvPr/>
        </p:nvSpPr>
        <p:spPr>
          <a:xfrm flipH="1" flipV="1">
            <a:off x="1014351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449"/>
          <p:cNvSpPr/>
          <p:nvPr/>
        </p:nvSpPr>
        <p:spPr>
          <a:xfrm flipH="1" flipV="1">
            <a:off x="10029201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4-line1450"/>
          <p:cNvSpPr/>
          <p:nvPr/>
        </p:nvSpPr>
        <p:spPr>
          <a:xfrm flipV="1">
            <a:off x="9913620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3" name="S14-line1451"/>
          <p:cNvSpPr/>
          <p:nvPr/>
        </p:nvSpPr>
        <p:spPr>
          <a:xfrm flipV="1">
            <a:off x="9791754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452"/>
          <p:cNvSpPr/>
          <p:nvPr/>
        </p:nvSpPr>
        <p:spPr>
          <a:xfrm flipV="1">
            <a:off x="9671224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453"/>
          <p:cNvSpPr/>
          <p:nvPr/>
        </p:nvSpPr>
        <p:spPr>
          <a:xfrm flipV="1">
            <a:off x="9553349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454"/>
          <p:cNvSpPr/>
          <p:nvPr/>
        </p:nvSpPr>
        <p:spPr>
          <a:xfrm flipV="1">
            <a:off x="9439422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4-line1455"/>
          <p:cNvSpPr/>
          <p:nvPr/>
        </p:nvSpPr>
        <p:spPr>
          <a:xfrm flipV="1">
            <a:off x="9330690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8" name="S14-line1456"/>
          <p:cNvSpPr/>
          <p:nvPr/>
        </p:nvSpPr>
        <p:spPr>
          <a:xfrm flipV="1">
            <a:off x="9228345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457"/>
          <p:cNvSpPr/>
          <p:nvPr/>
        </p:nvSpPr>
        <p:spPr>
          <a:xfrm flipV="1">
            <a:off x="9133507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458"/>
          <p:cNvSpPr/>
          <p:nvPr/>
        </p:nvSpPr>
        <p:spPr>
          <a:xfrm flipV="1">
            <a:off x="9047217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459"/>
          <p:cNvSpPr/>
          <p:nvPr/>
        </p:nvSpPr>
        <p:spPr>
          <a:xfrm flipV="1">
            <a:off x="8970419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4-line1460"/>
          <p:cNvSpPr/>
          <p:nvPr/>
        </p:nvSpPr>
        <p:spPr>
          <a:xfrm flipV="1">
            <a:off x="8903956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3" name="S14-line1461"/>
          <p:cNvSpPr/>
          <p:nvPr/>
        </p:nvSpPr>
        <p:spPr>
          <a:xfrm flipV="1">
            <a:off x="884855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462"/>
          <p:cNvSpPr/>
          <p:nvPr/>
        </p:nvSpPr>
        <p:spPr>
          <a:xfrm flipV="1">
            <a:off x="8804821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463"/>
          <p:cNvSpPr/>
          <p:nvPr/>
        </p:nvSpPr>
        <p:spPr>
          <a:xfrm flipV="1">
            <a:off x="877323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464"/>
          <p:cNvSpPr/>
          <p:nvPr/>
        </p:nvSpPr>
        <p:spPr>
          <a:xfrm flipV="1">
            <a:off x="875414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4-line1465"/>
          <p:cNvSpPr/>
          <p:nvPr/>
        </p:nvSpPr>
        <p:spPr>
          <a:xfrm>
            <a:off x="8747760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8" name="S14-line1466"/>
          <p:cNvSpPr/>
          <p:nvPr/>
        </p:nvSpPr>
        <p:spPr>
          <a:xfrm>
            <a:off x="875414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467"/>
          <p:cNvSpPr/>
          <p:nvPr/>
        </p:nvSpPr>
        <p:spPr>
          <a:xfrm>
            <a:off x="877323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468"/>
          <p:cNvSpPr/>
          <p:nvPr/>
        </p:nvSpPr>
        <p:spPr>
          <a:xfrm>
            <a:off x="8804821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469"/>
          <p:cNvSpPr/>
          <p:nvPr/>
        </p:nvSpPr>
        <p:spPr>
          <a:xfrm>
            <a:off x="884855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4-line1470"/>
          <p:cNvSpPr/>
          <p:nvPr/>
        </p:nvSpPr>
        <p:spPr>
          <a:xfrm>
            <a:off x="8903956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3" name="S14-line1471"/>
          <p:cNvSpPr/>
          <p:nvPr/>
        </p:nvSpPr>
        <p:spPr>
          <a:xfrm>
            <a:off x="8970419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472"/>
          <p:cNvSpPr/>
          <p:nvPr/>
        </p:nvSpPr>
        <p:spPr>
          <a:xfrm>
            <a:off x="9047217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473"/>
          <p:cNvSpPr/>
          <p:nvPr/>
        </p:nvSpPr>
        <p:spPr>
          <a:xfrm>
            <a:off x="9133507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474"/>
          <p:cNvSpPr/>
          <p:nvPr/>
        </p:nvSpPr>
        <p:spPr>
          <a:xfrm>
            <a:off x="9228345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4-line1475"/>
          <p:cNvSpPr/>
          <p:nvPr/>
        </p:nvSpPr>
        <p:spPr>
          <a:xfrm>
            <a:off x="9330690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8" name="S14-line1476"/>
          <p:cNvSpPr/>
          <p:nvPr/>
        </p:nvSpPr>
        <p:spPr>
          <a:xfrm>
            <a:off x="9439422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477"/>
          <p:cNvSpPr/>
          <p:nvPr/>
        </p:nvSpPr>
        <p:spPr>
          <a:xfrm>
            <a:off x="9553349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478"/>
          <p:cNvSpPr/>
          <p:nvPr/>
        </p:nvSpPr>
        <p:spPr>
          <a:xfrm>
            <a:off x="9671224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ine1479"/>
          <p:cNvSpPr/>
          <p:nvPr/>
        </p:nvSpPr>
        <p:spPr>
          <a:xfrm>
            <a:off x="9791754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4-label1480"/>
          <p:cNvSpPr txBox="1"/>
          <p:nvPr/>
        </p:nvSpPr>
        <p:spPr>
          <a:xfrm>
            <a:off x="10084201" y="29647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23" name="S14-label1481"/>
          <p:cNvSpPr txBox="1"/>
          <p:nvPr/>
        </p:nvSpPr>
        <p:spPr>
          <a:xfrm>
            <a:off x="10409892" y="32904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224" name="S14-label1482"/>
          <p:cNvSpPr txBox="1"/>
          <p:nvPr/>
        </p:nvSpPr>
        <p:spPr>
          <a:xfrm>
            <a:off x="10529103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225" name="S14-label1483"/>
          <p:cNvSpPr txBox="1"/>
          <p:nvPr/>
        </p:nvSpPr>
        <p:spPr>
          <a:xfrm>
            <a:off x="10409892" y="41802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226" name="S14-label1484"/>
          <p:cNvSpPr txBox="1"/>
          <p:nvPr/>
        </p:nvSpPr>
        <p:spPr>
          <a:xfrm>
            <a:off x="10084201" y="45059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27" name="S14-label1485"/>
          <p:cNvSpPr txBox="1"/>
          <p:nvPr/>
        </p:nvSpPr>
        <p:spPr>
          <a:xfrm>
            <a:off x="9639300" y="462512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28" name="S14-label1486"/>
          <p:cNvSpPr txBox="1"/>
          <p:nvPr/>
        </p:nvSpPr>
        <p:spPr>
          <a:xfrm>
            <a:off x="9194399" y="45059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29" name="S14-label1487"/>
          <p:cNvSpPr txBox="1"/>
          <p:nvPr/>
        </p:nvSpPr>
        <p:spPr>
          <a:xfrm>
            <a:off x="8868708" y="418022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0" name="S14-label1488"/>
          <p:cNvSpPr txBox="1"/>
          <p:nvPr/>
        </p:nvSpPr>
        <p:spPr>
          <a:xfrm>
            <a:off x="8749497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31" name="S14-label1489"/>
          <p:cNvSpPr txBox="1"/>
          <p:nvPr/>
        </p:nvSpPr>
        <p:spPr>
          <a:xfrm>
            <a:off x="8868708" y="32904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32" name="S14-label1490"/>
          <p:cNvSpPr txBox="1"/>
          <p:nvPr/>
        </p:nvSpPr>
        <p:spPr>
          <a:xfrm>
            <a:off x="9194399" y="29647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233" name="S14-label1491"/>
          <p:cNvSpPr txBox="1"/>
          <p:nvPr/>
        </p:nvSpPr>
        <p:spPr>
          <a:xfrm>
            <a:off x="9639300" y="28455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234" name="S14-line1492"/>
          <p:cNvSpPr/>
          <p:nvPr/>
        </p:nvSpPr>
        <p:spPr>
          <a:xfrm>
            <a:off x="9913620" y="3918204"/>
            <a:ext cx="601218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5" name="S14-line1493"/>
          <p:cNvSpPr/>
          <p:nvPr/>
        </p:nvSpPr>
        <p:spPr>
          <a:xfrm flipV="1">
            <a:off x="9913620" y="2980304"/>
            <a:ext cx="0" cy="93790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6" name="S14-pin1494"/>
          <p:cNvSpPr/>
          <p:nvPr/>
        </p:nvSpPr>
        <p:spPr>
          <a:xfrm>
            <a:off x="9858756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4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4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긴바늘의 숫자 한 칸은 5분, 1시간은 60분이에요.</a:t>
            </a:r>
            <a:endParaRPr lang="ko-KR" sz="3200" dirty="0"/>
          </a:p>
        </p:txBody>
      </p:sp>
      <p:sp>
        <p:nvSpPr>
          <p:cNvPr id="5" name="S15-chip149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짧은바늘은 지나온 숫자</a:t>
            </a:r>
            <a:endParaRPr lang="ko-KR" sz="2600" dirty="0"/>
          </a:p>
        </p:txBody>
      </p:sp>
      <p:sp>
        <p:nvSpPr>
          <p:cNvPr id="6" name="S15-chip149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가까운 숫자 읽기</a:t>
            </a:r>
            <a:endParaRPr lang="ko-KR" sz="2600" dirty="0"/>
          </a:p>
        </p:txBody>
      </p:sp>
      <p:sp>
        <p:nvSpPr>
          <p:cNvPr id="7" name="S15-text149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50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긴바늘이 9를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가리키면 몇 분?</a:t>
            </a:r>
            <a:endParaRPr lang="ko-KR" sz="2600" dirty="0"/>
          </a:p>
        </p:txBody>
      </p:sp>
      <p:sp>
        <p:nvSpPr>
          <p:cNvPr id="9" name="S15-text150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2시간은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2600" dirty="0"/>
          </a:p>
        </p:txBody>
      </p:sp>
      <p:sp>
        <p:nvSpPr>
          <p:cNvPr id="10" name="S15-text150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하루는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시간?</a:t>
            </a:r>
            <a:endParaRPr lang="ko-KR" sz="2600" dirty="0"/>
          </a:p>
        </p:txBody>
      </p:sp>
      <p:sp>
        <p:nvSpPr>
          <p:cNvPr id="11" name="S15-text15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분류하기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 시와 30분</a:t>
            </a:r>
            <a:endParaRPr lang="ko-KR" sz="4400" dirty="0"/>
          </a:p>
        </p:txBody>
      </p:sp>
      <p:sp>
        <p:nvSpPr>
          <p:cNvPr id="3" name="S16-card15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15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‘몇 시’, 6이면 ‘몇 시 30분’</a:t>
            </a:r>
            <a:endParaRPr lang="ko-KR" sz="3200" dirty="0"/>
          </a:p>
        </p:txBody>
      </p:sp>
      <p:sp>
        <p:nvSpPr>
          <p:cNvPr id="5" name="S16-figure1506" descr="시계: 3시"/>
          <p:cNvSpPr/>
          <p:nvPr/>
        </p:nvSpPr>
        <p:spPr>
          <a:xfrm>
            <a:off x="1687068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6-line1507"/>
          <p:cNvSpPr/>
          <p:nvPr/>
        </p:nvSpPr>
        <p:spPr>
          <a:xfrm>
            <a:off x="3241548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6-line1508"/>
          <p:cNvSpPr/>
          <p:nvPr/>
        </p:nvSpPr>
        <p:spPr>
          <a:xfrm flipH="1">
            <a:off x="339208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509"/>
          <p:cNvSpPr/>
          <p:nvPr/>
        </p:nvSpPr>
        <p:spPr>
          <a:xfrm flipH="1">
            <a:off x="354097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510"/>
          <p:cNvSpPr/>
          <p:nvPr/>
        </p:nvSpPr>
        <p:spPr>
          <a:xfrm flipH="1">
            <a:off x="368658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1511"/>
          <p:cNvSpPr/>
          <p:nvPr/>
        </p:nvSpPr>
        <p:spPr>
          <a:xfrm flipH="1">
            <a:off x="3827322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512"/>
          <p:cNvSpPr/>
          <p:nvPr/>
        </p:nvSpPr>
        <p:spPr>
          <a:xfrm flipH="1">
            <a:off x="391500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6-line1513"/>
          <p:cNvSpPr/>
          <p:nvPr/>
        </p:nvSpPr>
        <p:spPr>
          <a:xfrm flipH="1">
            <a:off x="4088065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514"/>
          <p:cNvSpPr/>
          <p:nvPr/>
        </p:nvSpPr>
        <p:spPr>
          <a:xfrm flipH="1">
            <a:off x="4205217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515"/>
          <p:cNvSpPr/>
          <p:nvPr/>
        </p:nvSpPr>
        <p:spPr>
          <a:xfrm flipH="1">
            <a:off x="4311810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1516"/>
          <p:cNvSpPr/>
          <p:nvPr/>
        </p:nvSpPr>
        <p:spPr>
          <a:xfrm flipH="1">
            <a:off x="440667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517"/>
          <p:cNvSpPr/>
          <p:nvPr/>
        </p:nvSpPr>
        <p:spPr>
          <a:xfrm flipH="1">
            <a:off x="440800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6-line1518"/>
          <p:cNvSpPr/>
          <p:nvPr/>
        </p:nvSpPr>
        <p:spPr>
          <a:xfrm flipH="1">
            <a:off x="455721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519"/>
          <p:cNvSpPr/>
          <p:nvPr/>
        </p:nvSpPr>
        <p:spPr>
          <a:xfrm flipH="1">
            <a:off x="4611241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520"/>
          <p:cNvSpPr/>
          <p:nvPr/>
        </p:nvSpPr>
        <p:spPr>
          <a:xfrm flipH="1">
            <a:off x="4650257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1521"/>
          <p:cNvSpPr/>
          <p:nvPr/>
        </p:nvSpPr>
        <p:spPr>
          <a:xfrm flipH="1">
            <a:off x="467383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522"/>
          <p:cNvSpPr/>
          <p:nvPr/>
        </p:nvSpPr>
        <p:spPr>
          <a:xfrm flipH="1">
            <a:off x="4588459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6-line1523"/>
          <p:cNvSpPr/>
          <p:nvPr/>
        </p:nvSpPr>
        <p:spPr>
          <a:xfrm flipH="1" flipV="1">
            <a:off x="467383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524"/>
          <p:cNvSpPr/>
          <p:nvPr/>
        </p:nvSpPr>
        <p:spPr>
          <a:xfrm flipH="1" flipV="1">
            <a:off x="4650257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525"/>
          <p:cNvSpPr/>
          <p:nvPr/>
        </p:nvSpPr>
        <p:spPr>
          <a:xfrm flipH="1" flipV="1">
            <a:off x="4611241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line1526"/>
          <p:cNvSpPr/>
          <p:nvPr/>
        </p:nvSpPr>
        <p:spPr>
          <a:xfrm flipH="1" flipV="1">
            <a:off x="455721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527"/>
          <p:cNvSpPr/>
          <p:nvPr/>
        </p:nvSpPr>
        <p:spPr>
          <a:xfrm flipH="1" flipV="1">
            <a:off x="440800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6-line1528"/>
          <p:cNvSpPr/>
          <p:nvPr/>
        </p:nvSpPr>
        <p:spPr>
          <a:xfrm flipH="1" flipV="1">
            <a:off x="440667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529"/>
          <p:cNvSpPr/>
          <p:nvPr/>
        </p:nvSpPr>
        <p:spPr>
          <a:xfrm flipH="1" flipV="1">
            <a:off x="4311810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530"/>
          <p:cNvSpPr/>
          <p:nvPr/>
        </p:nvSpPr>
        <p:spPr>
          <a:xfrm flipH="1" flipV="1">
            <a:off x="4205217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1531"/>
          <p:cNvSpPr/>
          <p:nvPr/>
        </p:nvSpPr>
        <p:spPr>
          <a:xfrm flipH="1" flipV="1">
            <a:off x="4088065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532"/>
          <p:cNvSpPr/>
          <p:nvPr/>
        </p:nvSpPr>
        <p:spPr>
          <a:xfrm flipH="1" flipV="1">
            <a:off x="391500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6-line1533"/>
          <p:cNvSpPr/>
          <p:nvPr/>
        </p:nvSpPr>
        <p:spPr>
          <a:xfrm flipH="1" flipV="1">
            <a:off x="3827322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534"/>
          <p:cNvSpPr/>
          <p:nvPr/>
        </p:nvSpPr>
        <p:spPr>
          <a:xfrm flipH="1" flipV="1">
            <a:off x="368658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535"/>
          <p:cNvSpPr/>
          <p:nvPr/>
        </p:nvSpPr>
        <p:spPr>
          <a:xfrm flipH="1" flipV="1">
            <a:off x="354097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1536"/>
          <p:cNvSpPr/>
          <p:nvPr/>
        </p:nvSpPr>
        <p:spPr>
          <a:xfrm flipH="1" flipV="1">
            <a:off x="339208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537"/>
          <p:cNvSpPr/>
          <p:nvPr/>
        </p:nvSpPr>
        <p:spPr>
          <a:xfrm flipV="1">
            <a:off x="3241548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6-line1538"/>
          <p:cNvSpPr/>
          <p:nvPr/>
        </p:nvSpPr>
        <p:spPr>
          <a:xfrm flipV="1">
            <a:off x="308288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539"/>
          <p:cNvSpPr/>
          <p:nvPr/>
        </p:nvSpPr>
        <p:spPr>
          <a:xfrm flipV="1">
            <a:off x="292595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540"/>
          <p:cNvSpPr/>
          <p:nvPr/>
        </p:nvSpPr>
        <p:spPr>
          <a:xfrm flipV="1">
            <a:off x="277249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1541"/>
          <p:cNvSpPr/>
          <p:nvPr/>
        </p:nvSpPr>
        <p:spPr>
          <a:xfrm flipV="1">
            <a:off x="2624161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542"/>
          <p:cNvSpPr/>
          <p:nvPr/>
        </p:nvSpPr>
        <p:spPr>
          <a:xfrm flipV="1">
            <a:off x="248259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6-line1543"/>
          <p:cNvSpPr/>
          <p:nvPr/>
        </p:nvSpPr>
        <p:spPr>
          <a:xfrm flipV="1">
            <a:off x="2349346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544"/>
          <p:cNvSpPr/>
          <p:nvPr/>
        </p:nvSpPr>
        <p:spPr>
          <a:xfrm flipV="1">
            <a:off x="2225872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545"/>
          <p:cNvSpPr/>
          <p:nvPr/>
        </p:nvSpPr>
        <p:spPr>
          <a:xfrm flipV="1">
            <a:off x="2113525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1546"/>
          <p:cNvSpPr/>
          <p:nvPr/>
        </p:nvSpPr>
        <p:spPr>
          <a:xfrm flipV="1">
            <a:off x="201353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547"/>
          <p:cNvSpPr/>
          <p:nvPr/>
        </p:nvSpPr>
        <p:spPr>
          <a:xfrm flipV="1">
            <a:off x="192700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6-line1548"/>
          <p:cNvSpPr/>
          <p:nvPr/>
        </p:nvSpPr>
        <p:spPr>
          <a:xfrm flipV="1">
            <a:off x="18548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549"/>
          <p:cNvSpPr/>
          <p:nvPr/>
        </p:nvSpPr>
        <p:spPr>
          <a:xfrm flipV="1">
            <a:off x="1797936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550"/>
          <p:cNvSpPr/>
          <p:nvPr/>
        </p:nvSpPr>
        <p:spPr>
          <a:xfrm flipV="1">
            <a:off x="1756814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1551"/>
          <p:cNvSpPr/>
          <p:nvPr/>
        </p:nvSpPr>
        <p:spPr>
          <a:xfrm flipV="1">
            <a:off x="173195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552"/>
          <p:cNvSpPr/>
          <p:nvPr/>
        </p:nvSpPr>
        <p:spPr>
          <a:xfrm>
            <a:off x="1723644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6-line1553"/>
          <p:cNvSpPr/>
          <p:nvPr/>
        </p:nvSpPr>
        <p:spPr>
          <a:xfrm>
            <a:off x="173195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554"/>
          <p:cNvSpPr/>
          <p:nvPr/>
        </p:nvSpPr>
        <p:spPr>
          <a:xfrm>
            <a:off x="1756814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555"/>
          <p:cNvSpPr/>
          <p:nvPr/>
        </p:nvSpPr>
        <p:spPr>
          <a:xfrm>
            <a:off x="1797936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1556"/>
          <p:cNvSpPr/>
          <p:nvPr/>
        </p:nvSpPr>
        <p:spPr>
          <a:xfrm>
            <a:off x="18548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557"/>
          <p:cNvSpPr/>
          <p:nvPr/>
        </p:nvSpPr>
        <p:spPr>
          <a:xfrm>
            <a:off x="192700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6-line1558"/>
          <p:cNvSpPr/>
          <p:nvPr/>
        </p:nvSpPr>
        <p:spPr>
          <a:xfrm>
            <a:off x="201353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559"/>
          <p:cNvSpPr/>
          <p:nvPr/>
        </p:nvSpPr>
        <p:spPr>
          <a:xfrm>
            <a:off x="2113525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560"/>
          <p:cNvSpPr/>
          <p:nvPr/>
        </p:nvSpPr>
        <p:spPr>
          <a:xfrm>
            <a:off x="2225872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1561"/>
          <p:cNvSpPr/>
          <p:nvPr/>
        </p:nvSpPr>
        <p:spPr>
          <a:xfrm>
            <a:off x="2349346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562"/>
          <p:cNvSpPr/>
          <p:nvPr/>
        </p:nvSpPr>
        <p:spPr>
          <a:xfrm>
            <a:off x="248259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6-line1563"/>
          <p:cNvSpPr/>
          <p:nvPr/>
        </p:nvSpPr>
        <p:spPr>
          <a:xfrm>
            <a:off x="2624161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564"/>
          <p:cNvSpPr/>
          <p:nvPr/>
        </p:nvSpPr>
        <p:spPr>
          <a:xfrm>
            <a:off x="277249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ine1565"/>
          <p:cNvSpPr/>
          <p:nvPr/>
        </p:nvSpPr>
        <p:spPr>
          <a:xfrm>
            <a:off x="292595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1566"/>
          <p:cNvSpPr/>
          <p:nvPr/>
        </p:nvSpPr>
        <p:spPr>
          <a:xfrm>
            <a:off x="308288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abel1567"/>
          <p:cNvSpPr txBox="1"/>
          <p:nvPr/>
        </p:nvSpPr>
        <p:spPr>
          <a:xfrm>
            <a:off x="3542386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6-label1568"/>
          <p:cNvSpPr txBox="1"/>
          <p:nvPr/>
        </p:nvSpPr>
        <p:spPr>
          <a:xfrm>
            <a:off x="3963430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6-label1569"/>
          <p:cNvSpPr txBox="1"/>
          <p:nvPr/>
        </p:nvSpPr>
        <p:spPr>
          <a:xfrm>
            <a:off x="411754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6-label1570"/>
          <p:cNvSpPr txBox="1"/>
          <p:nvPr/>
        </p:nvSpPr>
        <p:spPr>
          <a:xfrm>
            <a:off x="3963430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6-label1571"/>
          <p:cNvSpPr txBox="1"/>
          <p:nvPr/>
        </p:nvSpPr>
        <p:spPr>
          <a:xfrm>
            <a:off x="3542386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6-label1572"/>
          <p:cNvSpPr txBox="1"/>
          <p:nvPr/>
        </p:nvSpPr>
        <p:spPr>
          <a:xfrm>
            <a:off x="2967228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6-label1573"/>
          <p:cNvSpPr txBox="1"/>
          <p:nvPr/>
        </p:nvSpPr>
        <p:spPr>
          <a:xfrm>
            <a:off x="2392070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6-label1574"/>
          <p:cNvSpPr txBox="1"/>
          <p:nvPr/>
        </p:nvSpPr>
        <p:spPr>
          <a:xfrm>
            <a:off x="1971026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6-label1575"/>
          <p:cNvSpPr txBox="1"/>
          <p:nvPr/>
        </p:nvSpPr>
        <p:spPr>
          <a:xfrm>
            <a:off x="18169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6-label1576"/>
          <p:cNvSpPr txBox="1"/>
          <p:nvPr/>
        </p:nvSpPr>
        <p:spPr>
          <a:xfrm>
            <a:off x="1971026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6-label1577"/>
          <p:cNvSpPr txBox="1"/>
          <p:nvPr/>
        </p:nvSpPr>
        <p:spPr>
          <a:xfrm>
            <a:off x="2392070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6-label1578"/>
          <p:cNvSpPr txBox="1"/>
          <p:nvPr/>
        </p:nvSpPr>
        <p:spPr>
          <a:xfrm>
            <a:off x="2967228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6-line1579"/>
          <p:cNvSpPr/>
          <p:nvPr/>
        </p:nvSpPr>
        <p:spPr>
          <a:xfrm>
            <a:off x="3241548" y="2963799"/>
            <a:ext cx="77724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6-line1580"/>
          <p:cNvSpPr/>
          <p:nvPr/>
        </p:nvSpPr>
        <p:spPr>
          <a:xfrm flipV="1">
            <a:off x="3241548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6-pin1581"/>
          <p:cNvSpPr/>
          <p:nvPr/>
        </p:nvSpPr>
        <p:spPr>
          <a:xfrm>
            <a:off x="3186684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6-label158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16-figure1583" descr="시계: 3시 30분"/>
          <p:cNvSpPr/>
          <p:nvPr/>
        </p:nvSpPr>
        <p:spPr>
          <a:xfrm>
            <a:off x="7392924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6-line1584"/>
          <p:cNvSpPr/>
          <p:nvPr/>
        </p:nvSpPr>
        <p:spPr>
          <a:xfrm>
            <a:off x="8947404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6-line1585"/>
          <p:cNvSpPr/>
          <p:nvPr/>
        </p:nvSpPr>
        <p:spPr>
          <a:xfrm flipH="1">
            <a:off x="909794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6-line1586"/>
          <p:cNvSpPr/>
          <p:nvPr/>
        </p:nvSpPr>
        <p:spPr>
          <a:xfrm flipH="1">
            <a:off x="924683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6-line1587"/>
          <p:cNvSpPr/>
          <p:nvPr/>
        </p:nvSpPr>
        <p:spPr>
          <a:xfrm flipH="1">
            <a:off x="939244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6-line1588"/>
          <p:cNvSpPr/>
          <p:nvPr/>
        </p:nvSpPr>
        <p:spPr>
          <a:xfrm flipH="1">
            <a:off x="9533178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6-line1589"/>
          <p:cNvSpPr/>
          <p:nvPr/>
        </p:nvSpPr>
        <p:spPr>
          <a:xfrm flipH="1">
            <a:off x="962086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6-line1590"/>
          <p:cNvSpPr/>
          <p:nvPr/>
        </p:nvSpPr>
        <p:spPr>
          <a:xfrm flipH="1">
            <a:off x="9793921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6-line1591"/>
          <p:cNvSpPr/>
          <p:nvPr/>
        </p:nvSpPr>
        <p:spPr>
          <a:xfrm flipH="1">
            <a:off x="9911073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6-line1592"/>
          <p:cNvSpPr/>
          <p:nvPr/>
        </p:nvSpPr>
        <p:spPr>
          <a:xfrm flipH="1">
            <a:off x="10017666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6-line1593"/>
          <p:cNvSpPr/>
          <p:nvPr/>
        </p:nvSpPr>
        <p:spPr>
          <a:xfrm flipH="1">
            <a:off x="1011253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6-line1594"/>
          <p:cNvSpPr/>
          <p:nvPr/>
        </p:nvSpPr>
        <p:spPr>
          <a:xfrm flipH="1">
            <a:off x="1011386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6-line1595"/>
          <p:cNvSpPr/>
          <p:nvPr/>
        </p:nvSpPr>
        <p:spPr>
          <a:xfrm flipH="1">
            <a:off x="102630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6-line1596"/>
          <p:cNvSpPr/>
          <p:nvPr/>
        </p:nvSpPr>
        <p:spPr>
          <a:xfrm flipH="1">
            <a:off x="10317097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6-line1597"/>
          <p:cNvSpPr/>
          <p:nvPr/>
        </p:nvSpPr>
        <p:spPr>
          <a:xfrm flipH="1">
            <a:off x="10356113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6-line1598"/>
          <p:cNvSpPr/>
          <p:nvPr/>
        </p:nvSpPr>
        <p:spPr>
          <a:xfrm flipH="1">
            <a:off x="1037969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6-line1599"/>
          <p:cNvSpPr/>
          <p:nvPr/>
        </p:nvSpPr>
        <p:spPr>
          <a:xfrm flipH="1">
            <a:off x="10294315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6-line1600"/>
          <p:cNvSpPr/>
          <p:nvPr/>
        </p:nvSpPr>
        <p:spPr>
          <a:xfrm flipH="1" flipV="1">
            <a:off x="1037969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6-line1601"/>
          <p:cNvSpPr/>
          <p:nvPr/>
        </p:nvSpPr>
        <p:spPr>
          <a:xfrm flipH="1" flipV="1">
            <a:off x="10356113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6-line1602"/>
          <p:cNvSpPr/>
          <p:nvPr/>
        </p:nvSpPr>
        <p:spPr>
          <a:xfrm flipH="1" flipV="1">
            <a:off x="10317097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6-line1603"/>
          <p:cNvSpPr/>
          <p:nvPr/>
        </p:nvSpPr>
        <p:spPr>
          <a:xfrm flipH="1" flipV="1">
            <a:off x="102630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6-line1604"/>
          <p:cNvSpPr/>
          <p:nvPr/>
        </p:nvSpPr>
        <p:spPr>
          <a:xfrm flipH="1" flipV="1">
            <a:off x="1011386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6-line1605"/>
          <p:cNvSpPr/>
          <p:nvPr/>
        </p:nvSpPr>
        <p:spPr>
          <a:xfrm flipH="1" flipV="1">
            <a:off x="1011253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6-line1606"/>
          <p:cNvSpPr/>
          <p:nvPr/>
        </p:nvSpPr>
        <p:spPr>
          <a:xfrm flipH="1" flipV="1">
            <a:off x="10017666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6-line1607"/>
          <p:cNvSpPr/>
          <p:nvPr/>
        </p:nvSpPr>
        <p:spPr>
          <a:xfrm flipH="1" flipV="1">
            <a:off x="9911073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6-line1608"/>
          <p:cNvSpPr/>
          <p:nvPr/>
        </p:nvSpPr>
        <p:spPr>
          <a:xfrm flipH="1" flipV="1">
            <a:off x="9793921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6-line1609"/>
          <p:cNvSpPr/>
          <p:nvPr/>
        </p:nvSpPr>
        <p:spPr>
          <a:xfrm flipH="1" flipV="1">
            <a:off x="962086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6-line1610"/>
          <p:cNvSpPr/>
          <p:nvPr/>
        </p:nvSpPr>
        <p:spPr>
          <a:xfrm flipH="1" flipV="1">
            <a:off x="9533178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6-line1611"/>
          <p:cNvSpPr/>
          <p:nvPr/>
        </p:nvSpPr>
        <p:spPr>
          <a:xfrm flipH="1" flipV="1">
            <a:off x="939244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6-line1612"/>
          <p:cNvSpPr/>
          <p:nvPr/>
        </p:nvSpPr>
        <p:spPr>
          <a:xfrm flipH="1" flipV="1">
            <a:off x="924683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6-line1613"/>
          <p:cNvSpPr/>
          <p:nvPr/>
        </p:nvSpPr>
        <p:spPr>
          <a:xfrm flipH="1" flipV="1">
            <a:off x="909794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6-line1614"/>
          <p:cNvSpPr/>
          <p:nvPr/>
        </p:nvSpPr>
        <p:spPr>
          <a:xfrm flipV="1">
            <a:off x="8947404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6-line1615"/>
          <p:cNvSpPr/>
          <p:nvPr/>
        </p:nvSpPr>
        <p:spPr>
          <a:xfrm flipV="1">
            <a:off x="878874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6-line1616"/>
          <p:cNvSpPr/>
          <p:nvPr/>
        </p:nvSpPr>
        <p:spPr>
          <a:xfrm flipV="1">
            <a:off x="863181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6-line1617"/>
          <p:cNvSpPr/>
          <p:nvPr/>
        </p:nvSpPr>
        <p:spPr>
          <a:xfrm flipV="1">
            <a:off x="847834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6-line1618"/>
          <p:cNvSpPr/>
          <p:nvPr/>
        </p:nvSpPr>
        <p:spPr>
          <a:xfrm flipV="1">
            <a:off x="8330017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6-line1619"/>
          <p:cNvSpPr/>
          <p:nvPr/>
        </p:nvSpPr>
        <p:spPr>
          <a:xfrm flipV="1">
            <a:off x="818845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6-line1620"/>
          <p:cNvSpPr/>
          <p:nvPr/>
        </p:nvSpPr>
        <p:spPr>
          <a:xfrm flipV="1">
            <a:off x="8055202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6-line1621"/>
          <p:cNvSpPr/>
          <p:nvPr/>
        </p:nvSpPr>
        <p:spPr>
          <a:xfrm flipV="1">
            <a:off x="7931728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6-line1622"/>
          <p:cNvSpPr/>
          <p:nvPr/>
        </p:nvSpPr>
        <p:spPr>
          <a:xfrm flipV="1">
            <a:off x="7819381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6-line1623"/>
          <p:cNvSpPr/>
          <p:nvPr/>
        </p:nvSpPr>
        <p:spPr>
          <a:xfrm flipV="1">
            <a:off x="771939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6-line1624"/>
          <p:cNvSpPr/>
          <p:nvPr/>
        </p:nvSpPr>
        <p:spPr>
          <a:xfrm flipV="1">
            <a:off x="763286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6-line1625"/>
          <p:cNvSpPr/>
          <p:nvPr/>
        </p:nvSpPr>
        <p:spPr>
          <a:xfrm flipV="1">
            <a:off x="756073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6-line1626"/>
          <p:cNvSpPr/>
          <p:nvPr/>
        </p:nvSpPr>
        <p:spPr>
          <a:xfrm flipV="1">
            <a:off x="7503792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6-line1627"/>
          <p:cNvSpPr/>
          <p:nvPr/>
        </p:nvSpPr>
        <p:spPr>
          <a:xfrm flipV="1">
            <a:off x="7462670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6-line1628"/>
          <p:cNvSpPr/>
          <p:nvPr/>
        </p:nvSpPr>
        <p:spPr>
          <a:xfrm flipV="1">
            <a:off x="743781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6-line1629"/>
          <p:cNvSpPr/>
          <p:nvPr/>
        </p:nvSpPr>
        <p:spPr>
          <a:xfrm>
            <a:off x="7429500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6-line1630"/>
          <p:cNvSpPr/>
          <p:nvPr/>
        </p:nvSpPr>
        <p:spPr>
          <a:xfrm>
            <a:off x="743781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6-line1631"/>
          <p:cNvSpPr/>
          <p:nvPr/>
        </p:nvSpPr>
        <p:spPr>
          <a:xfrm>
            <a:off x="7462670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6-line1632"/>
          <p:cNvSpPr/>
          <p:nvPr/>
        </p:nvSpPr>
        <p:spPr>
          <a:xfrm>
            <a:off x="7503792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6-line1633"/>
          <p:cNvSpPr/>
          <p:nvPr/>
        </p:nvSpPr>
        <p:spPr>
          <a:xfrm>
            <a:off x="756073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6-line1634"/>
          <p:cNvSpPr/>
          <p:nvPr/>
        </p:nvSpPr>
        <p:spPr>
          <a:xfrm>
            <a:off x="763286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6-line1635"/>
          <p:cNvSpPr/>
          <p:nvPr/>
        </p:nvSpPr>
        <p:spPr>
          <a:xfrm>
            <a:off x="771939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6-line1636"/>
          <p:cNvSpPr/>
          <p:nvPr/>
        </p:nvSpPr>
        <p:spPr>
          <a:xfrm>
            <a:off x="7819381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6-line1637"/>
          <p:cNvSpPr/>
          <p:nvPr/>
        </p:nvSpPr>
        <p:spPr>
          <a:xfrm>
            <a:off x="7931728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6-line1638"/>
          <p:cNvSpPr/>
          <p:nvPr/>
        </p:nvSpPr>
        <p:spPr>
          <a:xfrm>
            <a:off x="8055202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6-line1639"/>
          <p:cNvSpPr/>
          <p:nvPr/>
        </p:nvSpPr>
        <p:spPr>
          <a:xfrm>
            <a:off x="818845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6-line1640"/>
          <p:cNvSpPr/>
          <p:nvPr/>
        </p:nvSpPr>
        <p:spPr>
          <a:xfrm>
            <a:off x="8330017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6-line1641"/>
          <p:cNvSpPr/>
          <p:nvPr/>
        </p:nvSpPr>
        <p:spPr>
          <a:xfrm>
            <a:off x="847834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6-line1642"/>
          <p:cNvSpPr/>
          <p:nvPr/>
        </p:nvSpPr>
        <p:spPr>
          <a:xfrm>
            <a:off x="863181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6-line1643"/>
          <p:cNvSpPr/>
          <p:nvPr/>
        </p:nvSpPr>
        <p:spPr>
          <a:xfrm>
            <a:off x="878874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6-label1644"/>
          <p:cNvSpPr txBox="1"/>
          <p:nvPr/>
        </p:nvSpPr>
        <p:spPr>
          <a:xfrm>
            <a:off x="9248242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6-label1645"/>
          <p:cNvSpPr txBox="1"/>
          <p:nvPr/>
        </p:nvSpPr>
        <p:spPr>
          <a:xfrm>
            <a:off x="9669286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6-label1646"/>
          <p:cNvSpPr txBox="1"/>
          <p:nvPr/>
        </p:nvSpPr>
        <p:spPr>
          <a:xfrm>
            <a:off x="98233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6-label1647"/>
          <p:cNvSpPr txBox="1"/>
          <p:nvPr/>
        </p:nvSpPr>
        <p:spPr>
          <a:xfrm>
            <a:off x="9669286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6-label1648"/>
          <p:cNvSpPr txBox="1"/>
          <p:nvPr/>
        </p:nvSpPr>
        <p:spPr>
          <a:xfrm>
            <a:off x="9248242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6-label1649"/>
          <p:cNvSpPr txBox="1"/>
          <p:nvPr/>
        </p:nvSpPr>
        <p:spPr>
          <a:xfrm>
            <a:off x="8673084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6-label1650"/>
          <p:cNvSpPr txBox="1"/>
          <p:nvPr/>
        </p:nvSpPr>
        <p:spPr>
          <a:xfrm>
            <a:off x="8097926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6-label1651"/>
          <p:cNvSpPr txBox="1"/>
          <p:nvPr/>
        </p:nvSpPr>
        <p:spPr>
          <a:xfrm>
            <a:off x="7676882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6-label1652"/>
          <p:cNvSpPr txBox="1"/>
          <p:nvPr/>
        </p:nvSpPr>
        <p:spPr>
          <a:xfrm>
            <a:off x="752276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6-label1653"/>
          <p:cNvSpPr txBox="1"/>
          <p:nvPr/>
        </p:nvSpPr>
        <p:spPr>
          <a:xfrm>
            <a:off x="7676882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6-label1654"/>
          <p:cNvSpPr txBox="1"/>
          <p:nvPr/>
        </p:nvSpPr>
        <p:spPr>
          <a:xfrm>
            <a:off x="8097926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6-label1655"/>
          <p:cNvSpPr txBox="1"/>
          <p:nvPr/>
        </p:nvSpPr>
        <p:spPr>
          <a:xfrm>
            <a:off x="8673084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6-line1656"/>
          <p:cNvSpPr/>
          <p:nvPr/>
        </p:nvSpPr>
        <p:spPr>
          <a:xfrm>
            <a:off x="8947404" y="2963799"/>
            <a:ext cx="750756" cy="20116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6-line1657"/>
          <p:cNvSpPr/>
          <p:nvPr/>
        </p:nvSpPr>
        <p:spPr>
          <a:xfrm>
            <a:off x="8947404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6-pin1658"/>
          <p:cNvSpPr/>
          <p:nvPr/>
        </p:nvSpPr>
        <p:spPr>
          <a:xfrm>
            <a:off x="8892540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6-label165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시각과 시간</dc:title>
  <dc:subject>KR22-G02-MAT-TIME-L01</dc:subject>
  <dc:creator>education-ppt</dc:creator>
  <cp:lastModifiedBy>education-ppt</cp:lastModifiedBy>
  <cp:revision>1</cp:revision>
  <dcterms:created xsi:type="dcterms:W3CDTF">2026-10-26T06:58:58Z</dcterms:created>
  <dcterms:modified xsi:type="dcterms:W3CDTF">2026-10-26T06:58:58Z</dcterms:modified>
</cp:coreProperties>
</file>