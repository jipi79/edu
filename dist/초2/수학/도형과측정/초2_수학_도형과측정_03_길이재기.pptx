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069fddb-ed5d-0e5b-435f-931140206f4a}">
          <p14:sldIdLst>
            <p14:sldId id="256"/>
            <p14:sldId id="257"/>
          </p14:sldIdLst>
        </p14:section>
        <p14:section name="개념" id="{60f8c263-f5c9-4b1b-5119-7ebf38a2e55a}">
          <p14:sldIdLst>
            <p14:sldId id="258"/>
            <p14:sldId id="259"/>
            <p14:sldId id="260"/>
            <p14:sldId id="261"/>
            <p14:sldId id="264"/>
            <p14:sldId id="265"/>
          </p14:sldIdLst>
        </p14:section>
        <p14:section name="연습" id="{42ef3056-f4f1-1d92-8db5-f60fecf408a9}">
          <p14:sldIdLst>
            <p14:sldId id="262"/>
            <p14:sldId id="263"/>
            <p14:sldId id="266"/>
          </p14:sldIdLst>
        </p14:section>
        <p14:section name="개념" id="{4f03f04a-f44a-6426-8564-8ef6fae1261f}">
          <p14:sldIdLst/>
        </p14:section>
        <p14:section name="연습" id="{d31b13f9-e878-b3bf-a489-051710102535}">
          <p14:sldIdLst/>
        </p14:section>
        <p14:section name="확인" id="{1799f2e5-ae0f-fb9f-3f19-4111c3d3d799}">
          <p14:sldIdLst>
            <p14:sldId id="267"/>
            <p14:sldId id="268"/>
            <p14:sldId id="269"/>
          </p14:sldIdLst>
        </p14:section>
        <p14:section name="정리" id="{28abbbc2-f5be-bd48-742a-6f80a1a06ba4}">
          <p14:sldIdLst>
            <p14:sldId id="270"/>
          </p14:sldIdLst>
        </p14:section>
        <p14:section name="보충" id="{32195cff-0b20-c42e-187f-9483379ad305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실제 자를 보며 길이 재기에 흥미를 갖게 합니다.
시간: 약 2분
이렇게 말해 보세요
- “이게 자야. 자에는 숫자와 눈금이 있지? 오늘은 자로 물건의 길이를 재고, ‘몇 센티미터’라고 말하는 방법을 배울 거야.”
- “이 크레파스는 얼마나 길까? 짐작해 볼래?”
예상 답
- “손가락만큼이요.” “8이요.” 어떤 답이든 괜찮습니다.
막히면
- 답을 확인하지 않고 넘어갑니다. S05에서 같은 그림으로 재는 방법을 배웁니다.
주의
- 자는 0 눈금이 있는 30 cm 자를 준비합니다. 자의 끝과 0 눈금이 떨어져 있는 자가 많으니 0 눈금이 어디인지 미리 확인해 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확인(한쪽 끝을 맞추어 길이 비교)]
목적: 한쪽 끝을 맞추어 길이를 비교하고, 칸 수로 얼마나 더 긴지 말할 수 있는지 확인합니다.
시간: 약 3분
이렇게 말해 보세요
- “①에서 위 띠와 아래 띠 중 어느 것이 더 길어? 몇 칸 더 길어?”
- “② 연필과 숟가락을 대어 보고 어느 것이 더 긴지 말해 줘. 어떻게 대었어?”
정답
- ① 위 띠가 2칸 더 깁니다(5칸과 3칸).
- ② 한쪽 끝을 맞추어 대고, 다른 쪽 끝이 더 나온 것이 더 깁니다(집의 물건에 따라 답이 다름).
막히면
- ①에서 칸을 하나씩 짚어 세게 합니다.
- ②에서 끝을 맞추지 않고 비교하면 S16(보충)을 먼저 합니다. 보충으로도 어려우면 초1 ‘길이와 높이 비교’(KR22-G01-MAT-LENGTH-L01)를 먼저 합니다.
주의
- ‘한쪽 끝을 맞춘다’는 생각이 오늘 자의 0 눈금에 맞추는 것으로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여러 가지 단위로 재면 생기는 문제]
목적: 뼘처럼 사람마다 다른 단위로 재면 같은 길이도 수가 달라진다는 것을 알고, 모두 같은 단위(cm)가 필요하다는 것을 느끼게 합니다.
시간: 약 2분
이렇게 말해 보세요
- “우리 둘이 같은 책상을 뼘으로 재어 볼까? 엄마(아빠)는 몇 뼘이야? 너는?”
- “같은 책상인데 왜 수가 다를까? 누가 재어도 똑같이 나오려면 어떻게 해야 할까?”
예상 답
- “엄마 손이 더 커서요.” “모두 똑같은 걸로 재야 해요.”
막히면
- 두 사람의 손바닥을 맞대어 뼘의 길이가 다르다는 것을 보여 줍니다.
주의
- 실제로 잰 수가 화면과 달라도 괜찮습니다. 수가 다르게 나온다는 것이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1 cm 알기]
목적: 길이의 단위 1 cm를 알고 읽고 쓰며, 1 cm가 몇 번인지로 길이를 나타낸다는 것을 압니다.
시간: 약 3분
이렇게 말해 보세요
- “진짜 자에서 0과 1 사이를 손가락으로 짚어 볼래? 이만큼이 1 센티미터야. ‘cm’라고 써.”
- “1 cm가 한 번, 두 번, 세 번이면 몇 cm일까?”
예상 답
- “3 cm요.”
막히면
- 자 위에서 0부터 1, 2, 3까지 손가락으로 한 칸씩 뛰며 “1 cm, 2 cm, 3 cm”라고 함께 말합니다.
주의
- cm는 c를 작게, m을 이어서 씁니다. 활동지에서 따라 써 봅니다.
- 자에는 작은 눈금(mm)도 있지만 오늘은 숫자가 적힌 큰 눈금만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자로 길이 재기 시범]
목적: 물건의 한끝을 자의 0 눈금에 맞추고 다른 끝의 눈금을 읽어 길이를 재는 방법을 보여 줍니다.
시간: 약 3분
이렇게 말해 보세요
- “먼저 크레파스 한끝을 자의 0에 딱 맞춰. 그리고 다른 끝에 있는 숫자를 읽어. 몇이야?”
- “그래서 크레파스의 길이는 8 cm야. 진짜 크레파스도 같이 재어 볼까?”
예상 답
- “8이요. 8 cm예요.”
막히면
- 자를 책상에 놓고 부모가 물건의 끝을 0에 맞추어 잡아 준 뒤 아이가 눈금을 읽게 합니다.
주의
- 자의 맨 끝이 아니라 숫자 0이 적힌 눈금에 맞춥니다.
- 실제 크레파스는 8 cm가 아닐 수 있습니다. 실물을 잴 때는 잰 값을 그대로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0이 아닌 눈금에서 잰 길이]
목적: 물건의 한끝이 0이 아닌 눈금에 있을 때는 1 cm가 몇 번인지 세어 길이를 구한다는 것을 압니다.
시간: 약 3분
이렇게 말해 보세요
- “이번에는 지우개를 2에 맞추었어. 다른 끝은 7에 있어. 그럼 지우개는 7 cm일까?”
- “2에서 7까지 1 cm가 몇 번 있는지 세어 보자. 1, 2, 3, 4, 5. 5번이니까 5 cm야.”
예상 답
- 처음에는 “7 cm요.”라고 할 수 있습니다. 세어 본 뒤 “5 cm예요.”
막히면
- 실제 지우개를 0에 맞추어 다시 재어 같은 길이임을 확인합니다.
- 숫자가 아니라 ‘칸’을 센다는 것을 손가락으로 칸을 짚으며 보여 줍니다.
주의
- 2학년은 7 − 2처럼 빼서 구해도 되고, 칸을 세어도 됩니다. 두 방법이 같은 답이 나오는지 함께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연습(자로 잰 길이 읽기)]
목적: 도움을 받으며 자 그림에서 물건의 길이를 읽습니다. 0에 맞춘 것과 아닌 것을 섞었습니다.
시간: 약 4분
이렇게 말해 보세요
- “①은 클립이야. 한끝이 어디에 있어? 다른 끝은? 그럼 몇 cm야?”
- “③은 한끝이 0이 아니라 1에 있어. 어떻게 재면 될까?”
정답
- ① 3 cm
- ② 7 cm
- ③ 4 cm(1에서 5까지 1 cm가 4번)
- ④ 6 cm(3에서 9까지 1 cm가 6번)
막히면
- ③④에서 끝의 숫자(5, 9)를 말하면 S06처럼 칸을 하나씩 짚어 세게 합니다(M1).
- 그림이 작게 보이면 실제 자 위에 종이 띠를 같은 위치에 놓고 읽어 봅니다.
주의
- 답에 cm를 붙여 말하게 합니다. ‘3’만 말하면 “3 무엇?”이라고 되묻습니다.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비교(끝의 눈금을 길이로 읽기)]
목적: 0이 아닌 눈금에 맞추고 끝의 눈금을 그대로 읽는 실수를 찾고 바로잡습니다(M1).
시간: 약 2분
이렇게 말해 보세요
- “토끼와 곰이 같은 열쇠를 재었는데 답이 달라. 누가 맞았을까?”
- “토끼처럼 6이라고 하려면 열쇠의 끝이 어디에 맞춰져 있어야 할까?”
예상 답
- “곰이요. 1부터 시작했으니까 칸을 세어야 해요.”
정답
- 곰이 맞습니다. 1에서 6까지 1 cm가 5번이므로 5 cm입니다(6 − 1 = 5).
- 토끼는 0이 아닌 1에 맞추었는데 끝의 눈금을 그대로 읽어서 1 cm 더 길게 말했습니다.
막히면
- 종이 띠를 실제 자의 1에 맞춰 놓고 칸을 세어 본 뒤, 0으로 옮겨 다시 재어 5 cm임을 확인합니다.
주의
- 지치면 여기서 쉬고, 다음에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눈금 사이에 있을 때 약 몇 cm]
목적: 물건의 끝이 눈금 사이에 있으면 가까운 쪽 눈금의 수를 읽고 ‘약’을 붙여 말한다는 것을 압니다.
시간: 약 3분
이렇게 말해 보세요
- “막대의 끝이 6과 7 사이에 있어. 6과 7 중에 어느 쪽에 더 가까워?”
- “7에 더 가까우니까 ‘약 7 cm’라고 말해. ‘약’은 ‘거의, 그쯤’이라는 뜻이야.”
예상 답
- “7에 더 가까워요. 약 7 cm예요.”
막히면
- 실제 자에서 6과 7 사이에 연필 끝을 놓고, 두 눈금까지 손가락 폭을 비교해 더 가까운 쪽을 찾게 합니다.
- 앞의 눈금 6을 읽으면(M2) “어느 쪽에 더 붙어 있어?”라고 다시 묻습니다.
주의
- 정확히 가운데쯤이면 어느 쪽으로 말해도 받아 줍니다. 오늘은 한쪽에 분명히 가까운 것만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길이 어림하기 시범]
목적: 자를 쓰지 않고 1 cm를 떠올려 길이를 짐작하고(어림), 자로 잰 길이와 비교하는 방법을 보여 줍니다.
시간: 약 3분
이렇게 말해 보세요
- “자를 대지 않고 지우개 길이를 짐작해 볼게. 1 cm가 이만큼이니까 한, 두, 세… 다섯 번쯤 될 것 같아. ‘약 5 cm’!”
- “이제 자로 재어서 엄마(아빠)의 어림이 얼마나 가까웠는지 볼까? 너도 클립으로 해 봐.”
예상 답
- 클립: “약 3 cm요.” 잰 뒤 “3 cm였어요. 비슷해요.”(실제 물건에 따라 다름)
막히면
- 자에서 1 cm를 보고 엄지와 검지로 그만큼 벌려 보게 한 뒤, 그 손가락 간격으로 물건 위를 짚어 가며 셉니다.
주의
- 어림은 맞고 틀리는 것이 아닙니다. 잰 길이와 가까울수록 잘한 것이라고 말해 줍니다.
- 어림한 길이는 ‘약 □ cm’, 자로 잰 길이는 ‘□ cm’로 구별해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안내받는 연습(약 몇 cm, 어림하고 재기)]
목적: 도움을 받으며 눈금 사이의 길이를 ‘약 □ cm’로 읽고, 실제 물건의 길이를 어림한 뒤 자로 잽니다.
시간: 약 4분
이렇게 말해 보세요
- “①의 지우개 끝은 어느 눈금과 어느 눈금 사이야? 어느 쪽에 더 가까워?”
- “③④는 진짜 물건이야. 먼저 ‘약 몇 cm’로 짐작해서 말하고, 그다음에 자로 재어 보자.”
정답
- ① 약 4 cm(4와 5 사이, 4에 더 가까움)
- ② 약 5 cm(5와 6 사이, 5에 더 가까움)
- ③④ 집의 물건에 따라 다릅니다. 어림한 길이를 ‘약 □ cm’로 말하고, 잰 길이와 비교해 차이를 말하면 됩니다.
막히면
- ①②에서 앞의 숫자를 무조건 읽으면 S09의 그림으로 돌아가 ‘더 가까운 쪽’을 다시 확인합니다(M2).
- ④의 숟가락이 자보다 길면 짧은 물건(지우개, 병뚜껑)으로 바꿉니다.
주의
- ③④에서 물건의 한끝을 0에 맞추었는지 꼭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해결]
목적: 도움 없이 자 그림의 길이를 읽고(①②), 1 cm의 크기를 알고(③), 실제 물건을 어림하고 재는지(④) 확인합니다.
시간: 약 4분
이렇게 말해 보세요
- “이번에는 혼자 해 볼래? 다 하면 엄마(아빠)에게 어떻게 했는지 말해 줘.”
정답
- ① 6 cm(2에서 8까지 1 cm가 6번)
- ② 약 9 cm(8과 9 사이, 9에 더 가까움)
- ③ 엄지와 검지를 자의 0과 1 사이만큼 벌립니다(자에 대 보아 거의 같으면 맞음).
- ④ 기준: 어림을 ‘약 □ cm’로 먼저 말하고, 연필 한끝을 0에 맞추어 재어 ‘□ cm’ 또는 ‘약 □ cm’로 말함(값은 연필에 따라 다름).
막히면
- 바로 알려 주지 말고 “한끝이 어디에 있어?”라고만 묻습니다.
- 도움을 받아 해결했다면 기록표에 ‘도움’으로 표시합니다.
주의
- ①을 8 cm라고 하면 M1, ②를 약 8 cm라고 하면 M2입니다. 피드백 장에서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아이의 답을 함께 확인하고 흔한 실수를 바로잡습니다. 수업용에만 있는 장입니다.
시간: 약 2분
이렇게 말해 보세요
- “네 답과 같은지 볼까? 다르면 자로 다시 재어 보자.”
정답
- ① 6 cm ② 약 9 cm ③ 0과 1 사이만큼 ④ 어림과 잰 길이(값은 다름)
막히면
- ①이 8 cm면 S08의 토끼와 곰을 다시 봅니다(M1).
- ②가 8 cm면 S09로 돌아가 가까운 쪽을 다시 찾습니다(M2).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마무리 확인(약 5 cm 찾기)]
목적: 처음 보는 문제에서 0에 맞추었는지와 가까운 눈금을 함께 판단하는지 확인합니다.
시간: 약 2분
이렇게 말해 보세요
- “약 5 cm인 것을 모두 찾아볼래? 하나가 아닐 수도 있어. 왜 그렇게 생각해?”
정답
- 가와 라입니다.
- 가: 0에서 시작해 5와 6 사이, 5에 더 가까움 → 약 5 cm
- 나: 6에 더 가까움 → 약 6 cm / 다: 4에 더 가까움 → 약 4 cm
- 라: 1에서 시작해 1 cm가 5번 하고 조금 더 → 약 5 cm
막히면
- 라를 놓치면 “라는 어디에서 시작했어?”라고 묻고 칸을 세게 합니다.
주의
- 가만 고르고 라를 놓쳐도, 이유를 듣고 라를 다시 보게 하면 됩니다. 기록표에는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정리와 다음 수업 복습]
목적: 핵심을 정리하고 다음 수업 첫 5분에 풀 복습 문제를 알려 줍니다.
시간: 약 1분
이렇게 말해 보세요
- “오늘 배운 것을 말해 볼래? 자로 잴 때 무엇을 먼저 해? 끝이 눈금 사이에 있으면 어떻게 말해?”
예상 답
- “0에 맞춰요.” “가까운 숫자에 ‘약’을 붙여요.”
정답
- ① 7 cm(9 − 2 = 7) ② 약 4 cm ③ ‘약 □ cm’로 어림한 뒤 자로 잰 길이를 말하면 됨
막히면
- S05와 S09의 그림을 다시 보여 주며 ‘0에 맞추기, 가까운 쪽 읽기’를 함께 말합니다.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선수 학습 보충(한쪽 끝을 맞추어 비교)]
목적: S02에서 길이 비교가 흔들리면, 한쪽 끝을 맞추어 비교하고 칸을 세어 길이를 말하는 것을 다시 합니다.
시간: 약 5분
이렇게 말해 보세요
- “연필 두 자루를 비교해 보자. 먼저 한쪽 끝을 책상 모서리에 딱 맞춰. 어느 것이 더 길어?”
- “그림에서 위 띠는 몇 칸이야? 아래 띠는? 몇 칸 더 길어?”
정답
- 위 띠 6칸, 아래 띠 4칸, 위 띠가 2칸 더 깁니다.
막히면
- 종이 띠 두 개를 실제로 겹쳐 놓고 끝을 맞춘 뒤 더 나온 부분을 손가락으로 짚게 합니다.
주의
- 보충으로도 어려우면 초1 ‘길이와 높이 비교’(KR22-G01-MAT-LENGTH-L01)를 먼저 합니다. 오늘 차시의 앞 차시는 ‘쌓기나무’(KR22-G02-MAT-BLOCKS-L01)입니다.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도형과측정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길이 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길이 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길이 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 재기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크레파스는 몇 cm일까?</a:t>
            </a:r>
            <a:endParaRPr lang="ko-KR" sz="3200" dirty="0"/>
          </a:p>
        </p:txBody>
      </p:sp>
      <p:sp>
        <p:nvSpPr>
          <p:cNvPr id="4" name="S01-line1"/>
          <p:cNvSpPr/>
          <p:nvPr/>
        </p:nvSpPr>
        <p:spPr>
          <a:xfrm>
            <a:off x="7818120" y="2454250"/>
            <a:ext cx="36576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5" name="S01-line2"/>
          <p:cNvSpPr/>
          <p:nvPr/>
        </p:nvSpPr>
        <p:spPr>
          <a:xfrm>
            <a:off x="8092440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01-label3"/>
          <p:cNvSpPr txBox="1"/>
          <p:nvPr/>
        </p:nvSpPr>
        <p:spPr>
          <a:xfrm>
            <a:off x="7635240" y="263713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7" name="S01-line4"/>
          <p:cNvSpPr/>
          <p:nvPr/>
        </p:nvSpPr>
        <p:spPr>
          <a:xfrm>
            <a:off x="8403336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1-line5"/>
          <p:cNvSpPr/>
          <p:nvPr/>
        </p:nvSpPr>
        <p:spPr>
          <a:xfrm>
            <a:off x="8714232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1-line6"/>
          <p:cNvSpPr/>
          <p:nvPr/>
        </p:nvSpPr>
        <p:spPr>
          <a:xfrm>
            <a:off x="9025128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1-line7"/>
          <p:cNvSpPr/>
          <p:nvPr/>
        </p:nvSpPr>
        <p:spPr>
          <a:xfrm>
            <a:off x="9336024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1-line8"/>
          <p:cNvSpPr/>
          <p:nvPr/>
        </p:nvSpPr>
        <p:spPr>
          <a:xfrm>
            <a:off x="9646920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1-line9"/>
          <p:cNvSpPr/>
          <p:nvPr/>
        </p:nvSpPr>
        <p:spPr>
          <a:xfrm>
            <a:off x="9957816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1-line10"/>
          <p:cNvSpPr/>
          <p:nvPr/>
        </p:nvSpPr>
        <p:spPr>
          <a:xfrm>
            <a:off x="10268712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1-line11"/>
          <p:cNvSpPr/>
          <p:nvPr/>
        </p:nvSpPr>
        <p:spPr>
          <a:xfrm>
            <a:off x="10579608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1-line12"/>
          <p:cNvSpPr/>
          <p:nvPr/>
        </p:nvSpPr>
        <p:spPr>
          <a:xfrm>
            <a:off x="10890504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1-line13"/>
          <p:cNvSpPr/>
          <p:nvPr/>
        </p:nvSpPr>
        <p:spPr>
          <a:xfrm>
            <a:off x="11201400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1-label14"/>
          <p:cNvSpPr txBox="1"/>
          <p:nvPr/>
        </p:nvSpPr>
        <p:spPr>
          <a:xfrm>
            <a:off x="10744200" y="263713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18" name="S01-mark15"/>
          <p:cNvSpPr/>
          <p:nvPr/>
        </p:nvSpPr>
        <p:spPr>
          <a:xfrm>
            <a:off x="8001000" y="236281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>
            <a:off x="10488168" y="236281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0" name="S01-line17"/>
          <p:cNvSpPr/>
          <p:nvPr/>
        </p:nvSpPr>
        <p:spPr>
          <a:xfrm flipV="1">
            <a:off x="8092440" y="207020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1" name="S01-line18"/>
          <p:cNvSpPr/>
          <p:nvPr/>
        </p:nvSpPr>
        <p:spPr>
          <a:xfrm>
            <a:off x="8092440" y="2070202"/>
            <a:ext cx="24871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2" name="S01-label19"/>
          <p:cNvSpPr txBox="1"/>
          <p:nvPr/>
        </p:nvSpPr>
        <p:spPr>
          <a:xfrm>
            <a:off x="8092440" y="1787754"/>
            <a:ext cx="248716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크레파스</a:t>
            </a:r>
            <a:endParaRPr lang="ko-KR" sz="1600" dirty="0"/>
          </a:p>
        </p:txBody>
      </p:sp>
      <p:sp>
        <p:nvSpPr>
          <p:cNvPr id="23" name="S01-figure20" descr="0부터 10까지 1 cm 눈금이 있는 자 그림. 크레파스의 한끝은 눈금 0, 다른 끝은 눈금 8에 있음"/>
          <p:cNvSpPr/>
          <p:nvPr/>
        </p:nvSpPr>
        <p:spPr>
          <a:xfrm>
            <a:off x="7818120" y="2271370"/>
            <a:ext cx="3657600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01-card2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5" name="S01-cardtext2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자로 길이를 재어 몇 cm인지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길이를 어림하고 ‘약 몇 cm’로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것이 더 길까요?</a:t>
            </a:r>
            <a:endParaRPr lang="ko-KR" sz="3200" dirty="0"/>
          </a:p>
        </p:txBody>
      </p:sp>
      <p:sp>
        <p:nvSpPr>
          <p:cNvPr id="4" name="S02-chip2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cell25"/>
          <p:cNvSpPr/>
          <p:nvPr/>
        </p:nvSpPr>
        <p:spPr>
          <a:xfrm>
            <a:off x="1344168" y="2042160"/>
            <a:ext cx="701040" cy="7010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cell26"/>
          <p:cNvSpPr/>
          <p:nvPr/>
        </p:nvSpPr>
        <p:spPr>
          <a:xfrm>
            <a:off x="2045208" y="2042160"/>
            <a:ext cx="701040" cy="7010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cell27"/>
          <p:cNvSpPr/>
          <p:nvPr/>
        </p:nvSpPr>
        <p:spPr>
          <a:xfrm>
            <a:off x="2746248" y="2042160"/>
            <a:ext cx="701040" cy="7010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2-cell28"/>
          <p:cNvSpPr/>
          <p:nvPr/>
        </p:nvSpPr>
        <p:spPr>
          <a:xfrm>
            <a:off x="3447288" y="2042160"/>
            <a:ext cx="701040" cy="7010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2-cell29"/>
          <p:cNvSpPr/>
          <p:nvPr/>
        </p:nvSpPr>
        <p:spPr>
          <a:xfrm>
            <a:off x="4148328" y="2042160"/>
            <a:ext cx="701040" cy="7010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2-cell30"/>
          <p:cNvSpPr/>
          <p:nvPr/>
        </p:nvSpPr>
        <p:spPr>
          <a:xfrm>
            <a:off x="4849368" y="2042160"/>
            <a:ext cx="701040" cy="701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2-cell31"/>
          <p:cNvSpPr/>
          <p:nvPr/>
        </p:nvSpPr>
        <p:spPr>
          <a:xfrm>
            <a:off x="1344168" y="2743200"/>
            <a:ext cx="701040" cy="7010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2-cell32"/>
          <p:cNvSpPr/>
          <p:nvPr/>
        </p:nvSpPr>
        <p:spPr>
          <a:xfrm>
            <a:off x="2045208" y="2743200"/>
            <a:ext cx="701040" cy="7010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2-cell33"/>
          <p:cNvSpPr/>
          <p:nvPr/>
        </p:nvSpPr>
        <p:spPr>
          <a:xfrm>
            <a:off x="2746248" y="2743200"/>
            <a:ext cx="701040" cy="7010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2-cell34"/>
          <p:cNvSpPr/>
          <p:nvPr/>
        </p:nvSpPr>
        <p:spPr>
          <a:xfrm>
            <a:off x="3447288" y="2743200"/>
            <a:ext cx="701040" cy="701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2-cell35"/>
          <p:cNvSpPr/>
          <p:nvPr/>
        </p:nvSpPr>
        <p:spPr>
          <a:xfrm>
            <a:off x="4148328" y="2743200"/>
            <a:ext cx="701040" cy="701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2-cell36"/>
          <p:cNvSpPr/>
          <p:nvPr/>
        </p:nvSpPr>
        <p:spPr>
          <a:xfrm>
            <a:off x="4849368" y="2743200"/>
            <a:ext cx="701040" cy="701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2-figure37" descr="왼쪽 끝을 맞춘 두 띠: 위 띠 5칸, 아래 띠 3칸"/>
          <p:cNvSpPr/>
          <p:nvPr/>
        </p:nvSpPr>
        <p:spPr>
          <a:xfrm>
            <a:off x="1344168" y="2042160"/>
            <a:ext cx="4206240" cy="1402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2-chip3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9" name="S02-text39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연필과 숟가락을 대어 보고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뼘으로 재면?</a:t>
            </a:r>
            <a:endParaRPr lang="ko-KR" sz="4400" dirty="0"/>
          </a:p>
        </p:txBody>
      </p:sp>
      <p:sp>
        <p:nvSpPr>
          <p:cNvPr id="3" name="S03-card4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4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책상의 길이를 뼘으로 재었어요.</a:t>
            </a:r>
            <a:endParaRPr lang="ko-KR" sz="3200" dirty="0"/>
          </a:p>
        </p:txBody>
      </p:sp>
      <p:sp>
        <p:nvSpPr>
          <p:cNvPr id="5" name="S03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책상인데 왜 수가 다를까요?</a:t>
            </a:r>
            <a:endParaRPr lang="ko-KR" sz="3200" dirty="0"/>
          </a:p>
        </p:txBody>
      </p:sp>
      <p:sp>
        <p:nvSpPr>
          <p:cNvPr id="7" name="S03-chip4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엄마: 5뼘</a:t>
            </a:r>
            <a:endParaRPr lang="ko-KR" sz="2600" dirty="0"/>
          </a:p>
        </p:txBody>
      </p:sp>
      <p:sp>
        <p:nvSpPr>
          <p:cNvPr id="8" name="S03-text4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엄마가 재었어요.</a:t>
            </a:r>
            <a:endParaRPr lang="ko-KR" sz="3200" dirty="0"/>
          </a:p>
        </p:txBody>
      </p:sp>
      <p:sp>
        <p:nvSpPr>
          <p:cNvPr id="9" name="S03-chip4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나: 7뼘</a:t>
            </a:r>
            <a:endParaRPr lang="ko-KR" sz="2600" dirty="0"/>
          </a:p>
        </p:txBody>
      </p:sp>
      <p:sp>
        <p:nvSpPr>
          <p:cNvPr id="10" name="S03-text4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재었어요.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cm를 알아봐요</a:t>
            </a:r>
            <a:endParaRPr lang="ko-KR" sz="4400" dirty="0"/>
          </a:p>
        </p:txBody>
      </p:sp>
      <p:sp>
        <p:nvSpPr>
          <p:cNvPr id="3" name="S04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자의 큰 눈금 한 칸이 1 cm예요.</a:t>
            </a:r>
            <a:endParaRPr lang="ko-KR" sz="3200" dirty="0"/>
          </a:p>
        </p:txBody>
      </p:sp>
      <p:sp>
        <p:nvSpPr>
          <p:cNvPr id="4" name="S04-card49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50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cm는 ‘1 센티미터’라고 읽어요.</a:t>
            </a:r>
            <a:endParaRPr lang="ko-KR" sz="3200" dirty="0"/>
          </a:p>
        </p:txBody>
      </p:sp>
      <p:sp>
        <p:nvSpPr>
          <p:cNvPr id="6" name="S04-card51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52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cm가 3번이면 3 cm예요.</a:t>
            </a:r>
            <a:endParaRPr lang="ko-KR" sz="3200" dirty="0"/>
          </a:p>
        </p:txBody>
      </p:sp>
      <p:sp>
        <p:nvSpPr>
          <p:cNvPr id="8" name="S04-line53"/>
          <p:cNvSpPr/>
          <p:nvPr/>
        </p:nvSpPr>
        <p:spPr>
          <a:xfrm>
            <a:off x="685800" y="3658921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04-line54"/>
          <p:cNvSpPr/>
          <p:nvPr/>
        </p:nvSpPr>
        <p:spPr>
          <a:xfrm>
            <a:off x="960120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4-label55"/>
          <p:cNvSpPr txBox="1"/>
          <p:nvPr/>
        </p:nvSpPr>
        <p:spPr>
          <a:xfrm>
            <a:off x="502920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11" name="S04-line56"/>
          <p:cNvSpPr/>
          <p:nvPr/>
        </p:nvSpPr>
        <p:spPr>
          <a:xfrm>
            <a:off x="3013862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4-label57"/>
          <p:cNvSpPr txBox="1"/>
          <p:nvPr/>
        </p:nvSpPr>
        <p:spPr>
          <a:xfrm>
            <a:off x="2556662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3" name="S04-line58"/>
          <p:cNvSpPr/>
          <p:nvPr/>
        </p:nvSpPr>
        <p:spPr>
          <a:xfrm>
            <a:off x="5067605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4-label59"/>
          <p:cNvSpPr txBox="1"/>
          <p:nvPr/>
        </p:nvSpPr>
        <p:spPr>
          <a:xfrm>
            <a:off x="4610405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5" name="S04-line60"/>
          <p:cNvSpPr/>
          <p:nvPr/>
        </p:nvSpPr>
        <p:spPr>
          <a:xfrm>
            <a:off x="7121347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4-label61"/>
          <p:cNvSpPr txBox="1"/>
          <p:nvPr/>
        </p:nvSpPr>
        <p:spPr>
          <a:xfrm>
            <a:off x="6664147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7" name="S04-line62"/>
          <p:cNvSpPr/>
          <p:nvPr/>
        </p:nvSpPr>
        <p:spPr>
          <a:xfrm>
            <a:off x="9175090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4-label63"/>
          <p:cNvSpPr txBox="1"/>
          <p:nvPr/>
        </p:nvSpPr>
        <p:spPr>
          <a:xfrm>
            <a:off x="8717890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9" name="S04-line64"/>
          <p:cNvSpPr/>
          <p:nvPr/>
        </p:nvSpPr>
        <p:spPr>
          <a:xfrm>
            <a:off x="11228832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4-label65"/>
          <p:cNvSpPr txBox="1"/>
          <p:nvPr/>
        </p:nvSpPr>
        <p:spPr>
          <a:xfrm>
            <a:off x="10771632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1" name="S04-mark66"/>
          <p:cNvSpPr/>
          <p:nvPr/>
        </p:nvSpPr>
        <p:spPr>
          <a:xfrm>
            <a:off x="868680" y="3567481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2" name="S04-mark67"/>
          <p:cNvSpPr/>
          <p:nvPr/>
        </p:nvSpPr>
        <p:spPr>
          <a:xfrm>
            <a:off x="7029907" y="3567481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3" name="S04-line68"/>
          <p:cNvSpPr/>
          <p:nvPr/>
        </p:nvSpPr>
        <p:spPr>
          <a:xfrm flipV="1">
            <a:off x="960120" y="3274873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4" name="S04-line69"/>
          <p:cNvSpPr/>
          <p:nvPr/>
        </p:nvSpPr>
        <p:spPr>
          <a:xfrm>
            <a:off x="960120" y="3274873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5" name="S04-label70"/>
          <p:cNvSpPr txBox="1"/>
          <p:nvPr/>
        </p:nvSpPr>
        <p:spPr>
          <a:xfrm>
            <a:off x="960120" y="2827325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</a:t>
            </a:r>
            <a:endParaRPr lang="ko-KR" sz="2600" dirty="0"/>
          </a:p>
        </p:txBody>
      </p:sp>
      <p:sp>
        <p:nvSpPr>
          <p:cNvPr id="26" name="S04-line71"/>
          <p:cNvSpPr/>
          <p:nvPr/>
        </p:nvSpPr>
        <p:spPr>
          <a:xfrm flipV="1">
            <a:off x="3013862" y="3274873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7" name="S04-line72"/>
          <p:cNvSpPr/>
          <p:nvPr/>
        </p:nvSpPr>
        <p:spPr>
          <a:xfrm>
            <a:off x="3013862" y="3274873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8" name="S04-label73"/>
          <p:cNvSpPr txBox="1"/>
          <p:nvPr/>
        </p:nvSpPr>
        <p:spPr>
          <a:xfrm>
            <a:off x="3013862" y="2827325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</a:t>
            </a:r>
            <a:endParaRPr lang="ko-KR" sz="2600" dirty="0"/>
          </a:p>
        </p:txBody>
      </p:sp>
      <p:sp>
        <p:nvSpPr>
          <p:cNvPr id="29" name="S04-line74"/>
          <p:cNvSpPr/>
          <p:nvPr/>
        </p:nvSpPr>
        <p:spPr>
          <a:xfrm flipV="1">
            <a:off x="5067605" y="3274873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0" name="S04-line75"/>
          <p:cNvSpPr/>
          <p:nvPr/>
        </p:nvSpPr>
        <p:spPr>
          <a:xfrm>
            <a:off x="5067605" y="3274873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1" name="S04-label76"/>
          <p:cNvSpPr txBox="1"/>
          <p:nvPr/>
        </p:nvSpPr>
        <p:spPr>
          <a:xfrm>
            <a:off x="5067605" y="2827325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</a:t>
            </a:r>
            <a:endParaRPr lang="ko-KR" sz="2600" dirty="0"/>
          </a:p>
        </p:txBody>
      </p:sp>
      <p:sp>
        <p:nvSpPr>
          <p:cNvPr id="32" name="S04-figure77" descr="0부터 5까지 자 그림. 0에서 1, 1에서 2, 2에서 3까지 1 cm씩 세 번 뛰어 3까지 감"/>
          <p:cNvSpPr/>
          <p:nvPr/>
        </p:nvSpPr>
        <p:spPr>
          <a:xfrm>
            <a:off x="685800" y="3476041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자로 재는 방법</a:t>
            </a:r>
            <a:endParaRPr lang="ko-KR" sz="4400" dirty="0"/>
          </a:p>
        </p:txBody>
      </p:sp>
      <p:sp>
        <p:nvSpPr>
          <p:cNvPr id="3" name="S05-text78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크레파스의 길이를 재어요.</a:t>
            </a:r>
            <a:endParaRPr lang="ko-KR" sz="3200" dirty="0"/>
          </a:p>
        </p:txBody>
      </p:sp>
      <p:sp>
        <p:nvSpPr>
          <p:cNvPr id="4" name="S05-line79"/>
          <p:cNvSpPr/>
          <p:nvPr/>
        </p:nvSpPr>
        <p:spPr>
          <a:xfrm>
            <a:off x="6414516" y="4845406"/>
            <a:ext cx="5088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5" name="S05-line80"/>
          <p:cNvSpPr/>
          <p:nvPr/>
        </p:nvSpPr>
        <p:spPr>
          <a:xfrm>
            <a:off x="6688836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05-label81"/>
          <p:cNvSpPr txBox="1"/>
          <p:nvPr/>
        </p:nvSpPr>
        <p:spPr>
          <a:xfrm>
            <a:off x="6231636" y="502828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000" dirty="0"/>
          </a:p>
        </p:txBody>
      </p:sp>
      <p:sp>
        <p:nvSpPr>
          <p:cNvPr id="7" name="S05-line82"/>
          <p:cNvSpPr/>
          <p:nvPr/>
        </p:nvSpPr>
        <p:spPr>
          <a:xfrm>
            <a:off x="7142836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5-label83"/>
          <p:cNvSpPr txBox="1"/>
          <p:nvPr/>
        </p:nvSpPr>
        <p:spPr>
          <a:xfrm>
            <a:off x="6685636" y="502828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000" dirty="0"/>
          </a:p>
        </p:txBody>
      </p:sp>
      <p:sp>
        <p:nvSpPr>
          <p:cNvPr id="9" name="S05-line84"/>
          <p:cNvSpPr/>
          <p:nvPr/>
        </p:nvSpPr>
        <p:spPr>
          <a:xfrm>
            <a:off x="7596835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5-label85"/>
          <p:cNvSpPr txBox="1"/>
          <p:nvPr/>
        </p:nvSpPr>
        <p:spPr>
          <a:xfrm>
            <a:off x="7139635" y="502828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000" dirty="0"/>
          </a:p>
        </p:txBody>
      </p:sp>
      <p:sp>
        <p:nvSpPr>
          <p:cNvPr id="11" name="S05-line86"/>
          <p:cNvSpPr/>
          <p:nvPr/>
        </p:nvSpPr>
        <p:spPr>
          <a:xfrm>
            <a:off x="8050835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5-label87"/>
          <p:cNvSpPr txBox="1"/>
          <p:nvPr/>
        </p:nvSpPr>
        <p:spPr>
          <a:xfrm>
            <a:off x="7593635" y="502828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000" dirty="0"/>
          </a:p>
        </p:txBody>
      </p:sp>
      <p:sp>
        <p:nvSpPr>
          <p:cNvPr id="13" name="S05-line88"/>
          <p:cNvSpPr/>
          <p:nvPr/>
        </p:nvSpPr>
        <p:spPr>
          <a:xfrm>
            <a:off x="8504834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5-label89"/>
          <p:cNvSpPr txBox="1"/>
          <p:nvPr/>
        </p:nvSpPr>
        <p:spPr>
          <a:xfrm>
            <a:off x="8047634" y="502828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000" dirty="0"/>
          </a:p>
        </p:txBody>
      </p:sp>
      <p:sp>
        <p:nvSpPr>
          <p:cNvPr id="15" name="S05-line90"/>
          <p:cNvSpPr/>
          <p:nvPr/>
        </p:nvSpPr>
        <p:spPr>
          <a:xfrm>
            <a:off x="8958834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5-label91"/>
          <p:cNvSpPr txBox="1"/>
          <p:nvPr/>
        </p:nvSpPr>
        <p:spPr>
          <a:xfrm>
            <a:off x="8501634" y="502828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000" dirty="0"/>
          </a:p>
        </p:txBody>
      </p:sp>
      <p:sp>
        <p:nvSpPr>
          <p:cNvPr id="17" name="S05-line92"/>
          <p:cNvSpPr/>
          <p:nvPr/>
        </p:nvSpPr>
        <p:spPr>
          <a:xfrm>
            <a:off x="9412834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5-label93"/>
          <p:cNvSpPr txBox="1"/>
          <p:nvPr/>
        </p:nvSpPr>
        <p:spPr>
          <a:xfrm>
            <a:off x="8955634" y="502828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000" dirty="0"/>
          </a:p>
        </p:txBody>
      </p:sp>
      <p:sp>
        <p:nvSpPr>
          <p:cNvPr id="19" name="S05-line94"/>
          <p:cNvSpPr/>
          <p:nvPr/>
        </p:nvSpPr>
        <p:spPr>
          <a:xfrm>
            <a:off x="9866833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5-label95"/>
          <p:cNvSpPr txBox="1"/>
          <p:nvPr/>
        </p:nvSpPr>
        <p:spPr>
          <a:xfrm>
            <a:off x="9409633" y="502828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000" dirty="0"/>
          </a:p>
        </p:txBody>
      </p:sp>
      <p:sp>
        <p:nvSpPr>
          <p:cNvPr id="21" name="S05-line96"/>
          <p:cNvSpPr/>
          <p:nvPr/>
        </p:nvSpPr>
        <p:spPr>
          <a:xfrm>
            <a:off x="10320833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5-label97"/>
          <p:cNvSpPr txBox="1"/>
          <p:nvPr/>
        </p:nvSpPr>
        <p:spPr>
          <a:xfrm>
            <a:off x="9863633" y="502828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000" dirty="0"/>
          </a:p>
        </p:txBody>
      </p:sp>
      <p:sp>
        <p:nvSpPr>
          <p:cNvPr id="23" name="S05-line98"/>
          <p:cNvSpPr/>
          <p:nvPr/>
        </p:nvSpPr>
        <p:spPr>
          <a:xfrm>
            <a:off x="10774832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5-label99"/>
          <p:cNvSpPr txBox="1"/>
          <p:nvPr/>
        </p:nvSpPr>
        <p:spPr>
          <a:xfrm>
            <a:off x="10317632" y="502828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000" dirty="0"/>
          </a:p>
        </p:txBody>
      </p:sp>
      <p:sp>
        <p:nvSpPr>
          <p:cNvPr id="25" name="S05-line100"/>
          <p:cNvSpPr/>
          <p:nvPr/>
        </p:nvSpPr>
        <p:spPr>
          <a:xfrm>
            <a:off x="11228832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5-label101"/>
          <p:cNvSpPr txBox="1"/>
          <p:nvPr/>
        </p:nvSpPr>
        <p:spPr>
          <a:xfrm>
            <a:off x="10771632" y="502828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000" dirty="0"/>
          </a:p>
        </p:txBody>
      </p:sp>
      <p:sp>
        <p:nvSpPr>
          <p:cNvPr id="27" name="S05-mark102"/>
          <p:cNvSpPr/>
          <p:nvPr/>
        </p:nvSpPr>
        <p:spPr>
          <a:xfrm>
            <a:off x="6597396" y="4753966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8" name="S05-mark103"/>
          <p:cNvSpPr/>
          <p:nvPr/>
        </p:nvSpPr>
        <p:spPr>
          <a:xfrm>
            <a:off x="10229393" y="4753966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9" name="S05-line104"/>
          <p:cNvSpPr/>
          <p:nvPr/>
        </p:nvSpPr>
        <p:spPr>
          <a:xfrm flipV="1">
            <a:off x="6688836" y="446135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0" name="S05-line105"/>
          <p:cNvSpPr/>
          <p:nvPr/>
        </p:nvSpPr>
        <p:spPr>
          <a:xfrm>
            <a:off x="6688836" y="4461358"/>
            <a:ext cx="3631997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1" name="S05-label106"/>
          <p:cNvSpPr txBox="1"/>
          <p:nvPr/>
        </p:nvSpPr>
        <p:spPr>
          <a:xfrm>
            <a:off x="6688836" y="4112870"/>
            <a:ext cx="363199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크레파스</a:t>
            </a:r>
            <a:endParaRPr lang="ko-KR" sz="2000" dirty="0"/>
          </a:p>
        </p:txBody>
      </p:sp>
      <p:sp>
        <p:nvSpPr>
          <p:cNvPr id="32" name="S05-figure107" descr="0부터 10까지 1 cm 눈금이 있는 자 그림. 크레파스의 한끝은 눈금 0, 다른 끝은 눈금 8에 있음"/>
          <p:cNvSpPr/>
          <p:nvPr/>
        </p:nvSpPr>
        <p:spPr>
          <a:xfrm>
            <a:off x="6414516" y="4662526"/>
            <a:ext cx="508863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05-stepno108"/>
          <p:cNvSpPr txBox="1"/>
          <p:nvPr/>
        </p:nvSpPr>
        <p:spPr>
          <a:xfrm>
            <a:off x="548640" y="3027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34" name="S05-text109"/>
          <p:cNvSpPr txBox="1"/>
          <p:nvPr/>
        </p:nvSpPr>
        <p:spPr>
          <a:xfrm>
            <a:off x="1325880" y="2981452"/>
            <a:ext cx="4585716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크레파스의 한끝을 눈금 0에 맞춰요.</a:t>
            </a:r>
            <a:endParaRPr lang="ko-KR" sz="3200" dirty="0"/>
          </a:p>
        </p:txBody>
      </p:sp>
      <p:sp>
        <p:nvSpPr>
          <p:cNvPr id="35" name="S05-stepno110"/>
          <p:cNvSpPr txBox="1"/>
          <p:nvPr/>
        </p:nvSpPr>
        <p:spPr>
          <a:xfrm>
            <a:off x="548640" y="41833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6" name="S05-text111"/>
          <p:cNvSpPr txBox="1"/>
          <p:nvPr/>
        </p:nvSpPr>
        <p:spPr>
          <a:xfrm>
            <a:off x="1325880" y="4137660"/>
            <a:ext cx="4585716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끝에 있는 눈금을 읽어요.</a:t>
            </a:r>
            <a:endParaRPr lang="ko-KR" sz="3200" dirty="0"/>
          </a:p>
        </p:txBody>
      </p:sp>
      <p:sp>
        <p:nvSpPr>
          <p:cNvPr id="37" name="S05-stepno112"/>
          <p:cNvSpPr txBox="1"/>
          <p:nvPr/>
        </p:nvSpPr>
        <p:spPr>
          <a:xfrm>
            <a:off x="548640" y="52938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8" name="S05-text113"/>
          <p:cNvSpPr txBox="1"/>
          <p:nvPr/>
        </p:nvSpPr>
        <p:spPr>
          <a:xfrm>
            <a:off x="1325880" y="5293868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‘8 cm’라고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0이 아닌 곳에서 재면</a:t>
            </a:r>
            <a:endParaRPr lang="ko-KR" sz="4400" dirty="0"/>
          </a:p>
        </p:txBody>
      </p:sp>
      <p:sp>
        <p:nvSpPr>
          <p:cNvPr id="3" name="S06-text1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지우개의 한끝을 2에 맞추었어요.</a:t>
            </a:r>
            <a:endParaRPr lang="ko-KR" sz="3200" dirty="0"/>
          </a:p>
        </p:txBody>
      </p:sp>
      <p:sp>
        <p:nvSpPr>
          <p:cNvPr id="4" name="S06-card11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1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cm가 5번 → 5 cm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끝의 눈금 7이 길이가 아니에요.</a:t>
            </a:r>
            <a:endParaRPr lang="ko-KR" sz="3200" dirty="0"/>
          </a:p>
        </p:txBody>
      </p:sp>
      <p:sp>
        <p:nvSpPr>
          <p:cNvPr id="6" name="S06-line117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6-line118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6-label119"/>
          <p:cNvSpPr txBox="1"/>
          <p:nvPr/>
        </p:nvSpPr>
        <p:spPr>
          <a:xfrm>
            <a:off x="50292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9" name="S06-line120"/>
          <p:cNvSpPr/>
          <p:nvPr/>
        </p:nvSpPr>
        <p:spPr>
          <a:xfrm>
            <a:off x="1986991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6-label121"/>
          <p:cNvSpPr txBox="1"/>
          <p:nvPr/>
        </p:nvSpPr>
        <p:spPr>
          <a:xfrm>
            <a:off x="1529791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1" name="S06-line122"/>
          <p:cNvSpPr/>
          <p:nvPr/>
        </p:nvSpPr>
        <p:spPr>
          <a:xfrm>
            <a:off x="301386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6-label123"/>
          <p:cNvSpPr txBox="1"/>
          <p:nvPr/>
        </p:nvSpPr>
        <p:spPr>
          <a:xfrm>
            <a:off x="255666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3" name="S06-line124"/>
          <p:cNvSpPr/>
          <p:nvPr/>
        </p:nvSpPr>
        <p:spPr>
          <a:xfrm>
            <a:off x="404073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6-label125"/>
          <p:cNvSpPr txBox="1"/>
          <p:nvPr/>
        </p:nvSpPr>
        <p:spPr>
          <a:xfrm>
            <a:off x="358353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5" name="S06-line126"/>
          <p:cNvSpPr/>
          <p:nvPr/>
        </p:nvSpPr>
        <p:spPr>
          <a:xfrm>
            <a:off x="5067605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6-label127"/>
          <p:cNvSpPr txBox="1"/>
          <p:nvPr/>
        </p:nvSpPr>
        <p:spPr>
          <a:xfrm>
            <a:off x="4610405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7" name="S06-line128"/>
          <p:cNvSpPr/>
          <p:nvPr/>
        </p:nvSpPr>
        <p:spPr>
          <a:xfrm>
            <a:off x="609447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6-label129"/>
          <p:cNvSpPr txBox="1"/>
          <p:nvPr/>
        </p:nvSpPr>
        <p:spPr>
          <a:xfrm>
            <a:off x="563727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9" name="S06-line130"/>
          <p:cNvSpPr/>
          <p:nvPr/>
        </p:nvSpPr>
        <p:spPr>
          <a:xfrm>
            <a:off x="7121347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6-label131"/>
          <p:cNvSpPr txBox="1"/>
          <p:nvPr/>
        </p:nvSpPr>
        <p:spPr>
          <a:xfrm>
            <a:off x="6664147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1" name="S06-line132"/>
          <p:cNvSpPr/>
          <p:nvPr/>
        </p:nvSpPr>
        <p:spPr>
          <a:xfrm>
            <a:off x="814821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6-label133"/>
          <p:cNvSpPr txBox="1"/>
          <p:nvPr/>
        </p:nvSpPr>
        <p:spPr>
          <a:xfrm>
            <a:off x="769101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3" name="S06-line134"/>
          <p:cNvSpPr/>
          <p:nvPr/>
        </p:nvSpPr>
        <p:spPr>
          <a:xfrm>
            <a:off x="917509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6-label135"/>
          <p:cNvSpPr txBox="1"/>
          <p:nvPr/>
        </p:nvSpPr>
        <p:spPr>
          <a:xfrm>
            <a:off x="871789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5" name="S06-line136"/>
          <p:cNvSpPr/>
          <p:nvPr/>
        </p:nvSpPr>
        <p:spPr>
          <a:xfrm>
            <a:off x="10201961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6-label137"/>
          <p:cNvSpPr txBox="1"/>
          <p:nvPr/>
        </p:nvSpPr>
        <p:spPr>
          <a:xfrm>
            <a:off x="9744761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7" name="S06-line138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6-label139"/>
          <p:cNvSpPr txBox="1"/>
          <p:nvPr/>
        </p:nvSpPr>
        <p:spPr>
          <a:xfrm>
            <a:off x="1077163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29" name="S06-mark140"/>
          <p:cNvSpPr/>
          <p:nvPr/>
        </p:nvSpPr>
        <p:spPr>
          <a:xfrm>
            <a:off x="2922422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0" name="S06-mark141"/>
          <p:cNvSpPr/>
          <p:nvPr/>
        </p:nvSpPr>
        <p:spPr>
          <a:xfrm>
            <a:off x="8056778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1" name="S06-line142"/>
          <p:cNvSpPr/>
          <p:nvPr/>
        </p:nvSpPr>
        <p:spPr>
          <a:xfrm flipV="1">
            <a:off x="3013862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2" name="S06-line143"/>
          <p:cNvSpPr/>
          <p:nvPr/>
        </p:nvSpPr>
        <p:spPr>
          <a:xfrm>
            <a:off x="3013862" y="3285266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3" name="S06-label144"/>
          <p:cNvSpPr txBox="1"/>
          <p:nvPr/>
        </p:nvSpPr>
        <p:spPr>
          <a:xfrm>
            <a:off x="3013862" y="2837718"/>
            <a:ext cx="1026871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34" name="S06-line145"/>
          <p:cNvSpPr/>
          <p:nvPr/>
        </p:nvSpPr>
        <p:spPr>
          <a:xfrm flipV="1">
            <a:off x="4040734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5" name="S06-line146"/>
          <p:cNvSpPr/>
          <p:nvPr/>
        </p:nvSpPr>
        <p:spPr>
          <a:xfrm>
            <a:off x="4040734" y="3285266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6" name="S06-label147"/>
          <p:cNvSpPr txBox="1"/>
          <p:nvPr/>
        </p:nvSpPr>
        <p:spPr>
          <a:xfrm>
            <a:off x="4040734" y="2837718"/>
            <a:ext cx="1026871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37" name="S06-line148"/>
          <p:cNvSpPr/>
          <p:nvPr/>
        </p:nvSpPr>
        <p:spPr>
          <a:xfrm flipV="1">
            <a:off x="5067605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8" name="S06-line149"/>
          <p:cNvSpPr/>
          <p:nvPr/>
        </p:nvSpPr>
        <p:spPr>
          <a:xfrm>
            <a:off x="5067605" y="3285266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9" name="S06-label150"/>
          <p:cNvSpPr txBox="1"/>
          <p:nvPr/>
        </p:nvSpPr>
        <p:spPr>
          <a:xfrm>
            <a:off x="5067605" y="2837718"/>
            <a:ext cx="1026871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40" name="S06-line151"/>
          <p:cNvSpPr/>
          <p:nvPr/>
        </p:nvSpPr>
        <p:spPr>
          <a:xfrm flipV="1">
            <a:off x="609447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1" name="S06-line152"/>
          <p:cNvSpPr/>
          <p:nvPr/>
        </p:nvSpPr>
        <p:spPr>
          <a:xfrm>
            <a:off x="6094476" y="3285266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2" name="S06-label153"/>
          <p:cNvSpPr txBox="1"/>
          <p:nvPr/>
        </p:nvSpPr>
        <p:spPr>
          <a:xfrm>
            <a:off x="6094476" y="2837718"/>
            <a:ext cx="1026871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43" name="S06-line154"/>
          <p:cNvSpPr/>
          <p:nvPr/>
        </p:nvSpPr>
        <p:spPr>
          <a:xfrm flipV="1">
            <a:off x="7121347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4" name="S06-line155"/>
          <p:cNvSpPr/>
          <p:nvPr/>
        </p:nvSpPr>
        <p:spPr>
          <a:xfrm>
            <a:off x="7121347" y="3285266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5" name="S06-label156"/>
          <p:cNvSpPr txBox="1"/>
          <p:nvPr/>
        </p:nvSpPr>
        <p:spPr>
          <a:xfrm>
            <a:off x="7121347" y="2837718"/>
            <a:ext cx="1026871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46" name="S06-figure157" descr="0부터 10까지 1 cm 눈금이 있는 자 그림. 물건의 한끝은 눈금 2, 다른 끝은 눈금 7에 있음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cm일까요?</a:t>
            </a:r>
            <a:endParaRPr lang="ko-KR" sz="4400" dirty="0"/>
          </a:p>
        </p:txBody>
      </p:sp>
      <p:sp>
        <p:nvSpPr>
          <p:cNvPr id="3" name="S07-card1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1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0에서 시작하지 않으면 1 cm가 몇 번인지 세요.</a:t>
            </a:r>
            <a:endParaRPr lang="ko-KR" sz="3200" dirty="0"/>
          </a:p>
        </p:txBody>
      </p:sp>
      <p:sp>
        <p:nvSpPr>
          <p:cNvPr id="5" name="S07-chip16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7-line161"/>
          <p:cNvSpPr/>
          <p:nvPr/>
        </p:nvSpPr>
        <p:spPr>
          <a:xfrm>
            <a:off x="1481328" y="2159000"/>
            <a:ext cx="393192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7-line162"/>
          <p:cNvSpPr/>
          <p:nvPr/>
        </p:nvSpPr>
        <p:spPr>
          <a:xfrm>
            <a:off x="1755648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7-label163"/>
          <p:cNvSpPr txBox="1"/>
          <p:nvPr/>
        </p:nvSpPr>
        <p:spPr>
          <a:xfrm>
            <a:off x="1298448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9" name="S07-line164"/>
          <p:cNvSpPr/>
          <p:nvPr/>
        </p:nvSpPr>
        <p:spPr>
          <a:xfrm>
            <a:off x="2093976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7-label165"/>
          <p:cNvSpPr txBox="1"/>
          <p:nvPr/>
        </p:nvSpPr>
        <p:spPr>
          <a:xfrm>
            <a:off x="1636776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11" name="S07-line166"/>
          <p:cNvSpPr/>
          <p:nvPr/>
        </p:nvSpPr>
        <p:spPr>
          <a:xfrm>
            <a:off x="2432304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7-label167"/>
          <p:cNvSpPr txBox="1"/>
          <p:nvPr/>
        </p:nvSpPr>
        <p:spPr>
          <a:xfrm>
            <a:off x="1975104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13" name="S07-line168"/>
          <p:cNvSpPr/>
          <p:nvPr/>
        </p:nvSpPr>
        <p:spPr>
          <a:xfrm>
            <a:off x="2770632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7-label169"/>
          <p:cNvSpPr txBox="1"/>
          <p:nvPr/>
        </p:nvSpPr>
        <p:spPr>
          <a:xfrm>
            <a:off x="2313432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5" name="S07-line170"/>
          <p:cNvSpPr/>
          <p:nvPr/>
        </p:nvSpPr>
        <p:spPr>
          <a:xfrm>
            <a:off x="3108960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7-label171"/>
          <p:cNvSpPr txBox="1"/>
          <p:nvPr/>
        </p:nvSpPr>
        <p:spPr>
          <a:xfrm>
            <a:off x="2651760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7" name="S07-line172"/>
          <p:cNvSpPr/>
          <p:nvPr/>
        </p:nvSpPr>
        <p:spPr>
          <a:xfrm>
            <a:off x="3447288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7-label173"/>
          <p:cNvSpPr txBox="1"/>
          <p:nvPr/>
        </p:nvSpPr>
        <p:spPr>
          <a:xfrm>
            <a:off x="2990088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19" name="S07-line174"/>
          <p:cNvSpPr/>
          <p:nvPr/>
        </p:nvSpPr>
        <p:spPr>
          <a:xfrm>
            <a:off x="3785616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7-label175"/>
          <p:cNvSpPr txBox="1"/>
          <p:nvPr/>
        </p:nvSpPr>
        <p:spPr>
          <a:xfrm>
            <a:off x="3328416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21" name="S07-line176"/>
          <p:cNvSpPr/>
          <p:nvPr/>
        </p:nvSpPr>
        <p:spPr>
          <a:xfrm>
            <a:off x="4123944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7-label177"/>
          <p:cNvSpPr txBox="1"/>
          <p:nvPr/>
        </p:nvSpPr>
        <p:spPr>
          <a:xfrm>
            <a:off x="3666744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23" name="S07-line178"/>
          <p:cNvSpPr/>
          <p:nvPr/>
        </p:nvSpPr>
        <p:spPr>
          <a:xfrm>
            <a:off x="4462272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7-label179"/>
          <p:cNvSpPr txBox="1"/>
          <p:nvPr/>
        </p:nvSpPr>
        <p:spPr>
          <a:xfrm>
            <a:off x="4005072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25" name="S07-line180"/>
          <p:cNvSpPr/>
          <p:nvPr/>
        </p:nvSpPr>
        <p:spPr>
          <a:xfrm>
            <a:off x="4800600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7-label181"/>
          <p:cNvSpPr txBox="1"/>
          <p:nvPr/>
        </p:nvSpPr>
        <p:spPr>
          <a:xfrm>
            <a:off x="4343400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27" name="S07-line182"/>
          <p:cNvSpPr/>
          <p:nvPr/>
        </p:nvSpPr>
        <p:spPr>
          <a:xfrm>
            <a:off x="5138928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7-label183"/>
          <p:cNvSpPr txBox="1"/>
          <p:nvPr/>
        </p:nvSpPr>
        <p:spPr>
          <a:xfrm>
            <a:off x="4681728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29" name="S07-mark184"/>
          <p:cNvSpPr/>
          <p:nvPr/>
        </p:nvSpPr>
        <p:spPr>
          <a:xfrm>
            <a:off x="1664208" y="206756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0" name="S07-mark185"/>
          <p:cNvSpPr/>
          <p:nvPr/>
        </p:nvSpPr>
        <p:spPr>
          <a:xfrm>
            <a:off x="2679192" y="206756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1" name="S07-line186"/>
          <p:cNvSpPr/>
          <p:nvPr/>
        </p:nvSpPr>
        <p:spPr>
          <a:xfrm flipV="1">
            <a:off x="1755648" y="177495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2" name="S07-line187"/>
          <p:cNvSpPr/>
          <p:nvPr/>
        </p:nvSpPr>
        <p:spPr>
          <a:xfrm>
            <a:off x="1755648" y="1774952"/>
            <a:ext cx="101498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3" name="S07-label188"/>
          <p:cNvSpPr txBox="1"/>
          <p:nvPr/>
        </p:nvSpPr>
        <p:spPr>
          <a:xfrm>
            <a:off x="1755648" y="1492504"/>
            <a:ext cx="1014984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클립</a:t>
            </a:r>
            <a:endParaRPr lang="ko-KR" sz="1600" dirty="0"/>
          </a:p>
        </p:txBody>
      </p:sp>
      <p:sp>
        <p:nvSpPr>
          <p:cNvPr id="34" name="S07-figure189" descr="0부터 10까지 1 cm 눈금이 있는 자 그림. 클립의 한끝은 눈금 0, 다른 끝은 눈금 3에 있음"/>
          <p:cNvSpPr/>
          <p:nvPr/>
        </p:nvSpPr>
        <p:spPr>
          <a:xfrm>
            <a:off x="1481328" y="1976120"/>
            <a:ext cx="3931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07-chip190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6" name="S07-line191"/>
          <p:cNvSpPr/>
          <p:nvPr/>
        </p:nvSpPr>
        <p:spPr>
          <a:xfrm>
            <a:off x="7210044" y="2159000"/>
            <a:ext cx="393192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37" name="S07-line192"/>
          <p:cNvSpPr/>
          <p:nvPr/>
        </p:nvSpPr>
        <p:spPr>
          <a:xfrm>
            <a:off x="7484364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07-label193"/>
          <p:cNvSpPr txBox="1"/>
          <p:nvPr/>
        </p:nvSpPr>
        <p:spPr>
          <a:xfrm>
            <a:off x="7027164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39" name="S07-line194"/>
          <p:cNvSpPr/>
          <p:nvPr/>
        </p:nvSpPr>
        <p:spPr>
          <a:xfrm>
            <a:off x="7822692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7-label195"/>
          <p:cNvSpPr txBox="1"/>
          <p:nvPr/>
        </p:nvSpPr>
        <p:spPr>
          <a:xfrm>
            <a:off x="7365492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41" name="S07-line196"/>
          <p:cNvSpPr/>
          <p:nvPr/>
        </p:nvSpPr>
        <p:spPr>
          <a:xfrm>
            <a:off x="8161020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07-label197"/>
          <p:cNvSpPr txBox="1"/>
          <p:nvPr/>
        </p:nvSpPr>
        <p:spPr>
          <a:xfrm>
            <a:off x="7703820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43" name="S07-line198"/>
          <p:cNvSpPr/>
          <p:nvPr/>
        </p:nvSpPr>
        <p:spPr>
          <a:xfrm>
            <a:off x="8499348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07-label199"/>
          <p:cNvSpPr txBox="1"/>
          <p:nvPr/>
        </p:nvSpPr>
        <p:spPr>
          <a:xfrm>
            <a:off x="8042148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45" name="S07-line200"/>
          <p:cNvSpPr/>
          <p:nvPr/>
        </p:nvSpPr>
        <p:spPr>
          <a:xfrm>
            <a:off x="8837676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07-label201"/>
          <p:cNvSpPr txBox="1"/>
          <p:nvPr/>
        </p:nvSpPr>
        <p:spPr>
          <a:xfrm>
            <a:off x="8380476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47" name="S07-line202"/>
          <p:cNvSpPr/>
          <p:nvPr/>
        </p:nvSpPr>
        <p:spPr>
          <a:xfrm>
            <a:off x="9176004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07-label203"/>
          <p:cNvSpPr txBox="1"/>
          <p:nvPr/>
        </p:nvSpPr>
        <p:spPr>
          <a:xfrm>
            <a:off x="8718804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49" name="S07-line204"/>
          <p:cNvSpPr/>
          <p:nvPr/>
        </p:nvSpPr>
        <p:spPr>
          <a:xfrm>
            <a:off x="9514332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07-label205"/>
          <p:cNvSpPr txBox="1"/>
          <p:nvPr/>
        </p:nvSpPr>
        <p:spPr>
          <a:xfrm>
            <a:off x="9057132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51" name="S07-line206"/>
          <p:cNvSpPr/>
          <p:nvPr/>
        </p:nvSpPr>
        <p:spPr>
          <a:xfrm>
            <a:off x="9852660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2" name="S07-label207"/>
          <p:cNvSpPr txBox="1"/>
          <p:nvPr/>
        </p:nvSpPr>
        <p:spPr>
          <a:xfrm>
            <a:off x="9395460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53" name="S07-line208"/>
          <p:cNvSpPr/>
          <p:nvPr/>
        </p:nvSpPr>
        <p:spPr>
          <a:xfrm>
            <a:off x="10190988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4" name="S07-label209"/>
          <p:cNvSpPr txBox="1"/>
          <p:nvPr/>
        </p:nvSpPr>
        <p:spPr>
          <a:xfrm>
            <a:off x="9733788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55" name="S07-line210"/>
          <p:cNvSpPr/>
          <p:nvPr/>
        </p:nvSpPr>
        <p:spPr>
          <a:xfrm>
            <a:off x="10529316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6" name="S07-label211"/>
          <p:cNvSpPr txBox="1"/>
          <p:nvPr/>
        </p:nvSpPr>
        <p:spPr>
          <a:xfrm>
            <a:off x="10072116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57" name="S07-line212"/>
          <p:cNvSpPr/>
          <p:nvPr/>
        </p:nvSpPr>
        <p:spPr>
          <a:xfrm>
            <a:off x="10867644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8" name="S07-label213"/>
          <p:cNvSpPr txBox="1"/>
          <p:nvPr/>
        </p:nvSpPr>
        <p:spPr>
          <a:xfrm>
            <a:off x="10410444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59" name="S07-mark214"/>
          <p:cNvSpPr/>
          <p:nvPr/>
        </p:nvSpPr>
        <p:spPr>
          <a:xfrm>
            <a:off x="7392924" y="206756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60" name="S07-mark215"/>
          <p:cNvSpPr/>
          <p:nvPr/>
        </p:nvSpPr>
        <p:spPr>
          <a:xfrm>
            <a:off x="9761220" y="206756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61" name="S07-line216"/>
          <p:cNvSpPr/>
          <p:nvPr/>
        </p:nvSpPr>
        <p:spPr>
          <a:xfrm flipV="1">
            <a:off x="7484364" y="177495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2" name="S07-line217"/>
          <p:cNvSpPr/>
          <p:nvPr/>
        </p:nvSpPr>
        <p:spPr>
          <a:xfrm>
            <a:off x="7484364" y="1774952"/>
            <a:ext cx="2368296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3" name="S07-label218"/>
          <p:cNvSpPr txBox="1"/>
          <p:nvPr/>
        </p:nvSpPr>
        <p:spPr>
          <a:xfrm>
            <a:off x="7484364" y="1492504"/>
            <a:ext cx="2368296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머리핀</a:t>
            </a:r>
            <a:endParaRPr lang="ko-KR" sz="1600" dirty="0"/>
          </a:p>
        </p:txBody>
      </p:sp>
      <p:sp>
        <p:nvSpPr>
          <p:cNvPr id="64" name="S07-figure219" descr="0부터 10까지 1 cm 눈금이 있는 자 그림. 머리핀의 한끝은 눈금 0, 다른 끝은 눈금 7에 있음"/>
          <p:cNvSpPr/>
          <p:nvPr/>
        </p:nvSpPr>
        <p:spPr>
          <a:xfrm>
            <a:off x="7210044" y="1976120"/>
            <a:ext cx="3931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07-chip220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66" name="S07-line221"/>
          <p:cNvSpPr/>
          <p:nvPr/>
        </p:nvSpPr>
        <p:spPr>
          <a:xfrm>
            <a:off x="1481328" y="4147820"/>
            <a:ext cx="393192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67" name="S07-line222"/>
          <p:cNvSpPr/>
          <p:nvPr/>
        </p:nvSpPr>
        <p:spPr>
          <a:xfrm>
            <a:off x="1755648" y="40015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8" name="S07-label223"/>
          <p:cNvSpPr txBox="1"/>
          <p:nvPr/>
        </p:nvSpPr>
        <p:spPr>
          <a:xfrm>
            <a:off x="1298448" y="43307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69" name="S07-line224"/>
          <p:cNvSpPr/>
          <p:nvPr/>
        </p:nvSpPr>
        <p:spPr>
          <a:xfrm>
            <a:off x="2093976" y="40015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0" name="S07-label225"/>
          <p:cNvSpPr txBox="1"/>
          <p:nvPr/>
        </p:nvSpPr>
        <p:spPr>
          <a:xfrm>
            <a:off x="1636776" y="43307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71" name="S07-line226"/>
          <p:cNvSpPr/>
          <p:nvPr/>
        </p:nvSpPr>
        <p:spPr>
          <a:xfrm>
            <a:off x="2432304" y="40015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2" name="S07-label227"/>
          <p:cNvSpPr txBox="1"/>
          <p:nvPr/>
        </p:nvSpPr>
        <p:spPr>
          <a:xfrm>
            <a:off x="1975104" y="43307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73" name="S07-line228"/>
          <p:cNvSpPr/>
          <p:nvPr/>
        </p:nvSpPr>
        <p:spPr>
          <a:xfrm>
            <a:off x="2770632" y="40015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4" name="S07-label229"/>
          <p:cNvSpPr txBox="1"/>
          <p:nvPr/>
        </p:nvSpPr>
        <p:spPr>
          <a:xfrm>
            <a:off x="2313432" y="43307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75" name="S07-line230"/>
          <p:cNvSpPr/>
          <p:nvPr/>
        </p:nvSpPr>
        <p:spPr>
          <a:xfrm>
            <a:off x="3108960" y="40015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6" name="S07-label231"/>
          <p:cNvSpPr txBox="1"/>
          <p:nvPr/>
        </p:nvSpPr>
        <p:spPr>
          <a:xfrm>
            <a:off x="2651760" y="43307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77" name="S07-line232"/>
          <p:cNvSpPr/>
          <p:nvPr/>
        </p:nvSpPr>
        <p:spPr>
          <a:xfrm>
            <a:off x="3447288" y="40015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8" name="S07-label233"/>
          <p:cNvSpPr txBox="1"/>
          <p:nvPr/>
        </p:nvSpPr>
        <p:spPr>
          <a:xfrm>
            <a:off x="2990088" y="43307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79" name="S07-line234"/>
          <p:cNvSpPr/>
          <p:nvPr/>
        </p:nvSpPr>
        <p:spPr>
          <a:xfrm>
            <a:off x="3785616" y="40015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0" name="S07-label235"/>
          <p:cNvSpPr txBox="1"/>
          <p:nvPr/>
        </p:nvSpPr>
        <p:spPr>
          <a:xfrm>
            <a:off x="3328416" y="43307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81" name="S07-line236"/>
          <p:cNvSpPr/>
          <p:nvPr/>
        </p:nvSpPr>
        <p:spPr>
          <a:xfrm>
            <a:off x="4123944" y="40015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2" name="S07-label237"/>
          <p:cNvSpPr txBox="1"/>
          <p:nvPr/>
        </p:nvSpPr>
        <p:spPr>
          <a:xfrm>
            <a:off x="3666744" y="43307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83" name="S07-line238"/>
          <p:cNvSpPr/>
          <p:nvPr/>
        </p:nvSpPr>
        <p:spPr>
          <a:xfrm>
            <a:off x="4462272" y="40015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4" name="S07-label239"/>
          <p:cNvSpPr txBox="1"/>
          <p:nvPr/>
        </p:nvSpPr>
        <p:spPr>
          <a:xfrm>
            <a:off x="4005072" y="43307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85" name="S07-line240"/>
          <p:cNvSpPr/>
          <p:nvPr/>
        </p:nvSpPr>
        <p:spPr>
          <a:xfrm>
            <a:off x="4800600" y="40015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6" name="S07-label241"/>
          <p:cNvSpPr txBox="1"/>
          <p:nvPr/>
        </p:nvSpPr>
        <p:spPr>
          <a:xfrm>
            <a:off x="4343400" y="43307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87" name="S07-line242"/>
          <p:cNvSpPr/>
          <p:nvPr/>
        </p:nvSpPr>
        <p:spPr>
          <a:xfrm>
            <a:off x="5138928" y="40015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8" name="S07-label243"/>
          <p:cNvSpPr txBox="1"/>
          <p:nvPr/>
        </p:nvSpPr>
        <p:spPr>
          <a:xfrm>
            <a:off x="4681728" y="43307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89" name="S07-mark244"/>
          <p:cNvSpPr/>
          <p:nvPr/>
        </p:nvSpPr>
        <p:spPr>
          <a:xfrm>
            <a:off x="2002536" y="405638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90" name="S07-mark245"/>
          <p:cNvSpPr/>
          <p:nvPr/>
        </p:nvSpPr>
        <p:spPr>
          <a:xfrm>
            <a:off x="3355848" y="405638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91" name="S07-line246"/>
          <p:cNvSpPr/>
          <p:nvPr/>
        </p:nvSpPr>
        <p:spPr>
          <a:xfrm flipV="1">
            <a:off x="2093976" y="376377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92" name="S07-line247"/>
          <p:cNvSpPr/>
          <p:nvPr/>
        </p:nvSpPr>
        <p:spPr>
          <a:xfrm>
            <a:off x="2093976" y="3763772"/>
            <a:ext cx="135331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93" name="S07-label248"/>
          <p:cNvSpPr txBox="1"/>
          <p:nvPr/>
        </p:nvSpPr>
        <p:spPr>
          <a:xfrm>
            <a:off x="2093976" y="3481324"/>
            <a:ext cx="1353312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</a:t>
            </a:r>
            <a:endParaRPr lang="ko-KR" sz="1600" dirty="0"/>
          </a:p>
        </p:txBody>
      </p:sp>
      <p:sp>
        <p:nvSpPr>
          <p:cNvPr id="94" name="S07-figure249" descr="0부터 10까지 1 cm 눈금이 있는 자 그림. 블록의 한끝은 눈금 1, 다른 끝은 눈금 5에 있음"/>
          <p:cNvSpPr/>
          <p:nvPr/>
        </p:nvSpPr>
        <p:spPr>
          <a:xfrm>
            <a:off x="1481328" y="3964940"/>
            <a:ext cx="3931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07-chip250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96" name="S07-line251"/>
          <p:cNvSpPr/>
          <p:nvPr/>
        </p:nvSpPr>
        <p:spPr>
          <a:xfrm>
            <a:off x="7210044" y="4147820"/>
            <a:ext cx="393192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7" name="S07-line252"/>
          <p:cNvSpPr/>
          <p:nvPr/>
        </p:nvSpPr>
        <p:spPr>
          <a:xfrm>
            <a:off x="7484364" y="40015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8" name="S07-label253"/>
          <p:cNvSpPr txBox="1"/>
          <p:nvPr/>
        </p:nvSpPr>
        <p:spPr>
          <a:xfrm>
            <a:off x="7027164" y="43307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99" name="S07-line254"/>
          <p:cNvSpPr/>
          <p:nvPr/>
        </p:nvSpPr>
        <p:spPr>
          <a:xfrm>
            <a:off x="7822692" y="40015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0" name="S07-label255"/>
          <p:cNvSpPr txBox="1"/>
          <p:nvPr/>
        </p:nvSpPr>
        <p:spPr>
          <a:xfrm>
            <a:off x="7365492" y="43307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101" name="S07-line256"/>
          <p:cNvSpPr/>
          <p:nvPr/>
        </p:nvSpPr>
        <p:spPr>
          <a:xfrm>
            <a:off x="8161020" y="40015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2" name="S07-label257"/>
          <p:cNvSpPr txBox="1"/>
          <p:nvPr/>
        </p:nvSpPr>
        <p:spPr>
          <a:xfrm>
            <a:off x="7703820" y="43307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103" name="S07-line258"/>
          <p:cNvSpPr/>
          <p:nvPr/>
        </p:nvSpPr>
        <p:spPr>
          <a:xfrm>
            <a:off x="8499348" y="40015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4" name="S07-label259"/>
          <p:cNvSpPr txBox="1"/>
          <p:nvPr/>
        </p:nvSpPr>
        <p:spPr>
          <a:xfrm>
            <a:off x="8042148" y="43307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05" name="S07-line260"/>
          <p:cNvSpPr/>
          <p:nvPr/>
        </p:nvSpPr>
        <p:spPr>
          <a:xfrm>
            <a:off x="8837676" y="40015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6" name="S07-label261"/>
          <p:cNvSpPr txBox="1"/>
          <p:nvPr/>
        </p:nvSpPr>
        <p:spPr>
          <a:xfrm>
            <a:off x="8380476" y="43307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07" name="S07-line262"/>
          <p:cNvSpPr/>
          <p:nvPr/>
        </p:nvSpPr>
        <p:spPr>
          <a:xfrm>
            <a:off x="9176004" y="40015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8" name="S07-label263"/>
          <p:cNvSpPr txBox="1"/>
          <p:nvPr/>
        </p:nvSpPr>
        <p:spPr>
          <a:xfrm>
            <a:off x="8718804" y="43307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109" name="S07-line264"/>
          <p:cNvSpPr/>
          <p:nvPr/>
        </p:nvSpPr>
        <p:spPr>
          <a:xfrm>
            <a:off x="9514332" y="40015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0" name="S07-label265"/>
          <p:cNvSpPr txBox="1"/>
          <p:nvPr/>
        </p:nvSpPr>
        <p:spPr>
          <a:xfrm>
            <a:off x="9057132" y="43307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111" name="S07-line266"/>
          <p:cNvSpPr/>
          <p:nvPr/>
        </p:nvSpPr>
        <p:spPr>
          <a:xfrm>
            <a:off x="9852660" y="40015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2" name="S07-label267"/>
          <p:cNvSpPr txBox="1"/>
          <p:nvPr/>
        </p:nvSpPr>
        <p:spPr>
          <a:xfrm>
            <a:off x="9395460" y="43307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113" name="S07-line268"/>
          <p:cNvSpPr/>
          <p:nvPr/>
        </p:nvSpPr>
        <p:spPr>
          <a:xfrm>
            <a:off x="10190988" y="40015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4" name="S07-label269"/>
          <p:cNvSpPr txBox="1"/>
          <p:nvPr/>
        </p:nvSpPr>
        <p:spPr>
          <a:xfrm>
            <a:off x="9733788" y="43307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115" name="S07-line270"/>
          <p:cNvSpPr/>
          <p:nvPr/>
        </p:nvSpPr>
        <p:spPr>
          <a:xfrm>
            <a:off x="10529316" y="40015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6" name="S07-label271"/>
          <p:cNvSpPr txBox="1"/>
          <p:nvPr/>
        </p:nvSpPr>
        <p:spPr>
          <a:xfrm>
            <a:off x="10072116" y="43307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117" name="S07-line272"/>
          <p:cNvSpPr/>
          <p:nvPr/>
        </p:nvSpPr>
        <p:spPr>
          <a:xfrm>
            <a:off x="10867644" y="40015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8" name="S07-label273"/>
          <p:cNvSpPr txBox="1"/>
          <p:nvPr/>
        </p:nvSpPr>
        <p:spPr>
          <a:xfrm>
            <a:off x="10410444" y="43307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119" name="S07-mark274"/>
          <p:cNvSpPr/>
          <p:nvPr/>
        </p:nvSpPr>
        <p:spPr>
          <a:xfrm>
            <a:off x="8407908" y="405638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120" name="S07-mark275"/>
          <p:cNvSpPr/>
          <p:nvPr/>
        </p:nvSpPr>
        <p:spPr>
          <a:xfrm>
            <a:off x="10437876" y="405638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121" name="S07-line276"/>
          <p:cNvSpPr/>
          <p:nvPr/>
        </p:nvSpPr>
        <p:spPr>
          <a:xfrm flipV="1">
            <a:off x="8499348" y="376377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122" name="S07-line277"/>
          <p:cNvSpPr/>
          <p:nvPr/>
        </p:nvSpPr>
        <p:spPr>
          <a:xfrm>
            <a:off x="8499348" y="3763772"/>
            <a:ext cx="2029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3" name="S07-label278"/>
          <p:cNvSpPr txBox="1"/>
          <p:nvPr/>
        </p:nvSpPr>
        <p:spPr>
          <a:xfrm>
            <a:off x="8499348" y="3481324"/>
            <a:ext cx="202996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</a:t>
            </a:r>
            <a:endParaRPr lang="ko-KR" sz="1600" dirty="0"/>
          </a:p>
        </p:txBody>
      </p:sp>
      <p:sp>
        <p:nvSpPr>
          <p:cNvPr id="124" name="S07-figure279" descr="0부터 10까지 1 cm 눈금이 있는 자 그림. 풀의 한끝은 눈금 3, 다른 끝은 눈금 9에 있음"/>
          <p:cNvSpPr/>
          <p:nvPr/>
        </p:nvSpPr>
        <p:spPr>
          <a:xfrm>
            <a:off x="7210044" y="3964940"/>
            <a:ext cx="3931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8-card28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28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열쇠의 한끝을 1에 맞추어 재었어요.</a:t>
            </a:r>
            <a:endParaRPr lang="ko-KR" sz="3200" dirty="0"/>
          </a:p>
        </p:txBody>
      </p:sp>
      <p:sp>
        <p:nvSpPr>
          <p:cNvPr id="5" name="S08-card2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2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8-chip28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6 cm</a:t>
            </a:r>
            <a:endParaRPr lang="ko-KR" sz="2600" dirty="0"/>
          </a:p>
        </p:txBody>
      </p:sp>
      <p:sp>
        <p:nvSpPr>
          <p:cNvPr id="8" name="S08-line285"/>
          <p:cNvSpPr/>
          <p:nvPr/>
        </p:nvSpPr>
        <p:spPr>
          <a:xfrm>
            <a:off x="685800" y="3930396"/>
            <a:ext cx="5088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08-line286"/>
          <p:cNvSpPr/>
          <p:nvPr/>
        </p:nvSpPr>
        <p:spPr>
          <a:xfrm>
            <a:off x="960120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8-label287"/>
          <p:cNvSpPr txBox="1"/>
          <p:nvPr/>
        </p:nvSpPr>
        <p:spPr>
          <a:xfrm>
            <a:off x="502920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000" dirty="0"/>
          </a:p>
        </p:txBody>
      </p:sp>
      <p:sp>
        <p:nvSpPr>
          <p:cNvPr id="11" name="S08-line288"/>
          <p:cNvSpPr/>
          <p:nvPr/>
        </p:nvSpPr>
        <p:spPr>
          <a:xfrm>
            <a:off x="1414120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8-label289"/>
          <p:cNvSpPr txBox="1"/>
          <p:nvPr/>
        </p:nvSpPr>
        <p:spPr>
          <a:xfrm>
            <a:off x="956920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000" dirty="0"/>
          </a:p>
        </p:txBody>
      </p:sp>
      <p:sp>
        <p:nvSpPr>
          <p:cNvPr id="13" name="S08-line290"/>
          <p:cNvSpPr/>
          <p:nvPr/>
        </p:nvSpPr>
        <p:spPr>
          <a:xfrm>
            <a:off x="1868119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8-label291"/>
          <p:cNvSpPr txBox="1"/>
          <p:nvPr/>
        </p:nvSpPr>
        <p:spPr>
          <a:xfrm>
            <a:off x="1410919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000" dirty="0"/>
          </a:p>
        </p:txBody>
      </p:sp>
      <p:sp>
        <p:nvSpPr>
          <p:cNvPr id="15" name="S08-line292"/>
          <p:cNvSpPr/>
          <p:nvPr/>
        </p:nvSpPr>
        <p:spPr>
          <a:xfrm>
            <a:off x="2322119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8-label293"/>
          <p:cNvSpPr txBox="1"/>
          <p:nvPr/>
        </p:nvSpPr>
        <p:spPr>
          <a:xfrm>
            <a:off x="1864919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000" dirty="0"/>
          </a:p>
        </p:txBody>
      </p:sp>
      <p:sp>
        <p:nvSpPr>
          <p:cNvPr id="17" name="S08-line294"/>
          <p:cNvSpPr/>
          <p:nvPr/>
        </p:nvSpPr>
        <p:spPr>
          <a:xfrm>
            <a:off x="2776118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8-label295"/>
          <p:cNvSpPr txBox="1"/>
          <p:nvPr/>
        </p:nvSpPr>
        <p:spPr>
          <a:xfrm>
            <a:off x="2318918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000" dirty="0"/>
          </a:p>
        </p:txBody>
      </p:sp>
      <p:sp>
        <p:nvSpPr>
          <p:cNvPr id="19" name="S08-line296"/>
          <p:cNvSpPr/>
          <p:nvPr/>
        </p:nvSpPr>
        <p:spPr>
          <a:xfrm>
            <a:off x="3230118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8-label297"/>
          <p:cNvSpPr txBox="1"/>
          <p:nvPr/>
        </p:nvSpPr>
        <p:spPr>
          <a:xfrm>
            <a:off x="2772918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000" dirty="0"/>
          </a:p>
        </p:txBody>
      </p:sp>
      <p:sp>
        <p:nvSpPr>
          <p:cNvPr id="21" name="S08-line298"/>
          <p:cNvSpPr/>
          <p:nvPr/>
        </p:nvSpPr>
        <p:spPr>
          <a:xfrm>
            <a:off x="3684118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8-label299"/>
          <p:cNvSpPr txBox="1"/>
          <p:nvPr/>
        </p:nvSpPr>
        <p:spPr>
          <a:xfrm>
            <a:off x="3226918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000" dirty="0"/>
          </a:p>
        </p:txBody>
      </p:sp>
      <p:sp>
        <p:nvSpPr>
          <p:cNvPr id="23" name="S08-line300"/>
          <p:cNvSpPr/>
          <p:nvPr/>
        </p:nvSpPr>
        <p:spPr>
          <a:xfrm>
            <a:off x="4138117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8-label301"/>
          <p:cNvSpPr txBox="1"/>
          <p:nvPr/>
        </p:nvSpPr>
        <p:spPr>
          <a:xfrm>
            <a:off x="3680917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000" dirty="0"/>
          </a:p>
        </p:txBody>
      </p:sp>
      <p:sp>
        <p:nvSpPr>
          <p:cNvPr id="25" name="S08-line302"/>
          <p:cNvSpPr/>
          <p:nvPr/>
        </p:nvSpPr>
        <p:spPr>
          <a:xfrm>
            <a:off x="4592117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8-label303"/>
          <p:cNvSpPr txBox="1"/>
          <p:nvPr/>
        </p:nvSpPr>
        <p:spPr>
          <a:xfrm>
            <a:off x="4134917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000" dirty="0"/>
          </a:p>
        </p:txBody>
      </p:sp>
      <p:sp>
        <p:nvSpPr>
          <p:cNvPr id="27" name="S08-line304"/>
          <p:cNvSpPr/>
          <p:nvPr/>
        </p:nvSpPr>
        <p:spPr>
          <a:xfrm>
            <a:off x="5046116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8-label305"/>
          <p:cNvSpPr txBox="1"/>
          <p:nvPr/>
        </p:nvSpPr>
        <p:spPr>
          <a:xfrm>
            <a:off x="4588916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000" dirty="0"/>
          </a:p>
        </p:txBody>
      </p:sp>
      <p:sp>
        <p:nvSpPr>
          <p:cNvPr id="29" name="S08-line306"/>
          <p:cNvSpPr/>
          <p:nvPr/>
        </p:nvSpPr>
        <p:spPr>
          <a:xfrm>
            <a:off x="5500116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8-label307"/>
          <p:cNvSpPr txBox="1"/>
          <p:nvPr/>
        </p:nvSpPr>
        <p:spPr>
          <a:xfrm>
            <a:off x="5042916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000" dirty="0"/>
          </a:p>
        </p:txBody>
      </p:sp>
      <p:sp>
        <p:nvSpPr>
          <p:cNvPr id="31" name="S08-mark308"/>
          <p:cNvSpPr/>
          <p:nvPr/>
        </p:nvSpPr>
        <p:spPr>
          <a:xfrm>
            <a:off x="1322680" y="3838956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2" name="S08-mark309"/>
          <p:cNvSpPr/>
          <p:nvPr/>
        </p:nvSpPr>
        <p:spPr>
          <a:xfrm>
            <a:off x="3592678" y="3838956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3" name="S08-line310"/>
          <p:cNvSpPr/>
          <p:nvPr/>
        </p:nvSpPr>
        <p:spPr>
          <a:xfrm flipV="1">
            <a:off x="1414120" y="354634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4" name="S08-line311"/>
          <p:cNvSpPr/>
          <p:nvPr/>
        </p:nvSpPr>
        <p:spPr>
          <a:xfrm>
            <a:off x="1414120" y="3546348"/>
            <a:ext cx="226999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5" name="S08-label312"/>
          <p:cNvSpPr txBox="1"/>
          <p:nvPr/>
        </p:nvSpPr>
        <p:spPr>
          <a:xfrm>
            <a:off x="1414120" y="3197860"/>
            <a:ext cx="226999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열쇠</a:t>
            </a:r>
            <a:endParaRPr lang="ko-KR" sz="2000" dirty="0"/>
          </a:p>
        </p:txBody>
      </p:sp>
      <p:sp>
        <p:nvSpPr>
          <p:cNvPr id="36" name="S08-figure313" descr="0부터 10까지 1 cm 눈금이 있는 자 그림. 열쇠의 한끝은 눈금 1, 다른 끝은 눈금 6에 있음"/>
          <p:cNvSpPr/>
          <p:nvPr/>
        </p:nvSpPr>
        <p:spPr>
          <a:xfrm>
            <a:off x="685800" y="3747516"/>
            <a:ext cx="508863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08-text314"/>
          <p:cNvSpPr txBox="1"/>
          <p:nvPr/>
        </p:nvSpPr>
        <p:spPr>
          <a:xfrm>
            <a:off x="548640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끝의 눈금 6을 읽었어요.</a:t>
            </a:r>
            <a:endParaRPr lang="ko-KR" sz="2600" dirty="0"/>
          </a:p>
        </p:txBody>
      </p:sp>
      <p:sp>
        <p:nvSpPr>
          <p:cNvPr id="38" name="S08-chip31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5 cm</a:t>
            </a:r>
            <a:endParaRPr lang="ko-KR" sz="2600" dirty="0"/>
          </a:p>
        </p:txBody>
      </p:sp>
      <p:sp>
        <p:nvSpPr>
          <p:cNvPr id="39" name="S08-line316"/>
          <p:cNvSpPr/>
          <p:nvPr/>
        </p:nvSpPr>
        <p:spPr>
          <a:xfrm>
            <a:off x="6414516" y="3930396"/>
            <a:ext cx="5088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40" name="S08-line317"/>
          <p:cNvSpPr/>
          <p:nvPr/>
        </p:nvSpPr>
        <p:spPr>
          <a:xfrm>
            <a:off x="6688836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8-label318"/>
          <p:cNvSpPr txBox="1"/>
          <p:nvPr/>
        </p:nvSpPr>
        <p:spPr>
          <a:xfrm>
            <a:off x="6231636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000" dirty="0"/>
          </a:p>
        </p:txBody>
      </p:sp>
      <p:sp>
        <p:nvSpPr>
          <p:cNvPr id="42" name="S08-line319"/>
          <p:cNvSpPr/>
          <p:nvPr/>
        </p:nvSpPr>
        <p:spPr>
          <a:xfrm>
            <a:off x="7142836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3" name="S08-label320"/>
          <p:cNvSpPr txBox="1"/>
          <p:nvPr/>
        </p:nvSpPr>
        <p:spPr>
          <a:xfrm>
            <a:off x="6685636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000" dirty="0"/>
          </a:p>
        </p:txBody>
      </p:sp>
      <p:sp>
        <p:nvSpPr>
          <p:cNvPr id="44" name="S08-line321"/>
          <p:cNvSpPr/>
          <p:nvPr/>
        </p:nvSpPr>
        <p:spPr>
          <a:xfrm>
            <a:off x="7596835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8-label322"/>
          <p:cNvSpPr txBox="1"/>
          <p:nvPr/>
        </p:nvSpPr>
        <p:spPr>
          <a:xfrm>
            <a:off x="7139635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000" dirty="0"/>
          </a:p>
        </p:txBody>
      </p:sp>
      <p:sp>
        <p:nvSpPr>
          <p:cNvPr id="46" name="S08-line323"/>
          <p:cNvSpPr/>
          <p:nvPr/>
        </p:nvSpPr>
        <p:spPr>
          <a:xfrm>
            <a:off x="8050835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7" name="S08-label324"/>
          <p:cNvSpPr txBox="1"/>
          <p:nvPr/>
        </p:nvSpPr>
        <p:spPr>
          <a:xfrm>
            <a:off x="7593635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000" dirty="0"/>
          </a:p>
        </p:txBody>
      </p:sp>
      <p:sp>
        <p:nvSpPr>
          <p:cNvPr id="48" name="S08-line325"/>
          <p:cNvSpPr/>
          <p:nvPr/>
        </p:nvSpPr>
        <p:spPr>
          <a:xfrm>
            <a:off x="8504834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9" name="S08-label326"/>
          <p:cNvSpPr txBox="1"/>
          <p:nvPr/>
        </p:nvSpPr>
        <p:spPr>
          <a:xfrm>
            <a:off x="8047634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000" dirty="0"/>
          </a:p>
        </p:txBody>
      </p:sp>
      <p:sp>
        <p:nvSpPr>
          <p:cNvPr id="50" name="S08-line327"/>
          <p:cNvSpPr/>
          <p:nvPr/>
        </p:nvSpPr>
        <p:spPr>
          <a:xfrm>
            <a:off x="8958834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1" name="S08-label328"/>
          <p:cNvSpPr txBox="1"/>
          <p:nvPr/>
        </p:nvSpPr>
        <p:spPr>
          <a:xfrm>
            <a:off x="8501634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000" dirty="0"/>
          </a:p>
        </p:txBody>
      </p:sp>
      <p:sp>
        <p:nvSpPr>
          <p:cNvPr id="52" name="S08-line329"/>
          <p:cNvSpPr/>
          <p:nvPr/>
        </p:nvSpPr>
        <p:spPr>
          <a:xfrm>
            <a:off x="9412834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3" name="S08-label330"/>
          <p:cNvSpPr txBox="1"/>
          <p:nvPr/>
        </p:nvSpPr>
        <p:spPr>
          <a:xfrm>
            <a:off x="8955634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000" dirty="0"/>
          </a:p>
        </p:txBody>
      </p:sp>
      <p:sp>
        <p:nvSpPr>
          <p:cNvPr id="54" name="S08-line331"/>
          <p:cNvSpPr/>
          <p:nvPr/>
        </p:nvSpPr>
        <p:spPr>
          <a:xfrm>
            <a:off x="9866833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5" name="S08-label332"/>
          <p:cNvSpPr txBox="1"/>
          <p:nvPr/>
        </p:nvSpPr>
        <p:spPr>
          <a:xfrm>
            <a:off x="9409633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000" dirty="0"/>
          </a:p>
        </p:txBody>
      </p:sp>
      <p:sp>
        <p:nvSpPr>
          <p:cNvPr id="56" name="S08-line333"/>
          <p:cNvSpPr/>
          <p:nvPr/>
        </p:nvSpPr>
        <p:spPr>
          <a:xfrm>
            <a:off x="10320833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7" name="S08-label334"/>
          <p:cNvSpPr txBox="1"/>
          <p:nvPr/>
        </p:nvSpPr>
        <p:spPr>
          <a:xfrm>
            <a:off x="9863633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000" dirty="0"/>
          </a:p>
        </p:txBody>
      </p:sp>
      <p:sp>
        <p:nvSpPr>
          <p:cNvPr id="58" name="S08-line335"/>
          <p:cNvSpPr/>
          <p:nvPr/>
        </p:nvSpPr>
        <p:spPr>
          <a:xfrm>
            <a:off x="10774832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9" name="S08-label336"/>
          <p:cNvSpPr txBox="1"/>
          <p:nvPr/>
        </p:nvSpPr>
        <p:spPr>
          <a:xfrm>
            <a:off x="10317632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000" dirty="0"/>
          </a:p>
        </p:txBody>
      </p:sp>
      <p:sp>
        <p:nvSpPr>
          <p:cNvPr id="60" name="S08-line337"/>
          <p:cNvSpPr/>
          <p:nvPr/>
        </p:nvSpPr>
        <p:spPr>
          <a:xfrm>
            <a:off x="11228832" y="378409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1" name="S08-label338"/>
          <p:cNvSpPr txBox="1"/>
          <p:nvPr/>
        </p:nvSpPr>
        <p:spPr>
          <a:xfrm>
            <a:off x="10771632" y="4113276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000" dirty="0"/>
          </a:p>
        </p:txBody>
      </p:sp>
      <p:sp>
        <p:nvSpPr>
          <p:cNvPr id="62" name="S08-mark339"/>
          <p:cNvSpPr/>
          <p:nvPr/>
        </p:nvSpPr>
        <p:spPr>
          <a:xfrm>
            <a:off x="7051396" y="3838956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63" name="S08-mark340"/>
          <p:cNvSpPr/>
          <p:nvPr/>
        </p:nvSpPr>
        <p:spPr>
          <a:xfrm>
            <a:off x="9321394" y="3838956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64" name="S08-line341"/>
          <p:cNvSpPr/>
          <p:nvPr/>
        </p:nvSpPr>
        <p:spPr>
          <a:xfrm flipV="1">
            <a:off x="7142836" y="354634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5" name="S08-line342"/>
          <p:cNvSpPr/>
          <p:nvPr/>
        </p:nvSpPr>
        <p:spPr>
          <a:xfrm>
            <a:off x="7142836" y="3546348"/>
            <a:ext cx="454000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6" name="S08-label343"/>
          <p:cNvSpPr txBox="1"/>
          <p:nvPr/>
        </p:nvSpPr>
        <p:spPr>
          <a:xfrm>
            <a:off x="7142836" y="3197860"/>
            <a:ext cx="45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000" dirty="0"/>
          </a:p>
        </p:txBody>
      </p:sp>
      <p:sp>
        <p:nvSpPr>
          <p:cNvPr id="67" name="S08-line344"/>
          <p:cNvSpPr/>
          <p:nvPr/>
        </p:nvSpPr>
        <p:spPr>
          <a:xfrm flipV="1">
            <a:off x="7596835" y="354634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8" name="S08-line345"/>
          <p:cNvSpPr/>
          <p:nvPr/>
        </p:nvSpPr>
        <p:spPr>
          <a:xfrm>
            <a:off x="7596835" y="3546348"/>
            <a:ext cx="454000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9" name="S08-label346"/>
          <p:cNvSpPr txBox="1"/>
          <p:nvPr/>
        </p:nvSpPr>
        <p:spPr>
          <a:xfrm>
            <a:off x="7596835" y="3197860"/>
            <a:ext cx="45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000" dirty="0"/>
          </a:p>
        </p:txBody>
      </p:sp>
      <p:sp>
        <p:nvSpPr>
          <p:cNvPr id="70" name="S08-line347"/>
          <p:cNvSpPr/>
          <p:nvPr/>
        </p:nvSpPr>
        <p:spPr>
          <a:xfrm flipV="1">
            <a:off x="8050835" y="354634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71" name="S08-line348"/>
          <p:cNvSpPr/>
          <p:nvPr/>
        </p:nvSpPr>
        <p:spPr>
          <a:xfrm>
            <a:off x="8050835" y="3546348"/>
            <a:ext cx="454000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2" name="S08-label349"/>
          <p:cNvSpPr txBox="1"/>
          <p:nvPr/>
        </p:nvSpPr>
        <p:spPr>
          <a:xfrm>
            <a:off x="8050835" y="3197860"/>
            <a:ext cx="45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000" dirty="0"/>
          </a:p>
        </p:txBody>
      </p:sp>
      <p:sp>
        <p:nvSpPr>
          <p:cNvPr id="73" name="S08-line350"/>
          <p:cNvSpPr/>
          <p:nvPr/>
        </p:nvSpPr>
        <p:spPr>
          <a:xfrm flipV="1">
            <a:off x="8504834" y="354634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74" name="S08-line351"/>
          <p:cNvSpPr/>
          <p:nvPr/>
        </p:nvSpPr>
        <p:spPr>
          <a:xfrm>
            <a:off x="8504834" y="3546348"/>
            <a:ext cx="454000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5" name="S08-label352"/>
          <p:cNvSpPr txBox="1"/>
          <p:nvPr/>
        </p:nvSpPr>
        <p:spPr>
          <a:xfrm>
            <a:off x="8504834" y="3197860"/>
            <a:ext cx="45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000" dirty="0"/>
          </a:p>
        </p:txBody>
      </p:sp>
      <p:sp>
        <p:nvSpPr>
          <p:cNvPr id="76" name="S08-line353"/>
          <p:cNvSpPr/>
          <p:nvPr/>
        </p:nvSpPr>
        <p:spPr>
          <a:xfrm flipV="1">
            <a:off x="8958834" y="354634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77" name="S08-line354"/>
          <p:cNvSpPr/>
          <p:nvPr/>
        </p:nvSpPr>
        <p:spPr>
          <a:xfrm>
            <a:off x="8958834" y="3546348"/>
            <a:ext cx="454000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8" name="S08-label355"/>
          <p:cNvSpPr txBox="1"/>
          <p:nvPr/>
        </p:nvSpPr>
        <p:spPr>
          <a:xfrm>
            <a:off x="8958834" y="3197860"/>
            <a:ext cx="45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000" dirty="0"/>
          </a:p>
        </p:txBody>
      </p:sp>
      <p:sp>
        <p:nvSpPr>
          <p:cNvPr id="79" name="S08-figure356" descr="0부터 10까지 1 cm 눈금이 있는 자 그림. 물건의 한끝은 눈금 1, 다른 끝은 눈금 6에 있음"/>
          <p:cNvSpPr/>
          <p:nvPr/>
        </p:nvSpPr>
        <p:spPr>
          <a:xfrm>
            <a:off x="6414516" y="3747516"/>
            <a:ext cx="508863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08-text357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cm가 몇 번인지 셌어요.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몇 cm</a:t>
            </a:r>
            <a:endParaRPr lang="ko-KR" sz="4400" dirty="0"/>
          </a:p>
        </p:txBody>
      </p:sp>
      <p:sp>
        <p:nvSpPr>
          <p:cNvPr id="3" name="S09-text3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막대의 끝이 6과 7 사이에 있어요.</a:t>
            </a:r>
            <a:endParaRPr lang="ko-KR" sz="3200" dirty="0"/>
          </a:p>
        </p:txBody>
      </p:sp>
      <p:sp>
        <p:nvSpPr>
          <p:cNvPr id="4" name="S09-card3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3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사이에 있으면 가까운 쪽 숫자에 ‘약’을 붙여요.</a:t>
            </a:r>
            <a:endParaRPr lang="ko-KR" sz="3200" dirty="0"/>
          </a:p>
        </p:txBody>
      </p:sp>
      <p:sp>
        <p:nvSpPr>
          <p:cNvPr id="6" name="S09-card361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362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7에 더 가까워요.</a:t>
            </a:r>
            <a:endParaRPr lang="ko-KR" sz="3200" dirty="0"/>
          </a:p>
        </p:txBody>
      </p:sp>
      <p:sp>
        <p:nvSpPr>
          <p:cNvPr id="8" name="S09-card363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9-cardtext364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‘약 7 cm’라고 말해요.</a:t>
            </a:r>
            <a:endParaRPr lang="ko-KR" sz="3200" dirty="0"/>
          </a:p>
        </p:txBody>
      </p:sp>
      <p:sp>
        <p:nvSpPr>
          <p:cNvPr id="10" name="S09-line365"/>
          <p:cNvSpPr/>
          <p:nvPr/>
        </p:nvSpPr>
        <p:spPr>
          <a:xfrm>
            <a:off x="685800" y="3228340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1" name="S09-line366"/>
          <p:cNvSpPr/>
          <p:nvPr/>
        </p:nvSpPr>
        <p:spPr>
          <a:xfrm>
            <a:off x="960120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9-label367"/>
          <p:cNvSpPr txBox="1"/>
          <p:nvPr/>
        </p:nvSpPr>
        <p:spPr>
          <a:xfrm>
            <a:off x="502920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13" name="S09-line368"/>
          <p:cNvSpPr/>
          <p:nvPr/>
        </p:nvSpPr>
        <p:spPr>
          <a:xfrm>
            <a:off x="1986991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9-label369"/>
          <p:cNvSpPr txBox="1"/>
          <p:nvPr/>
        </p:nvSpPr>
        <p:spPr>
          <a:xfrm>
            <a:off x="1529791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5" name="S09-line370"/>
          <p:cNvSpPr/>
          <p:nvPr/>
        </p:nvSpPr>
        <p:spPr>
          <a:xfrm>
            <a:off x="3013862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9-label371"/>
          <p:cNvSpPr txBox="1"/>
          <p:nvPr/>
        </p:nvSpPr>
        <p:spPr>
          <a:xfrm>
            <a:off x="2556662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7" name="S09-line372"/>
          <p:cNvSpPr/>
          <p:nvPr/>
        </p:nvSpPr>
        <p:spPr>
          <a:xfrm>
            <a:off x="4040734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9-label373"/>
          <p:cNvSpPr txBox="1"/>
          <p:nvPr/>
        </p:nvSpPr>
        <p:spPr>
          <a:xfrm>
            <a:off x="3583534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9" name="S09-line374"/>
          <p:cNvSpPr/>
          <p:nvPr/>
        </p:nvSpPr>
        <p:spPr>
          <a:xfrm>
            <a:off x="5067605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9-label375"/>
          <p:cNvSpPr txBox="1"/>
          <p:nvPr/>
        </p:nvSpPr>
        <p:spPr>
          <a:xfrm>
            <a:off x="4610405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1" name="S09-line376"/>
          <p:cNvSpPr/>
          <p:nvPr/>
        </p:nvSpPr>
        <p:spPr>
          <a:xfrm>
            <a:off x="6094476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9-label377"/>
          <p:cNvSpPr txBox="1"/>
          <p:nvPr/>
        </p:nvSpPr>
        <p:spPr>
          <a:xfrm>
            <a:off x="5637276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3" name="S09-line378"/>
          <p:cNvSpPr/>
          <p:nvPr/>
        </p:nvSpPr>
        <p:spPr>
          <a:xfrm>
            <a:off x="7121347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9-label379"/>
          <p:cNvSpPr txBox="1"/>
          <p:nvPr/>
        </p:nvSpPr>
        <p:spPr>
          <a:xfrm>
            <a:off x="6664147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5" name="S09-line380"/>
          <p:cNvSpPr/>
          <p:nvPr/>
        </p:nvSpPr>
        <p:spPr>
          <a:xfrm>
            <a:off x="8148218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9-label381"/>
          <p:cNvSpPr txBox="1"/>
          <p:nvPr/>
        </p:nvSpPr>
        <p:spPr>
          <a:xfrm>
            <a:off x="7691018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7" name="S09-line382"/>
          <p:cNvSpPr/>
          <p:nvPr/>
        </p:nvSpPr>
        <p:spPr>
          <a:xfrm>
            <a:off x="9175090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9-label383"/>
          <p:cNvSpPr txBox="1"/>
          <p:nvPr/>
        </p:nvSpPr>
        <p:spPr>
          <a:xfrm>
            <a:off x="8717890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9" name="S09-line384"/>
          <p:cNvSpPr/>
          <p:nvPr/>
        </p:nvSpPr>
        <p:spPr>
          <a:xfrm>
            <a:off x="10201961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9-label385"/>
          <p:cNvSpPr txBox="1"/>
          <p:nvPr/>
        </p:nvSpPr>
        <p:spPr>
          <a:xfrm>
            <a:off x="9744761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31" name="S09-line386"/>
          <p:cNvSpPr/>
          <p:nvPr/>
        </p:nvSpPr>
        <p:spPr>
          <a:xfrm>
            <a:off x="11228832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9-label387"/>
          <p:cNvSpPr txBox="1"/>
          <p:nvPr/>
        </p:nvSpPr>
        <p:spPr>
          <a:xfrm>
            <a:off x="10771632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33" name="S09-mark388"/>
          <p:cNvSpPr/>
          <p:nvPr/>
        </p:nvSpPr>
        <p:spPr>
          <a:xfrm>
            <a:off x="868680" y="31369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4" name="S09-mark389"/>
          <p:cNvSpPr/>
          <p:nvPr/>
        </p:nvSpPr>
        <p:spPr>
          <a:xfrm>
            <a:off x="7851404" y="31369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5" name="S09-line390"/>
          <p:cNvSpPr/>
          <p:nvPr/>
        </p:nvSpPr>
        <p:spPr>
          <a:xfrm flipV="1">
            <a:off x="960120" y="28442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6" name="S09-line391"/>
          <p:cNvSpPr/>
          <p:nvPr/>
        </p:nvSpPr>
        <p:spPr>
          <a:xfrm>
            <a:off x="960120" y="2844292"/>
            <a:ext cx="698272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7" name="S09-label392"/>
          <p:cNvSpPr txBox="1"/>
          <p:nvPr/>
        </p:nvSpPr>
        <p:spPr>
          <a:xfrm>
            <a:off x="960120" y="2396744"/>
            <a:ext cx="6982724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</a:t>
            </a:r>
            <a:endParaRPr lang="ko-KR" sz="2600" dirty="0"/>
          </a:p>
        </p:txBody>
      </p:sp>
      <p:sp>
        <p:nvSpPr>
          <p:cNvPr id="38" name="S09-figure393" descr="0부터 10까지 1 cm 눈금이 있는 자 그림. 막대의 한끝은 눈금 0, 다른 끝은 눈금 6과 7 사이, 7에 더 가까운 곳(두 눈금 사이)에 있음"/>
          <p:cNvSpPr/>
          <p:nvPr/>
        </p:nvSpPr>
        <p:spPr>
          <a:xfrm>
            <a:off x="685800" y="3045460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어림해 봐요</a:t>
            </a:r>
            <a:endParaRPr lang="ko-KR" sz="4400" dirty="0"/>
          </a:p>
        </p:txBody>
      </p:sp>
      <p:sp>
        <p:nvSpPr>
          <p:cNvPr id="3" name="S10-text394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자를 대지 않고 짐작해요.</a:t>
            </a:r>
            <a:endParaRPr lang="ko-KR" sz="3200" dirty="0"/>
          </a:p>
        </p:txBody>
      </p:sp>
      <p:sp>
        <p:nvSpPr>
          <p:cNvPr id="4" name="S10-stepno395"/>
          <p:cNvSpPr txBox="1"/>
          <p:nvPr/>
        </p:nvSpPr>
        <p:spPr>
          <a:xfrm>
            <a:off x="548640" y="3067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5" name="S10-text396"/>
          <p:cNvSpPr txBox="1"/>
          <p:nvPr/>
        </p:nvSpPr>
        <p:spPr>
          <a:xfrm>
            <a:off x="1325880" y="306781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cm가 얼마쯤인지 떠올려요.</a:t>
            </a:r>
            <a:endParaRPr lang="ko-KR" sz="3200" dirty="0"/>
          </a:p>
        </p:txBody>
      </p:sp>
      <p:sp>
        <p:nvSpPr>
          <p:cNvPr id="6" name="S10-stepno397"/>
          <p:cNvSpPr txBox="1"/>
          <p:nvPr/>
        </p:nvSpPr>
        <p:spPr>
          <a:xfrm>
            <a:off x="548640" y="3781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7" name="S10-text398"/>
          <p:cNvSpPr txBox="1"/>
          <p:nvPr/>
        </p:nvSpPr>
        <p:spPr>
          <a:xfrm>
            <a:off x="1325880" y="378104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cm가 몇 번쯤인지 생각해요.</a:t>
            </a:r>
            <a:endParaRPr lang="ko-KR" sz="3200" dirty="0"/>
          </a:p>
        </p:txBody>
      </p:sp>
      <p:sp>
        <p:nvSpPr>
          <p:cNvPr id="8" name="S10-stepno399"/>
          <p:cNvSpPr txBox="1"/>
          <p:nvPr/>
        </p:nvSpPr>
        <p:spPr>
          <a:xfrm>
            <a:off x="548640" y="4494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9" name="S10-text400"/>
          <p:cNvSpPr txBox="1"/>
          <p:nvPr/>
        </p:nvSpPr>
        <p:spPr>
          <a:xfrm>
            <a:off x="1325880" y="449427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‘약 □ cm’라고 말해요.</a:t>
            </a:r>
            <a:endParaRPr lang="ko-KR" sz="3200" dirty="0"/>
          </a:p>
        </p:txBody>
      </p:sp>
      <p:sp>
        <p:nvSpPr>
          <p:cNvPr id="10" name="S10-stepno401"/>
          <p:cNvSpPr txBox="1"/>
          <p:nvPr/>
        </p:nvSpPr>
        <p:spPr>
          <a:xfrm>
            <a:off x="548640" y="5207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1" name="S10-text402"/>
          <p:cNvSpPr txBox="1"/>
          <p:nvPr/>
        </p:nvSpPr>
        <p:spPr>
          <a:xfrm>
            <a:off x="1325880" y="52075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자로 재어 비교해요.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어림하고 재어요</a:t>
            </a:r>
            <a:endParaRPr lang="ko-KR" sz="4400" dirty="0"/>
          </a:p>
        </p:txBody>
      </p:sp>
      <p:sp>
        <p:nvSpPr>
          <p:cNvPr id="3" name="S11-card4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1-cardtext4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쪽 숫자를 읽고 ‘약’을 붙여요.</a:t>
            </a:r>
            <a:endParaRPr lang="ko-KR" sz="3200" dirty="0"/>
          </a:p>
        </p:txBody>
      </p:sp>
      <p:sp>
        <p:nvSpPr>
          <p:cNvPr id="5" name="S11-chip40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11-line406"/>
          <p:cNvSpPr/>
          <p:nvPr/>
        </p:nvSpPr>
        <p:spPr>
          <a:xfrm>
            <a:off x="1481328" y="2159000"/>
            <a:ext cx="393192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11-line407"/>
          <p:cNvSpPr/>
          <p:nvPr/>
        </p:nvSpPr>
        <p:spPr>
          <a:xfrm>
            <a:off x="1755648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1-label408"/>
          <p:cNvSpPr txBox="1"/>
          <p:nvPr/>
        </p:nvSpPr>
        <p:spPr>
          <a:xfrm>
            <a:off x="1298448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9" name="S11-line409"/>
          <p:cNvSpPr/>
          <p:nvPr/>
        </p:nvSpPr>
        <p:spPr>
          <a:xfrm>
            <a:off x="2093976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1-label410"/>
          <p:cNvSpPr txBox="1"/>
          <p:nvPr/>
        </p:nvSpPr>
        <p:spPr>
          <a:xfrm>
            <a:off x="1636776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11" name="S11-line411"/>
          <p:cNvSpPr/>
          <p:nvPr/>
        </p:nvSpPr>
        <p:spPr>
          <a:xfrm>
            <a:off x="2432304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1-label412"/>
          <p:cNvSpPr txBox="1"/>
          <p:nvPr/>
        </p:nvSpPr>
        <p:spPr>
          <a:xfrm>
            <a:off x="1975104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13" name="S11-line413"/>
          <p:cNvSpPr/>
          <p:nvPr/>
        </p:nvSpPr>
        <p:spPr>
          <a:xfrm>
            <a:off x="2770632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1-label414"/>
          <p:cNvSpPr txBox="1"/>
          <p:nvPr/>
        </p:nvSpPr>
        <p:spPr>
          <a:xfrm>
            <a:off x="2313432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5" name="S11-line415"/>
          <p:cNvSpPr/>
          <p:nvPr/>
        </p:nvSpPr>
        <p:spPr>
          <a:xfrm>
            <a:off x="3108960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1-label416"/>
          <p:cNvSpPr txBox="1"/>
          <p:nvPr/>
        </p:nvSpPr>
        <p:spPr>
          <a:xfrm>
            <a:off x="2651760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7" name="S11-line417"/>
          <p:cNvSpPr/>
          <p:nvPr/>
        </p:nvSpPr>
        <p:spPr>
          <a:xfrm>
            <a:off x="3447288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1-label418"/>
          <p:cNvSpPr txBox="1"/>
          <p:nvPr/>
        </p:nvSpPr>
        <p:spPr>
          <a:xfrm>
            <a:off x="2990088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19" name="S11-line419"/>
          <p:cNvSpPr/>
          <p:nvPr/>
        </p:nvSpPr>
        <p:spPr>
          <a:xfrm>
            <a:off x="3785616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1-label420"/>
          <p:cNvSpPr txBox="1"/>
          <p:nvPr/>
        </p:nvSpPr>
        <p:spPr>
          <a:xfrm>
            <a:off x="3328416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21" name="S11-line421"/>
          <p:cNvSpPr/>
          <p:nvPr/>
        </p:nvSpPr>
        <p:spPr>
          <a:xfrm>
            <a:off x="4123944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1-label422"/>
          <p:cNvSpPr txBox="1"/>
          <p:nvPr/>
        </p:nvSpPr>
        <p:spPr>
          <a:xfrm>
            <a:off x="3666744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23" name="S11-line423"/>
          <p:cNvSpPr/>
          <p:nvPr/>
        </p:nvSpPr>
        <p:spPr>
          <a:xfrm>
            <a:off x="4462272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1-label424"/>
          <p:cNvSpPr txBox="1"/>
          <p:nvPr/>
        </p:nvSpPr>
        <p:spPr>
          <a:xfrm>
            <a:off x="4005072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25" name="S11-line425"/>
          <p:cNvSpPr/>
          <p:nvPr/>
        </p:nvSpPr>
        <p:spPr>
          <a:xfrm>
            <a:off x="4800600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1-label426"/>
          <p:cNvSpPr txBox="1"/>
          <p:nvPr/>
        </p:nvSpPr>
        <p:spPr>
          <a:xfrm>
            <a:off x="4343400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27" name="S11-line427"/>
          <p:cNvSpPr/>
          <p:nvPr/>
        </p:nvSpPr>
        <p:spPr>
          <a:xfrm>
            <a:off x="5138928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1-label428"/>
          <p:cNvSpPr txBox="1"/>
          <p:nvPr/>
        </p:nvSpPr>
        <p:spPr>
          <a:xfrm>
            <a:off x="4681728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29" name="S11-mark429"/>
          <p:cNvSpPr/>
          <p:nvPr/>
        </p:nvSpPr>
        <p:spPr>
          <a:xfrm>
            <a:off x="1664208" y="206756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0" name="S11-mark430"/>
          <p:cNvSpPr/>
          <p:nvPr/>
        </p:nvSpPr>
        <p:spPr>
          <a:xfrm>
            <a:off x="3085186" y="206756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1" name="S11-line431"/>
          <p:cNvSpPr/>
          <p:nvPr/>
        </p:nvSpPr>
        <p:spPr>
          <a:xfrm flipV="1">
            <a:off x="1755648" y="177495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2" name="S11-line432"/>
          <p:cNvSpPr/>
          <p:nvPr/>
        </p:nvSpPr>
        <p:spPr>
          <a:xfrm>
            <a:off x="1755648" y="1774952"/>
            <a:ext cx="142097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3" name="S11-label433"/>
          <p:cNvSpPr txBox="1"/>
          <p:nvPr/>
        </p:nvSpPr>
        <p:spPr>
          <a:xfrm>
            <a:off x="1755648" y="1492504"/>
            <a:ext cx="142097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지우개</a:t>
            </a:r>
            <a:endParaRPr lang="ko-KR" sz="1600" dirty="0"/>
          </a:p>
        </p:txBody>
      </p:sp>
      <p:sp>
        <p:nvSpPr>
          <p:cNvPr id="34" name="S11-figure434" descr="0부터 10까지 1 cm 눈금이 있는 자 그림. 지우개의 한끝은 눈금 0, 다른 끝은 눈금 4과 5 사이, 4에 더 가까운 곳(두 눈금 사이)에 있음"/>
          <p:cNvSpPr/>
          <p:nvPr/>
        </p:nvSpPr>
        <p:spPr>
          <a:xfrm>
            <a:off x="1481328" y="1976120"/>
            <a:ext cx="3931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11-chip435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6" name="S11-line436"/>
          <p:cNvSpPr/>
          <p:nvPr/>
        </p:nvSpPr>
        <p:spPr>
          <a:xfrm>
            <a:off x="7210044" y="2159000"/>
            <a:ext cx="393192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37" name="S11-line437"/>
          <p:cNvSpPr/>
          <p:nvPr/>
        </p:nvSpPr>
        <p:spPr>
          <a:xfrm>
            <a:off x="7484364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11-label438"/>
          <p:cNvSpPr txBox="1"/>
          <p:nvPr/>
        </p:nvSpPr>
        <p:spPr>
          <a:xfrm>
            <a:off x="7027164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39" name="S11-line439"/>
          <p:cNvSpPr/>
          <p:nvPr/>
        </p:nvSpPr>
        <p:spPr>
          <a:xfrm>
            <a:off x="7822692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11-label440"/>
          <p:cNvSpPr txBox="1"/>
          <p:nvPr/>
        </p:nvSpPr>
        <p:spPr>
          <a:xfrm>
            <a:off x="7365492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41" name="S11-line441"/>
          <p:cNvSpPr/>
          <p:nvPr/>
        </p:nvSpPr>
        <p:spPr>
          <a:xfrm>
            <a:off x="8161020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11-label442"/>
          <p:cNvSpPr txBox="1"/>
          <p:nvPr/>
        </p:nvSpPr>
        <p:spPr>
          <a:xfrm>
            <a:off x="7703820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43" name="S11-line443"/>
          <p:cNvSpPr/>
          <p:nvPr/>
        </p:nvSpPr>
        <p:spPr>
          <a:xfrm>
            <a:off x="8499348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11-label444"/>
          <p:cNvSpPr txBox="1"/>
          <p:nvPr/>
        </p:nvSpPr>
        <p:spPr>
          <a:xfrm>
            <a:off x="8042148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45" name="S11-line445"/>
          <p:cNvSpPr/>
          <p:nvPr/>
        </p:nvSpPr>
        <p:spPr>
          <a:xfrm>
            <a:off x="8837676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11-label446"/>
          <p:cNvSpPr txBox="1"/>
          <p:nvPr/>
        </p:nvSpPr>
        <p:spPr>
          <a:xfrm>
            <a:off x="8380476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47" name="S11-line447"/>
          <p:cNvSpPr/>
          <p:nvPr/>
        </p:nvSpPr>
        <p:spPr>
          <a:xfrm>
            <a:off x="9176004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11-label448"/>
          <p:cNvSpPr txBox="1"/>
          <p:nvPr/>
        </p:nvSpPr>
        <p:spPr>
          <a:xfrm>
            <a:off x="8718804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49" name="S11-line449"/>
          <p:cNvSpPr/>
          <p:nvPr/>
        </p:nvSpPr>
        <p:spPr>
          <a:xfrm>
            <a:off x="9514332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11-label450"/>
          <p:cNvSpPr txBox="1"/>
          <p:nvPr/>
        </p:nvSpPr>
        <p:spPr>
          <a:xfrm>
            <a:off x="9057132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51" name="S11-line451"/>
          <p:cNvSpPr/>
          <p:nvPr/>
        </p:nvSpPr>
        <p:spPr>
          <a:xfrm>
            <a:off x="9852660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2" name="S11-label452"/>
          <p:cNvSpPr txBox="1"/>
          <p:nvPr/>
        </p:nvSpPr>
        <p:spPr>
          <a:xfrm>
            <a:off x="9395460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53" name="S11-line453"/>
          <p:cNvSpPr/>
          <p:nvPr/>
        </p:nvSpPr>
        <p:spPr>
          <a:xfrm>
            <a:off x="10190988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4" name="S11-label454"/>
          <p:cNvSpPr txBox="1"/>
          <p:nvPr/>
        </p:nvSpPr>
        <p:spPr>
          <a:xfrm>
            <a:off x="9733788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55" name="S11-line455"/>
          <p:cNvSpPr/>
          <p:nvPr/>
        </p:nvSpPr>
        <p:spPr>
          <a:xfrm>
            <a:off x="10529316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6" name="S11-label456"/>
          <p:cNvSpPr txBox="1"/>
          <p:nvPr/>
        </p:nvSpPr>
        <p:spPr>
          <a:xfrm>
            <a:off x="10072116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57" name="S11-line457"/>
          <p:cNvSpPr/>
          <p:nvPr/>
        </p:nvSpPr>
        <p:spPr>
          <a:xfrm>
            <a:off x="10867644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8" name="S11-label458"/>
          <p:cNvSpPr txBox="1"/>
          <p:nvPr/>
        </p:nvSpPr>
        <p:spPr>
          <a:xfrm>
            <a:off x="10410444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59" name="S11-mark459"/>
          <p:cNvSpPr/>
          <p:nvPr/>
        </p:nvSpPr>
        <p:spPr>
          <a:xfrm>
            <a:off x="7392924" y="206756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60" name="S11-mark460"/>
          <p:cNvSpPr/>
          <p:nvPr/>
        </p:nvSpPr>
        <p:spPr>
          <a:xfrm>
            <a:off x="9152230" y="206756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61" name="S11-line461"/>
          <p:cNvSpPr/>
          <p:nvPr/>
        </p:nvSpPr>
        <p:spPr>
          <a:xfrm flipV="1">
            <a:off x="7484364" y="177495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2" name="S11-line462"/>
          <p:cNvSpPr/>
          <p:nvPr/>
        </p:nvSpPr>
        <p:spPr>
          <a:xfrm>
            <a:off x="7484364" y="1774952"/>
            <a:ext cx="1759306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3" name="S11-label463"/>
          <p:cNvSpPr txBox="1"/>
          <p:nvPr/>
        </p:nvSpPr>
        <p:spPr>
          <a:xfrm>
            <a:off x="7484364" y="1492504"/>
            <a:ext cx="1759306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건전지</a:t>
            </a:r>
            <a:endParaRPr lang="ko-KR" sz="1600" dirty="0"/>
          </a:p>
        </p:txBody>
      </p:sp>
      <p:sp>
        <p:nvSpPr>
          <p:cNvPr id="64" name="S11-figure464" descr="0부터 10까지 1 cm 눈금이 있는 자 그림. 건전지의 한끝은 눈금 0, 다른 끝은 눈금 5과 6 사이, 5에 더 가까운 곳(두 눈금 사이)에 있음"/>
          <p:cNvSpPr/>
          <p:nvPr/>
        </p:nvSpPr>
        <p:spPr>
          <a:xfrm>
            <a:off x="7210044" y="1976120"/>
            <a:ext cx="3931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11-chip465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66" name="S11-text466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클립을 어림하고 재어요.</a:t>
            </a:r>
            <a:endParaRPr lang="ko-KR" sz="3200" dirty="0"/>
          </a:p>
        </p:txBody>
      </p:sp>
      <p:sp>
        <p:nvSpPr>
          <p:cNvPr id="67" name="S11-chip467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68" name="S11-text468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숟가락을 어림하고 재어요.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2-chip46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12-line470"/>
          <p:cNvSpPr/>
          <p:nvPr/>
        </p:nvSpPr>
        <p:spPr>
          <a:xfrm>
            <a:off x="1481328" y="2159000"/>
            <a:ext cx="393192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5" name="S12-line471"/>
          <p:cNvSpPr/>
          <p:nvPr/>
        </p:nvSpPr>
        <p:spPr>
          <a:xfrm>
            <a:off x="1755648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12-label472"/>
          <p:cNvSpPr txBox="1"/>
          <p:nvPr/>
        </p:nvSpPr>
        <p:spPr>
          <a:xfrm>
            <a:off x="1298448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7" name="S12-line473"/>
          <p:cNvSpPr/>
          <p:nvPr/>
        </p:nvSpPr>
        <p:spPr>
          <a:xfrm>
            <a:off x="2093976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2-label474"/>
          <p:cNvSpPr txBox="1"/>
          <p:nvPr/>
        </p:nvSpPr>
        <p:spPr>
          <a:xfrm>
            <a:off x="1636776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9" name="S12-line475"/>
          <p:cNvSpPr/>
          <p:nvPr/>
        </p:nvSpPr>
        <p:spPr>
          <a:xfrm>
            <a:off x="2432304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2-label476"/>
          <p:cNvSpPr txBox="1"/>
          <p:nvPr/>
        </p:nvSpPr>
        <p:spPr>
          <a:xfrm>
            <a:off x="1975104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11" name="S12-line477"/>
          <p:cNvSpPr/>
          <p:nvPr/>
        </p:nvSpPr>
        <p:spPr>
          <a:xfrm>
            <a:off x="2770632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2-label478"/>
          <p:cNvSpPr txBox="1"/>
          <p:nvPr/>
        </p:nvSpPr>
        <p:spPr>
          <a:xfrm>
            <a:off x="2313432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3" name="S12-line479"/>
          <p:cNvSpPr/>
          <p:nvPr/>
        </p:nvSpPr>
        <p:spPr>
          <a:xfrm>
            <a:off x="3108960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2-label480"/>
          <p:cNvSpPr txBox="1"/>
          <p:nvPr/>
        </p:nvSpPr>
        <p:spPr>
          <a:xfrm>
            <a:off x="2651760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5" name="S12-line481"/>
          <p:cNvSpPr/>
          <p:nvPr/>
        </p:nvSpPr>
        <p:spPr>
          <a:xfrm>
            <a:off x="3447288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2-label482"/>
          <p:cNvSpPr txBox="1"/>
          <p:nvPr/>
        </p:nvSpPr>
        <p:spPr>
          <a:xfrm>
            <a:off x="2990088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17" name="S12-line483"/>
          <p:cNvSpPr/>
          <p:nvPr/>
        </p:nvSpPr>
        <p:spPr>
          <a:xfrm>
            <a:off x="3785616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2-label484"/>
          <p:cNvSpPr txBox="1"/>
          <p:nvPr/>
        </p:nvSpPr>
        <p:spPr>
          <a:xfrm>
            <a:off x="3328416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19" name="S12-line485"/>
          <p:cNvSpPr/>
          <p:nvPr/>
        </p:nvSpPr>
        <p:spPr>
          <a:xfrm>
            <a:off x="4123944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2-label486"/>
          <p:cNvSpPr txBox="1"/>
          <p:nvPr/>
        </p:nvSpPr>
        <p:spPr>
          <a:xfrm>
            <a:off x="3666744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21" name="S12-line487"/>
          <p:cNvSpPr/>
          <p:nvPr/>
        </p:nvSpPr>
        <p:spPr>
          <a:xfrm>
            <a:off x="4462272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2-label488"/>
          <p:cNvSpPr txBox="1"/>
          <p:nvPr/>
        </p:nvSpPr>
        <p:spPr>
          <a:xfrm>
            <a:off x="4005072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23" name="S12-line489"/>
          <p:cNvSpPr/>
          <p:nvPr/>
        </p:nvSpPr>
        <p:spPr>
          <a:xfrm>
            <a:off x="4800600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2-label490"/>
          <p:cNvSpPr txBox="1"/>
          <p:nvPr/>
        </p:nvSpPr>
        <p:spPr>
          <a:xfrm>
            <a:off x="4343400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25" name="S12-line491"/>
          <p:cNvSpPr/>
          <p:nvPr/>
        </p:nvSpPr>
        <p:spPr>
          <a:xfrm>
            <a:off x="5138928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2-label492"/>
          <p:cNvSpPr txBox="1"/>
          <p:nvPr/>
        </p:nvSpPr>
        <p:spPr>
          <a:xfrm>
            <a:off x="4681728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27" name="S12-mark493"/>
          <p:cNvSpPr/>
          <p:nvPr/>
        </p:nvSpPr>
        <p:spPr>
          <a:xfrm>
            <a:off x="2340864" y="206756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8" name="S12-mark494"/>
          <p:cNvSpPr/>
          <p:nvPr/>
        </p:nvSpPr>
        <p:spPr>
          <a:xfrm>
            <a:off x="4370832" y="206756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9" name="S12-line495"/>
          <p:cNvSpPr/>
          <p:nvPr/>
        </p:nvSpPr>
        <p:spPr>
          <a:xfrm flipV="1">
            <a:off x="2432304" y="177495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0" name="S12-line496"/>
          <p:cNvSpPr/>
          <p:nvPr/>
        </p:nvSpPr>
        <p:spPr>
          <a:xfrm>
            <a:off x="2432304" y="1774952"/>
            <a:ext cx="2029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1" name="S12-label497"/>
          <p:cNvSpPr txBox="1"/>
          <p:nvPr/>
        </p:nvSpPr>
        <p:spPr>
          <a:xfrm>
            <a:off x="2432304" y="1492504"/>
            <a:ext cx="202996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</a:t>
            </a:r>
            <a:endParaRPr lang="ko-KR" sz="1600" dirty="0"/>
          </a:p>
        </p:txBody>
      </p:sp>
      <p:sp>
        <p:nvSpPr>
          <p:cNvPr id="32" name="S12-figure498" descr="0부터 10까지 1 cm 눈금이 있는 자 그림. 못의 한끝은 눈금 2, 다른 끝은 눈금 8에 있음"/>
          <p:cNvSpPr/>
          <p:nvPr/>
        </p:nvSpPr>
        <p:spPr>
          <a:xfrm>
            <a:off x="1481328" y="1976120"/>
            <a:ext cx="3931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12-chip499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4" name="S12-line500"/>
          <p:cNvSpPr/>
          <p:nvPr/>
        </p:nvSpPr>
        <p:spPr>
          <a:xfrm>
            <a:off x="7210044" y="2159000"/>
            <a:ext cx="393192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35" name="S12-line501"/>
          <p:cNvSpPr/>
          <p:nvPr/>
        </p:nvSpPr>
        <p:spPr>
          <a:xfrm>
            <a:off x="7484364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12-label502"/>
          <p:cNvSpPr txBox="1"/>
          <p:nvPr/>
        </p:nvSpPr>
        <p:spPr>
          <a:xfrm>
            <a:off x="7027164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37" name="S12-line503"/>
          <p:cNvSpPr/>
          <p:nvPr/>
        </p:nvSpPr>
        <p:spPr>
          <a:xfrm>
            <a:off x="7822692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12-label504"/>
          <p:cNvSpPr txBox="1"/>
          <p:nvPr/>
        </p:nvSpPr>
        <p:spPr>
          <a:xfrm>
            <a:off x="7365492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39" name="S12-line505"/>
          <p:cNvSpPr/>
          <p:nvPr/>
        </p:nvSpPr>
        <p:spPr>
          <a:xfrm>
            <a:off x="8161020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12-label506"/>
          <p:cNvSpPr txBox="1"/>
          <p:nvPr/>
        </p:nvSpPr>
        <p:spPr>
          <a:xfrm>
            <a:off x="7703820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41" name="S12-line507"/>
          <p:cNvSpPr/>
          <p:nvPr/>
        </p:nvSpPr>
        <p:spPr>
          <a:xfrm>
            <a:off x="8499348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12-label508"/>
          <p:cNvSpPr txBox="1"/>
          <p:nvPr/>
        </p:nvSpPr>
        <p:spPr>
          <a:xfrm>
            <a:off x="8042148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43" name="S12-line509"/>
          <p:cNvSpPr/>
          <p:nvPr/>
        </p:nvSpPr>
        <p:spPr>
          <a:xfrm>
            <a:off x="8837676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12-label510"/>
          <p:cNvSpPr txBox="1"/>
          <p:nvPr/>
        </p:nvSpPr>
        <p:spPr>
          <a:xfrm>
            <a:off x="8380476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45" name="S12-line511"/>
          <p:cNvSpPr/>
          <p:nvPr/>
        </p:nvSpPr>
        <p:spPr>
          <a:xfrm>
            <a:off x="9176004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12-label512"/>
          <p:cNvSpPr txBox="1"/>
          <p:nvPr/>
        </p:nvSpPr>
        <p:spPr>
          <a:xfrm>
            <a:off x="8718804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47" name="S12-line513"/>
          <p:cNvSpPr/>
          <p:nvPr/>
        </p:nvSpPr>
        <p:spPr>
          <a:xfrm>
            <a:off x="9514332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12-label514"/>
          <p:cNvSpPr txBox="1"/>
          <p:nvPr/>
        </p:nvSpPr>
        <p:spPr>
          <a:xfrm>
            <a:off x="9057132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49" name="S12-line515"/>
          <p:cNvSpPr/>
          <p:nvPr/>
        </p:nvSpPr>
        <p:spPr>
          <a:xfrm>
            <a:off x="9852660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12-label516"/>
          <p:cNvSpPr txBox="1"/>
          <p:nvPr/>
        </p:nvSpPr>
        <p:spPr>
          <a:xfrm>
            <a:off x="9395460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51" name="S12-line517"/>
          <p:cNvSpPr/>
          <p:nvPr/>
        </p:nvSpPr>
        <p:spPr>
          <a:xfrm>
            <a:off x="10190988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2" name="S12-label518"/>
          <p:cNvSpPr txBox="1"/>
          <p:nvPr/>
        </p:nvSpPr>
        <p:spPr>
          <a:xfrm>
            <a:off x="9733788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53" name="S12-line519"/>
          <p:cNvSpPr/>
          <p:nvPr/>
        </p:nvSpPr>
        <p:spPr>
          <a:xfrm>
            <a:off x="10529316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4" name="S12-label520"/>
          <p:cNvSpPr txBox="1"/>
          <p:nvPr/>
        </p:nvSpPr>
        <p:spPr>
          <a:xfrm>
            <a:off x="10072116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55" name="S12-line521"/>
          <p:cNvSpPr/>
          <p:nvPr/>
        </p:nvSpPr>
        <p:spPr>
          <a:xfrm>
            <a:off x="10867644" y="201269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6" name="S12-label522"/>
          <p:cNvSpPr txBox="1"/>
          <p:nvPr/>
        </p:nvSpPr>
        <p:spPr>
          <a:xfrm>
            <a:off x="10410444" y="234188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57" name="S12-mark523"/>
          <p:cNvSpPr/>
          <p:nvPr/>
        </p:nvSpPr>
        <p:spPr>
          <a:xfrm>
            <a:off x="7392924" y="206756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58" name="S12-mark524"/>
          <p:cNvSpPr/>
          <p:nvPr/>
        </p:nvSpPr>
        <p:spPr>
          <a:xfrm>
            <a:off x="10404043" y="206756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59" name="S12-line525"/>
          <p:cNvSpPr/>
          <p:nvPr/>
        </p:nvSpPr>
        <p:spPr>
          <a:xfrm flipV="1">
            <a:off x="7484364" y="177495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0" name="S12-line526"/>
          <p:cNvSpPr/>
          <p:nvPr/>
        </p:nvSpPr>
        <p:spPr>
          <a:xfrm>
            <a:off x="7484364" y="1774952"/>
            <a:ext cx="3011119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1" name="S12-label527"/>
          <p:cNvSpPr txBox="1"/>
          <p:nvPr/>
        </p:nvSpPr>
        <p:spPr>
          <a:xfrm>
            <a:off x="7484364" y="1492504"/>
            <a:ext cx="3011119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색연필</a:t>
            </a:r>
            <a:endParaRPr lang="ko-KR" sz="1600" dirty="0"/>
          </a:p>
        </p:txBody>
      </p:sp>
      <p:sp>
        <p:nvSpPr>
          <p:cNvPr id="62" name="S12-figure528" descr="0부터 10까지 1 cm 눈금이 있는 자 그림. 색연필의 한끝은 눈금 0, 다른 끝은 눈금 8과 9 사이, 9에 더 가까운 곳(두 눈금 사이)에 있음"/>
          <p:cNvSpPr/>
          <p:nvPr/>
        </p:nvSpPr>
        <p:spPr>
          <a:xfrm>
            <a:off x="7210044" y="1976120"/>
            <a:ext cx="3931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12-chip529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64" name="S12-text530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손가락으로 1 cm를 보여 줘요.</a:t>
            </a:r>
            <a:endParaRPr lang="ko-KR" sz="3200" dirty="0"/>
          </a:p>
        </p:txBody>
      </p:sp>
      <p:sp>
        <p:nvSpPr>
          <p:cNvPr id="65" name="S12-chip531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66" name="S12-text532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연필을 어림하고 자로 재어요.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3-card533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534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실제 자에 종이 띠를 놓고 다시 재어 보게 하세요.</a:t>
            </a:r>
            <a:endParaRPr lang="ko-KR" sz="3200" dirty="0"/>
          </a:p>
        </p:txBody>
      </p:sp>
      <p:sp>
        <p:nvSpPr>
          <p:cNvPr id="5" name="S13-chip53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3-text536"/>
          <p:cNvSpPr txBox="1"/>
          <p:nvPr/>
        </p:nvSpPr>
        <p:spPr>
          <a:xfrm>
            <a:off x="548640" y="2057400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 cm</a:t>
            </a:r>
            <a:endParaRPr lang="ko-KR" sz="3200" dirty="0"/>
          </a:p>
        </p:txBody>
      </p:sp>
      <p:sp>
        <p:nvSpPr>
          <p:cNvPr id="7" name="S13-text537"/>
          <p:cNvSpPr txBox="1"/>
          <p:nvPr/>
        </p:nvSpPr>
        <p:spPr>
          <a:xfrm>
            <a:off x="3367278" y="2057400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cm가 6번</a:t>
            </a:r>
            <a:endParaRPr lang="ko-KR" sz="2600" dirty="0"/>
          </a:p>
        </p:txBody>
      </p:sp>
      <p:sp>
        <p:nvSpPr>
          <p:cNvPr id="8" name="S13-text538"/>
          <p:cNvSpPr txBox="1"/>
          <p:nvPr/>
        </p:nvSpPr>
        <p:spPr>
          <a:xfrm>
            <a:off x="548640" y="2973493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약 9 cm</a:t>
            </a:r>
            <a:endParaRPr lang="ko-KR" sz="3200" dirty="0"/>
          </a:p>
        </p:txBody>
      </p:sp>
      <p:sp>
        <p:nvSpPr>
          <p:cNvPr id="9" name="S13-text539"/>
          <p:cNvSpPr txBox="1"/>
          <p:nvPr/>
        </p:nvSpPr>
        <p:spPr>
          <a:xfrm>
            <a:off x="3367278" y="2973493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9에 더 가까움</a:t>
            </a:r>
            <a:endParaRPr lang="ko-KR" sz="2600" dirty="0"/>
          </a:p>
        </p:txBody>
      </p:sp>
      <p:sp>
        <p:nvSpPr>
          <p:cNvPr id="10" name="S13-text540"/>
          <p:cNvSpPr txBox="1"/>
          <p:nvPr/>
        </p:nvSpPr>
        <p:spPr>
          <a:xfrm>
            <a:off x="548640" y="3889587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어림 → 재기</a:t>
            </a:r>
            <a:endParaRPr lang="ko-KR" sz="2600" dirty="0"/>
          </a:p>
        </p:txBody>
      </p:sp>
      <p:sp>
        <p:nvSpPr>
          <p:cNvPr id="11" name="S13-text541"/>
          <p:cNvSpPr txBox="1"/>
          <p:nvPr/>
        </p:nvSpPr>
        <p:spPr>
          <a:xfrm>
            <a:off x="3367278" y="3889587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0에 맞추어 잼</a:t>
            </a:r>
            <a:endParaRPr lang="ko-KR" sz="2600" dirty="0"/>
          </a:p>
        </p:txBody>
      </p:sp>
      <p:sp>
        <p:nvSpPr>
          <p:cNvPr id="12" name="S13-chip54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3-text54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 cm</a:t>
            </a:r>
            <a:endParaRPr lang="ko-KR" sz="3200" dirty="0"/>
          </a:p>
        </p:txBody>
      </p:sp>
      <p:sp>
        <p:nvSpPr>
          <p:cNvPr id="14" name="S13-text54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끝의 눈금을 읽음</a:t>
            </a:r>
            <a:endParaRPr lang="ko-KR" sz="2600" dirty="0"/>
          </a:p>
        </p:txBody>
      </p:sp>
      <p:sp>
        <p:nvSpPr>
          <p:cNvPr id="15" name="S13-text54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 cm</a:t>
            </a:r>
            <a:endParaRPr lang="ko-KR" sz="3200" dirty="0"/>
          </a:p>
        </p:txBody>
      </p:sp>
      <p:sp>
        <p:nvSpPr>
          <p:cNvPr id="16" name="S13-text54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눈금, ‘약’ 없음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 cm를 찾아요</a:t>
            </a:r>
            <a:endParaRPr lang="ko-KR" sz="4400" dirty="0"/>
          </a:p>
        </p:txBody>
      </p:sp>
      <p:sp>
        <p:nvSpPr>
          <p:cNvPr id="3" name="S14-text5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 cm인 것을 모두 고르세요.</a:t>
            </a:r>
            <a:endParaRPr lang="ko-KR" sz="3200" dirty="0"/>
          </a:p>
        </p:txBody>
      </p:sp>
      <p:sp>
        <p:nvSpPr>
          <p:cNvPr id="4" name="S14-card5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5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4-chip550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4-line551"/>
          <p:cNvSpPr/>
          <p:nvPr/>
        </p:nvSpPr>
        <p:spPr>
          <a:xfrm>
            <a:off x="1481328" y="2799080"/>
            <a:ext cx="429310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8" name="S14-line552"/>
          <p:cNvSpPr/>
          <p:nvPr/>
        </p:nvSpPr>
        <p:spPr>
          <a:xfrm>
            <a:off x="1755648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14-label553"/>
          <p:cNvSpPr txBox="1"/>
          <p:nvPr/>
        </p:nvSpPr>
        <p:spPr>
          <a:xfrm>
            <a:off x="1298448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10" name="S14-line554"/>
          <p:cNvSpPr/>
          <p:nvPr/>
        </p:nvSpPr>
        <p:spPr>
          <a:xfrm>
            <a:off x="2130095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14-label555"/>
          <p:cNvSpPr txBox="1"/>
          <p:nvPr/>
        </p:nvSpPr>
        <p:spPr>
          <a:xfrm>
            <a:off x="1672895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12" name="S14-line556"/>
          <p:cNvSpPr/>
          <p:nvPr/>
        </p:nvSpPr>
        <p:spPr>
          <a:xfrm>
            <a:off x="2504542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14-label557"/>
          <p:cNvSpPr txBox="1"/>
          <p:nvPr/>
        </p:nvSpPr>
        <p:spPr>
          <a:xfrm>
            <a:off x="2047342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14" name="S14-line558"/>
          <p:cNvSpPr/>
          <p:nvPr/>
        </p:nvSpPr>
        <p:spPr>
          <a:xfrm>
            <a:off x="2878988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4-label559"/>
          <p:cNvSpPr txBox="1"/>
          <p:nvPr/>
        </p:nvSpPr>
        <p:spPr>
          <a:xfrm>
            <a:off x="2421788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6" name="S14-line560"/>
          <p:cNvSpPr/>
          <p:nvPr/>
        </p:nvSpPr>
        <p:spPr>
          <a:xfrm>
            <a:off x="3253435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14-label561"/>
          <p:cNvSpPr txBox="1"/>
          <p:nvPr/>
        </p:nvSpPr>
        <p:spPr>
          <a:xfrm>
            <a:off x="2796235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8" name="S14-line562"/>
          <p:cNvSpPr/>
          <p:nvPr/>
        </p:nvSpPr>
        <p:spPr>
          <a:xfrm>
            <a:off x="3627882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14-label563"/>
          <p:cNvSpPr txBox="1"/>
          <p:nvPr/>
        </p:nvSpPr>
        <p:spPr>
          <a:xfrm>
            <a:off x="3170682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20" name="S14-line564"/>
          <p:cNvSpPr/>
          <p:nvPr/>
        </p:nvSpPr>
        <p:spPr>
          <a:xfrm>
            <a:off x="4002329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14-label565"/>
          <p:cNvSpPr txBox="1"/>
          <p:nvPr/>
        </p:nvSpPr>
        <p:spPr>
          <a:xfrm>
            <a:off x="3545129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22" name="S14-line566"/>
          <p:cNvSpPr/>
          <p:nvPr/>
        </p:nvSpPr>
        <p:spPr>
          <a:xfrm>
            <a:off x="4376776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14-label567"/>
          <p:cNvSpPr txBox="1"/>
          <p:nvPr/>
        </p:nvSpPr>
        <p:spPr>
          <a:xfrm>
            <a:off x="3919576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24" name="S14-line568"/>
          <p:cNvSpPr/>
          <p:nvPr/>
        </p:nvSpPr>
        <p:spPr>
          <a:xfrm>
            <a:off x="4751222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14-label569"/>
          <p:cNvSpPr txBox="1"/>
          <p:nvPr/>
        </p:nvSpPr>
        <p:spPr>
          <a:xfrm>
            <a:off x="4294022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26" name="S14-line570"/>
          <p:cNvSpPr/>
          <p:nvPr/>
        </p:nvSpPr>
        <p:spPr>
          <a:xfrm>
            <a:off x="5125669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14-label571"/>
          <p:cNvSpPr txBox="1"/>
          <p:nvPr/>
        </p:nvSpPr>
        <p:spPr>
          <a:xfrm>
            <a:off x="4668469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28" name="S14-line572"/>
          <p:cNvSpPr/>
          <p:nvPr/>
        </p:nvSpPr>
        <p:spPr>
          <a:xfrm>
            <a:off x="5500116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14-label573"/>
          <p:cNvSpPr txBox="1"/>
          <p:nvPr/>
        </p:nvSpPr>
        <p:spPr>
          <a:xfrm>
            <a:off x="5042916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30" name="S14-mark574"/>
          <p:cNvSpPr/>
          <p:nvPr/>
        </p:nvSpPr>
        <p:spPr>
          <a:xfrm>
            <a:off x="1664208" y="270764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1" name="S14-mark575"/>
          <p:cNvSpPr/>
          <p:nvPr/>
        </p:nvSpPr>
        <p:spPr>
          <a:xfrm>
            <a:off x="3686221" y="270764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2" name="S14-line576"/>
          <p:cNvSpPr/>
          <p:nvPr/>
        </p:nvSpPr>
        <p:spPr>
          <a:xfrm flipV="1">
            <a:off x="1755648" y="241503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3" name="S14-line577"/>
          <p:cNvSpPr/>
          <p:nvPr/>
        </p:nvSpPr>
        <p:spPr>
          <a:xfrm>
            <a:off x="1755648" y="2415032"/>
            <a:ext cx="2022013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4" name="S14-figure578" descr="0부터 10까지 1 cm 눈금이 있는 자 그림. 물건의 한끝은 눈금 0, 다른 끝은 눈금 5과 6 사이, 5에 더 가까운 곳(두 눈금 사이)에 있음"/>
          <p:cNvSpPr/>
          <p:nvPr/>
        </p:nvSpPr>
        <p:spPr>
          <a:xfrm>
            <a:off x="1481328" y="2616200"/>
            <a:ext cx="4293108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14-chip579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36" name="S14-line580"/>
          <p:cNvSpPr/>
          <p:nvPr/>
        </p:nvSpPr>
        <p:spPr>
          <a:xfrm>
            <a:off x="7210044" y="2799080"/>
            <a:ext cx="429310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37" name="S14-line581"/>
          <p:cNvSpPr/>
          <p:nvPr/>
        </p:nvSpPr>
        <p:spPr>
          <a:xfrm>
            <a:off x="7484364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14-label582"/>
          <p:cNvSpPr txBox="1"/>
          <p:nvPr/>
        </p:nvSpPr>
        <p:spPr>
          <a:xfrm>
            <a:off x="7027164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39" name="S14-line583"/>
          <p:cNvSpPr/>
          <p:nvPr/>
        </p:nvSpPr>
        <p:spPr>
          <a:xfrm>
            <a:off x="7858811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14-label584"/>
          <p:cNvSpPr txBox="1"/>
          <p:nvPr/>
        </p:nvSpPr>
        <p:spPr>
          <a:xfrm>
            <a:off x="7401611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41" name="S14-line585"/>
          <p:cNvSpPr/>
          <p:nvPr/>
        </p:nvSpPr>
        <p:spPr>
          <a:xfrm>
            <a:off x="8233258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14-label586"/>
          <p:cNvSpPr txBox="1"/>
          <p:nvPr/>
        </p:nvSpPr>
        <p:spPr>
          <a:xfrm>
            <a:off x="7776058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43" name="S14-line587"/>
          <p:cNvSpPr/>
          <p:nvPr/>
        </p:nvSpPr>
        <p:spPr>
          <a:xfrm>
            <a:off x="8607704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14-label588"/>
          <p:cNvSpPr txBox="1"/>
          <p:nvPr/>
        </p:nvSpPr>
        <p:spPr>
          <a:xfrm>
            <a:off x="8150504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45" name="S14-line589"/>
          <p:cNvSpPr/>
          <p:nvPr/>
        </p:nvSpPr>
        <p:spPr>
          <a:xfrm>
            <a:off x="8982151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14-label590"/>
          <p:cNvSpPr txBox="1"/>
          <p:nvPr/>
        </p:nvSpPr>
        <p:spPr>
          <a:xfrm>
            <a:off x="8524951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47" name="S14-line591"/>
          <p:cNvSpPr/>
          <p:nvPr/>
        </p:nvSpPr>
        <p:spPr>
          <a:xfrm>
            <a:off x="9356598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14-label592"/>
          <p:cNvSpPr txBox="1"/>
          <p:nvPr/>
        </p:nvSpPr>
        <p:spPr>
          <a:xfrm>
            <a:off x="8899398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49" name="S14-line593"/>
          <p:cNvSpPr/>
          <p:nvPr/>
        </p:nvSpPr>
        <p:spPr>
          <a:xfrm>
            <a:off x="9731045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14-label594"/>
          <p:cNvSpPr txBox="1"/>
          <p:nvPr/>
        </p:nvSpPr>
        <p:spPr>
          <a:xfrm>
            <a:off x="9273845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51" name="S14-line595"/>
          <p:cNvSpPr/>
          <p:nvPr/>
        </p:nvSpPr>
        <p:spPr>
          <a:xfrm>
            <a:off x="10105492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2" name="S14-label596"/>
          <p:cNvSpPr txBox="1"/>
          <p:nvPr/>
        </p:nvSpPr>
        <p:spPr>
          <a:xfrm>
            <a:off x="9648292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53" name="S14-line597"/>
          <p:cNvSpPr/>
          <p:nvPr/>
        </p:nvSpPr>
        <p:spPr>
          <a:xfrm>
            <a:off x="10479938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4" name="S14-label598"/>
          <p:cNvSpPr txBox="1"/>
          <p:nvPr/>
        </p:nvSpPr>
        <p:spPr>
          <a:xfrm>
            <a:off x="10022738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55" name="S14-line599"/>
          <p:cNvSpPr/>
          <p:nvPr/>
        </p:nvSpPr>
        <p:spPr>
          <a:xfrm>
            <a:off x="10854385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6" name="S14-label600"/>
          <p:cNvSpPr txBox="1"/>
          <p:nvPr/>
        </p:nvSpPr>
        <p:spPr>
          <a:xfrm>
            <a:off x="10397185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57" name="S14-line601"/>
          <p:cNvSpPr/>
          <p:nvPr/>
        </p:nvSpPr>
        <p:spPr>
          <a:xfrm>
            <a:off x="11228832" y="265277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8" name="S14-label602"/>
          <p:cNvSpPr txBox="1"/>
          <p:nvPr/>
        </p:nvSpPr>
        <p:spPr>
          <a:xfrm>
            <a:off x="10771632" y="298196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59" name="S14-mark603"/>
          <p:cNvSpPr/>
          <p:nvPr/>
        </p:nvSpPr>
        <p:spPr>
          <a:xfrm>
            <a:off x="7392924" y="270764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60" name="S14-mark604"/>
          <p:cNvSpPr/>
          <p:nvPr/>
        </p:nvSpPr>
        <p:spPr>
          <a:xfrm>
            <a:off x="9527271" y="270764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61" name="S14-line605"/>
          <p:cNvSpPr/>
          <p:nvPr/>
        </p:nvSpPr>
        <p:spPr>
          <a:xfrm flipV="1">
            <a:off x="7484364" y="241503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2" name="S14-line606"/>
          <p:cNvSpPr/>
          <p:nvPr/>
        </p:nvSpPr>
        <p:spPr>
          <a:xfrm>
            <a:off x="7484364" y="2415032"/>
            <a:ext cx="2134347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3" name="S14-figure607" descr="0부터 10까지 1 cm 눈금이 있는 자 그림. 물건의 한끝은 눈금 0, 다른 끝은 눈금 5과 6 사이, 6에 더 가까운 곳(두 눈금 사이)에 있음"/>
          <p:cNvSpPr/>
          <p:nvPr/>
        </p:nvSpPr>
        <p:spPr>
          <a:xfrm>
            <a:off x="7210044" y="2616200"/>
            <a:ext cx="4293108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14-chip608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65" name="S14-line609"/>
          <p:cNvSpPr/>
          <p:nvPr/>
        </p:nvSpPr>
        <p:spPr>
          <a:xfrm>
            <a:off x="1481328" y="4490720"/>
            <a:ext cx="429310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66" name="S14-line610"/>
          <p:cNvSpPr/>
          <p:nvPr/>
        </p:nvSpPr>
        <p:spPr>
          <a:xfrm>
            <a:off x="1755648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7" name="S14-label611"/>
          <p:cNvSpPr txBox="1"/>
          <p:nvPr/>
        </p:nvSpPr>
        <p:spPr>
          <a:xfrm>
            <a:off x="1298448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68" name="S14-line612"/>
          <p:cNvSpPr/>
          <p:nvPr/>
        </p:nvSpPr>
        <p:spPr>
          <a:xfrm>
            <a:off x="2130095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9" name="S14-label613"/>
          <p:cNvSpPr txBox="1"/>
          <p:nvPr/>
        </p:nvSpPr>
        <p:spPr>
          <a:xfrm>
            <a:off x="1672895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70" name="S14-line614"/>
          <p:cNvSpPr/>
          <p:nvPr/>
        </p:nvSpPr>
        <p:spPr>
          <a:xfrm>
            <a:off x="2504542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1" name="S14-label615"/>
          <p:cNvSpPr txBox="1"/>
          <p:nvPr/>
        </p:nvSpPr>
        <p:spPr>
          <a:xfrm>
            <a:off x="2047342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72" name="S14-line616"/>
          <p:cNvSpPr/>
          <p:nvPr/>
        </p:nvSpPr>
        <p:spPr>
          <a:xfrm>
            <a:off x="2878988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3" name="S14-label617"/>
          <p:cNvSpPr txBox="1"/>
          <p:nvPr/>
        </p:nvSpPr>
        <p:spPr>
          <a:xfrm>
            <a:off x="2421788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74" name="S14-line618"/>
          <p:cNvSpPr/>
          <p:nvPr/>
        </p:nvSpPr>
        <p:spPr>
          <a:xfrm>
            <a:off x="3253435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5" name="S14-label619"/>
          <p:cNvSpPr txBox="1"/>
          <p:nvPr/>
        </p:nvSpPr>
        <p:spPr>
          <a:xfrm>
            <a:off x="2796235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76" name="S14-line620"/>
          <p:cNvSpPr/>
          <p:nvPr/>
        </p:nvSpPr>
        <p:spPr>
          <a:xfrm>
            <a:off x="3627882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7" name="S14-label621"/>
          <p:cNvSpPr txBox="1"/>
          <p:nvPr/>
        </p:nvSpPr>
        <p:spPr>
          <a:xfrm>
            <a:off x="3170682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78" name="S14-line622"/>
          <p:cNvSpPr/>
          <p:nvPr/>
        </p:nvSpPr>
        <p:spPr>
          <a:xfrm>
            <a:off x="4002329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9" name="S14-label623"/>
          <p:cNvSpPr txBox="1"/>
          <p:nvPr/>
        </p:nvSpPr>
        <p:spPr>
          <a:xfrm>
            <a:off x="3545129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80" name="S14-line624"/>
          <p:cNvSpPr/>
          <p:nvPr/>
        </p:nvSpPr>
        <p:spPr>
          <a:xfrm>
            <a:off x="4376776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1" name="S14-label625"/>
          <p:cNvSpPr txBox="1"/>
          <p:nvPr/>
        </p:nvSpPr>
        <p:spPr>
          <a:xfrm>
            <a:off x="3919576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82" name="S14-line626"/>
          <p:cNvSpPr/>
          <p:nvPr/>
        </p:nvSpPr>
        <p:spPr>
          <a:xfrm>
            <a:off x="4751222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3" name="S14-label627"/>
          <p:cNvSpPr txBox="1"/>
          <p:nvPr/>
        </p:nvSpPr>
        <p:spPr>
          <a:xfrm>
            <a:off x="4294022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84" name="S14-line628"/>
          <p:cNvSpPr/>
          <p:nvPr/>
        </p:nvSpPr>
        <p:spPr>
          <a:xfrm>
            <a:off x="5125669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5" name="S14-label629"/>
          <p:cNvSpPr txBox="1"/>
          <p:nvPr/>
        </p:nvSpPr>
        <p:spPr>
          <a:xfrm>
            <a:off x="4668469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86" name="S14-line630"/>
          <p:cNvSpPr/>
          <p:nvPr/>
        </p:nvSpPr>
        <p:spPr>
          <a:xfrm>
            <a:off x="5500116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7" name="S14-label631"/>
          <p:cNvSpPr txBox="1"/>
          <p:nvPr/>
        </p:nvSpPr>
        <p:spPr>
          <a:xfrm>
            <a:off x="5042916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88" name="S14-mark632"/>
          <p:cNvSpPr/>
          <p:nvPr/>
        </p:nvSpPr>
        <p:spPr>
          <a:xfrm>
            <a:off x="1664208" y="439928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89" name="S14-mark633"/>
          <p:cNvSpPr/>
          <p:nvPr/>
        </p:nvSpPr>
        <p:spPr>
          <a:xfrm>
            <a:off x="3274329" y="439928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90" name="S14-line634"/>
          <p:cNvSpPr/>
          <p:nvPr/>
        </p:nvSpPr>
        <p:spPr>
          <a:xfrm flipV="1">
            <a:off x="1755648" y="410667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91" name="S14-line635"/>
          <p:cNvSpPr/>
          <p:nvPr/>
        </p:nvSpPr>
        <p:spPr>
          <a:xfrm>
            <a:off x="1755648" y="4106672"/>
            <a:ext cx="161012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92" name="S14-figure636" descr="0부터 10까지 1 cm 눈금이 있는 자 그림. 물건의 한끝은 눈금 0, 다른 끝은 눈금 4과 5 사이, 4에 더 가까운 곳(두 눈금 사이)에 있음"/>
          <p:cNvSpPr/>
          <p:nvPr/>
        </p:nvSpPr>
        <p:spPr>
          <a:xfrm>
            <a:off x="1481328" y="4307840"/>
            <a:ext cx="4293108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14-chip637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94" name="S14-line638"/>
          <p:cNvSpPr/>
          <p:nvPr/>
        </p:nvSpPr>
        <p:spPr>
          <a:xfrm>
            <a:off x="7210044" y="4490720"/>
            <a:ext cx="429310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5" name="S14-line639"/>
          <p:cNvSpPr/>
          <p:nvPr/>
        </p:nvSpPr>
        <p:spPr>
          <a:xfrm>
            <a:off x="7484364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6" name="S14-label640"/>
          <p:cNvSpPr txBox="1"/>
          <p:nvPr/>
        </p:nvSpPr>
        <p:spPr>
          <a:xfrm>
            <a:off x="7027164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97" name="S14-line641"/>
          <p:cNvSpPr/>
          <p:nvPr/>
        </p:nvSpPr>
        <p:spPr>
          <a:xfrm>
            <a:off x="7858811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8" name="S14-label642"/>
          <p:cNvSpPr txBox="1"/>
          <p:nvPr/>
        </p:nvSpPr>
        <p:spPr>
          <a:xfrm>
            <a:off x="7401611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99" name="S14-line643"/>
          <p:cNvSpPr/>
          <p:nvPr/>
        </p:nvSpPr>
        <p:spPr>
          <a:xfrm>
            <a:off x="8233258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0" name="S14-label644"/>
          <p:cNvSpPr txBox="1"/>
          <p:nvPr/>
        </p:nvSpPr>
        <p:spPr>
          <a:xfrm>
            <a:off x="7776058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101" name="S14-line645"/>
          <p:cNvSpPr/>
          <p:nvPr/>
        </p:nvSpPr>
        <p:spPr>
          <a:xfrm>
            <a:off x="8607704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2" name="S14-label646"/>
          <p:cNvSpPr txBox="1"/>
          <p:nvPr/>
        </p:nvSpPr>
        <p:spPr>
          <a:xfrm>
            <a:off x="8150504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03" name="S14-line647"/>
          <p:cNvSpPr/>
          <p:nvPr/>
        </p:nvSpPr>
        <p:spPr>
          <a:xfrm>
            <a:off x="8982151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4" name="S14-label648"/>
          <p:cNvSpPr txBox="1"/>
          <p:nvPr/>
        </p:nvSpPr>
        <p:spPr>
          <a:xfrm>
            <a:off x="8524951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05" name="S14-line649"/>
          <p:cNvSpPr/>
          <p:nvPr/>
        </p:nvSpPr>
        <p:spPr>
          <a:xfrm>
            <a:off x="9356598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6" name="S14-label650"/>
          <p:cNvSpPr txBox="1"/>
          <p:nvPr/>
        </p:nvSpPr>
        <p:spPr>
          <a:xfrm>
            <a:off x="8899398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107" name="S14-line651"/>
          <p:cNvSpPr/>
          <p:nvPr/>
        </p:nvSpPr>
        <p:spPr>
          <a:xfrm>
            <a:off x="9731045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8" name="S14-label652"/>
          <p:cNvSpPr txBox="1"/>
          <p:nvPr/>
        </p:nvSpPr>
        <p:spPr>
          <a:xfrm>
            <a:off x="9273845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109" name="S14-line653"/>
          <p:cNvSpPr/>
          <p:nvPr/>
        </p:nvSpPr>
        <p:spPr>
          <a:xfrm>
            <a:off x="10105492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0" name="S14-label654"/>
          <p:cNvSpPr txBox="1"/>
          <p:nvPr/>
        </p:nvSpPr>
        <p:spPr>
          <a:xfrm>
            <a:off x="9648292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111" name="S14-line655"/>
          <p:cNvSpPr/>
          <p:nvPr/>
        </p:nvSpPr>
        <p:spPr>
          <a:xfrm>
            <a:off x="10479938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2" name="S14-label656"/>
          <p:cNvSpPr txBox="1"/>
          <p:nvPr/>
        </p:nvSpPr>
        <p:spPr>
          <a:xfrm>
            <a:off x="10022738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113" name="S14-line657"/>
          <p:cNvSpPr/>
          <p:nvPr/>
        </p:nvSpPr>
        <p:spPr>
          <a:xfrm>
            <a:off x="10854385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4" name="S14-label658"/>
          <p:cNvSpPr txBox="1"/>
          <p:nvPr/>
        </p:nvSpPr>
        <p:spPr>
          <a:xfrm>
            <a:off x="10397185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115" name="S14-line659"/>
          <p:cNvSpPr/>
          <p:nvPr/>
        </p:nvSpPr>
        <p:spPr>
          <a:xfrm>
            <a:off x="11228832" y="4344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6" name="S14-label660"/>
          <p:cNvSpPr txBox="1"/>
          <p:nvPr/>
        </p:nvSpPr>
        <p:spPr>
          <a:xfrm>
            <a:off x="10771632" y="4673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117" name="S14-mark661"/>
          <p:cNvSpPr/>
          <p:nvPr/>
        </p:nvSpPr>
        <p:spPr>
          <a:xfrm>
            <a:off x="7767371" y="439928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118" name="S14-mark662"/>
          <p:cNvSpPr/>
          <p:nvPr/>
        </p:nvSpPr>
        <p:spPr>
          <a:xfrm>
            <a:off x="9714494" y="439928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119" name="S14-line663"/>
          <p:cNvSpPr/>
          <p:nvPr/>
        </p:nvSpPr>
        <p:spPr>
          <a:xfrm flipV="1">
            <a:off x="7858811" y="410667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120" name="S14-line664"/>
          <p:cNvSpPr/>
          <p:nvPr/>
        </p:nvSpPr>
        <p:spPr>
          <a:xfrm>
            <a:off x="7858811" y="4106672"/>
            <a:ext cx="1947123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1" name="S14-figure665" descr="0부터 10까지 1 cm 눈금이 있는 자 그림. 물건의 한끝은 눈금 1, 다른 끝은 눈금 6과 7 사이, 6에 더 가까운 곳(두 눈금 사이)에 있음"/>
          <p:cNvSpPr/>
          <p:nvPr/>
        </p:nvSpPr>
        <p:spPr>
          <a:xfrm>
            <a:off x="7210044" y="4307840"/>
            <a:ext cx="4293108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5-card66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66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한끝을 0에 맞추고, 1 cm가 몇 번인지 읽어요.</a:t>
            </a:r>
            <a:endParaRPr lang="ko-KR" sz="3200" dirty="0"/>
          </a:p>
        </p:txBody>
      </p:sp>
      <p:sp>
        <p:nvSpPr>
          <p:cNvPr id="5" name="S15-chip668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가까운 쪽 숫자에 ‘약’</a:t>
            </a:r>
            <a:endParaRPr lang="ko-KR" sz="2600" dirty="0"/>
          </a:p>
        </p:txBody>
      </p:sp>
      <p:sp>
        <p:nvSpPr>
          <p:cNvPr id="6" name="S15-chip669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끝의 눈금만 읽기</a:t>
            </a:r>
            <a:endParaRPr lang="ko-KR" sz="2600" dirty="0"/>
          </a:p>
        </p:txBody>
      </p:sp>
      <p:sp>
        <p:nvSpPr>
          <p:cNvPr id="7" name="S15-text670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5-text671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2에 맞추고 끝이 9면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cm?</a:t>
            </a:r>
            <a:endParaRPr lang="ko-KR" sz="2600" dirty="0"/>
          </a:p>
        </p:txBody>
      </p:sp>
      <p:sp>
        <p:nvSpPr>
          <p:cNvPr id="9" name="S15-text672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3과 4 사이, 4에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가까우면?</a:t>
            </a:r>
            <a:endParaRPr lang="ko-KR" sz="2600" dirty="0"/>
          </a:p>
        </p:txBody>
      </p:sp>
      <p:sp>
        <p:nvSpPr>
          <p:cNvPr id="10" name="S15-text673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지우개를 어림하고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재어요.</a:t>
            </a:r>
            <a:endParaRPr lang="ko-KR" sz="2600" dirty="0"/>
          </a:p>
        </p:txBody>
      </p:sp>
      <p:sp>
        <p:nvSpPr>
          <p:cNvPr id="11" name="S15-text67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m와 cm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끝을 맞춰요</a:t>
            </a:r>
            <a:endParaRPr lang="ko-KR" sz="4400" dirty="0"/>
          </a:p>
        </p:txBody>
      </p:sp>
      <p:sp>
        <p:nvSpPr>
          <p:cNvPr id="3" name="S16-text6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끝을 맞추고 오른쪽 끝을 봐요.</a:t>
            </a:r>
            <a:endParaRPr lang="ko-KR" sz="3200" dirty="0"/>
          </a:p>
        </p:txBody>
      </p:sp>
      <p:sp>
        <p:nvSpPr>
          <p:cNvPr id="4" name="S16-card676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6-cardtext677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나온 쪽이 더 길어요.</a:t>
            </a:r>
            <a:endParaRPr lang="ko-KR" sz="3200" dirty="0"/>
          </a:p>
        </p:txBody>
      </p:sp>
      <p:sp>
        <p:nvSpPr>
          <p:cNvPr id="6" name="S16-card678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6-cardtext679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칸을 세면 얼마나 긴지 알아요.</a:t>
            </a:r>
            <a:endParaRPr lang="ko-KR" sz="3200" dirty="0"/>
          </a:p>
        </p:txBody>
      </p:sp>
      <p:sp>
        <p:nvSpPr>
          <p:cNvPr id="8" name="S16-cell680"/>
          <p:cNvSpPr/>
          <p:nvPr/>
        </p:nvSpPr>
        <p:spPr>
          <a:xfrm>
            <a:off x="2574036" y="233426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6-cell681"/>
          <p:cNvSpPr/>
          <p:nvPr/>
        </p:nvSpPr>
        <p:spPr>
          <a:xfrm>
            <a:off x="3579876" y="233426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6-cell682"/>
          <p:cNvSpPr/>
          <p:nvPr/>
        </p:nvSpPr>
        <p:spPr>
          <a:xfrm>
            <a:off x="4585716" y="233426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6-cell683"/>
          <p:cNvSpPr/>
          <p:nvPr/>
        </p:nvSpPr>
        <p:spPr>
          <a:xfrm>
            <a:off x="5591556" y="233426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6-cell684"/>
          <p:cNvSpPr/>
          <p:nvPr/>
        </p:nvSpPr>
        <p:spPr>
          <a:xfrm>
            <a:off x="6597396" y="233426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6-cell685"/>
          <p:cNvSpPr/>
          <p:nvPr/>
        </p:nvSpPr>
        <p:spPr>
          <a:xfrm>
            <a:off x="7603236" y="233426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6-cell686"/>
          <p:cNvSpPr/>
          <p:nvPr/>
        </p:nvSpPr>
        <p:spPr>
          <a:xfrm>
            <a:off x="8609076" y="233426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6-cell687"/>
          <p:cNvSpPr/>
          <p:nvPr/>
        </p:nvSpPr>
        <p:spPr>
          <a:xfrm>
            <a:off x="2574036" y="334010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6-cell688"/>
          <p:cNvSpPr/>
          <p:nvPr/>
        </p:nvSpPr>
        <p:spPr>
          <a:xfrm>
            <a:off x="3579876" y="334010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6-cell689"/>
          <p:cNvSpPr/>
          <p:nvPr/>
        </p:nvSpPr>
        <p:spPr>
          <a:xfrm>
            <a:off x="4585716" y="334010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6-cell690"/>
          <p:cNvSpPr/>
          <p:nvPr/>
        </p:nvSpPr>
        <p:spPr>
          <a:xfrm>
            <a:off x="5591556" y="334010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6-cell691"/>
          <p:cNvSpPr/>
          <p:nvPr/>
        </p:nvSpPr>
        <p:spPr>
          <a:xfrm>
            <a:off x="6597396" y="334010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6-cell692"/>
          <p:cNvSpPr/>
          <p:nvPr/>
        </p:nvSpPr>
        <p:spPr>
          <a:xfrm>
            <a:off x="7603236" y="334010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6-cell693"/>
          <p:cNvSpPr/>
          <p:nvPr/>
        </p:nvSpPr>
        <p:spPr>
          <a:xfrm>
            <a:off x="8609076" y="334010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6-figure694" descr="왼쪽 끝을 맞춘 두 띠: 위 띠 6칸, 아래 띠 4칸"/>
          <p:cNvSpPr/>
          <p:nvPr/>
        </p:nvSpPr>
        <p:spPr>
          <a:xfrm>
            <a:off x="2574036" y="2334260"/>
            <a:ext cx="704088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길이 재기</dc:title>
  <dc:subject>KR22-G02-MAT-CM-L01</dc:subject>
  <dc:creator>education-ppt</dc:creator>
  <cp:lastModifiedBy>education-ppt</cp:lastModifiedBy>
  <cp:revision>1</cp:revision>
  <dcterms:created xsi:type="dcterms:W3CDTF">2026-10-26T06:51:01Z</dcterms:created>
  <dcterms:modified xsi:type="dcterms:W3CDTF">2026-10-26T06:51:01Z</dcterms:modified>
</cp:coreProperties>
</file>