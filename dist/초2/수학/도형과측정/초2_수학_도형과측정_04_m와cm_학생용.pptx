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aa1bdf-9108-00bc-15ab-8a17e2da98d8}">
          <p14:sldIdLst>
            <p14:sldId id="256"/>
            <p14:sldId id="257"/>
          </p14:sldIdLst>
        </p14:section>
        <p14:section name="개념" id="{e2ee7ad4-07af-21b7-d859-9096114a8398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84653748-442c-0f97-cb95-7e99f36c7498}">
          <p14:sldIdLst>
            <p14:sldId id="261"/>
            <p14:sldId id="262"/>
            <p14:sldId id="265"/>
            <p14:sldId id="266"/>
          </p14:sldIdLst>
        </p14:section>
        <p14:section name="개념" id="{78e3e58c-7bbf-97b4-9065-2b0493ba21c2}">
          <p14:sldIdLst/>
        </p14:section>
        <p14:section name="연습" id="{e57f8569-d619-00ee-f07b-0dcb25f40320}">
          <p14:sldIdLst/>
        </p14:section>
        <p14:section name="확인" id="{02233047-29d4-421d-c788-d46fe6fb2cb9}">
          <p14:sldIdLst>
            <p14:sldId id="267"/>
            <p14:sldId id="268"/>
          </p14:sldIdLst>
        </p14:section>
        <p14:section name="정리" id="{fce1932d-81e0-b658-c35b-b4d6c7c52457}">
          <p14:sldIdLst>
            <p14:sldId id="269"/>
          </p14:sldIdLst>
        </p14:section>
        <p14:section name="보충" id="{90ecb037-e52c-110d-f3d2-cdd7f2dd83a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m와 cm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cm보다 긴 길이는 어떻게 말할까?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110996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310896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310896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23" name="S01-figure20" descr="0부터 100까지 10 cm마다 눈금이 있는 수직선. 0에서 100까지가 1 m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m = 100 cm를 알고 바꾸어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m와 cm로 된 길이를 더하고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3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line24"/>
          <p:cNvSpPr/>
          <p:nvPr/>
        </p:nvSpPr>
        <p:spPr>
          <a:xfrm>
            <a:off x="1481328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2-line25"/>
          <p:cNvSpPr/>
          <p:nvPr/>
        </p:nvSpPr>
        <p:spPr>
          <a:xfrm>
            <a:off x="175564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2-label26"/>
          <p:cNvSpPr txBox="1"/>
          <p:nvPr/>
        </p:nvSpPr>
        <p:spPr>
          <a:xfrm>
            <a:off x="129844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2-line27"/>
          <p:cNvSpPr/>
          <p:nvPr/>
        </p:nvSpPr>
        <p:spPr>
          <a:xfrm>
            <a:off x="213009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2-label28"/>
          <p:cNvSpPr txBox="1"/>
          <p:nvPr/>
        </p:nvSpPr>
        <p:spPr>
          <a:xfrm>
            <a:off x="167289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02-line29"/>
          <p:cNvSpPr/>
          <p:nvPr/>
        </p:nvSpPr>
        <p:spPr>
          <a:xfrm>
            <a:off x="250454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2-label30"/>
          <p:cNvSpPr txBox="1"/>
          <p:nvPr/>
        </p:nvSpPr>
        <p:spPr>
          <a:xfrm>
            <a:off x="204734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02-line31"/>
          <p:cNvSpPr/>
          <p:nvPr/>
        </p:nvSpPr>
        <p:spPr>
          <a:xfrm>
            <a:off x="287898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2-label32"/>
          <p:cNvSpPr txBox="1"/>
          <p:nvPr/>
        </p:nvSpPr>
        <p:spPr>
          <a:xfrm>
            <a:off x="242178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02-line33"/>
          <p:cNvSpPr/>
          <p:nvPr/>
        </p:nvSpPr>
        <p:spPr>
          <a:xfrm>
            <a:off x="325343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2-label34"/>
          <p:cNvSpPr txBox="1"/>
          <p:nvPr/>
        </p:nvSpPr>
        <p:spPr>
          <a:xfrm>
            <a:off x="279623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02-line35"/>
          <p:cNvSpPr/>
          <p:nvPr/>
        </p:nvSpPr>
        <p:spPr>
          <a:xfrm>
            <a:off x="362788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2-label36"/>
          <p:cNvSpPr txBox="1"/>
          <p:nvPr/>
        </p:nvSpPr>
        <p:spPr>
          <a:xfrm>
            <a:off x="317068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02-line37"/>
          <p:cNvSpPr/>
          <p:nvPr/>
        </p:nvSpPr>
        <p:spPr>
          <a:xfrm>
            <a:off x="400232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2-label38"/>
          <p:cNvSpPr txBox="1"/>
          <p:nvPr/>
        </p:nvSpPr>
        <p:spPr>
          <a:xfrm>
            <a:off x="354512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02-line39"/>
          <p:cNvSpPr/>
          <p:nvPr/>
        </p:nvSpPr>
        <p:spPr>
          <a:xfrm>
            <a:off x="437677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2-label40"/>
          <p:cNvSpPr txBox="1"/>
          <p:nvPr/>
        </p:nvSpPr>
        <p:spPr>
          <a:xfrm>
            <a:off x="391957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02-line41"/>
          <p:cNvSpPr/>
          <p:nvPr/>
        </p:nvSpPr>
        <p:spPr>
          <a:xfrm>
            <a:off x="475122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2-label42"/>
          <p:cNvSpPr txBox="1"/>
          <p:nvPr/>
        </p:nvSpPr>
        <p:spPr>
          <a:xfrm>
            <a:off x="429402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02-line43"/>
          <p:cNvSpPr/>
          <p:nvPr/>
        </p:nvSpPr>
        <p:spPr>
          <a:xfrm>
            <a:off x="512566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2-label44"/>
          <p:cNvSpPr txBox="1"/>
          <p:nvPr/>
        </p:nvSpPr>
        <p:spPr>
          <a:xfrm>
            <a:off x="466846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02-line45"/>
          <p:cNvSpPr/>
          <p:nvPr/>
        </p:nvSpPr>
        <p:spPr>
          <a:xfrm>
            <a:off x="550011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2-label46"/>
          <p:cNvSpPr txBox="1"/>
          <p:nvPr/>
        </p:nvSpPr>
        <p:spPr>
          <a:xfrm>
            <a:off x="504291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02-mark47"/>
          <p:cNvSpPr/>
          <p:nvPr/>
        </p:nvSpPr>
        <p:spPr>
          <a:xfrm>
            <a:off x="241310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2-mark48"/>
          <p:cNvSpPr/>
          <p:nvPr/>
        </p:nvSpPr>
        <p:spPr>
          <a:xfrm>
            <a:off x="465978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2-line49"/>
          <p:cNvSpPr/>
          <p:nvPr/>
        </p:nvSpPr>
        <p:spPr>
          <a:xfrm flipV="1">
            <a:off x="2504542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2-line50"/>
          <p:cNvSpPr/>
          <p:nvPr/>
        </p:nvSpPr>
        <p:spPr>
          <a:xfrm>
            <a:off x="2504542" y="2401672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2-label51"/>
          <p:cNvSpPr txBox="1"/>
          <p:nvPr/>
        </p:nvSpPr>
        <p:spPr>
          <a:xfrm>
            <a:off x="2504542" y="2119224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2" name="S02-figure52" descr="0부터 10까지 1 cm 눈금이 있는 자 그림. 지우개의 한끝은 눈금 2, 다른 끝은 눈금 8에 있음"/>
          <p:cNvSpPr/>
          <p:nvPr/>
        </p:nvSpPr>
        <p:spPr>
          <a:xfrm>
            <a:off x="1481328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2-chip5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2-text5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10번이면?</a:t>
            </a:r>
            <a:endParaRPr lang="ko-KR" sz="3200" dirty="0"/>
          </a:p>
        </p:txBody>
      </p:sp>
      <p:sp>
        <p:nvSpPr>
          <p:cNvPr id="35" name="S02-chip5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6" name="S02-eqtext5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+ 32 = □</a:t>
            </a:r>
            <a:endParaRPr lang="ko-KR" sz="3600" dirty="0"/>
          </a:p>
        </p:txBody>
      </p:sp>
      <p:sp>
        <p:nvSpPr>
          <p:cNvPr id="37" name="S02-chip5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8" name="S02-eqtext5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68 − 25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m를 알아봐요</a:t>
            </a:r>
            <a:endParaRPr lang="ko-KR" sz="4400" dirty="0"/>
          </a:p>
        </p:txBody>
      </p:sp>
      <p:sp>
        <p:nvSpPr>
          <p:cNvPr id="3" name="S03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cm를 1 m라고 해요.</a:t>
            </a:r>
            <a:endParaRPr lang="ko-KR" sz="3200" dirty="0"/>
          </a:p>
        </p:txBody>
      </p:sp>
      <p:sp>
        <p:nvSpPr>
          <p:cNvPr id="4" name="S03-card60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61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m는 ‘1 미터’라고 읽어요.</a:t>
            </a:r>
            <a:endParaRPr lang="ko-KR" sz="3200" dirty="0"/>
          </a:p>
        </p:txBody>
      </p:sp>
      <p:sp>
        <p:nvSpPr>
          <p:cNvPr id="6" name="S03-card62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63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 1 m예요.</a:t>
            </a:r>
            <a:endParaRPr lang="ko-KR" sz="3200" dirty="0"/>
          </a:p>
        </p:txBody>
      </p:sp>
      <p:sp>
        <p:nvSpPr>
          <p:cNvPr id="8" name="S03-line64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3-line65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66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3-line67"/>
          <p:cNvSpPr/>
          <p:nvPr/>
        </p:nvSpPr>
        <p:spPr>
          <a:xfrm>
            <a:off x="198699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68"/>
          <p:cNvSpPr txBox="1"/>
          <p:nvPr/>
        </p:nvSpPr>
        <p:spPr>
          <a:xfrm>
            <a:off x="152979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3-line69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70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03-line71"/>
          <p:cNvSpPr/>
          <p:nvPr/>
        </p:nvSpPr>
        <p:spPr>
          <a:xfrm>
            <a:off x="4040734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72"/>
          <p:cNvSpPr txBox="1"/>
          <p:nvPr/>
        </p:nvSpPr>
        <p:spPr>
          <a:xfrm>
            <a:off x="3583534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03-line73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74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3-line75"/>
          <p:cNvSpPr/>
          <p:nvPr/>
        </p:nvSpPr>
        <p:spPr>
          <a:xfrm>
            <a:off x="6094476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76"/>
          <p:cNvSpPr txBox="1"/>
          <p:nvPr/>
        </p:nvSpPr>
        <p:spPr>
          <a:xfrm>
            <a:off x="5637276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03-line77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78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03-line79"/>
          <p:cNvSpPr/>
          <p:nvPr/>
        </p:nvSpPr>
        <p:spPr>
          <a:xfrm>
            <a:off x="8148218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80"/>
          <p:cNvSpPr txBox="1"/>
          <p:nvPr/>
        </p:nvSpPr>
        <p:spPr>
          <a:xfrm>
            <a:off x="7691018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03-line81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82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03-line83"/>
          <p:cNvSpPr/>
          <p:nvPr/>
        </p:nvSpPr>
        <p:spPr>
          <a:xfrm>
            <a:off x="1020196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84"/>
          <p:cNvSpPr txBox="1"/>
          <p:nvPr/>
        </p:nvSpPr>
        <p:spPr>
          <a:xfrm>
            <a:off x="974476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03-line85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86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03-mark87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3-mark88"/>
          <p:cNvSpPr/>
          <p:nvPr/>
        </p:nvSpPr>
        <p:spPr>
          <a:xfrm>
            <a:off x="11137392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3-line89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3-line90"/>
          <p:cNvSpPr/>
          <p:nvPr/>
        </p:nvSpPr>
        <p:spPr>
          <a:xfrm>
            <a:off x="960120" y="3274873"/>
            <a:ext cx="1026871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91"/>
          <p:cNvSpPr txBox="1"/>
          <p:nvPr/>
        </p:nvSpPr>
        <p:spPr>
          <a:xfrm>
            <a:off x="960120" y="2827325"/>
            <a:ext cx="1026871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</a:t>
            </a:r>
            <a:endParaRPr lang="ko-KR" sz="2600" dirty="0"/>
          </a:p>
        </p:txBody>
      </p:sp>
      <p:sp>
        <p:nvSpPr>
          <p:cNvPr id="36" name="S03-figure92" descr="0부터 100까지 10 cm마다 눈금이 있는 수직선. 0에서 100까지가 1 m = 100 cm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 몇 cm</a:t>
            </a:r>
            <a:endParaRPr lang="ko-KR" sz="4400" dirty="0"/>
          </a:p>
        </p:txBody>
      </p:sp>
      <p:sp>
        <p:nvSpPr>
          <p:cNvPr id="3" name="S0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끈의 길이는 135 cm예요.</a:t>
            </a:r>
            <a:endParaRPr lang="ko-KR" sz="3200" dirty="0"/>
          </a:p>
        </p:txBody>
      </p:sp>
      <p:sp>
        <p:nvSpPr>
          <p:cNvPr id="4" name="S04-card9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 cm = 1 m 35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미터 35 센티미터’라고 읽어요.</a:t>
            </a:r>
            <a:endParaRPr lang="ko-KR" sz="3200" dirty="0"/>
          </a:p>
        </p:txBody>
      </p:sp>
      <p:sp>
        <p:nvSpPr>
          <p:cNvPr id="6" name="S04-line9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8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04-line99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01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0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ine103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10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05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0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07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abel109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400" dirty="0"/>
          </a:p>
        </p:txBody>
      </p:sp>
      <p:sp>
        <p:nvSpPr>
          <p:cNvPr id="20" name="S04-line110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11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12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13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ine114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15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16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7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ine118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line119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20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400" dirty="0"/>
          </a:p>
        </p:txBody>
      </p:sp>
      <p:sp>
        <p:nvSpPr>
          <p:cNvPr id="31" name="S04-mark121"/>
          <p:cNvSpPr/>
          <p:nvPr/>
        </p:nvSpPr>
        <p:spPr>
          <a:xfrm>
            <a:off x="86868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4-mark122"/>
          <p:cNvSpPr/>
          <p:nvPr/>
        </p:nvSpPr>
        <p:spPr>
          <a:xfrm>
            <a:off x="7800061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4-line123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4-line124"/>
          <p:cNvSpPr/>
          <p:nvPr/>
        </p:nvSpPr>
        <p:spPr>
          <a:xfrm>
            <a:off x="960120" y="3285266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4-label125"/>
          <p:cNvSpPr txBox="1"/>
          <p:nvPr/>
        </p:nvSpPr>
        <p:spPr>
          <a:xfrm>
            <a:off x="960120" y="2870738"/>
            <a:ext cx="5134356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2400" dirty="0"/>
          </a:p>
        </p:txBody>
      </p:sp>
      <p:sp>
        <p:nvSpPr>
          <p:cNvPr id="36" name="S04-line126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7" name="S04-line127"/>
          <p:cNvSpPr/>
          <p:nvPr/>
        </p:nvSpPr>
        <p:spPr>
          <a:xfrm>
            <a:off x="6094476" y="3285266"/>
            <a:ext cx="1797025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label128"/>
          <p:cNvSpPr txBox="1"/>
          <p:nvPr/>
        </p:nvSpPr>
        <p:spPr>
          <a:xfrm>
            <a:off x="6094476" y="2870738"/>
            <a:ext cx="1797025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cm</a:t>
            </a:r>
            <a:endParaRPr lang="ko-KR" sz="2400" dirty="0"/>
          </a:p>
        </p:txBody>
      </p:sp>
      <p:sp>
        <p:nvSpPr>
          <p:cNvPr id="39" name="S04-figure129" descr="0부터 200까지 10 cm 눈금 수직선. 0에서 100까지 1 m, 100에서 135까지 35 cm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cm로 바꾸어요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□ cm</a:t>
            </a:r>
            <a:endParaRPr lang="ko-KR" sz="3600" dirty="0"/>
          </a:p>
        </p:txBody>
      </p:sp>
      <p:sp>
        <p:nvSpPr>
          <p:cNvPr id="4" name="S05-line131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132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133"/>
          <p:cNvSpPr txBox="1"/>
          <p:nvPr/>
        </p:nvSpPr>
        <p:spPr>
          <a:xfrm>
            <a:off x="6231636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5-line134"/>
          <p:cNvSpPr/>
          <p:nvPr/>
        </p:nvSpPr>
        <p:spPr>
          <a:xfrm>
            <a:off x="6840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ine135"/>
          <p:cNvSpPr/>
          <p:nvPr/>
        </p:nvSpPr>
        <p:spPr>
          <a:xfrm>
            <a:off x="6991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line136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ine137"/>
          <p:cNvSpPr/>
          <p:nvPr/>
        </p:nvSpPr>
        <p:spPr>
          <a:xfrm>
            <a:off x="7294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line138"/>
          <p:cNvSpPr/>
          <p:nvPr/>
        </p:nvSpPr>
        <p:spPr>
          <a:xfrm>
            <a:off x="7445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ine139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line140"/>
          <p:cNvSpPr/>
          <p:nvPr/>
        </p:nvSpPr>
        <p:spPr>
          <a:xfrm>
            <a:off x="7748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141"/>
          <p:cNvSpPr/>
          <p:nvPr/>
        </p:nvSpPr>
        <p:spPr>
          <a:xfrm>
            <a:off x="7899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142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143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abel144"/>
          <p:cNvSpPr txBox="1"/>
          <p:nvPr/>
        </p:nvSpPr>
        <p:spPr>
          <a:xfrm>
            <a:off x="7744968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5-line145"/>
          <p:cNvSpPr/>
          <p:nvPr/>
        </p:nvSpPr>
        <p:spPr>
          <a:xfrm>
            <a:off x="8353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line146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ine147"/>
          <p:cNvSpPr/>
          <p:nvPr/>
        </p:nvSpPr>
        <p:spPr>
          <a:xfrm>
            <a:off x="8656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line148"/>
          <p:cNvSpPr/>
          <p:nvPr/>
        </p:nvSpPr>
        <p:spPr>
          <a:xfrm>
            <a:off x="8807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ine149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5-line150"/>
          <p:cNvSpPr/>
          <p:nvPr/>
        </p:nvSpPr>
        <p:spPr>
          <a:xfrm>
            <a:off x="9110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ine151"/>
          <p:cNvSpPr/>
          <p:nvPr/>
        </p:nvSpPr>
        <p:spPr>
          <a:xfrm>
            <a:off x="9261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line15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ine153"/>
          <p:cNvSpPr/>
          <p:nvPr/>
        </p:nvSpPr>
        <p:spPr>
          <a:xfrm>
            <a:off x="9564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5-line154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abel155"/>
          <p:cNvSpPr txBox="1"/>
          <p:nvPr/>
        </p:nvSpPr>
        <p:spPr>
          <a:xfrm>
            <a:off x="9258300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600" dirty="0"/>
          </a:p>
        </p:txBody>
      </p:sp>
      <p:sp>
        <p:nvSpPr>
          <p:cNvPr id="29" name="S05-line156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ine157"/>
          <p:cNvSpPr/>
          <p:nvPr/>
        </p:nvSpPr>
        <p:spPr>
          <a:xfrm>
            <a:off x="10018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line158"/>
          <p:cNvSpPr/>
          <p:nvPr/>
        </p:nvSpPr>
        <p:spPr>
          <a:xfrm>
            <a:off x="10169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line159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line160"/>
          <p:cNvSpPr/>
          <p:nvPr/>
        </p:nvSpPr>
        <p:spPr>
          <a:xfrm>
            <a:off x="10472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ine161"/>
          <p:cNvSpPr/>
          <p:nvPr/>
        </p:nvSpPr>
        <p:spPr>
          <a:xfrm>
            <a:off x="10623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5-line162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line163"/>
          <p:cNvSpPr/>
          <p:nvPr/>
        </p:nvSpPr>
        <p:spPr>
          <a:xfrm>
            <a:off x="10926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line164"/>
          <p:cNvSpPr/>
          <p:nvPr/>
        </p:nvSpPr>
        <p:spPr>
          <a:xfrm>
            <a:off x="11077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5-line165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5-label166"/>
          <p:cNvSpPr txBox="1"/>
          <p:nvPr/>
        </p:nvSpPr>
        <p:spPr>
          <a:xfrm>
            <a:off x="10771632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600" dirty="0"/>
          </a:p>
        </p:txBody>
      </p:sp>
      <p:sp>
        <p:nvSpPr>
          <p:cNvPr id="40" name="S05-mark167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1" name="S05-mark168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05-line169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05-line170"/>
          <p:cNvSpPr/>
          <p:nvPr/>
        </p:nvSpPr>
        <p:spPr>
          <a:xfrm>
            <a:off x="668883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05-label171"/>
          <p:cNvSpPr txBox="1"/>
          <p:nvPr/>
        </p:nvSpPr>
        <p:spPr>
          <a:xfrm>
            <a:off x="6688836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5" name="S05-line172"/>
          <p:cNvSpPr/>
          <p:nvPr/>
        </p:nvSpPr>
        <p:spPr>
          <a:xfrm flipV="1">
            <a:off x="820216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05-line173"/>
          <p:cNvSpPr/>
          <p:nvPr/>
        </p:nvSpPr>
        <p:spPr>
          <a:xfrm>
            <a:off x="8202168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05-label174"/>
          <p:cNvSpPr txBox="1"/>
          <p:nvPr/>
        </p:nvSpPr>
        <p:spPr>
          <a:xfrm>
            <a:off x="8202168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8" name="S05-line175"/>
          <p:cNvSpPr/>
          <p:nvPr/>
        </p:nvSpPr>
        <p:spPr>
          <a:xfrm flipV="1">
            <a:off x="9715500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05-line176"/>
          <p:cNvSpPr/>
          <p:nvPr/>
        </p:nvSpPr>
        <p:spPr>
          <a:xfrm>
            <a:off x="9715500" y="4461358"/>
            <a:ext cx="60533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05-label177"/>
          <p:cNvSpPr txBox="1"/>
          <p:nvPr/>
        </p:nvSpPr>
        <p:spPr>
          <a:xfrm>
            <a:off x="9715500" y="4178910"/>
            <a:ext cx="60533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600" dirty="0"/>
          </a:p>
        </p:txBody>
      </p:sp>
      <p:sp>
        <p:nvSpPr>
          <p:cNvPr id="51" name="S05-figure178" descr="0부터 300까지 10 cm 눈금 수직선. 1 m, 1 m, 40 cm를 이어서 240에 도착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05-stepno179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3" name="S05-text180"/>
          <p:cNvSpPr txBox="1"/>
          <p:nvPr/>
        </p:nvSpPr>
        <p:spPr>
          <a:xfrm>
            <a:off x="1325880" y="320294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m는 200 cm예요.</a:t>
            </a:r>
            <a:endParaRPr lang="ko-KR" sz="3200" dirty="0"/>
          </a:p>
        </p:txBody>
      </p:sp>
      <p:sp>
        <p:nvSpPr>
          <p:cNvPr id="54" name="S05-stepno181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5" name="S05-text182"/>
          <p:cNvSpPr txBox="1"/>
          <p:nvPr/>
        </p:nvSpPr>
        <p:spPr>
          <a:xfrm>
            <a:off x="1325880" y="391617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cm와 40 cm를 더해요.</a:t>
            </a:r>
            <a:endParaRPr lang="ko-KR" sz="3200" dirty="0"/>
          </a:p>
        </p:txBody>
      </p:sp>
      <p:sp>
        <p:nvSpPr>
          <p:cNvPr id="56" name="S05-stepno183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7" name="S05-text184"/>
          <p:cNvSpPr txBox="1"/>
          <p:nvPr/>
        </p:nvSpPr>
        <p:spPr>
          <a:xfrm>
            <a:off x="1325880" y="507238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240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400" dirty="0"/>
          </a:p>
        </p:txBody>
      </p:sp>
      <p:sp>
        <p:nvSpPr>
          <p:cNvPr id="3" name="S06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cm예요.</a:t>
            </a:r>
            <a:endParaRPr lang="ko-KR" sz="3200" dirty="0"/>
          </a:p>
        </p:txBody>
      </p:sp>
      <p:sp>
        <p:nvSpPr>
          <p:cNvPr id="5" name="S06-chip1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8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50 cm = □ cm</a:t>
            </a:r>
            <a:endParaRPr lang="ko-KR" sz="3600" dirty="0"/>
          </a:p>
        </p:txBody>
      </p:sp>
      <p:sp>
        <p:nvSpPr>
          <p:cNvPr id="7" name="S06-chip18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9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8 cm = □ cm</a:t>
            </a:r>
            <a:endParaRPr lang="ko-KR" sz="3600" dirty="0"/>
          </a:p>
        </p:txBody>
      </p:sp>
      <p:sp>
        <p:nvSpPr>
          <p:cNvPr id="9" name="S06-chip19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9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 cm = □ m □ cm</a:t>
            </a:r>
            <a:endParaRPr lang="ko-KR" sz="3600" dirty="0"/>
          </a:p>
        </p:txBody>
      </p:sp>
      <p:sp>
        <p:nvSpPr>
          <p:cNvPr id="11" name="S06-chip19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9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 cm는 몇 cm일까요?</a:t>
            </a:r>
            <a:endParaRPr lang="ko-KR" sz="32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 cm</a:t>
            </a:r>
            <a:endParaRPr lang="ko-KR" sz="26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5를 붙여 썼어요.</a:t>
            </a:r>
            <a:endParaRPr lang="ko-KR" sz="32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305 cm</a:t>
            </a:r>
            <a:endParaRPr lang="ko-KR" sz="26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cm와 5 cm를 더했어요.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더해요</a:t>
            </a:r>
            <a:endParaRPr lang="ko-KR" sz="4400" dirty="0"/>
          </a:p>
        </p:txBody>
      </p:sp>
      <p:sp>
        <p:nvSpPr>
          <p:cNvPr id="3" name="S08-eqtext2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20 cm + 2 m 45 cm</a:t>
            </a:r>
            <a:endParaRPr lang="ko-KR" sz="3600" dirty="0"/>
          </a:p>
        </p:txBody>
      </p:sp>
      <p:graphicFrame>
        <p:nvGraphicFramePr>
          <p:cNvPr id="9" name="S08-table2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5534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06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20 + 45 = 65</a:t>
            </a:r>
            <a:endParaRPr lang="ko-KR" sz="3200" dirty="0"/>
          </a:p>
        </p:txBody>
      </p:sp>
      <p:sp>
        <p:nvSpPr>
          <p:cNvPr id="7" name="S08-stepno2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08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1 + 2 = 3</a:t>
            </a:r>
            <a:endParaRPr lang="ko-KR" sz="3200" dirty="0"/>
          </a:p>
        </p:txBody>
      </p:sp>
      <p:sp>
        <p:nvSpPr>
          <p:cNvPr id="9" name="S08-stepno2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10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3 m 65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빼요</a:t>
            </a:r>
            <a:endParaRPr lang="ko-KR" sz="4400" dirty="0"/>
          </a:p>
        </p:txBody>
      </p:sp>
      <p:sp>
        <p:nvSpPr>
          <p:cNvPr id="3" name="S09-eqtext21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75 cm − 1 m 40 cm</a:t>
            </a:r>
            <a:endParaRPr lang="ko-KR" sz="3600" dirty="0"/>
          </a:p>
        </p:txBody>
      </p:sp>
      <p:graphicFrame>
        <p:nvGraphicFramePr>
          <p:cNvPr id="10" name="S09-table2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5534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213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214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75 − 40 = 35</a:t>
            </a:r>
            <a:endParaRPr lang="ko-KR" sz="3200" dirty="0"/>
          </a:p>
        </p:txBody>
      </p:sp>
      <p:sp>
        <p:nvSpPr>
          <p:cNvPr id="7" name="S09-stepno215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216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3 − 1 = 2</a:t>
            </a:r>
            <a:endParaRPr lang="ko-KR" sz="3200" dirty="0"/>
          </a:p>
        </p:txBody>
      </p:sp>
      <p:sp>
        <p:nvSpPr>
          <p:cNvPr id="9" name="S09-stepno217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218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2 m 35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 봐요</a:t>
            </a:r>
            <a:endParaRPr lang="ko-KR" sz="4400" dirty="0"/>
          </a:p>
        </p:txBody>
      </p:sp>
      <p:sp>
        <p:nvSpPr>
          <p:cNvPr id="3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m는 m끼리, cm는 cm끼리 계산해요.</a:t>
            </a:r>
            <a:endParaRPr lang="ko-KR" sz="3200" dirty="0"/>
          </a:p>
        </p:txBody>
      </p:sp>
      <p:sp>
        <p:nvSpPr>
          <p:cNvPr id="5" name="S10-chip22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eqtext22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30 cm + 1 m 50 cm = □ m □ cm</a:t>
            </a:r>
            <a:endParaRPr lang="ko-KR" sz="3600" dirty="0"/>
          </a:p>
        </p:txBody>
      </p:sp>
      <p:sp>
        <p:nvSpPr>
          <p:cNvPr id="7" name="S10-chip22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eqtext22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m 15 cm + 3 m 60 cm = □ m □ cm</a:t>
            </a:r>
            <a:endParaRPr lang="ko-KR" sz="3600" dirty="0"/>
          </a:p>
        </p:txBody>
      </p:sp>
      <p:sp>
        <p:nvSpPr>
          <p:cNvPr id="9" name="S10-chip22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eqtext22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m 80 cm − 2 m 30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단위를 맞췄나요?</a:t>
            </a:r>
            <a:endParaRPr lang="ko-KR" sz="4400" dirty="0"/>
          </a:p>
        </p:txBody>
      </p:sp>
      <p:sp>
        <p:nvSpPr>
          <p:cNvPr id="3" name="S11-card2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cm와 2 m를 더해요.</a:t>
            </a:r>
            <a:endParaRPr lang="ko-KR" sz="3200" dirty="0"/>
          </a:p>
        </p:txBody>
      </p:sp>
      <p:sp>
        <p:nvSpPr>
          <p:cNvPr id="5" name="S11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132 cm</a:t>
            </a:r>
            <a:endParaRPr lang="ko-KR" sz="2600" dirty="0"/>
          </a:p>
        </p:txBody>
      </p:sp>
      <p:sp>
        <p:nvSpPr>
          <p:cNvPr id="8" name="S11-text2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+ 2를 했어요.</a:t>
            </a:r>
            <a:endParaRPr lang="ko-KR" sz="3200" dirty="0"/>
          </a:p>
        </p:txBody>
      </p:sp>
      <p:sp>
        <p:nvSpPr>
          <p:cNvPr id="9" name="S11-chip2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 m 30 cm</a:t>
            </a:r>
            <a:endParaRPr lang="ko-KR" sz="2600" dirty="0"/>
          </a:p>
        </p:txBody>
      </p:sp>
      <p:sp>
        <p:nvSpPr>
          <p:cNvPr id="10" name="S11-text2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cm를 1 m 30 cm로 바꿨어요.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2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eqtext2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70 cm = □ cm</a:t>
            </a:r>
            <a:endParaRPr lang="ko-KR" sz="3600" dirty="0"/>
          </a:p>
        </p:txBody>
      </p:sp>
      <p:sp>
        <p:nvSpPr>
          <p:cNvPr id="5" name="S12-chip2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2-text2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2 m 35 cm와 1 m 40 cm를 이으면?</a:t>
            </a:r>
            <a:endParaRPr lang="ko-KR" sz="3200" dirty="0"/>
          </a:p>
        </p:txBody>
      </p:sp>
      <p:sp>
        <p:nvSpPr>
          <p:cNvPr id="7" name="S12-chip2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2-text2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4 m 60 cm에서 1 m 20 cm를 자르면?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길이는?</a:t>
            </a:r>
            <a:endParaRPr lang="ko-KR" sz="4400" dirty="0"/>
          </a:p>
        </p:txBody>
      </p:sp>
      <p:sp>
        <p:nvSpPr>
          <p:cNvPr id="3" name="S14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24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card244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45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cm</a:t>
            </a:r>
            <a:endParaRPr lang="ko-KR" sz="3200" dirty="0"/>
          </a:p>
        </p:txBody>
      </p:sp>
      <p:sp>
        <p:nvSpPr>
          <p:cNvPr id="8" name="S14-chip24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4-card247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48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9 cm</a:t>
            </a:r>
            <a:endParaRPr lang="ko-KR" sz="3200" dirty="0"/>
          </a:p>
        </p:txBody>
      </p:sp>
      <p:sp>
        <p:nvSpPr>
          <p:cNvPr id="11" name="S14-chip24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4-card250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51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 cm</a:t>
            </a:r>
            <a:endParaRPr lang="ko-KR" sz="3200" dirty="0"/>
          </a:p>
        </p:txBody>
      </p:sp>
      <p:sp>
        <p:nvSpPr>
          <p:cNvPr id="14" name="S14-chip25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5" name="S14-card253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54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2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cm, m는 m끼리 cm는 cm끼리 계산해요.</a:t>
            </a:r>
            <a:endParaRPr lang="ko-KR" sz="3200" dirty="0"/>
          </a:p>
        </p:txBody>
      </p:sp>
      <p:sp>
        <p:nvSpPr>
          <p:cNvPr id="5" name="S15-chip25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단위를 맞추어 계산하기</a:t>
            </a:r>
            <a:endParaRPr lang="ko-KR" sz="2600" dirty="0"/>
          </a:p>
        </p:txBody>
      </p:sp>
      <p:sp>
        <p:nvSpPr>
          <p:cNvPr id="6" name="S15-chip25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숫자를 이어 붙이기</a:t>
            </a:r>
            <a:endParaRPr lang="ko-KR" sz="2600" dirty="0"/>
          </a:p>
        </p:txBody>
      </p:sp>
      <p:sp>
        <p:nvSpPr>
          <p:cNvPr id="7" name="S15-text25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26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m 6 cm는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26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m 30 cm +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25 cm</a:t>
            </a:r>
            <a:endParaRPr lang="ko-KR" sz="2600" dirty="0"/>
          </a:p>
        </p:txBody>
      </p:sp>
      <p:sp>
        <p:nvSpPr>
          <p:cNvPr id="10" name="S15-text26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m 90 cm −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50 cm</a:t>
            </a:r>
            <a:endParaRPr lang="ko-KR" sz="2600" dirty="0"/>
          </a:p>
        </p:txBody>
      </p:sp>
      <p:sp>
        <p:nvSpPr>
          <p:cNvPr id="11" name="S15-text2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시각과 시간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 cm씩 세요</a:t>
            </a:r>
            <a:endParaRPr lang="ko-KR" sz="4400" dirty="0"/>
          </a:p>
        </p:txBody>
      </p:sp>
      <p:sp>
        <p:nvSpPr>
          <p:cNvPr id="3" name="S16-text2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10 cm씩 표시하며 세어요.</a:t>
            </a:r>
            <a:endParaRPr lang="ko-KR" sz="3200" dirty="0"/>
          </a:p>
        </p:txBody>
      </p:sp>
      <p:sp>
        <p:nvSpPr>
          <p:cNvPr id="4" name="S16-card26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26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 … 100</a:t>
            </a:r>
            <a:endParaRPr lang="ko-KR" sz="3200" dirty="0"/>
          </a:p>
        </p:txBody>
      </p:sp>
      <p:sp>
        <p:nvSpPr>
          <p:cNvPr id="6" name="S16-card26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26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 = 10 cm가 10번</a:t>
            </a:r>
            <a:endParaRPr lang="ko-KR" sz="3200" dirty="0"/>
          </a:p>
        </p:txBody>
      </p:sp>
      <p:sp>
        <p:nvSpPr>
          <p:cNvPr id="8" name="S16-line269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270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271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272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273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274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275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16-line276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277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16-line278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279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16-line280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281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16-line282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283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16-line284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285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16-line286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287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16-line288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289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16-line290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291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16-mark292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293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line294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6-line295"/>
          <p:cNvSpPr/>
          <p:nvPr/>
        </p:nvSpPr>
        <p:spPr>
          <a:xfrm>
            <a:off x="96012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6-line296"/>
          <p:cNvSpPr/>
          <p:nvPr/>
        </p:nvSpPr>
        <p:spPr>
          <a:xfrm flipV="1">
            <a:off x="198699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16-line297"/>
          <p:cNvSpPr/>
          <p:nvPr/>
        </p:nvSpPr>
        <p:spPr>
          <a:xfrm>
            <a:off x="198699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16-line298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299"/>
          <p:cNvSpPr/>
          <p:nvPr/>
        </p:nvSpPr>
        <p:spPr>
          <a:xfrm>
            <a:off x="3013862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ine300"/>
          <p:cNvSpPr/>
          <p:nvPr/>
        </p:nvSpPr>
        <p:spPr>
          <a:xfrm flipV="1">
            <a:off x="404073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0" name="S16-line301"/>
          <p:cNvSpPr/>
          <p:nvPr/>
        </p:nvSpPr>
        <p:spPr>
          <a:xfrm>
            <a:off x="4040734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1" name="S16-line302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16-line303"/>
          <p:cNvSpPr/>
          <p:nvPr/>
        </p:nvSpPr>
        <p:spPr>
          <a:xfrm>
            <a:off x="5067605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16-line304"/>
          <p:cNvSpPr/>
          <p:nvPr/>
        </p:nvSpPr>
        <p:spPr>
          <a:xfrm flipV="1">
            <a:off x="6094476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305"/>
          <p:cNvSpPr/>
          <p:nvPr/>
        </p:nvSpPr>
        <p:spPr>
          <a:xfrm>
            <a:off x="6094476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ine306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16-line307"/>
          <p:cNvSpPr/>
          <p:nvPr/>
        </p:nvSpPr>
        <p:spPr>
          <a:xfrm>
            <a:off x="7121347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16-line308"/>
          <p:cNvSpPr/>
          <p:nvPr/>
        </p:nvSpPr>
        <p:spPr>
          <a:xfrm flipV="1">
            <a:off x="8148218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16-line309"/>
          <p:cNvSpPr/>
          <p:nvPr/>
        </p:nvSpPr>
        <p:spPr>
          <a:xfrm>
            <a:off x="8148218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16-line310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311"/>
          <p:cNvSpPr/>
          <p:nvPr/>
        </p:nvSpPr>
        <p:spPr>
          <a:xfrm>
            <a:off x="917509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ine312"/>
          <p:cNvSpPr/>
          <p:nvPr/>
        </p:nvSpPr>
        <p:spPr>
          <a:xfrm flipV="1">
            <a:off x="1020196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2" name="S16-line313"/>
          <p:cNvSpPr/>
          <p:nvPr/>
        </p:nvSpPr>
        <p:spPr>
          <a:xfrm>
            <a:off x="1020196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3" name="S16-figure314" descr="0부터 100까지 10씩 열 번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m와 cm</dc:title>
  <dc:subject>KR22-G02-MAT-METER-L01</dc:subject>
  <dc:creator>education-ppt</dc:creator>
  <cp:lastModifiedBy>education-ppt</cp:lastModifiedBy>
  <cp:revision>1</cp:revision>
  <dcterms:created xsi:type="dcterms:W3CDTF">2026-10-26T07:14:23Z</dcterms:created>
  <dcterms:modified xsi:type="dcterms:W3CDTF">2026-10-26T07:14:23Z</dcterms:modified>
</cp:coreProperties>
</file>