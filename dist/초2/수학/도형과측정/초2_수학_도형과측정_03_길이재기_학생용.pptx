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9a7f24e-787f-d301-b310-3d34628b2697}">
          <p14:sldIdLst>
            <p14:sldId id="256"/>
            <p14:sldId id="257"/>
          </p14:sldIdLst>
        </p14:section>
        <p14:section name="개념" id="{4d3f0218-d3b0-2108-3b17-82d4a8e70c73}">
          <p14:sldIdLst>
            <p14:sldId id="258"/>
            <p14:sldId id="259"/>
            <p14:sldId id="260"/>
            <p14:sldId id="261"/>
            <p14:sldId id="264"/>
            <p14:sldId id="265"/>
          </p14:sldIdLst>
        </p14:section>
        <p14:section name="연습" id="{bf470ae0-cb7f-284d-16a2-b60697ec6637}">
          <p14:sldIdLst>
            <p14:sldId id="262"/>
            <p14:sldId id="263"/>
            <p14:sldId id="266"/>
          </p14:sldIdLst>
        </p14:section>
        <p14:section name="개념" id="{58004ac1-7970-3c69-6860-36285a40a95c}">
          <p14:sldIdLst/>
        </p14:section>
        <p14:section name="연습" id="{1710294d-dd12-fece-fc8a-6283fc172c8b}">
          <p14:sldIdLst/>
        </p14:section>
        <p14:section name="확인" id="{e1eb5e41-66c1-bdae-4217-ed0fdbbbd953}">
          <p14:sldIdLst>
            <p14:sldId id="267"/>
            <p14:sldId id="268"/>
          </p14:sldIdLst>
        </p14:section>
        <p14:section name="정리" id="{32dec934-5f67-c3a8-cc04-979074661330}">
          <p14:sldIdLst>
            <p14:sldId id="269"/>
          </p14:sldIdLst>
        </p14:section>
        <p14:section name="보충" id="{6e61efc4-1955-f3bd-ee03-17e83e81ce71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도형과측정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길이 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길이 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길이 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 재기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크레파스는 몇 cm일까?</a:t>
            </a:r>
            <a:endParaRPr lang="ko-KR" sz="3200" dirty="0"/>
          </a:p>
        </p:txBody>
      </p:sp>
      <p:sp>
        <p:nvSpPr>
          <p:cNvPr id="4" name="S01-line1"/>
          <p:cNvSpPr/>
          <p:nvPr/>
        </p:nvSpPr>
        <p:spPr>
          <a:xfrm>
            <a:off x="7818120" y="2454250"/>
            <a:ext cx="36576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5" name="S01-line2"/>
          <p:cNvSpPr/>
          <p:nvPr/>
        </p:nvSpPr>
        <p:spPr>
          <a:xfrm>
            <a:off x="8092440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01-label3"/>
          <p:cNvSpPr txBox="1"/>
          <p:nvPr/>
        </p:nvSpPr>
        <p:spPr>
          <a:xfrm>
            <a:off x="7635240" y="263713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7" name="S01-line4"/>
          <p:cNvSpPr/>
          <p:nvPr/>
        </p:nvSpPr>
        <p:spPr>
          <a:xfrm>
            <a:off x="8403336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1-line5"/>
          <p:cNvSpPr/>
          <p:nvPr/>
        </p:nvSpPr>
        <p:spPr>
          <a:xfrm>
            <a:off x="8714232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1-line6"/>
          <p:cNvSpPr/>
          <p:nvPr/>
        </p:nvSpPr>
        <p:spPr>
          <a:xfrm>
            <a:off x="9025128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1-line7"/>
          <p:cNvSpPr/>
          <p:nvPr/>
        </p:nvSpPr>
        <p:spPr>
          <a:xfrm>
            <a:off x="9336024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1-line8"/>
          <p:cNvSpPr/>
          <p:nvPr/>
        </p:nvSpPr>
        <p:spPr>
          <a:xfrm>
            <a:off x="9646920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1-line9"/>
          <p:cNvSpPr/>
          <p:nvPr/>
        </p:nvSpPr>
        <p:spPr>
          <a:xfrm>
            <a:off x="9957816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1-line10"/>
          <p:cNvSpPr/>
          <p:nvPr/>
        </p:nvSpPr>
        <p:spPr>
          <a:xfrm>
            <a:off x="10268712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1-line11"/>
          <p:cNvSpPr/>
          <p:nvPr/>
        </p:nvSpPr>
        <p:spPr>
          <a:xfrm>
            <a:off x="10579608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1-line12"/>
          <p:cNvSpPr/>
          <p:nvPr/>
        </p:nvSpPr>
        <p:spPr>
          <a:xfrm>
            <a:off x="10890504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1-line13"/>
          <p:cNvSpPr/>
          <p:nvPr/>
        </p:nvSpPr>
        <p:spPr>
          <a:xfrm>
            <a:off x="11201400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1-label14"/>
          <p:cNvSpPr txBox="1"/>
          <p:nvPr/>
        </p:nvSpPr>
        <p:spPr>
          <a:xfrm>
            <a:off x="10744200" y="263713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18" name="S01-mark15"/>
          <p:cNvSpPr/>
          <p:nvPr/>
        </p:nvSpPr>
        <p:spPr>
          <a:xfrm>
            <a:off x="8001000" y="236281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>
            <a:off x="10488168" y="236281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0" name="S01-line17"/>
          <p:cNvSpPr/>
          <p:nvPr/>
        </p:nvSpPr>
        <p:spPr>
          <a:xfrm flipV="1">
            <a:off x="8092440" y="207020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1" name="S01-line18"/>
          <p:cNvSpPr/>
          <p:nvPr/>
        </p:nvSpPr>
        <p:spPr>
          <a:xfrm>
            <a:off x="8092440" y="2070202"/>
            <a:ext cx="24871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2" name="S01-label19"/>
          <p:cNvSpPr txBox="1"/>
          <p:nvPr/>
        </p:nvSpPr>
        <p:spPr>
          <a:xfrm>
            <a:off x="8092440" y="1787754"/>
            <a:ext cx="2487168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크레파스</a:t>
            </a:r>
            <a:endParaRPr lang="ko-KR" sz="1600" dirty="0"/>
          </a:p>
        </p:txBody>
      </p:sp>
      <p:sp>
        <p:nvSpPr>
          <p:cNvPr id="23" name="S01-figure20" descr="0부터 10까지 1 cm 눈금이 있는 자 그림. 크레파스의 한끝은 눈금 0, 다른 끝은 눈금 8에 있음"/>
          <p:cNvSpPr/>
          <p:nvPr/>
        </p:nvSpPr>
        <p:spPr>
          <a:xfrm>
            <a:off x="7818120" y="2271370"/>
            <a:ext cx="3657600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01-card2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5" name="S01-cardtext2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자로 길이를 재어 몇 cm인지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길이를 어림하고 ‘약 몇 cm’로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것이 더 길까요?</a:t>
            </a:r>
            <a:endParaRPr lang="ko-KR" sz="3200" dirty="0"/>
          </a:p>
        </p:txBody>
      </p:sp>
      <p:sp>
        <p:nvSpPr>
          <p:cNvPr id="4" name="S02-chip24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cell25"/>
          <p:cNvSpPr/>
          <p:nvPr/>
        </p:nvSpPr>
        <p:spPr>
          <a:xfrm>
            <a:off x="1344168" y="2103120"/>
            <a:ext cx="914400" cy="9144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2-cell26"/>
          <p:cNvSpPr/>
          <p:nvPr/>
        </p:nvSpPr>
        <p:spPr>
          <a:xfrm>
            <a:off x="2258568" y="2103120"/>
            <a:ext cx="914400" cy="9144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2-cell27"/>
          <p:cNvSpPr/>
          <p:nvPr/>
        </p:nvSpPr>
        <p:spPr>
          <a:xfrm>
            <a:off x="3172968" y="2103120"/>
            <a:ext cx="914400" cy="9144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2-cell28"/>
          <p:cNvSpPr/>
          <p:nvPr/>
        </p:nvSpPr>
        <p:spPr>
          <a:xfrm>
            <a:off x="4087368" y="2103120"/>
            <a:ext cx="914400" cy="9144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2-cell29"/>
          <p:cNvSpPr/>
          <p:nvPr/>
        </p:nvSpPr>
        <p:spPr>
          <a:xfrm>
            <a:off x="5001768" y="2103120"/>
            <a:ext cx="914400" cy="9144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2-cell30"/>
          <p:cNvSpPr/>
          <p:nvPr/>
        </p:nvSpPr>
        <p:spPr>
          <a:xfrm>
            <a:off x="5916168" y="2103120"/>
            <a:ext cx="9144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2-cell31"/>
          <p:cNvSpPr/>
          <p:nvPr/>
        </p:nvSpPr>
        <p:spPr>
          <a:xfrm>
            <a:off x="1344168" y="3017520"/>
            <a:ext cx="914400" cy="9144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2-cell32"/>
          <p:cNvSpPr/>
          <p:nvPr/>
        </p:nvSpPr>
        <p:spPr>
          <a:xfrm>
            <a:off x="2258568" y="3017520"/>
            <a:ext cx="914400" cy="9144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2-cell33"/>
          <p:cNvSpPr/>
          <p:nvPr/>
        </p:nvSpPr>
        <p:spPr>
          <a:xfrm>
            <a:off x="3172968" y="3017520"/>
            <a:ext cx="914400" cy="9144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2-cell34"/>
          <p:cNvSpPr/>
          <p:nvPr/>
        </p:nvSpPr>
        <p:spPr>
          <a:xfrm>
            <a:off x="4087368" y="3017520"/>
            <a:ext cx="9144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2-cell35"/>
          <p:cNvSpPr/>
          <p:nvPr/>
        </p:nvSpPr>
        <p:spPr>
          <a:xfrm>
            <a:off x="5001768" y="3017520"/>
            <a:ext cx="9144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2-cell36"/>
          <p:cNvSpPr/>
          <p:nvPr/>
        </p:nvSpPr>
        <p:spPr>
          <a:xfrm>
            <a:off x="5916168" y="3017520"/>
            <a:ext cx="9144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2-figure37" descr="왼쪽 끝을 맞춘 두 띠: 위 띠 5칸, 아래 띠 3칸"/>
          <p:cNvSpPr/>
          <p:nvPr/>
        </p:nvSpPr>
        <p:spPr>
          <a:xfrm>
            <a:off x="1344168" y="2103120"/>
            <a:ext cx="54864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2-chip3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9" name="S02-text39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연필과 숟가락을 대어 보고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뼘으로 재면?</a:t>
            </a:r>
            <a:endParaRPr lang="ko-KR" sz="4400" dirty="0"/>
          </a:p>
        </p:txBody>
      </p:sp>
      <p:sp>
        <p:nvSpPr>
          <p:cNvPr id="3" name="S03-card4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4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책상의 길이를 뼘으로 재었어요.</a:t>
            </a:r>
            <a:endParaRPr lang="ko-KR" sz="3200" dirty="0"/>
          </a:p>
        </p:txBody>
      </p:sp>
      <p:sp>
        <p:nvSpPr>
          <p:cNvPr id="5" name="S03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3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책상인데 왜 수가 다를까요?</a:t>
            </a:r>
            <a:endParaRPr lang="ko-KR" sz="3200" dirty="0"/>
          </a:p>
        </p:txBody>
      </p:sp>
      <p:sp>
        <p:nvSpPr>
          <p:cNvPr id="7" name="S03-chip4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엄마: 5뼘</a:t>
            </a:r>
            <a:endParaRPr lang="ko-KR" sz="2600" dirty="0"/>
          </a:p>
        </p:txBody>
      </p:sp>
      <p:sp>
        <p:nvSpPr>
          <p:cNvPr id="8" name="S03-text4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엄마가 재었어요.</a:t>
            </a:r>
            <a:endParaRPr lang="ko-KR" sz="3200" dirty="0"/>
          </a:p>
        </p:txBody>
      </p:sp>
      <p:sp>
        <p:nvSpPr>
          <p:cNvPr id="9" name="S03-chip4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나: 7뼘</a:t>
            </a:r>
            <a:endParaRPr lang="ko-KR" sz="2600" dirty="0"/>
          </a:p>
        </p:txBody>
      </p:sp>
      <p:sp>
        <p:nvSpPr>
          <p:cNvPr id="10" name="S03-text4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재었어요.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cm를 알아봐요</a:t>
            </a:r>
            <a:endParaRPr lang="ko-KR" sz="4400" dirty="0"/>
          </a:p>
        </p:txBody>
      </p:sp>
      <p:sp>
        <p:nvSpPr>
          <p:cNvPr id="3" name="S04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자의 큰 눈금 한 칸이 1 cm예요.</a:t>
            </a:r>
            <a:endParaRPr lang="ko-KR" sz="3200" dirty="0"/>
          </a:p>
        </p:txBody>
      </p:sp>
      <p:sp>
        <p:nvSpPr>
          <p:cNvPr id="4" name="S04-card49"/>
          <p:cNvSpPr/>
          <p:nvPr/>
        </p:nvSpPr>
        <p:spPr>
          <a:xfrm>
            <a:off x="548640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50"/>
          <p:cNvSpPr txBox="1"/>
          <p:nvPr/>
        </p:nvSpPr>
        <p:spPr>
          <a:xfrm>
            <a:off x="822960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cm는 ‘1 센티미터’라고 읽어요.</a:t>
            </a:r>
            <a:endParaRPr lang="ko-KR" sz="3200" dirty="0"/>
          </a:p>
        </p:txBody>
      </p:sp>
      <p:sp>
        <p:nvSpPr>
          <p:cNvPr id="6" name="S04-card51"/>
          <p:cNvSpPr/>
          <p:nvPr/>
        </p:nvSpPr>
        <p:spPr>
          <a:xfrm>
            <a:off x="6208776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52"/>
          <p:cNvSpPr txBox="1"/>
          <p:nvPr/>
        </p:nvSpPr>
        <p:spPr>
          <a:xfrm>
            <a:off x="6483096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cm가 3번이면 3 cm예요.</a:t>
            </a:r>
            <a:endParaRPr lang="ko-KR" sz="3200" dirty="0"/>
          </a:p>
        </p:txBody>
      </p:sp>
      <p:sp>
        <p:nvSpPr>
          <p:cNvPr id="8" name="S04-line53"/>
          <p:cNvSpPr/>
          <p:nvPr/>
        </p:nvSpPr>
        <p:spPr>
          <a:xfrm>
            <a:off x="685800" y="3658921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04-line54"/>
          <p:cNvSpPr/>
          <p:nvPr/>
        </p:nvSpPr>
        <p:spPr>
          <a:xfrm>
            <a:off x="960120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4-label55"/>
          <p:cNvSpPr txBox="1"/>
          <p:nvPr/>
        </p:nvSpPr>
        <p:spPr>
          <a:xfrm>
            <a:off x="502920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11" name="S04-line56"/>
          <p:cNvSpPr/>
          <p:nvPr/>
        </p:nvSpPr>
        <p:spPr>
          <a:xfrm>
            <a:off x="3013862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4-label57"/>
          <p:cNvSpPr txBox="1"/>
          <p:nvPr/>
        </p:nvSpPr>
        <p:spPr>
          <a:xfrm>
            <a:off x="2556662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3" name="S04-line58"/>
          <p:cNvSpPr/>
          <p:nvPr/>
        </p:nvSpPr>
        <p:spPr>
          <a:xfrm>
            <a:off x="5067605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4-label59"/>
          <p:cNvSpPr txBox="1"/>
          <p:nvPr/>
        </p:nvSpPr>
        <p:spPr>
          <a:xfrm>
            <a:off x="4610405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5" name="S04-line60"/>
          <p:cNvSpPr/>
          <p:nvPr/>
        </p:nvSpPr>
        <p:spPr>
          <a:xfrm>
            <a:off x="7121347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4-label61"/>
          <p:cNvSpPr txBox="1"/>
          <p:nvPr/>
        </p:nvSpPr>
        <p:spPr>
          <a:xfrm>
            <a:off x="6664147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7" name="S04-line62"/>
          <p:cNvSpPr/>
          <p:nvPr/>
        </p:nvSpPr>
        <p:spPr>
          <a:xfrm>
            <a:off x="9175090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4-label63"/>
          <p:cNvSpPr txBox="1"/>
          <p:nvPr/>
        </p:nvSpPr>
        <p:spPr>
          <a:xfrm>
            <a:off x="8717890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9" name="S04-line64"/>
          <p:cNvSpPr/>
          <p:nvPr/>
        </p:nvSpPr>
        <p:spPr>
          <a:xfrm>
            <a:off x="11228832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4-label65"/>
          <p:cNvSpPr txBox="1"/>
          <p:nvPr/>
        </p:nvSpPr>
        <p:spPr>
          <a:xfrm>
            <a:off x="10771632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1" name="S04-mark66"/>
          <p:cNvSpPr/>
          <p:nvPr/>
        </p:nvSpPr>
        <p:spPr>
          <a:xfrm>
            <a:off x="868680" y="3567481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2" name="S04-mark67"/>
          <p:cNvSpPr/>
          <p:nvPr/>
        </p:nvSpPr>
        <p:spPr>
          <a:xfrm>
            <a:off x="7029907" y="3567481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3" name="S04-line68"/>
          <p:cNvSpPr/>
          <p:nvPr/>
        </p:nvSpPr>
        <p:spPr>
          <a:xfrm flipV="1">
            <a:off x="960120" y="3274873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4" name="S04-line69"/>
          <p:cNvSpPr/>
          <p:nvPr/>
        </p:nvSpPr>
        <p:spPr>
          <a:xfrm>
            <a:off x="960120" y="3274873"/>
            <a:ext cx="205374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5" name="S04-label70"/>
          <p:cNvSpPr txBox="1"/>
          <p:nvPr/>
        </p:nvSpPr>
        <p:spPr>
          <a:xfrm>
            <a:off x="960120" y="2827325"/>
            <a:ext cx="205374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</a:t>
            </a:r>
            <a:endParaRPr lang="ko-KR" sz="2600" dirty="0"/>
          </a:p>
        </p:txBody>
      </p:sp>
      <p:sp>
        <p:nvSpPr>
          <p:cNvPr id="26" name="S04-line71"/>
          <p:cNvSpPr/>
          <p:nvPr/>
        </p:nvSpPr>
        <p:spPr>
          <a:xfrm flipV="1">
            <a:off x="3013862" y="3274873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7" name="S04-line72"/>
          <p:cNvSpPr/>
          <p:nvPr/>
        </p:nvSpPr>
        <p:spPr>
          <a:xfrm>
            <a:off x="3013862" y="3274873"/>
            <a:ext cx="205374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8" name="S04-label73"/>
          <p:cNvSpPr txBox="1"/>
          <p:nvPr/>
        </p:nvSpPr>
        <p:spPr>
          <a:xfrm>
            <a:off x="3013862" y="2827325"/>
            <a:ext cx="205374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</a:t>
            </a:r>
            <a:endParaRPr lang="ko-KR" sz="2600" dirty="0"/>
          </a:p>
        </p:txBody>
      </p:sp>
      <p:sp>
        <p:nvSpPr>
          <p:cNvPr id="29" name="S04-line74"/>
          <p:cNvSpPr/>
          <p:nvPr/>
        </p:nvSpPr>
        <p:spPr>
          <a:xfrm flipV="1">
            <a:off x="5067605" y="3274873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0" name="S04-line75"/>
          <p:cNvSpPr/>
          <p:nvPr/>
        </p:nvSpPr>
        <p:spPr>
          <a:xfrm>
            <a:off x="5067605" y="3274873"/>
            <a:ext cx="205374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1" name="S04-label76"/>
          <p:cNvSpPr txBox="1"/>
          <p:nvPr/>
        </p:nvSpPr>
        <p:spPr>
          <a:xfrm>
            <a:off x="5067605" y="2827325"/>
            <a:ext cx="205374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</a:t>
            </a:r>
            <a:endParaRPr lang="ko-KR" sz="2600" dirty="0"/>
          </a:p>
        </p:txBody>
      </p:sp>
      <p:sp>
        <p:nvSpPr>
          <p:cNvPr id="32" name="S04-figure77" descr="0부터 5까지 자 그림. 0에서 1, 1에서 2, 2에서 3까지 1 cm씩 세 번 뛰어 3까지 감"/>
          <p:cNvSpPr/>
          <p:nvPr/>
        </p:nvSpPr>
        <p:spPr>
          <a:xfrm>
            <a:off x="685800" y="3476041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자로 재는 방법</a:t>
            </a:r>
            <a:endParaRPr lang="ko-KR" sz="4400" dirty="0"/>
          </a:p>
        </p:txBody>
      </p:sp>
      <p:sp>
        <p:nvSpPr>
          <p:cNvPr id="3" name="S05-text78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크레파스의 길이를 재어요.</a:t>
            </a:r>
            <a:endParaRPr lang="ko-KR" sz="3200" dirty="0"/>
          </a:p>
        </p:txBody>
      </p:sp>
      <p:sp>
        <p:nvSpPr>
          <p:cNvPr id="4" name="S05-line79"/>
          <p:cNvSpPr/>
          <p:nvPr/>
        </p:nvSpPr>
        <p:spPr>
          <a:xfrm>
            <a:off x="6414516" y="4845406"/>
            <a:ext cx="5088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5" name="S05-line80"/>
          <p:cNvSpPr/>
          <p:nvPr/>
        </p:nvSpPr>
        <p:spPr>
          <a:xfrm>
            <a:off x="6688836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05-label81"/>
          <p:cNvSpPr txBox="1"/>
          <p:nvPr/>
        </p:nvSpPr>
        <p:spPr>
          <a:xfrm>
            <a:off x="6231636" y="502828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000" dirty="0"/>
          </a:p>
        </p:txBody>
      </p:sp>
      <p:sp>
        <p:nvSpPr>
          <p:cNvPr id="7" name="S05-line82"/>
          <p:cNvSpPr/>
          <p:nvPr/>
        </p:nvSpPr>
        <p:spPr>
          <a:xfrm>
            <a:off x="7142836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5-label83"/>
          <p:cNvSpPr txBox="1"/>
          <p:nvPr/>
        </p:nvSpPr>
        <p:spPr>
          <a:xfrm>
            <a:off x="6685636" y="502828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000" dirty="0"/>
          </a:p>
        </p:txBody>
      </p:sp>
      <p:sp>
        <p:nvSpPr>
          <p:cNvPr id="9" name="S05-line84"/>
          <p:cNvSpPr/>
          <p:nvPr/>
        </p:nvSpPr>
        <p:spPr>
          <a:xfrm>
            <a:off x="7596835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5-label85"/>
          <p:cNvSpPr txBox="1"/>
          <p:nvPr/>
        </p:nvSpPr>
        <p:spPr>
          <a:xfrm>
            <a:off x="7139635" y="502828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000" dirty="0"/>
          </a:p>
        </p:txBody>
      </p:sp>
      <p:sp>
        <p:nvSpPr>
          <p:cNvPr id="11" name="S05-line86"/>
          <p:cNvSpPr/>
          <p:nvPr/>
        </p:nvSpPr>
        <p:spPr>
          <a:xfrm>
            <a:off x="8050835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5-label87"/>
          <p:cNvSpPr txBox="1"/>
          <p:nvPr/>
        </p:nvSpPr>
        <p:spPr>
          <a:xfrm>
            <a:off x="7593635" y="502828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000" dirty="0"/>
          </a:p>
        </p:txBody>
      </p:sp>
      <p:sp>
        <p:nvSpPr>
          <p:cNvPr id="13" name="S05-line88"/>
          <p:cNvSpPr/>
          <p:nvPr/>
        </p:nvSpPr>
        <p:spPr>
          <a:xfrm>
            <a:off x="8504834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5-label89"/>
          <p:cNvSpPr txBox="1"/>
          <p:nvPr/>
        </p:nvSpPr>
        <p:spPr>
          <a:xfrm>
            <a:off x="8047634" y="502828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000" dirty="0"/>
          </a:p>
        </p:txBody>
      </p:sp>
      <p:sp>
        <p:nvSpPr>
          <p:cNvPr id="15" name="S05-line90"/>
          <p:cNvSpPr/>
          <p:nvPr/>
        </p:nvSpPr>
        <p:spPr>
          <a:xfrm>
            <a:off x="8958834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5-label91"/>
          <p:cNvSpPr txBox="1"/>
          <p:nvPr/>
        </p:nvSpPr>
        <p:spPr>
          <a:xfrm>
            <a:off x="8501634" y="502828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000" dirty="0"/>
          </a:p>
        </p:txBody>
      </p:sp>
      <p:sp>
        <p:nvSpPr>
          <p:cNvPr id="17" name="S05-line92"/>
          <p:cNvSpPr/>
          <p:nvPr/>
        </p:nvSpPr>
        <p:spPr>
          <a:xfrm>
            <a:off x="9412834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5-label93"/>
          <p:cNvSpPr txBox="1"/>
          <p:nvPr/>
        </p:nvSpPr>
        <p:spPr>
          <a:xfrm>
            <a:off x="8955634" y="502828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000" dirty="0"/>
          </a:p>
        </p:txBody>
      </p:sp>
      <p:sp>
        <p:nvSpPr>
          <p:cNvPr id="19" name="S05-line94"/>
          <p:cNvSpPr/>
          <p:nvPr/>
        </p:nvSpPr>
        <p:spPr>
          <a:xfrm>
            <a:off x="9866833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5-label95"/>
          <p:cNvSpPr txBox="1"/>
          <p:nvPr/>
        </p:nvSpPr>
        <p:spPr>
          <a:xfrm>
            <a:off x="9409633" y="502828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000" dirty="0"/>
          </a:p>
        </p:txBody>
      </p:sp>
      <p:sp>
        <p:nvSpPr>
          <p:cNvPr id="21" name="S05-line96"/>
          <p:cNvSpPr/>
          <p:nvPr/>
        </p:nvSpPr>
        <p:spPr>
          <a:xfrm>
            <a:off x="10320833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5-label97"/>
          <p:cNvSpPr txBox="1"/>
          <p:nvPr/>
        </p:nvSpPr>
        <p:spPr>
          <a:xfrm>
            <a:off x="9863633" y="502828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000" dirty="0"/>
          </a:p>
        </p:txBody>
      </p:sp>
      <p:sp>
        <p:nvSpPr>
          <p:cNvPr id="23" name="S05-line98"/>
          <p:cNvSpPr/>
          <p:nvPr/>
        </p:nvSpPr>
        <p:spPr>
          <a:xfrm>
            <a:off x="10774832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5-label99"/>
          <p:cNvSpPr txBox="1"/>
          <p:nvPr/>
        </p:nvSpPr>
        <p:spPr>
          <a:xfrm>
            <a:off x="10317632" y="502828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000" dirty="0"/>
          </a:p>
        </p:txBody>
      </p:sp>
      <p:sp>
        <p:nvSpPr>
          <p:cNvPr id="25" name="S05-line100"/>
          <p:cNvSpPr/>
          <p:nvPr/>
        </p:nvSpPr>
        <p:spPr>
          <a:xfrm>
            <a:off x="11228832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5-label101"/>
          <p:cNvSpPr txBox="1"/>
          <p:nvPr/>
        </p:nvSpPr>
        <p:spPr>
          <a:xfrm>
            <a:off x="10771632" y="502828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000" dirty="0"/>
          </a:p>
        </p:txBody>
      </p:sp>
      <p:sp>
        <p:nvSpPr>
          <p:cNvPr id="27" name="S05-mark102"/>
          <p:cNvSpPr/>
          <p:nvPr/>
        </p:nvSpPr>
        <p:spPr>
          <a:xfrm>
            <a:off x="6597396" y="4753966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8" name="S05-mark103"/>
          <p:cNvSpPr/>
          <p:nvPr/>
        </p:nvSpPr>
        <p:spPr>
          <a:xfrm>
            <a:off x="10229393" y="4753966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9" name="S05-line104"/>
          <p:cNvSpPr/>
          <p:nvPr/>
        </p:nvSpPr>
        <p:spPr>
          <a:xfrm flipV="1">
            <a:off x="6688836" y="446135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0" name="S05-line105"/>
          <p:cNvSpPr/>
          <p:nvPr/>
        </p:nvSpPr>
        <p:spPr>
          <a:xfrm>
            <a:off x="6688836" y="4461358"/>
            <a:ext cx="3631997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1" name="S05-label106"/>
          <p:cNvSpPr txBox="1"/>
          <p:nvPr/>
        </p:nvSpPr>
        <p:spPr>
          <a:xfrm>
            <a:off x="6688836" y="4112870"/>
            <a:ext cx="363199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크레파스</a:t>
            </a:r>
            <a:endParaRPr lang="ko-KR" sz="2000" dirty="0"/>
          </a:p>
        </p:txBody>
      </p:sp>
      <p:sp>
        <p:nvSpPr>
          <p:cNvPr id="32" name="S05-figure107" descr="0부터 10까지 1 cm 눈금이 있는 자 그림. 크레파스의 한끝은 눈금 0, 다른 끝은 눈금 8에 있음"/>
          <p:cNvSpPr/>
          <p:nvPr/>
        </p:nvSpPr>
        <p:spPr>
          <a:xfrm>
            <a:off x="6414516" y="4662526"/>
            <a:ext cx="508863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05-stepno108"/>
          <p:cNvSpPr txBox="1"/>
          <p:nvPr/>
        </p:nvSpPr>
        <p:spPr>
          <a:xfrm>
            <a:off x="548640" y="3027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34" name="S05-text109"/>
          <p:cNvSpPr txBox="1"/>
          <p:nvPr/>
        </p:nvSpPr>
        <p:spPr>
          <a:xfrm>
            <a:off x="1325880" y="2981452"/>
            <a:ext cx="4585716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크레파스의 한끝을 눈금 0에 맞춰요.</a:t>
            </a:r>
            <a:endParaRPr lang="ko-KR" sz="3200" dirty="0"/>
          </a:p>
        </p:txBody>
      </p:sp>
      <p:sp>
        <p:nvSpPr>
          <p:cNvPr id="35" name="S05-stepno110"/>
          <p:cNvSpPr txBox="1"/>
          <p:nvPr/>
        </p:nvSpPr>
        <p:spPr>
          <a:xfrm>
            <a:off x="548640" y="41833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6" name="S05-text111"/>
          <p:cNvSpPr txBox="1"/>
          <p:nvPr/>
        </p:nvSpPr>
        <p:spPr>
          <a:xfrm>
            <a:off x="1325880" y="4137660"/>
            <a:ext cx="4585716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끝에 있는 눈금을 읽어요.</a:t>
            </a:r>
            <a:endParaRPr lang="ko-KR" sz="3200" dirty="0"/>
          </a:p>
        </p:txBody>
      </p:sp>
      <p:sp>
        <p:nvSpPr>
          <p:cNvPr id="37" name="S05-stepno112"/>
          <p:cNvSpPr txBox="1"/>
          <p:nvPr/>
        </p:nvSpPr>
        <p:spPr>
          <a:xfrm>
            <a:off x="548640" y="52938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8" name="S05-text113"/>
          <p:cNvSpPr txBox="1"/>
          <p:nvPr/>
        </p:nvSpPr>
        <p:spPr>
          <a:xfrm>
            <a:off x="1325880" y="5293868"/>
            <a:ext cx="4585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‘8 cm’라고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0이 아닌 곳에서 재면</a:t>
            </a:r>
            <a:endParaRPr lang="ko-KR" sz="4400" dirty="0"/>
          </a:p>
        </p:txBody>
      </p:sp>
      <p:sp>
        <p:nvSpPr>
          <p:cNvPr id="3" name="S06-text1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지우개의 한끝을 2에 맞추었어요.</a:t>
            </a:r>
            <a:endParaRPr lang="ko-KR" sz="3200" dirty="0"/>
          </a:p>
        </p:txBody>
      </p:sp>
      <p:sp>
        <p:nvSpPr>
          <p:cNvPr id="4" name="S06-card11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1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cm가 5번 → 5 cm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끝의 눈금 7이 길이가 아니에요.</a:t>
            </a:r>
            <a:endParaRPr lang="ko-KR" sz="3200" dirty="0"/>
          </a:p>
        </p:txBody>
      </p:sp>
      <p:sp>
        <p:nvSpPr>
          <p:cNvPr id="6" name="S06-line117"/>
          <p:cNvSpPr/>
          <p:nvPr/>
        </p:nvSpPr>
        <p:spPr>
          <a:xfrm>
            <a:off x="685800" y="3669314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6-line118"/>
          <p:cNvSpPr/>
          <p:nvPr/>
        </p:nvSpPr>
        <p:spPr>
          <a:xfrm>
            <a:off x="96012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6-label119"/>
          <p:cNvSpPr txBox="1"/>
          <p:nvPr/>
        </p:nvSpPr>
        <p:spPr>
          <a:xfrm>
            <a:off x="50292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9" name="S06-line120"/>
          <p:cNvSpPr/>
          <p:nvPr/>
        </p:nvSpPr>
        <p:spPr>
          <a:xfrm>
            <a:off x="1986991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6-label121"/>
          <p:cNvSpPr txBox="1"/>
          <p:nvPr/>
        </p:nvSpPr>
        <p:spPr>
          <a:xfrm>
            <a:off x="1529791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1" name="S06-line122"/>
          <p:cNvSpPr/>
          <p:nvPr/>
        </p:nvSpPr>
        <p:spPr>
          <a:xfrm>
            <a:off x="301386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6-label123"/>
          <p:cNvSpPr txBox="1"/>
          <p:nvPr/>
        </p:nvSpPr>
        <p:spPr>
          <a:xfrm>
            <a:off x="255666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3" name="S06-line124"/>
          <p:cNvSpPr/>
          <p:nvPr/>
        </p:nvSpPr>
        <p:spPr>
          <a:xfrm>
            <a:off x="404073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6-label125"/>
          <p:cNvSpPr txBox="1"/>
          <p:nvPr/>
        </p:nvSpPr>
        <p:spPr>
          <a:xfrm>
            <a:off x="358353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5" name="S06-line126"/>
          <p:cNvSpPr/>
          <p:nvPr/>
        </p:nvSpPr>
        <p:spPr>
          <a:xfrm>
            <a:off x="5067605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6-label127"/>
          <p:cNvSpPr txBox="1"/>
          <p:nvPr/>
        </p:nvSpPr>
        <p:spPr>
          <a:xfrm>
            <a:off x="4610405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7" name="S06-line128"/>
          <p:cNvSpPr/>
          <p:nvPr/>
        </p:nvSpPr>
        <p:spPr>
          <a:xfrm>
            <a:off x="609447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6-label129"/>
          <p:cNvSpPr txBox="1"/>
          <p:nvPr/>
        </p:nvSpPr>
        <p:spPr>
          <a:xfrm>
            <a:off x="563727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9" name="S06-line130"/>
          <p:cNvSpPr/>
          <p:nvPr/>
        </p:nvSpPr>
        <p:spPr>
          <a:xfrm>
            <a:off x="7121347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6-label131"/>
          <p:cNvSpPr txBox="1"/>
          <p:nvPr/>
        </p:nvSpPr>
        <p:spPr>
          <a:xfrm>
            <a:off x="6664147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1" name="S06-line132"/>
          <p:cNvSpPr/>
          <p:nvPr/>
        </p:nvSpPr>
        <p:spPr>
          <a:xfrm>
            <a:off x="814821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6-label133"/>
          <p:cNvSpPr txBox="1"/>
          <p:nvPr/>
        </p:nvSpPr>
        <p:spPr>
          <a:xfrm>
            <a:off x="769101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3" name="S06-line134"/>
          <p:cNvSpPr/>
          <p:nvPr/>
        </p:nvSpPr>
        <p:spPr>
          <a:xfrm>
            <a:off x="917509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6-label135"/>
          <p:cNvSpPr txBox="1"/>
          <p:nvPr/>
        </p:nvSpPr>
        <p:spPr>
          <a:xfrm>
            <a:off x="871789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5" name="S06-line136"/>
          <p:cNvSpPr/>
          <p:nvPr/>
        </p:nvSpPr>
        <p:spPr>
          <a:xfrm>
            <a:off x="10201961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6-label137"/>
          <p:cNvSpPr txBox="1"/>
          <p:nvPr/>
        </p:nvSpPr>
        <p:spPr>
          <a:xfrm>
            <a:off x="9744761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7" name="S06-line138"/>
          <p:cNvSpPr/>
          <p:nvPr/>
        </p:nvSpPr>
        <p:spPr>
          <a:xfrm>
            <a:off x="1122883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6-label139"/>
          <p:cNvSpPr txBox="1"/>
          <p:nvPr/>
        </p:nvSpPr>
        <p:spPr>
          <a:xfrm>
            <a:off x="1077163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29" name="S06-mark140"/>
          <p:cNvSpPr/>
          <p:nvPr/>
        </p:nvSpPr>
        <p:spPr>
          <a:xfrm>
            <a:off x="2922422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0" name="S06-mark141"/>
          <p:cNvSpPr/>
          <p:nvPr/>
        </p:nvSpPr>
        <p:spPr>
          <a:xfrm>
            <a:off x="8056778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1" name="S06-line142"/>
          <p:cNvSpPr/>
          <p:nvPr/>
        </p:nvSpPr>
        <p:spPr>
          <a:xfrm flipV="1">
            <a:off x="3013862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2" name="S06-line143"/>
          <p:cNvSpPr/>
          <p:nvPr/>
        </p:nvSpPr>
        <p:spPr>
          <a:xfrm>
            <a:off x="3013862" y="3285266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3" name="S06-label144"/>
          <p:cNvSpPr txBox="1"/>
          <p:nvPr/>
        </p:nvSpPr>
        <p:spPr>
          <a:xfrm>
            <a:off x="3013862" y="2837718"/>
            <a:ext cx="1026871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34" name="S06-line145"/>
          <p:cNvSpPr/>
          <p:nvPr/>
        </p:nvSpPr>
        <p:spPr>
          <a:xfrm flipV="1">
            <a:off x="4040734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5" name="S06-line146"/>
          <p:cNvSpPr/>
          <p:nvPr/>
        </p:nvSpPr>
        <p:spPr>
          <a:xfrm>
            <a:off x="4040734" y="3285266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6" name="S06-label147"/>
          <p:cNvSpPr txBox="1"/>
          <p:nvPr/>
        </p:nvSpPr>
        <p:spPr>
          <a:xfrm>
            <a:off x="4040734" y="2837718"/>
            <a:ext cx="1026871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37" name="S06-line148"/>
          <p:cNvSpPr/>
          <p:nvPr/>
        </p:nvSpPr>
        <p:spPr>
          <a:xfrm flipV="1">
            <a:off x="5067605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8" name="S06-line149"/>
          <p:cNvSpPr/>
          <p:nvPr/>
        </p:nvSpPr>
        <p:spPr>
          <a:xfrm>
            <a:off x="5067605" y="3285266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9" name="S06-label150"/>
          <p:cNvSpPr txBox="1"/>
          <p:nvPr/>
        </p:nvSpPr>
        <p:spPr>
          <a:xfrm>
            <a:off x="5067605" y="2837718"/>
            <a:ext cx="1026871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40" name="S06-line151"/>
          <p:cNvSpPr/>
          <p:nvPr/>
        </p:nvSpPr>
        <p:spPr>
          <a:xfrm flipV="1">
            <a:off x="6094476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1" name="S06-line152"/>
          <p:cNvSpPr/>
          <p:nvPr/>
        </p:nvSpPr>
        <p:spPr>
          <a:xfrm>
            <a:off x="6094476" y="3285266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2" name="S06-label153"/>
          <p:cNvSpPr txBox="1"/>
          <p:nvPr/>
        </p:nvSpPr>
        <p:spPr>
          <a:xfrm>
            <a:off x="6094476" y="2837718"/>
            <a:ext cx="1026871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43" name="S06-line154"/>
          <p:cNvSpPr/>
          <p:nvPr/>
        </p:nvSpPr>
        <p:spPr>
          <a:xfrm flipV="1">
            <a:off x="7121347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4" name="S06-line155"/>
          <p:cNvSpPr/>
          <p:nvPr/>
        </p:nvSpPr>
        <p:spPr>
          <a:xfrm>
            <a:off x="7121347" y="3285266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5" name="S06-label156"/>
          <p:cNvSpPr txBox="1"/>
          <p:nvPr/>
        </p:nvSpPr>
        <p:spPr>
          <a:xfrm>
            <a:off x="7121347" y="2837718"/>
            <a:ext cx="1026871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46" name="S06-figure157" descr="0부터 10까지 1 cm 눈금이 있는 자 그림. 물건의 한끝은 눈금 2, 다른 끝은 눈금 7에 있음"/>
          <p:cNvSpPr/>
          <p:nvPr/>
        </p:nvSpPr>
        <p:spPr>
          <a:xfrm>
            <a:off x="685800" y="3486434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cm일까요?</a:t>
            </a:r>
            <a:endParaRPr lang="ko-KR" sz="4400" dirty="0"/>
          </a:p>
        </p:txBody>
      </p:sp>
      <p:sp>
        <p:nvSpPr>
          <p:cNvPr id="3" name="S07-card1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1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0에서 시작하지 않으면 1 cm가 몇 번인지 세요.</a:t>
            </a:r>
            <a:endParaRPr lang="ko-KR" sz="3200" dirty="0"/>
          </a:p>
        </p:txBody>
      </p:sp>
      <p:sp>
        <p:nvSpPr>
          <p:cNvPr id="5" name="S07-chip160"/>
          <p:cNvSpPr txBox="1"/>
          <p:nvPr/>
        </p:nvSpPr>
        <p:spPr>
          <a:xfrm>
            <a:off x="548640" y="194538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7-line161"/>
          <p:cNvSpPr/>
          <p:nvPr/>
        </p:nvSpPr>
        <p:spPr>
          <a:xfrm>
            <a:off x="1481328" y="2445563"/>
            <a:ext cx="429310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7-line162"/>
          <p:cNvSpPr/>
          <p:nvPr/>
        </p:nvSpPr>
        <p:spPr>
          <a:xfrm>
            <a:off x="1755648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7-label163"/>
          <p:cNvSpPr txBox="1"/>
          <p:nvPr/>
        </p:nvSpPr>
        <p:spPr>
          <a:xfrm>
            <a:off x="1298448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9" name="S07-line164"/>
          <p:cNvSpPr/>
          <p:nvPr/>
        </p:nvSpPr>
        <p:spPr>
          <a:xfrm>
            <a:off x="2130095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7-label165"/>
          <p:cNvSpPr txBox="1"/>
          <p:nvPr/>
        </p:nvSpPr>
        <p:spPr>
          <a:xfrm>
            <a:off x="1672895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11" name="S07-line166"/>
          <p:cNvSpPr/>
          <p:nvPr/>
        </p:nvSpPr>
        <p:spPr>
          <a:xfrm>
            <a:off x="2504542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7-label167"/>
          <p:cNvSpPr txBox="1"/>
          <p:nvPr/>
        </p:nvSpPr>
        <p:spPr>
          <a:xfrm>
            <a:off x="2047342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13" name="S07-line168"/>
          <p:cNvSpPr/>
          <p:nvPr/>
        </p:nvSpPr>
        <p:spPr>
          <a:xfrm>
            <a:off x="2878988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7-label169"/>
          <p:cNvSpPr txBox="1"/>
          <p:nvPr/>
        </p:nvSpPr>
        <p:spPr>
          <a:xfrm>
            <a:off x="2421788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15" name="S07-line170"/>
          <p:cNvSpPr/>
          <p:nvPr/>
        </p:nvSpPr>
        <p:spPr>
          <a:xfrm>
            <a:off x="3253435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7-label171"/>
          <p:cNvSpPr txBox="1"/>
          <p:nvPr/>
        </p:nvSpPr>
        <p:spPr>
          <a:xfrm>
            <a:off x="2796235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17" name="S07-line172"/>
          <p:cNvSpPr/>
          <p:nvPr/>
        </p:nvSpPr>
        <p:spPr>
          <a:xfrm>
            <a:off x="3627882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7-label173"/>
          <p:cNvSpPr txBox="1"/>
          <p:nvPr/>
        </p:nvSpPr>
        <p:spPr>
          <a:xfrm>
            <a:off x="3170682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19" name="S07-line174"/>
          <p:cNvSpPr/>
          <p:nvPr/>
        </p:nvSpPr>
        <p:spPr>
          <a:xfrm>
            <a:off x="4002329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7-label175"/>
          <p:cNvSpPr txBox="1"/>
          <p:nvPr/>
        </p:nvSpPr>
        <p:spPr>
          <a:xfrm>
            <a:off x="3545129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21" name="S07-line176"/>
          <p:cNvSpPr/>
          <p:nvPr/>
        </p:nvSpPr>
        <p:spPr>
          <a:xfrm>
            <a:off x="4376776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7-label177"/>
          <p:cNvSpPr txBox="1"/>
          <p:nvPr/>
        </p:nvSpPr>
        <p:spPr>
          <a:xfrm>
            <a:off x="3919576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23" name="S07-line178"/>
          <p:cNvSpPr/>
          <p:nvPr/>
        </p:nvSpPr>
        <p:spPr>
          <a:xfrm>
            <a:off x="4751222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7-label179"/>
          <p:cNvSpPr txBox="1"/>
          <p:nvPr/>
        </p:nvSpPr>
        <p:spPr>
          <a:xfrm>
            <a:off x="4294022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25" name="S07-line180"/>
          <p:cNvSpPr/>
          <p:nvPr/>
        </p:nvSpPr>
        <p:spPr>
          <a:xfrm>
            <a:off x="5125669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7-label181"/>
          <p:cNvSpPr txBox="1"/>
          <p:nvPr/>
        </p:nvSpPr>
        <p:spPr>
          <a:xfrm>
            <a:off x="4668469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27" name="S07-line182"/>
          <p:cNvSpPr/>
          <p:nvPr/>
        </p:nvSpPr>
        <p:spPr>
          <a:xfrm>
            <a:off x="5500116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7-label183"/>
          <p:cNvSpPr txBox="1"/>
          <p:nvPr/>
        </p:nvSpPr>
        <p:spPr>
          <a:xfrm>
            <a:off x="5042916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29" name="S07-mark184"/>
          <p:cNvSpPr/>
          <p:nvPr/>
        </p:nvSpPr>
        <p:spPr>
          <a:xfrm>
            <a:off x="1664208" y="2354123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0" name="S07-mark185"/>
          <p:cNvSpPr/>
          <p:nvPr/>
        </p:nvSpPr>
        <p:spPr>
          <a:xfrm>
            <a:off x="2787548" y="2354123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1" name="S07-line186"/>
          <p:cNvSpPr/>
          <p:nvPr/>
        </p:nvSpPr>
        <p:spPr>
          <a:xfrm flipV="1">
            <a:off x="1755648" y="206151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2" name="S07-line187"/>
          <p:cNvSpPr/>
          <p:nvPr/>
        </p:nvSpPr>
        <p:spPr>
          <a:xfrm>
            <a:off x="1755648" y="2061515"/>
            <a:ext cx="1123340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3" name="S07-label188"/>
          <p:cNvSpPr txBox="1"/>
          <p:nvPr/>
        </p:nvSpPr>
        <p:spPr>
          <a:xfrm>
            <a:off x="1755648" y="1779067"/>
            <a:ext cx="112334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클립</a:t>
            </a:r>
            <a:endParaRPr lang="ko-KR" sz="1600" dirty="0"/>
          </a:p>
        </p:txBody>
      </p:sp>
      <p:sp>
        <p:nvSpPr>
          <p:cNvPr id="34" name="S07-figure189" descr="0부터 10까지 1 cm 눈금이 있는 자 그림. 클립의 한끝은 눈금 0, 다른 끝은 눈금 3에 있음"/>
          <p:cNvSpPr/>
          <p:nvPr/>
        </p:nvSpPr>
        <p:spPr>
          <a:xfrm>
            <a:off x="1481328" y="2262683"/>
            <a:ext cx="4293108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07-chip190"/>
          <p:cNvSpPr txBox="1"/>
          <p:nvPr/>
        </p:nvSpPr>
        <p:spPr>
          <a:xfrm>
            <a:off x="6277356" y="194538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6" name="S07-line191"/>
          <p:cNvSpPr/>
          <p:nvPr/>
        </p:nvSpPr>
        <p:spPr>
          <a:xfrm>
            <a:off x="7210044" y="2445563"/>
            <a:ext cx="429310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37" name="S07-line192"/>
          <p:cNvSpPr/>
          <p:nvPr/>
        </p:nvSpPr>
        <p:spPr>
          <a:xfrm>
            <a:off x="7484364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07-label193"/>
          <p:cNvSpPr txBox="1"/>
          <p:nvPr/>
        </p:nvSpPr>
        <p:spPr>
          <a:xfrm>
            <a:off x="7027164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39" name="S07-line194"/>
          <p:cNvSpPr/>
          <p:nvPr/>
        </p:nvSpPr>
        <p:spPr>
          <a:xfrm>
            <a:off x="7858811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07-label195"/>
          <p:cNvSpPr txBox="1"/>
          <p:nvPr/>
        </p:nvSpPr>
        <p:spPr>
          <a:xfrm>
            <a:off x="7401611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41" name="S07-line196"/>
          <p:cNvSpPr/>
          <p:nvPr/>
        </p:nvSpPr>
        <p:spPr>
          <a:xfrm>
            <a:off x="8233258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07-label197"/>
          <p:cNvSpPr txBox="1"/>
          <p:nvPr/>
        </p:nvSpPr>
        <p:spPr>
          <a:xfrm>
            <a:off x="7776058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43" name="S07-line198"/>
          <p:cNvSpPr/>
          <p:nvPr/>
        </p:nvSpPr>
        <p:spPr>
          <a:xfrm>
            <a:off x="8607704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07-label199"/>
          <p:cNvSpPr txBox="1"/>
          <p:nvPr/>
        </p:nvSpPr>
        <p:spPr>
          <a:xfrm>
            <a:off x="8150504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45" name="S07-line200"/>
          <p:cNvSpPr/>
          <p:nvPr/>
        </p:nvSpPr>
        <p:spPr>
          <a:xfrm>
            <a:off x="8982151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6" name="S07-label201"/>
          <p:cNvSpPr txBox="1"/>
          <p:nvPr/>
        </p:nvSpPr>
        <p:spPr>
          <a:xfrm>
            <a:off x="8524951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47" name="S07-line202"/>
          <p:cNvSpPr/>
          <p:nvPr/>
        </p:nvSpPr>
        <p:spPr>
          <a:xfrm>
            <a:off x="9356598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8" name="S07-label203"/>
          <p:cNvSpPr txBox="1"/>
          <p:nvPr/>
        </p:nvSpPr>
        <p:spPr>
          <a:xfrm>
            <a:off x="8899398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49" name="S07-line204"/>
          <p:cNvSpPr/>
          <p:nvPr/>
        </p:nvSpPr>
        <p:spPr>
          <a:xfrm>
            <a:off x="9731045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07-label205"/>
          <p:cNvSpPr txBox="1"/>
          <p:nvPr/>
        </p:nvSpPr>
        <p:spPr>
          <a:xfrm>
            <a:off x="9273845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51" name="S07-line206"/>
          <p:cNvSpPr/>
          <p:nvPr/>
        </p:nvSpPr>
        <p:spPr>
          <a:xfrm>
            <a:off x="10105492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2" name="S07-label207"/>
          <p:cNvSpPr txBox="1"/>
          <p:nvPr/>
        </p:nvSpPr>
        <p:spPr>
          <a:xfrm>
            <a:off x="9648292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53" name="S07-line208"/>
          <p:cNvSpPr/>
          <p:nvPr/>
        </p:nvSpPr>
        <p:spPr>
          <a:xfrm>
            <a:off x="10479938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4" name="S07-label209"/>
          <p:cNvSpPr txBox="1"/>
          <p:nvPr/>
        </p:nvSpPr>
        <p:spPr>
          <a:xfrm>
            <a:off x="10022738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55" name="S07-line210"/>
          <p:cNvSpPr/>
          <p:nvPr/>
        </p:nvSpPr>
        <p:spPr>
          <a:xfrm>
            <a:off x="10854385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6" name="S07-label211"/>
          <p:cNvSpPr txBox="1"/>
          <p:nvPr/>
        </p:nvSpPr>
        <p:spPr>
          <a:xfrm>
            <a:off x="10397185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57" name="S07-line212"/>
          <p:cNvSpPr/>
          <p:nvPr/>
        </p:nvSpPr>
        <p:spPr>
          <a:xfrm>
            <a:off x="11228832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8" name="S07-label213"/>
          <p:cNvSpPr txBox="1"/>
          <p:nvPr/>
        </p:nvSpPr>
        <p:spPr>
          <a:xfrm>
            <a:off x="10771632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59" name="S07-mark214"/>
          <p:cNvSpPr/>
          <p:nvPr/>
        </p:nvSpPr>
        <p:spPr>
          <a:xfrm>
            <a:off x="7392924" y="2354123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60" name="S07-mark215"/>
          <p:cNvSpPr/>
          <p:nvPr/>
        </p:nvSpPr>
        <p:spPr>
          <a:xfrm>
            <a:off x="10014052" y="2354123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61" name="S07-line216"/>
          <p:cNvSpPr/>
          <p:nvPr/>
        </p:nvSpPr>
        <p:spPr>
          <a:xfrm flipV="1">
            <a:off x="7484364" y="206151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2" name="S07-line217"/>
          <p:cNvSpPr/>
          <p:nvPr/>
        </p:nvSpPr>
        <p:spPr>
          <a:xfrm>
            <a:off x="7484364" y="2061515"/>
            <a:ext cx="262112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3" name="S07-label218"/>
          <p:cNvSpPr txBox="1"/>
          <p:nvPr/>
        </p:nvSpPr>
        <p:spPr>
          <a:xfrm>
            <a:off x="7484364" y="1779067"/>
            <a:ext cx="2621128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머리핀</a:t>
            </a:r>
            <a:endParaRPr lang="ko-KR" sz="1600" dirty="0"/>
          </a:p>
        </p:txBody>
      </p:sp>
      <p:sp>
        <p:nvSpPr>
          <p:cNvPr id="64" name="S07-figure219" descr="0부터 10까지 1 cm 눈금이 있는 자 그림. 머리핀의 한끝은 눈금 0, 다른 끝은 눈금 7에 있음"/>
          <p:cNvSpPr/>
          <p:nvPr/>
        </p:nvSpPr>
        <p:spPr>
          <a:xfrm>
            <a:off x="7210044" y="2262683"/>
            <a:ext cx="4293108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07-chip220"/>
          <p:cNvSpPr txBox="1"/>
          <p:nvPr/>
        </p:nvSpPr>
        <p:spPr>
          <a:xfrm>
            <a:off x="548640" y="393420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66" name="S07-line221"/>
          <p:cNvSpPr/>
          <p:nvPr/>
        </p:nvSpPr>
        <p:spPr>
          <a:xfrm>
            <a:off x="1481328" y="4434383"/>
            <a:ext cx="429310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67" name="S07-line222"/>
          <p:cNvSpPr/>
          <p:nvPr/>
        </p:nvSpPr>
        <p:spPr>
          <a:xfrm>
            <a:off x="1755648" y="42880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8" name="S07-label223"/>
          <p:cNvSpPr txBox="1"/>
          <p:nvPr/>
        </p:nvSpPr>
        <p:spPr>
          <a:xfrm>
            <a:off x="1298448" y="461726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69" name="S07-line224"/>
          <p:cNvSpPr/>
          <p:nvPr/>
        </p:nvSpPr>
        <p:spPr>
          <a:xfrm>
            <a:off x="2130095" y="42880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0" name="S07-label225"/>
          <p:cNvSpPr txBox="1"/>
          <p:nvPr/>
        </p:nvSpPr>
        <p:spPr>
          <a:xfrm>
            <a:off x="1672895" y="461726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71" name="S07-line226"/>
          <p:cNvSpPr/>
          <p:nvPr/>
        </p:nvSpPr>
        <p:spPr>
          <a:xfrm>
            <a:off x="2504542" y="42880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2" name="S07-label227"/>
          <p:cNvSpPr txBox="1"/>
          <p:nvPr/>
        </p:nvSpPr>
        <p:spPr>
          <a:xfrm>
            <a:off x="2047342" y="461726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73" name="S07-line228"/>
          <p:cNvSpPr/>
          <p:nvPr/>
        </p:nvSpPr>
        <p:spPr>
          <a:xfrm>
            <a:off x="2878988" y="42880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4" name="S07-label229"/>
          <p:cNvSpPr txBox="1"/>
          <p:nvPr/>
        </p:nvSpPr>
        <p:spPr>
          <a:xfrm>
            <a:off x="2421788" y="461726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75" name="S07-line230"/>
          <p:cNvSpPr/>
          <p:nvPr/>
        </p:nvSpPr>
        <p:spPr>
          <a:xfrm>
            <a:off x="3253435" y="42880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6" name="S07-label231"/>
          <p:cNvSpPr txBox="1"/>
          <p:nvPr/>
        </p:nvSpPr>
        <p:spPr>
          <a:xfrm>
            <a:off x="2796235" y="461726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77" name="S07-line232"/>
          <p:cNvSpPr/>
          <p:nvPr/>
        </p:nvSpPr>
        <p:spPr>
          <a:xfrm>
            <a:off x="3627882" y="42880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8" name="S07-label233"/>
          <p:cNvSpPr txBox="1"/>
          <p:nvPr/>
        </p:nvSpPr>
        <p:spPr>
          <a:xfrm>
            <a:off x="3170682" y="461726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79" name="S07-line234"/>
          <p:cNvSpPr/>
          <p:nvPr/>
        </p:nvSpPr>
        <p:spPr>
          <a:xfrm>
            <a:off x="4002329" y="42880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0" name="S07-label235"/>
          <p:cNvSpPr txBox="1"/>
          <p:nvPr/>
        </p:nvSpPr>
        <p:spPr>
          <a:xfrm>
            <a:off x="3545129" y="461726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81" name="S07-line236"/>
          <p:cNvSpPr/>
          <p:nvPr/>
        </p:nvSpPr>
        <p:spPr>
          <a:xfrm>
            <a:off x="4376776" y="42880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2" name="S07-label237"/>
          <p:cNvSpPr txBox="1"/>
          <p:nvPr/>
        </p:nvSpPr>
        <p:spPr>
          <a:xfrm>
            <a:off x="3919576" y="461726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83" name="S07-line238"/>
          <p:cNvSpPr/>
          <p:nvPr/>
        </p:nvSpPr>
        <p:spPr>
          <a:xfrm>
            <a:off x="4751222" y="42880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4" name="S07-label239"/>
          <p:cNvSpPr txBox="1"/>
          <p:nvPr/>
        </p:nvSpPr>
        <p:spPr>
          <a:xfrm>
            <a:off x="4294022" y="461726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85" name="S07-line240"/>
          <p:cNvSpPr/>
          <p:nvPr/>
        </p:nvSpPr>
        <p:spPr>
          <a:xfrm>
            <a:off x="5125669" y="42880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6" name="S07-label241"/>
          <p:cNvSpPr txBox="1"/>
          <p:nvPr/>
        </p:nvSpPr>
        <p:spPr>
          <a:xfrm>
            <a:off x="4668469" y="461726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87" name="S07-line242"/>
          <p:cNvSpPr/>
          <p:nvPr/>
        </p:nvSpPr>
        <p:spPr>
          <a:xfrm>
            <a:off x="5500116" y="42880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8" name="S07-label243"/>
          <p:cNvSpPr txBox="1"/>
          <p:nvPr/>
        </p:nvSpPr>
        <p:spPr>
          <a:xfrm>
            <a:off x="5042916" y="461726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89" name="S07-mark244"/>
          <p:cNvSpPr/>
          <p:nvPr/>
        </p:nvSpPr>
        <p:spPr>
          <a:xfrm>
            <a:off x="2038655" y="4342943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90" name="S07-mark245"/>
          <p:cNvSpPr/>
          <p:nvPr/>
        </p:nvSpPr>
        <p:spPr>
          <a:xfrm>
            <a:off x="3536442" y="4342943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91" name="S07-line246"/>
          <p:cNvSpPr/>
          <p:nvPr/>
        </p:nvSpPr>
        <p:spPr>
          <a:xfrm flipV="1">
            <a:off x="2130095" y="405033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92" name="S07-line247"/>
          <p:cNvSpPr/>
          <p:nvPr/>
        </p:nvSpPr>
        <p:spPr>
          <a:xfrm>
            <a:off x="2130095" y="4050335"/>
            <a:ext cx="1497787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93" name="S07-label248"/>
          <p:cNvSpPr txBox="1"/>
          <p:nvPr/>
        </p:nvSpPr>
        <p:spPr>
          <a:xfrm>
            <a:off x="2130095" y="3767887"/>
            <a:ext cx="1497787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</a:t>
            </a:r>
            <a:endParaRPr lang="ko-KR" sz="1600" dirty="0"/>
          </a:p>
        </p:txBody>
      </p:sp>
      <p:sp>
        <p:nvSpPr>
          <p:cNvPr id="94" name="S07-figure249" descr="0부터 10까지 1 cm 눈금이 있는 자 그림. 블록의 한끝은 눈금 1, 다른 끝은 눈금 5에 있음"/>
          <p:cNvSpPr/>
          <p:nvPr/>
        </p:nvSpPr>
        <p:spPr>
          <a:xfrm>
            <a:off x="1481328" y="4251503"/>
            <a:ext cx="4293108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07-chip250"/>
          <p:cNvSpPr txBox="1"/>
          <p:nvPr/>
        </p:nvSpPr>
        <p:spPr>
          <a:xfrm>
            <a:off x="6277356" y="393420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96" name="S07-line251"/>
          <p:cNvSpPr/>
          <p:nvPr/>
        </p:nvSpPr>
        <p:spPr>
          <a:xfrm>
            <a:off x="7210044" y="4434383"/>
            <a:ext cx="429310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7" name="S07-line252"/>
          <p:cNvSpPr/>
          <p:nvPr/>
        </p:nvSpPr>
        <p:spPr>
          <a:xfrm>
            <a:off x="7484364" y="42880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8" name="S07-label253"/>
          <p:cNvSpPr txBox="1"/>
          <p:nvPr/>
        </p:nvSpPr>
        <p:spPr>
          <a:xfrm>
            <a:off x="7027164" y="461726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99" name="S07-line254"/>
          <p:cNvSpPr/>
          <p:nvPr/>
        </p:nvSpPr>
        <p:spPr>
          <a:xfrm>
            <a:off x="7858811" y="42880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0" name="S07-label255"/>
          <p:cNvSpPr txBox="1"/>
          <p:nvPr/>
        </p:nvSpPr>
        <p:spPr>
          <a:xfrm>
            <a:off x="7401611" y="461726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101" name="S07-line256"/>
          <p:cNvSpPr/>
          <p:nvPr/>
        </p:nvSpPr>
        <p:spPr>
          <a:xfrm>
            <a:off x="8233258" y="42880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2" name="S07-label257"/>
          <p:cNvSpPr txBox="1"/>
          <p:nvPr/>
        </p:nvSpPr>
        <p:spPr>
          <a:xfrm>
            <a:off x="7776058" y="461726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103" name="S07-line258"/>
          <p:cNvSpPr/>
          <p:nvPr/>
        </p:nvSpPr>
        <p:spPr>
          <a:xfrm>
            <a:off x="8607704" y="42880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4" name="S07-label259"/>
          <p:cNvSpPr txBox="1"/>
          <p:nvPr/>
        </p:nvSpPr>
        <p:spPr>
          <a:xfrm>
            <a:off x="8150504" y="461726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105" name="S07-line260"/>
          <p:cNvSpPr/>
          <p:nvPr/>
        </p:nvSpPr>
        <p:spPr>
          <a:xfrm>
            <a:off x="8982151" y="42880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6" name="S07-label261"/>
          <p:cNvSpPr txBox="1"/>
          <p:nvPr/>
        </p:nvSpPr>
        <p:spPr>
          <a:xfrm>
            <a:off x="8524951" y="461726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107" name="S07-line262"/>
          <p:cNvSpPr/>
          <p:nvPr/>
        </p:nvSpPr>
        <p:spPr>
          <a:xfrm>
            <a:off x="9356598" y="42880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8" name="S07-label263"/>
          <p:cNvSpPr txBox="1"/>
          <p:nvPr/>
        </p:nvSpPr>
        <p:spPr>
          <a:xfrm>
            <a:off x="8899398" y="461726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109" name="S07-line264"/>
          <p:cNvSpPr/>
          <p:nvPr/>
        </p:nvSpPr>
        <p:spPr>
          <a:xfrm>
            <a:off x="9731045" y="42880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0" name="S07-label265"/>
          <p:cNvSpPr txBox="1"/>
          <p:nvPr/>
        </p:nvSpPr>
        <p:spPr>
          <a:xfrm>
            <a:off x="9273845" y="461726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111" name="S07-line266"/>
          <p:cNvSpPr/>
          <p:nvPr/>
        </p:nvSpPr>
        <p:spPr>
          <a:xfrm>
            <a:off x="10105492" y="42880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2" name="S07-label267"/>
          <p:cNvSpPr txBox="1"/>
          <p:nvPr/>
        </p:nvSpPr>
        <p:spPr>
          <a:xfrm>
            <a:off x="9648292" y="461726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113" name="S07-line268"/>
          <p:cNvSpPr/>
          <p:nvPr/>
        </p:nvSpPr>
        <p:spPr>
          <a:xfrm>
            <a:off x="10479938" y="42880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4" name="S07-label269"/>
          <p:cNvSpPr txBox="1"/>
          <p:nvPr/>
        </p:nvSpPr>
        <p:spPr>
          <a:xfrm>
            <a:off x="10022738" y="461726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115" name="S07-line270"/>
          <p:cNvSpPr/>
          <p:nvPr/>
        </p:nvSpPr>
        <p:spPr>
          <a:xfrm>
            <a:off x="10854385" y="42880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6" name="S07-label271"/>
          <p:cNvSpPr txBox="1"/>
          <p:nvPr/>
        </p:nvSpPr>
        <p:spPr>
          <a:xfrm>
            <a:off x="10397185" y="461726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117" name="S07-line272"/>
          <p:cNvSpPr/>
          <p:nvPr/>
        </p:nvSpPr>
        <p:spPr>
          <a:xfrm>
            <a:off x="11228832" y="42880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8" name="S07-label273"/>
          <p:cNvSpPr txBox="1"/>
          <p:nvPr/>
        </p:nvSpPr>
        <p:spPr>
          <a:xfrm>
            <a:off x="10771632" y="461726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119" name="S07-mark274"/>
          <p:cNvSpPr/>
          <p:nvPr/>
        </p:nvSpPr>
        <p:spPr>
          <a:xfrm>
            <a:off x="8516264" y="4342943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120" name="S07-mark275"/>
          <p:cNvSpPr/>
          <p:nvPr/>
        </p:nvSpPr>
        <p:spPr>
          <a:xfrm>
            <a:off x="10762945" y="4342943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121" name="S07-line276"/>
          <p:cNvSpPr/>
          <p:nvPr/>
        </p:nvSpPr>
        <p:spPr>
          <a:xfrm flipV="1">
            <a:off x="8607704" y="405033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122" name="S07-line277"/>
          <p:cNvSpPr/>
          <p:nvPr/>
        </p:nvSpPr>
        <p:spPr>
          <a:xfrm>
            <a:off x="8607704" y="4050335"/>
            <a:ext cx="224668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3" name="S07-label278"/>
          <p:cNvSpPr txBox="1"/>
          <p:nvPr/>
        </p:nvSpPr>
        <p:spPr>
          <a:xfrm>
            <a:off x="8607704" y="3767887"/>
            <a:ext cx="2246681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</a:t>
            </a:r>
            <a:endParaRPr lang="ko-KR" sz="1600" dirty="0"/>
          </a:p>
        </p:txBody>
      </p:sp>
      <p:sp>
        <p:nvSpPr>
          <p:cNvPr id="124" name="S07-figure279" descr="0부터 10까지 1 cm 눈금이 있는 자 그림. 풀의 한끝은 눈금 3, 다른 끝은 눈금 9에 있음"/>
          <p:cNvSpPr/>
          <p:nvPr/>
        </p:nvSpPr>
        <p:spPr>
          <a:xfrm>
            <a:off x="7210044" y="4251503"/>
            <a:ext cx="4293108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8-card28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28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열쇠의 한끝을 1에 맞추어 재었어요.</a:t>
            </a:r>
            <a:endParaRPr lang="ko-KR" sz="3200" dirty="0"/>
          </a:p>
        </p:txBody>
      </p:sp>
      <p:sp>
        <p:nvSpPr>
          <p:cNvPr id="5" name="S08-card2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2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8-chip28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6 cm</a:t>
            </a:r>
            <a:endParaRPr lang="ko-KR" sz="2600" dirty="0"/>
          </a:p>
        </p:txBody>
      </p:sp>
      <p:sp>
        <p:nvSpPr>
          <p:cNvPr id="8" name="S08-line285"/>
          <p:cNvSpPr/>
          <p:nvPr/>
        </p:nvSpPr>
        <p:spPr>
          <a:xfrm>
            <a:off x="685800" y="3930396"/>
            <a:ext cx="5088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08-line286"/>
          <p:cNvSpPr/>
          <p:nvPr/>
        </p:nvSpPr>
        <p:spPr>
          <a:xfrm>
            <a:off x="960120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8-label287"/>
          <p:cNvSpPr txBox="1"/>
          <p:nvPr/>
        </p:nvSpPr>
        <p:spPr>
          <a:xfrm>
            <a:off x="502920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000" dirty="0"/>
          </a:p>
        </p:txBody>
      </p:sp>
      <p:sp>
        <p:nvSpPr>
          <p:cNvPr id="11" name="S08-line288"/>
          <p:cNvSpPr/>
          <p:nvPr/>
        </p:nvSpPr>
        <p:spPr>
          <a:xfrm>
            <a:off x="1414120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8-label289"/>
          <p:cNvSpPr txBox="1"/>
          <p:nvPr/>
        </p:nvSpPr>
        <p:spPr>
          <a:xfrm>
            <a:off x="956920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000" dirty="0"/>
          </a:p>
        </p:txBody>
      </p:sp>
      <p:sp>
        <p:nvSpPr>
          <p:cNvPr id="13" name="S08-line290"/>
          <p:cNvSpPr/>
          <p:nvPr/>
        </p:nvSpPr>
        <p:spPr>
          <a:xfrm>
            <a:off x="1868119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8-label291"/>
          <p:cNvSpPr txBox="1"/>
          <p:nvPr/>
        </p:nvSpPr>
        <p:spPr>
          <a:xfrm>
            <a:off x="1410919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000" dirty="0"/>
          </a:p>
        </p:txBody>
      </p:sp>
      <p:sp>
        <p:nvSpPr>
          <p:cNvPr id="15" name="S08-line292"/>
          <p:cNvSpPr/>
          <p:nvPr/>
        </p:nvSpPr>
        <p:spPr>
          <a:xfrm>
            <a:off x="2322119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8-label293"/>
          <p:cNvSpPr txBox="1"/>
          <p:nvPr/>
        </p:nvSpPr>
        <p:spPr>
          <a:xfrm>
            <a:off x="1864919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000" dirty="0"/>
          </a:p>
        </p:txBody>
      </p:sp>
      <p:sp>
        <p:nvSpPr>
          <p:cNvPr id="17" name="S08-line294"/>
          <p:cNvSpPr/>
          <p:nvPr/>
        </p:nvSpPr>
        <p:spPr>
          <a:xfrm>
            <a:off x="2776118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8-label295"/>
          <p:cNvSpPr txBox="1"/>
          <p:nvPr/>
        </p:nvSpPr>
        <p:spPr>
          <a:xfrm>
            <a:off x="2318918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000" dirty="0"/>
          </a:p>
        </p:txBody>
      </p:sp>
      <p:sp>
        <p:nvSpPr>
          <p:cNvPr id="19" name="S08-line296"/>
          <p:cNvSpPr/>
          <p:nvPr/>
        </p:nvSpPr>
        <p:spPr>
          <a:xfrm>
            <a:off x="3230118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8-label297"/>
          <p:cNvSpPr txBox="1"/>
          <p:nvPr/>
        </p:nvSpPr>
        <p:spPr>
          <a:xfrm>
            <a:off x="2772918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000" dirty="0"/>
          </a:p>
        </p:txBody>
      </p:sp>
      <p:sp>
        <p:nvSpPr>
          <p:cNvPr id="21" name="S08-line298"/>
          <p:cNvSpPr/>
          <p:nvPr/>
        </p:nvSpPr>
        <p:spPr>
          <a:xfrm>
            <a:off x="3684118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8-label299"/>
          <p:cNvSpPr txBox="1"/>
          <p:nvPr/>
        </p:nvSpPr>
        <p:spPr>
          <a:xfrm>
            <a:off x="3226918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000" dirty="0"/>
          </a:p>
        </p:txBody>
      </p:sp>
      <p:sp>
        <p:nvSpPr>
          <p:cNvPr id="23" name="S08-line300"/>
          <p:cNvSpPr/>
          <p:nvPr/>
        </p:nvSpPr>
        <p:spPr>
          <a:xfrm>
            <a:off x="4138117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8-label301"/>
          <p:cNvSpPr txBox="1"/>
          <p:nvPr/>
        </p:nvSpPr>
        <p:spPr>
          <a:xfrm>
            <a:off x="3680917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000" dirty="0"/>
          </a:p>
        </p:txBody>
      </p:sp>
      <p:sp>
        <p:nvSpPr>
          <p:cNvPr id="25" name="S08-line302"/>
          <p:cNvSpPr/>
          <p:nvPr/>
        </p:nvSpPr>
        <p:spPr>
          <a:xfrm>
            <a:off x="4592117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8-label303"/>
          <p:cNvSpPr txBox="1"/>
          <p:nvPr/>
        </p:nvSpPr>
        <p:spPr>
          <a:xfrm>
            <a:off x="4134917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000" dirty="0"/>
          </a:p>
        </p:txBody>
      </p:sp>
      <p:sp>
        <p:nvSpPr>
          <p:cNvPr id="27" name="S08-line304"/>
          <p:cNvSpPr/>
          <p:nvPr/>
        </p:nvSpPr>
        <p:spPr>
          <a:xfrm>
            <a:off x="5046116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8-label305"/>
          <p:cNvSpPr txBox="1"/>
          <p:nvPr/>
        </p:nvSpPr>
        <p:spPr>
          <a:xfrm>
            <a:off x="4588916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000" dirty="0"/>
          </a:p>
        </p:txBody>
      </p:sp>
      <p:sp>
        <p:nvSpPr>
          <p:cNvPr id="29" name="S08-line306"/>
          <p:cNvSpPr/>
          <p:nvPr/>
        </p:nvSpPr>
        <p:spPr>
          <a:xfrm>
            <a:off x="5500116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8-label307"/>
          <p:cNvSpPr txBox="1"/>
          <p:nvPr/>
        </p:nvSpPr>
        <p:spPr>
          <a:xfrm>
            <a:off x="5042916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000" dirty="0"/>
          </a:p>
        </p:txBody>
      </p:sp>
      <p:sp>
        <p:nvSpPr>
          <p:cNvPr id="31" name="S08-mark308"/>
          <p:cNvSpPr/>
          <p:nvPr/>
        </p:nvSpPr>
        <p:spPr>
          <a:xfrm>
            <a:off x="1322680" y="3838956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2" name="S08-mark309"/>
          <p:cNvSpPr/>
          <p:nvPr/>
        </p:nvSpPr>
        <p:spPr>
          <a:xfrm>
            <a:off x="3592678" y="3838956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3" name="S08-line310"/>
          <p:cNvSpPr/>
          <p:nvPr/>
        </p:nvSpPr>
        <p:spPr>
          <a:xfrm flipV="1">
            <a:off x="1414120" y="354634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4" name="S08-line311"/>
          <p:cNvSpPr/>
          <p:nvPr/>
        </p:nvSpPr>
        <p:spPr>
          <a:xfrm>
            <a:off x="1414120" y="3546348"/>
            <a:ext cx="226999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5" name="S08-label312"/>
          <p:cNvSpPr txBox="1"/>
          <p:nvPr/>
        </p:nvSpPr>
        <p:spPr>
          <a:xfrm>
            <a:off x="1414120" y="3197860"/>
            <a:ext cx="226999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열쇠</a:t>
            </a:r>
            <a:endParaRPr lang="ko-KR" sz="2000" dirty="0"/>
          </a:p>
        </p:txBody>
      </p:sp>
      <p:sp>
        <p:nvSpPr>
          <p:cNvPr id="36" name="S08-figure313" descr="0부터 10까지 1 cm 눈금이 있는 자 그림. 열쇠의 한끝은 눈금 1, 다른 끝은 눈금 6에 있음"/>
          <p:cNvSpPr/>
          <p:nvPr/>
        </p:nvSpPr>
        <p:spPr>
          <a:xfrm>
            <a:off x="685800" y="3747516"/>
            <a:ext cx="508863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08-text314"/>
          <p:cNvSpPr txBox="1"/>
          <p:nvPr/>
        </p:nvSpPr>
        <p:spPr>
          <a:xfrm>
            <a:off x="548640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끝의 눈금 6을 읽었어요.</a:t>
            </a:r>
            <a:endParaRPr lang="ko-KR" sz="2600" dirty="0"/>
          </a:p>
        </p:txBody>
      </p:sp>
      <p:sp>
        <p:nvSpPr>
          <p:cNvPr id="38" name="S08-chip31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5 cm</a:t>
            </a:r>
            <a:endParaRPr lang="ko-KR" sz="2600" dirty="0"/>
          </a:p>
        </p:txBody>
      </p:sp>
      <p:sp>
        <p:nvSpPr>
          <p:cNvPr id="39" name="S08-line316"/>
          <p:cNvSpPr/>
          <p:nvPr/>
        </p:nvSpPr>
        <p:spPr>
          <a:xfrm>
            <a:off x="6414516" y="3930396"/>
            <a:ext cx="5088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40" name="S08-line317"/>
          <p:cNvSpPr/>
          <p:nvPr/>
        </p:nvSpPr>
        <p:spPr>
          <a:xfrm>
            <a:off x="6688836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8-label318"/>
          <p:cNvSpPr txBox="1"/>
          <p:nvPr/>
        </p:nvSpPr>
        <p:spPr>
          <a:xfrm>
            <a:off x="6231636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000" dirty="0"/>
          </a:p>
        </p:txBody>
      </p:sp>
      <p:sp>
        <p:nvSpPr>
          <p:cNvPr id="42" name="S08-line319"/>
          <p:cNvSpPr/>
          <p:nvPr/>
        </p:nvSpPr>
        <p:spPr>
          <a:xfrm>
            <a:off x="7142836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3" name="S08-label320"/>
          <p:cNvSpPr txBox="1"/>
          <p:nvPr/>
        </p:nvSpPr>
        <p:spPr>
          <a:xfrm>
            <a:off x="6685636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000" dirty="0"/>
          </a:p>
        </p:txBody>
      </p:sp>
      <p:sp>
        <p:nvSpPr>
          <p:cNvPr id="44" name="S08-line321"/>
          <p:cNvSpPr/>
          <p:nvPr/>
        </p:nvSpPr>
        <p:spPr>
          <a:xfrm>
            <a:off x="7596835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08-label322"/>
          <p:cNvSpPr txBox="1"/>
          <p:nvPr/>
        </p:nvSpPr>
        <p:spPr>
          <a:xfrm>
            <a:off x="7139635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000" dirty="0"/>
          </a:p>
        </p:txBody>
      </p:sp>
      <p:sp>
        <p:nvSpPr>
          <p:cNvPr id="46" name="S08-line323"/>
          <p:cNvSpPr/>
          <p:nvPr/>
        </p:nvSpPr>
        <p:spPr>
          <a:xfrm>
            <a:off x="8050835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7" name="S08-label324"/>
          <p:cNvSpPr txBox="1"/>
          <p:nvPr/>
        </p:nvSpPr>
        <p:spPr>
          <a:xfrm>
            <a:off x="7593635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000" dirty="0"/>
          </a:p>
        </p:txBody>
      </p:sp>
      <p:sp>
        <p:nvSpPr>
          <p:cNvPr id="48" name="S08-line325"/>
          <p:cNvSpPr/>
          <p:nvPr/>
        </p:nvSpPr>
        <p:spPr>
          <a:xfrm>
            <a:off x="8504834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9" name="S08-label326"/>
          <p:cNvSpPr txBox="1"/>
          <p:nvPr/>
        </p:nvSpPr>
        <p:spPr>
          <a:xfrm>
            <a:off x="8047634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000" dirty="0"/>
          </a:p>
        </p:txBody>
      </p:sp>
      <p:sp>
        <p:nvSpPr>
          <p:cNvPr id="50" name="S08-line327"/>
          <p:cNvSpPr/>
          <p:nvPr/>
        </p:nvSpPr>
        <p:spPr>
          <a:xfrm>
            <a:off x="8958834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1" name="S08-label328"/>
          <p:cNvSpPr txBox="1"/>
          <p:nvPr/>
        </p:nvSpPr>
        <p:spPr>
          <a:xfrm>
            <a:off x="8501634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000" dirty="0"/>
          </a:p>
        </p:txBody>
      </p:sp>
      <p:sp>
        <p:nvSpPr>
          <p:cNvPr id="52" name="S08-line329"/>
          <p:cNvSpPr/>
          <p:nvPr/>
        </p:nvSpPr>
        <p:spPr>
          <a:xfrm>
            <a:off x="9412834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3" name="S08-label330"/>
          <p:cNvSpPr txBox="1"/>
          <p:nvPr/>
        </p:nvSpPr>
        <p:spPr>
          <a:xfrm>
            <a:off x="8955634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000" dirty="0"/>
          </a:p>
        </p:txBody>
      </p:sp>
      <p:sp>
        <p:nvSpPr>
          <p:cNvPr id="54" name="S08-line331"/>
          <p:cNvSpPr/>
          <p:nvPr/>
        </p:nvSpPr>
        <p:spPr>
          <a:xfrm>
            <a:off x="9866833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5" name="S08-label332"/>
          <p:cNvSpPr txBox="1"/>
          <p:nvPr/>
        </p:nvSpPr>
        <p:spPr>
          <a:xfrm>
            <a:off x="9409633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000" dirty="0"/>
          </a:p>
        </p:txBody>
      </p:sp>
      <p:sp>
        <p:nvSpPr>
          <p:cNvPr id="56" name="S08-line333"/>
          <p:cNvSpPr/>
          <p:nvPr/>
        </p:nvSpPr>
        <p:spPr>
          <a:xfrm>
            <a:off x="10320833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7" name="S08-label334"/>
          <p:cNvSpPr txBox="1"/>
          <p:nvPr/>
        </p:nvSpPr>
        <p:spPr>
          <a:xfrm>
            <a:off x="9863633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000" dirty="0"/>
          </a:p>
        </p:txBody>
      </p:sp>
      <p:sp>
        <p:nvSpPr>
          <p:cNvPr id="58" name="S08-line335"/>
          <p:cNvSpPr/>
          <p:nvPr/>
        </p:nvSpPr>
        <p:spPr>
          <a:xfrm>
            <a:off x="10774832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9" name="S08-label336"/>
          <p:cNvSpPr txBox="1"/>
          <p:nvPr/>
        </p:nvSpPr>
        <p:spPr>
          <a:xfrm>
            <a:off x="10317632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000" dirty="0"/>
          </a:p>
        </p:txBody>
      </p:sp>
      <p:sp>
        <p:nvSpPr>
          <p:cNvPr id="60" name="S08-line337"/>
          <p:cNvSpPr/>
          <p:nvPr/>
        </p:nvSpPr>
        <p:spPr>
          <a:xfrm>
            <a:off x="11228832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1" name="S08-label338"/>
          <p:cNvSpPr txBox="1"/>
          <p:nvPr/>
        </p:nvSpPr>
        <p:spPr>
          <a:xfrm>
            <a:off x="10771632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000" dirty="0"/>
          </a:p>
        </p:txBody>
      </p:sp>
      <p:sp>
        <p:nvSpPr>
          <p:cNvPr id="62" name="S08-mark339"/>
          <p:cNvSpPr/>
          <p:nvPr/>
        </p:nvSpPr>
        <p:spPr>
          <a:xfrm>
            <a:off x="7051396" y="3838956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63" name="S08-mark340"/>
          <p:cNvSpPr/>
          <p:nvPr/>
        </p:nvSpPr>
        <p:spPr>
          <a:xfrm>
            <a:off x="9321394" y="3838956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64" name="S08-line341"/>
          <p:cNvSpPr/>
          <p:nvPr/>
        </p:nvSpPr>
        <p:spPr>
          <a:xfrm flipV="1">
            <a:off x="7142836" y="354634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5" name="S08-line342"/>
          <p:cNvSpPr/>
          <p:nvPr/>
        </p:nvSpPr>
        <p:spPr>
          <a:xfrm>
            <a:off x="7142836" y="3546348"/>
            <a:ext cx="454000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6" name="S08-label343"/>
          <p:cNvSpPr txBox="1"/>
          <p:nvPr/>
        </p:nvSpPr>
        <p:spPr>
          <a:xfrm>
            <a:off x="7142836" y="3197860"/>
            <a:ext cx="45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000" dirty="0"/>
          </a:p>
        </p:txBody>
      </p:sp>
      <p:sp>
        <p:nvSpPr>
          <p:cNvPr id="67" name="S08-line344"/>
          <p:cNvSpPr/>
          <p:nvPr/>
        </p:nvSpPr>
        <p:spPr>
          <a:xfrm flipV="1">
            <a:off x="7596835" y="354634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8" name="S08-line345"/>
          <p:cNvSpPr/>
          <p:nvPr/>
        </p:nvSpPr>
        <p:spPr>
          <a:xfrm>
            <a:off x="7596835" y="3546348"/>
            <a:ext cx="454000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9" name="S08-label346"/>
          <p:cNvSpPr txBox="1"/>
          <p:nvPr/>
        </p:nvSpPr>
        <p:spPr>
          <a:xfrm>
            <a:off x="7596835" y="3197860"/>
            <a:ext cx="45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000" dirty="0"/>
          </a:p>
        </p:txBody>
      </p:sp>
      <p:sp>
        <p:nvSpPr>
          <p:cNvPr id="70" name="S08-line347"/>
          <p:cNvSpPr/>
          <p:nvPr/>
        </p:nvSpPr>
        <p:spPr>
          <a:xfrm flipV="1">
            <a:off x="8050835" y="354634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71" name="S08-line348"/>
          <p:cNvSpPr/>
          <p:nvPr/>
        </p:nvSpPr>
        <p:spPr>
          <a:xfrm>
            <a:off x="8050835" y="3546348"/>
            <a:ext cx="454000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72" name="S08-label349"/>
          <p:cNvSpPr txBox="1"/>
          <p:nvPr/>
        </p:nvSpPr>
        <p:spPr>
          <a:xfrm>
            <a:off x="8050835" y="3197860"/>
            <a:ext cx="45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000" dirty="0"/>
          </a:p>
        </p:txBody>
      </p:sp>
      <p:sp>
        <p:nvSpPr>
          <p:cNvPr id="73" name="S08-line350"/>
          <p:cNvSpPr/>
          <p:nvPr/>
        </p:nvSpPr>
        <p:spPr>
          <a:xfrm flipV="1">
            <a:off x="8504834" y="354634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74" name="S08-line351"/>
          <p:cNvSpPr/>
          <p:nvPr/>
        </p:nvSpPr>
        <p:spPr>
          <a:xfrm>
            <a:off x="8504834" y="3546348"/>
            <a:ext cx="454000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75" name="S08-label352"/>
          <p:cNvSpPr txBox="1"/>
          <p:nvPr/>
        </p:nvSpPr>
        <p:spPr>
          <a:xfrm>
            <a:off x="8504834" y="3197860"/>
            <a:ext cx="45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000" dirty="0"/>
          </a:p>
        </p:txBody>
      </p:sp>
      <p:sp>
        <p:nvSpPr>
          <p:cNvPr id="76" name="S08-line353"/>
          <p:cNvSpPr/>
          <p:nvPr/>
        </p:nvSpPr>
        <p:spPr>
          <a:xfrm flipV="1">
            <a:off x="8958834" y="354634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77" name="S08-line354"/>
          <p:cNvSpPr/>
          <p:nvPr/>
        </p:nvSpPr>
        <p:spPr>
          <a:xfrm>
            <a:off x="8958834" y="3546348"/>
            <a:ext cx="454000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78" name="S08-label355"/>
          <p:cNvSpPr txBox="1"/>
          <p:nvPr/>
        </p:nvSpPr>
        <p:spPr>
          <a:xfrm>
            <a:off x="8958834" y="3197860"/>
            <a:ext cx="45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000" dirty="0"/>
          </a:p>
        </p:txBody>
      </p:sp>
      <p:sp>
        <p:nvSpPr>
          <p:cNvPr id="79" name="S08-figure356" descr="0부터 10까지 1 cm 눈금이 있는 자 그림. 물건의 한끝은 눈금 1, 다른 끝은 눈금 6에 있음"/>
          <p:cNvSpPr/>
          <p:nvPr/>
        </p:nvSpPr>
        <p:spPr>
          <a:xfrm>
            <a:off x="6414516" y="3747516"/>
            <a:ext cx="508863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08-text357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cm가 몇 번인지 셌어요.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몇 cm</a:t>
            </a:r>
            <a:endParaRPr lang="ko-KR" sz="4400" dirty="0"/>
          </a:p>
        </p:txBody>
      </p:sp>
      <p:sp>
        <p:nvSpPr>
          <p:cNvPr id="3" name="S09-text3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막대의 끝이 6과 7 사이에 있어요.</a:t>
            </a:r>
            <a:endParaRPr lang="ko-KR" sz="3200" dirty="0"/>
          </a:p>
        </p:txBody>
      </p:sp>
      <p:sp>
        <p:nvSpPr>
          <p:cNvPr id="4" name="S09-card3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3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사이에 있으면 가까운 쪽 숫자에 ‘약’을 붙여요.</a:t>
            </a:r>
            <a:endParaRPr lang="ko-KR" sz="3200" dirty="0"/>
          </a:p>
        </p:txBody>
      </p:sp>
      <p:sp>
        <p:nvSpPr>
          <p:cNvPr id="6" name="S09-card361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362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7에 더 가까워요.</a:t>
            </a:r>
            <a:endParaRPr lang="ko-KR" sz="3200" dirty="0"/>
          </a:p>
        </p:txBody>
      </p:sp>
      <p:sp>
        <p:nvSpPr>
          <p:cNvPr id="8" name="S09-card363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9-cardtext364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‘약 7 cm’라고 말해요.</a:t>
            </a:r>
            <a:endParaRPr lang="ko-KR" sz="3200" dirty="0"/>
          </a:p>
        </p:txBody>
      </p:sp>
      <p:sp>
        <p:nvSpPr>
          <p:cNvPr id="10" name="S09-line365"/>
          <p:cNvSpPr/>
          <p:nvPr/>
        </p:nvSpPr>
        <p:spPr>
          <a:xfrm>
            <a:off x="685800" y="3228340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1" name="S09-line366"/>
          <p:cNvSpPr/>
          <p:nvPr/>
        </p:nvSpPr>
        <p:spPr>
          <a:xfrm>
            <a:off x="960120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9-label367"/>
          <p:cNvSpPr txBox="1"/>
          <p:nvPr/>
        </p:nvSpPr>
        <p:spPr>
          <a:xfrm>
            <a:off x="502920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13" name="S09-line368"/>
          <p:cNvSpPr/>
          <p:nvPr/>
        </p:nvSpPr>
        <p:spPr>
          <a:xfrm>
            <a:off x="1986991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9-label369"/>
          <p:cNvSpPr txBox="1"/>
          <p:nvPr/>
        </p:nvSpPr>
        <p:spPr>
          <a:xfrm>
            <a:off x="1529791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5" name="S09-line370"/>
          <p:cNvSpPr/>
          <p:nvPr/>
        </p:nvSpPr>
        <p:spPr>
          <a:xfrm>
            <a:off x="3013862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9-label371"/>
          <p:cNvSpPr txBox="1"/>
          <p:nvPr/>
        </p:nvSpPr>
        <p:spPr>
          <a:xfrm>
            <a:off x="2556662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7" name="S09-line372"/>
          <p:cNvSpPr/>
          <p:nvPr/>
        </p:nvSpPr>
        <p:spPr>
          <a:xfrm>
            <a:off x="4040734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9-label373"/>
          <p:cNvSpPr txBox="1"/>
          <p:nvPr/>
        </p:nvSpPr>
        <p:spPr>
          <a:xfrm>
            <a:off x="3583534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9" name="S09-line374"/>
          <p:cNvSpPr/>
          <p:nvPr/>
        </p:nvSpPr>
        <p:spPr>
          <a:xfrm>
            <a:off x="5067605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9-label375"/>
          <p:cNvSpPr txBox="1"/>
          <p:nvPr/>
        </p:nvSpPr>
        <p:spPr>
          <a:xfrm>
            <a:off x="4610405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1" name="S09-line376"/>
          <p:cNvSpPr/>
          <p:nvPr/>
        </p:nvSpPr>
        <p:spPr>
          <a:xfrm>
            <a:off x="6094476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9-label377"/>
          <p:cNvSpPr txBox="1"/>
          <p:nvPr/>
        </p:nvSpPr>
        <p:spPr>
          <a:xfrm>
            <a:off x="5637276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3" name="S09-line378"/>
          <p:cNvSpPr/>
          <p:nvPr/>
        </p:nvSpPr>
        <p:spPr>
          <a:xfrm>
            <a:off x="7121347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9-label379"/>
          <p:cNvSpPr txBox="1"/>
          <p:nvPr/>
        </p:nvSpPr>
        <p:spPr>
          <a:xfrm>
            <a:off x="6664147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5" name="S09-line380"/>
          <p:cNvSpPr/>
          <p:nvPr/>
        </p:nvSpPr>
        <p:spPr>
          <a:xfrm>
            <a:off x="8148218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9-label381"/>
          <p:cNvSpPr txBox="1"/>
          <p:nvPr/>
        </p:nvSpPr>
        <p:spPr>
          <a:xfrm>
            <a:off x="7691018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7" name="S09-line382"/>
          <p:cNvSpPr/>
          <p:nvPr/>
        </p:nvSpPr>
        <p:spPr>
          <a:xfrm>
            <a:off x="9175090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9-label383"/>
          <p:cNvSpPr txBox="1"/>
          <p:nvPr/>
        </p:nvSpPr>
        <p:spPr>
          <a:xfrm>
            <a:off x="8717890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9" name="S09-line384"/>
          <p:cNvSpPr/>
          <p:nvPr/>
        </p:nvSpPr>
        <p:spPr>
          <a:xfrm>
            <a:off x="10201961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9-label385"/>
          <p:cNvSpPr txBox="1"/>
          <p:nvPr/>
        </p:nvSpPr>
        <p:spPr>
          <a:xfrm>
            <a:off x="9744761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31" name="S09-line386"/>
          <p:cNvSpPr/>
          <p:nvPr/>
        </p:nvSpPr>
        <p:spPr>
          <a:xfrm>
            <a:off x="11228832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9-label387"/>
          <p:cNvSpPr txBox="1"/>
          <p:nvPr/>
        </p:nvSpPr>
        <p:spPr>
          <a:xfrm>
            <a:off x="10771632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33" name="S09-mark388"/>
          <p:cNvSpPr/>
          <p:nvPr/>
        </p:nvSpPr>
        <p:spPr>
          <a:xfrm>
            <a:off x="868680" y="313690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4" name="S09-mark389"/>
          <p:cNvSpPr/>
          <p:nvPr/>
        </p:nvSpPr>
        <p:spPr>
          <a:xfrm>
            <a:off x="7851404" y="313690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5" name="S09-line390"/>
          <p:cNvSpPr/>
          <p:nvPr/>
        </p:nvSpPr>
        <p:spPr>
          <a:xfrm flipV="1">
            <a:off x="960120" y="284429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6" name="S09-line391"/>
          <p:cNvSpPr/>
          <p:nvPr/>
        </p:nvSpPr>
        <p:spPr>
          <a:xfrm>
            <a:off x="960120" y="2844292"/>
            <a:ext cx="698272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7" name="S09-label392"/>
          <p:cNvSpPr txBox="1"/>
          <p:nvPr/>
        </p:nvSpPr>
        <p:spPr>
          <a:xfrm>
            <a:off x="960120" y="2396744"/>
            <a:ext cx="6982724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</a:t>
            </a:r>
            <a:endParaRPr lang="ko-KR" sz="2600" dirty="0"/>
          </a:p>
        </p:txBody>
      </p:sp>
      <p:sp>
        <p:nvSpPr>
          <p:cNvPr id="38" name="S09-figure393" descr="0부터 10까지 1 cm 눈금이 있는 자 그림. 막대의 한끝은 눈금 0, 다른 끝은 눈금 6과 7 사이, 7에 더 가까운 곳(두 눈금 사이)에 있음"/>
          <p:cNvSpPr/>
          <p:nvPr/>
        </p:nvSpPr>
        <p:spPr>
          <a:xfrm>
            <a:off x="685800" y="3045460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어림해 봐요</a:t>
            </a:r>
            <a:endParaRPr lang="ko-KR" sz="4400" dirty="0"/>
          </a:p>
        </p:txBody>
      </p:sp>
      <p:sp>
        <p:nvSpPr>
          <p:cNvPr id="3" name="S10-text394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자를 대지 않고 짐작해요.</a:t>
            </a:r>
            <a:endParaRPr lang="ko-KR" sz="3200" dirty="0"/>
          </a:p>
        </p:txBody>
      </p:sp>
      <p:sp>
        <p:nvSpPr>
          <p:cNvPr id="4" name="S10-stepno395"/>
          <p:cNvSpPr txBox="1"/>
          <p:nvPr/>
        </p:nvSpPr>
        <p:spPr>
          <a:xfrm>
            <a:off x="548640" y="3067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5" name="S10-text396"/>
          <p:cNvSpPr txBox="1"/>
          <p:nvPr/>
        </p:nvSpPr>
        <p:spPr>
          <a:xfrm>
            <a:off x="1325880" y="306781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cm가 얼마쯤인지 떠올려요.</a:t>
            </a:r>
            <a:endParaRPr lang="ko-KR" sz="3200" dirty="0"/>
          </a:p>
        </p:txBody>
      </p:sp>
      <p:sp>
        <p:nvSpPr>
          <p:cNvPr id="6" name="S10-stepno397"/>
          <p:cNvSpPr txBox="1"/>
          <p:nvPr/>
        </p:nvSpPr>
        <p:spPr>
          <a:xfrm>
            <a:off x="548640" y="3781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7" name="S10-text398"/>
          <p:cNvSpPr txBox="1"/>
          <p:nvPr/>
        </p:nvSpPr>
        <p:spPr>
          <a:xfrm>
            <a:off x="1325880" y="378104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cm가 몇 번쯤인지 생각해요.</a:t>
            </a:r>
            <a:endParaRPr lang="ko-KR" sz="3200" dirty="0"/>
          </a:p>
        </p:txBody>
      </p:sp>
      <p:sp>
        <p:nvSpPr>
          <p:cNvPr id="8" name="S10-stepno399"/>
          <p:cNvSpPr txBox="1"/>
          <p:nvPr/>
        </p:nvSpPr>
        <p:spPr>
          <a:xfrm>
            <a:off x="548640" y="4494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9" name="S10-text400"/>
          <p:cNvSpPr txBox="1"/>
          <p:nvPr/>
        </p:nvSpPr>
        <p:spPr>
          <a:xfrm>
            <a:off x="1325880" y="449427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‘약 □ cm’라고 말해요.</a:t>
            </a:r>
            <a:endParaRPr lang="ko-KR" sz="3200" dirty="0"/>
          </a:p>
        </p:txBody>
      </p:sp>
      <p:sp>
        <p:nvSpPr>
          <p:cNvPr id="10" name="S10-stepno401"/>
          <p:cNvSpPr txBox="1"/>
          <p:nvPr/>
        </p:nvSpPr>
        <p:spPr>
          <a:xfrm>
            <a:off x="548640" y="5207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1" name="S10-text402"/>
          <p:cNvSpPr txBox="1"/>
          <p:nvPr/>
        </p:nvSpPr>
        <p:spPr>
          <a:xfrm>
            <a:off x="1325880" y="52075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자로 재어 비교해요.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어림하고 재어요</a:t>
            </a:r>
            <a:endParaRPr lang="ko-KR" sz="4400" dirty="0"/>
          </a:p>
        </p:txBody>
      </p:sp>
      <p:sp>
        <p:nvSpPr>
          <p:cNvPr id="3" name="S11-card4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1-cardtext4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쪽 숫자를 읽고 ‘약’을 붙여요.</a:t>
            </a:r>
            <a:endParaRPr lang="ko-KR" sz="3200" dirty="0"/>
          </a:p>
        </p:txBody>
      </p:sp>
      <p:sp>
        <p:nvSpPr>
          <p:cNvPr id="5" name="S11-chip405"/>
          <p:cNvSpPr txBox="1"/>
          <p:nvPr/>
        </p:nvSpPr>
        <p:spPr>
          <a:xfrm>
            <a:off x="548640" y="194538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11-line406"/>
          <p:cNvSpPr/>
          <p:nvPr/>
        </p:nvSpPr>
        <p:spPr>
          <a:xfrm>
            <a:off x="1481328" y="2445563"/>
            <a:ext cx="429310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11-line407"/>
          <p:cNvSpPr/>
          <p:nvPr/>
        </p:nvSpPr>
        <p:spPr>
          <a:xfrm>
            <a:off x="1755648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11-label408"/>
          <p:cNvSpPr txBox="1"/>
          <p:nvPr/>
        </p:nvSpPr>
        <p:spPr>
          <a:xfrm>
            <a:off x="1298448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9" name="S11-line409"/>
          <p:cNvSpPr/>
          <p:nvPr/>
        </p:nvSpPr>
        <p:spPr>
          <a:xfrm>
            <a:off x="2130095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1-label410"/>
          <p:cNvSpPr txBox="1"/>
          <p:nvPr/>
        </p:nvSpPr>
        <p:spPr>
          <a:xfrm>
            <a:off x="1672895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11" name="S11-line411"/>
          <p:cNvSpPr/>
          <p:nvPr/>
        </p:nvSpPr>
        <p:spPr>
          <a:xfrm>
            <a:off x="2504542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1-label412"/>
          <p:cNvSpPr txBox="1"/>
          <p:nvPr/>
        </p:nvSpPr>
        <p:spPr>
          <a:xfrm>
            <a:off x="2047342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13" name="S11-line413"/>
          <p:cNvSpPr/>
          <p:nvPr/>
        </p:nvSpPr>
        <p:spPr>
          <a:xfrm>
            <a:off x="2878988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1-label414"/>
          <p:cNvSpPr txBox="1"/>
          <p:nvPr/>
        </p:nvSpPr>
        <p:spPr>
          <a:xfrm>
            <a:off x="2421788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15" name="S11-line415"/>
          <p:cNvSpPr/>
          <p:nvPr/>
        </p:nvSpPr>
        <p:spPr>
          <a:xfrm>
            <a:off x="3253435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1-label416"/>
          <p:cNvSpPr txBox="1"/>
          <p:nvPr/>
        </p:nvSpPr>
        <p:spPr>
          <a:xfrm>
            <a:off x="2796235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17" name="S11-line417"/>
          <p:cNvSpPr/>
          <p:nvPr/>
        </p:nvSpPr>
        <p:spPr>
          <a:xfrm>
            <a:off x="3627882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1-label418"/>
          <p:cNvSpPr txBox="1"/>
          <p:nvPr/>
        </p:nvSpPr>
        <p:spPr>
          <a:xfrm>
            <a:off x="3170682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19" name="S11-line419"/>
          <p:cNvSpPr/>
          <p:nvPr/>
        </p:nvSpPr>
        <p:spPr>
          <a:xfrm>
            <a:off x="4002329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1-label420"/>
          <p:cNvSpPr txBox="1"/>
          <p:nvPr/>
        </p:nvSpPr>
        <p:spPr>
          <a:xfrm>
            <a:off x="3545129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21" name="S11-line421"/>
          <p:cNvSpPr/>
          <p:nvPr/>
        </p:nvSpPr>
        <p:spPr>
          <a:xfrm>
            <a:off x="4376776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1-label422"/>
          <p:cNvSpPr txBox="1"/>
          <p:nvPr/>
        </p:nvSpPr>
        <p:spPr>
          <a:xfrm>
            <a:off x="3919576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23" name="S11-line423"/>
          <p:cNvSpPr/>
          <p:nvPr/>
        </p:nvSpPr>
        <p:spPr>
          <a:xfrm>
            <a:off x="4751222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1-label424"/>
          <p:cNvSpPr txBox="1"/>
          <p:nvPr/>
        </p:nvSpPr>
        <p:spPr>
          <a:xfrm>
            <a:off x="4294022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25" name="S11-line425"/>
          <p:cNvSpPr/>
          <p:nvPr/>
        </p:nvSpPr>
        <p:spPr>
          <a:xfrm>
            <a:off x="5125669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1-label426"/>
          <p:cNvSpPr txBox="1"/>
          <p:nvPr/>
        </p:nvSpPr>
        <p:spPr>
          <a:xfrm>
            <a:off x="4668469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27" name="S11-line427"/>
          <p:cNvSpPr/>
          <p:nvPr/>
        </p:nvSpPr>
        <p:spPr>
          <a:xfrm>
            <a:off x="5500116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1-label428"/>
          <p:cNvSpPr txBox="1"/>
          <p:nvPr/>
        </p:nvSpPr>
        <p:spPr>
          <a:xfrm>
            <a:off x="5042916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29" name="S11-mark429"/>
          <p:cNvSpPr/>
          <p:nvPr/>
        </p:nvSpPr>
        <p:spPr>
          <a:xfrm>
            <a:off x="1664208" y="2354123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0" name="S11-mark430"/>
          <p:cNvSpPr/>
          <p:nvPr/>
        </p:nvSpPr>
        <p:spPr>
          <a:xfrm>
            <a:off x="3236885" y="2354123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1" name="S11-line431"/>
          <p:cNvSpPr/>
          <p:nvPr/>
        </p:nvSpPr>
        <p:spPr>
          <a:xfrm flipV="1">
            <a:off x="1755648" y="206151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2" name="S11-line432"/>
          <p:cNvSpPr/>
          <p:nvPr/>
        </p:nvSpPr>
        <p:spPr>
          <a:xfrm>
            <a:off x="1755648" y="2061515"/>
            <a:ext cx="1572677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3" name="S11-label433"/>
          <p:cNvSpPr txBox="1"/>
          <p:nvPr/>
        </p:nvSpPr>
        <p:spPr>
          <a:xfrm>
            <a:off x="1755648" y="1779067"/>
            <a:ext cx="1572677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지우개</a:t>
            </a:r>
            <a:endParaRPr lang="ko-KR" sz="1600" dirty="0"/>
          </a:p>
        </p:txBody>
      </p:sp>
      <p:sp>
        <p:nvSpPr>
          <p:cNvPr id="34" name="S11-figure434" descr="0부터 10까지 1 cm 눈금이 있는 자 그림. 지우개의 한끝은 눈금 0, 다른 끝은 눈금 4과 5 사이, 4에 더 가까운 곳(두 눈금 사이)에 있음"/>
          <p:cNvSpPr/>
          <p:nvPr/>
        </p:nvSpPr>
        <p:spPr>
          <a:xfrm>
            <a:off x="1481328" y="2262683"/>
            <a:ext cx="4293108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11-chip435"/>
          <p:cNvSpPr txBox="1"/>
          <p:nvPr/>
        </p:nvSpPr>
        <p:spPr>
          <a:xfrm>
            <a:off x="6277356" y="194538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6" name="S11-line436"/>
          <p:cNvSpPr/>
          <p:nvPr/>
        </p:nvSpPr>
        <p:spPr>
          <a:xfrm>
            <a:off x="7210044" y="2445563"/>
            <a:ext cx="429310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37" name="S11-line437"/>
          <p:cNvSpPr/>
          <p:nvPr/>
        </p:nvSpPr>
        <p:spPr>
          <a:xfrm>
            <a:off x="7484364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11-label438"/>
          <p:cNvSpPr txBox="1"/>
          <p:nvPr/>
        </p:nvSpPr>
        <p:spPr>
          <a:xfrm>
            <a:off x="7027164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39" name="S11-line439"/>
          <p:cNvSpPr/>
          <p:nvPr/>
        </p:nvSpPr>
        <p:spPr>
          <a:xfrm>
            <a:off x="7858811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11-label440"/>
          <p:cNvSpPr txBox="1"/>
          <p:nvPr/>
        </p:nvSpPr>
        <p:spPr>
          <a:xfrm>
            <a:off x="7401611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41" name="S11-line441"/>
          <p:cNvSpPr/>
          <p:nvPr/>
        </p:nvSpPr>
        <p:spPr>
          <a:xfrm>
            <a:off x="8233258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11-label442"/>
          <p:cNvSpPr txBox="1"/>
          <p:nvPr/>
        </p:nvSpPr>
        <p:spPr>
          <a:xfrm>
            <a:off x="7776058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43" name="S11-line443"/>
          <p:cNvSpPr/>
          <p:nvPr/>
        </p:nvSpPr>
        <p:spPr>
          <a:xfrm>
            <a:off x="8607704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11-label444"/>
          <p:cNvSpPr txBox="1"/>
          <p:nvPr/>
        </p:nvSpPr>
        <p:spPr>
          <a:xfrm>
            <a:off x="8150504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45" name="S11-line445"/>
          <p:cNvSpPr/>
          <p:nvPr/>
        </p:nvSpPr>
        <p:spPr>
          <a:xfrm>
            <a:off x="8982151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6" name="S11-label446"/>
          <p:cNvSpPr txBox="1"/>
          <p:nvPr/>
        </p:nvSpPr>
        <p:spPr>
          <a:xfrm>
            <a:off x="8524951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47" name="S11-line447"/>
          <p:cNvSpPr/>
          <p:nvPr/>
        </p:nvSpPr>
        <p:spPr>
          <a:xfrm>
            <a:off x="9356598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8" name="S11-label448"/>
          <p:cNvSpPr txBox="1"/>
          <p:nvPr/>
        </p:nvSpPr>
        <p:spPr>
          <a:xfrm>
            <a:off x="8899398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49" name="S11-line449"/>
          <p:cNvSpPr/>
          <p:nvPr/>
        </p:nvSpPr>
        <p:spPr>
          <a:xfrm>
            <a:off x="9731045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11-label450"/>
          <p:cNvSpPr txBox="1"/>
          <p:nvPr/>
        </p:nvSpPr>
        <p:spPr>
          <a:xfrm>
            <a:off x="9273845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51" name="S11-line451"/>
          <p:cNvSpPr/>
          <p:nvPr/>
        </p:nvSpPr>
        <p:spPr>
          <a:xfrm>
            <a:off x="10105492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2" name="S11-label452"/>
          <p:cNvSpPr txBox="1"/>
          <p:nvPr/>
        </p:nvSpPr>
        <p:spPr>
          <a:xfrm>
            <a:off x="9648292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53" name="S11-line453"/>
          <p:cNvSpPr/>
          <p:nvPr/>
        </p:nvSpPr>
        <p:spPr>
          <a:xfrm>
            <a:off x="10479938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4" name="S11-label454"/>
          <p:cNvSpPr txBox="1"/>
          <p:nvPr/>
        </p:nvSpPr>
        <p:spPr>
          <a:xfrm>
            <a:off x="10022738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55" name="S11-line455"/>
          <p:cNvSpPr/>
          <p:nvPr/>
        </p:nvSpPr>
        <p:spPr>
          <a:xfrm>
            <a:off x="10854385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6" name="S11-label456"/>
          <p:cNvSpPr txBox="1"/>
          <p:nvPr/>
        </p:nvSpPr>
        <p:spPr>
          <a:xfrm>
            <a:off x="10397185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57" name="S11-line457"/>
          <p:cNvSpPr/>
          <p:nvPr/>
        </p:nvSpPr>
        <p:spPr>
          <a:xfrm>
            <a:off x="11228832" y="229925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8" name="S11-label458"/>
          <p:cNvSpPr txBox="1"/>
          <p:nvPr/>
        </p:nvSpPr>
        <p:spPr>
          <a:xfrm>
            <a:off x="10771632" y="2628443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59" name="S11-mark459"/>
          <p:cNvSpPr/>
          <p:nvPr/>
        </p:nvSpPr>
        <p:spPr>
          <a:xfrm>
            <a:off x="7392924" y="2354123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60" name="S11-mark460"/>
          <p:cNvSpPr/>
          <p:nvPr/>
        </p:nvSpPr>
        <p:spPr>
          <a:xfrm>
            <a:off x="9340047" y="2354123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61" name="S11-line461"/>
          <p:cNvSpPr/>
          <p:nvPr/>
        </p:nvSpPr>
        <p:spPr>
          <a:xfrm flipV="1">
            <a:off x="7484364" y="206151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2" name="S11-line462"/>
          <p:cNvSpPr/>
          <p:nvPr/>
        </p:nvSpPr>
        <p:spPr>
          <a:xfrm>
            <a:off x="7484364" y="2061515"/>
            <a:ext cx="1947123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3" name="S11-label463"/>
          <p:cNvSpPr txBox="1"/>
          <p:nvPr/>
        </p:nvSpPr>
        <p:spPr>
          <a:xfrm>
            <a:off x="7484364" y="1779067"/>
            <a:ext cx="1947123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건전지</a:t>
            </a:r>
            <a:endParaRPr lang="ko-KR" sz="1600" dirty="0"/>
          </a:p>
        </p:txBody>
      </p:sp>
      <p:sp>
        <p:nvSpPr>
          <p:cNvPr id="64" name="S11-figure464" descr="0부터 10까지 1 cm 눈금이 있는 자 그림. 건전지의 한끝은 눈금 0, 다른 끝은 눈금 5과 6 사이, 5에 더 가까운 곳(두 눈금 사이)에 있음"/>
          <p:cNvSpPr/>
          <p:nvPr/>
        </p:nvSpPr>
        <p:spPr>
          <a:xfrm>
            <a:off x="7210044" y="2262683"/>
            <a:ext cx="4293108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11-chip465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66" name="S11-text466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클립을 어림하고 재어요.</a:t>
            </a:r>
            <a:endParaRPr lang="ko-KR" sz="3200" dirty="0"/>
          </a:p>
        </p:txBody>
      </p:sp>
      <p:sp>
        <p:nvSpPr>
          <p:cNvPr id="67" name="S11-chip467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68" name="S11-text468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숟가락을 어림하고 재어요.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2-chip469"/>
          <p:cNvSpPr txBox="1"/>
          <p:nvPr/>
        </p:nvSpPr>
        <p:spPr>
          <a:xfrm>
            <a:off x="548640" y="221970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12-line470"/>
          <p:cNvSpPr/>
          <p:nvPr/>
        </p:nvSpPr>
        <p:spPr>
          <a:xfrm>
            <a:off x="1481328" y="2785720"/>
            <a:ext cx="429310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5" name="S12-line471"/>
          <p:cNvSpPr/>
          <p:nvPr/>
        </p:nvSpPr>
        <p:spPr>
          <a:xfrm>
            <a:off x="1755648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12-label472"/>
          <p:cNvSpPr txBox="1"/>
          <p:nvPr/>
        </p:nvSpPr>
        <p:spPr>
          <a:xfrm>
            <a:off x="1298448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7" name="S12-line473"/>
          <p:cNvSpPr/>
          <p:nvPr/>
        </p:nvSpPr>
        <p:spPr>
          <a:xfrm>
            <a:off x="2130095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12-label474"/>
          <p:cNvSpPr txBox="1"/>
          <p:nvPr/>
        </p:nvSpPr>
        <p:spPr>
          <a:xfrm>
            <a:off x="1672895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9" name="S12-line475"/>
          <p:cNvSpPr/>
          <p:nvPr/>
        </p:nvSpPr>
        <p:spPr>
          <a:xfrm>
            <a:off x="2504542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2-label476"/>
          <p:cNvSpPr txBox="1"/>
          <p:nvPr/>
        </p:nvSpPr>
        <p:spPr>
          <a:xfrm>
            <a:off x="2047342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11" name="S12-line477"/>
          <p:cNvSpPr/>
          <p:nvPr/>
        </p:nvSpPr>
        <p:spPr>
          <a:xfrm>
            <a:off x="2878988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2-label478"/>
          <p:cNvSpPr txBox="1"/>
          <p:nvPr/>
        </p:nvSpPr>
        <p:spPr>
          <a:xfrm>
            <a:off x="2421788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13" name="S12-line479"/>
          <p:cNvSpPr/>
          <p:nvPr/>
        </p:nvSpPr>
        <p:spPr>
          <a:xfrm>
            <a:off x="3253435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2-label480"/>
          <p:cNvSpPr txBox="1"/>
          <p:nvPr/>
        </p:nvSpPr>
        <p:spPr>
          <a:xfrm>
            <a:off x="2796235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15" name="S12-line481"/>
          <p:cNvSpPr/>
          <p:nvPr/>
        </p:nvSpPr>
        <p:spPr>
          <a:xfrm>
            <a:off x="3627882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2-label482"/>
          <p:cNvSpPr txBox="1"/>
          <p:nvPr/>
        </p:nvSpPr>
        <p:spPr>
          <a:xfrm>
            <a:off x="3170682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17" name="S12-line483"/>
          <p:cNvSpPr/>
          <p:nvPr/>
        </p:nvSpPr>
        <p:spPr>
          <a:xfrm>
            <a:off x="4002329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2-label484"/>
          <p:cNvSpPr txBox="1"/>
          <p:nvPr/>
        </p:nvSpPr>
        <p:spPr>
          <a:xfrm>
            <a:off x="3545129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19" name="S12-line485"/>
          <p:cNvSpPr/>
          <p:nvPr/>
        </p:nvSpPr>
        <p:spPr>
          <a:xfrm>
            <a:off x="4376776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2-label486"/>
          <p:cNvSpPr txBox="1"/>
          <p:nvPr/>
        </p:nvSpPr>
        <p:spPr>
          <a:xfrm>
            <a:off x="3919576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21" name="S12-line487"/>
          <p:cNvSpPr/>
          <p:nvPr/>
        </p:nvSpPr>
        <p:spPr>
          <a:xfrm>
            <a:off x="4751222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2-label488"/>
          <p:cNvSpPr txBox="1"/>
          <p:nvPr/>
        </p:nvSpPr>
        <p:spPr>
          <a:xfrm>
            <a:off x="4294022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23" name="S12-line489"/>
          <p:cNvSpPr/>
          <p:nvPr/>
        </p:nvSpPr>
        <p:spPr>
          <a:xfrm>
            <a:off x="5125669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2-label490"/>
          <p:cNvSpPr txBox="1"/>
          <p:nvPr/>
        </p:nvSpPr>
        <p:spPr>
          <a:xfrm>
            <a:off x="4668469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25" name="S12-line491"/>
          <p:cNvSpPr/>
          <p:nvPr/>
        </p:nvSpPr>
        <p:spPr>
          <a:xfrm>
            <a:off x="5500116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2-label492"/>
          <p:cNvSpPr txBox="1"/>
          <p:nvPr/>
        </p:nvSpPr>
        <p:spPr>
          <a:xfrm>
            <a:off x="5042916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27" name="S12-mark493"/>
          <p:cNvSpPr/>
          <p:nvPr/>
        </p:nvSpPr>
        <p:spPr>
          <a:xfrm>
            <a:off x="2413102" y="269428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8" name="S12-mark494"/>
          <p:cNvSpPr/>
          <p:nvPr/>
        </p:nvSpPr>
        <p:spPr>
          <a:xfrm>
            <a:off x="4659782" y="269428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9" name="S12-line495"/>
          <p:cNvSpPr/>
          <p:nvPr/>
        </p:nvSpPr>
        <p:spPr>
          <a:xfrm flipV="1">
            <a:off x="2504542" y="240167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0" name="S12-line496"/>
          <p:cNvSpPr/>
          <p:nvPr/>
        </p:nvSpPr>
        <p:spPr>
          <a:xfrm>
            <a:off x="2504542" y="2401672"/>
            <a:ext cx="224668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1" name="S12-label497"/>
          <p:cNvSpPr txBox="1"/>
          <p:nvPr/>
        </p:nvSpPr>
        <p:spPr>
          <a:xfrm>
            <a:off x="2504542" y="2119224"/>
            <a:ext cx="2246681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</a:t>
            </a:r>
            <a:endParaRPr lang="ko-KR" sz="1600" dirty="0"/>
          </a:p>
        </p:txBody>
      </p:sp>
      <p:sp>
        <p:nvSpPr>
          <p:cNvPr id="32" name="S12-figure498" descr="0부터 10까지 1 cm 눈금이 있는 자 그림. 못의 한끝은 눈금 2, 다른 끝은 눈금 8에 있음"/>
          <p:cNvSpPr/>
          <p:nvPr/>
        </p:nvSpPr>
        <p:spPr>
          <a:xfrm>
            <a:off x="1481328" y="2602840"/>
            <a:ext cx="4293108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12-chip499"/>
          <p:cNvSpPr txBox="1"/>
          <p:nvPr/>
        </p:nvSpPr>
        <p:spPr>
          <a:xfrm>
            <a:off x="6277356" y="221970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4" name="S12-line500"/>
          <p:cNvSpPr/>
          <p:nvPr/>
        </p:nvSpPr>
        <p:spPr>
          <a:xfrm>
            <a:off x="7210044" y="2785720"/>
            <a:ext cx="429310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35" name="S12-line501"/>
          <p:cNvSpPr/>
          <p:nvPr/>
        </p:nvSpPr>
        <p:spPr>
          <a:xfrm>
            <a:off x="7484364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12-label502"/>
          <p:cNvSpPr txBox="1"/>
          <p:nvPr/>
        </p:nvSpPr>
        <p:spPr>
          <a:xfrm>
            <a:off x="7027164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37" name="S12-line503"/>
          <p:cNvSpPr/>
          <p:nvPr/>
        </p:nvSpPr>
        <p:spPr>
          <a:xfrm>
            <a:off x="7858811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12-label504"/>
          <p:cNvSpPr txBox="1"/>
          <p:nvPr/>
        </p:nvSpPr>
        <p:spPr>
          <a:xfrm>
            <a:off x="7401611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39" name="S12-line505"/>
          <p:cNvSpPr/>
          <p:nvPr/>
        </p:nvSpPr>
        <p:spPr>
          <a:xfrm>
            <a:off x="8233258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12-label506"/>
          <p:cNvSpPr txBox="1"/>
          <p:nvPr/>
        </p:nvSpPr>
        <p:spPr>
          <a:xfrm>
            <a:off x="7776058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41" name="S12-line507"/>
          <p:cNvSpPr/>
          <p:nvPr/>
        </p:nvSpPr>
        <p:spPr>
          <a:xfrm>
            <a:off x="8607704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12-label508"/>
          <p:cNvSpPr txBox="1"/>
          <p:nvPr/>
        </p:nvSpPr>
        <p:spPr>
          <a:xfrm>
            <a:off x="8150504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43" name="S12-line509"/>
          <p:cNvSpPr/>
          <p:nvPr/>
        </p:nvSpPr>
        <p:spPr>
          <a:xfrm>
            <a:off x="8982151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12-label510"/>
          <p:cNvSpPr txBox="1"/>
          <p:nvPr/>
        </p:nvSpPr>
        <p:spPr>
          <a:xfrm>
            <a:off x="8524951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45" name="S12-line511"/>
          <p:cNvSpPr/>
          <p:nvPr/>
        </p:nvSpPr>
        <p:spPr>
          <a:xfrm>
            <a:off x="9356598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6" name="S12-label512"/>
          <p:cNvSpPr txBox="1"/>
          <p:nvPr/>
        </p:nvSpPr>
        <p:spPr>
          <a:xfrm>
            <a:off x="8899398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47" name="S12-line513"/>
          <p:cNvSpPr/>
          <p:nvPr/>
        </p:nvSpPr>
        <p:spPr>
          <a:xfrm>
            <a:off x="9731045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8" name="S12-label514"/>
          <p:cNvSpPr txBox="1"/>
          <p:nvPr/>
        </p:nvSpPr>
        <p:spPr>
          <a:xfrm>
            <a:off x="9273845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49" name="S12-line515"/>
          <p:cNvSpPr/>
          <p:nvPr/>
        </p:nvSpPr>
        <p:spPr>
          <a:xfrm>
            <a:off x="10105492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12-label516"/>
          <p:cNvSpPr txBox="1"/>
          <p:nvPr/>
        </p:nvSpPr>
        <p:spPr>
          <a:xfrm>
            <a:off x="9648292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51" name="S12-line517"/>
          <p:cNvSpPr/>
          <p:nvPr/>
        </p:nvSpPr>
        <p:spPr>
          <a:xfrm>
            <a:off x="10479938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2" name="S12-label518"/>
          <p:cNvSpPr txBox="1"/>
          <p:nvPr/>
        </p:nvSpPr>
        <p:spPr>
          <a:xfrm>
            <a:off x="10022738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53" name="S12-line519"/>
          <p:cNvSpPr/>
          <p:nvPr/>
        </p:nvSpPr>
        <p:spPr>
          <a:xfrm>
            <a:off x="10854385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4" name="S12-label520"/>
          <p:cNvSpPr txBox="1"/>
          <p:nvPr/>
        </p:nvSpPr>
        <p:spPr>
          <a:xfrm>
            <a:off x="10397185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55" name="S12-line521"/>
          <p:cNvSpPr/>
          <p:nvPr/>
        </p:nvSpPr>
        <p:spPr>
          <a:xfrm>
            <a:off x="11228832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6" name="S12-label522"/>
          <p:cNvSpPr txBox="1"/>
          <p:nvPr/>
        </p:nvSpPr>
        <p:spPr>
          <a:xfrm>
            <a:off x="10771632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57" name="S12-mark523"/>
          <p:cNvSpPr/>
          <p:nvPr/>
        </p:nvSpPr>
        <p:spPr>
          <a:xfrm>
            <a:off x="7392924" y="269428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58" name="S12-mark524"/>
          <p:cNvSpPr/>
          <p:nvPr/>
        </p:nvSpPr>
        <p:spPr>
          <a:xfrm>
            <a:off x="10725501" y="269428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59" name="S12-line525"/>
          <p:cNvSpPr/>
          <p:nvPr/>
        </p:nvSpPr>
        <p:spPr>
          <a:xfrm flipV="1">
            <a:off x="7484364" y="240167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0" name="S12-line526"/>
          <p:cNvSpPr/>
          <p:nvPr/>
        </p:nvSpPr>
        <p:spPr>
          <a:xfrm>
            <a:off x="7484364" y="2401672"/>
            <a:ext cx="3332577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1" name="S12-label527"/>
          <p:cNvSpPr txBox="1"/>
          <p:nvPr/>
        </p:nvSpPr>
        <p:spPr>
          <a:xfrm>
            <a:off x="7484364" y="2119224"/>
            <a:ext cx="3332577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색연필</a:t>
            </a:r>
            <a:endParaRPr lang="ko-KR" sz="1600" dirty="0"/>
          </a:p>
        </p:txBody>
      </p:sp>
      <p:sp>
        <p:nvSpPr>
          <p:cNvPr id="62" name="S12-figure528" descr="0부터 10까지 1 cm 눈금이 있는 자 그림. 색연필의 한끝은 눈금 0, 다른 끝은 눈금 8과 9 사이, 9에 더 가까운 곳(두 눈금 사이)에 있음"/>
          <p:cNvSpPr/>
          <p:nvPr/>
        </p:nvSpPr>
        <p:spPr>
          <a:xfrm>
            <a:off x="7210044" y="2602840"/>
            <a:ext cx="4293108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12-chip529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64" name="S12-text530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손가락으로 1 cm를 보여 줘요.</a:t>
            </a:r>
            <a:endParaRPr lang="ko-KR" sz="3200" dirty="0"/>
          </a:p>
        </p:txBody>
      </p:sp>
      <p:sp>
        <p:nvSpPr>
          <p:cNvPr id="65" name="S12-chip531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66" name="S12-text532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연필을 어림하고 자로 재어요.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 cm를 찾아요</a:t>
            </a:r>
            <a:endParaRPr lang="ko-KR" sz="4400" dirty="0"/>
          </a:p>
        </p:txBody>
      </p:sp>
      <p:sp>
        <p:nvSpPr>
          <p:cNvPr id="3" name="S14-text5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 cm인 것을 모두 고르세요.</a:t>
            </a:r>
            <a:endParaRPr lang="ko-KR" sz="3200" dirty="0"/>
          </a:p>
        </p:txBody>
      </p:sp>
      <p:sp>
        <p:nvSpPr>
          <p:cNvPr id="4" name="S14-card5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5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6" name="S14-chip536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4-line537"/>
          <p:cNvSpPr/>
          <p:nvPr/>
        </p:nvSpPr>
        <p:spPr>
          <a:xfrm>
            <a:off x="1481328" y="2799080"/>
            <a:ext cx="429310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8" name="S14-line538"/>
          <p:cNvSpPr/>
          <p:nvPr/>
        </p:nvSpPr>
        <p:spPr>
          <a:xfrm>
            <a:off x="1755648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14-label539"/>
          <p:cNvSpPr txBox="1"/>
          <p:nvPr/>
        </p:nvSpPr>
        <p:spPr>
          <a:xfrm>
            <a:off x="1298448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10" name="S14-line540"/>
          <p:cNvSpPr/>
          <p:nvPr/>
        </p:nvSpPr>
        <p:spPr>
          <a:xfrm>
            <a:off x="2130095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14-label541"/>
          <p:cNvSpPr txBox="1"/>
          <p:nvPr/>
        </p:nvSpPr>
        <p:spPr>
          <a:xfrm>
            <a:off x="1672895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12" name="S14-line542"/>
          <p:cNvSpPr/>
          <p:nvPr/>
        </p:nvSpPr>
        <p:spPr>
          <a:xfrm>
            <a:off x="2504542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14-label543"/>
          <p:cNvSpPr txBox="1"/>
          <p:nvPr/>
        </p:nvSpPr>
        <p:spPr>
          <a:xfrm>
            <a:off x="2047342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14" name="S14-line544"/>
          <p:cNvSpPr/>
          <p:nvPr/>
        </p:nvSpPr>
        <p:spPr>
          <a:xfrm>
            <a:off x="2878988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4-label545"/>
          <p:cNvSpPr txBox="1"/>
          <p:nvPr/>
        </p:nvSpPr>
        <p:spPr>
          <a:xfrm>
            <a:off x="2421788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16" name="S14-line546"/>
          <p:cNvSpPr/>
          <p:nvPr/>
        </p:nvSpPr>
        <p:spPr>
          <a:xfrm>
            <a:off x="3253435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14-label547"/>
          <p:cNvSpPr txBox="1"/>
          <p:nvPr/>
        </p:nvSpPr>
        <p:spPr>
          <a:xfrm>
            <a:off x="2796235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18" name="S14-line548"/>
          <p:cNvSpPr/>
          <p:nvPr/>
        </p:nvSpPr>
        <p:spPr>
          <a:xfrm>
            <a:off x="3627882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14-label549"/>
          <p:cNvSpPr txBox="1"/>
          <p:nvPr/>
        </p:nvSpPr>
        <p:spPr>
          <a:xfrm>
            <a:off x="3170682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20" name="S14-line550"/>
          <p:cNvSpPr/>
          <p:nvPr/>
        </p:nvSpPr>
        <p:spPr>
          <a:xfrm>
            <a:off x="4002329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14-label551"/>
          <p:cNvSpPr txBox="1"/>
          <p:nvPr/>
        </p:nvSpPr>
        <p:spPr>
          <a:xfrm>
            <a:off x="3545129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22" name="S14-line552"/>
          <p:cNvSpPr/>
          <p:nvPr/>
        </p:nvSpPr>
        <p:spPr>
          <a:xfrm>
            <a:off x="4376776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14-label553"/>
          <p:cNvSpPr txBox="1"/>
          <p:nvPr/>
        </p:nvSpPr>
        <p:spPr>
          <a:xfrm>
            <a:off x="3919576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24" name="S14-line554"/>
          <p:cNvSpPr/>
          <p:nvPr/>
        </p:nvSpPr>
        <p:spPr>
          <a:xfrm>
            <a:off x="4751222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14-label555"/>
          <p:cNvSpPr txBox="1"/>
          <p:nvPr/>
        </p:nvSpPr>
        <p:spPr>
          <a:xfrm>
            <a:off x="4294022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26" name="S14-line556"/>
          <p:cNvSpPr/>
          <p:nvPr/>
        </p:nvSpPr>
        <p:spPr>
          <a:xfrm>
            <a:off x="5125669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14-label557"/>
          <p:cNvSpPr txBox="1"/>
          <p:nvPr/>
        </p:nvSpPr>
        <p:spPr>
          <a:xfrm>
            <a:off x="4668469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28" name="S14-line558"/>
          <p:cNvSpPr/>
          <p:nvPr/>
        </p:nvSpPr>
        <p:spPr>
          <a:xfrm>
            <a:off x="5500116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14-label559"/>
          <p:cNvSpPr txBox="1"/>
          <p:nvPr/>
        </p:nvSpPr>
        <p:spPr>
          <a:xfrm>
            <a:off x="5042916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30" name="S14-mark560"/>
          <p:cNvSpPr/>
          <p:nvPr/>
        </p:nvSpPr>
        <p:spPr>
          <a:xfrm>
            <a:off x="1664208" y="270764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1" name="S14-mark561"/>
          <p:cNvSpPr/>
          <p:nvPr/>
        </p:nvSpPr>
        <p:spPr>
          <a:xfrm>
            <a:off x="3686221" y="270764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2" name="S14-line562"/>
          <p:cNvSpPr/>
          <p:nvPr/>
        </p:nvSpPr>
        <p:spPr>
          <a:xfrm flipV="1">
            <a:off x="1755648" y="241503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3" name="S14-line563"/>
          <p:cNvSpPr/>
          <p:nvPr/>
        </p:nvSpPr>
        <p:spPr>
          <a:xfrm>
            <a:off x="1755648" y="2415032"/>
            <a:ext cx="2022013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4" name="S14-figure564" descr="0부터 10까지 1 cm 눈금이 있는 자 그림. 물건의 한끝은 눈금 0, 다른 끝은 눈금 5과 6 사이, 5에 더 가까운 곳(두 눈금 사이)에 있음"/>
          <p:cNvSpPr/>
          <p:nvPr/>
        </p:nvSpPr>
        <p:spPr>
          <a:xfrm>
            <a:off x="1481328" y="2616200"/>
            <a:ext cx="4293108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14-chip565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36" name="S14-line566"/>
          <p:cNvSpPr/>
          <p:nvPr/>
        </p:nvSpPr>
        <p:spPr>
          <a:xfrm>
            <a:off x="7210044" y="2799080"/>
            <a:ext cx="429310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37" name="S14-line567"/>
          <p:cNvSpPr/>
          <p:nvPr/>
        </p:nvSpPr>
        <p:spPr>
          <a:xfrm>
            <a:off x="7484364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14-label568"/>
          <p:cNvSpPr txBox="1"/>
          <p:nvPr/>
        </p:nvSpPr>
        <p:spPr>
          <a:xfrm>
            <a:off x="7027164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39" name="S14-line569"/>
          <p:cNvSpPr/>
          <p:nvPr/>
        </p:nvSpPr>
        <p:spPr>
          <a:xfrm>
            <a:off x="7858811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14-label570"/>
          <p:cNvSpPr txBox="1"/>
          <p:nvPr/>
        </p:nvSpPr>
        <p:spPr>
          <a:xfrm>
            <a:off x="7401611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41" name="S14-line571"/>
          <p:cNvSpPr/>
          <p:nvPr/>
        </p:nvSpPr>
        <p:spPr>
          <a:xfrm>
            <a:off x="8233258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14-label572"/>
          <p:cNvSpPr txBox="1"/>
          <p:nvPr/>
        </p:nvSpPr>
        <p:spPr>
          <a:xfrm>
            <a:off x="7776058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43" name="S14-line573"/>
          <p:cNvSpPr/>
          <p:nvPr/>
        </p:nvSpPr>
        <p:spPr>
          <a:xfrm>
            <a:off x="8607704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14-label574"/>
          <p:cNvSpPr txBox="1"/>
          <p:nvPr/>
        </p:nvSpPr>
        <p:spPr>
          <a:xfrm>
            <a:off x="8150504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45" name="S14-line575"/>
          <p:cNvSpPr/>
          <p:nvPr/>
        </p:nvSpPr>
        <p:spPr>
          <a:xfrm>
            <a:off x="8982151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6" name="S14-label576"/>
          <p:cNvSpPr txBox="1"/>
          <p:nvPr/>
        </p:nvSpPr>
        <p:spPr>
          <a:xfrm>
            <a:off x="8524951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47" name="S14-line577"/>
          <p:cNvSpPr/>
          <p:nvPr/>
        </p:nvSpPr>
        <p:spPr>
          <a:xfrm>
            <a:off x="9356598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8" name="S14-label578"/>
          <p:cNvSpPr txBox="1"/>
          <p:nvPr/>
        </p:nvSpPr>
        <p:spPr>
          <a:xfrm>
            <a:off x="8899398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49" name="S14-line579"/>
          <p:cNvSpPr/>
          <p:nvPr/>
        </p:nvSpPr>
        <p:spPr>
          <a:xfrm>
            <a:off x="9731045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14-label580"/>
          <p:cNvSpPr txBox="1"/>
          <p:nvPr/>
        </p:nvSpPr>
        <p:spPr>
          <a:xfrm>
            <a:off x="9273845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51" name="S14-line581"/>
          <p:cNvSpPr/>
          <p:nvPr/>
        </p:nvSpPr>
        <p:spPr>
          <a:xfrm>
            <a:off x="10105492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2" name="S14-label582"/>
          <p:cNvSpPr txBox="1"/>
          <p:nvPr/>
        </p:nvSpPr>
        <p:spPr>
          <a:xfrm>
            <a:off x="9648292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53" name="S14-line583"/>
          <p:cNvSpPr/>
          <p:nvPr/>
        </p:nvSpPr>
        <p:spPr>
          <a:xfrm>
            <a:off x="10479938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4" name="S14-label584"/>
          <p:cNvSpPr txBox="1"/>
          <p:nvPr/>
        </p:nvSpPr>
        <p:spPr>
          <a:xfrm>
            <a:off x="10022738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55" name="S14-line585"/>
          <p:cNvSpPr/>
          <p:nvPr/>
        </p:nvSpPr>
        <p:spPr>
          <a:xfrm>
            <a:off x="10854385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6" name="S14-label586"/>
          <p:cNvSpPr txBox="1"/>
          <p:nvPr/>
        </p:nvSpPr>
        <p:spPr>
          <a:xfrm>
            <a:off x="10397185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57" name="S14-line587"/>
          <p:cNvSpPr/>
          <p:nvPr/>
        </p:nvSpPr>
        <p:spPr>
          <a:xfrm>
            <a:off x="11228832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8" name="S14-label588"/>
          <p:cNvSpPr txBox="1"/>
          <p:nvPr/>
        </p:nvSpPr>
        <p:spPr>
          <a:xfrm>
            <a:off x="10771632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59" name="S14-mark589"/>
          <p:cNvSpPr/>
          <p:nvPr/>
        </p:nvSpPr>
        <p:spPr>
          <a:xfrm>
            <a:off x="7392924" y="270764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60" name="S14-mark590"/>
          <p:cNvSpPr/>
          <p:nvPr/>
        </p:nvSpPr>
        <p:spPr>
          <a:xfrm>
            <a:off x="9527271" y="270764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61" name="S14-line591"/>
          <p:cNvSpPr/>
          <p:nvPr/>
        </p:nvSpPr>
        <p:spPr>
          <a:xfrm flipV="1">
            <a:off x="7484364" y="241503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2" name="S14-line592"/>
          <p:cNvSpPr/>
          <p:nvPr/>
        </p:nvSpPr>
        <p:spPr>
          <a:xfrm>
            <a:off x="7484364" y="2415032"/>
            <a:ext cx="2134347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3" name="S14-figure593" descr="0부터 10까지 1 cm 눈금이 있는 자 그림. 물건의 한끝은 눈금 0, 다른 끝은 눈금 5과 6 사이, 6에 더 가까운 곳(두 눈금 사이)에 있음"/>
          <p:cNvSpPr/>
          <p:nvPr/>
        </p:nvSpPr>
        <p:spPr>
          <a:xfrm>
            <a:off x="7210044" y="2616200"/>
            <a:ext cx="4293108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14-chip594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65" name="S14-line595"/>
          <p:cNvSpPr/>
          <p:nvPr/>
        </p:nvSpPr>
        <p:spPr>
          <a:xfrm>
            <a:off x="1481328" y="4490720"/>
            <a:ext cx="429310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66" name="S14-line596"/>
          <p:cNvSpPr/>
          <p:nvPr/>
        </p:nvSpPr>
        <p:spPr>
          <a:xfrm>
            <a:off x="1755648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7" name="S14-label597"/>
          <p:cNvSpPr txBox="1"/>
          <p:nvPr/>
        </p:nvSpPr>
        <p:spPr>
          <a:xfrm>
            <a:off x="1298448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68" name="S14-line598"/>
          <p:cNvSpPr/>
          <p:nvPr/>
        </p:nvSpPr>
        <p:spPr>
          <a:xfrm>
            <a:off x="2130095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9" name="S14-label599"/>
          <p:cNvSpPr txBox="1"/>
          <p:nvPr/>
        </p:nvSpPr>
        <p:spPr>
          <a:xfrm>
            <a:off x="1672895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70" name="S14-line600"/>
          <p:cNvSpPr/>
          <p:nvPr/>
        </p:nvSpPr>
        <p:spPr>
          <a:xfrm>
            <a:off x="2504542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1" name="S14-label601"/>
          <p:cNvSpPr txBox="1"/>
          <p:nvPr/>
        </p:nvSpPr>
        <p:spPr>
          <a:xfrm>
            <a:off x="2047342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72" name="S14-line602"/>
          <p:cNvSpPr/>
          <p:nvPr/>
        </p:nvSpPr>
        <p:spPr>
          <a:xfrm>
            <a:off x="2878988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3" name="S14-label603"/>
          <p:cNvSpPr txBox="1"/>
          <p:nvPr/>
        </p:nvSpPr>
        <p:spPr>
          <a:xfrm>
            <a:off x="2421788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74" name="S14-line604"/>
          <p:cNvSpPr/>
          <p:nvPr/>
        </p:nvSpPr>
        <p:spPr>
          <a:xfrm>
            <a:off x="3253435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5" name="S14-label605"/>
          <p:cNvSpPr txBox="1"/>
          <p:nvPr/>
        </p:nvSpPr>
        <p:spPr>
          <a:xfrm>
            <a:off x="2796235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76" name="S14-line606"/>
          <p:cNvSpPr/>
          <p:nvPr/>
        </p:nvSpPr>
        <p:spPr>
          <a:xfrm>
            <a:off x="3627882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7" name="S14-label607"/>
          <p:cNvSpPr txBox="1"/>
          <p:nvPr/>
        </p:nvSpPr>
        <p:spPr>
          <a:xfrm>
            <a:off x="3170682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78" name="S14-line608"/>
          <p:cNvSpPr/>
          <p:nvPr/>
        </p:nvSpPr>
        <p:spPr>
          <a:xfrm>
            <a:off x="4002329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9" name="S14-label609"/>
          <p:cNvSpPr txBox="1"/>
          <p:nvPr/>
        </p:nvSpPr>
        <p:spPr>
          <a:xfrm>
            <a:off x="3545129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80" name="S14-line610"/>
          <p:cNvSpPr/>
          <p:nvPr/>
        </p:nvSpPr>
        <p:spPr>
          <a:xfrm>
            <a:off x="4376776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1" name="S14-label611"/>
          <p:cNvSpPr txBox="1"/>
          <p:nvPr/>
        </p:nvSpPr>
        <p:spPr>
          <a:xfrm>
            <a:off x="3919576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82" name="S14-line612"/>
          <p:cNvSpPr/>
          <p:nvPr/>
        </p:nvSpPr>
        <p:spPr>
          <a:xfrm>
            <a:off x="4751222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3" name="S14-label613"/>
          <p:cNvSpPr txBox="1"/>
          <p:nvPr/>
        </p:nvSpPr>
        <p:spPr>
          <a:xfrm>
            <a:off x="4294022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84" name="S14-line614"/>
          <p:cNvSpPr/>
          <p:nvPr/>
        </p:nvSpPr>
        <p:spPr>
          <a:xfrm>
            <a:off x="5125669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5" name="S14-label615"/>
          <p:cNvSpPr txBox="1"/>
          <p:nvPr/>
        </p:nvSpPr>
        <p:spPr>
          <a:xfrm>
            <a:off x="4668469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86" name="S14-line616"/>
          <p:cNvSpPr/>
          <p:nvPr/>
        </p:nvSpPr>
        <p:spPr>
          <a:xfrm>
            <a:off x="5500116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7" name="S14-label617"/>
          <p:cNvSpPr txBox="1"/>
          <p:nvPr/>
        </p:nvSpPr>
        <p:spPr>
          <a:xfrm>
            <a:off x="5042916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88" name="S14-mark618"/>
          <p:cNvSpPr/>
          <p:nvPr/>
        </p:nvSpPr>
        <p:spPr>
          <a:xfrm>
            <a:off x="1664208" y="439928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89" name="S14-mark619"/>
          <p:cNvSpPr/>
          <p:nvPr/>
        </p:nvSpPr>
        <p:spPr>
          <a:xfrm>
            <a:off x="3274329" y="439928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90" name="S14-line620"/>
          <p:cNvSpPr/>
          <p:nvPr/>
        </p:nvSpPr>
        <p:spPr>
          <a:xfrm flipV="1">
            <a:off x="1755648" y="410667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91" name="S14-line621"/>
          <p:cNvSpPr/>
          <p:nvPr/>
        </p:nvSpPr>
        <p:spPr>
          <a:xfrm>
            <a:off x="1755648" y="4106672"/>
            <a:ext cx="161012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92" name="S14-figure622" descr="0부터 10까지 1 cm 눈금이 있는 자 그림. 물건의 한끝은 눈금 0, 다른 끝은 눈금 4과 5 사이, 4에 더 가까운 곳(두 눈금 사이)에 있음"/>
          <p:cNvSpPr/>
          <p:nvPr/>
        </p:nvSpPr>
        <p:spPr>
          <a:xfrm>
            <a:off x="1481328" y="4307840"/>
            <a:ext cx="4293108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14-chip623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94" name="S14-line624"/>
          <p:cNvSpPr/>
          <p:nvPr/>
        </p:nvSpPr>
        <p:spPr>
          <a:xfrm>
            <a:off x="7210044" y="4490720"/>
            <a:ext cx="429310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5" name="S14-line625"/>
          <p:cNvSpPr/>
          <p:nvPr/>
        </p:nvSpPr>
        <p:spPr>
          <a:xfrm>
            <a:off x="7484364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6" name="S14-label626"/>
          <p:cNvSpPr txBox="1"/>
          <p:nvPr/>
        </p:nvSpPr>
        <p:spPr>
          <a:xfrm>
            <a:off x="7027164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97" name="S14-line627"/>
          <p:cNvSpPr/>
          <p:nvPr/>
        </p:nvSpPr>
        <p:spPr>
          <a:xfrm>
            <a:off x="7858811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8" name="S14-label628"/>
          <p:cNvSpPr txBox="1"/>
          <p:nvPr/>
        </p:nvSpPr>
        <p:spPr>
          <a:xfrm>
            <a:off x="7401611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99" name="S14-line629"/>
          <p:cNvSpPr/>
          <p:nvPr/>
        </p:nvSpPr>
        <p:spPr>
          <a:xfrm>
            <a:off x="8233258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0" name="S14-label630"/>
          <p:cNvSpPr txBox="1"/>
          <p:nvPr/>
        </p:nvSpPr>
        <p:spPr>
          <a:xfrm>
            <a:off x="7776058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101" name="S14-line631"/>
          <p:cNvSpPr/>
          <p:nvPr/>
        </p:nvSpPr>
        <p:spPr>
          <a:xfrm>
            <a:off x="8607704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2" name="S14-label632"/>
          <p:cNvSpPr txBox="1"/>
          <p:nvPr/>
        </p:nvSpPr>
        <p:spPr>
          <a:xfrm>
            <a:off x="8150504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103" name="S14-line633"/>
          <p:cNvSpPr/>
          <p:nvPr/>
        </p:nvSpPr>
        <p:spPr>
          <a:xfrm>
            <a:off x="8982151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4" name="S14-label634"/>
          <p:cNvSpPr txBox="1"/>
          <p:nvPr/>
        </p:nvSpPr>
        <p:spPr>
          <a:xfrm>
            <a:off x="8524951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105" name="S14-line635"/>
          <p:cNvSpPr/>
          <p:nvPr/>
        </p:nvSpPr>
        <p:spPr>
          <a:xfrm>
            <a:off x="9356598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6" name="S14-label636"/>
          <p:cNvSpPr txBox="1"/>
          <p:nvPr/>
        </p:nvSpPr>
        <p:spPr>
          <a:xfrm>
            <a:off x="8899398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107" name="S14-line637"/>
          <p:cNvSpPr/>
          <p:nvPr/>
        </p:nvSpPr>
        <p:spPr>
          <a:xfrm>
            <a:off x="9731045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8" name="S14-label638"/>
          <p:cNvSpPr txBox="1"/>
          <p:nvPr/>
        </p:nvSpPr>
        <p:spPr>
          <a:xfrm>
            <a:off x="9273845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109" name="S14-line639"/>
          <p:cNvSpPr/>
          <p:nvPr/>
        </p:nvSpPr>
        <p:spPr>
          <a:xfrm>
            <a:off x="10105492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0" name="S14-label640"/>
          <p:cNvSpPr txBox="1"/>
          <p:nvPr/>
        </p:nvSpPr>
        <p:spPr>
          <a:xfrm>
            <a:off x="9648292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111" name="S14-line641"/>
          <p:cNvSpPr/>
          <p:nvPr/>
        </p:nvSpPr>
        <p:spPr>
          <a:xfrm>
            <a:off x="10479938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2" name="S14-label642"/>
          <p:cNvSpPr txBox="1"/>
          <p:nvPr/>
        </p:nvSpPr>
        <p:spPr>
          <a:xfrm>
            <a:off x="10022738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113" name="S14-line643"/>
          <p:cNvSpPr/>
          <p:nvPr/>
        </p:nvSpPr>
        <p:spPr>
          <a:xfrm>
            <a:off x="10854385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4" name="S14-label644"/>
          <p:cNvSpPr txBox="1"/>
          <p:nvPr/>
        </p:nvSpPr>
        <p:spPr>
          <a:xfrm>
            <a:off x="10397185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115" name="S14-line645"/>
          <p:cNvSpPr/>
          <p:nvPr/>
        </p:nvSpPr>
        <p:spPr>
          <a:xfrm>
            <a:off x="11228832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6" name="S14-label646"/>
          <p:cNvSpPr txBox="1"/>
          <p:nvPr/>
        </p:nvSpPr>
        <p:spPr>
          <a:xfrm>
            <a:off x="10771632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117" name="S14-mark647"/>
          <p:cNvSpPr/>
          <p:nvPr/>
        </p:nvSpPr>
        <p:spPr>
          <a:xfrm>
            <a:off x="7767371" y="439928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118" name="S14-mark648"/>
          <p:cNvSpPr/>
          <p:nvPr/>
        </p:nvSpPr>
        <p:spPr>
          <a:xfrm>
            <a:off x="9714494" y="439928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119" name="S14-line649"/>
          <p:cNvSpPr/>
          <p:nvPr/>
        </p:nvSpPr>
        <p:spPr>
          <a:xfrm flipV="1">
            <a:off x="7858811" y="410667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120" name="S14-line650"/>
          <p:cNvSpPr/>
          <p:nvPr/>
        </p:nvSpPr>
        <p:spPr>
          <a:xfrm>
            <a:off x="7858811" y="4106672"/>
            <a:ext cx="1947123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1" name="S14-figure651" descr="0부터 10까지 1 cm 눈금이 있는 자 그림. 물건의 한끝은 눈금 1, 다른 끝은 눈금 6과 7 사이, 6에 더 가까운 곳(두 눈금 사이)에 있음"/>
          <p:cNvSpPr/>
          <p:nvPr/>
        </p:nvSpPr>
        <p:spPr>
          <a:xfrm>
            <a:off x="7210044" y="4307840"/>
            <a:ext cx="4293108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5-card65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65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한끝을 0에 맞추고, 1 cm가 몇 번인지 읽어요.</a:t>
            </a:r>
            <a:endParaRPr lang="ko-KR" sz="3200" dirty="0"/>
          </a:p>
        </p:txBody>
      </p:sp>
      <p:sp>
        <p:nvSpPr>
          <p:cNvPr id="5" name="S15-chip654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가까운 쪽 숫자에 ‘약’</a:t>
            </a:r>
            <a:endParaRPr lang="ko-KR" sz="2600" dirty="0"/>
          </a:p>
        </p:txBody>
      </p:sp>
      <p:sp>
        <p:nvSpPr>
          <p:cNvPr id="6" name="S15-chip655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끝의 눈금만 읽기</a:t>
            </a:r>
            <a:endParaRPr lang="ko-KR" sz="2600" dirty="0"/>
          </a:p>
        </p:txBody>
      </p:sp>
      <p:sp>
        <p:nvSpPr>
          <p:cNvPr id="7" name="S15-text656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5-text657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2에 맞추고 끝이 9면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cm?</a:t>
            </a:r>
            <a:endParaRPr lang="ko-KR" sz="2600" dirty="0"/>
          </a:p>
        </p:txBody>
      </p:sp>
      <p:sp>
        <p:nvSpPr>
          <p:cNvPr id="9" name="S15-text658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3과 4 사이, 4에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가까우면?</a:t>
            </a:r>
            <a:endParaRPr lang="ko-KR" sz="2600" dirty="0"/>
          </a:p>
        </p:txBody>
      </p:sp>
      <p:sp>
        <p:nvSpPr>
          <p:cNvPr id="10" name="S15-text659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지우개를 어림하고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재어요.</a:t>
            </a:r>
            <a:endParaRPr lang="ko-KR" sz="2600" dirty="0"/>
          </a:p>
        </p:txBody>
      </p:sp>
      <p:sp>
        <p:nvSpPr>
          <p:cNvPr id="11" name="S15-text66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m와 cm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끝을 맞춰요</a:t>
            </a:r>
            <a:endParaRPr lang="ko-KR" sz="4400" dirty="0"/>
          </a:p>
        </p:txBody>
      </p:sp>
      <p:sp>
        <p:nvSpPr>
          <p:cNvPr id="3" name="S16-text6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끝을 맞추고 오른쪽 끝을 봐요.</a:t>
            </a:r>
            <a:endParaRPr lang="ko-KR" sz="3200" dirty="0"/>
          </a:p>
        </p:txBody>
      </p:sp>
      <p:sp>
        <p:nvSpPr>
          <p:cNvPr id="4" name="S16-card662"/>
          <p:cNvSpPr/>
          <p:nvPr/>
        </p:nvSpPr>
        <p:spPr>
          <a:xfrm>
            <a:off x="548640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6-cardtext663"/>
          <p:cNvSpPr txBox="1"/>
          <p:nvPr/>
        </p:nvSpPr>
        <p:spPr>
          <a:xfrm>
            <a:off x="822960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나온 쪽이 더 길어요.</a:t>
            </a:r>
            <a:endParaRPr lang="ko-KR" sz="3200" dirty="0"/>
          </a:p>
        </p:txBody>
      </p:sp>
      <p:sp>
        <p:nvSpPr>
          <p:cNvPr id="6" name="S16-card664"/>
          <p:cNvSpPr/>
          <p:nvPr/>
        </p:nvSpPr>
        <p:spPr>
          <a:xfrm>
            <a:off x="6208776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6-cardtext665"/>
          <p:cNvSpPr txBox="1"/>
          <p:nvPr/>
        </p:nvSpPr>
        <p:spPr>
          <a:xfrm>
            <a:off x="6483096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칸을 세면 얼마나 긴지 알아요.</a:t>
            </a:r>
            <a:endParaRPr lang="ko-KR" sz="3200" dirty="0"/>
          </a:p>
        </p:txBody>
      </p:sp>
      <p:sp>
        <p:nvSpPr>
          <p:cNvPr id="8" name="S16-cell666"/>
          <p:cNvSpPr/>
          <p:nvPr/>
        </p:nvSpPr>
        <p:spPr>
          <a:xfrm>
            <a:off x="2574036" y="233426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6-cell667"/>
          <p:cNvSpPr/>
          <p:nvPr/>
        </p:nvSpPr>
        <p:spPr>
          <a:xfrm>
            <a:off x="3579876" y="233426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6-cell668"/>
          <p:cNvSpPr/>
          <p:nvPr/>
        </p:nvSpPr>
        <p:spPr>
          <a:xfrm>
            <a:off x="4585716" y="233426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6-cell669"/>
          <p:cNvSpPr/>
          <p:nvPr/>
        </p:nvSpPr>
        <p:spPr>
          <a:xfrm>
            <a:off x="5591556" y="233426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6-cell670"/>
          <p:cNvSpPr/>
          <p:nvPr/>
        </p:nvSpPr>
        <p:spPr>
          <a:xfrm>
            <a:off x="6597396" y="233426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6-cell671"/>
          <p:cNvSpPr/>
          <p:nvPr/>
        </p:nvSpPr>
        <p:spPr>
          <a:xfrm>
            <a:off x="7603236" y="233426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6-cell672"/>
          <p:cNvSpPr/>
          <p:nvPr/>
        </p:nvSpPr>
        <p:spPr>
          <a:xfrm>
            <a:off x="8609076" y="233426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6-cell673"/>
          <p:cNvSpPr/>
          <p:nvPr/>
        </p:nvSpPr>
        <p:spPr>
          <a:xfrm>
            <a:off x="2574036" y="334010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6-cell674"/>
          <p:cNvSpPr/>
          <p:nvPr/>
        </p:nvSpPr>
        <p:spPr>
          <a:xfrm>
            <a:off x="3579876" y="334010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6-cell675"/>
          <p:cNvSpPr/>
          <p:nvPr/>
        </p:nvSpPr>
        <p:spPr>
          <a:xfrm>
            <a:off x="4585716" y="334010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6-cell676"/>
          <p:cNvSpPr/>
          <p:nvPr/>
        </p:nvSpPr>
        <p:spPr>
          <a:xfrm>
            <a:off x="5591556" y="334010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6-cell677"/>
          <p:cNvSpPr/>
          <p:nvPr/>
        </p:nvSpPr>
        <p:spPr>
          <a:xfrm>
            <a:off x="6597396" y="334010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6-cell678"/>
          <p:cNvSpPr/>
          <p:nvPr/>
        </p:nvSpPr>
        <p:spPr>
          <a:xfrm>
            <a:off x="7603236" y="334010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6-cell679"/>
          <p:cNvSpPr/>
          <p:nvPr/>
        </p:nvSpPr>
        <p:spPr>
          <a:xfrm>
            <a:off x="8609076" y="334010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6-figure680" descr="왼쪽 끝을 맞춘 두 띠: 위 띠 6칸, 아래 띠 4칸"/>
          <p:cNvSpPr/>
          <p:nvPr/>
        </p:nvSpPr>
        <p:spPr>
          <a:xfrm>
            <a:off x="2574036" y="2334260"/>
            <a:ext cx="704088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길이 재기</dc:title>
  <dc:subject>KR22-G02-MAT-CM-L01</dc:subject>
  <dc:creator>education-ppt</dc:creator>
  <cp:lastModifiedBy>education-ppt</cp:lastModifiedBy>
  <cp:revision>1</cp:revision>
  <dcterms:created xsi:type="dcterms:W3CDTF">2026-10-26T07:14:21Z</dcterms:created>
  <dcterms:modified xsi:type="dcterms:W3CDTF">2026-10-26T07:14:21Z</dcterms:modified>
</cp:coreProperties>
</file>