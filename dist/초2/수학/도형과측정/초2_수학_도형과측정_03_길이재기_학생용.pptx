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7143cbe-37c0-d4dd-bf8c-f0d19c8918d1}">
          <p14:sldIdLst>
            <p14:sldId id="256"/>
            <p14:sldId id="257"/>
          </p14:sldIdLst>
        </p14:section>
        <p14:section name="개념" id="{2d2107f1-0997-62b0-4f12-b0b11c1b9682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4b734bcf-3436-9dcf-f616-24db09b555a2}">
          <p14:sldIdLst>
            <p14:sldId id="262"/>
            <p14:sldId id="263"/>
            <p14:sldId id="266"/>
          </p14:sldIdLst>
        </p14:section>
        <p14:section name="개념" id="{68b0dbe6-d878-2067-b717-c54ed92c3b9a}">
          <p14:sldIdLst/>
        </p14:section>
        <p14:section name="연습" id="{48757048-dad9-1446-4a50-2ef29f8b01d8}">
          <p14:sldIdLst/>
        </p14:section>
        <p14:section name="확인" id="{1a0a68a5-b571-85d6-fc90-8501c576ffb5}">
          <p14:sldIdLst>
            <p14:sldId id="267"/>
            <p14:sldId id="268"/>
          </p14:sldIdLst>
        </p14:section>
        <p14:section name="정리" id="{81606329-8969-d61a-c2a4-3c0288e1ceb6}">
          <p14:sldIdLst>
            <p14:sldId id="269"/>
          </p14:sldIdLst>
        </p14:section>
        <p14:section name="보충" id="{5f2a252b-4b99-78d5-b177-4b68e7f9b344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길이 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 재기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몇 cm일까?</a:t>
            </a:r>
            <a:endParaRPr lang="ko-KR" sz="3200" dirty="0"/>
          </a:p>
        </p:txBody>
      </p:sp>
      <p:sp>
        <p:nvSpPr>
          <p:cNvPr id="4" name="S01-line1"/>
          <p:cNvSpPr/>
          <p:nvPr/>
        </p:nvSpPr>
        <p:spPr>
          <a:xfrm>
            <a:off x="7818120" y="245425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1-line2"/>
          <p:cNvSpPr/>
          <p:nvPr/>
        </p:nvSpPr>
        <p:spPr>
          <a:xfrm>
            <a:off x="809244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1-label3"/>
          <p:cNvSpPr txBox="1"/>
          <p:nvPr/>
        </p:nvSpPr>
        <p:spPr>
          <a:xfrm>
            <a:off x="763524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01-line4"/>
          <p:cNvSpPr/>
          <p:nvPr/>
        </p:nvSpPr>
        <p:spPr>
          <a:xfrm>
            <a:off x="840333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1423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2512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33602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64692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957816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10268712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>
            <a:off x="10579608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10890504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11201400" y="230794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1-label14"/>
          <p:cNvSpPr txBox="1"/>
          <p:nvPr/>
        </p:nvSpPr>
        <p:spPr>
          <a:xfrm>
            <a:off x="10744200" y="263713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8" name="S01-mark15"/>
          <p:cNvSpPr/>
          <p:nvPr/>
        </p:nvSpPr>
        <p:spPr>
          <a:xfrm>
            <a:off x="8001000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8168" y="236281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V="1">
            <a:off x="8092440" y="207020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8092440" y="2070202"/>
            <a:ext cx="24871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2" name="S01-label19"/>
          <p:cNvSpPr txBox="1"/>
          <p:nvPr/>
        </p:nvSpPr>
        <p:spPr>
          <a:xfrm>
            <a:off x="8092440" y="1787754"/>
            <a:ext cx="24871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1600" dirty="0"/>
          </a:p>
        </p:txBody>
      </p:sp>
      <p:sp>
        <p:nvSpPr>
          <p:cNvPr id="23" name="S01-figure20" descr="0부터 10까지 1 cm 눈금이 있는 자 그림. 크레파스의 한끝은 눈금 0, 다른 끝은 눈금 8에 있음"/>
          <p:cNvSpPr/>
          <p:nvPr/>
        </p:nvSpPr>
        <p:spPr>
          <a:xfrm>
            <a:off x="7818120" y="2271370"/>
            <a:ext cx="3657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1-card2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5" name="S01-cardtext2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자로 길이를 재어 몇 cm인지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길이를 어림하고 ‘약 몇 cm’로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것이 더 길까요?</a:t>
            </a:r>
            <a:endParaRPr lang="ko-KR" sz="3200" dirty="0"/>
          </a:p>
        </p:txBody>
      </p:sp>
      <p:sp>
        <p:nvSpPr>
          <p:cNvPr id="4" name="S02-chip2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25"/>
          <p:cNvSpPr/>
          <p:nvPr/>
        </p:nvSpPr>
        <p:spPr>
          <a:xfrm>
            <a:off x="1344168" y="204216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26"/>
          <p:cNvSpPr/>
          <p:nvPr/>
        </p:nvSpPr>
        <p:spPr>
          <a:xfrm>
            <a:off x="2045208" y="204216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27"/>
          <p:cNvSpPr/>
          <p:nvPr/>
        </p:nvSpPr>
        <p:spPr>
          <a:xfrm>
            <a:off x="2746248" y="204216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28"/>
          <p:cNvSpPr/>
          <p:nvPr/>
        </p:nvSpPr>
        <p:spPr>
          <a:xfrm>
            <a:off x="3447288" y="204216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29"/>
          <p:cNvSpPr/>
          <p:nvPr/>
        </p:nvSpPr>
        <p:spPr>
          <a:xfrm>
            <a:off x="4148328" y="204216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cell30"/>
          <p:cNvSpPr/>
          <p:nvPr/>
        </p:nvSpPr>
        <p:spPr>
          <a:xfrm>
            <a:off x="4849368" y="2042160"/>
            <a:ext cx="701040" cy="701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31"/>
          <p:cNvSpPr/>
          <p:nvPr/>
        </p:nvSpPr>
        <p:spPr>
          <a:xfrm>
            <a:off x="1344168" y="274320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32"/>
          <p:cNvSpPr/>
          <p:nvPr/>
        </p:nvSpPr>
        <p:spPr>
          <a:xfrm>
            <a:off x="2045208" y="274320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33"/>
          <p:cNvSpPr/>
          <p:nvPr/>
        </p:nvSpPr>
        <p:spPr>
          <a:xfrm>
            <a:off x="2746248" y="2743200"/>
            <a:ext cx="701040" cy="7010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cell34"/>
          <p:cNvSpPr/>
          <p:nvPr/>
        </p:nvSpPr>
        <p:spPr>
          <a:xfrm>
            <a:off x="3447288" y="2743200"/>
            <a:ext cx="701040" cy="701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cell35"/>
          <p:cNvSpPr/>
          <p:nvPr/>
        </p:nvSpPr>
        <p:spPr>
          <a:xfrm>
            <a:off x="4148328" y="2743200"/>
            <a:ext cx="701040" cy="701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cell36"/>
          <p:cNvSpPr/>
          <p:nvPr/>
        </p:nvSpPr>
        <p:spPr>
          <a:xfrm>
            <a:off x="4849368" y="2743200"/>
            <a:ext cx="701040" cy="7010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figure37" descr="왼쪽 끝을 맞춘 두 띠: 위 띠 5칸, 아래 띠 3칸"/>
          <p:cNvSpPr/>
          <p:nvPr/>
        </p:nvSpPr>
        <p:spPr>
          <a:xfrm>
            <a:off x="1344168" y="2042160"/>
            <a:ext cx="4206240" cy="1402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2-chip3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9" name="S02-text3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연필과 숟가락을 대어 보고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뼘으로 재면?</a:t>
            </a:r>
            <a:endParaRPr lang="ko-KR" sz="4400" dirty="0"/>
          </a:p>
        </p:txBody>
      </p:sp>
      <p:sp>
        <p:nvSpPr>
          <p:cNvPr id="3" name="S03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책상의 길이를 뼘으로 재었어요.</a:t>
            </a:r>
            <a:endParaRPr lang="ko-KR" sz="3200" dirty="0"/>
          </a:p>
        </p:txBody>
      </p:sp>
      <p:sp>
        <p:nvSpPr>
          <p:cNvPr id="5" name="S03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책상인데 왜 수가 다를까요?</a:t>
            </a:r>
            <a:endParaRPr lang="ko-KR" sz="3200" dirty="0"/>
          </a:p>
        </p:txBody>
      </p:sp>
      <p:sp>
        <p:nvSpPr>
          <p:cNvPr id="7" name="S03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5뼘</a:t>
            </a:r>
            <a:endParaRPr lang="ko-KR" sz="2600" dirty="0"/>
          </a:p>
        </p:txBody>
      </p:sp>
      <p:sp>
        <p:nvSpPr>
          <p:cNvPr id="8" name="S03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재었어요.</a:t>
            </a:r>
            <a:endParaRPr lang="ko-KR" sz="3200" dirty="0"/>
          </a:p>
        </p:txBody>
      </p:sp>
      <p:sp>
        <p:nvSpPr>
          <p:cNvPr id="9" name="S03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7뼘</a:t>
            </a:r>
            <a:endParaRPr lang="ko-KR" sz="2600" dirty="0"/>
          </a:p>
        </p:txBody>
      </p:sp>
      <p:sp>
        <p:nvSpPr>
          <p:cNvPr id="10" name="S03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재었어요.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cm를 알아봐요</a:t>
            </a:r>
            <a:endParaRPr lang="ko-KR" sz="44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큰 눈금 한 칸이 1 cm예요.</a:t>
            </a:r>
            <a:endParaRPr lang="ko-KR" sz="3200" dirty="0"/>
          </a:p>
        </p:txBody>
      </p:sp>
      <p:sp>
        <p:nvSpPr>
          <p:cNvPr id="4" name="S04-card49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cm는 ‘1 센티미터’라고 읽어요.</a:t>
            </a:r>
            <a:endParaRPr lang="ko-KR" sz="3200" dirty="0"/>
          </a:p>
        </p:txBody>
      </p:sp>
      <p:sp>
        <p:nvSpPr>
          <p:cNvPr id="6" name="S04-card51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2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3번이면 3 cm예요.</a:t>
            </a:r>
            <a:endParaRPr lang="ko-KR" sz="3200" dirty="0"/>
          </a:p>
        </p:txBody>
      </p:sp>
      <p:sp>
        <p:nvSpPr>
          <p:cNvPr id="8" name="S04-line53"/>
          <p:cNvSpPr/>
          <p:nvPr/>
        </p:nvSpPr>
        <p:spPr>
          <a:xfrm>
            <a:off x="685800" y="3658921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4-line54"/>
          <p:cNvSpPr/>
          <p:nvPr/>
        </p:nvSpPr>
        <p:spPr>
          <a:xfrm>
            <a:off x="96012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55"/>
          <p:cNvSpPr txBox="1"/>
          <p:nvPr/>
        </p:nvSpPr>
        <p:spPr>
          <a:xfrm>
            <a:off x="50292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04-line56"/>
          <p:cNvSpPr/>
          <p:nvPr/>
        </p:nvSpPr>
        <p:spPr>
          <a:xfrm>
            <a:off x="301386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57"/>
          <p:cNvSpPr txBox="1"/>
          <p:nvPr/>
        </p:nvSpPr>
        <p:spPr>
          <a:xfrm>
            <a:off x="255666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04-line58"/>
          <p:cNvSpPr/>
          <p:nvPr/>
        </p:nvSpPr>
        <p:spPr>
          <a:xfrm>
            <a:off x="5067605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59"/>
          <p:cNvSpPr txBox="1"/>
          <p:nvPr/>
        </p:nvSpPr>
        <p:spPr>
          <a:xfrm>
            <a:off x="4610405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04-line60"/>
          <p:cNvSpPr/>
          <p:nvPr/>
        </p:nvSpPr>
        <p:spPr>
          <a:xfrm>
            <a:off x="7121347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61"/>
          <p:cNvSpPr txBox="1"/>
          <p:nvPr/>
        </p:nvSpPr>
        <p:spPr>
          <a:xfrm>
            <a:off x="6664147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04-line62"/>
          <p:cNvSpPr/>
          <p:nvPr/>
        </p:nvSpPr>
        <p:spPr>
          <a:xfrm>
            <a:off x="9175090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63"/>
          <p:cNvSpPr txBox="1"/>
          <p:nvPr/>
        </p:nvSpPr>
        <p:spPr>
          <a:xfrm>
            <a:off x="8717890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04-line64"/>
          <p:cNvSpPr/>
          <p:nvPr/>
        </p:nvSpPr>
        <p:spPr>
          <a:xfrm>
            <a:off x="11228832" y="3512617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65"/>
          <p:cNvSpPr txBox="1"/>
          <p:nvPr/>
        </p:nvSpPr>
        <p:spPr>
          <a:xfrm>
            <a:off x="10771632" y="3841801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04-mark66"/>
          <p:cNvSpPr/>
          <p:nvPr/>
        </p:nvSpPr>
        <p:spPr>
          <a:xfrm>
            <a:off x="868680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4-mark67"/>
          <p:cNvSpPr/>
          <p:nvPr/>
        </p:nvSpPr>
        <p:spPr>
          <a:xfrm>
            <a:off x="7029907" y="3567481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4-line68"/>
          <p:cNvSpPr/>
          <p:nvPr/>
        </p:nvSpPr>
        <p:spPr>
          <a:xfrm flipV="1">
            <a:off x="960120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4" name="S04-line69"/>
          <p:cNvSpPr/>
          <p:nvPr/>
        </p:nvSpPr>
        <p:spPr>
          <a:xfrm>
            <a:off x="960120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04-label70"/>
          <p:cNvSpPr txBox="1"/>
          <p:nvPr/>
        </p:nvSpPr>
        <p:spPr>
          <a:xfrm>
            <a:off x="960120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6" name="S04-line71"/>
          <p:cNvSpPr/>
          <p:nvPr/>
        </p:nvSpPr>
        <p:spPr>
          <a:xfrm flipV="1">
            <a:off x="3013862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4-line72"/>
          <p:cNvSpPr/>
          <p:nvPr/>
        </p:nvSpPr>
        <p:spPr>
          <a:xfrm>
            <a:off x="3013862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4-label73"/>
          <p:cNvSpPr txBox="1"/>
          <p:nvPr/>
        </p:nvSpPr>
        <p:spPr>
          <a:xfrm>
            <a:off x="3013862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29" name="S04-line74"/>
          <p:cNvSpPr/>
          <p:nvPr/>
        </p:nvSpPr>
        <p:spPr>
          <a:xfrm flipV="1">
            <a:off x="5067605" y="3274873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4-line75"/>
          <p:cNvSpPr/>
          <p:nvPr/>
        </p:nvSpPr>
        <p:spPr>
          <a:xfrm>
            <a:off x="5067605" y="3274873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4-label76"/>
          <p:cNvSpPr txBox="1"/>
          <p:nvPr/>
        </p:nvSpPr>
        <p:spPr>
          <a:xfrm>
            <a:off x="5067605" y="2827325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</a:t>
            </a:r>
            <a:endParaRPr lang="ko-KR" sz="2600" dirty="0"/>
          </a:p>
        </p:txBody>
      </p:sp>
      <p:sp>
        <p:nvSpPr>
          <p:cNvPr id="32" name="S04-figure77" descr="0부터 5까지 자 그림. 0에서 1, 1에서 2, 2에서 3까지 1 cm씩 세 번 뛰어 3까지 감"/>
          <p:cNvSpPr/>
          <p:nvPr/>
        </p:nvSpPr>
        <p:spPr>
          <a:xfrm>
            <a:off x="685800" y="3476041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재는 방법</a:t>
            </a:r>
            <a:endParaRPr lang="ko-KR" sz="4400" dirty="0"/>
          </a:p>
        </p:txBody>
      </p:sp>
      <p:sp>
        <p:nvSpPr>
          <p:cNvPr id="3" name="S05-text78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길이를 재어요.</a:t>
            </a:r>
            <a:endParaRPr lang="ko-KR" sz="3200" dirty="0"/>
          </a:p>
        </p:txBody>
      </p:sp>
      <p:sp>
        <p:nvSpPr>
          <p:cNvPr id="4" name="S05-line79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5-line80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5-label81"/>
          <p:cNvSpPr txBox="1"/>
          <p:nvPr/>
        </p:nvSpPr>
        <p:spPr>
          <a:xfrm>
            <a:off x="6231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7" name="S05-line82"/>
          <p:cNvSpPr/>
          <p:nvPr/>
        </p:nvSpPr>
        <p:spPr>
          <a:xfrm>
            <a:off x="7142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5-label83"/>
          <p:cNvSpPr txBox="1"/>
          <p:nvPr/>
        </p:nvSpPr>
        <p:spPr>
          <a:xfrm>
            <a:off x="6685636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9" name="S05-line84"/>
          <p:cNvSpPr/>
          <p:nvPr/>
        </p:nvSpPr>
        <p:spPr>
          <a:xfrm>
            <a:off x="7596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5-label85"/>
          <p:cNvSpPr txBox="1"/>
          <p:nvPr/>
        </p:nvSpPr>
        <p:spPr>
          <a:xfrm>
            <a:off x="7139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1" name="S05-line86"/>
          <p:cNvSpPr/>
          <p:nvPr/>
        </p:nvSpPr>
        <p:spPr>
          <a:xfrm>
            <a:off x="8050835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87"/>
          <p:cNvSpPr txBox="1"/>
          <p:nvPr/>
        </p:nvSpPr>
        <p:spPr>
          <a:xfrm>
            <a:off x="7593635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3" name="S05-line88"/>
          <p:cNvSpPr/>
          <p:nvPr/>
        </p:nvSpPr>
        <p:spPr>
          <a:xfrm>
            <a:off x="8504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89"/>
          <p:cNvSpPr txBox="1"/>
          <p:nvPr/>
        </p:nvSpPr>
        <p:spPr>
          <a:xfrm>
            <a:off x="8047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5" name="S05-line90"/>
          <p:cNvSpPr/>
          <p:nvPr/>
        </p:nvSpPr>
        <p:spPr>
          <a:xfrm>
            <a:off x="8958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91"/>
          <p:cNvSpPr txBox="1"/>
          <p:nvPr/>
        </p:nvSpPr>
        <p:spPr>
          <a:xfrm>
            <a:off x="8501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17" name="S05-line92"/>
          <p:cNvSpPr/>
          <p:nvPr/>
        </p:nvSpPr>
        <p:spPr>
          <a:xfrm>
            <a:off x="941283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93"/>
          <p:cNvSpPr txBox="1"/>
          <p:nvPr/>
        </p:nvSpPr>
        <p:spPr>
          <a:xfrm>
            <a:off x="8955634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19" name="S05-line94"/>
          <p:cNvSpPr/>
          <p:nvPr/>
        </p:nvSpPr>
        <p:spPr>
          <a:xfrm>
            <a:off x="9866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95"/>
          <p:cNvSpPr txBox="1"/>
          <p:nvPr/>
        </p:nvSpPr>
        <p:spPr>
          <a:xfrm>
            <a:off x="9409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1" name="S05-line96"/>
          <p:cNvSpPr/>
          <p:nvPr/>
        </p:nvSpPr>
        <p:spPr>
          <a:xfrm>
            <a:off x="10320833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97"/>
          <p:cNvSpPr txBox="1"/>
          <p:nvPr/>
        </p:nvSpPr>
        <p:spPr>
          <a:xfrm>
            <a:off x="9863633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3" name="S05-line98"/>
          <p:cNvSpPr/>
          <p:nvPr/>
        </p:nvSpPr>
        <p:spPr>
          <a:xfrm>
            <a:off x="10774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99"/>
          <p:cNvSpPr txBox="1"/>
          <p:nvPr/>
        </p:nvSpPr>
        <p:spPr>
          <a:xfrm>
            <a:off x="10317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5" name="S05-line100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101"/>
          <p:cNvSpPr txBox="1"/>
          <p:nvPr/>
        </p:nvSpPr>
        <p:spPr>
          <a:xfrm>
            <a:off x="10771632" y="502828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27" name="S05-mark102"/>
          <p:cNvSpPr/>
          <p:nvPr/>
        </p:nvSpPr>
        <p:spPr>
          <a:xfrm>
            <a:off x="6597396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5-mark103"/>
          <p:cNvSpPr/>
          <p:nvPr/>
        </p:nvSpPr>
        <p:spPr>
          <a:xfrm>
            <a:off x="10229393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05-line104"/>
          <p:cNvSpPr/>
          <p:nvPr/>
        </p:nvSpPr>
        <p:spPr>
          <a:xfrm flipV="1">
            <a:off x="668883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5-line105"/>
          <p:cNvSpPr/>
          <p:nvPr/>
        </p:nvSpPr>
        <p:spPr>
          <a:xfrm>
            <a:off x="6688836" y="4461358"/>
            <a:ext cx="363199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5-label106"/>
          <p:cNvSpPr txBox="1"/>
          <p:nvPr/>
        </p:nvSpPr>
        <p:spPr>
          <a:xfrm>
            <a:off x="6688836" y="4112870"/>
            <a:ext cx="363199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</a:t>
            </a:r>
            <a:endParaRPr lang="ko-KR" sz="2000" dirty="0"/>
          </a:p>
        </p:txBody>
      </p:sp>
      <p:sp>
        <p:nvSpPr>
          <p:cNvPr id="32" name="S05-figure107" descr="0부터 10까지 1 cm 눈금이 있는 자 그림. 크레파스의 한끝은 눈금 0, 다른 끝은 눈금 8에 있음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5-stepno10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5-text10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크레파스의 한끝을 눈금 0에 맞춰요.</a:t>
            </a:r>
            <a:endParaRPr lang="ko-KR" sz="3200" dirty="0"/>
          </a:p>
        </p:txBody>
      </p:sp>
      <p:sp>
        <p:nvSpPr>
          <p:cNvPr id="35" name="S05-stepno11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5-text11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끝에 있는 눈금을 읽어요.</a:t>
            </a:r>
            <a:endParaRPr lang="ko-KR" sz="3200" dirty="0"/>
          </a:p>
        </p:txBody>
      </p:sp>
      <p:sp>
        <p:nvSpPr>
          <p:cNvPr id="37" name="S05-stepno11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5-text11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‘8 cm’라고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아닌 곳에서 재면</a:t>
            </a:r>
            <a:endParaRPr lang="ko-KR" sz="4400" dirty="0"/>
          </a:p>
        </p:txBody>
      </p:sp>
      <p:sp>
        <p:nvSpPr>
          <p:cNvPr id="3" name="S06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지우개의 한끝을 2에 맞추었어요.</a:t>
            </a:r>
            <a:endParaRPr lang="ko-KR" sz="3200" dirty="0"/>
          </a:p>
        </p:txBody>
      </p:sp>
      <p:sp>
        <p:nvSpPr>
          <p:cNvPr id="4" name="S06-card1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5번 → 5 cm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7이 길이가 아니에요.</a:t>
            </a:r>
            <a:endParaRPr lang="ko-KR" sz="3200" dirty="0"/>
          </a:p>
        </p:txBody>
      </p:sp>
      <p:sp>
        <p:nvSpPr>
          <p:cNvPr id="6" name="S06-line1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6-line1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1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6-line120"/>
          <p:cNvSpPr/>
          <p:nvPr/>
        </p:nvSpPr>
        <p:spPr>
          <a:xfrm>
            <a:off x="198699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121"/>
          <p:cNvSpPr txBox="1"/>
          <p:nvPr/>
        </p:nvSpPr>
        <p:spPr>
          <a:xfrm>
            <a:off x="152979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6-line122"/>
          <p:cNvSpPr/>
          <p:nvPr/>
        </p:nvSpPr>
        <p:spPr>
          <a:xfrm>
            <a:off x="301386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123"/>
          <p:cNvSpPr txBox="1"/>
          <p:nvPr/>
        </p:nvSpPr>
        <p:spPr>
          <a:xfrm>
            <a:off x="255666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6-line124"/>
          <p:cNvSpPr/>
          <p:nvPr/>
        </p:nvSpPr>
        <p:spPr>
          <a:xfrm>
            <a:off x="404073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125"/>
          <p:cNvSpPr txBox="1"/>
          <p:nvPr/>
        </p:nvSpPr>
        <p:spPr>
          <a:xfrm>
            <a:off x="358353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6-line126"/>
          <p:cNvSpPr/>
          <p:nvPr/>
        </p:nvSpPr>
        <p:spPr>
          <a:xfrm>
            <a:off x="5067605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127"/>
          <p:cNvSpPr txBox="1"/>
          <p:nvPr/>
        </p:nvSpPr>
        <p:spPr>
          <a:xfrm>
            <a:off x="4610405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6-line128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129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6-line130"/>
          <p:cNvSpPr/>
          <p:nvPr/>
        </p:nvSpPr>
        <p:spPr>
          <a:xfrm>
            <a:off x="7121347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31"/>
          <p:cNvSpPr txBox="1"/>
          <p:nvPr/>
        </p:nvSpPr>
        <p:spPr>
          <a:xfrm>
            <a:off x="6664147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6-line132"/>
          <p:cNvSpPr/>
          <p:nvPr/>
        </p:nvSpPr>
        <p:spPr>
          <a:xfrm>
            <a:off x="814821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33"/>
          <p:cNvSpPr txBox="1"/>
          <p:nvPr/>
        </p:nvSpPr>
        <p:spPr>
          <a:xfrm>
            <a:off x="769101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6-line134"/>
          <p:cNvSpPr/>
          <p:nvPr/>
        </p:nvSpPr>
        <p:spPr>
          <a:xfrm>
            <a:off x="917509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35"/>
          <p:cNvSpPr txBox="1"/>
          <p:nvPr/>
        </p:nvSpPr>
        <p:spPr>
          <a:xfrm>
            <a:off x="871789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6-line136"/>
          <p:cNvSpPr/>
          <p:nvPr/>
        </p:nvSpPr>
        <p:spPr>
          <a:xfrm>
            <a:off x="10201961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label137"/>
          <p:cNvSpPr txBox="1"/>
          <p:nvPr/>
        </p:nvSpPr>
        <p:spPr>
          <a:xfrm>
            <a:off x="9744761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6-line138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6-label139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6-mark140"/>
          <p:cNvSpPr/>
          <p:nvPr/>
        </p:nvSpPr>
        <p:spPr>
          <a:xfrm>
            <a:off x="292242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6-mark141"/>
          <p:cNvSpPr/>
          <p:nvPr/>
        </p:nvSpPr>
        <p:spPr>
          <a:xfrm>
            <a:off x="805677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6-line142"/>
          <p:cNvSpPr/>
          <p:nvPr/>
        </p:nvSpPr>
        <p:spPr>
          <a:xfrm flipV="1">
            <a:off x="301386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6-line143"/>
          <p:cNvSpPr/>
          <p:nvPr/>
        </p:nvSpPr>
        <p:spPr>
          <a:xfrm>
            <a:off x="3013862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6-label144"/>
          <p:cNvSpPr txBox="1"/>
          <p:nvPr/>
        </p:nvSpPr>
        <p:spPr>
          <a:xfrm>
            <a:off x="3013862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34" name="S06-line145"/>
          <p:cNvSpPr/>
          <p:nvPr/>
        </p:nvSpPr>
        <p:spPr>
          <a:xfrm flipV="1">
            <a:off x="404073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6-line146"/>
          <p:cNvSpPr/>
          <p:nvPr/>
        </p:nvSpPr>
        <p:spPr>
          <a:xfrm>
            <a:off x="4040734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6-label147"/>
          <p:cNvSpPr txBox="1"/>
          <p:nvPr/>
        </p:nvSpPr>
        <p:spPr>
          <a:xfrm>
            <a:off x="4040734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7" name="S06-line148"/>
          <p:cNvSpPr/>
          <p:nvPr/>
        </p:nvSpPr>
        <p:spPr>
          <a:xfrm flipV="1">
            <a:off x="5067605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6-line149"/>
          <p:cNvSpPr/>
          <p:nvPr/>
        </p:nvSpPr>
        <p:spPr>
          <a:xfrm>
            <a:off x="5067605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6-label150"/>
          <p:cNvSpPr txBox="1"/>
          <p:nvPr/>
        </p:nvSpPr>
        <p:spPr>
          <a:xfrm>
            <a:off x="5067605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0" name="S06-line151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6-line152"/>
          <p:cNvSpPr/>
          <p:nvPr/>
        </p:nvSpPr>
        <p:spPr>
          <a:xfrm>
            <a:off x="6094476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6-label153"/>
          <p:cNvSpPr txBox="1"/>
          <p:nvPr/>
        </p:nvSpPr>
        <p:spPr>
          <a:xfrm>
            <a:off x="6094476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43" name="S06-line154"/>
          <p:cNvSpPr/>
          <p:nvPr/>
        </p:nvSpPr>
        <p:spPr>
          <a:xfrm flipV="1">
            <a:off x="7121347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6-line155"/>
          <p:cNvSpPr/>
          <p:nvPr/>
        </p:nvSpPr>
        <p:spPr>
          <a:xfrm>
            <a:off x="7121347" y="3285266"/>
            <a:ext cx="102687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6-label156"/>
          <p:cNvSpPr txBox="1"/>
          <p:nvPr/>
        </p:nvSpPr>
        <p:spPr>
          <a:xfrm>
            <a:off x="7121347" y="2837718"/>
            <a:ext cx="1026871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46" name="S06-figure157" descr="0부터 10까지 1 cm 눈금이 있는 자 그림. 물건의 한끝은 눈금 2, 다른 끝은 눈금 7에 있음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cm일까요?</a:t>
            </a:r>
            <a:endParaRPr lang="ko-KR" sz="4400" dirty="0"/>
          </a:p>
        </p:txBody>
      </p:sp>
      <p:sp>
        <p:nvSpPr>
          <p:cNvPr id="3" name="S07-card1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0에서 시작하지 않으면 1 cm가 몇 번인지 세요.</a:t>
            </a:r>
            <a:endParaRPr lang="ko-KR" sz="3200" dirty="0"/>
          </a:p>
        </p:txBody>
      </p:sp>
      <p:sp>
        <p:nvSpPr>
          <p:cNvPr id="5" name="S07-chip16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line161"/>
          <p:cNvSpPr/>
          <p:nvPr/>
        </p:nvSpPr>
        <p:spPr>
          <a:xfrm>
            <a:off x="1481328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162"/>
          <p:cNvSpPr/>
          <p:nvPr/>
        </p:nvSpPr>
        <p:spPr>
          <a:xfrm>
            <a:off x="17556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163"/>
          <p:cNvSpPr txBox="1"/>
          <p:nvPr/>
        </p:nvSpPr>
        <p:spPr>
          <a:xfrm>
            <a:off x="12984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07-line164"/>
          <p:cNvSpPr/>
          <p:nvPr/>
        </p:nvSpPr>
        <p:spPr>
          <a:xfrm>
            <a:off x="20939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165"/>
          <p:cNvSpPr txBox="1"/>
          <p:nvPr/>
        </p:nvSpPr>
        <p:spPr>
          <a:xfrm>
            <a:off x="16367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07-line166"/>
          <p:cNvSpPr/>
          <p:nvPr/>
        </p:nvSpPr>
        <p:spPr>
          <a:xfrm>
            <a:off x="24323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167"/>
          <p:cNvSpPr txBox="1"/>
          <p:nvPr/>
        </p:nvSpPr>
        <p:spPr>
          <a:xfrm>
            <a:off x="19751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07-line168"/>
          <p:cNvSpPr/>
          <p:nvPr/>
        </p:nvSpPr>
        <p:spPr>
          <a:xfrm>
            <a:off x="27706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69"/>
          <p:cNvSpPr txBox="1"/>
          <p:nvPr/>
        </p:nvSpPr>
        <p:spPr>
          <a:xfrm>
            <a:off x="23134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07-line170"/>
          <p:cNvSpPr/>
          <p:nvPr/>
        </p:nvSpPr>
        <p:spPr>
          <a:xfrm>
            <a:off x="31089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171"/>
          <p:cNvSpPr txBox="1"/>
          <p:nvPr/>
        </p:nvSpPr>
        <p:spPr>
          <a:xfrm>
            <a:off x="26517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07-line172"/>
          <p:cNvSpPr/>
          <p:nvPr/>
        </p:nvSpPr>
        <p:spPr>
          <a:xfrm>
            <a:off x="34472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73"/>
          <p:cNvSpPr txBox="1"/>
          <p:nvPr/>
        </p:nvSpPr>
        <p:spPr>
          <a:xfrm>
            <a:off x="29900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07-line174"/>
          <p:cNvSpPr/>
          <p:nvPr/>
        </p:nvSpPr>
        <p:spPr>
          <a:xfrm>
            <a:off x="37856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175"/>
          <p:cNvSpPr txBox="1"/>
          <p:nvPr/>
        </p:nvSpPr>
        <p:spPr>
          <a:xfrm>
            <a:off x="33284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07-line176"/>
          <p:cNvSpPr/>
          <p:nvPr/>
        </p:nvSpPr>
        <p:spPr>
          <a:xfrm>
            <a:off x="41239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177"/>
          <p:cNvSpPr txBox="1"/>
          <p:nvPr/>
        </p:nvSpPr>
        <p:spPr>
          <a:xfrm>
            <a:off x="36667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07-line178"/>
          <p:cNvSpPr/>
          <p:nvPr/>
        </p:nvSpPr>
        <p:spPr>
          <a:xfrm>
            <a:off x="446227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179"/>
          <p:cNvSpPr txBox="1"/>
          <p:nvPr/>
        </p:nvSpPr>
        <p:spPr>
          <a:xfrm>
            <a:off x="400507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07-line180"/>
          <p:cNvSpPr/>
          <p:nvPr/>
        </p:nvSpPr>
        <p:spPr>
          <a:xfrm>
            <a:off x="480060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181"/>
          <p:cNvSpPr txBox="1"/>
          <p:nvPr/>
        </p:nvSpPr>
        <p:spPr>
          <a:xfrm>
            <a:off x="434340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07-line182"/>
          <p:cNvSpPr/>
          <p:nvPr/>
        </p:nvSpPr>
        <p:spPr>
          <a:xfrm>
            <a:off x="513892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7-label183"/>
          <p:cNvSpPr txBox="1"/>
          <p:nvPr/>
        </p:nvSpPr>
        <p:spPr>
          <a:xfrm>
            <a:off x="468172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07-mark184"/>
          <p:cNvSpPr/>
          <p:nvPr/>
        </p:nvSpPr>
        <p:spPr>
          <a:xfrm>
            <a:off x="1664208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07-mark185"/>
          <p:cNvSpPr/>
          <p:nvPr/>
        </p:nvSpPr>
        <p:spPr>
          <a:xfrm>
            <a:off x="2679192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07-line186"/>
          <p:cNvSpPr/>
          <p:nvPr/>
        </p:nvSpPr>
        <p:spPr>
          <a:xfrm flipV="1">
            <a:off x="1755648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187"/>
          <p:cNvSpPr/>
          <p:nvPr/>
        </p:nvSpPr>
        <p:spPr>
          <a:xfrm>
            <a:off x="1755648" y="1774952"/>
            <a:ext cx="101498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188"/>
          <p:cNvSpPr txBox="1"/>
          <p:nvPr/>
        </p:nvSpPr>
        <p:spPr>
          <a:xfrm>
            <a:off x="1755648" y="1492504"/>
            <a:ext cx="1014984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</a:t>
            </a:r>
            <a:endParaRPr lang="ko-KR" sz="1600" dirty="0"/>
          </a:p>
        </p:txBody>
      </p:sp>
      <p:sp>
        <p:nvSpPr>
          <p:cNvPr id="34" name="S07-figure189" descr="0부터 10까지 1 cm 눈금이 있는 자 그림. 클립의 한끝은 눈금 0, 다른 끝은 눈금 3에 있음"/>
          <p:cNvSpPr/>
          <p:nvPr/>
        </p:nvSpPr>
        <p:spPr>
          <a:xfrm>
            <a:off x="1481328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07-chip190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07-line191"/>
          <p:cNvSpPr/>
          <p:nvPr/>
        </p:nvSpPr>
        <p:spPr>
          <a:xfrm>
            <a:off x="7210044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07-line192"/>
          <p:cNvSpPr/>
          <p:nvPr/>
        </p:nvSpPr>
        <p:spPr>
          <a:xfrm>
            <a:off x="748436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7-label193"/>
          <p:cNvSpPr txBox="1"/>
          <p:nvPr/>
        </p:nvSpPr>
        <p:spPr>
          <a:xfrm>
            <a:off x="702716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07-line194"/>
          <p:cNvSpPr/>
          <p:nvPr/>
        </p:nvSpPr>
        <p:spPr>
          <a:xfrm>
            <a:off x="782269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7-label195"/>
          <p:cNvSpPr txBox="1"/>
          <p:nvPr/>
        </p:nvSpPr>
        <p:spPr>
          <a:xfrm>
            <a:off x="736549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07-line196"/>
          <p:cNvSpPr/>
          <p:nvPr/>
        </p:nvSpPr>
        <p:spPr>
          <a:xfrm>
            <a:off x="816102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7-label197"/>
          <p:cNvSpPr txBox="1"/>
          <p:nvPr/>
        </p:nvSpPr>
        <p:spPr>
          <a:xfrm>
            <a:off x="770382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07-line198"/>
          <p:cNvSpPr/>
          <p:nvPr/>
        </p:nvSpPr>
        <p:spPr>
          <a:xfrm>
            <a:off x="84993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7-label199"/>
          <p:cNvSpPr txBox="1"/>
          <p:nvPr/>
        </p:nvSpPr>
        <p:spPr>
          <a:xfrm>
            <a:off x="80421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07-line200"/>
          <p:cNvSpPr/>
          <p:nvPr/>
        </p:nvSpPr>
        <p:spPr>
          <a:xfrm>
            <a:off x="88376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07-label201"/>
          <p:cNvSpPr txBox="1"/>
          <p:nvPr/>
        </p:nvSpPr>
        <p:spPr>
          <a:xfrm>
            <a:off x="83804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07-line202"/>
          <p:cNvSpPr/>
          <p:nvPr/>
        </p:nvSpPr>
        <p:spPr>
          <a:xfrm>
            <a:off x="91760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7-label203"/>
          <p:cNvSpPr txBox="1"/>
          <p:nvPr/>
        </p:nvSpPr>
        <p:spPr>
          <a:xfrm>
            <a:off x="87188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07-line204"/>
          <p:cNvSpPr/>
          <p:nvPr/>
        </p:nvSpPr>
        <p:spPr>
          <a:xfrm>
            <a:off x="95143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7-label205"/>
          <p:cNvSpPr txBox="1"/>
          <p:nvPr/>
        </p:nvSpPr>
        <p:spPr>
          <a:xfrm>
            <a:off x="90571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07-line206"/>
          <p:cNvSpPr/>
          <p:nvPr/>
        </p:nvSpPr>
        <p:spPr>
          <a:xfrm>
            <a:off x="98526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7-label207"/>
          <p:cNvSpPr txBox="1"/>
          <p:nvPr/>
        </p:nvSpPr>
        <p:spPr>
          <a:xfrm>
            <a:off x="93954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07-line208"/>
          <p:cNvSpPr/>
          <p:nvPr/>
        </p:nvSpPr>
        <p:spPr>
          <a:xfrm>
            <a:off x="101909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7-label209"/>
          <p:cNvSpPr txBox="1"/>
          <p:nvPr/>
        </p:nvSpPr>
        <p:spPr>
          <a:xfrm>
            <a:off x="97337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07-line210"/>
          <p:cNvSpPr/>
          <p:nvPr/>
        </p:nvSpPr>
        <p:spPr>
          <a:xfrm>
            <a:off x="105293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7-label211"/>
          <p:cNvSpPr txBox="1"/>
          <p:nvPr/>
        </p:nvSpPr>
        <p:spPr>
          <a:xfrm>
            <a:off x="100721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07-line212"/>
          <p:cNvSpPr/>
          <p:nvPr/>
        </p:nvSpPr>
        <p:spPr>
          <a:xfrm>
            <a:off x="108676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7-label213"/>
          <p:cNvSpPr txBox="1"/>
          <p:nvPr/>
        </p:nvSpPr>
        <p:spPr>
          <a:xfrm>
            <a:off x="104104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07-mark214"/>
          <p:cNvSpPr/>
          <p:nvPr/>
        </p:nvSpPr>
        <p:spPr>
          <a:xfrm>
            <a:off x="7392924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07-mark215"/>
          <p:cNvSpPr/>
          <p:nvPr/>
        </p:nvSpPr>
        <p:spPr>
          <a:xfrm>
            <a:off x="9761220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07-line216"/>
          <p:cNvSpPr/>
          <p:nvPr/>
        </p:nvSpPr>
        <p:spPr>
          <a:xfrm flipV="1">
            <a:off x="7484364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7-line217"/>
          <p:cNvSpPr/>
          <p:nvPr/>
        </p:nvSpPr>
        <p:spPr>
          <a:xfrm>
            <a:off x="7484364" y="1774952"/>
            <a:ext cx="236829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7-label218"/>
          <p:cNvSpPr txBox="1"/>
          <p:nvPr/>
        </p:nvSpPr>
        <p:spPr>
          <a:xfrm>
            <a:off x="7484364" y="1492504"/>
            <a:ext cx="2368296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머리핀</a:t>
            </a:r>
            <a:endParaRPr lang="ko-KR" sz="1600" dirty="0"/>
          </a:p>
        </p:txBody>
      </p:sp>
      <p:sp>
        <p:nvSpPr>
          <p:cNvPr id="64" name="S07-figure219" descr="0부터 10까지 1 cm 눈금이 있는 자 그림. 머리핀의 한끝은 눈금 0, 다른 끝은 눈금 7에 있음"/>
          <p:cNvSpPr/>
          <p:nvPr/>
        </p:nvSpPr>
        <p:spPr>
          <a:xfrm>
            <a:off x="7210044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07-chip220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07-line221"/>
          <p:cNvSpPr/>
          <p:nvPr/>
        </p:nvSpPr>
        <p:spPr>
          <a:xfrm>
            <a:off x="1481328" y="414782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7" name="S07-line222"/>
          <p:cNvSpPr/>
          <p:nvPr/>
        </p:nvSpPr>
        <p:spPr>
          <a:xfrm>
            <a:off x="1755648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8" name="S07-label223"/>
          <p:cNvSpPr txBox="1"/>
          <p:nvPr/>
        </p:nvSpPr>
        <p:spPr>
          <a:xfrm>
            <a:off x="1298448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9" name="S07-line224"/>
          <p:cNvSpPr/>
          <p:nvPr/>
        </p:nvSpPr>
        <p:spPr>
          <a:xfrm>
            <a:off x="2093976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0" name="S07-label225"/>
          <p:cNvSpPr txBox="1"/>
          <p:nvPr/>
        </p:nvSpPr>
        <p:spPr>
          <a:xfrm>
            <a:off x="1636776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1" name="S07-line226"/>
          <p:cNvSpPr/>
          <p:nvPr/>
        </p:nvSpPr>
        <p:spPr>
          <a:xfrm>
            <a:off x="2432304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2" name="S07-label227"/>
          <p:cNvSpPr txBox="1"/>
          <p:nvPr/>
        </p:nvSpPr>
        <p:spPr>
          <a:xfrm>
            <a:off x="1975104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3" name="S07-line228"/>
          <p:cNvSpPr/>
          <p:nvPr/>
        </p:nvSpPr>
        <p:spPr>
          <a:xfrm>
            <a:off x="2770632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4" name="S07-label229"/>
          <p:cNvSpPr txBox="1"/>
          <p:nvPr/>
        </p:nvSpPr>
        <p:spPr>
          <a:xfrm>
            <a:off x="2313432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5" name="S07-line230"/>
          <p:cNvSpPr/>
          <p:nvPr/>
        </p:nvSpPr>
        <p:spPr>
          <a:xfrm>
            <a:off x="3108960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6" name="S07-label231"/>
          <p:cNvSpPr txBox="1"/>
          <p:nvPr/>
        </p:nvSpPr>
        <p:spPr>
          <a:xfrm>
            <a:off x="2651760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7" name="S07-line232"/>
          <p:cNvSpPr/>
          <p:nvPr/>
        </p:nvSpPr>
        <p:spPr>
          <a:xfrm>
            <a:off x="3447288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8" name="S07-label233"/>
          <p:cNvSpPr txBox="1"/>
          <p:nvPr/>
        </p:nvSpPr>
        <p:spPr>
          <a:xfrm>
            <a:off x="2990088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9" name="S07-line234"/>
          <p:cNvSpPr/>
          <p:nvPr/>
        </p:nvSpPr>
        <p:spPr>
          <a:xfrm>
            <a:off x="3785616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0" name="S07-label235"/>
          <p:cNvSpPr txBox="1"/>
          <p:nvPr/>
        </p:nvSpPr>
        <p:spPr>
          <a:xfrm>
            <a:off x="3328416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1" name="S07-line236"/>
          <p:cNvSpPr/>
          <p:nvPr/>
        </p:nvSpPr>
        <p:spPr>
          <a:xfrm>
            <a:off x="4123944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2" name="S07-label237"/>
          <p:cNvSpPr txBox="1"/>
          <p:nvPr/>
        </p:nvSpPr>
        <p:spPr>
          <a:xfrm>
            <a:off x="3666744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3" name="S07-line238"/>
          <p:cNvSpPr/>
          <p:nvPr/>
        </p:nvSpPr>
        <p:spPr>
          <a:xfrm>
            <a:off x="4462272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4" name="S07-label239"/>
          <p:cNvSpPr txBox="1"/>
          <p:nvPr/>
        </p:nvSpPr>
        <p:spPr>
          <a:xfrm>
            <a:off x="4005072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5" name="S07-line240"/>
          <p:cNvSpPr/>
          <p:nvPr/>
        </p:nvSpPr>
        <p:spPr>
          <a:xfrm>
            <a:off x="4800600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6" name="S07-label241"/>
          <p:cNvSpPr txBox="1"/>
          <p:nvPr/>
        </p:nvSpPr>
        <p:spPr>
          <a:xfrm>
            <a:off x="4343400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7" name="S07-line242"/>
          <p:cNvSpPr/>
          <p:nvPr/>
        </p:nvSpPr>
        <p:spPr>
          <a:xfrm>
            <a:off x="5138928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8" name="S07-label243"/>
          <p:cNvSpPr txBox="1"/>
          <p:nvPr/>
        </p:nvSpPr>
        <p:spPr>
          <a:xfrm>
            <a:off x="4681728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9" name="S07-mark244"/>
          <p:cNvSpPr/>
          <p:nvPr/>
        </p:nvSpPr>
        <p:spPr>
          <a:xfrm>
            <a:off x="2002536" y="40563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07-mark245"/>
          <p:cNvSpPr/>
          <p:nvPr/>
        </p:nvSpPr>
        <p:spPr>
          <a:xfrm>
            <a:off x="3355848" y="40563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1" name="S07-line246"/>
          <p:cNvSpPr/>
          <p:nvPr/>
        </p:nvSpPr>
        <p:spPr>
          <a:xfrm flipV="1">
            <a:off x="2093976" y="37637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2" name="S07-line247"/>
          <p:cNvSpPr/>
          <p:nvPr/>
        </p:nvSpPr>
        <p:spPr>
          <a:xfrm>
            <a:off x="2093976" y="3763772"/>
            <a:ext cx="135331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3" name="S07-label248"/>
          <p:cNvSpPr txBox="1"/>
          <p:nvPr/>
        </p:nvSpPr>
        <p:spPr>
          <a:xfrm>
            <a:off x="2093976" y="3481324"/>
            <a:ext cx="1353312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</a:t>
            </a:r>
            <a:endParaRPr lang="ko-KR" sz="1600" dirty="0"/>
          </a:p>
        </p:txBody>
      </p:sp>
      <p:sp>
        <p:nvSpPr>
          <p:cNvPr id="94" name="S07-figure249" descr="0부터 10까지 1 cm 눈금이 있는 자 그림. 블록의 한끝은 눈금 1, 다른 끝은 눈금 5에 있음"/>
          <p:cNvSpPr/>
          <p:nvPr/>
        </p:nvSpPr>
        <p:spPr>
          <a:xfrm>
            <a:off x="1481328" y="396494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07-chip25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96" name="S07-line251"/>
          <p:cNvSpPr/>
          <p:nvPr/>
        </p:nvSpPr>
        <p:spPr>
          <a:xfrm>
            <a:off x="7210044" y="414782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7" name="S07-line252"/>
          <p:cNvSpPr/>
          <p:nvPr/>
        </p:nvSpPr>
        <p:spPr>
          <a:xfrm>
            <a:off x="7484364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07-label253"/>
          <p:cNvSpPr txBox="1"/>
          <p:nvPr/>
        </p:nvSpPr>
        <p:spPr>
          <a:xfrm>
            <a:off x="7027164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9" name="S07-line254"/>
          <p:cNvSpPr/>
          <p:nvPr/>
        </p:nvSpPr>
        <p:spPr>
          <a:xfrm>
            <a:off x="7822692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07-label255"/>
          <p:cNvSpPr txBox="1"/>
          <p:nvPr/>
        </p:nvSpPr>
        <p:spPr>
          <a:xfrm>
            <a:off x="7365492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01" name="S07-line256"/>
          <p:cNvSpPr/>
          <p:nvPr/>
        </p:nvSpPr>
        <p:spPr>
          <a:xfrm>
            <a:off x="8161020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07-label257"/>
          <p:cNvSpPr txBox="1"/>
          <p:nvPr/>
        </p:nvSpPr>
        <p:spPr>
          <a:xfrm>
            <a:off x="7703820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3" name="S07-line258"/>
          <p:cNvSpPr/>
          <p:nvPr/>
        </p:nvSpPr>
        <p:spPr>
          <a:xfrm>
            <a:off x="8499348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07-label259"/>
          <p:cNvSpPr txBox="1"/>
          <p:nvPr/>
        </p:nvSpPr>
        <p:spPr>
          <a:xfrm>
            <a:off x="8042148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5" name="S07-line260"/>
          <p:cNvSpPr/>
          <p:nvPr/>
        </p:nvSpPr>
        <p:spPr>
          <a:xfrm>
            <a:off x="8837676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07-label261"/>
          <p:cNvSpPr txBox="1"/>
          <p:nvPr/>
        </p:nvSpPr>
        <p:spPr>
          <a:xfrm>
            <a:off x="8380476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7" name="S07-line262"/>
          <p:cNvSpPr/>
          <p:nvPr/>
        </p:nvSpPr>
        <p:spPr>
          <a:xfrm>
            <a:off x="9176004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07-label263"/>
          <p:cNvSpPr txBox="1"/>
          <p:nvPr/>
        </p:nvSpPr>
        <p:spPr>
          <a:xfrm>
            <a:off x="8718804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9" name="S07-line264"/>
          <p:cNvSpPr/>
          <p:nvPr/>
        </p:nvSpPr>
        <p:spPr>
          <a:xfrm>
            <a:off x="9514332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07-label265"/>
          <p:cNvSpPr txBox="1"/>
          <p:nvPr/>
        </p:nvSpPr>
        <p:spPr>
          <a:xfrm>
            <a:off x="9057132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11" name="S07-line266"/>
          <p:cNvSpPr/>
          <p:nvPr/>
        </p:nvSpPr>
        <p:spPr>
          <a:xfrm>
            <a:off x="9852660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07-label267"/>
          <p:cNvSpPr txBox="1"/>
          <p:nvPr/>
        </p:nvSpPr>
        <p:spPr>
          <a:xfrm>
            <a:off x="9395460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3" name="S07-line268"/>
          <p:cNvSpPr/>
          <p:nvPr/>
        </p:nvSpPr>
        <p:spPr>
          <a:xfrm>
            <a:off x="10190988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07-label269"/>
          <p:cNvSpPr txBox="1"/>
          <p:nvPr/>
        </p:nvSpPr>
        <p:spPr>
          <a:xfrm>
            <a:off x="9733788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5" name="S07-line270"/>
          <p:cNvSpPr/>
          <p:nvPr/>
        </p:nvSpPr>
        <p:spPr>
          <a:xfrm>
            <a:off x="10529316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07-label271"/>
          <p:cNvSpPr txBox="1"/>
          <p:nvPr/>
        </p:nvSpPr>
        <p:spPr>
          <a:xfrm>
            <a:off x="10072116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7" name="S07-line272"/>
          <p:cNvSpPr/>
          <p:nvPr/>
        </p:nvSpPr>
        <p:spPr>
          <a:xfrm>
            <a:off x="10867644" y="40015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8" name="S07-label273"/>
          <p:cNvSpPr txBox="1"/>
          <p:nvPr/>
        </p:nvSpPr>
        <p:spPr>
          <a:xfrm>
            <a:off x="10410444" y="43307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9" name="S07-mark274"/>
          <p:cNvSpPr/>
          <p:nvPr/>
        </p:nvSpPr>
        <p:spPr>
          <a:xfrm>
            <a:off x="8407908" y="40563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0" name="S07-mark275"/>
          <p:cNvSpPr/>
          <p:nvPr/>
        </p:nvSpPr>
        <p:spPr>
          <a:xfrm>
            <a:off x="10437876" y="40563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21" name="S07-line276"/>
          <p:cNvSpPr/>
          <p:nvPr/>
        </p:nvSpPr>
        <p:spPr>
          <a:xfrm flipV="1">
            <a:off x="8499348" y="37637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2" name="S07-line277"/>
          <p:cNvSpPr/>
          <p:nvPr/>
        </p:nvSpPr>
        <p:spPr>
          <a:xfrm>
            <a:off x="8499348" y="3763772"/>
            <a:ext cx="2029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3" name="S07-label278"/>
          <p:cNvSpPr txBox="1"/>
          <p:nvPr/>
        </p:nvSpPr>
        <p:spPr>
          <a:xfrm>
            <a:off x="8499348" y="3481324"/>
            <a:ext cx="2029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</a:t>
            </a:r>
            <a:endParaRPr lang="ko-KR" sz="1600" dirty="0"/>
          </a:p>
        </p:txBody>
      </p:sp>
      <p:sp>
        <p:nvSpPr>
          <p:cNvPr id="124" name="S07-figure279" descr="0부터 10까지 1 cm 눈금이 있는 자 그림. 풀의 한끝은 눈금 3, 다른 끝은 눈금 9에 있음"/>
          <p:cNvSpPr/>
          <p:nvPr/>
        </p:nvSpPr>
        <p:spPr>
          <a:xfrm>
            <a:off x="7210044" y="396494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2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열쇠의 한끝을 1에 맞추어 재었어요.</a:t>
            </a:r>
            <a:endParaRPr lang="ko-KR" sz="3200" dirty="0"/>
          </a:p>
        </p:txBody>
      </p:sp>
      <p:sp>
        <p:nvSpPr>
          <p:cNvPr id="5" name="S08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28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cm</a:t>
            </a:r>
            <a:endParaRPr lang="ko-KR" sz="2600" dirty="0"/>
          </a:p>
        </p:txBody>
      </p:sp>
      <p:sp>
        <p:nvSpPr>
          <p:cNvPr id="8" name="S08-line285"/>
          <p:cNvSpPr/>
          <p:nvPr/>
        </p:nvSpPr>
        <p:spPr>
          <a:xfrm>
            <a:off x="685800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8-line286"/>
          <p:cNvSpPr/>
          <p:nvPr/>
        </p:nvSpPr>
        <p:spPr>
          <a:xfrm>
            <a:off x="960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8-label287"/>
          <p:cNvSpPr txBox="1"/>
          <p:nvPr/>
        </p:nvSpPr>
        <p:spPr>
          <a:xfrm>
            <a:off x="502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11" name="S08-line288"/>
          <p:cNvSpPr/>
          <p:nvPr/>
        </p:nvSpPr>
        <p:spPr>
          <a:xfrm>
            <a:off x="1414120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label289"/>
          <p:cNvSpPr txBox="1"/>
          <p:nvPr/>
        </p:nvSpPr>
        <p:spPr>
          <a:xfrm>
            <a:off x="956920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13" name="S08-line290"/>
          <p:cNvSpPr/>
          <p:nvPr/>
        </p:nvSpPr>
        <p:spPr>
          <a:xfrm>
            <a:off x="1868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8-label291"/>
          <p:cNvSpPr txBox="1"/>
          <p:nvPr/>
        </p:nvSpPr>
        <p:spPr>
          <a:xfrm>
            <a:off x="1410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15" name="S08-line292"/>
          <p:cNvSpPr/>
          <p:nvPr/>
        </p:nvSpPr>
        <p:spPr>
          <a:xfrm>
            <a:off x="2322119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8-label293"/>
          <p:cNvSpPr txBox="1"/>
          <p:nvPr/>
        </p:nvSpPr>
        <p:spPr>
          <a:xfrm>
            <a:off x="1864919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17" name="S08-line294"/>
          <p:cNvSpPr/>
          <p:nvPr/>
        </p:nvSpPr>
        <p:spPr>
          <a:xfrm>
            <a:off x="2776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8-label295"/>
          <p:cNvSpPr txBox="1"/>
          <p:nvPr/>
        </p:nvSpPr>
        <p:spPr>
          <a:xfrm>
            <a:off x="2318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19" name="S08-line296"/>
          <p:cNvSpPr/>
          <p:nvPr/>
        </p:nvSpPr>
        <p:spPr>
          <a:xfrm>
            <a:off x="3230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8-label297"/>
          <p:cNvSpPr txBox="1"/>
          <p:nvPr/>
        </p:nvSpPr>
        <p:spPr>
          <a:xfrm>
            <a:off x="2772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21" name="S08-line298"/>
          <p:cNvSpPr/>
          <p:nvPr/>
        </p:nvSpPr>
        <p:spPr>
          <a:xfrm>
            <a:off x="3684118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8-label299"/>
          <p:cNvSpPr txBox="1"/>
          <p:nvPr/>
        </p:nvSpPr>
        <p:spPr>
          <a:xfrm>
            <a:off x="3226918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23" name="S08-line300"/>
          <p:cNvSpPr/>
          <p:nvPr/>
        </p:nvSpPr>
        <p:spPr>
          <a:xfrm>
            <a:off x="4138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8-label301"/>
          <p:cNvSpPr txBox="1"/>
          <p:nvPr/>
        </p:nvSpPr>
        <p:spPr>
          <a:xfrm>
            <a:off x="3680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25" name="S08-line302"/>
          <p:cNvSpPr/>
          <p:nvPr/>
        </p:nvSpPr>
        <p:spPr>
          <a:xfrm>
            <a:off x="4592117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8-label303"/>
          <p:cNvSpPr txBox="1"/>
          <p:nvPr/>
        </p:nvSpPr>
        <p:spPr>
          <a:xfrm>
            <a:off x="4134917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27" name="S08-line304"/>
          <p:cNvSpPr/>
          <p:nvPr/>
        </p:nvSpPr>
        <p:spPr>
          <a:xfrm>
            <a:off x="5046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8-label305"/>
          <p:cNvSpPr txBox="1"/>
          <p:nvPr/>
        </p:nvSpPr>
        <p:spPr>
          <a:xfrm>
            <a:off x="4588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29" name="S08-line306"/>
          <p:cNvSpPr/>
          <p:nvPr/>
        </p:nvSpPr>
        <p:spPr>
          <a:xfrm>
            <a:off x="550011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8-label307"/>
          <p:cNvSpPr txBox="1"/>
          <p:nvPr/>
        </p:nvSpPr>
        <p:spPr>
          <a:xfrm>
            <a:off x="504291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31" name="S08-mark308"/>
          <p:cNvSpPr/>
          <p:nvPr/>
        </p:nvSpPr>
        <p:spPr>
          <a:xfrm>
            <a:off x="1322680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08-mark309"/>
          <p:cNvSpPr/>
          <p:nvPr/>
        </p:nvSpPr>
        <p:spPr>
          <a:xfrm>
            <a:off x="3592678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08-line310"/>
          <p:cNvSpPr/>
          <p:nvPr/>
        </p:nvSpPr>
        <p:spPr>
          <a:xfrm flipV="1">
            <a:off x="1414120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4" name="S08-line311"/>
          <p:cNvSpPr/>
          <p:nvPr/>
        </p:nvSpPr>
        <p:spPr>
          <a:xfrm>
            <a:off x="1414120" y="3546348"/>
            <a:ext cx="226999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5" name="S08-label312"/>
          <p:cNvSpPr txBox="1"/>
          <p:nvPr/>
        </p:nvSpPr>
        <p:spPr>
          <a:xfrm>
            <a:off x="1414120" y="3197860"/>
            <a:ext cx="226999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</a:t>
            </a:r>
            <a:endParaRPr lang="ko-KR" sz="2000" dirty="0"/>
          </a:p>
        </p:txBody>
      </p:sp>
      <p:sp>
        <p:nvSpPr>
          <p:cNvPr id="36" name="S08-figure313" descr="0부터 10까지 1 cm 눈금이 있는 자 그림. 열쇠의 한끝은 눈금 1, 다른 끝은 눈금 6에 있음"/>
          <p:cNvSpPr/>
          <p:nvPr/>
        </p:nvSpPr>
        <p:spPr>
          <a:xfrm>
            <a:off x="685800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8-text314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끝의 눈금 6을 읽었어요.</a:t>
            </a:r>
            <a:endParaRPr lang="ko-KR" sz="2600" dirty="0"/>
          </a:p>
        </p:txBody>
      </p:sp>
      <p:sp>
        <p:nvSpPr>
          <p:cNvPr id="38" name="S08-chip31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 cm</a:t>
            </a:r>
            <a:endParaRPr lang="ko-KR" sz="2600" dirty="0"/>
          </a:p>
        </p:txBody>
      </p:sp>
      <p:sp>
        <p:nvSpPr>
          <p:cNvPr id="39" name="S08-line316"/>
          <p:cNvSpPr/>
          <p:nvPr/>
        </p:nvSpPr>
        <p:spPr>
          <a:xfrm>
            <a:off x="6414516" y="393039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0" name="S08-line317"/>
          <p:cNvSpPr/>
          <p:nvPr/>
        </p:nvSpPr>
        <p:spPr>
          <a:xfrm>
            <a:off x="6688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8-label318"/>
          <p:cNvSpPr txBox="1"/>
          <p:nvPr/>
        </p:nvSpPr>
        <p:spPr>
          <a:xfrm>
            <a:off x="6231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000" dirty="0"/>
          </a:p>
        </p:txBody>
      </p:sp>
      <p:sp>
        <p:nvSpPr>
          <p:cNvPr id="42" name="S08-line319"/>
          <p:cNvSpPr/>
          <p:nvPr/>
        </p:nvSpPr>
        <p:spPr>
          <a:xfrm>
            <a:off x="7142836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3" name="S08-label320"/>
          <p:cNvSpPr txBox="1"/>
          <p:nvPr/>
        </p:nvSpPr>
        <p:spPr>
          <a:xfrm>
            <a:off x="6685636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44" name="S08-line321"/>
          <p:cNvSpPr/>
          <p:nvPr/>
        </p:nvSpPr>
        <p:spPr>
          <a:xfrm>
            <a:off x="7596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8-label322"/>
          <p:cNvSpPr txBox="1"/>
          <p:nvPr/>
        </p:nvSpPr>
        <p:spPr>
          <a:xfrm>
            <a:off x="7139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46" name="S08-line323"/>
          <p:cNvSpPr/>
          <p:nvPr/>
        </p:nvSpPr>
        <p:spPr>
          <a:xfrm>
            <a:off x="8050835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7" name="S08-label324"/>
          <p:cNvSpPr txBox="1"/>
          <p:nvPr/>
        </p:nvSpPr>
        <p:spPr>
          <a:xfrm>
            <a:off x="7593635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48" name="S08-line325"/>
          <p:cNvSpPr/>
          <p:nvPr/>
        </p:nvSpPr>
        <p:spPr>
          <a:xfrm>
            <a:off x="8504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8-label326"/>
          <p:cNvSpPr txBox="1"/>
          <p:nvPr/>
        </p:nvSpPr>
        <p:spPr>
          <a:xfrm>
            <a:off x="8047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50" name="S08-line327"/>
          <p:cNvSpPr/>
          <p:nvPr/>
        </p:nvSpPr>
        <p:spPr>
          <a:xfrm>
            <a:off x="8958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1" name="S08-label328"/>
          <p:cNvSpPr txBox="1"/>
          <p:nvPr/>
        </p:nvSpPr>
        <p:spPr>
          <a:xfrm>
            <a:off x="8501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52" name="S08-line329"/>
          <p:cNvSpPr/>
          <p:nvPr/>
        </p:nvSpPr>
        <p:spPr>
          <a:xfrm>
            <a:off x="9412834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label330"/>
          <p:cNvSpPr txBox="1"/>
          <p:nvPr/>
        </p:nvSpPr>
        <p:spPr>
          <a:xfrm>
            <a:off x="8955634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000" dirty="0"/>
          </a:p>
        </p:txBody>
      </p:sp>
      <p:sp>
        <p:nvSpPr>
          <p:cNvPr id="54" name="S08-line331"/>
          <p:cNvSpPr/>
          <p:nvPr/>
        </p:nvSpPr>
        <p:spPr>
          <a:xfrm>
            <a:off x="9866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5" name="S08-label332"/>
          <p:cNvSpPr txBox="1"/>
          <p:nvPr/>
        </p:nvSpPr>
        <p:spPr>
          <a:xfrm>
            <a:off x="9409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000" dirty="0"/>
          </a:p>
        </p:txBody>
      </p:sp>
      <p:sp>
        <p:nvSpPr>
          <p:cNvPr id="56" name="S08-line333"/>
          <p:cNvSpPr/>
          <p:nvPr/>
        </p:nvSpPr>
        <p:spPr>
          <a:xfrm>
            <a:off x="10320833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label334"/>
          <p:cNvSpPr txBox="1"/>
          <p:nvPr/>
        </p:nvSpPr>
        <p:spPr>
          <a:xfrm>
            <a:off x="9863633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000" dirty="0"/>
          </a:p>
        </p:txBody>
      </p:sp>
      <p:sp>
        <p:nvSpPr>
          <p:cNvPr id="58" name="S08-line335"/>
          <p:cNvSpPr/>
          <p:nvPr/>
        </p:nvSpPr>
        <p:spPr>
          <a:xfrm>
            <a:off x="10774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8-label336"/>
          <p:cNvSpPr txBox="1"/>
          <p:nvPr/>
        </p:nvSpPr>
        <p:spPr>
          <a:xfrm>
            <a:off x="10317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60" name="S08-line337"/>
          <p:cNvSpPr/>
          <p:nvPr/>
        </p:nvSpPr>
        <p:spPr>
          <a:xfrm>
            <a:off x="11228832" y="378409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8-label338"/>
          <p:cNvSpPr txBox="1"/>
          <p:nvPr/>
        </p:nvSpPr>
        <p:spPr>
          <a:xfrm>
            <a:off x="10771632" y="4113276"/>
            <a:ext cx="914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000" dirty="0"/>
          </a:p>
        </p:txBody>
      </p:sp>
      <p:sp>
        <p:nvSpPr>
          <p:cNvPr id="62" name="S08-mark339"/>
          <p:cNvSpPr/>
          <p:nvPr/>
        </p:nvSpPr>
        <p:spPr>
          <a:xfrm>
            <a:off x="7051396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3" name="S08-mark340"/>
          <p:cNvSpPr/>
          <p:nvPr/>
        </p:nvSpPr>
        <p:spPr>
          <a:xfrm>
            <a:off x="9321394" y="383895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4" name="S08-line341"/>
          <p:cNvSpPr/>
          <p:nvPr/>
        </p:nvSpPr>
        <p:spPr>
          <a:xfrm flipV="1">
            <a:off x="7142836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5" name="S08-line342"/>
          <p:cNvSpPr/>
          <p:nvPr/>
        </p:nvSpPr>
        <p:spPr>
          <a:xfrm>
            <a:off x="7142836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6" name="S08-label343"/>
          <p:cNvSpPr txBox="1"/>
          <p:nvPr/>
        </p:nvSpPr>
        <p:spPr>
          <a:xfrm>
            <a:off x="7142836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67" name="S08-line344"/>
          <p:cNvSpPr/>
          <p:nvPr/>
        </p:nvSpPr>
        <p:spPr>
          <a:xfrm flipV="1">
            <a:off x="7596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8-line345"/>
          <p:cNvSpPr/>
          <p:nvPr/>
        </p:nvSpPr>
        <p:spPr>
          <a:xfrm>
            <a:off x="7596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8-label346"/>
          <p:cNvSpPr txBox="1"/>
          <p:nvPr/>
        </p:nvSpPr>
        <p:spPr>
          <a:xfrm>
            <a:off x="7596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70" name="S08-line347"/>
          <p:cNvSpPr/>
          <p:nvPr/>
        </p:nvSpPr>
        <p:spPr>
          <a:xfrm flipV="1">
            <a:off x="8050835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8-line348"/>
          <p:cNvSpPr/>
          <p:nvPr/>
        </p:nvSpPr>
        <p:spPr>
          <a:xfrm>
            <a:off x="8050835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8-label349"/>
          <p:cNvSpPr txBox="1"/>
          <p:nvPr/>
        </p:nvSpPr>
        <p:spPr>
          <a:xfrm>
            <a:off x="8050835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000" dirty="0"/>
          </a:p>
        </p:txBody>
      </p:sp>
      <p:sp>
        <p:nvSpPr>
          <p:cNvPr id="73" name="S08-line350"/>
          <p:cNvSpPr/>
          <p:nvPr/>
        </p:nvSpPr>
        <p:spPr>
          <a:xfrm flipV="1">
            <a:off x="8504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8-line351"/>
          <p:cNvSpPr/>
          <p:nvPr/>
        </p:nvSpPr>
        <p:spPr>
          <a:xfrm>
            <a:off x="8504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8-label352"/>
          <p:cNvSpPr txBox="1"/>
          <p:nvPr/>
        </p:nvSpPr>
        <p:spPr>
          <a:xfrm>
            <a:off x="8504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76" name="S08-line353"/>
          <p:cNvSpPr/>
          <p:nvPr/>
        </p:nvSpPr>
        <p:spPr>
          <a:xfrm flipV="1">
            <a:off x="8958834" y="354634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8-line354"/>
          <p:cNvSpPr/>
          <p:nvPr/>
        </p:nvSpPr>
        <p:spPr>
          <a:xfrm>
            <a:off x="8958834" y="3546348"/>
            <a:ext cx="454000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8-label355"/>
          <p:cNvSpPr txBox="1"/>
          <p:nvPr/>
        </p:nvSpPr>
        <p:spPr>
          <a:xfrm>
            <a:off x="8958834" y="3197860"/>
            <a:ext cx="454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000" dirty="0"/>
          </a:p>
        </p:txBody>
      </p:sp>
      <p:sp>
        <p:nvSpPr>
          <p:cNvPr id="79" name="S08-figure356" descr="0부터 10까지 1 cm 눈금이 있는 자 그림. 물건의 한끝은 눈금 1, 다른 끝은 눈금 6에 있음"/>
          <p:cNvSpPr/>
          <p:nvPr/>
        </p:nvSpPr>
        <p:spPr>
          <a:xfrm>
            <a:off x="6414516" y="374751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8-text357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번인지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몇 cm</a:t>
            </a:r>
            <a:endParaRPr lang="ko-KR" sz="4400" dirty="0"/>
          </a:p>
        </p:txBody>
      </p:sp>
      <p:sp>
        <p:nvSpPr>
          <p:cNvPr id="3" name="S09-text3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막대의 끝이 6과 7 사이에 있어요.</a:t>
            </a:r>
            <a:endParaRPr lang="ko-KR" sz="3200" dirty="0"/>
          </a:p>
        </p:txBody>
      </p:sp>
      <p:sp>
        <p:nvSpPr>
          <p:cNvPr id="4" name="S09-card3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3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사이에 있으면 가까운 쪽 숫자에 ‘약’을 붙여요.</a:t>
            </a:r>
            <a:endParaRPr lang="ko-KR" sz="3200" dirty="0"/>
          </a:p>
        </p:txBody>
      </p:sp>
      <p:sp>
        <p:nvSpPr>
          <p:cNvPr id="6" name="S09-card36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36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 더 가까워요.</a:t>
            </a:r>
            <a:endParaRPr lang="ko-KR" sz="3200" dirty="0"/>
          </a:p>
        </p:txBody>
      </p:sp>
      <p:sp>
        <p:nvSpPr>
          <p:cNvPr id="8" name="S09-card36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36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7 cm’라고 말해요.</a:t>
            </a:r>
            <a:endParaRPr lang="ko-KR" sz="3200" dirty="0"/>
          </a:p>
        </p:txBody>
      </p:sp>
      <p:sp>
        <p:nvSpPr>
          <p:cNvPr id="10" name="S09-line365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9-line366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367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3" name="S09-line368"/>
          <p:cNvSpPr/>
          <p:nvPr/>
        </p:nvSpPr>
        <p:spPr>
          <a:xfrm>
            <a:off x="198699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369"/>
          <p:cNvSpPr txBox="1"/>
          <p:nvPr/>
        </p:nvSpPr>
        <p:spPr>
          <a:xfrm>
            <a:off x="152979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5" name="S09-line370"/>
          <p:cNvSpPr/>
          <p:nvPr/>
        </p:nvSpPr>
        <p:spPr>
          <a:xfrm>
            <a:off x="301386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371"/>
          <p:cNvSpPr txBox="1"/>
          <p:nvPr/>
        </p:nvSpPr>
        <p:spPr>
          <a:xfrm>
            <a:off x="255666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7" name="S09-line372"/>
          <p:cNvSpPr/>
          <p:nvPr/>
        </p:nvSpPr>
        <p:spPr>
          <a:xfrm>
            <a:off x="404073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373"/>
          <p:cNvSpPr txBox="1"/>
          <p:nvPr/>
        </p:nvSpPr>
        <p:spPr>
          <a:xfrm>
            <a:off x="358353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9" name="S09-line374"/>
          <p:cNvSpPr/>
          <p:nvPr/>
        </p:nvSpPr>
        <p:spPr>
          <a:xfrm>
            <a:off x="506760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375"/>
          <p:cNvSpPr txBox="1"/>
          <p:nvPr/>
        </p:nvSpPr>
        <p:spPr>
          <a:xfrm>
            <a:off x="461040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1" name="S09-line376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377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3" name="S09-line378"/>
          <p:cNvSpPr/>
          <p:nvPr/>
        </p:nvSpPr>
        <p:spPr>
          <a:xfrm>
            <a:off x="712134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379"/>
          <p:cNvSpPr txBox="1"/>
          <p:nvPr/>
        </p:nvSpPr>
        <p:spPr>
          <a:xfrm>
            <a:off x="666414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5" name="S09-line380"/>
          <p:cNvSpPr/>
          <p:nvPr/>
        </p:nvSpPr>
        <p:spPr>
          <a:xfrm>
            <a:off x="814821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381"/>
          <p:cNvSpPr txBox="1"/>
          <p:nvPr/>
        </p:nvSpPr>
        <p:spPr>
          <a:xfrm>
            <a:off x="769101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7" name="S09-line382"/>
          <p:cNvSpPr/>
          <p:nvPr/>
        </p:nvSpPr>
        <p:spPr>
          <a:xfrm>
            <a:off x="917509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383"/>
          <p:cNvSpPr txBox="1"/>
          <p:nvPr/>
        </p:nvSpPr>
        <p:spPr>
          <a:xfrm>
            <a:off x="871789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9" name="S09-line384"/>
          <p:cNvSpPr/>
          <p:nvPr/>
        </p:nvSpPr>
        <p:spPr>
          <a:xfrm>
            <a:off x="10201961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9-label385"/>
          <p:cNvSpPr txBox="1"/>
          <p:nvPr/>
        </p:nvSpPr>
        <p:spPr>
          <a:xfrm>
            <a:off x="9744761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1" name="S09-line386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9-label387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3" name="S09-mark388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9-mark389"/>
          <p:cNvSpPr/>
          <p:nvPr/>
        </p:nvSpPr>
        <p:spPr>
          <a:xfrm>
            <a:off x="7851404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9-line390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6" name="S09-line391"/>
          <p:cNvSpPr/>
          <p:nvPr/>
        </p:nvSpPr>
        <p:spPr>
          <a:xfrm>
            <a:off x="960120" y="2844292"/>
            <a:ext cx="698272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7" name="S09-label392"/>
          <p:cNvSpPr txBox="1"/>
          <p:nvPr/>
        </p:nvSpPr>
        <p:spPr>
          <a:xfrm>
            <a:off x="960120" y="2396744"/>
            <a:ext cx="69827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</a:t>
            </a:r>
            <a:endParaRPr lang="ko-KR" sz="2600" dirty="0"/>
          </a:p>
        </p:txBody>
      </p:sp>
      <p:sp>
        <p:nvSpPr>
          <p:cNvPr id="38" name="S09-figure393" descr="0부터 10까지 1 cm 눈금이 있는 자 그림. 막대의 한끝은 눈금 0, 다른 끝은 눈금 6과 7 사이, 7에 더 가까운 곳(두 눈금 사이)에 있음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</a:t>
            </a:r>
            <a:endParaRPr lang="ko-KR" sz="4400" dirty="0"/>
          </a:p>
        </p:txBody>
      </p:sp>
      <p:sp>
        <p:nvSpPr>
          <p:cNvPr id="3" name="S10-text39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대지 않고 짐작해요.</a:t>
            </a:r>
            <a:endParaRPr lang="ko-KR" sz="3200" dirty="0"/>
          </a:p>
        </p:txBody>
      </p:sp>
      <p:sp>
        <p:nvSpPr>
          <p:cNvPr id="4" name="S10-stepno395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5" name="S10-text396"/>
          <p:cNvSpPr txBox="1"/>
          <p:nvPr/>
        </p:nvSpPr>
        <p:spPr>
          <a:xfrm>
            <a:off x="1325880" y="306781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얼마쯤인지 떠올려요.</a:t>
            </a:r>
            <a:endParaRPr lang="ko-KR" sz="3200" dirty="0"/>
          </a:p>
        </p:txBody>
      </p:sp>
      <p:sp>
        <p:nvSpPr>
          <p:cNvPr id="6" name="S10-stepno397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" name="S10-text398"/>
          <p:cNvSpPr txBox="1"/>
          <p:nvPr/>
        </p:nvSpPr>
        <p:spPr>
          <a:xfrm>
            <a:off x="1325880" y="378104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cm가 몇 번쯤인지 생각해요.</a:t>
            </a:r>
            <a:endParaRPr lang="ko-KR" sz="3200" dirty="0"/>
          </a:p>
        </p:txBody>
      </p:sp>
      <p:sp>
        <p:nvSpPr>
          <p:cNvPr id="8" name="S10-stepno399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9" name="S10-text400"/>
          <p:cNvSpPr txBox="1"/>
          <p:nvPr/>
        </p:nvSpPr>
        <p:spPr>
          <a:xfrm>
            <a:off x="1325880" y="449427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‘약 □ cm’라고 말해요.</a:t>
            </a:r>
            <a:endParaRPr lang="ko-KR" sz="3200" dirty="0"/>
          </a:p>
        </p:txBody>
      </p:sp>
      <p:sp>
        <p:nvSpPr>
          <p:cNvPr id="10" name="S10-stepno401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10-text402"/>
          <p:cNvSpPr txBox="1"/>
          <p:nvPr/>
        </p:nvSpPr>
        <p:spPr>
          <a:xfrm>
            <a:off x="1325880" y="52075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자로 재어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어림하고 재어요</a:t>
            </a:r>
            <a:endParaRPr lang="ko-KR" sz="4400" dirty="0"/>
          </a:p>
        </p:txBody>
      </p:sp>
      <p:sp>
        <p:nvSpPr>
          <p:cNvPr id="3" name="S11-card4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4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가까운 쪽 숫자를 읽고 ‘약’을 붙여요.</a:t>
            </a:r>
            <a:endParaRPr lang="ko-KR" sz="3200" dirty="0"/>
          </a:p>
        </p:txBody>
      </p:sp>
      <p:sp>
        <p:nvSpPr>
          <p:cNvPr id="5" name="S11-chip40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line406"/>
          <p:cNvSpPr/>
          <p:nvPr/>
        </p:nvSpPr>
        <p:spPr>
          <a:xfrm>
            <a:off x="1481328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1-line407"/>
          <p:cNvSpPr/>
          <p:nvPr/>
        </p:nvSpPr>
        <p:spPr>
          <a:xfrm>
            <a:off x="17556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1-label408"/>
          <p:cNvSpPr txBox="1"/>
          <p:nvPr/>
        </p:nvSpPr>
        <p:spPr>
          <a:xfrm>
            <a:off x="12984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" name="S11-line409"/>
          <p:cNvSpPr/>
          <p:nvPr/>
        </p:nvSpPr>
        <p:spPr>
          <a:xfrm>
            <a:off x="20939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1-label410"/>
          <p:cNvSpPr txBox="1"/>
          <p:nvPr/>
        </p:nvSpPr>
        <p:spPr>
          <a:xfrm>
            <a:off x="16367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1" name="S11-line411"/>
          <p:cNvSpPr/>
          <p:nvPr/>
        </p:nvSpPr>
        <p:spPr>
          <a:xfrm>
            <a:off x="24323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1-label412"/>
          <p:cNvSpPr txBox="1"/>
          <p:nvPr/>
        </p:nvSpPr>
        <p:spPr>
          <a:xfrm>
            <a:off x="19751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3" name="S11-line413"/>
          <p:cNvSpPr/>
          <p:nvPr/>
        </p:nvSpPr>
        <p:spPr>
          <a:xfrm>
            <a:off x="27706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1-label414"/>
          <p:cNvSpPr txBox="1"/>
          <p:nvPr/>
        </p:nvSpPr>
        <p:spPr>
          <a:xfrm>
            <a:off x="23134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5" name="S11-line415"/>
          <p:cNvSpPr/>
          <p:nvPr/>
        </p:nvSpPr>
        <p:spPr>
          <a:xfrm>
            <a:off x="31089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1-label416"/>
          <p:cNvSpPr txBox="1"/>
          <p:nvPr/>
        </p:nvSpPr>
        <p:spPr>
          <a:xfrm>
            <a:off x="26517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7" name="S11-line417"/>
          <p:cNvSpPr/>
          <p:nvPr/>
        </p:nvSpPr>
        <p:spPr>
          <a:xfrm>
            <a:off x="34472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1-label418"/>
          <p:cNvSpPr txBox="1"/>
          <p:nvPr/>
        </p:nvSpPr>
        <p:spPr>
          <a:xfrm>
            <a:off x="29900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9" name="S11-line419"/>
          <p:cNvSpPr/>
          <p:nvPr/>
        </p:nvSpPr>
        <p:spPr>
          <a:xfrm>
            <a:off x="37856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1-label420"/>
          <p:cNvSpPr txBox="1"/>
          <p:nvPr/>
        </p:nvSpPr>
        <p:spPr>
          <a:xfrm>
            <a:off x="33284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1" name="S11-line421"/>
          <p:cNvSpPr/>
          <p:nvPr/>
        </p:nvSpPr>
        <p:spPr>
          <a:xfrm>
            <a:off x="41239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1-label422"/>
          <p:cNvSpPr txBox="1"/>
          <p:nvPr/>
        </p:nvSpPr>
        <p:spPr>
          <a:xfrm>
            <a:off x="36667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3" name="S11-line423"/>
          <p:cNvSpPr/>
          <p:nvPr/>
        </p:nvSpPr>
        <p:spPr>
          <a:xfrm>
            <a:off x="446227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1-label424"/>
          <p:cNvSpPr txBox="1"/>
          <p:nvPr/>
        </p:nvSpPr>
        <p:spPr>
          <a:xfrm>
            <a:off x="400507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5" name="S11-line425"/>
          <p:cNvSpPr/>
          <p:nvPr/>
        </p:nvSpPr>
        <p:spPr>
          <a:xfrm>
            <a:off x="480060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1-label426"/>
          <p:cNvSpPr txBox="1"/>
          <p:nvPr/>
        </p:nvSpPr>
        <p:spPr>
          <a:xfrm>
            <a:off x="434340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7" name="S11-line427"/>
          <p:cNvSpPr/>
          <p:nvPr/>
        </p:nvSpPr>
        <p:spPr>
          <a:xfrm>
            <a:off x="513892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1-label428"/>
          <p:cNvSpPr txBox="1"/>
          <p:nvPr/>
        </p:nvSpPr>
        <p:spPr>
          <a:xfrm>
            <a:off x="468172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9" name="S11-mark429"/>
          <p:cNvSpPr/>
          <p:nvPr/>
        </p:nvSpPr>
        <p:spPr>
          <a:xfrm>
            <a:off x="1664208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0" name="S11-mark430"/>
          <p:cNvSpPr/>
          <p:nvPr/>
        </p:nvSpPr>
        <p:spPr>
          <a:xfrm>
            <a:off x="3085186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1-line431"/>
          <p:cNvSpPr/>
          <p:nvPr/>
        </p:nvSpPr>
        <p:spPr>
          <a:xfrm flipV="1">
            <a:off x="1755648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11-line432"/>
          <p:cNvSpPr/>
          <p:nvPr/>
        </p:nvSpPr>
        <p:spPr>
          <a:xfrm>
            <a:off x="1755648" y="1774952"/>
            <a:ext cx="142097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11-label433"/>
          <p:cNvSpPr txBox="1"/>
          <p:nvPr/>
        </p:nvSpPr>
        <p:spPr>
          <a:xfrm>
            <a:off x="1755648" y="1492504"/>
            <a:ext cx="142097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</a:t>
            </a:r>
            <a:endParaRPr lang="ko-KR" sz="1600" dirty="0"/>
          </a:p>
        </p:txBody>
      </p:sp>
      <p:sp>
        <p:nvSpPr>
          <p:cNvPr id="34" name="S11-figure434" descr="0부터 10까지 1 cm 눈금이 있는 자 그림. 지우개의 한끝은 눈금 0, 다른 끝은 눈금 4과 5 사이, 4에 더 가까운 곳(두 눈금 사이)에 있음"/>
          <p:cNvSpPr/>
          <p:nvPr/>
        </p:nvSpPr>
        <p:spPr>
          <a:xfrm>
            <a:off x="1481328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1-chip43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6" name="S11-line436"/>
          <p:cNvSpPr/>
          <p:nvPr/>
        </p:nvSpPr>
        <p:spPr>
          <a:xfrm>
            <a:off x="7210044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1-line437"/>
          <p:cNvSpPr/>
          <p:nvPr/>
        </p:nvSpPr>
        <p:spPr>
          <a:xfrm>
            <a:off x="748436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1-label438"/>
          <p:cNvSpPr txBox="1"/>
          <p:nvPr/>
        </p:nvSpPr>
        <p:spPr>
          <a:xfrm>
            <a:off x="702716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1-line439"/>
          <p:cNvSpPr/>
          <p:nvPr/>
        </p:nvSpPr>
        <p:spPr>
          <a:xfrm>
            <a:off x="782269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1-label440"/>
          <p:cNvSpPr txBox="1"/>
          <p:nvPr/>
        </p:nvSpPr>
        <p:spPr>
          <a:xfrm>
            <a:off x="736549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1-line441"/>
          <p:cNvSpPr/>
          <p:nvPr/>
        </p:nvSpPr>
        <p:spPr>
          <a:xfrm>
            <a:off x="816102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1-label442"/>
          <p:cNvSpPr txBox="1"/>
          <p:nvPr/>
        </p:nvSpPr>
        <p:spPr>
          <a:xfrm>
            <a:off x="770382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1-line443"/>
          <p:cNvSpPr/>
          <p:nvPr/>
        </p:nvSpPr>
        <p:spPr>
          <a:xfrm>
            <a:off x="84993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1-label444"/>
          <p:cNvSpPr txBox="1"/>
          <p:nvPr/>
        </p:nvSpPr>
        <p:spPr>
          <a:xfrm>
            <a:off x="80421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1-line445"/>
          <p:cNvSpPr/>
          <p:nvPr/>
        </p:nvSpPr>
        <p:spPr>
          <a:xfrm>
            <a:off x="88376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1-label446"/>
          <p:cNvSpPr txBox="1"/>
          <p:nvPr/>
        </p:nvSpPr>
        <p:spPr>
          <a:xfrm>
            <a:off x="83804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1-line447"/>
          <p:cNvSpPr/>
          <p:nvPr/>
        </p:nvSpPr>
        <p:spPr>
          <a:xfrm>
            <a:off x="91760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1-label448"/>
          <p:cNvSpPr txBox="1"/>
          <p:nvPr/>
        </p:nvSpPr>
        <p:spPr>
          <a:xfrm>
            <a:off x="87188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1-line449"/>
          <p:cNvSpPr/>
          <p:nvPr/>
        </p:nvSpPr>
        <p:spPr>
          <a:xfrm>
            <a:off x="95143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1-label450"/>
          <p:cNvSpPr txBox="1"/>
          <p:nvPr/>
        </p:nvSpPr>
        <p:spPr>
          <a:xfrm>
            <a:off x="90571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1-line451"/>
          <p:cNvSpPr/>
          <p:nvPr/>
        </p:nvSpPr>
        <p:spPr>
          <a:xfrm>
            <a:off x="98526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1-label452"/>
          <p:cNvSpPr txBox="1"/>
          <p:nvPr/>
        </p:nvSpPr>
        <p:spPr>
          <a:xfrm>
            <a:off x="93954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1-line453"/>
          <p:cNvSpPr/>
          <p:nvPr/>
        </p:nvSpPr>
        <p:spPr>
          <a:xfrm>
            <a:off x="101909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1-label454"/>
          <p:cNvSpPr txBox="1"/>
          <p:nvPr/>
        </p:nvSpPr>
        <p:spPr>
          <a:xfrm>
            <a:off x="97337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1-line455"/>
          <p:cNvSpPr/>
          <p:nvPr/>
        </p:nvSpPr>
        <p:spPr>
          <a:xfrm>
            <a:off x="105293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1-label456"/>
          <p:cNvSpPr txBox="1"/>
          <p:nvPr/>
        </p:nvSpPr>
        <p:spPr>
          <a:xfrm>
            <a:off x="100721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1-line457"/>
          <p:cNvSpPr/>
          <p:nvPr/>
        </p:nvSpPr>
        <p:spPr>
          <a:xfrm>
            <a:off x="108676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1-label458"/>
          <p:cNvSpPr txBox="1"/>
          <p:nvPr/>
        </p:nvSpPr>
        <p:spPr>
          <a:xfrm>
            <a:off x="104104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1-mark459"/>
          <p:cNvSpPr/>
          <p:nvPr/>
        </p:nvSpPr>
        <p:spPr>
          <a:xfrm>
            <a:off x="7392924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1-mark460"/>
          <p:cNvSpPr/>
          <p:nvPr/>
        </p:nvSpPr>
        <p:spPr>
          <a:xfrm>
            <a:off x="9152230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1-line461"/>
          <p:cNvSpPr/>
          <p:nvPr/>
        </p:nvSpPr>
        <p:spPr>
          <a:xfrm flipV="1">
            <a:off x="7484364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1-line462"/>
          <p:cNvSpPr/>
          <p:nvPr/>
        </p:nvSpPr>
        <p:spPr>
          <a:xfrm>
            <a:off x="7484364" y="1774952"/>
            <a:ext cx="175930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1-label463"/>
          <p:cNvSpPr txBox="1"/>
          <p:nvPr/>
        </p:nvSpPr>
        <p:spPr>
          <a:xfrm>
            <a:off x="7484364" y="1492504"/>
            <a:ext cx="1759306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건전지</a:t>
            </a:r>
            <a:endParaRPr lang="ko-KR" sz="1600" dirty="0"/>
          </a:p>
        </p:txBody>
      </p:sp>
      <p:sp>
        <p:nvSpPr>
          <p:cNvPr id="64" name="S11-figure464" descr="0부터 10까지 1 cm 눈금이 있는 자 그림. 건전지의 한끝은 눈금 0, 다른 끝은 눈금 5과 6 사이, 5에 더 가까운 곳(두 눈금 사이)에 있음"/>
          <p:cNvSpPr/>
          <p:nvPr/>
        </p:nvSpPr>
        <p:spPr>
          <a:xfrm>
            <a:off x="7210044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11-chip46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6" name="S11-text46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클립을 어림하고 재어요.</a:t>
            </a:r>
            <a:endParaRPr lang="ko-KR" sz="3200" dirty="0"/>
          </a:p>
        </p:txBody>
      </p:sp>
      <p:sp>
        <p:nvSpPr>
          <p:cNvPr id="67" name="S11-chip46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8" name="S11-text46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숟가락을 어림하고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chip46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2-line470"/>
          <p:cNvSpPr/>
          <p:nvPr/>
        </p:nvSpPr>
        <p:spPr>
          <a:xfrm>
            <a:off x="1481328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12-line471"/>
          <p:cNvSpPr/>
          <p:nvPr/>
        </p:nvSpPr>
        <p:spPr>
          <a:xfrm>
            <a:off x="17556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12-label472"/>
          <p:cNvSpPr txBox="1"/>
          <p:nvPr/>
        </p:nvSpPr>
        <p:spPr>
          <a:xfrm>
            <a:off x="12984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7" name="S12-line473"/>
          <p:cNvSpPr/>
          <p:nvPr/>
        </p:nvSpPr>
        <p:spPr>
          <a:xfrm>
            <a:off x="20939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2-label474"/>
          <p:cNvSpPr txBox="1"/>
          <p:nvPr/>
        </p:nvSpPr>
        <p:spPr>
          <a:xfrm>
            <a:off x="16367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" name="S12-line475"/>
          <p:cNvSpPr/>
          <p:nvPr/>
        </p:nvSpPr>
        <p:spPr>
          <a:xfrm>
            <a:off x="24323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2-label476"/>
          <p:cNvSpPr txBox="1"/>
          <p:nvPr/>
        </p:nvSpPr>
        <p:spPr>
          <a:xfrm>
            <a:off x="19751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1" name="S12-line477"/>
          <p:cNvSpPr/>
          <p:nvPr/>
        </p:nvSpPr>
        <p:spPr>
          <a:xfrm>
            <a:off x="27706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2-label478"/>
          <p:cNvSpPr txBox="1"/>
          <p:nvPr/>
        </p:nvSpPr>
        <p:spPr>
          <a:xfrm>
            <a:off x="23134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3" name="S12-line479"/>
          <p:cNvSpPr/>
          <p:nvPr/>
        </p:nvSpPr>
        <p:spPr>
          <a:xfrm>
            <a:off x="31089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2-label480"/>
          <p:cNvSpPr txBox="1"/>
          <p:nvPr/>
        </p:nvSpPr>
        <p:spPr>
          <a:xfrm>
            <a:off x="26517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5" name="S12-line481"/>
          <p:cNvSpPr/>
          <p:nvPr/>
        </p:nvSpPr>
        <p:spPr>
          <a:xfrm>
            <a:off x="34472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2-label482"/>
          <p:cNvSpPr txBox="1"/>
          <p:nvPr/>
        </p:nvSpPr>
        <p:spPr>
          <a:xfrm>
            <a:off x="29900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7" name="S12-line483"/>
          <p:cNvSpPr/>
          <p:nvPr/>
        </p:nvSpPr>
        <p:spPr>
          <a:xfrm>
            <a:off x="37856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2-label484"/>
          <p:cNvSpPr txBox="1"/>
          <p:nvPr/>
        </p:nvSpPr>
        <p:spPr>
          <a:xfrm>
            <a:off x="33284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9" name="S12-line485"/>
          <p:cNvSpPr/>
          <p:nvPr/>
        </p:nvSpPr>
        <p:spPr>
          <a:xfrm>
            <a:off x="41239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2-label486"/>
          <p:cNvSpPr txBox="1"/>
          <p:nvPr/>
        </p:nvSpPr>
        <p:spPr>
          <a:xfrm>
            <a:off x="36667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1" name="S12-line487"/>
          <p:cNvSpPr/>
          <p:nvPr/>
        </p:nvSpPr>
        <p:spPr>
          <a:xfrm>
            <a:off x="446227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2-label488"/>
          <p:cNvSpPr txBox="1"/>
          <p:nvPr/>
        </p:nvSpPr>
        <p:spPr>
          <a:xfrm>
            <a:off x="400507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3" name="S12-line489"/>
          <p:cNvSpPr/>
          <p:nvPr/>
        </p:nvSpPr>
        <p:spPr>
          <a:xfrm>
            <a:off x="480060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2-label490"/>
          <p:cNvSpPr txBox="1"/>
          <p:nvPr/>
        </p:nvSpPr>
        <p:spPr>
          <a:xfrm>
            <a:off x="434340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5" name="S12-line491"/>
          <p:cNvSpPr/>
          <p:nvPr/>
        </p:nvSpPr>
        <p:spPr>
          <a:xfrm>
            <a:off x="513892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2-label492"/>
          <p:cNvSpPr txBox="1"/>
          <p:nvPr/>
        </p:nvSpPr>
        <p:spPr>
          <a:xfrm>
            <a:off x="468172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27" name="S12-mark493"/>
          <p:cNvSpPr/>
          <p:nvPr/>
        </p:nvSpPr>
        <p:spPr>
          <a:xfrm>
            <a:off x="2340864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12-mark494"/>
          <p:cNvSpPr/>
          <p:nvPr/>
        </p:nvSpPr>
        <p:spPr>
          <a:xfrm>
            <a:off x="4370832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9" name="S12-line495"/>
          <p:cNvSpPr/>
          <p:nvPr/>
        </p:nvSpPr>
        <p:spPr>
          <a:xfrm flipV="1">
            <a:off x="2432304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12-line496"/>
          <p:cNvSpPr/>
          <p:nvPr/>
        </p:nvSpPr>
        <p:spPr>
          <a:xfrm>
            <a:off x="2432304" y="1774952"/>
            <a:ext cx="2029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12-label497"/>
          <p:cNvSpPr txBox="1"/>
          <p:nvPr/>
        </p:nvSpPr>
        <p:spPr>
          <a:xfrm>
            <a:off x="2432304" y="1492504"/>
            <a:ext cx="2029968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</a:t>
            </a:r>
            <a:endParaRPr lang="ko-KR" sz="1600" dirty="0"/>
          </a:p>
        </p:txBody>
      </p:sp>
      <p:sp>
        <p:nvSpPr>
          <p:cNvPr id="32" name="S12-figure498" descr="0부터 10까지 1 cm 눈금이 있는 자 그림. 못의 한끝은 눈금 2, 다른 끝은 눈금 8에 있음"/>
          <p:cNvSpPr/>
          <p:nvPr/>
        </p:nvSpPr>
        <p:spPr>
          <a:xfrm>
            <a:off x="1481328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12-chip49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12-line500"/>
          <p:cNvSpPr/>
          <p:nvPr/>
        </p:nvSpPr>
        <p:spPr>
          <a:xfrm>
            <a:off x="7210044" y="2159000"/>
            <a:ext cx="393192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5" name="S12-line501"/>
          <p:cNvSpPr/>
          <p:nvPr/>
        </p:nvSpPr>
        <p:spPr>
          <a:xfrm>
            <a:off x="748436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12-label502"/>
          <p:cNvSpPr txBox="1"/>
          <p:nvPr/>
        </p:nvSpPr>
        <p:spPr>
          <a:xfrm>
            <a:off x="702716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7" name="S12-line503"/>
          <p:cNvSpPr/>
          <p:nvPr/>
        </p:nvSpPr>
        <p:spPr>
          <a:xfrm>
            <a:off x="782269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2-label504"/>
          <p:cNvSpPr txBox="1"/>
          <p:nvPr/>
        </p:nvSpPr>
        <p:spPr>
          <a:xfrm>
            <a:off x="736549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39" name="S12-line505"/>
          <p:cNvSpPr/>
          <p:nvPr/>
        </p:nvSpPr>
        <p:spPr>
          <a:xfrm>
            <a:off x="816102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2-label506"/>
          <p:cNvSpPr txBox="1"/>
          <p:nvPr/>
        </p:nvSpPr>
        <p:spPr>
          <a:xfrm>
            <a:off x="770382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1" name="S12-line507"/>
          <p:cNvSpPr/>
          <p:nvPr/>
        </p:nvSpPr>
        <p:spPr>
          <a:xfrm>
            <a:off x="849934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2-label508"/>
          <p:cNvSpPr txBox="1"/>
          <p:nvPr/>
        </p:nvSpPr>
        <p:spPr>
          <a:xfrm>
            <a:off x="804214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3" name="S12-line509"/>
          <p:cNvSpPr/>
          <p:nvPr/>
        </p:nvSpPr>
        <p:spPr>
          <a:xfrm>
            <a:off x="883767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2-label510"/>
          <p:cNvSpPr txBox="1"/>
          <p:nvPr/>
        </p:nvSpPr>
        <p:spPr>
          <a:xfrm>
            <a:off x="838047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5" name="S12-line511"/>
          <p:cNvSpPr/>
          <p:nvPr/>
        </p:nvSpPr>
        <p:spPr>
          <a:xfrm>
            <a:off x="917600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2-label512"/>
          <p:cNvSpPr txBox="1"/>
          <p:nvPr/>
        </p:nvSpPr>
        <p:spPr>
          <a:xfrm>
            <a:off x="871880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7" name="S12-line513"/>
          <p:cNvSpPr/>
          <p:nvPr/>
        </p:nvSpPr>
        <p:spPr>
          <a:xfrm>
            <a:off x="9514332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2-label514"/>
          <p:cNvSpPr txBox="1"/>
          <p:nvPr/>
        </p:nvSpPr>
        <p:spPr>
          <a:xfrm>
            <a:off x="9057132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49" name="S12-line515"/>
          <p:cNvSpPr/>
          <p:nvPr/>
        </p:nvSpPr>
        <p:spPr>
          <a:xfrm>
            <a:off x="9852660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2-label516"/>
          <p:cNvSpPr txBox="1"/>
          <p:nvPr/>
        </p:nvSpPr>
        <p:spPr>
          <a:xfrm>
            <a:off x="9395460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1" name="S12-line517"/>
          <p:cNvSpPr/>
          <p:nvPr/>
        </p:nvSpPr>
        <p:spPr>
          <a:xfrm>
            <a:off x="10190988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2-label518"/>
          <p:cNvSpPr txBox="1"/>
          <p:nvPr/>
        </p:nvSpPr>
        <p:spPr>
          <a:xfrm>
            <a:off x="9733788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3" name="S12-line519"/>
          <p:cNvSpPr/>
          <p:nvPr/>
        </p:nvSpPr>
        <p:spPr>
          <a:xfrm>
            <a:off x="10529316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2-label520"/>
          <p:cNvSpPr txBox="1"/>
          <p:nvPr/>
        </p:nvSpPr>
        <p:spPr>
          <a:xfrm>
            <a:off x="10072116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5" name="S12-line521"/>
          <p:cNvSpPr/>
          <p:nvPr/>
        </p:nvSpPr>
        <p:spPr>
          <a:xfrm>
            <a:off x="10867644" y="201269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2-label522"/>
          <p:cNvSpPr txBox="1"/>
          <p:nvPr/>
        </p:nvSpPr>
        <p:spPr>
          <a:xfrm>
            <a:off x="10410444" y="234188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7" name="S12-mark523"/>
          <p:cNvSpPr/>
          <p:nvPr/>
        </p:nvSpPr>
        <p:spPr>
          <a:xfrm>
            <a:off x="7392924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8" name="S12-mark524"/>
          <p:cNvSpPr/>
          <p:nvPr/>
        </p:nvSpPr>
        <p:spPr>
          <a:xfrm>
            <a:off x="10404043" y="206756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59" name="S12-line525"/>
          <p:cNvSpPr/>
          <p:nvPr/>
        </p:nvSpPr>
        <p:spPr>
          <a:xfrm flipV="1">
            <a:off x="7484364" y="177495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0" name="S12-line526"/>
          <p:cNvSpPr/>
          <p:nvPr/>
        </p:nvSpPr>
        <p:spPr>
          <a:xfrm>
            <a:off x="7484364" y="1774952"/>
            <a:ext cx="301111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1" name="S12-label527"/>
          <p:cNvSpPr txBox="1"/>
          <p:nvPr/>
        </p:nvSpPr>
        <p:spPr>
          <a:xfrm>
            <a:off x="7484364" y="1492504"/>
            <a:ext cx="3011119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</a:t>
            </a:r>
            <a:endParaRPr lang="ko-KR" sz="1600" dirty="0"/>
          </a:p>
        </p:txBody>
      </p:sp>
      <p:sp>
        <p:nvSpPr>
          <p:cNvPr id="62" name="S12-figure528" descr="0부터 10까지 1 cm 눈금이 있는 자 그림. 색연필의 한끝은 눈금 0, 다른 끝은 눈금 8과 9 사이, 9에 더 가까운 곳(두 눈금 사이)에 있음"/>
          <p:cNvSpPr/>
          <p:nvPr/>
        </p:nvSpPr>
        <p:spPr>
          <a:xfrm>
            <a:off x="7210044" y="1976120"/>
            <a:ext cx="393192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12-chip52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64" name="S12-text53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1 cm를 보여 줘요.</a:t>
            </a:r>
            <a:endParaRPr lang="ko-KR" sz="3200" dirty="0"/>
          </a:p>
        </p:txBody>
      </p:sp>
      <p:sp>
        <p:nvSpPr>
          <p:cNvPr id="65" name="S12-chip53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66" name="S12-text53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연필을 어림하고 자로 재어요.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cm를 찾아요</a:t>
            </a:r>
            <a:endParaRPr lang="ko-KR" sz="4400" dirty="0"/>
          </a:p>
        </p:txBody>
      </p:sp>
      <p:sp>
        <p:nvSpPr>
          <p:cNvPr id="3" name="S14-text5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5 cm인 것을 모두 고르세요.</a:t>
            </a:r>
            <a:endParaRPr lang="ko-KR" sz="3200" dirty="0"/>
          </a:p>
        </p:txBody>
      </p:sp>
      <p:sp>
        <p:nvSpPr>
          <p:cNvPr id="4" name="S14-card5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5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536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line537"/>
          <p:cNvSpPr/>
          <p:nvPr/>
        </p:nvSpPr>
        <p:spPr>
          <a:xfrm>
            <a:off x="1481328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4-line538"/>
          <p:cNvSpPr/>
          <p:nvPr/>
        </p:nvSpPr>
        <p:spPr>
          <a:xfrm>
            <a:off x="175564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label539"/>
          <p:cNvSpPr txBox="1"/>
          <p:nvPr/>
        </p:nvSpPr>
        <p:spPr>
          <a:xfrm>
            <a:off x="129844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10" name="S14-line540"/>
          <p:cNvSpPr/>
          <p:nvPr/>
        </p:nvSpPr>
        <p:spPr>
          <a:xfrm>
            <a:off x="213009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label541"/>
          <p:cNvSpPr txBox="1"/>
          <p:nvPr/>
        </p:nvSpPr>
        <p:spPr>
          <a:xfrm>
            <a:off x="167289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2" name="S14-line542"/>
          <p:cNvSpPr/>
          <p:nvPr/>
        </p:nvSpPr>
        <p:spPr>
          <a:xfrm>
            <a:off x="250454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label543"/>
          <p:cNvSpPr txBox="1"/>
          <p:nvPr/>
        </p:nvSpPr>
        <p:spPr>
          <a:xfrm>
            <a:off x="204734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" name="S14-line544"/>
          <p:cNvSpPr/>
          <p:nvPr/>
        </p:nvSpPr>
        <p:spPr>
          <a:xfrm>
            <a:off x="287898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label545"/>
          <p:cNvSpPr txBox="1"/>
          <p:nvPr/>
        </p:nvSpPr>
        <p:spPr>
          <a:xfrm>
            <a:off x="242178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6" name="S14-line546"/>
          <p:cNvSpPr/>
          <p:nvPr/>
        </p:nvSpPr>
        <p:spPr>
          <a:xfrm>
            <a:off x="325343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label547"/>
          <p:cNvSpPr txBox="1"/>
          <p:nvPr/>
        </p:nvSpPr>
        <p:spPr>
          <a:xfrm>
            <a:off x="279623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8" name="S14-line548"/>
          <p:cNvSpPr/>
          <p:nvPr/>
        </p:nvSpPr>
        <p:spPr>
          <a:xfrm>
            <a:off x="362788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label549"/>
          <p:cNvSpPr txBox="1"/>
          <p:nvPr/>
        </p:nvSpPr>
        <p:spPr>
          <a:xfrm>
            <a:off x="317068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20" name="S14-line550"/>
          <p:cNvSpPr/>
          <p:nvPr/>
        </p:nvSpPr>
        <p:spPr>
          <a:xfrm>
            <a:off x="400232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label551"/>
          <p:cNvSpPr txBox="1"/>
          <p:nvPr/>
        </p:nvSpPr>
        <p:spPr>
          <a:xfrm>
            <a:off x="354512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22" name="S14-line552"/>
          <p:cNvSpPr/>
          <p:nvPr/>
        </p:nvSpPr>
        <p:spPr>
          <a:xfrm>
            <a:off x="437677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label553"/>
          <p:cNvSpPr txBox="1"/>
          <p:nvPr/>
        </p:nvSpPr>
        <p:spPr>
          <a:xfrm>
            <a:off x="391957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24" name="S14-line554"/>
          <p:cNvSpPr/>
          <p:nvPr/>
        </p:nvSpPr>
        <p:spPr>
          <a:xfrm>
            <a:off x="475122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label555"/>
          <p:cNvSpPr txBox="1"/>
          <p:nvPr/>
        </p:nvSpPr>
        <p:spPr>
          <a:xfrm>
            <a:off x="429402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26" name="S14-line556"/>
          <p:cNvSpPr/>
          <p:nvPr/>
        </p:nvSpPr>
        <p:spPr>
          <a:xfrm>
            <a:off x="5125669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label557"/>
          <p:cNvSpPr txBox="1"/>
          <p:nvPr/>
        </p:nvSpPr>
        <p:spPr>
          <a:xfrm>
            <a:off x="4668469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28" name="S14-line558"/>
          <p:cNvSpPr/>
          <p:nvPr/>
        </p:nvSpPr>
        <p:spPr>
          <a:xfrm>
            <a:off x="5500116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label559"/>
          <p:cNvSpPr txBox="1"/>
          <p:nvPr/>
        </p:nvSpPr>
        <p:spPr>
          <a:xfrm>
            <a:off x="5042916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30" name="S14-mark560"/>
          <p:cNvSpPr/>
          <p:nvPr/>
        </p:nvSpPr>
        <p:spPr>
          <a:xfrm>
            <a:off x="1664208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1" name="S14-mark561"/>
          <p:cNvSpPr/>
          <p:nvPr/>
        </p:nvSpPr>
        <p:spPr>
          <a:xfrm>
            <a:off x="368622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4-line562"/>
          <p:cNvSpPr/>
          <p:nvPr/>
        </p:nvSpPr>
        <p:spPr>
          <a:xfrm flipV="1">
            <a:off x="1755648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3" name="S14-line563"/>
          <p:cNvSpPr/>
          <p:nvPr/>
        </p:nvSpPr>
        <p:spPr>
          <a:xfrm>
            <a:off x="1755648" y="2415032"/>
            <a:ext cx="202201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figure564" descr="0부터 10까지 1 cm 눈금이 있는 자 그림. 물건의 한끝은 눈금 0, 다른 끝은 눈금 5과 6 사이, 5에 더 가까운 곳(두 눈금 사이)에 있음"/>
          <p:cNvSpPr/>
          <p:nvPr/>
        </p:nvSpPr>
        <p:spPr>
          <a:xfrm>
            <a:off x="1481328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4-chip56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36" name="S14-line566"/>
          <p:cNvSpPr/>
          <p:nvPr/>
        </p:nvSpPr>
        <p:spPr>
          <a:xfrm>
            <a:off x="7210044" y="279908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S14-line567"/>
          <p:cNvSpPr/>
          <p:nvPr/>
        </p:nvSpPr>
        <p:spPr>
          <a:xfrm>
            <a:off x="748436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14-label568"/>
          <p:cNvSpPr txBox="1"/>
          <p:nvPr/>
        </p:nvSpPr>
        <p:spPr>
          <a:xfrm>
            <a:off x="702716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39" name="S14-line569"/>
          <p:cNvSpPr/>
          <p:nvPr/>
        </p:nvSpPr>
        <p:spPr>
          <a:xfrm>
            <a:off x="785881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14-label570"/>
          <p:cNvSpPr txBox="1"/>
          <p:nvPr/>
        </p:nvSpPr>
        <p:spPr>
          <a:xfrm>
            <a:off x="740161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41" name="S14-line571"/>
          <p:cNvSpPr/>
          <p:nvPr/>
        </p:nvSpPr>
        <p:spPr>
          <a:xfrm>
            <a:off x="823325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14-label572"/>
          <p:cNvSpPr txBox="1"/>
          <p:nvPr/>
        </p:nvSpPr>
        <p:spPr>
          <a:xfrm>
            <a:off x="777605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43" name="S14-line573"/>
          <p:cNvSpPr/>
          <p:nvPr/>
        </p:nvSpPr>
        <p:spPr>
          <a:xfrm>
            <a:off x="8607704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14-label574"/>
          <p:cNvSpPr txBox="1"/>
          <p:nvPr/>
        </p:nvSpPr>
        <p:spPr>
          <a:xfrm>
            <a:off x="8150504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45" name="S14-line575"/>
          <p:cNvSpPr/>
          <p:nvPr/>
        </p:nvSpPr>
        <p:spPr>
          <a:xfrm>
            <a:off x="8982151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6" name="S14-label576"/>
          <p:cNvSpPr txBox="1"/>
          <p:nvPr/>
        </p:nvSpPr>
        <p:spPr>
          <a:xfrm>
            <a:off x="8524951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47" name="S14-line577"/>
          <p:cNvSpPr/>
          <p:nvPr/>
        </p:nvSpPr>
        <p:spPr>
          <a:xfrm>
            <a:off x="935659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14-label578"/>
          <p:cNvSpPr txBox="1"/>
          <p:nvPr/>
        </p:nvSpPr>
        <p:spPr>
          <a:xfrm>
            <a:off x="889939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49" name="S14-line579"/>
          <p:cNvSpPr/>
          <p:nvPr/>
        </p:nvSpPr>
        <p:spPr>
          <a:xfrm>
            <a:off x="973104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14-label580"/>
          <p:cNvSpPr txBox="1"/>
          <p:nvPr/>
        </p:nvSpPr>
        <p:spPr>
          <a:xfrm>
            <a:off x="927384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51" name="S14-line581"/>
          <p:cNvSpPr/>
          <p:nvPr/>
        </p:nvSpPr>
        <p:spPr>
          <a:xfrm>
            <a:off x="1010549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14-label582"/>
          <p:cNvSpPr txBox="1"/>
          <p:nvPr/>
        </p:nvSpPr>
        <p:spPr>
          <a:xfrm>
            <a:off x="964829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53" name="S14-line583"/>
          <p:cNvSpPr/>
          <p:nvPr/>
        </p:nvSpPr>
        <p:spPr>
          <a:xfrm>
            <a:off x="10479938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14-label584"/>
          <p:cNvSpPr txBox="1"/>
          <p:nvPr/>
        </p:nvSpPr>
        <p:spPr>
          <a:xfrm>
            <a:off x="10022738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55" name="S14-line585"/>
          <p:cNvSpPr/>
          <p:nvPr/>
        </p:nvSpPr>
        <p:spPr>
          <a:xfrm>
            <a:off x="10854385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14-label586"/>
          <p:cNvSpPr txBox="1"/>
          <p:nvPr/>
        </p:nvSpPr>
        <p:spPr>
          <a:xfrm>
            <a:off x="10397185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57" name="S14-line587"/>
          <p:cNvSpPr/>
          <p:nvPr/>
        </p:nvSpPr>
        <p:spPr>
          <a:xfrm>
            <a:off x="11228832" y="265277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14-label588"/>
          <p:cNvSpPr txBox="1"/>
          <p:nvPr/>
        </p:nvSpPr>
        <p:spPr>
          <a:xfrm>
            <a:off x="10771632" y="298196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59" name="S14-mark589"/>
          <p:cNvSpPr/>
          <p:nvPr/>
        </p:nvSpPr>
        <p:spPr>
          <a:xfrm>
            <a:off x="7392924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0" name="S14-mark590"/>
          <p:cNvSpPr/>
          <p:nvPr/>
        </p:nvSpPr>
        <p:spPr>
          <a:xfrm>
            <a:off x="9527271" y="270764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61" name="S14-line591"/>
          <p:cNvSpPr/>
          <p:nvPr/>
        </p:nvSpPr>
        <p:spPr>
          <a:xfrm flipV="1">
            <a:off x="7484364" y="241503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14-line592"/>
          <p:cNvSpPr/>
          <p:nvPr/>
        </p:nvSpPr>
        <p:spPr>
          <a:xfrm>
            <a:off x="7484364" y="2415032"/>
            <a:ext cx="2134347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14-figure593" descr="0부터 10까지 1 cm 눈금이 있는 자 그림. 물건의 한끝은 눈금 0, 다른 끝은 눈금 5과 6 사이, 6에 더 가까운 곳(두 눈금 사이)에 있음"/>
          <p:cNvSpPr/>
          <p:nvPr/>
        </p:nvSpPr>
        <p:spPr>
          <a:xfrm>
            <a:off x="7210044" y="261620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14-chip594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65" name="S14-line595"/>
          <p:cNvSpPr/>
          <p:nvPr/>
        </p:nvSpPr>
        <p:spPr>
          <a:xfrm>
            <a:off x="1481328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66" name="S14-line596"/>
          <p:cNvSpPr/>
          <p:nvPr/>
        </p:nvSpPr>
        <p:spPr>
          <a:xfrm>
            <a:off x="175564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7" name="S14-label597"/>
          <p:cNvSpPr txBox="1"/>
          <p:nvPr/>
        </p:nvSpPr>
        <p:spPr>
          <a:xfrm>
            <a:off x="129844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68" name="S14-line598"/>
          <p:cNvSpPr/>
          <p:nvPr/>
        </p:nvSpPr>
        <p:spPr>
          <a:xfrm>
            <a:off x="213009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14-label599"/>
          <p:cNvSpPr txBox="1"/>
          <p:nvPr/>
        </p:nvSpPr>
        <p:spPr>
          <a:xfrm>
            <a:off x="167289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70" name="S14-line600"/>
          <p:cNvSpPr/>
          <p:nvPr/>
        </p:nvSpPr>
        <p:spPr>
          <a:xfrm>
            <a:off x="250454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1" name="S14-label601"/>
          <p:cNvSpPr txBox="1"/>
          <p:nvPr/>
        </p:nvSpPr>
        <p:spPr>
          <a:xfrm>
            <a:off x="204734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72" name="S14-line602"/>
          <p:cNvSpPr/>
          <p:nvPr/>
        </p:nvSpPr>
        <p:spPr>
          <a:xfrm>
            <a:off x="287898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3" name="S14-label603"/>
          <p:cNvSpPr txBox="1"/>
          <p:nvPr/>
        </p:nvSpPr>
        <p:spPr>
          <a:xfrm>
            <a:off x="242178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4" name="S14-line604"/>
          <p:cNvSpPr/>
          <p:nvPr/>
        </p:nvSpPr>
        <p:spPr>
          <a:xfrm>
            <a:off x="325343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5" name="S14-label605"/>
          <p:cNvSpPr txBox="1"/>
          <p:nvPr/>
        </p:nvSpPr>
        <p:spPr>
          <a:xfrm>
            <a:off x="279623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6" name="S14-line606"/>
          <p:cNvSpPr/>
          <p:nvPr/>
        </p:nvSpPr>
        <p:spPr>
          <a:xfrm>
            <a:off x="362788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7" name="S14-label607"/>
          <p:cNvSpPr txBox="1"/>
          <p:nvPr/>
        </p:nvSpPr>
        <p:spPr>
          <a:xfrm>
            <a:off x="317068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8" name="S14-line608"/>
          <p:cNvSpPr/>
          <p:nvPr/>
        </p:nvSpPr>
        <p:spPr>
          <a:xfrm>
            <a:off x="400232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9" name="S14-label609"/>
          <p:cNvSpPr txBox="1"/>
          <p:nvPr/>
        </p:nvSpPr>
        <p:spPr>
          <a:xfrm>
            <a:off x="354512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80" name="S14-line610"/>
          <p:cNvSpPr/>
          <p:nvPr/>
        </p:nvSpPr>
        <p:spPr>
          <a:xfrm>
            <a:off x="437677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1" name="S14-label611"/>
          <p:cNvSpPr txBox="1"/>
          <p:nvPr/>
        </p:nvSpPr>
        <p:spPr>
          <a:xfrm>
            <a:off x="391957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82" name="S14-line612"/>
          <p:cNvSpPr/>
          <p:nvPr/>
        </p:nvSpPr>
        <p:spPr>
          <a:xfrm>
            <a:off x="475122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3" name="S14-label613"/>
          <p:cNvSpPr txBox="1"/>
          <p:nvPr/>
        </p:nvSpPr>
        <p:spPr>
          <a:xfrm>
            <a:off x="429402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84" name="S14-line614"/>
          <p:cNvSpPr/>
          <p:nvPr/>
        </p:nvSpPr>
        <p:spPr>
          <a:xfrm>
            <a:off x="5125669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5" name="S14-label615"/>
          <p:cNvSpPr txBox="1"/>
          <p:nvPr/>
        </p:nvSpPr>
        <p:spPr>
          <a:xfrm>
            <a:off x="4668469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86" name="S14-line616"/>
          <p:cNvSpPr/>
          <p:nvPr/>
        </p:nvSpPr>
        <p:spPr>
          <a:xfrm>
            <a:off x="5500116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7" name="S14-label617"/>
          <p:cNvSpPr txBox="1"/>
          <p:nvPr/>
        </p:nvSpPr>
        <p:spPr>
          <a:xfrm>
            <a:off x="5042916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88" name="S14-mark618"/>
          <p:cNvSpPr/>
          <p:nvPr/>
        </p:nvSpPr>
        <p:spPr>
          <a:xfrm>
            <a:off x="1664208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89" name="S14-mark619"/>
          <p:cNvSpPr/>
          <p:nvPr/>
        </p:nvSpPr>
        <p:spPr>
          <a:xfrm>
            <a:off x="3274329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90" name="S14-line620"/>
          <p:cNvSpPr/>
          <p:nvPr/>
        </p:nvSpPr>
        <p:spPr>
          <a:xfrm flipV="1">
            <a:off x="1755648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91" name="S14-line621"/>
          <p:cNvSpPr/>
          <p:nvPr/>
        </p:nvSpPr>
        <p:spPr>
          <a:xfrm>
            <a:off x="1755648" y="4106672"/>
            <a:ext cx="1610121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2" name="S14-figure622" descr="0부터 10까지 1 cm 눈금이 있는 자 그림. 물건의 한끝은 눈금 0, 다른 끝은 눈금 4과 5 사이, 4에 더 가까운 곳(두 눈금 사이)에 있음"/>
          <p:cNvSpPr/>
          <p:nvPr/>
        </p:nvSpPr>
        <p:spPr>
          <a:xfrm>
            <a:off x="1481328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S14-chip623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94" name="S14-line624"/>
          <p:cNvSpPr/>
          <p:nvPr/>
        </p:nvSpPr>
        <p:spPr>
          <a:xfrm>
            <a:off x="7210044" y="4490720"/>
            <a:ext cx="4293108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5" name="S14-line625"/>
          <p:cNvSpPr/>
          <p:nvPr/>
        </p:nvSpPr>
        <p:spPr>
          <a:xfrm>
            <a:off x="748436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6" name="S14-label626"/>
          <p:cNvSpPr txBox="1"/>
          <p:nvPr/>
        </p:nvSpPr>
        <p:spPr>
          <a:xfrm>
            <a:off x="702716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600" dirty="0"/>
          </a:p>
        </p:txBody>
      </p:sp>
      <p:sp>
        <p:nvSpPr>
          <p:cNvPr id="97" name="S14-line627"/>
          <p:cNvSpPr/>
          <p:nvPr/>
        </p:nvSpPr>
        <p:spPr>
          <a:xfrm>
            <a:off x="785881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8" name="S14-label628"/>
          <p:cNvSpPr txBox="1"/>
          <p:nvPr/>
        </p:nvSpPr>
        <p:spPr>
          <a:xfrm>
            <a:off x="740161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99" name="S14-line629"/>
          <p:cNvSpPr/>
          <p:nvPr/>
        </p:nvSpPr>
        <p:spPr>
          <a:xfrm>
            <a:off x="823325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0" name="S14-label630"/>
          <p:cNvSpPr txBox="1"/>
          <p:nvPr/>
        </p:nvSpPr>
        <p:spPr>
          <a:xfrm>
            <a:off x="777605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01" name="S14-line631"/>
          <p:cNvSpPr/>
          <p:nvPr/>
        </p:nvSpPr>
        <p:spPr>
          <a:xfrm>
            <a:off x="8607704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2" name="S14-label632"/>
          <p:cNvSpPr txBox="1"/>
          <p:nvPr/>
        </p:nvSpPr>
        <p:spPr>
          <a:xfrm>
            <a:off x="8150504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03" name="S14-line633"/>
          <p:cNvSpPr/>
          <p:nvPr/>
        </p:nvSpPr>
        <p:spPr>
          <a:xfrm>
            <a:off x="8982151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4" name="S14-label634"/>
          <p:cNvSpPr txBox="1"/>
          <p:nvPr/>
        </p:nvSpPr>
        <p:spPr>
          <a:xfrm>
            <a:off x="8524951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05" name="S14-line635"/>
          <p:cNvSpPr/>
          <p:nvPr/>
        </p:nvSpPr>
        <p:spPr>
          <a:xfrm>
            <a:off x="935659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6" name="S14-label636"/>
          <p:cNvSpPr txBox="1"/>
          <p:nvPr/>
        </p:nvSpPr>
        <p:spPr>
          <a:xfrm>
            <a:off x="889939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07" name="S14-line637"/>
          <p:cNvSpPr/>
          <p:nvPr/>
        </p:nvSpPr>
        <p:spPr>
          <a:xfrm>
            <a:off x="973104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8" name="S14-label638"/>
          <p:cNvSpPr txBox="1"/>
          <p:nvPr/>
        </p:nvSpPr>
        <p:spPr>
          <a:xfrm>
            <a:off x="927384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09" name="S14-line639"/>
          <p:cNvSpPr/>
          <p:nvPr/>
        </p:nvSpPr>
        <p:spPr>
          <a:xfrm>
            <a:off x="1010549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0" name="S14-label640"/>
          <p:cNvSpPr txBox="1"/>
          <p:nvPr/>
        </p:nvSpPr>
        <p:spPr>
          <a:xfrm>
            <a:off x="964829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11" name="S14-line641"/>
          <p:cNvSpPr/>
          <p:nvPr/>
        </p:nvSpPr>
        <p:spPr>
          <a:xfrm>
            <a:off x="10479938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2" name="S14-label642"/>
          <p:cNvSpPr txBox="1"/>
          <p:nvPr/>
        </p:nvSpPr>
        <p:spPr>
          <a:xfrm>
            <a:off x="10022738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13" name="S14-line643"/>
          <p:cNvSpPr/>
          <p:nvPr/>
        </p:nvSpPr>
        <p:spPr>
          <a:xfrm>
            <a:off x="10854385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4" name="S14-label644"/>
          <p:cNvSpPr txBox="1"/>
          <p:nvPr/>
        </p:nvSpPr>
        <p:spPr>
          <a:xfrm>
            <a:off x="10397185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15" name="S14-line645"/>
          <p:cNvSpPr/>
          <p:nvPr/>
        </p:nvSpPr>
        <p:spPr>
          <a:xfrm>
            <a:off x="11228832" y="434441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6" name="S14-label646"/>
          <p:cNvSpPr txBox="1"/>
          <p:nvPr/>
        </p:nvSpPr>
        <p:spPr>
          <a:xfrm>
            <a:off x="10771632" y="4673600"/>
            <a:ext cx="914400" cy="264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17" name="S14-mark647"/>
          <p:cNvSpPr/>
          <p:nvPr/>
        </p:nvSpPr>
        <p:spPr>
          <a:xfrm>
            <a:off x="7767371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8" name="S14-mark648"/>
          <p:cNvSpPr/>
          <p:nvPr/>
        </p:nvSpPr>
        <p:spPr>
          <a:xfrm>
            <a:off x="9714494" y="439928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119" name="S14-line649"/>
          <p:cNvSpPr/>
          <p:nvPr/>
        </p:nvSpPr>
        <p:spPr>
          <a:xfrm flipV="1">
            <a:off x="7858811" y="410667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120" name="S14-line650"/>
          <p:cNvSpPr/>
          <p:nvPr/>
        </p:nvSpPr>
        <p:spPr>
          <a:xfrm>
            <a:off x="7858811" y="4106672"/>
            <a:ext cx="1947123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1" name="S14-figure651" descr="0부터 10까지 1 cm 눈금이 있는 자 그림. 물건의 한끝은 눈금 1, 다른 끝은 눈금 6과 7 사이, 6에 더 가까운 곳(두 눈금 사이)에 있음"/>
          <p:cNvSpPr/>
          <p:nvPr/>
        </p:nvSpPr>
        <p:spPr>
          <a:xfrm>
            <a:off x="7210044" y="4307840"/>
            <a:ext cx="4293108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65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65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한끝을 0에 맞추고, 1 cm가 몇 번인지 읽어요.</a:t>
            </a:r>
            <a:endParaRPr lang="ko-KR" sz="3200" dirty="0"/>
          </a:p>
        </p:txBody>
      </p:sp>
      <p:sp>
        <p:nvSpPr>
          <p:cNvPr id="5" name="S15-chip65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가까운 쪽 숫자에 ‘약’</a:t>
            </a:r>
            <a:endParaRPr lang="ko-KR" sz="2600" dirty="0"/>
          </a:p>
        </p:txBody>
      </p:sp>
      <p:sp>
        <p:nvSpPr>
          <p:cNvPr id="6" name="S15-chip65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끝의 눈금만 읽기</a:t>
            </a:r>
            <a:endParaRPr lang="ko-KR" sz="2600" dirty="0"/>
          </a:p>
        </p:txBody>
      </p:sp>
      <p:sp>
        <p:nvSpPr>
          <p:cNvPr id="7" name="S15-text65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65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2에 맞추고 끝이 9면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cm?</a:t>
            </a:r>
            <a:endParaRPr lang="ko-KR" sz="2600" dirty="0"/>
          </a:p>
        </p:txBody>
      </p:sp>
      <p:sp>
        <p:nvSpPr>
          <p:cNvPr id="9" name="S15-text65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3과 4 사이, 4에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가까우면?</a:t>
            </a:r>
            <a:endParaRPr lang="ko-KR" sz="2600" dirty="0"/>
          </a:p>
        </p:txBody>
      </p:sp>
      <p:sp>
        <p:nvSpPr>
          <p:cNvPr id="10" name="S15-text65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지우개를 어림하고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재어요.</a:t>
            </a:r>
            <a:endParaRPr lang="ko-KR" sz="2600" dirty="0"/>
          </a:p>
        </p:txBody>
      </p:sp>
      <p:sp>
        <p:nvSpPr>
          <p:cNvPr id="11" name="S15-text66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m와 cm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끝을 맞춰요</a:t>
            </a:r>
            <a:endParaRPr lang="ko-KR" sz="4400" dirty="0"/>
          </a:p>
        </p:txBody>
      </p:sp>
      <p:sp>
        <p:nvSpPr>
          <p:cNvPr id="3" name="S16-text6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끝을 맞추고 오른쪽 끝을 봐요.</a:t>
            </a:r>
            <a:endParaRPr lang="ko-KR" sz="3200" dirty="0"/>
          </a:p>
        </p:txBody>
      </p:sp>
      <p:sp>
        <p:nvSpPr>
          <p:cNvPr id="4" name="S16-card662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663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나온 쪽이 더 길어요.</a:t>
            </a:r>
            <a:endParaRPr lang="ko-KR" sz="3200" dirty="0"/>
          </a:p>
        </p:txBody>
      </p:sp>
      <p:sp>
        <p:nvSpPr>
          <p:cNvPr id="6" name="S16-card664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665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세면 얼마나 긴지 알아요.</a:t>
            </a:r>
            <a:endParaRPr lang="ko-KR" sz="3200" dirty="0"/>
          </a:p>
        </p:txBody>
      </p:sp>
      <p:sp>
        <p:nvSpPr>
          <p:cNvPr id="8" name="S16-cell666"/>
          <p:cNvSpPr/>
          <p:nvPr/>
        </p:nvSpPr>
        <p:spPr>
          <a:xfrm>
            <a:off x="25740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6-cell667"/>
          <p:cNvSpPr/>
          <p:nvPr/>
        </p:nvSpPr>
        <p:spPr>
          <a:xfrm>
            <a:off x="35798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6-cell668"/>
          <p:cNvSpPr/>
          <p:nvPr/>
        </p:nvSpPr>
        <p:spPr>
          <a:xfrm>
            <a:off x="45857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6-cell669"/>
          <p:cNvSpPr/>
          <p:nvPr/>
        </p:nvSpPr>
        <p:spPr>
          <a:xfrm>
            <a:off x="55915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6-cell670"/>
          <p:cNvSpPr/>
          <p:nvPr/>
        </p:nvSpPr>
        <p:spPr>
          <a:xfrm>
            <a:off x="65973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6-cell671"/>
          <p:cNvSpPr/>
          <p:nvPr/>
        </p:nvSpPr>
        <p:spPr>
          <a:xfrm>
            <a:off x="760323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6-cell672"/>
          <p:cNvSpPr/>
          <p:nvPr/>
        </p:nvSpPr>
        <p:spPr>
          <a:xfrm>
            <a:off x="860907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6-cell673"/>
          <p:cNvSpPr/>
          <p:nvPr/>
        </p:nvSpPr>
        <p:spPr>
          <a:xfrm>
            <a:off x="25740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6-cell674"/>
          <p:cNvSpPr/>
          <p:nvPr/>
        </p:nvSpPr>
        <p:spPr>
          <a:xfrm>
            <a:off x="357987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6-cell675"/>
          <p:cNvSpPr/>
          <p:nvPr/>
        </p:nvSpPr>
        <p:spPr>
          <a:xfrm>
            <a:off x="45857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6-cell676"/>
          <p:cNvSpPr/>
          <p:nvPr/>
        </p:nvSpPr>
        <p:spPr>
          <a:xfrm>
            <a:off x="55915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6-cell677"/>
          <p:cNvSpPr/>
          <p:nvPr/>
        </p:nvSpPr>
        <p:spPr>
          <a:xfrm>
            <a:off x="65973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6-cell678"/>
          <p:cNvSpPr/>
          <p:nvPr/>
        </p:nvSpPr>
        <p:spPr>
          <a:xfrm>
            <a:off x="760323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6-cell679"/>
          <p:cNvSpPr/>
          <p:nvPr/>
        </p:nvSpPr>
        <p:spPr>
          <a:xfrm>
            <a:off x="86090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6-figure680" descr="왼쪽 끝을 맞춘 두 띠: 위 띠 6칸, 아래 띠 4칸"/>
          <p:cNvSpPr/>
          <p:nvPr/>
        </p:nvSpPr>
        <p:spPr>
          <a:xfrm>
            <a:off x="2574036" y="2334260"/>
            <a:ext cx="704088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길이 재기</dc:title>
  <dc:subject>KR22-G02-MAT-CM-L01</dc:subject>
  <dc:creator>education-ppt</dc:creator>
  <cp:lastModifiedBy>education-ppt</cp:lastModifiedBy>
  <cp:revision>1</cp:revision>
  <dcterms:created xsi:type="dcterms:W3CDTF">2026-10-26T06:51:01Z</dcterms:created>
  <dcterms:modified xsi:type="dcterms:W3CDTF">2026-10-26T06:51:01Z</dcterms:modified>
</cp:coreProperties>
</file>