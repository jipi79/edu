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b36b32-2cb4-9ed3-466c-e625c669ba52}">
          <p14:sldIdLst>
            <p14:sldId id="256"/>
            <p14:sldId id="257"/>
          </p14:sldIdLst>
        </p14:section>
        <p14:section name="개념" id="{2e583b5a-00a9-2839-9991-867f25a28d1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a5055d56-1de3-d8dc-858b-8fafb8607992}">
          <p14:sldIdLst>
            <p14:sldId id="264"/>
          </p14:sldIdLst>
        </p14:section>
        <p14:section name="확인" id="{72794706-4c21-bfc8-4ce3-2a93d342bbe2}">
          <p14:sldIdLst>
            <p14:sldId id="265"/>
            <p14:sldId id="266"/>
          </p14:sldIdLst>
        </p14:section>
        <p14:section name="정리" id="{ddbcc92e-abb7-75d0-8414-e59225882ceb}">
          <p14:sldIdLst>
            <p14:sldId id="267"/>
          </p14:sldIdLst>
        </p14:section>
        <p14:section name="보충" id="{4c1ebafd-ee97-6475-cf3d-bb7741d89b1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도형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 어떻게 정할까?</a:t>
            </a:r>
            <a:endParaRPr lang="ko-KR" sz="3200" dirty="0"/>
          </a:p>
        </p:txBody>
      </p:sp>
      <p:sp>
        <p:nvSpPr>
          <p:cNvPr id="4" name="S01-figure1" descr="triangle"/>
          <p:cNvSpPr/>
          <p:nvPr/>
        </p:nvSpPr>
        <p:spPr>
          <a:xfrm>
            <a:off x="786445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pentagon"/>
          <p:cNvSpPr/>
          <p:nvPr/>
        </p:nvSpPr>
        <p:spPr>
          <a:xfrm>
            <a:off x="9175090" y="1585178"/>
            <a:ext cx="943661" cy="898725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변과 꼭짓점을 세어 도형의 이름을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특징을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모양인지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8" descr="triangle"/>
          <p:cNvSpPr/>
          <p:nvPr/>
        </p:nvSpPr>
        <p:spPr>
          <a:xfrm>
            <a:off x="351586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10" descr="rect"/>
          <p:cNvSpPr/>
          <p:nvPr/>
        </p:nvSpPr>
        <p:spPr>
          <a:xfrm>
            <a:off x="3515868" y="3689033"/>
            <a:ext cx="1143000" cy="71437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figure12" descr="circle"/>
          <p:cNvSpPr/>
          <p:nvPr/>
        </p:nvSpPr>
        <p:spPr>
          <a:xfrm>
            <a:off x="3515868" y="493776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삼각형을 살펴봐요.</a:t>
            </a:r>
            <a:endParaRPr lang="ko-KR" sz="3200" dirty="0"/>
          </a:p>
        </p:txBody>
      </p:sp>
      <p:sp>
        <p:nvSpPr>
          <p:cNvPr id="4" name="S03-figure14" descr="삼각형"/>
          <p:cNvSpPr/>
          <p:nvPr/>
        </p:nvSpPr>
        <p:spPr>
          <a:xfrm>
            <a:off x="1949958" y="2651298"/>
            <a:ext cx="2560320" cy="2327564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5"/>
          <p:cNvSpPr txBox="1"/>
          <p:nvPr/>
        </p:nvSpPr>
        <p:spPr>
          <a:xfrm>
            <a:off x="548640" y="5755640"/>
            <a:ext cx="5362956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600" dirty="0"/>
          </a:p>
        </p:txBody>
      </p:sp>
      <p:sp>
        <p:nvSpPr>
          <p:cNvPr id="6" name="S03-card16"/>
          <p:cNvSpPr/>
          <p:nvPr/>
        </p:nvSpPr>
        <p:spPr>
          <a:xfrm>
            <a:off x="6277356" y="2495042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551676" y="2632202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선이에요.</a:t>
            </a:r>
            <a:endParaRPr lang="ko-KR" sz="3200" dirty="0"/>
          </a:p>
        </p:txBody>
      </p:sp>
      <p:sp>
        <p:nvSpPr>
          <p:cNvPr id="8" name="S03-card18"/>
          <p:cNvSpPr/>
          <p:nvPr/>
        </p:nvSpPr>
        <p:spPr>
          <a:xfrm>
            <a:off x="6277356" y="4027678"/>
            <a:ext cx="5362956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551676" y="4164838"/>
            <a:ext cx="4814316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면봉으로 만들어요</a:t>
            </a:r>
            <a:endParaRPr lang="ko-KR" sz="4400" dirty="0"/>
          </a:p>
        </p:txBody>
      </p:sp>
      <p:sp>
        <p:nvSpPr>
          <p:cNvPr id="3" name="S04-figure20" descr="triangle"/>
          <p:cNvSpPr/>
          <p:nvPr/>
        </p:nvSpPr>
        <p:spPr>
          <a:xfrm>
            <a:off x="7251269" y="2931054"/>
            <a:ext cx="1698984" cy="154453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4-figure21" descr="square"/>
          <p:cNvSpPr/>
          <p:nvPr/>
        </p:nvSpPr>
        <p:spPr>
          <a:xfrm>
            <a:off x="9610969" y="285382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stepno22"/>
          <p:cNvSpPr txBox="1"/>
          <p:nvPr/>
        </p:nvSpPr>
        <p:spPr>
          <a:xfrm>
            <a:off x="548640" y="2165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3"/>
          <p:cNvSpPr txBox="1"/>
          <p:nvPr/>
        </p:nvSpPr>
        <p:spPr>
          <a:xfrm>
            <a:off x="1325880" y="211988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3개로 빈틈없이 막힌 도형을 만들어요.</a:t>
            </a:r>
            <a:endParaRPr lang="ko-KR" sz="3200" dirty="0"/>
          </a:p>
        </p:txBody>
      </p:sp>
      <p:sp>
        <p:nvSpPr>
          <p:cNvPr id="7" name="S04-stepno24"/>
          <p:cNvSpPr txBox="1"/>
          <p:nvPr/>
        </p:nvSpPr>
        <p:spPr>
          <a:xfrm>
            <a:off x="548640" y="332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5"/>
          <p:cNvSpPr txBox="1"/>
          <p:nvPr/>
        </p:nvSpPr>
        <p:spPr>
          <a:xfrm>
            <a:off x="1325880" y="327609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4개, 5개, 6개로도 만들어요.</a:t>
            </a:r>
            <a:endParaRPr lang="ko-KR" sz="3200" dirty="0"/>
          </a:p>
        </p:txBody>
      </p:sp>
      <p:sp>
        <p:nvSpPr>
          <p:cNvPr id="9" name="S04-stepno26"/>
          <p:cNvSpPr txBox="1"/>
          <p:nvPr/>
        </p:nvSpPr>
        <p:spPr>
          <a:xfrm>
            <a:off x="548640" y="447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7"/>
          <p:cNvSpPr txBox="1"/>
          <p:nvPr/>
        </p:nvSpPr>
        <p:spPr>
          <a:xfrm>
            <a:off x="1325880" y="443230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끝이 만나는 곳을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수를 세어 이름을 붙여요.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3개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3개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3378708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3653028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4개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6208776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6483096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9038844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9313164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6개</a:t>
            </a:r>
            <a:endParaRPr lang="ko-KR" sz="3200" dirty="0"/>
          </a:p>
        </p:txBody>
      </p:sp>
      <p:sp>
        <p:nvSpPr>
          <p:cNvPr id="12" name="S05-figure37" descr="triangle"/>
          <p:cNvSpPr/>
          <p:nvPr/>
        </p:nvSpPr>
        <p:spPr>
          <a:xfrm>
            <a:off x="936849" y="2170980"/>
            <a:ext cx="1996501" cy="1815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5-figure38" descr="square"/>
          <p:cNvSpPr/>
          <p:nvPr/>
        </p:nvSpPr>
        <p:spPr>
          <a:xfrm>
            <a:off x="3709767" y="2080230"/>
            <a:ext cx="1996501" cy="19965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4" name="S05-figure39" descr="pentagon"/>
          <p:cNvSpPr/>
          <p:nvPr/>
        </p:nvSpPr>
        <p:spPr>
          <a:xfrm>
            <a:off x="6482685" y="2127765"/>
            <a:ext cx="1996501" cy="1901429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05-figure40" descr="hexagon"/>
          <p:cNvSpPr/>
          <p:nvPr/>
        </p:nvSpPr>
        <p:spPr>
          <a:xfrm>
            <a:off x="9255603" y="2210436"/>
            <a:ext cx="1996501" cy="1736088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세고 이름 붙이기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꼭짓점을 세고 이름을 말해요.</a:t>
            </a:r>
            <a:endParaRPr lang="ko-KR" sz="32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꼭짓점에 점을 찍으며 세요.</a:t>
            </a:r>
            <a:endParaRPr lang="ko-KR" sz="32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figure45" descr="hexagon"/>
          <p:cNvSpPr/>
          <p:nvPr/>
        </p:nvSpPr>
        <p:spPr>
          <a:xfrm>
            <a:off x="2964942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chip4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figure47" descr="rtriangle"/>
          <p:cNvSpPr/>
          <p:nvPr/>
        </p:nvSpPr>
        <p:spPr>
          <a:xfrm>
            <a:off x="8693658" y="2071947"/>
            <a:ext cx="1325880" cy="1205345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figure49" descr="trapezoid"/>
          <p:cNvSpPr/>
          <p:nvPr/>
        </p:nvSpPr>
        <p:spPr>
          <a:xfrm>
            <a:off x="2964942" y="3878580"/>
            <a:ext cx="1325880" cy="88392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6-chip5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figure51" descr="pentagon"/>
          <p:cNvSpPr/>
          <p:nvPr/>
        </p:nvSpPr>
        <p:spPr>
          <a:xfrm>
            <a:off x="8693658" y="3689169"/>
            <a:ext cx="1325880" cy="1262743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사각형을 모두 찾아요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7-figure55" descr="parallelogram"/>
          <p:cNvSpPr/>
          <p:nvPr/>
        </p:nvSpPr>
        <p:spPr>
          <a:xfrm>
            <a:off x="2816352" y="1630204"/>
            <a:ext cx="1623060" cy="1014412"/>
          </a:xfrm>
          <a:prstGeom prst="parallelogram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7-chip5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7-figure57" descr="triangle"/>
          <p:cNvSpPr/>
          <p:nvPr/>
        </p:nvSpPr>
        <p:spPr>
          <a:xfrm>
            <a:off x="8545068" y="1399655"/>
            <a:ext cx="1623060" cy="147550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7-chip5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7-figure59" descr="rhombus"/>
          <p:cNvSpPr/>
          <p:nvPr/>
        </p:nvSpPr>
        <p:spPr>
          <a:xfrm>
            <a:off x="2978658" y="3360420"/>
            <a:ext cx="1298448" cy="162306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7-chip6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2" name="S07-figure61" descr="trapezoid"/>
          <p:cNvSpPr/>
          <p:nvPr/>
        </p:nvSpPr>
        <p:spPr>
          <a:xfrm>
            <a:off x="8545068" y="3630930"/>
            <a:ext cx="1623060" cy="108204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알아봐요</a:t>
            </a:r>
            <a:endParaRPr lang="ko-KR" sz="44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대고 따라 그리면 원이 돼요.</a:t>
            </a:r>
            <a:endParaRPr lang="ko-KR" sz="3200" dirty="0"/>
          </a:p>
        </p:txBody>
      </p:sp>
      <p:sp>
        <p:nvSpPr>
          <p:cNvPr id="4" name="S08-card6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선이 없어요.</a:t>
            </a:r>
            <a:endParaRPr lang="ko-KR" sz="3200" dirty="0"/>
          </a:p>
        </p:txBody>
      </p:sp>
      <p:sp>
        <p:nvSpPr>
          <p:cNvPr id="6" name="S08-card6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없어요.</a:t>
            </a:r>
            <a:endParaRPr lang="ko-KR" sz="3200" dirty="0"/>
          </a:p>
        </p:txBody>
      </p:sp>
      <p:sp>
        <p:nvSpPr>
          <p:cNvPr id="8" name="S08-card6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봐도 똑같이 동그래요.</a:t>
            </a:r>
            <a:endParaRPr lang="ko-KR" sz="3200" dirty="0"/>
          </a:p>
        </p:txBody>
      </p:sp>
      <p:sp>
        <p:nvSpPr>
          <p:cNvPr id="10" name="S08-figure69" descr="circle"/>
          <p:cNvSpPr/>
          <p:nvPr/>
        </p:nvSpPr>
        <p:spPr>
          <a:xfrm>
            <a:off x="2647188" y="2169795"/>
            <a:ext cx="1188720" cy="118872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abel70"/>
          <p:cNvSpPr txBox="1"/>
          <p:nvPr/>
        </p:nvSpPr>
        <p:spPr>
          <a:xfrm>
            <a:off x="548640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원</a:t>
            </a:r>
            <a:endParaRPr lang="ko-KR" sz="2600" dirty="0"/>
          </a:p>
        </p:txBody>
      </p:sp>
      <p:sp>
        <p:nvSpPr>
          <p:cNvPr id="12" name="S08-figure71" descr="circle"/>
          <p:cNvSpPr/>
          <p:nvPr/>
        </p:nvSpPr>
        <p:spPr>
          <a:xfrm>
            <a:off x="8194929" y="2011680"/>
            <a:ext cx="1504950" cy="150495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abel72"/>
          <p:cNvSpPr txBox="1"/>
          <p:nvPr/>
        </p:nvSpPr>
        <p:spPr>
          <a:xfrm>
            <a:off x="6254496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변은 몇 개일까요?</a:t>
            </a:r>
            <a:endParaRPr lang="ko-KR" sz="3200" dirty="0"/>
          </a:p>
        </p:txBody>
      </p:sp>
      <p:sp>
        <p:nvSpPr>
          <p:cNvPr id="5" name="S09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1개</a:t>
            </a:r>
            <a:endParaRPr lang="ko-KR" sz="2600" dirty="0"/>
          </a:p>
        </p:txBody>
      </p:sp>
      <p:sp>
        <p:nvSpPr>
          <p:cNvPr id="8" name="S09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“빙 둘러 이어진 선이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있으니까 1개예요.”</a:t>
            </a:r>
            <a:endParaRPr lang="ko-KR" sz="3200" dirty="0"/>
          </a:p>
        </p:txBody>
      </p:sp>
      <p:sp>
        <p:nvSpPr>
          <p:cNvPr id="9" name="S09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없어요</a:t>
            </a:r>
            <a:endParaRPr lang="ko-KR" sz="2600" dirty="0"/>
          </a:p>
        </p:txBody>
      </p:sp>
      <p:sp>
        <p:nvSpPr>
          <p:cNvPr id="10" name="S09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“변은 곧은 선인데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원에는 곧은 선이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말하고, 어떻게 알았는지 말해요.</a:t>
            </a:r>
            <a:endParaRPr lang="ko-KR" sz="32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figure83" descr="rhombus"/>
          <p:cNvSpPr/>
          <p:nvPr/>
        </p:nvSpPr>
        <p:spPr>
          <a:xfrm>
            <a:off x="2878074" y="2011680"/>
            <a:ext cx="1499616" cy="187452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0-chip84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figure85" descr="hexagon"/>
          <p:cNvSpPr/>
          <p:nvPr/>
        </p:nvSpPr>
        <p:spPr>
          <a:xfrm>
            <a:off x="8419338" y="2133931"/>
            <a:ext cx="1874520" cy="1630017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5개인 도형은?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육각형의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모두 찾아요</a:t>
            </a:r>
            <a:endParaRPr lang="ko-KR" sz="4400" dirty="0"/>
          </a:p>
        </p:txBody>
      </p:sp>
      <p:sp>
        <p:nvSpPr>
          <p:cNvPr id="3" name="S12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 아닌 것은 왜 아닐까요?</a:t>
            </a:r>
            <a:endParaRPr lang="ko-KR" sz="3200" dirty="0"/>
          </a:p>
        </p:txBody>
      </p:sp>
      <p:sp>
        <p:nvSpPr>
          <p:cNvPr id="5" name="S12-chip9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figure93" descr="circle"/>
          <p:cNvSpPr/>
          <p:nvPr/>
        </p:nvSpPr>
        <p:spPr>
          <a:xfrm>
            <a:off x="1726692" y="2958084"/>
            <a:ext cx="1097280" cy="10972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chip94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figure95" descr="hexagon"/>
          <p:cNvSpPr/>
          <p:nvPr/>
        </p:nvSpPr>
        <p:spPr>
          <a:xfrm>
            <a:off x="5180076" y="2711594"/>
            <a:ext cx="1828800" cy="1590261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chip9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figure97" descr="circle"/>
          <p:cNvSpPr/>
          <p:nvPr/>
        </p:nvSpPr>
        <p:spPr>
          <a:xfrm>
            <a:off x="8907780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꼭짓점의 수로 도형의 이름을 알아요.</a:t>
            </a:r>
            <a:endParaRPr lang="ko-KR" sz="3200" dirty="0"/>
          </a:p>
        </p:txBody>
      </p:sp>
      <p:sp>
        <p:nvSpPr>
          <p:cNvPr id="5" name="S13-chip10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꼭짓점에 점 찍으며 세기</a:t>
            </a:r>
            <a:endParaRPr lang="ko-KR" sz="2600" dirty="0"/>
          </a:p>
        </p:txBody>
      </p:sp>
      <p:sp>
        <p:nvSpPr>
          <p:cNvPr id="6" name="S13-chip10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다른 도형이라 하기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6개인 도형은?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꼭짓점 수는?</a:t>
            </a:r>
            <a:endParaRPr lang="ko-KR" sz="2600" dirty="0"/>
          </a:p>
        </p:txBody>
      </p:sp>
      <p:sp>
        <p:nvSpPr>
          <p:cNvPr id="10" name="S13-text10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삼각형 2개의 변은?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뾰족한 곳 세기</a:t>
            </a:r>
            <a:endParaRPr lang="ko-KR" sz="4400" dirty="0"/>
          </a:p>
        </p:txBody>
      </p:sp>
      <p:sp>
        <p:nvSpPr>
          <p:cNvPr id="3" name="S14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손가락으로 콕콕 세어요.</a:t>
            </a:r>
            <a:endParaRPr lang="ko-KR" sz="3200" dirty="0"/>
          </a:p>
        </p:txBody>
      </p:sp>
      <p:sp>
        <p:nvSpPr>
          <p:cNvPr id="4" name="S14-card10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3군데, 네모 4군데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모양은 뾰족한 곳이 없어요.</a:t>
            </a:r>
            <a:endParaRPr lang="ko-KR" sz="3200" dirty="0"/>
          </a:p>
        </p:txBody>
      </p:sp>
      <p:sp>
        <p:nvSpPr>
          <p:cNvPr id="6" name="S14-figure110" descr="세모 모양"/>
          <p:cNvSpPr/>
          <p:nvPr/>
        </p:nvSpPr>
        <p:spPr>
          <a:xfrm>
            <a:off x="1391412" y="2134362"/>
            <a:ext cx="2011680" cy="1828800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4-label111"/>
          <p:cNvSpPr txBox="1"/>
          <p:nvPr/>
        </p:nvSpPr>
        <p:spPr>
          <a:xfrm>
            <a:off x="548640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2600" dirty="0"/>
          </a:p>
        </p:txBody>
      </p:sp>
      <p:sp>
        <p:nvSpPr>
          <p:cNvPr id="8" name="S14-figure112" descr="네모 모양"/>
          <p:cNvSpPr/>
          <p:nvPr/>
        </p:nvSpPr>
        <p:spPr>
          <a:xfrm>
            <a:off x="5088636" y="2042922"/>
            <a:ext cx="2011680" cy="201168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4-label113"/>
          <p:cNvSpPr txBox="1"/>
          <p:nvPr/>
        </p:nvSpPr>
        <p:spPr>
          <a:xfrm>
            <a:off x="4245864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2600" dirty="0"/>
          </a:p>
        </p:txBody>
      </p:sp>
      <p:sp>
        <p:nvSpPr>
          <p:cNvPr id="10" name="S14-figure114" descr="동그라미 모양"/>
          <p:cNvSpPr/>
          <p:nvPr/>
        </p:nvSpPr>
        <p:spPr>
          <a:xfrm>
            <a:off x="8785860" y="2042922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4-label115"/>
          <p:cNvSpPr txBox="1"/>
          <p:nvPr/>
        </p:nvSpPr>
        <p:spPr>
          <a:xfrm>
            <a:off x="7943088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여러 가지 도형</dc:title>
  <dc:subject>KR22-G02-MAT-PLANE-L01</dc:subject>
  <dc:creator>education-ppt</dc:creator>
  <cp:lastModifiedBy>education-ppt</cp:lastModifiedBy>
  <cp:revision>1</cp:revision>
  <dcterms:created xsi:type="dcterms:W3CDTF">2026-10-26T07:46:17Z</dcterms:created>
  <dcterms:modified xsi:type="dcterms:W3CDTF">2026-10-26T07:46:17Z</dcterms:modified>
</cp:coreProperties>
</file>