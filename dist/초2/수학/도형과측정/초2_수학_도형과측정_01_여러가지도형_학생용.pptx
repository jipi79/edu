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99b5ad1-3018-5c5d-1139-ca4c54601bb3}">
          <p14:sldIdLst>
            <p14:sldId id="256"/>
            <p14:sldId id="257"/>
          </p14:sldIdLst>
        </p14:section>
        <p14:section name="개념" id="{488159c5-3a48-d506-a2ae-302e12836a6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39c63513-bc15-58c7-e9e9-ea08ed96c444}">
          <p14:sldIdLst>
            <p14:sldId id="264"/>
          </p14:sldIdLst>
        </p14:section>
        <p14:section name="확인" id="{3eaabde5-0d83-d896-0e19-a6e1dd908f8b}">
          <p14:sldIdLst>
            <p14:sldId id="265"/>
            <p14:sldId id="266"/>
          </p14:sldIdLst>
        </p14:section>
        <p14:section name="정리" id="{89372a9b-7282-cc48-0f35-1b5beaa14c8d}">
          <p14:sldIdLst>
            <p14:sldId id="267"/>
          </p14:sldIdLst>
        </p14:section>
        <p14:section name="보충" id="{22f22ee0-a639-cd2a-156a-8f766ae6210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351586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351586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351586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964942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693658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964942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693658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878074" y="2011680"/>
            <a:ext cx="1499616" cy="187452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419338" y="2133931"/>
            <a:ext cx="1874520" cy="1630017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9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93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94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95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9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97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0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10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11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12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13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14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15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2026-10-26T07:14:26Z</dcterms:created>
  <dcterms:modified xsi:type="dcterms:W3CDTF">2026-10-26T07:14:26Z</dcterms:modified>
</cp:coreProperties>
</file>