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cdf9d4b-7148-78e1-6e41-30692ee954a6}">
          <p14:sldIdLst>
            <p14:sldId id="256"/>
            <p14:sldId id="257"/>
          </p14:sldIdLst>
        </p14:section>
        <p14:section name="개념" id="{a044afae-3fc5-00bd-cbb3-23674024478d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연습" id="{c2a22291-57b1-4ccb-6c5d-186eb2f04032}">
          <p14:sldIdLst>
            <p14:sldId id="264"/>
          </p14:sldIdLst>
        </p14:section>
        <p14:section name="확인" id="{f467e59b-e255-0a29-6f9d-47f63c60297d}">
          <p14:sldIdLst>
            <p14:sldId id="265"/>
            <p14:sldId id="266"/>
          </p14:sldIdLst>
        </p14:section>
        <p14:section name="정리" id="{e9091c1b-4a4b-21a5-1124-c38bf8506f8b}">
          <p14:sldIdLst>
            <p14:sldId id="267"/>
          </p14:sldIdLst>
        </p14:section>
        <p14:section name="보충" id="{d62a2725-6e73-778a-cbec-ad88d758717f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도형과측정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여러 가지 도형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여러 가지 도형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여러 가지 도형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도형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도형의 이름은 어떻게 정할까?</a:t>
            </a:r>
            <a:endParaRPr lang="ko-KR" sz="3200" dirty="0"/>
          </a:p>
        </p:txBody>
      </p:sp>
      <p:sp>
        <p:nvSpPr>
          <p:cNvPr id="4" name="S01-figure1" descr="triangle"/>
          <p:cNvSpPr/>
          <p:nvPr/>
        </p:nvSpPr>
        <p:spPr>
          <a:xfrm>
            <a:off x="7864450" y="1605603"/>
            <a:ext cx="943661" cy="857873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1-figure2" descr="pentagon"/>
          <p:cNvSpPr/>
          <p:nvPr/>
        </p:nvSpPr>
        <p:spPr>
          <a:xfrm>
            <a:off x="9175090" y="1585178"/>
            <a:ext cx="943661" cy="898725"/>
          </a:xfrm>
          <a:prstGeom prst="pentago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1-figure3" descr="circle"/>
          <p:cNvSpPr/>
          <p:nvPr/>
        </p:nvSpPr>
        <p:spPr>
          <a:xfrm>
            <a:off x="10485730" y="1562710"/>
            <a:ext cx="943661" cy="943661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1-card4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" name="S01-cardtext5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변과 꼭짓점을 세어 도형의 이름을 알아요.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원의 특징을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400" dirty="0"/>
          </a:p>
        </p:txBody>
      </p:sp>
      <p:sp>
        <p:nvSpPr>
          <p:cNvPr id="3" name="S02-text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모양인지 말해요.</a:t>
            </a:r>
            <a:endParaRPr lang="ko-KR" sz="3200" dirty="0"/>
          </a:p>
        </p:txBody>
      </p:sp>
      <p:sp>
        <p:nvSpPr>
          <p:cNvPr id="4" name="S02-chip7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figure8" descr="triangle"/>
          <p:cNvSpPr/>
          <p:nvPr/>
        </p:nvSpPr>
        <p:spPr>
          <a:xfrm>
            <a:off x="2875788" y="2063635"/>
            <a:ext cx="1143000" cy="1039091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2-chip9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figure10" descr="rect"/>
          <p:cNvSpPr/>
          <p:nvPr/>
        </p:nvSpPr>
        <p:spPr>
          <a:xfrm>
            <a:off x="2875788" y="3689033"/>
            <a:ext cx="1143000" cy="714375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2-chip11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figure12" descr="circle"/>
          <p:cNvSpPr/>
          <p:nvPr/>
        </p:nvSpPr>
        <p:spPr>
          <a:xfrm>
            <a:off x="2875788" y="4937760"/>
            <a:ext cx="1143000" cy="1143000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변과 꼭짓점</a:t>
            </a:r>
            <a:endParaRPr lang="ko-KR" sz="4400" dirty="0"/>
          </a:p>
        </p:txBody>
      </p:sp>
      <p:sp>
        <p:nvSpPr>
          <p:cNvPr id="3" name="S03-text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삼각형을 살펴봐요.</a:t>
            </a:r>
            <a:endParaRPr lang="ko-KR" sz="3200" dirty="0"/>
          </a:p>
        </p:txBody>
      </p:sp>
      <p:sp>
        <p:nvSpPr>
          <p:cNvPr id="4" name="S03-figure14" descr="삼각형"/>
          <p:cNvSpPr/>
          <p:nvPr/>
        </p:nvSpPr>
        <p:spPr>
          <a:xfrm>
            <a:off x="1949958" y="2651298"/>
            <a:ext cx="2560320" cy="2327564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3-label15"/>
          <p:cNvSpPr txBox="1"/>
          <p:nvPr/>
        </p:nvSpPr>
        <p:spPr>
          <a:xfrm>
            <a:off x="548640" y="5755640"/>
            <a:ext cx="5362956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</a:t>
            </a:r>
            <a:endParaRPr lang="ko-KR" sz="2600" dirty="0"/>
          </a:p>
        </p:txBody>
      </p:sp>
      <p:sp>
        <p:nvSpPr>
          <p:cNvPr id="6" name="S03-card16"/>
          <p:cNvSpPr/>
          <p:nvPr/>
        </p:nvSpPr>
        <p:spPr>
          <a:xfrm>
            <a:off x="6277356" y="2495042"/>
            <a:ext cx="536295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7"/>
          <p:cNvSpPr txBox="1"/>
          <p:nvPr/>
        </p:nvSpPr>
        <p:spPr>
          <a:xfrm>
            <a:off x="6551676" y="2632202"/>
            <a:ext cx="481431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도형의 곧은 선이에요.</a:t>
            </a:r>
            <a:endParaRPr lang="ko-KR" sz="3200" dirty="0"/>
          </a:p>
        </p:txBody>
      </p:sp>
      <p:sp>
        <p:nvSpPr>
          <p:cNvPr id="8" name="S03-card18"/>
          <p:cNvSpPr/>
          <p:nvPr/>
        </p:nvSpPr>
        <p:spPr>
          <a:xfrm>
            <a:off x="6277356" y="4027678"/>
            <a:ext cx="5362956" cy="1706880"/>
          </a:xfrm>
          <a:prstGeom prst="roundRect">
            <a:avLst>
              <a:gd name="adj" fmla="val 64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9"/>
          <p:cNvSpPr txBox="1"/>
          <p:nvPr/>
        </p:nvSpPr>
        <p:spPr>
          <a:xfrm>
            <a:off x="6551676" y="4164838"/>
            <a:ext cx="4814316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 두 개가 만나는 점이에요.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면봉으로 만들어요</a:t>
            </a:r>
            <a:endParaRPr lang="ko-KR" sz="4400" dirty="0"/>
          </a:p>
        </p:txBody>
      </p:sp>
      <p:sp>
        <p:nvSpPr>
          <p:cNvPr id="3" name="S04-figure20" descr="triangle"/>
          <p:cNvSpPr/>
          <p:nvPr/>
        </p:nvSpPr>
        <p:spPr>
          <a:xfrm>
            <a:off x="7251269" y="2931054"/>
            <a:ext cx="1698984" cy="1544531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4" name="S04-figure21" descr="square"/>
          <p:cNvSpPr/>
          <p:nvPr/>
        </p:nvSpPr>
        <p:spPr>
          <a:xfrm>
            <a:off x="9610969" y="2853828"/>
            <a:ext cx="1698984" cy="1698984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4-stepno22"/>
          <p:cNvSpPr txBox="1"/>
          <p:nvPr/>
        </p:nvSpPr>
        <p:spPr>
          <a:xfrm>
            <a:off x="548640" y="21656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4-text23"/>
          <p:cNvSpPr txBox="1"/>
          <p:nvPr/>
        </p:nvSpPr>
        <p:spPr>
          <a:xfrm>
            <a:off x="1325880" y="2119884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면봉 3개로 빈틈없이 막힌 도형을 만들어요.</a:t>
            </a:r>
            <a:endParaRPr lang="ko-KR" sz="3200" dirty="0"/>
          </a:p>
        </p:txBody>
      </p:sp>
      <p:sp>
        <p:nvSpPr>
          <p:cNvPr id="7" name="S04-stepno24"/>
          <p:cNvSpPr txBox="1"/>
          <p:nvPr/>
        </p:nvSpPr>
        <p:spPr>
          <a:xfrm>
            <a:off x="548640" y="3321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4-text25"/>
          <p:cNvSpPr txBox="1"/>
          <p:nvPr/>
        </p:nvSpPr>
        <p:spPr>
          <a:xfrm>
            <a:off x="1325880" y="3276092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면봉 4개, 5개, 6개로도 만들어요.</a:t>
            </a:r>
            <a:endParaRPr lang="ko-KR" sz="3200" dirty="0"/>
          </a:p>
        </p:txBody>
      </p:sp>
      <p:sp>
        <p:nvSpPr>
          <p:cNvPr id="9" name="S04-stepno26"/>
          <p:cNvSpPr txBox="1"/>
          <p:nvPr/>
        </p:nvSpPr>
        <p:spPr>
          <a:xfrm>
            <a:off x="548640" y="4478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4-text27"/>
          <p:cNvSpPr txBox="1"/>
          <p:nvPr/>
        </p:nvSpPr>
        <p:spPr>
          <a:xfrm>
            <a:off x="1325880" y="4432300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면봉 끝이 만나는 곳을 세어요.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도형의 이름</a:t>
            </a:r>
            <a:endParaRPr lang="ko-KR" sz="4400" dirty="0"/>
          </a:p>
        </p:txBody>
      </p:sp>
      <p:sp>
        <p:nvSpPr>
          <p:cNvPr id="3" name="S05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변의 수를 세어 이름을 붙여요.</a:t>
            </a:r>
            <a:endParaRPr lang="ko-KR" sz="3200" dirty="0"/>
          </a:p>
        </p:txBody>
      </p:sp>
      <p:sp>
        <p:nvSpPr>
          <p:cNvPr id="4" name="S05-card29"/>
          <p:cNvSpPr/>
          <p:nvPr/>
        </p:nvSpPr>
        <p:spPr>
          <a:xfrm>
            <a:off x="548640" y="4511040"/>
            <a:ext cx="2601468" cy="1706880"/>
          </a:xfrm>
          <a:prstGeom prst="roundRect">
            <a:avLst>
              <a:gd name="adj" fmla="val 64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30"/>
          <p:cNvSpPr txBox="1"/>
          <p:nvPr/>
        </p:nvSpPr>
        <p:spPr>
          <a:xfrm>
            <a:off x="822960" y="4648200"/>
            <a:ext cx="20528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 3개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 3개</a:t>
            </a:r>
            <a:endParaRPr lang="ko-KR" sz="3200" dirty="0"/>
          </a:p>
        </p:txBody>
      </p:sp>
      <p:sp>
        <p:nvSpPr>
          <p:cNvPr id="6" name="S05-card31"/>
          <p:cNvSpPr/>
          <p:nvPr/>
        </p:nvSpPr>
        <p:spPr>
          <a:xfrm>
            <a:off x="3378708" y="4511040"/>
            <a:ext cx="2601468" cy="1706880"/>
          </a:xfrm>
          <a:prstGeom prst="roundRect">
            <a:avLst>
              <a:gd name="adj" fmla="val 64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32"/>
          <p:cNvSpPr txBox="1"/>
          <p:nvPr/>
        </p:nvSpPr>
        <p:spPr>
          <a:xfrm>
            <a:off x="3653028" y="4648200"/>
            <a:ext cx="20528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사각형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 4개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 4개</a:t>
            </a:r>
            <a:endParaRPr lang="ko-KR" sz="3200" dirty="0"/>
          </a:p>
        </p:txBody>
      </p:sp>
      <p:sp>
        <p:nvSpPr>
          <p:cNvPr id="8" name="S05-card33"/>
          <p:cNvSpPr/>
          <p:nvPr/>
        </p:nvSpPr>
        <p:spPr>
          <a:xfrm>
            <a:off x="6208776" y="4511040"/>
            <a:ext cx="2601468" cy="1706880"/>
          </a:xfrm>
          <a:prstGeom prst="roundRect">
            <a:avLst>
              <a:gd name="adj" fmla="val 64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34"/>
          <p:cNvSpPr txBox="1"/>
          <p:nvPr/>
        </p:nvSpPr>
        <p:spPr>
          <a:xfrm>
            <a:off x="6483096" y="4648200"/>
            <a:ext cx="20528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오각형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 5개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 5개</a:t>
            </a:r>
            <a:endParaRPr lang="ko-KR" sz="3200" dirty="0"/>
          </a:p>
        </p:txBody>
      </p:sp>
      <p:sp>
        <p:nvSpPr>
          <p:cNvPr id="10" name="S05-card35"/>
          <p:cNvSpPr/>
          <p:nvPr/>
        </p:nvSpPr>
        <p:spPr>
          <a:xfrm>
            <a:off x="9038844" y="4511040"/>
            <a:ext cx="2601468" cy="1706880"/>
          </a:xfrm>
          <a:prstGeom prst="roundRect">
            <a:avLst>
              <a:gd name="adj" fmla="val 64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5-cardtext36"/>
          <p:cNvSpPr txBox="1"/>
          <p:nvPr/>
        </p:nvSpPr>
        <p:spPr>
          <a:xfrm>
            <a:off x="9313164" y="4648200"/>
            <a:ext cx="20528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육각형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 6개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 6개</a:t>
            </a:r>
            <a:endParaRPr lang="ko-KR" sz="3200" dirty="0"/>
          </a:p>
        </p:txBody>
      </p:sp>
      <p:sp>
        <p:nvSpPr>
          <p:cNvPr id="12" name="S05-figure37" descr="triangle"/>
          <p:cNvSpPr/>
          <p:nvPr/>
        </p:nvSpPr>
        <p:spPr>
          <a:xfrm>
            <a:off x="936849" y="2170980"/>
            <a:ext cx="1996501" cy="1815001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3" name="S05-figure38" descr="square"/>
          <p:cNvSpPr/>
          <p:nvPr/>
        </p:nvSpPr>
        <p:spPr>
          <a:xfrm>
            <a:off x="3709767" y="2080230"/>
            <a:ext cx="1996501" cy="1996501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4" name="S05-figure39" descr="pentagon"/>
          <p:cNvSpPr/>
          <p:nvPr/>
        </p:nvSpPr>
        <p:spPr>
          <a:xfrm>
            <a:off x="6482685" y="2127765"/>
            <a:ext cx="1996501" cy="1901429"/>
          </a:xfrm>
          <a:prstGeom prst="pentago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5" name="S05-figure40" descr="hexagon"/>
          <p:cNvSpPr/>
          <p:nvPr/>
        </p:nvSpPr>
        <p:spPr>
          <a:xfrm>
            <a:off x="9255603" y="2210436"/>
            <a:ext cx="1996501" cy="1736088"/>
          </a:xfrm>
          <a:prstGeom prst="hexago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세고 이름 붙이기</a:t>
            </a:r>
            <a:endParaRPr lang="ko-KR" sz="4400" dirty="0"/>
          </a:p>
        </p:txBody>
      </p:sp>
      <p:sp>
        <p:nvSpPr>
          <p:cNvPr id="3" name="S06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변과 꼭짓점을 세고 이름을 말해요.</a:t>
            </a:r>
            <a:endParaRPr lang="ko-KR" sz="3200" dirty="0"/>
          </a:p>
        </p:txBody>
      </p:sp>
      <p:sp>
        <p:nvSpPr>
          <p:cNvPr id="4" name="S06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 꼭짓점에 점을 찍으며 세요.</a:t>
            </a:r>
            <a:endParaRPr lang="ko-KR" sz="3200" dirty="0"/>
          </a:p>
        </p:txBody>
      </p:sp>
      <p:sp>
        <p:nvSpPr>
          <p:cNvPr id="6" name="S06-chip4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6-figure45" descr="hexagon"/>
          <p:cNvSpPr/>
          <p:nvPr/>
        </p:nvSpPr>
        <p:spPr>
          <a:xfrm>
            <a:off x="2784348" y="2098150"/>
            <a:ext cx="1325880" cy="1152939"/>
          </a:xfrm>
          <a:prstGeom prst="hexago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6-chip4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6-figure47" descr="rtriangle"/>
          <p:cNvSpPr/>
          <p:nvPr/>
        </p:nvSpPr>
        <p:spPr>
          <a:xfrm>
            <a:off x="8513064" y="2071947"/>
            <a:ext cx="1325880" cy="1205345"/>
          </a:xfrm>
          <a:prstGeom prst="rt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0" name="S06-chip4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6-figure49" descr="trapezoid"/>
          <p:cNvSpPr/>
          <p:nvPr/>
        </p:nvSpPr>
        <p:spPr>
          <a:xfrm>
            <a:off x="2784348" y="3878580"/>
            <a:ext cx="1325880" cy="883920"/>
          </a:xfrm>
          <a:prstGeom prst="trapezoid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2" name="S06-chip50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6-figure51" descr="pentagon"/>
          <p:cNvSpPr/>
          <p:nvPr/>
        </p:nvSpPr>
        <p:spPr>
          <a:xfrm>
            <a:off x="8513064" y="3689169"/>
            <a:ext cx="1325880" cy="1262743"/>
          </a:xfrm>
          <a:prstGeom prst="pentago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사각형을 모두 찾아요</a:t>
            </a:r>
            <a:endParaRPr lang="ko-KR" sz="4400" dirty="0"/>
          </a:p>
        </p:txBody>
      </p:sp>
      <p:sp>
        <p:nvSpPr>
          <p:cNvPr id="3" name="S07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말해요.</a:t>
            </a:r>
            <a:endParaRPr lang="ko-KR" sz="3200" dirty="0"/>
          </a:p>
        </p:txBody>
      </p:sp>
      <p:sp>
        <p:nvSpPr>
          <p:cNvPr id="5" name="S07-chip54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07-figure55" descr="parallelogram"/>
          <p:cNvSpPr/>
          <p:nvPr/>
        </p:nvSpPr>
        <p:spPr>
          <a:xfrm>
            <a:off x="2816352" y="1630204"/>
            <a:ext cx="1623060" cy="1014412"/>
          </a:xfrm>
          <a:prstGeom prst="parallelogram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7-chip56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" name="S07-figure57" descr="triangle"/>
          <p:cNvSpPr/>
          <p:nvPr/>
        </p:nvSpPr>
        <p:spPr>
          <a:xfrm>
            <a:off x="8545068" y="1399655"/>
            <a:ext cx="1623060" cy="1475509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07-chip58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0" name="S07-figure59" descr="rhombus"/>
          <p:cNvSpPr/>
          <p:nvPr/>
        </p:nvSpPr>
        <p:spPr>
          <a:xfrm>
            <a:off x="2978658" y="3360420"/>
            <a:ext cx="1298448" cy="1623060"/>
          </a:xfrm>
          <a:prstGeom prst="diamond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1" name="S07-chip60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2" name="S07-figure61" descr="trapezoid"/>
          <p:cNvSpPr/>
          <p:nvPr/>
        </p:nvSpPr>
        <p:spPr>
          <a:xfrm>
            <a:off x="8545068" y="3630930"/>
            <a:ext cx="1623060" cy="1082040"/>
          </a:xfrm>
          <a:prstGeom prst="trapezoid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원을 알아봐요</a:t>
            </a:r>
            <a:endParaRPr lang="ko-KR" sz="4400" dirty="0"/>
          </a:p>
        </p:txBody>
      </p:sp>
      <p:sp>
        <p:nvSpPr>
          <p:cNvPr id="3" name="S08-text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컵을 대고 따라 그리면 원이 돼요.</a:t>
            </a:r>
            <a:endParaRPr lang="ko-KR" sz="3200" dirty="0"/>
          </a:p>
        </p:txBody>
      </p:sp>
      <p:sp>
        <p:nvSpPr>
          <p:cNvPr id="4" name="S08-card63"/>
          <p:cNvSpPr/>
          <p:nvPr/>
        </p:nvSpPr>
        <p:spPr>
          <a:xfrm>
            <a:off x="548640" y="4401312"/>
            <a:ext cx="3544824" cy="1816608"/>
          </a:xfrm>
          <a:prstGeom prst="roundRect">
            <a:avLst>
              <a:gd name="adj" fmla="val 604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64"/>
          <p:cNvSpPr txBox="1"/>
          <p:nvPr/>
        </p:nvSpPr>
        <p:spPr>
          <a:xfrm>
            <a:off x="822960" y="4538472"/>
            <a:ext cx="2996184" cy="154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선이 없어요.</a:t>
            </a:r>
            <a:endParaRPr lang="ko-KR" sz="3200" dirty="0"/>
          </a:p>
        </p:txBody>
      </p:sp>
      <p:sp>
        <p:nvSpPr>
          <p:cNvPr id="6" name="S08-card65"/>
          <p:cNvSpPr/>
          <p:nvPr/>
        </p:nvSpPr>
        <p:spPr>
          <a:xfrm>
            <a:off x="4322064" y="4401312"/>
            <a:ext cx="3544824" cy="1816608"/>
          </a:xfrm>
          <a:prstGeom prst="roundRect">
            <a:avLst>
              <a:gd name="adj" fmla="val 604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66"/>
          <p:cNvSpPr txBox="1"/>
          <p:nvPr/>
        </p:nvSpPr>
        <p:spPr>
          <a:xfrm>
            <a:off x="4596384" y="4538472"/>
            <a:ext cx="2996184" cy="154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꼭짓점이 없어요.</a:t>
            </a:r>
            <a:endParaRPr lang="ko-KR" sz="3200" dirty="0"/>
          </a:p>
        </p:txBody>
      </p:sp>
      <p:sp>
        <p:nvSpPr>
          <p:cNvPr id="8" name="S08-card67"/>
          <p:cNvSpPr/>
          <p:nvPr/>
        </p:nvSpPr>
        <p:spPr>
          <a:xfrm>
            <a:off x="8095488" y="4401312"/>
            <a:ext cx="3544824" cy="1816608"/>
          </a:xfrm>
          <a:prstGeom prst="roundRect">
            <a:avLst>
              <a:gd name="adj" fmla="val 604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8-cardtext68"/>
          <p:cNvSpPr txBox="1"/>
          <p:nvPr/>
        </p:nvSpPr>
        <p:spPr>
          <a:xfrm>
            <a:off x="8369808" y="4538472"/>
            <a:ext cx="2996184" cy="154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쪽에서 봐도 똑같이 동그래요.</a:t>
            </a:r>
            <a:endParaRPr lang="ko-KR" sz="3200" dirty="0"/>
          </a:p>
        </p:txBody>
      </p:sp>
      <p:sp>
        <p:nvSpPr>
          <p:cNvPr id="10" name="S08-figure69" descr="circle"/>
          <p:cNvSpPr/>
          <p:nvPr/>
        </p:nvSpPr>
        <p:spPr>
          <a:xfrm>
            <a:off x="2647188" y="2169795"/>
            <a:ext cx="1188720" cy="1188720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1" name="S08-label70"/>
          <p:cNvSpPr txBox="1"/>
          <p:nvPr/>
        </p:nvSpPr>
        <p:spPr>
          <a:xfrm>
            <a:off x="548640" y="3726942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원</a:t>
            </a:r>
            <a:endParaRPr lang="ko-KR" sz="2600" dirty="0"/>
          </a:p>
        </p:txBody>
      </p:sp>
      <p:sp>
        <p:nvSpPr>
          <p:cNvPr id="12" name="S08-figure71" descr="circle"/>
          <p:cNvSpPr/>
          <p:nvPr/>
        </p:nvSpPr>
        <p:spPr>
          <a:xfrm>
            <a:off x="8194929" y="2011680"/>
            <a:ext cx="1504950" cy="1504950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3" name="S08-label72"/>
          <p:cNvSpPr txBox="1"/>
          <p:nvPr/>
        </p:nvSpPr>
        <p:spPr>
          <a:xfrm>
            <a:off x="6254496" y="3726942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원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9-card7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7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변은 몇 개일까요?</a:t>
            </a:r>
            <a:endParaRPr lang="ko-KR" sz="3200" dirty="0"/>
          </a:p>
        </p:txBody>
      </p:sp>
      <p:sp>
        <p:nvSpPr>
          <p:cNvPr id="5" name="S09-card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9-chip7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1개</a:t>
            </a:r>
            <a:endParaRPr lang="ko-KR" sz="2600" dirty="0"/>
          </a:p>
        </p:txBody>
      </p:sp>
      <p:sp>
        <p:nvSpPr>
          <p:cNvPr id="8" name="S09-text7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“빙 둘러 이어진 선이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 있으니까 1개예요.”</a:t>
            </a:r>
            <a:endParaRPr lang="ko-KR" sz="3200" dirty="0"/>
          </a:p>
        </p:txBody>
      </p:sp>
      <p:sp>
        <p:nvSpPr>
          <p:cNvPr id="9" name="S09-chip7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없어요</a:t>
            </a:r>
            <a:endParaRPr lang="ko-KR" sz="2600" dirty="0"/>
          </a:p>
        </p:txBody>
      </p:sp>
      <p:sp>
        <p:nvSpPr>
          <p:cNvPr id="10" name="S09-text8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“변은 곧은 선인데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원에는 곧은 선이 없어요.”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말하고, 어떻게 알았는지 말해요.</a:t>
            </a:r>
            <a:endParaRPr lang="ko-KR" sz="3200" dirty="0"/>
          </a:p>
        </p:txBody>
      </p:sp>
      <p:sp>
        <p:nvSpPr>
          <p:cNvPr id="4" name="S10-chip8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figure83" descr="rhombus"/>
          <p:cNvSpPr/>
          <p:nvPr/>
        </p:nvSpPr>
        <p:spPr>
          <a:xfrm>
            <a:off x="2916936" y="2011680"/>
            <a:ext cx="1060704" cy="1325880"/>
          </a:xfrm>
          <a:prstGeom prst="diamond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10-chip8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figure85" descr="hexagon"/>
          <p:cNvSpPr/>
          <p:nvPr/>
        </p:nvSpPr>
        <p:spPr>
          <a:xfrm>
            <a:off x="8513064" y="2098150"/>
            <a:ext cx="1325880" cy="1152939"/>
          </a:xfrm>
          <a:prstGeom prst="hexago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10-chip8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text87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꼭짓점이 5개인 도형은?</a:t>
            </a:r>
            <a:endParaRPr lang="ko-KR" sz="3200" dirty="0"/>
          </a:p>
        </p:txBody>
      </p:sp>
      <p:sp>
        <p:nvSpPr>
          <p:cNvPr id="10" name="S10-chip88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0-text89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삼각형과 육각형의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꼭짓점은 모두 몇 개?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원을 모두 찾아요</a:t>
            </a:r>
            <a:endParaRPr lang="ko-KR" sz="4400" dirty="0"/>
          </a:p>
        </p:txBody>
      </p:sp>
      <p:sp>
        <p:nvSpPr>
          <p:cNvPr id="3" name="S12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원이 아닌 것은 왜 아닐까요?</a:t>
            </a:r>
            <a:endParaRPr lang="ko-KR" sz="3200" dirty="0"/>
          </a:p>
        </p:txBody>
      </p:sp>
      <p:sp>
        <p:nvSpPr>
          <p:cNvPr id="5" name="S12-chip92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2-figure93" descr="circle"/>
          <p:cNvSpPr/>
          <p:nvPr/>
        </p:nvSpPr>
        <p:spPr>
          <a:xfrm>
            <a:off x="1726692" y="2958084"/>
            <a:ext cx="1097280" cy="1097280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12-chip94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" name="S12-figure95" descr="hexagon"/>
          <p:cNvSpPr/>
          <p:nvPr/>
        </p:nvSpPr>
        <p:spPr>
          <a:xfrm>
            <a:off x="5180076" y="2711594"/>
            <a:ext cx="1828800" cy="1590261"/>
          </a:xfrm>
          <a:prstGeom prst="hexago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12-chip96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0" name="S12-figure97" descr="circle"/>
          <p:cNvSpPr/>
          <p:nvPr/>
        </p:nvSpPr>
        <p:spPr>
          <a:xfrm>
            <a:off x="8907780" y="2500884"/>
            <a:ext cx="2011680" cy="2011680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9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변과 꼭짓점의 수로 도형의 이름을 알아요.</a:t>
            </a:r>
            <a:endParaRPr lang="ko-KR" sz="3200" dirty="0"/>
          </a:p>
        </p:txBody>
      </p:sp>
      <p:sp>
        <p:nvSpPr>
          <p:cNvPr id="5" name="S13-chip100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꼭짓점에 점 찍으며 세기</a:t>
            </a:r>
            <a:endParaRPr lang="ko-KR" sz="2600" dirty="0"/>
          </a:p>
        </p:txBody>
      </p:sp>
      <p:sp>
        <p:nvSpPr>
          <p:cNvPr id="6" name="S13-chip101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기울면 다른 도형이라 하기</a:t>
            </a:r>
            <a:endParaRPr lang="ko-KR" sz="2600" dirty="0"/>
          </a:p>
        </p:txBody>
      </p:sp>
      <p:sp>
        <p:nvSpPr>
          <p:cNvPr id="7" name="S13-text102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03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변이 6개인 도형은?</a:t>
            </a:r>
            <a:endParaRPr lang="ko-KR" sz="2600" dirty="0"/>
          </a:p>
        </p:txBody>
      </p:sp>
      <p:sp>
        <p:nvSpPr>
          <p:cNvPr id="9" name="S13-text104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원의 꼭짓점 수는?</a:t>
            </a:r>
            <a:endParaRPr lang="ko-KR" sz="2600" dirty="0"/>
          </a:p>
        </p:txBody>
      </p:sp>
      <p:sp>
        <p:nvSpPr>
          <p:cNvPr id="10" name="S13-text105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삼각형 2개의 변은?</a:t>
            </a:r>
            <a:endParaRPr lang="ko-KR" sz="2600" dirty="0"/>
          </a:p>
        </p:txBody>
      </p:sp>
      <p:sp>
        <p:nvSpPr>
          <p:cNvPr id="11" name="S13-text10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쌓기나무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뾰족한 곳 세기</a:t>
            </a:r>
            <a:endParaRPr lang="ko-KR" sz="4400" dirty="0"/>
          </a:p>
        </p:txBody>
      </p:sp>
      <p:sp>
        <p:nvSpPr>
          <p:cNvPr id="3" name="S14-text10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뾰족한 곳을 손가락으로 콕콕 세어요.</a:t>
            </a:r>
            <a:endParaRPr lang="ko-KR" sz="3200" dirty="0"/>
          </a:p>
        </p:txBody>
      </p:sp>
      <p:sp>
        <p:nvSpPr>
          <p:cNvPr id="4" name="S14-card108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09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세모 3군데, 네모 4군데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동그라미 모양은 뾰족한 곳이 없어요.</a:t>
            </a:r>
            <a:endParaRPr lang="ko-KR" sz="3200" dirty="0"/>
          </a:p>
        </p:txBody>
      </p:sp>
      <p:sp>
        <p:nvSpPr>
          <p:cNvPr id="6" name="S14-figure110" descr="세모 모양"/>
          <p:cNvSpPr/>
          <p:nvPr/>
        </p:nvSpPr>
        <p:spPr>
          <a:xfrm>
            <a:off x="1391412" y="2134362"/>
            <a:ext cx="2011680" cy="1828800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14-label111"/>
          <p:cNvSpPr txBox="1"/>
          <p:nvPr/>
        </p:nvSpPr>
        <p:spPr>
          <a:xfrm>
            <a:off x="548640" y="4223004"/>
            <a:ext cx="369722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세모 모양</a:t>
            </a:r>
            <a:endParaRPr lang="ko-KR" sz="2600" dirty="0"/>
          </a:p>
        </p:txBody>
      </p:sp>
      <p:sp>
        <p:nvSpPr>
          <p:cNvPr id="8" name="S14-figure112" descr="네모 모양"/>
          <p:cNvSpPr/>
          <p:nvPr/>
        </p:nvSpPr>
        <p:spPr>
          <a:xfrm>
            <a:off x="5088636" y="2042922"/>
            <a:ext cx="2011680" cy="2011680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14-label113"/>
          <p:cNvSpPr txBox="1"/>
          <p:nvPr/>
        </p:nvSpPr>
        <p:spPr>
          <a:xfrm>
            <a:off x="4245864" y="4223004"/>
            <a:ext cx="369722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네모 모양</a:t>
            </a:r>
            <a:endParaRPr lang="ko-KR" sz="2600" dirty="0"/>
          </a:p>
        </p:txBody>
      </p:sp>
      <p:sp>
        <p:nvSpPr>
          <p:cNvPr id="10" name="S14-figure114" descr="동그라미 모양"/>
          <p:cNvSpPr/>
          <p:nvPr/>
        </p:nvSpPr>
        <p:spPr>
          <a:xfrm>
            <a:off x="8785860" y="2042922"/>
            <a:ext cx="2011680" cy="2011680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1" name="S14-label115"/>
          <p:cNvSpPr txBox="1"/>
          <p:nvPr/>
        </p:nvSpPr>
        <p:spPr>
          <a:xfrm>
            <a:off x="7943088" y="4223004"/>
            <a:ext cx="369722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동그라미 모양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여러 가지 도형</dc:title>
  <dc:subject>KR22-G02-MAT-PLANE-L01</dc:subject>
  <dc:creator>education-ppt</dc:creator>
  <cp:lastModifiedBy>education-ppt</cp:lastModifiedBy>
  <cp:revision>1</cp:revision>
  <dcterms:created xsi:type="dcterms:W3CDTF">2026-10-26T07:06:34Z</dcterms:created>
  <dcterms:modified xsi:type="dcterms:W3CDTF">2026-10-26T07:06:34Z</dcterms:modified>
</cp:coreProperties>
</file>