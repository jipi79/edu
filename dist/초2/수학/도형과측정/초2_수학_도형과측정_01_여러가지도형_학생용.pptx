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a52b8d9-4ea4-7347-2fa9-69ff168500bf}">
          <p14:sldIdLst>
            <p14:sldId id="256"/>
            <p14:sldId id="257"/>
          </p14:sldIdLst>
        </p14:section>
        <p14:section name="개념" id="{c27e9dc2-d4e0-e11f-e6e3-3051eb9622c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8bc51958-709d-8b77-004b-41580bfdefe3}">
          <p14:sldIdLst>
            <p14:sldId id="264"/>
          </p14:sldIdLst>
        </p14:section>
        <p14:section name="확인" id="{ad4c3eaf-2c1d-7e8c-1dec-8881dac51a28}">
          <p14:sldIdLst>
            <p14:sldId id="265"/>
            <p14:sldId id="266"/>
          </p14:sldIdLst>
        </p14:section>
        <p14:section name="정리" id="{ae201dcd-2d12-911a-e5a5-3a6a0889800c}">
          <p14:sldIdLst>
            <p14:sldId id="267"/>
          </p14:sldIdLst>
        </p14:section>
        <p14:section name="보충" id="{59e77630-3521-d389-9c05-fc5b0105dee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287578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287578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287578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784348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513064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784348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513064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916936" y="2011680"/>
            <a:ext cx="1060704" cy="132588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513064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9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93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94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95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9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97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0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10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11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12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13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14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15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2026-10-26T07:09:42Z</dcterms:created>
  <dcterms:modified xsi:type="dcterms:W3CDTF">2026-10-26T07:09:42Z</dcterms:modified>
</cp:coreProperties>
</file>