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c149a4c-9947-b0f8-36f6-aefa39937847}">
          <p14:sldIdLst>
            <p14:sldId id="256"/>
            <p14:sldId id="257"/>
          </p14:sldIdLst>
        </p14:section>
        <p14:section name="개념" id="{d8f7c1dc-a728-1544-6593-3da5c9d46ecf}">
          <p14:sldIdLst>
            <p14:sldId id="258"/>
            <p14:sldId id="259"/>
            <p14:sldId id="260"/>
            <p14:sldId id="261"/>
          </p14:sldIdLst>
        </p14:section>
        <p14:section name="연습" id="{e41c8215-a971-c4aa-8c31-64d016a39acc}">
          <p14:sldIdLst>
            <p14:sldId id="262"/>
            <p14:sldId id="263"/>
            <p14:sldId id="264"/>
          </p14:sldIdLst>
        </p14:section>
        <p14:section name="확인" id="{28182f9a-a85e-4fa8-7c82-2083a7f0e891}">
          <p14:sldIdLst>
            <p14:sldId id="265"/>
            <p14:sldId id="266"/>
          </p14:sldIdLst>
        </p14:section>
        <p14:section name="정리" id="{ef2387f4-9e23-e330-96e6-2b746c4de5bb}">
          <p14:sldIdLst>
            <p14:sldId id="267"/>
          </p14:sldIdLst>
        </p14:section>
        <p14:section name="보충" id="{d3e90089-8461-e482-4d00-572736f75421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도형과측정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쌓기나무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쌓기나무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수학 · 쌓기나무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쌓기나무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쌓기나무 몇 개로 만들었을까?</a:t>
            </a:r>
            <a:endParaRPr lang="ko-KR" sz="3200" dirty="0"/>
          </a:p>
        </p:txBody>
      </p:sp>
      <p:sp>
        <p:nvSpPr>
          <p:cNvPr id="4" name="S01-figure1" descr="쌓기나무 한 개(정육면체)"/>
          <p:cNvSpPr/>
          <p:nvPr/>
        </p:nvSpPr>
        <p:spPr>
          <a:xfrm>
            <a:off x="8641080" y="1028700"/>
            <a:ext cx="2011680" cy="2011680"/>
          </a:xfrm>
          <a:prstGeom prst="cub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5" name="S01-card2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쌓기나무가 몇 개인지 세어요.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위치를 넣어 쌓은 모양을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text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알맞게 말하고 해 봐요.</a:t>
            </a:r>
            <a:endParaRPr lang="ko-KR" sz="3200" dirty="0"/>
          </a:p>
        </p:txBody>
      </p:sp>
      <p:sp>
        <p:nvSpPr>
          <p:cNvPr id="4" name="S02-chip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figure6" descr="사각형"/>
          <p:cNvSpPr/>
          <p:nvPr/>
        </p:nvSpPr>
        <p:spPr>
          <a:xfrm>
            <a:off x="2875788" y="2011680"/>
            <a:ext cx="1143000" cy="1143000"/>
          </a:xfrm>
          <a:prstGeom prst="rect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2-chip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figure8" descr="삼각형"/>
          <p:cNvSpPr/>
          <p:nvPr/>
        </p:nvSpPr>
        <p:spPr>
          <a:xfrm>
            <a:off x="2875788" y="3526675"/>
            <a:ext cx="1143000" cy="1039091"/>
          </a:xfrm>
          <a:prstGeom prst="triangl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02-chip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2-text10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오른손을 들고, 책상 위와 아래를 가리켜요.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쌓기나무와 그림</a:t>
            </a:r>
            <a:endParaRPr lang="ko-KR" sz="4400" dirty="0"/>
          </a:p>
        </p:txBody>
      </p:sp>
      <p:sp>
        <p:nvSpPr>
          <p:cNvPr id="3" name="S03-card11"/>
          <p:cNvSpPr/>
          <p:nvPr/>
        </p:nvSpPr>
        <p:spPr>
          <a:xfrm>
            <a:off x="548640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12"/>
          <p:cNvSpPr txBox="1"/>
          <p:nvPr/>
        </p:nvSpPr>
        <p:spPr>
          <a:xfrm>
            <a:off x="822960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면이 똑같은 사각형이에요.</a:t>
            </a:r>
            <a:endParaRPr lang="ko-KR" sz="3200" dirty="0"/>
          </a:p>
        </p:txBody>
      </p:sp>
      <p:sp>
        <p:nvSpPr>
          <p:cNvPr id="5" name="S03-card13"/>
          <p:cNvSpPr/>
          <p:nvPr/>
        </p:nvSpPr>
        <p:spPr>
          <a:xfrm>
            <a:off x="6208776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4"/>
          <p:cNvSpPr txBox="1"/>
          <p:nvPr/>
        </p:nvSpPr>
        <p:spPr>
          <a:xfrm>
            <a:off x="6483096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칸 1개가 쌓기나무 1개예요.</a:t>
            </a:r>
            <a:endParaRPr lang="ko-KR" sz="3200" dirty="0"/>
          </a:p>
        </p:txBody>
      </p:sp>
      <p:sp>
        <p:nvSpPr>
          <p:cNvPr id="7" name="S03-figure15" descr="쌓기나무 한 개"/>
          <p:cNvSpPr/>
          <p:nvPr/>
        </p:nvSpPr>
        <p:spPr>
          <a:xfrm>
            <a:off x="2235708" y="1663319"/>
            <a:ext cx="2011680" cy="2011680"/>
          </a:xfrm>
          <a:prstGeom prst="cub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03-label16"/>
          <p:cNvSpPr txBox="1"/>
          <p:nvPr/>
        </p:nvSpPr>
        <p:spPr>
          <a:xfrm>
            <a:off x="548640" y="422275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쌓기나무 1개</a:t>
            </a:r>
            <a:endParaRPr lang="ko-KR" sz="2600" dirty="0"/>
          </a:p>
        </p:txBody>
      </p:sp>
      <p:sp>
        <p:nvSpPr>
          <p:cNvPr id="9" name="S03-cell17"/>
          <p:cNvSpPr/>
          <p:nvPr/>
        </p:nvSpPr>
        <p:spPr>
          <a:xfrm>
            <a:off x="7712964" y="2326259"/>
            <a:ext cx="82296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3-cell18"/>
          <p:cNvSpPr/>
          <p:nvPr/>
        </p:nvSpPr>
        <p:spPr>
          <a:xfrm>
            <a:off x="8535924" y="2326259"/>
            <a:ext cx="82296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3-cell19"/>
          <p:cNvSpPr/>
          <p:nvPr/>
        </p:nvSpPr>
        <p:spPr>
          <a:xfrm>
            <a:off x="9358884" y="2326259"/>
            <a:ext cx="82296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figure20" descr="옆으로 나란히 놓은 쌓기나무 3개를 앞에서 본 그림: 색칠한 칸 3개"/>
          <p:cNvSpPr/>
          <p:nvPr/>
        </p:nvSpPr>
        <p:spPr>
          <a:xfrm>
            <a:off x="7712964" y="2326259"/>
            <a:ext cx="246888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3-label21"/>
          <p:cNvSpPr txBox="1"/>
          <p:nvPr/>
        </p:nvSpPr>
        <p:spPr>
          <a:xfrm>
            <a:off x="6254496" y="422275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옆으로 나란히 3개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층별로 세어요</a:t>
            </a:r>
            <a:endParaRPr lang="ko-KR" sz="4400" dirty="0"/>
          </a:p>
        </p:txBody>
      </p:sp>
      <p:sp>
        <p:nvSpPr>
          <p:cNvPr id="3" name="S04-text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줄로 쌓은 모양을 앞에서 봤어요.</a:t>
            </a:r>
            <a:endParaRPr lang="ko-KR" sz="3200" dirty="0"/>
          </a:p>
        </p:txBody>
      </p:sp>
      <p:sp>
        <p:nvSpPr>
          <p:cNvPr id="4" name="S04-card23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4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+ 1 = 4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쌓기나무는 모두 4개예요.</a:t>
            </a:r>
            <a:endParaRPr lang="ko-KR" sz="3200" dirty="0"/>
          </a:p>
        </p:txBody>
      </p:sp>
      <p:sp>
        <p:nvSpPr>
          <p:cNvPr id="6" name="S04-cell25"/>
          <p:cNvSpPr/>
          <p:nvPr/>
        </p:nvSpPr>
        <p:spPr>
          <a:xfrm>
            <a:off x="1995678" y="2525522"/>
            <a:ext cx="82296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4-cell26"/>
          <p:cNvSpPr/>
          <p:nvPr/>
        </p:nvSpPr>
        <p:spPr>
          <a:xfrm>
            <a:off x="2818638" y="2525522"/>
            <a:ext cx="8229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4-cell27"/>
          <p:cNvSpPr/>
          <p:nvPr/>
        </p:nvSpPr>
        <p:spPr>
          <a:xfrm>
            <a:off x="3641598" y="2525522"/>
            <a:ext cx="8229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4-cell28"/>
          <p:cNvSpPr/>
          <p:nvPr/>
        </p:nvSpPr>
        <p:spPr>
          <a:xfrm>
            <a:off x="1995678" y="3348482"/>
            <a:ext cx="82296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4-cell29"/>
          <p:cNvSpPr/>
          <p:nvPr/>
        </p:nvSpPr>
        <p:spPr>
          <a:xfrm>
            <a:off x="2818638" y="3348482"/>
            <a:ext cx="82296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4-cell30"/>
          <p:cNvSpPr/>
          <p:nvPr/>
        </p:nvSpPr>
        <p:spPr>
          <a:xfrm>
            <a:off x="3641598" y="3348482"/>
            <a:ext cx="82296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4-figure31" descr="한 줄로 쌓은 모양: 1층에 3개, 맨 왼쪽 쌓기나무 위에 1개, 모두 4개"/>
          <p:cNvSpPr/>
          <p:nvPr/>
        </p:nvSpPr>
        <p:spPr>
          <a:xfrm>
            <a:off x="1995678" y="2525522"/>
            <a:ext cx="2468880" cy="16459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4-card32"/>
          <p:cNvSpPr/>
          <p:nvPr/>
        </p:nvSpPr>
        <p:spPr>
          <a:xfrm>
            <a:off x="6277356" y="2365502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4-cardtext33"/>
          <p:cNvSpPr txBox="1"/>
          <p:nvPr/>
        </p:nvSpPr>
        <p:spPr>
          <a:xfrm>
            <a:off x="6551676" y="2502662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1층에 3개</a:t>
            </a:r>
            <a:endParaRPr lang="ko-KR" sz="3200" dirty="0"/>
          </a:p>
        </p:txBody>
      </p:sp>
      <p:sp>
        <p:nvSpPr>
          <p:cNvPr id="15" name="S04-card34"/>
          <p:cNvSpPr/>
          <p:nvPr/>
        </p:nvSpPr>
        <p:spPr>
          <a:xfrm>
            <a:off x="6277356" y="3462782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04-cardtext35"/>
          <p:cNvSpPr txBox="1"/>
          <p:nvPr/>
        </p:nvSpPr>
        <p:spPr>
          <a:xfrm>
            <a:off x="6551676" y="3599942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2층에 1개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놓았나요?</a:t>
            </a:r>
            <a:endParaRPr lang="ko-KR" sz="4400" dirty="0"/>
          </a:p>
        </p:txBody>
      </p:sp>
      <p:sp>
        <p:nvSpPr>
          <p:cNvPr id="3" name="S05-text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위치를 넣어 말해요.</a:t>
            </a:r>
            <a:endParaRPr lang="ko-KR" sz="3200" dirty="0"/>
          </a:p>
        </p:txBody>
      </p:sp>
      <p:sp>
        <p:nvSpPr>
          <p:cNvPr id="4" name="S05-card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쌓기나무의 어느 쪽인지 말해요.</a:t>
            </a:r>
            <a:endParaRPr lang="ko-KR" sz="3200" dirty="0"/>
          </a:p>
        </p:txBody>
      </p:sp>
      <p:sp>
        <p:nvSpPr>
          <p:cNvPr id="6" name="S05-cell39"/>
          <p:cNvSpPr/>
          <p:nvPr/>
        </p:nvSpPr>
        <p:spPr>
          <a:xfrm>
            <a:off x="1995678" y="2743200"/>
            <a:ext cx="8229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5-cell40"/>
          <p:cNvSpPr/>
          <p:nvPr/>
        </p:nvSpPr>
        <p:spPr>
          <a:xfrm>
            <a:off x="2818638" y="2743200"/>
            <a:ext cx="82296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5-cell41"/>
          <p:cNvSpPr/>
          <p:nvPr/>
        </p:nvSpPr>
        <p:spPr>
          <a:xfrm>
            <a:off x="3641598" y="2743200"/>
            <a:ext cx="8229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5-cell42"/>
          <p:cNvSpPr/>
          <p:nvPr/>
        </p:nvSpPr>
        <p:spPr>
          <a:xfrm>
            <a:off x="1995678" y="3566160"/>
            <a:ext cx="82296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5-cell43"/>
          <p:cNvSpPr/>
          <p:nvPr/>
        </p:nvSpPr>
        <p:spPr>
          <a:xfrm>
            <a:off x="2818638" y="3566160"/>
            <a:ext cx="82296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5-cell44"/>
          <p:cNvSpPr/>
          <p:nvPr/>
        </p:nvSpPr>
        <p:spPr>
          <a:xfrm>
            <a:off x="3641598" y="3566160"/>
            <a:ext cx="82296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5-figure45" descr="한 줄로 쌓은 모양: 1층에 3개, 가운데 쌓기나무 위에 1개, 모두 4개"/>
          <p:cNvSpPr/>
          <p:nvPr/>
        </p:nvSpPr>
        <p:spPr>
          <a:xfrm>
            <a:off x="1995678" y="2743200"/>
            <a:ext cx="2468880" cy="16459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5-card46"/>
          <p:cNvSpPr/>
          <p:nvPr/>
        </p:nvSpPr>
        <p:spPr>
          <a:xfrm>
            <a:off x="6277356" y="2357120"/>
            <a:ext cx="536295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5-cardtext47"/>
          <p:cNvSpPr txBox="1"/>
          <p:nvPr/>
        </p:nvSpPr>
        <p:spPr>
          <a:xfrm>
            <a:off x="6551676" y="2494280"/>
            <a:ext cx="481431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1층에 3개를 옆으로 나란히</a:t>
            </a:r>
            <a:endParaRPr lang="ko-KR" sz="3200" dirty="0"/>
          </a:p>
        </p:txBody>
      </p:sp>
      <p:sp>
        <p:nvSpPr>
          <p:cNvPr id="15" name="S05-card48"/>
          <p:cNvSpPr/>
          <p:nvPr/>
        </p:nvSpPr>
        <p:spPr>
          <a:xfrm>
            <a:off x="6277356" y="390652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05-cardtext49"/>
          <p:cNvSpPr txBox="1"/>
          <p:nvPr/>
        </p:nvSpPr>
        <p:spPr>
          <a:xfrm>
            <a:off x="6551676" y="404368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가운데 쌓기나무 위에 1개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설명대로 쌓아요</a:t>
            </a:r>
            <a:endParaRPr lang="ko-KR" sz="4400" dirty="0"/>
          </a:p>
        </p:txBody>
      </p:sp>
      <p:sp>
        <p:nvSpPr>
          <p:cNvPr id="3" name="S06-text50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1층에 2개, 오른쪽 쌓기나무 위에 1개</a:t>
            </a:r>
            <a:endParaRPr lang="ko-KR" sz="3200" dirty="0"/>
          </a:p>
        </p:txBody>
      </p:sp>
      <p:sp>
        <p:nvSpPr>
          <p:cNvPr id="4" name="S06-cell51"/>
          <p:cNvSpPr/>
          <p:nvPr/>
        </p:nvSpPr>
        <p:spPr>
          <a:xfrm>
            <a:off x="8457651" y="3329559"/>
            <a:ext cx="8229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6-cell52"/>
          <p:cNvSpPr/>
          <p:nvPr/>
        </p:nvSpPr>
        <p:spPr>
          <a:xfrm>
            <a:off x="9280611" y="3329559"/>
            <a:ext cx="82296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6-cell53"/>
          <p:cNvSpPr/>
          <p:nvPr/>
        </p:nvSpPr>
        <p:spPr>
          <a:xfrm>
            <a:off x="8457651" y="4152519"/>
            <a:ext cx="82296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6-cell54"/>
          <p:cNvSpPr/>
          <p:nvPr/>
        </p:nvSpPr>
        <p:spPr>
          <a:xfrm>
            <a:off x="9280611" y="4152519"/>
            <a:ext cx="82296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6-figure55" descr="한 줄로 쌓은 모양: 1층에 2개, 오른쪽 쌓기나무 위에 1개, 모두 3개"/>
          <p:cNvSpPr/>
          <p:nvPr/>
        </p:nvSpPr>
        <p:spPr>
          <a:xfrm>
            <a:off x="8457651" y="3329559"/>
            <a:ext cx="1645920" cy="16459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6-label56"/>
          <p:cNvSpPr txBox="1"/>
          <p:nvPr/>
        </p:nvSpPr>
        <p:spPr>
          <a:xfrm>
            <a:off x="6920911" y="5772150"/>
            <a:ext cx="4719401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쌓은 모양</a:t>
            </a:r>
            <a:endParaRPr lang="ko-KR" sz="2600" dirty="0"/>
          </a:p>
        </p:txBody>
      </p:sp>
      <p:sp>
        <p:nvSpPr>
          <p:cNvPr id="10" name="S06-stepno57"/>
          <p:cNvSpPr txBox="1"/>
          <p:nvPr/>
        </p:nvSpPr>
        <p:spPr>
          <a:xfrm>
            <a:off x="548640" y="3424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1" name="S06-text58"/>
          <p:cNvSpPr txBox="1"/>
          <p:nvPr/>
        </p:nvSpPr>
        <p:spPr>
          <a:xfrm>
            <a:off x="1325880" y="3424428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1층에 2개를 나란히 놓아요.</a:t>
            </a:r>
            <a:endParaRPr lang="ko-KR" sz="3200" dirty="0"/>
          </a:p>
        </p:txBody>
      </p:sp>
      <p:sp>
        <p:nvSpPr>
          <p:cNvPr id="12" name="S06-stepno59"/>
          <p:cNvSpPr txBox="1"/>
          <p:nvPr/>
        </p:nvSpPr>
        <p:spPr>
          <a:xfrm>
            <a:off x="548640" y="4137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3" name="S06-text60"/>
          <p:cNvSpPr txBox="1"/>
          <p:nvPr/>
        </p:nvSpPr>
        <p:spPr>
          <a:xfrm>
            <a:off x="1325880" y="4137660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‘오른쪽 쌓기나무’를 찾아요.</a:t>
            </a:r>
            <a:endParaRPr lang="ko-KR" sz="3200" dirty="0"/>
          </a:p>
        </p:txBody>
      </p:sp>
      <p:sp>
        <p:nvSpPr>
          <p:cNvPr id="14" name="S06-stepno61"/>
          <p:cNvSpPr txBox="1"/>
          <p:nvPr/>
        </p:nvSpPr>
        <p:spPr>
          <a:xfrm>
            <a:off x="548640" y="4850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5" name="S06-text62"/>
          <p:cNvSpPr txBox="1"/>
          <p:nvPr/>
        </p:nvSpPr>
        <p:spPr>
          <a:xfrm>
            <a:off x="1325880" y="485089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위에 1개를 올려요.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개일까요?</a:t>
            </a:r>
            <a:endParaRPr lang="ko-KR" sz="4400" dirty="0"/>
          </a:p>
        </p:txBody>
      </p:sp>
      <p:sp>
        <p:nvSpPr>
          <p:cNvPr id="3" name="S07-text6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한 줄로 쌓았고, ③은 바닥에 놓고 위에서 봤어요.</a:t>
            </a:r>
            <a:endParaRPr lang="ko-KR" sz="3200" dirty="0"/>
          </a:p>
        </p:txBody>
      </p:sp>
      <p:sp>
        <p:nvSpPr>
          <p:cNvPr id="4" name="S07-card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1층부터 층마다 세고, 센 수를 더해요.</a:t>
            </a:r>
            <a:endParaRPr lang="ko-KR" sz="3200" dirty="0"/>
          </a:p>
        </p:txBody>
      </p:sp>
      <p:sp>
        <p:nvSpPr>
          <p:cNvPr id="6" name="S07-cell66"/>
          <p:cNvSpPr/>
          <p:nvPr/>
        </p:nvSpPr>
        <p:spPr>
          <a:xfrm>
            <a:off x="1193292" y="257517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7-cell67"/>
          <p:cNvSpPr/>
          <p:nvPr/>
        </p:nvSpPr>
        <p:spPr>
          <a:xfrm>
            <a:off x="1924812" y="257517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7-cell68"/>
          <p:cNvSpPr/>
          <p:nvPr/>
        </p:nvSpPr>
        <p:spPr>
          <a:xfrm>
            <a:off x="2656332" y="2575179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7-cell69"/>
          <p:cNvSpPr/>
          <p:nvPr/>
        </p:nvSpPr>
        <p:spPr>
          <a:xfrm>
            <a:off x="1193292" y="330669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7-cell70"/>
          <p:cNvSpPr/>
          <p:nvPr/>
        </p:nvSpPr>
        <p:spPr>
          <a:xfrm>
            <a:off x="1924812" y="330669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7-cell71"/>
          <p:cNvSpPr/>
          <p:nvPr/>
        </p:nvSpPr>
        <p:spPr>
          <a:xfrm>
            <a:off x="2656332" y="330669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7-figure72" descr="한 줄로 쌓은 모양: 1층 3개, 2층은 왼쪽과 가운데 위에 2개"/>
          <p:cNvSpPr/>
          <p:nvPr/>
        </p:nvSpPr>
        <p:spPr>
          <a:xfrm>
            <a:off x="1193292" y="2575179"/>
            <a:ext cx="219456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7-label73"/>
          <p:cNvSpPr txBox="1"/>
          <p:nvPr/>
        </p:nvSpPr>
        <p:spPr>
          <a:xfrm>
            <a:off x="548640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14" name="S07-cell74"/>
          <p:cNvSpPr/>
          <p:nvPr/>
        </p:nvSpPr>
        <p:spPr>
          <a:xfrm>
            <a:off x="4997196" y="2209419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7-cell75"/>
          <p:cNvSpPr/>
          <p:nvPr/>
        </p:nvSpPr>
        <p:spPr>
          <a:xfrm>
            <a:off x="5728716" y="2209419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7-cell76"/>
          <p:cNvSpPr/>
          <p:nvPr/>
        </p:nvSpPr>
        <p:spPr>
          <a:xfrm>
            <a:off x="6460236" y="220941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7-cell77"/>
          <p:cNvSpPr/>
          <p:nvPr/>
        </p:nvSpPr>
        <p:spPr>
          <a:xfrm>
            <a:off x="4997196" y="2940939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7-cell78"/>
          <p:cNvSpPr/>
          <p:nvPr/>
        </p:nvSpPr>
        <p:spPr>
          <a:xfrm>
            <a:off x="5728716" y="294093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7-cell79"/>
          <p:cNvSpPr/>
          <p:nvPr/>
        </p:nvSpPr>
        <p:spPr>
          <a:xfrm>
            <a:off x="6460236" y="294093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7-cell80"/>
          <p:cNvSpPr/>
          <p:nvPr/>
        </p:nvSpPr>
        <p:spPr>
          <a:xfrm>
            <a:off x="4997196" y="367245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7-cell81"/>
          <p:cNvSpPr/>
          <p:nvPr/>
        </p:nvSpPr>
        <p:spPr>
          <a:xfrm>
            <a:off x="5728716" y="367245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7-cell82"/>
          <p:cNvSpPr/>
          <p:nvPr/>
        </p:nvSpPr>
        <p:spPr>
          <a:xfrm>
            <a:off x="6460236" y="367245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7-figure83" descr="한 줄로 쌓은 계단 모양: 1층 3개, 2층 2개, 3층 1개"/>
          <p:cNvSpPr/>
          <p:nvPr/>
        </p:nvSpPr>
        <p:spPr>
          <a:xfrm>
            <a:off x="4997196" y="2209419"/>
            <a:ext cx="2194560" cy="21945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7-label84"/>
          <p:cNvSpPr txBox="1"/>
          <p:nvPr/>
        </p:nvSpPr>
        <p:spPr>
          <a:xfrm>
            <a:off x="4352544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25" name="S07-cell85"/>
          <p:cNvSpPr/>
          <p:nvPr/>
        </p:nvSpPr>
        <p:spPr>
          <a:xfrm>
            <a:off x="8801100" y="257517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7-cell86"/>
          <p:cNvSpPr/>
          <p:nvPr/>
        </p:nvSpPr>
        <p:spPr>
          <a:xfrm>
            <a:off x="9532620" y="2575179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7-cell87"/>
          <p:cNvSpPr/>
          <p:nvPr/>
        </p:nvSpPr>
        <p:spPr>
          <a:xfrm>
            <a:off x="10264140" y="2575179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7-cell88"/>
          <p:cNvSpPr/>
          <p:nvPr/>
        </p:nvSpPr>
        <p:spPr>
          <a:xfrm>
            <a:off x="8801100" y="330669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7-cell89"/>
          <p:cNvSpPr/>
          <p:nvPr/>
        </p:nvSpPr>
        <p:spPr>
          <a:xfrm>
            <a:off x="9532620" y="330669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7-cell90"/>
          <p:cNvSpPr/>
          <p:nvPr/>
        </p:nvSpPr>
        <p:spPr>
          <a:xfrm>
            <a:off x="10264140" y="330669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7-figure91" descr="바닥에 1층으로 놓은 모양을 위에서 본 그림: 색칠한 칸 4개"/>
          <p:cNvSpPr/>
          <p:nvPr/>
        </p:nvSpPr>
        <p:spPr>
          <a:xfrm>
            <a:off x="8801100" y="2575179"/>
            <a:ext cx="219456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2" name="S07-label92"/>
          <p:cNvSpPr txBox="1"/>
          <p:nvPr/>
        </p:nvSpPr>
        <p:spPr>
          <a:xfrm>
            <a:off x="8156448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쌓았을까요?</a:t>
            </a:r>
            <a:endParaRPr lang="ko-KR" sz="4400" dirty="0"/>
          </a:p>
        </p:txBody>
      </p:sp>
      <p:sp>
        <p:nvSpPr>
          <p:cNvPr id="3" name="S08-card9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9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“1층에 3개를 놓고, 위에 1개를 놓아요.”</a:t>
            </a:r>
            <a:endParaRPr lang="ko-KR" sz="3200" dirty="0"/>
          </a:p>
        </p:txBody>
      </p:sp>
      <p:sp>
        <p:nvSpPr>
          <p:cNvPr id="5" name="S08-card9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9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설명대로 했어요. 어떻게 말하면 같아질까요?</a:t>
            </a:r>
            <a:endParaRPr lang="ko-KR" sz="3200" dirty="0"/>
          </a:p>
        </p:txBody>
      </p:sp>
      <p:sp>
        <p:nvSpPr>
          <p:cNvPr id="7" name="S08-chip9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토끼가 쌓은 모양</a:t>
            </a:r>
            <a:endParaRPr lang="ko-KR" sz="2600" dirty="0"/>
          </a:p>
        </p:txBody>
      </p:sp>
      <p:sp>
        <p:nvSpPr>
          <p:cNvPr id="8" name="S08-cell98"/>
          <p:cNvSpPr/>
          <p:nvPr/>
        </p:nvSpPr>
        <p:spPr>
          <a:xfrm>
            <a:off x="1755648" y="3154680"/>
            <a:ext cx="982980" cy="9829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8-cell99"/>
          <p:cNvSpPr/>
          <p:nvPr/>
        </p:nvSpPr>
        <p:spPr>
          <a:xfrm>
            <a:off x="2738628" y="3154680"/>
            <a:ext cx="982980" cy="9829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8-cell100"/>
          <p:cNvSpPr/>
          <p:nvPr/>
        </p:nvSpPr>
        <p:spPr>
          <a:xfrm>
            <a:off x="3721608" y="3154680"/>
            <a:ext cx="982980" cy="9829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8-cell101"/>
          <p:cNvSpPr/>
          <p:nvPr/>
        </p:nvSpPr>
        <p:spPr>
          <a:xfrm>
            <a:off x="1755648" y="4137660"/>
            <a:ext cx="982980" cy="9829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8-cell102"/>
          <p:cNvSpPr/>
          <p:nvPr/>
        </p:nvSpPr>
        <p:spPr>
          <a:xfrm>
            <a:off x="2738628" y="4137660"/>
            <a:ext cx="982980" cy="9829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8-cell103"/>
          <p:cNvSpPr/>
          <p:nvPr/>
        </p:nvSpPr>
        <p:spPr>
          <a:xfrm>
            <a:off x="3721608" y="4137660"/>
            <a:ext cx="982980" cy="9829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8-figure104" descr="1층 3개, 맨 왼쪽 위에 1개"/>
          <p:cNvSpPr/>
          <p:nvPr/>
        </p:nvSpPr>
        <p:spPr>
          <a:xfrm>
            <a:off x="1755648" y="3154680"/>
            <a:ext cx="2948940" cy="1965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8-chip10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곰이 쌓은 모양</a:t>
            </a:r>
            <a:endParaRPr lang="ko-KR" sz="2600" dirty="0"/>
          </a:p>
        </p:txBody>
      </p:sp>
      <p:sp>
        <p:nvSpPr>
          <p:cNvPr id="16" name="S08-cell106"/>
          <p:cNvSpPr/>
          <p:nvPr/>
        </p:nvSpPr>
        <p:spPr>
          <a:xfrm>
            <a:off x="7484364" y="3154680"/>
            <a:ext cx="982980" cy="9829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8-cell107"/>
          <p:cNvSpPr/>
          <p:nvPr/>
        </p:nvSpPr>
        <p:spPr>
          <a:xfrm>
            <a:off x="8467344" y="3154680"/>
            <a:ext cx="982980" cy="9829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8-cell108"/>
          <p:cNvSpPr/>
          <p:nvPr/>
        </p:nvSpPr>
        <p:spPr>
          <a:xfrm>
            <a:off x="9450324" y="3154680"/>
            <a:ext cx="982980" cy="9829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8-cell109"/>
          <p:cNvSpPr/>
          <p:nvPr/>
        </p:nvSpPr>
        <p:spPr>
          <a:xfrm>
            <a:off x="7484364" y="4137660"/>
            <a:ext cx="982980" cy="9829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8-cell110"/>
          <p:cNvSpPr/>
          <p:nvPr/>
        </p:nvSpPr>
        <p:spPr>
          <a:xfrm>
            <a:off x="8467344" y="4137660"/>
            <a:ext cx="982980" cy="9829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8-cell111"/>
          <p:cNvSpPr/>
          <p:nvPr/>
        </p:nvSpPr>
        <p:spPr>
          <a:xfrm>
            <a:off x="9450324" y="4137660"/>
            <a:ext cx="982980" cy="9829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8-figure112" descr="1층 3개, 맨 오른쪽 위에 1개"/>
          <p:cNvSpPr/>
          <p:nvPr/>
        </p:nvSpPr>
        <p:spPr>
          <a:xfrm>
            <a:off x="7484364" y="3154680"/>
            <a:ext cx="2948940" cy="1965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말로 설명해요</a:t>
            </a:r>
            <a:endParaRPr lang="ko-KR" sz="4400" dirty="0"/>
          </a:p>
        </p:txBody>
      </p:sp>
      <p:sp>
        <p:nvSpPr>
          <p:cNvPr id="3" name="S09-text11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말로 설명하고, ③은 쌓아요.</a:t>
            </a:r>
            <a:endParaRPr lang="ko-KR" sz="3200" dirty="0"/>
          </a:p>
        </p:txBody>
      </p:sp>
      <p:sp>
        <p:nvSpPr>
          <p:cNvPr id="4" name="S09-card1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1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층에, 어느 쌓기나무의 어느 쪽?</a:t>
            </a:r>
            <a:endParaRPr lang="ko-KR" sz="3200" dirty="0"/>
          </a:p>
        </p:txBody>
      </p:sp>
      <p:sp>
        <p:nvSpPr>
          <p:cNvPr id="6" name="S09-cell116"/>
          <p:cNvSpPr/>
          <p:nvPr/>
        </p:nvSpPr>
        <p:spPr>
          <a:xfrm>
            <a:off x="1193292" y="257517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9-cell117"/>
          <p:cNvSpPr/>
          <p:nvPr/>
        </p:nvSpPr>
        <p:spPr>
          <a:xfrm>
            <a:off x="1924812" y="2575179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9-cell118"/>
          <p:cNvSpPr/>
          <p:nvPr/>
        </p:nvSpPr>
        <p:spPr>
          <a:xfrm>
            <a:off x="2656332" y="257517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9-cell119"/>
          <p:cNvSpPr/>
          <p:nvPr/>
        </p:nvSpPr>
        <p:spPr>
          <a:xfrm>
            <a:off x="1193292" y="330669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9-cell120"/>
          <p:cNvSpPr/>
          <p:nvPr/>
        </p:nvSpPr>
        <p:spPr>
          <a:xfrm>
            <a:off x="1924812" y="330669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9-cell121"/>
          <p:cNvSpPr/>
          <p:nvPr/>
        </p:nvSpPr>
        <p:spPr>
          <a:xfrm>
            <a:off x="2656332" y="330669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9-figure122" descr="한 줄로 쌓은 모양: 1층 3개, 맨 왼쪽과 맨 오른쪽 위에 1개씩"/>
          <p:cNvSpPr/>
          <p:nvPr/>
        </p:nvSpPr>
        <p:spPr>
          <a:xfrm>
            <a:off x="1193292" y="2575179"/>
            <a:ext cx="219456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9-label123"/>
          <p:cNvSpPr txBox="1"/>
          <p:nvPr/>
        </p:nvSpPr>
        <p:spPr>
          <a:xfrm>
            <a:off x="548640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14" name="S09-cell124"/>
          <p:cNvSpPr/>
          <p:nvPr/>
        </p:nvSpPr>
        <p:spPr>
          <a:xfrm>
            <a:off x="5362956" y="257517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9-cell125"/>
          <p:cNvSpPr/>
          <p:nvPr/>
        </p:nvSpPr>
        <p:spPr>
          <a:xfrm>
            <a:off x="6094476" y="2575179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9-cell126"/>
          <p:cNvSpPr/>
          <p:nvPr/>
        </p:nvSpPr>
        <p:spPr>
          <a:xfrm>
            <a:off x="5362956" y="330669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9-cell127"/>
          <p:cNvSpPr/>
          <p:nvPr/>
        </p:nvSpPr>
        <p:spPr>
          <a:xfrm>
            <a:off x="6094476" y="330669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9-figure128" descr="한 줄로 쌓은 모양: 1층 2개, 왼쪽 쌓기나무 위에 1개"/>
          <p:cNvSpPr/>
          <p:nvPr/>
        </p:nvSpPr>
        <p:spPr>
          <a:xfrm>
            <a:off x="5362956" y="2575179"/>
            <a:ext cx="146304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9-label129"/>
          <p:cNvSpPr txBox="1"/>
          <p:nvPr/>
        </p:nvSpPr>
        <p:spPr>
          <a:xfrm>
            <a:off x="4352544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20" name="S09-bigtext130"/>
          <p:cNvSpPr txBox="1"/>
          <p:nvPr/>
        </p:nvSpPr>
        <p:spPr>
          <a:xfrm>
            <a:off x="8156448" y="2011680"/>
            <a:ext cx="3483864" cy="259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1개를 놓고,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앞에 1개,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뒤에 1개</a:t>
            </a:r>
            <a:endParaRPr lang="ko-KR" sz="2800" dirty="0"/>
          </a:p>
        </p:txBody>
      </p:sp>
      <p:sp>
        <p:nvSpPr>
          <p:cNvPr id="21" name="S09-label131"/>
          <p:cNvSpPr txBox="1"/>
          <p:nvPr/>
        </p:nvSpPr>
        <p:spPr>
          <a:xfrm>
            <a:off x="8156448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text1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몇 개? ②는 쌓고, ③은 설명해요.</a:t>
            </a:r>
            <a:endParaRPr lang="ko-KR" sz="3200" dirty="0"/>
          </a:p>
        </p:txBody>
      </p:sp>
      <p:sp>
        <p:nvSpPr>
          <p:cNvPr id="4" name="S10-cell133"/>
          <p:cNvSpPr/>
          <p:nvPr/>
        </p:nvSpPr>
        <p:spPr>
          <a:xfrm>
            <a:off x="827532" y="3123819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10-cell134"/>
          <p:cNvSpPr/>
          <p:nvPr/>
        </p:nvSpPr>
        <p:spPr>
          <a:xfrm>
            <a:off x="1559052" y="312381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10-cell135"/>
          <p:cNvSpPr/>
          <p:nvPr/>
        </p:nvSpPr>
        <p:spPr>
          <a:xfrm>
            <a:off x="2290572" y="312381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0-cell136"/>
          <p:cNvSpPr/>
          <p:nvPr/>
        </p:nvSpPr>
        <p:spPr>
          <a:xfrm>
            <a:off x="3022092" y="3123819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0-cell137"/>
          <p:cNvSpPr/>
          <p:nvPr/>
        </p:nvSpPr>
        <p:spPr>
          <a:xfrm>
            <a:off x="827532" y="385533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0-cell138"/>
          <p:cNvSpPr/>
          <p:nvPr/>
        </p:nvSpPr>
        <p:spPr>
          <a:xfrm>
            <a:off x="1559052" y="385533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0-cell139"/>
          <p:cNvSpPr/>
          <p:nvPr/>
        </p:nvSpPr>
        <p:spPr>
          <a:xfrm>
            <a:off x="2290572" y="385533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0-cell140"/>
          <p:cNvSpPr/>
          <p:nvPr/>
        </p:nvSpPr>
        <p:spPr>
          <a:xfrm>
            <a:off x="3022092" y="385533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0-figure141" descr="한 줄로 쌓은 모양: 1층 4개, 가운데 두 쌓기나무 위에 1개씩"/>
          <p:cNvSpPr/>
          <p:nvPr/>
        </p:nvSpPr>
        <p:spPr>
          <a:xfrm>
            <a:off x="827532" y="3123819"/>
            <a:ext cx="292608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10-label142"/>
          <p:cNvSpPr txBox="1"/>
          <p:nvPr/>
        </p:nvSpPr>
        <p:spPr>
          <a:xfrm>
            <a:off x="548640" y="577215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14" name="S10-bigtext143"/>
          <p:cNvSpPr txBox="1"/>
          <p:nvPr/>
        </p:nvSpPr>
        <p:spPr>
          <a:xfrm>
            <a:off x="4352544" y="2011680"/>
            <a:ext cx="3483864" cy="3687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1층에 2개,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쌓기나무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 2개 더</a:t>
            </a:r>
            <a:endParaRPr lang="ko-KR" sz="2800" dirty="0"/>
          </a:p>
        </p:txBody>
      </p:sp>
      <p:sp>
        <p:nvSpPr>
          <p:cNvPr id="15" name="S10-label144"/>
          <p:cNvSpPr txBox="1"/>
          <p:nvPr/>
        </p:nvSpPr>
        <p:spPr>
          <a:xfrm>
            <a:off x="4352544" y="577215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6" name="S10-cell145"/>
          <p:cNvSpPr/>
          <p:nvPr/>
        </p:nvSpPr>
        <p:spPr>
          <a:xfrm>
            <a:off x="8801100" y="3123819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0-cell146"/>
          <p:cNvSpPr/>
          <p:nvPr/>
        </p:nvSpPr>
        <p:spPr>
          <a:xfrm>
            <a:off x="9532620" y="312381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0-cell147"/>
          <p:cNvSpPr/>
          <p:nvPr/>
        </p:nvSpPr>
        <p:spPr>
          <a:xfrm>
            <a:off x="10264140" y="312381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0-cell148"/>
          <p:cNvSpPr/>
          <p:nvPr/>
        </p:nvSpPr>
        <p:spPr>
          <a:xfrm>
            <a:off x="8801100" y="385533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0-cell149"/>
          <p:cNvSpPr/>
          <p:nvPr/>
        </p:nvSpPr>
        <p:spPr>
          <a:xfrm>
            <a:off x="9532620" y="385533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0-cell150"/>
          <p:cNvSpPr/>
          <p:nvPr/>
        </p:nvSpPr>
        <p:spPr>
          <a:xfrm>
            <a:off x="10264140" y="385533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10-figure151" descr="한 줄로 쌓은 모양: 1층 3개, 가운데와 오른쪽 위에 1개씩"/>
          <p:cNvSpPr/>
          <p:nvPr/>
        </p:nvSpPr>
        <p:spPr>
          <a:xfrm>
            <a:off x="8801100" y="3123819"/>
            <a:ext cx="219456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10-label152"/>
          <p:cNvSpPr txBox="1"/>
          <p:nvPr/>
        </p:nvSpPr>
        <p:spPr>
          <a:xfrm>
            <a:off x="8156448" y="577215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설명에 맞는 모양은?</a:t>
            </a:r>
            <a:endParaRPr lang="ko-KR" sz="4400" dirty="0"/>
          </a:p>
        </p:txBody>
      </p:sp>
      <p:sp>
        <p:nvSpPr>
          <p:cNvPr id="3" name="S12-text15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1층에 3개, 맨 오른쪽 쌓기나무 위에 1개</a:t>
            </a:r>
            <a:endParaRPr lang="ko-KR" sz="3200" dirty="0"/>
          </a:p>
        </p:txBody>
      </p:sp>
      <p:sp>
        <p:nvSpPr>
          <p:cNvPr id="4" name="S12-card15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15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6" name="S12-chip156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2-cell157"/>
          <p:cNvSpPr/>
          <p:nvPr/>
        </p:nvSpPr>
        <p:spPr>
          <a:xfrm>
            <a:off x="766572" y="2912364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2-cell158"/>
          <p:cNvSpPr/>
          <p:nvPr/>
        </p:nvSpPr>
        <p:spPr>
          <a:xfrm>
            <a:off x="1772412" y="2912364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2-cell159"/>
          <p:cNvSpPr/>
          <p:nvPr/>
        </p:nvSpPr>
        <p:spPr>
          <a:xfrm>
            <a:off x="2778252" y="2912364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2-cell160"/>
          <p:cNvSpPr/>
          <p:nvPr/>
        </p:nvSpPr>
        <p:spPr>
          <a:xfrm>
            <a:off x="766572" y="3918204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2-cell161"/>
          <p:cNvSpPr/>
          <p:nvPr/>
        </p:nvSpPr>
        <p:spPr>
          <a:xfrm>
            <a:off x="1772412" y="3918204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2-cell162"/>
          <p:cNvSpPr/>
          <p:nvPr/>
        </p:nvSpPr>
        <p:spPr>
          <a:xfrm>
            <a:off x="2778252" y="3918204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2-figure163" descr="1층 3개, 맨 왼쪽 위에 1개"/>
          <p:cNvSpPr/>
          <p:nvPr/>
        </p:nvSpPr>
        <p:spPr>
          <a:xfrm>
            <a:off x="766572" y="2912364"/>
            <a:ext cx="301752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12-chip164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5" name="S12-cell165"/>
          <p:cNvSpPr/>
          <p:nvPr/>
        </p:nvSpPr>
        <p:spPr>
          <a:xfrm>
            <a:off x="4585716" y="2912364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2-cell166"/>
          <p:cNvSpPr/>
          <p:nvPr/>
        </p:nvSpPr>
        <p:spPr>
          <a:xfrm>
            <a:off x="5591556" y="2912364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2-cell167"/>
          <p:cNvSpPr/>
          <p:nvPr/>
        </p:nvSpPr>
        <p:spPr>
          <a:xfrm>
            <a:off x="6597396" y="2912364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2-cell168"/>
          <p:cNvSpPr/>
          <p:nvPr/>
        </p:nvSpPr>
        <p:spPr>
          <a:xfrm>
            <a:off x="4585716" y="3918204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2-cell169"/>
          <p:cNvSpPr/>
          <p:nvPr/>
        </p:nvSpPr>
        <p:spPr>
          <a:xfrm>
            <a:off x="5591556" y="3918204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2-cell170"/>
          <p:cNvSpPr/>
          <p:nvPr/>
        </p:nvSpPr>
        <p:spPr>
          <a:xfrm>
            <a:off x="6597396" y="3918204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2-figure171" descr="1층 3개, 가운데 위에 1개"/>
          <p:cNvSpPr/>
          <p:nvPr/>
        </p:nvSpPr>
        <p:spPr>
          <a:xfrm>
            <a:off x="4585716" y="2912364"/>
            <a:ext cx="301752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12-chip172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23" name="S12-cell173"/>
          <p:cNvSpPr/>
          <p:nvPr/>
        </p:nvSpPr>
        <p:spPr>
          <a:xfrm>
            <a:off x="8404860" y="2912364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12-cell174"/>
          <p:cNvSpPr/>
          <p:nvPr/>
        </p:nvSpPr>
        <p:spPr>
          <a:xfrm>
            <a:off x="9410700" y="2912364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2-cell175"/>
          <p:cNvSpPr/>
          <p:nvPr/>
        </p:nvSpPr>
        <p:spPr>
          <a:xfrm>
            <a:off x="10416540" y="2912364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2-cell176"/>
          <p:cNvSpPr/>
          <p:nvPr/>
        </p:nvSpPr>
        <p:spPr>
          <a:xfrm>
            <a:off x="8404860" y="3918204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2-cell177"/>
          <p:cNvSpPr/>
          <p:nvPr/>
        </p:nvSpPr>
        <p:spPr>
          <a:xfrm>
            <a:off x="9410700" y="3918204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2-cell178"/>
          <p:cNvSpPr/>
          <p:nvPr/>
        </p:nvSpPr>
        <p:spPr>
          <a:xfrm>
            <a:off x="10416540" y="3918204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12-figure179" descr="1층 3개, 맨 오른쪽 위에 1개"/>
          <p:cNvSpPr/>
          <p:nvPr/>
        </p:nvSpPr>
        <p:spPr>
          <a:xfrm>
            <a:off x="8404860" y="2912364"/>
            <a:ext cx="301752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18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8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층별로 세고, 어느 쌓기나무의 어느 쪽인지 말해요.</a:t>
            </a:r>
            <a:endParaRPr lang="ko-KR" sz="3200" dirty="0"/>
          </a:p>
        </p:txBody>
      </p:sp>
      <p:sp>
        <p:nvSpPr>
          <p:cNvPr id="5" name="S13-chip182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1층부터 층별로 세기</a:t>
            </a:r>
            <a:endParaRPr lang="ko-KR" sz="2600" dirty="0"/>
          </a:p>
        </p:txBody>
      </p:sp>
      <p:sp>
        <p:nvSpPr>
          <p:cNvPr id="6" name="S13-chip183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‘위에’만 말하기</a:t>
            </a:r>
            <a:endParaRPr lang="ko-KR" sz="2600" dirty="0"/>
          </a:p>
        </p:txBody>
      </p:sp>
      <p:sp>
        <p:nvSpPr>
          <p:cNvPr id="7" name="S13-text184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185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1층 4개,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2층 1개는 모두?</a:t>
            </a:r>
            <a:endParaRPr lang="ko-KR" sz="2600" dirty="0"/>
          </a:p>
        </p:txBody>
      </p:sp>
      <p:sp>
        <p:nvSpPr>
          <p:cNvPr id="9" name="S13-text186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‘왼쪽’과 반대인 말은?</a:t>
            </a:r>
            <a:endParaRPr lang="ko-KR" sz="2600" dirty="0"/>
          </a:p>
        </p:txBody>
      </p:sp>
      <p:sp>
        <p:nvSpPr>
          <p:cNvPr id="10" name="S13-text187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3개로 2층 모양을 쌓고 말해요.</a:t>
            </a:r>
            <a:endParaRPr lang="ko-KR" sz="2600" dirty="0"/>
          </a:p>
        </p:txBody>
      </p:sp>
      <p:sp>
        <p:nvSpPr>
          <p:cNvPr id="11" name="S13-text18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길이 재기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위치를 말해요</a:t>
            </a:r>
            <a:endParaRPr lang="ko-KR" sz="4400" dirty="0"/>
          </a:p>
        </p:txBody>
      </p:sp>
      <p:sp>
        <p:nvSpPr>
          <p:cNvPr id="3" name="S14-text18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컵을 가운데 두고 쌓기나무를 놓아요.</a:t>
            </a:r>
            <a:endParaRPr lang="ko-KR" sz="3200" dirty="0"/>
          </a:p>
        </p:txBody>
      </p:sp>
      <p:sp>
        <p:nvSpPr>
          <p:cNvPr id="4" name="S14-card1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볼 때를 기준으로 말해요.</a:t>
            </a:r>
            <a:endParaRPr lang="ko-KR" sz="3200" dirty="0"/>
          </a:p>
        </p:txBody>
      </p:sp>
      <p:sp>
        <p:nvSpPr>
          <p:cNvPr id="6" name="S14-word192"/>
          <p:cNvSpPr txBox="1"/>
          <p:nvPr/>
        </p:nvSpPr>
        <p:spPr>
          <a:xfrm>
            <a:off x="548640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</a:t>
            </a:r>
            <a:endParaRPr lang="ko-KR" sz="3600" dirty="0"/>
          </a:p>
        </p:txBody>
      </p:sp>
      <p:sp>
        <p:nvSpPr>
          <p:cNvPr id="7" name="S14-word193"/>
          <p:cNvSpPr txBox="1"/>
          <p:nvPr/>
        </p:nvSpPr>
        <p:spPr>
          <a:xfrm>
            <a:off x="4337304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</a:t>
            </a:r>
            <a:endParaRPr lang="ko-KR" sz="3600" dirty="0"/>
          </a:p>
        </p:txBody>
      </p:sp>
      <p:sp>
        <p:nvSpPr>
          <p:cNvPr id="8" name="S14-word194"/>
          <p:cNvSpPr txBox="1"/>
          <p:nvPr/>
        </p:nvSpPr>
        <p:spPr>
          <a:xfrm>
            <a:off x="8125968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</a:t>
            </a:r>
            <a:endParaRPr lang="ko-KR" sz="3600" dirty="0"/>
          </a:p>
        </p:txBody>
      </p:sp>
      <p:sp>
        <p:nvSpPr>
          <p:cNvPr id="9" name="S14-word195"/>
          <p:cNvSpPr txBox="1"/>
          <p:nvPr/>
        </p:nvSpPr>
        <p:spPr>
          <a:xfrm>
            <a:off x="548640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</a:t>
            </a:r>
            <a:endParaRPr lang="ko-KR" sz="3600" dirty="0"/>
          </a:p>
        </p:txBody>
      </p:sp>
      <p:sp>
        <p:nvSpPr>
          <p:cNvPr id="10" name="S14-word196"/>
          <p:cNvSpPr txBox="1"/>
          <p:nvPr/>
        </p:nvSpPr>
        <p:spPr>
          <a:xfrm>
            <a:off x="4337304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</a:t>
            </a:r>
            <a:endParaRPr lang="ko-KR" sz="3600" dirty="0"/>
          </a:p>
        </p:txBody>
      </p:sp>
      <p:sp>
        <p:nvSpPr>
          <p:cNvPr id="11" name="S14-word197"/>
          <p:cNvSpPr txBox="1"/>
          <p:nvPr/>
        </p:nvSpPr>
        <p:spPr>
          <a:xfrm>
            <a:off x="8125968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수학 쌓기나무</dc:title>
  <dc:subject>KR22-G02-MAT-BLOCKS-L01</dc:subject>
  <dc:creator>education-ppt</dc:creator>
  <cp:lastModifiedBy>education-ppt</cp:lastModifiedBy>
  <cp:revision>1</cp:revision>
  <dcterms:created xsi:type="dcterms:W3CDTF">2026-10-26T06:44:45Z</dcterms:created>
  <dcterms:modified xsi:type="dcterms:W3CDTF">2026-10-26T06:44:45Z</dcterms:modified>
</cp:coreProperties>
</file>