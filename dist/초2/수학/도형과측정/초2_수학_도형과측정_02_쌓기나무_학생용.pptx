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1c6cca1-74a0-b7d3-a096-02a5bef2b9c1}">
          <p14:sldIdLst>
            <p14:sldId id="256"/>
            <p14:sldId id="257"/>
          </p14:sldIdLst>
        </p14:section>
        <p14:section name="개념" id="{cd056889-a95f-4e2a-04a3-d732a51c4e65}">
          <p14:sldIdLst>
            <p14:sldId id="258"/>
            <p14:sldId id="259"/>
            <p14:sldId id="260"/>
            <p14:sldId id="261"/>
          </p14:sldIdLst>
        </p14:section>
        <p14:section name="연습" id="{3387abb5-ca7e-552c-22b8-6cdd448a3ddf}">
          <p14:sldIdLst>
            <p14:sldId id="262"/>
            <p14:sldId id="263"/>
            <p14:sldId id="264"/>
          </p14:sldIdLst>
        </p14:section>
        <p14:section name="확인" id="{cc8c8e4a-64ab-21eb-ca47-8bb669e4d95b}">
          <p14:sldIdLst>
            <p14:sldId id="265"/>
            <p14:sldId id="266"/>
          </p14:sldIdLst>
        </p14:section>
        <p14:section name="정리" id="{4c30acae-1f70-6e19-9711-8accdd55c351}">
          <p14:sldIdLst>
            <p14:sldId id="267"/>
          </p14:sldIdLst>
        </p14:section>
        <p14:section name="보충" id="{38907f3b-79f7-3938-8ed5-86738b452fb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쌓기나무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몇 개로 만들었을까?</a:t>
            </a:r>
            <a:endParaRPr lang="ko-KR" sz="3200" dirty="0"/>
          </a:p>
        </p:txBody>
      </p:sp>
      <p:sp>
        <p:nvSpPr>
          <p:cNvPr id="4" name="S01-figure1" descr="쌓기나무 한 개(정육면체)"/>
          <p:cNvSpPr/>
          <p:nvPr/>
        </p:nvSpPr>
        <p:spPr>
          <a:xfrm>
            <a:off x="8641080" y="1028700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쌓기나무가 몇 개인지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위치를 넣어 쌓은 모양을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말하고 해 봐요.</a:t>
            </a:r>
            <a:endParaRPr lang="ko-KR" sz="32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6" descr="사각형"/>
          <p:cNvSpPr/>
          <p:nvPr/>
        </p:nvSpPr>
        <p:spPr>
          <a:xfrm>
            <a:off x="3515868" y="2011680"/>
            <a:ext cx="1143000" cy="114300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8" descr="삼각형"/>
          <p:cNvSpPr/>
          <p:nvPr/>
        </p:nvSpPr>
        <p:spPr>
          <a:xfrm>
            <a:off x="3515868" y="352667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오른손을 들고, 책상 위와 아래를 가리켜요.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쌓기나무와 그림</a:t>
            </a:r>
            <a:endParaRPr lang="ko-KR" sz="4400" dirty="0"/>
          </a:p>
        </p:txBody>
      </p:sp>
      <p:sp>
        <p:nvSpPr>
          <p:cNvPr id="3" name="S03-card1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면이 똑같은 사각형이에요.</a:t>
            </a:r>
            <a:endParaRPr lang="ko-KR" sz="3200" dirty="0"/>
          </a:p>
        </p:txBody>
      </p:sp>
      <p:sp>
        <p:nvSpPr>
          <p:cNvPr id="5" name="S03-card1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칸 1개가 쌓기나무 1개예요.</a:t>
            </a:r>
            <a:endParaRPr lang="ko-KR" sz="3200" dirty="0"/>
          </a:p>
        </p:txBody>
      </p:sp>
      <p:sp>
        <p:nvSpPr>
          <p:cNvPr id="7" name="S03-figure15" descr="쌓기나무 한 개"/>
          <p:cNvSpPr/>
          <p:nvPr/>
        </p:nvSpPr>
        <p:spPr>
          <a:xfrm>
            <a:off x="2235708" y="1663319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3-label16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 1개</a:t>
            </a:r>
            <a:endParaRPr lang="ko-KR" sz="2600" dirty="0"/>
          </a:p>
        </p:txBody>
      </p:sp>
      <p:sp>
        <p:nvSpPr>
          <p:cNvPr id="9" name="S03-cell17"/>
          <p:cNvSpPr/>
          <p:nvPr/>
        </p:nvSpPr>
        <p:spPr>
          <a:xfrm>
            <a:off x="771296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18"/>
          <p:cNvSpPr/>
          <p:nvPr/>
        </p:nvSpPr>
        <p:spPr>
          <a:xfrm>
            <a:off x="853592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19"/>
          <p:cNvSpPr/>
          <p:nvPr/>
        </p:nvSpPr>
        <p:spPr>
          <a:xfrm>
            <a:off x="9358884" y="23262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0" descr="옆으로 나란히 놓은 쌓기나무 3개를 앞에서 본 그림: 색칠한 칸 3개"/>
          <p:cNvSpPr/>
          <p:nvPr/>
        </p:nvSpPr>
        <p:spPr>
          <a:xfrm>
            <a:off x="7712964" y="2326259"/>
            <a:ext cx="246888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label2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옆으로 나란히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세어요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= 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쌓기나무는 모두 4개예요.</a:t>
            </a:r>
            <a:endParaRPr lang="ko-KR" sz="3200" dirty="0"/>
          </a:p>
        </p:txBody>
      </p:sp>
      <p:sp>
        <p:nvSpPr>
          <p:cNvPr id="6" name="S04-cell25"/>
          <p:cNvSpPr/>
          <p:nvPr/>
        </p:nvSpPr>
        <p:spPr>
          <a:xfrm>
            <a:off x="1995678" y="252552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26"/>
          <p:cNvSpPr/>
          <p:nvPr/>
        </p:nvSpPr>
        <p:spPr>
          <a:xfrm>
            <a:off x="281863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27"/>
          <p:cNvSpPr/>
          <p:nvPr/>
        </p:nvSpPr>
        <p:spPr>
          <a:xfrm>
            <a:off x="3641598" y="2525522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28"/>
          <p:cNvSpPr/>
          <p:nvPr/>
        </p:nvSpPr>
        <p:spPr>
          <a:xfrm>
            <a:off x="199567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29"/>
          <p:cNvSpPr/>
          <p:nvPr/>
        </p:nvSpPr>
        <p:spPr>
          <a:xfrm>
            <a:off x="281863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0"/>
          <p:cNvSpPr/>
          <p:nvPr/>
        </p:nvSpPr>
        <p:spPr>
          <a:xfrm>
            <a:off x="3641598" y="3348482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31" descr="한 줄로 쌓은 모양: 1층에 3개, 맨 왼쪽 쌓기나무 위에 1개, 모두 4개"/>
          <p:cNvSpPr/>
          <p:nvPr/>
        </p:nvSpPr>
        <p:spPr>
          <a:xfrm>
            <a:off x="1995678" y="2525522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card32"/>
          <p:cNvSpPr/>
          <p:nvPr/>
        </p:nvSpPr>
        <p:spPr>
          <a:xfrm>
            <a:off x="6277356" y="236550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33"/>
          <p:cNvSpPr txBox="1"/>
          <p:nvPr/>
        </p:nvSpPr>
        <p:spPr>
          <a:xfrm>
            <a:off x="6551676" y="250266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</a:t>
            </a:r>
            <a:endParaRPr lang="ko-KR" sz="3200" dirty="0"/>
          </a:p>
        </p:txBody>
      </p:sp>
      <p:sp>
        <p:nvSpPr>
          <p:cNvPr id="15" name="S04-card34"/>
          <p:cNvSpPr/>
          <p:nvPr/>
        </p:nvSpPr>
        <p:spPr>
          <a:xfrm>
            <a:off x="6277356" y="3462782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4-cardtext35"/>
          <p:cNvSpPr txBox="1"/>
          <p:nvPr/>
        </p:nvSpPr>
        <p:spPr>
          <a:xfrm>
            <a:off x="6551676" y="3599942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놓았나요?</a:t>
            </a:r>
            <a:endParaRPr lang="ko-KR" sz="4400" dirty="0"/>
          </a:p>
        </p:txBody>
      </p:sp>
      <p:sp>
        <p:nvSpPr>
          <p:cNvPr id="3" name="S05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위치를 넣어 말해요.</a:t>
            </a:r>
            <a:endParaRPr lang="ko-KR" sz="3200" dirty="0"/>
          </a:p>
        </p:txBody>
      </p:sp>
      <p:sp>
        <p:nvSpPr>
          <p:cNvPr id="4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쌓기나무의 어느 쪽인지 말해요.</a:t>
            </a:r>
            <a:endParaRPr lang="ko-KR" sz="3200" dirty="0"/>
          </a:p>
        </p:txBody>
      </p:sp>
      <p:sp>
        <p:nvSpPr>
          <p:cNvPr id="6" name="S05-cell39"/>
          <p:cNvSpPr/>
          <p:nvPr/>
        </p:nvSpPr>
        <p:spPr>
          <a:xfrm>
            <a:off x="199567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40"/>
          <p:cNvSpPr/>
          <p:nvPr/>
        </p:nvSpPr>
        <p:spPr>
          <a:xfrm>
            <a:off x="2818638" y="274320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41"/>
          <p:cNvSpPr/>
          <p:nvPr/>
        </p:nvSpPr>
        <p:spPr>
          <a:xfrm>
            <a:off x="3641598" y="2743200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42"/>
          <p:cNvSpPr/>
          <p:nvPr/>
        </p:nvSpPr>
        <p:spPr>
          <a:xfrm>
            <a:off x="199567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43"/>
          <p:cNvSpPr/>
          <p:nvPr/>
        </p:nvSpPr>
        <p:spPr>
          <a:xfrm>
            <a:off x="281863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44"/>
          <p:cNvSpPr/>
          <p:nvPr/>
        </p:nvSpPr>
        <p:spPr>
          <a:xfrm>
            <a:off x="3641598" y="3566160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figure45" descr="한 줄로 쌓은 모양: 1층에 3개, 가운데 쌓기나무 위에 1개, 모두 4개"/>
          <p:cNvSpPr/>
          <p:nvPr/>
        </p:nvSpPr>
        <p:spPr>
          <a:xfrm>
            <a:off x="1995678" y="2743200"/>
            <a:ext cx="246888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5-card46"/>
          <p:cNvSpPr/>
          <p:nvPr/>
        </p:nvSpPr>
        <p:spPr>
          <a:xfrm>
            <a:off x="6277356" y="235712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5-cardtext47"/>
          <p:cNvSpPr txBox="1"/>
          <p:nvPr/>
        </p:nvSpPr>
        <p:spPr>
          <a:xfrm>
            <a:off x="6551676" y="249428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3개를 옆으로 나란히</a:t>
            </a:r>
            <a:endParaRPr lang="ko-KR" sz="3200" dirty="0"/>
          </a:p>
        </p:txBody>
      </p:sp>
      <p:sp>
        <p:nvSpPr>
          <p:cNvPr id="15" name="S05-card48"/>
          <p:cNvSpPr/>
          <p:nvPr/>
        </p:nvSpPr>
        <p:spPr>
          <a:xfrm>
            <a:off x="6277356" y="39065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05-cardtext49"/>
          <p:cNvSpPr txBox="1"/>
          <p:nvPr/>
        </p:nvSpPr>
        <p:spPr>
          <a:xfrm>
            <a:off x="6551676" y="40436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쌓기나무 위에 1개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설명대로 쌓아요</a:t>
            </a:r>
            <a:endParaRPr lang="ko-KR" sz="4400" dirty="0"/>
          </a:p>
        </p:txBody>
      </p:sp>
      <p:sp>
        <p:nvSpPr>
          <p:cNvPr id="3" name="S06-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 오른쪽 쌓기나무 위에 1개</a:t>
            </a:r>
            <a:endParaRPr lang="ko-KR" sz="3200" dirty="0"/>
          </a:p>
        </p:txBody>
      </p:sp>
      <p:sp>
        <p:nvSpPr>
          <p:cNvPr id="4" name="S06-cell51"/>
          <p:cNvSpPr/>
          <p:nvPr/>
        </p:nvSpPr>
        <p:spPr>
          <a:xfrm>
            <a:off x="8457651" y="3329559"/>
            <a:ext cx="8229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cell52"/>
          <p:cNvSpPr/>
          <p:nvPr/>
        </p:nvSpPr>
        <p:spPr>
          <a:xfrm>
            <a:off x="9280611" y="332955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cell53"/>
          <p:cNvSpPr/>
          <p:nvPr/>
        </p:nvSpPr>
        <p:spPr>
          <a:xfrm>
            <a:off x="845765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cell54"/>
          <p:cNvSpPr/>
          <p:nvPr/>
        </p:nvSpPr>
        <p:spPr>
          <a:xfrm>
            <a:off x="9280611" y="4152519"/>
            <a:ext cx="82296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figure55" descr="한 줄로 쌓은 모양: 1층에 2개, 오른쪽 쌓기나무 위에 1개, 모두 3개"/>
          <p:cNvSpPr/>
          <p:nvPr/>
        </p:nvSpPr>
        <p:spPr>
          <a:xfrm>
            <a:off x="8457651" y="3329559"/>
            <a:ext cx="164592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56"/>
          <p:cNvSpPr txBox="1"/>
          <p:nvPr/>
        </p:nvSpPr>
        <p:spPr>
          <a:xfrm>
            <a:off x="6920911" y="5772150"/>
            <a:ext cx="4719401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쌓은 모양</a:t>
            </a:r>
            <a:endParaRPr lang="ko-KR" sz="2600" dirty="0"/>
          </a:p>
        </p:txBody>
      </p:sp>
      <p:sp>
        <p:nvSpPr>
          <p:cNvPr id="10" name="S06-stepno57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6-text58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2개를 나란히 놓아요.</a:t>
            </a:r>
            <a:endParaRPr lang="ko-KR" sz="3200" dirty="0"/>
          </a:p>
        </p:txBody>
      </p:sp>
      <p:sp>
        <p:nvSpPr>
          <p:cNvPr id="12" name="S06-stepno5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6-text60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‘오른쪽 쌓기나무’를 찾아요.</a:t>
            </a:r>
            <a:endParaRPr lang="ko-KR" sz="3200" dirty="0"/>
          </a:p>
        </p:txBody>
      </p:sp>
      <p:sp>
        <p:nvSpPr>
          <p:cNvPr id="14" name="S06-stepno61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6-text62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위에 1개를 올려요.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한 줄로 쌓았고, ③은 바닥에 놓고 위에서 봤어요.</a:t>
            </a:r>
            <a:endParaRPr lang="ko-KR" sz="3200" dirty="0"/>
          </a:p>
        </p:txBody>
      </p:sp>
      <p:sp>
        <p:nvSpPr>
          <p:cNvPr id="4" name="S07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1층부터 층마다 세고, 센 수를 더해요.</a:t>
            </a:r>
            <a:endParaRPr lang="ko-KR" sz="3200" dirty="0"/>
          </a:p>
        </p:txBody>
      </p:sp>
      <p:sp>
        <p:nvSpPr>
          <p:cNvPr id="6" name="S07-cell6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cell6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cell6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6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7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7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72" descr="한 줄로 쌓은 모양: 1층 3개, 2층은 왼쪽과 가운데 위에 2개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label7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7-cell74"/>
          <p:cNvSpPr/>
          <p:nvPr/>
        </p:nvSpPr>
        <p:spPr>
          <a:xfrm>
            <a:off x="499719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cell75"/>
          <p:cNvSpPr/>
          <p:nvPr/>
        </p:nvSpPr>
        <p:spPr>
          <a:xfrm>
            <a:off x="5728716" y="22094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76"/>
          <p:cNvSpPr/>
          <p:nvPr/>
        </p:nvSpPr>
        <p:spPr>
          <a:xfrm>
            <a:off x="6460236" y="22094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77"/>
          <p:cNvSpPr/>
          <p:nvPr/>
        </p:nvSpPr>
        <p:spPr>
          <a:xfrm>
            <a:off x="4997196" y="294093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78"/>
          <p:cNvSpPr/>
          <p:nvPr/>
        </p:nvSpPr>
        <p:spPr>
          <a:xfrm>
            <a:off x="572871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79"/>
          <p:cNvSpPr/>
          <p:nvPr/>
        </p:nvSpPr>
        <p:spPr>
          <a:xfrm>
            <a:off x="6460236" y="29409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80"/>
          <p:cNvSpPr/>
          <p:nvPr/>
        </p:nvSpPr>
        <p:spPr>
          <a:xfrm>
            <a:off x="499719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cell81"/>
          <p:cNvSpPr/>
          <p:nvPr/>
        </p:nvSpPr>
        <p:spPr>
          <a:xfrm>
            <a:off x="572871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7-cell82"/>
          <p:cNvSpPr/>
          <p:nvPr/>
        </p:nvSpPr>
        <p:spPr>
          <a:xfrm>
            <a:off x="6460236" y="367245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figure83" descr="한 줄로 쌓은 계단 모양: 1층 3개, 2층 2개, 3층 1개"/>
          <p:cNvSpPr/>
          <p:nvPr/>
        </p:nvSpPr>
        <p:spPr>
          <a:xfrm>
            <a:off x="4997196" y="2209419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7-label84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07-cell85"/>
          <p:cNvSpPr/>
          <p:nvPr/>
        </p:nvSpPr>
        <p:spPr>
          <a:xfrm>
            <a:off x="8801100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cell86"/>
          <p:cNvSpPr/>
          <p:nvPr/>
        </p:nvSpPr>
        <p:spPr>
          <a:xfrm>
            <a:off x="953262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cell87"/>
          <p:cNvSpPr/>
          <p:nvPr/>
        </p:nvSpPr>
        <p:spPr>
          <a:xfrm>
            <a:off x="10264140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cell88"/>
          <p:cNvSpPr/>
          <p:nvPr/>
        </p:nvSpPr>
        <p:spPr>
          <a:xfrm>
            <a:off x="880110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cell89"/>
          <p:cNvSpPr/>
          <p:nvPr/>
        </p:nvSpPr>
        <p:spPr>
          <a:xfrm>
            <a:off x="953262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cell90"/>
          <p:cNvSpPr/>
          <p:nvPr/>
        </p:nvSpPr>
        <p:spPr>
          <a:xfrm>
            <a:off x="10264140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7-figure91" descr="바닥에 1층으로 놓은 모양을 위에서 본 그림: 색칠한 칸 4개"/>
          <p:cNvSpPr/>
          <p:nvPr/>
        </p:nvSpPr>
        <p:spPr>
          <a:xfrm>
            <a:off x="8801100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7-label92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쌓았을까요?</a:t>
            </a:r>
            <a:endParaRPr lang="ko-KR" sz="4400" dirty="0"/>
          </a:p>
        </p:txBody>
      </p:sp>
      <p:sp>
        <p:nvSpPr>
          <p:cNvPr id="3" name="S08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“1층에 3개를 놓고, 위에 1개를 놓아요.”</a:t>
            </a:r>
            <a:endParaRPr lang="ko-KR" sz="3200" dirty="0"/>
          </a:p>
        </p:txBody>
      </p:sp>
      <p:sp>
        <p:nvSpPr>
          <p:cNvPr id="5" name="S08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설명대로 했어요. 어떻게 말하면 같아질까요?</a:t>
            </a:r>
            <a:endParaRPr lang="ko-KR" sz="3200" dirty="0"/>
          </a:p>
        </p:txBody>
      </p:sp>
      <p:sp>
        <p:nvSpPr>
          <p:cNvPr id="7" name="S08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쌓은 모양</a:t>
            </a:r>
            <a:endParaRPr lang="ko-KR" sz="2600" dirty="0"/>
          </a:p>
        </p:txBody>
      </p:sp>
      <p:sp>
        <p:nvSpPr>
          <p:cNvPr id="8" name="S08-cell98"/>
          <p:cNvSpPr/>
          <p:nvPr/>
        </p:nvSpPr>
        <p:spPr>
          <a:xfrm>
            <a:off x="1755648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cell99"/>
          <p:cNvSpPr/>
          <p:nvPr/>
        </p:nvSpPr>
        <p:spPr>
          <a:xfrm>
            <a:off x="273862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00"/>
          <p:cNvSpPr/>
          <p:nvPr/>
        </p:nvSpPr>
        <p:spPr>
          <a:xfrm>
            <a:off x="3721608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01"/>
          <p:cNvSpPr/>
          <p:nvPr/>
        </p:nvSpPr>
        <p:spPr>
          <a:xfrm>
            <a:off x="175564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02"/>
          <p:cNvSpPr/>
          <p:nvPr/>
        </p:nvSpPr>
        <p:spPr>
          <a:xfrm>
            <a:off x="273862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103"/>
          <p:cNvSpPr/>
          <p:nvPr/>
        </p:nvSpPr>
        <p:spPr>
          <a:xfrm>
            <a:off x="3721608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figure104" descr="1층 3개, 맨 왼쪽 위에 1개"/>
          <p:cNvSpPr/>
          <p:nvPr/>
        </p:nvSpPr>
        <p:spPr>
          <a:xfrm>
            <a:off x="1755648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8-chip10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곰이 쌓은 모양</a:t>
            </a:r>
            <a:endParaRPr lang="ko-KR" sz="2600" dirty="0"/>
          </a:p>
        </p:txBody>
      </p:sp>
      <p:sp>
        <p:nvSpPr>
          <p:cNvPr id="16" name="S08-cell106"/>
          <p:cNvSpPr/>
          <p:nvPr/>
        </p:nvSpPr>
        <p:spPr>
          <a:xfrm>
            <a:off x="748436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107"/>
          <p:cNvSpPr/>
          <p:nvPr/>
        </p:nvSpPr>
        <p:spPr>
          <a:xfrm>
            <a:off x="8467344" y="3154680"/>
            <a:ext cx="982980" cy="9829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108"/>
          <p:cNvSpPr/>
          <p:nvPr/>
        </p:nvSpPr>
        <p:spPr>
          <a:xfrm>
            <a:off x="9450324" y="315468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09"/>
          <p:cNvSpPr/>
          <p:nvPr/>
        </p:nvSpPr>
        <p:spPr>
          <a:xfrm>
            <a:off x="748436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10"/>
          <p:cNvSpPr/>
          <p:nvPr/>
        </p:nvSpPr>
        <p:spPr>
          <a:xfrm>
            <a:off x="846734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11"/>
          <p:cNvSpPr/>
          <p:nvPr/>
        </p:nvSpPr>
        <p:spPr>
          <a:xfrm>
            <a:off x="9450324" y="4137660"/>
            <a:ext cx="982980" cy="9829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12" descr="1층 3개, 맨 오른쪽 위에 1개"/>
          <p:cNvSpPr/>
          <p:nvPr/>
        </p:nvSpPr>
        <p:spPr>
          <a:xfrm>
            <a:off x="7484364" y="3154680"/>
            <a:ext cx="2948940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설명해요</a:t>
            </a:r>
            <a:endParaRPr lang="ko-KR" sz="4400" dirty="0"/>
          </a:p>
        </p:txBody>
      </p:sp>
      <p:sp>
        <p:nvSpPr>
          <p:cNvPr id="3" name="S09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말로 설명하고, ③은 쌓아요.</a:t>
            </a:r>
            <a:endParaRPr lang="ko-KR" sz="3200" dirty="0"/>
          </a:p>
        </p:txBody>
      </p:sp>
      <p:sp>
        <p:nvSpPr>
          <p:cNvPr id="4" name="S09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층에, 어느 쌓기나무의 어느 쪽?</a:t>
            </a:r>
            <a:endParaRPr lang="ko-KR" sz="3200" dirty="0"/>
          </a:p>
        </p:txBody>
      </p:sp>
      <p:sp>
        <p:nvSpPr>
          <p:cNvPr id="6" name="S09-cell116"/>
          <p:cNvSpPr/>
          <p:nvPr/>
        </p:nvSpPr>
        <p:spPr>
          <a:xfrm>
            <a:off x="119329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cell117"/>
          <p:cNvSpPr/>
          <p:nvPr/>
        </p:nvSpPr>
        <p:spPr>
          <a:xfrm>
            <a:off x="1924812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cell118"/>
          <p:cNvSpPr/>
          <p:nvPr/>
        </p:nvSpPr>
        <p:spPr>
          <a:xfrm>
            <a:off x="2656332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cell119"/>
          <p:cNvSpPr/>
          <p:nvPr/>
        </p:nvSpPr>
        <p:spPr>
          <a:xfrm>
            <a:off x="119329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cell120"/>
          <p:cNvSpPr/>
          <p:nvPr/>
        </p:nvSpPr>
        <p:spPr>
          <a:xfrm>
            <a:off x="192481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21"/>
          <p:cNvSpPr/>
          <p:nvPr/>
        </p:nvSpPr>
        <p:spPr>
          <a:xfrm>
            <a:off x="2656332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figure122" descr="한 줄로 쌓은 모양: 1층 3개, 맨 왼쪽과 맨 오른쪽 위에 1개씩"/>
          <p:cNvSpPr/>
          <p:nvPr/>
        </p:nvSpPr>
        <p:spPr>
          <a:xfrm>
            <a:off x="1193292" y="257517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9-label123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09-cell124"/>
          <p:cNvSpPr/>
          <p:nvPr/>
        </p:nvSpPr>
        <p:spPr>
          <a:xfrm>
            <a:off x="5362956" y="257517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25"/>
          <p:cNvSpPr/>
          <p:nvPr/>
        </p:nvSpPr>
        <p:spPr>
          <a:xfrm>
            <a:off x="6094476" y="257517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cell126"/>
          <p:cNvSpPr/>
          <p:nvPr/>
        </p:nvSpPr>
        <p:spPr>
          <a:xfrm>
            <a:off x="536295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9-cell127"/>
          <p:cNvSpPr/>
          <p:nvPr/>
        </p:nvSpPr>
        <p:spPr>
          <a:xfrm>
            <a:off x="6094476" y="330669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figure128" descr="한 줄로 쌓은 모양: 1층 2개, 왼쪽 쌓기나무 위에 1개"/>
          <p:cNvSpPr/>
          <p:nvPr/>
        </p:nvSpPr>
        <p:spPr>
          <a:xfrm>
            <a:off x="5362956" y="2575179"/>
            <a:ext cx="146304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9-label129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0" name="S09-bigtext130"/>
          <p:cNvSpPr txBox="1"/>
          <p:nvPr/>
        </p:nvSpPr>
        <p:spPr>
          <a:xfrm>
            <a:off x="8156448" y="2011680"/>
            <a:ext cx="3483864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1개를 놓고,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앞에 1개,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1개</a:t>
            </a:r>
            <a:endParaRPr lang="ko-KR" sz="2800" dirty="0"/>
          </a:p>
        </p:txBody>
      </p:sp>
      <p:sp>
        <p:nvSpPr>
          <p:cNvPr id="21" name="S09-label131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몇 개? ②는 쌓고, ③은 설명해요.</a:t>
            </a:r>
            <a:endParaRPr lang="ko-KR" sz="3200" dirty="0"/>
          </a:p>
        </p:txBody>
      </p:sp>
      <p:sp>
        <p:nvSpPr>
          <p:cNvPr id="4" name="S10-cell133"/>
          <p:cNvSpPr/>
          <p:nvPr/>
        </p:nvSpPr>
        <p:spPr>
          <a:xfrm>
            <a:off x="82753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cell134"/>
          <p:cNvSpPr/>
          <p:nvPr/>
        </p:nvSpPr>
        <p:spPr>
          <a:xfrm>
            <a:off x="155905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cell135"/>
          <p:cNvSpPr/>
          <p:nvPr/>
        </p:nvSpPr>
        <p:spPr>
          <a:xfrm>
            <a:off x="2290572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cell136"/>
          <p:cNvSpPr/>
          <p:nvPr/>
        </p:nvSpPr>
        <p:spPr>
          <a:xfrm>
            <a:off x="3022092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cell137"/>
          <p:cNvSpPr/>
          <p:nvPr/>
        </p:nvSpPr>
        <p:spPr>
          <a:xfrm>
            <a:off x="82753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0-cell138"/>
          <p:cNvSpPr/>
          <p:nvPr/>
        </p:nvSpPr>
        <p:spPr>
          <a:xfrm>
            <a:off x="155905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0-cell139"/>
          <p:cNvSpPr/>
          <p:nvPr/>
        </p:nvSpPr>
        <p:spPr>
          <a:xfrm>
            <a:off x="229057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0-cell140"/>
          <p:cNvSpPr/>
          <p:nvPr/>
        </p:nvSpPr>
        <p:spPr>
          <a:xfrm>
            <a:off x="3022092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0-figure141" descr="한 줄로 쌓은 모양: 1층 4개, 가운데 두 쌓기나무 위에 1개씩"/>
          <p:cNvSpPr/>
          <p:nvPr/>
        </p:nvSpPr>
        <p:spPr>
          <a:xfrm>
            <a:off x="827532" y="3123819"/>
            <a:ext cx="292608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0-label142"/>
          <p:cNvSpPr txBox="1"/>
          <p:nvPr/>
        </p:nvSpPr>
        <p:spPr>
          <a:xfrm>
            <a:off x="548640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4" name="S10-bigtext143"/>
          <p:cNvSpPr txBox="1"/>
          <p:nvPr/>
        </p:nvSpPr>
        <p:spPr>
          <a:xfrm>
            <a:off x="4352544" y="2011680"/>
            <a:ext cx="3483864" cy="3687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2개,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쌓기나무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2개 더</a:t>
            </a:r>
            <a:endParaRPr lang="ko-KR" sz="2800" dirty="0"/>
          </a:p>
        </p:txBody>
      </p:sp>
      <p:sp>
        <p:nvSpPr>
          <p:cNvPr id="15" name="S10-label144"/>
          <p:cNvSpPr txBox="1"/>
          <p:nvPr/>
        </p:nvSpPr>
        <p:spPr>
          <a:xfrm>
            <a:off x="4352544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6" name="S10-cell145"/>
          <p:cNvSpPr/>
          <p:nvPr/>
        </p:nvSpPr>
        <p:spPr>
          <a:xfrm>
            <a:off x="8801100" y="3123819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0-cell146"/>
          <p:cNvSpPr/>
          <p:nvPr/>
        </p:nvSpPr>
        <p:spPr>
          <a:xfrm>
            <a:off x="953262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0-cell147"/>
          <p:cNvSpPr/>
          <p:nvPr/>
        </p:nvSpPr>
        <p:spPr>
          <a:xfrm>
            <a:off x="10264140" y="312381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0-cell148"/>
          <p:cNvSpPr/>
          <p:nvPr/>
        </p:nvSpPr>
        <p:spPr>
          <a:xfrm>
            <a:off x="880110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0-cell149"/>
          <p:cNvSpPr/>
          <p:nvPr/>
        </p:nvSpPr>
        <p:spPr>
          <a:xfrm>
            <a:off x="953262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0-cell150"/>
          <p:cNvSpPr/>
          <p:nvPr/>
        </p:nvSpPr>
        <p:spPr>
          <a:xfrm>
            <a:off x="10264140" y="3855339"/>
            <a:ext cx="731520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0-figure151" descr="한 줄로 쌓은 모양: 1층 3개, 가운데와 오른쪽 위에 1개씩"/>
          <p:cNvSpPr/>
          <p:nvPr/>
        </p:nvSpPr>
        <p:spPr>
          <a:xfrm>
            <a:off x="8801100" y="3123819"/>
            <a:ext cx="219456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0-label152"/>
          <p:cNvSpPr txBox="1"/>
          <p:nvPr/>
        </p:nvSpPr>
        <p:spPr>
          <a:xfrm>
            <a:off x="8156448" y="57721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맞는 모양은?</a:t>
            </a:r>
            <a:endParaRPr lang="ko-KR" sz="4400" dirty="0"/>
          </a:p>
        </p:txBody>
      </p:sp>
      <p:sp>
        <p:nvSpPr>
          <p:cNvPr id="3" name="S12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1층에 3개, 맨 오른쪽 쌓기나무 위에 1개</a:t>
            </a:r>
            <a:endParaRPr lang="ko-KR" sz="3200" dirty="0"/>
          </a:p>
        </p:txBody>
      </p:sp>
      <p:sp>
        <p:nvSpPr>
          <p:cNvPr id="4" name="S12-card1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15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ell157"/>
          <p:cNvSpPr/>
          <p:nvPr/>
        </p:nvSpPr>
        <p:spPr>
          <a:xfrm>
            <a:off x="766572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cell158"/>
          <p:cNvSpPr/>
          <p:nvPr/>
        </p:nvSpPr>
        <p:spPr>
          <a:xfrm>
            <a:off x="177241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cell159"/>
          <p:cNvSpPr/>
          <p:nvPr/>
        </p:nvSpPr>
        <p:spPr>
          <a:xfrm>
            <a:off x="2778252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cell160"/>
          <p:cNvSpPr/>
          <p:nvPr/>
        </p:nvSpPr>
        <p:spPr>
          <a:xfrm>
            <a:off x="76657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cell161"/>
          <p:cNvSpPr/>
          <p:nvPr/>
        </p:nvSpPr>
        <p:spPr>
          <a:xfrm>
            <a:off x="177241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cell162"/>
          <p:cNvSpPr/>
          <p:nvPr/>
        </p:nvSpPr>
        <p:spPr>
          <a:xfrm>
            <a:off x="2778252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figure163" descr="1층 3개, 맨 왼쪽 위에 1개"/>
          <p:cNvSpPr/>
          <p:nvPr/>
        </p:nvSpPr>
        <p:spPr>
          <a:xfrm>
            <a:off x="766572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2-chip164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5" name="S12-cell165"/>
          <p:cNvSpPr/>
          <p:nvPr/>
        </p:nvSpPr>
        <p:spPr>
          <a:xfrm>
            <a:off x="458571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2-cell166"/>
          <p:cNvSpPr/>
          <p:nvPr/>
        </p:nvSpPr>
        <p:spPr>
          <a:xfrm>
            <a:off x="5591556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cell167"/>
          <p:cNvSpPr/>
          <p:nvPr/>
        </p:nvSpPr>
        <p:spPr>
          <a:xfrm>
            <a:off x="6597396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2-cell168"/>
          <p:cNvSpPr/>
          <p:nvPr/>
        </p:nvSpPr>
        <p:spPr>
          <a:xfrm>
            <a:off x="458571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cell169"/>
          <p:cNvSpPr/>
          <p:nvPr/>
        </p:nvSpPr>
        <p:spPr>
          <a:xfrm>
            <a:off x="559155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2-cell170"/>
          <p:cNvSpPr/>
          <p:nvPr/>
        </p:nvSpPr>
        <p:spPr>
          <a:xfrm>
            <a:off x="6597396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figure171" descr="1층 3개, 가운데 위에 1개"/>
          <p:cNvSpPr/>
          <p:nvPr/>
        </p:nvSpPr>
        <p:spPr>
          <a:xfrm>
            <a:off x="4585716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2-chip17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23" name="S12-cell173"/>
          <p:cNvSpPr/>
          <p:nvPr/>
        </p:nvSpPr>
        <p:spPr>
          <a:xfrm>
            <a:off x="840486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cell174"/>
          <p:cNvSpPr/>
          <p:nvPr/>
        </p:nvSpPr>
        <p:spPr>
          <a:xfrm>
            <a:off x="9410700" y="2912364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2-cell175"/>
          <p:cNvSpPr/>
          <p:nvPr/>
        </p:nvSpPr>
        <p:spPr>
          <a:xfrm>
            <a:off x="10416540" y="291236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2-cell176"/>
          <p:cNvSpPr/>
          <p:nvPr/>
        </p:nvSpPr>
        <p:spPr>
          <a:xfrm>
            <a:off x="840486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cell177"/>
          <p:cNvSpPr/>
          <p:nvPr/>
        </p:nvSpPr>
        <p:spPr>
          <a:xfrm>
            <a:off x="941070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2-cell178"/>
          <p:cNvSpPr/>
          <p:nvPr/>
        </p:nvSpPr>
        <p:spPr>
          <a:xfrm>
            <a:off x="10416540" y="3918204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figure179" descr="1층 3개, 맨 오른쪽 위에 1개"/>
          <p:cNvSpPr/>
          <p:nvPr/>
        </p:nvSpPr>
        <p:spPr>
          <a:xfrm>
            <a:off x="8404860" y="2912364"/>
            <a:ext cx="30175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층별로 세고, 어느 쌓기나무의 어느 쪽인지 말해요.</a:t>
            </a:r>
            <a:endParaRPr lang="ko-KR" sz="3200" dirty="0"/>
          </a:p>
        </p:txBody>
      </p:sp>
      <p:sp>
        <p:nvSpPr>
          <p:cNvPr id="5" name="S13-chip18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1층부터 층별로 세기</a:t>
            </a:r>
            <a:endParaRPr lang="ko-KR" sz="2600" dirty="0"/>
          </a:p>
        </p:txBody>
      </p:sp>
      <p:sp>
        <p:nvSpPr>
          <p:cNvPr id="6" name="S13-chip18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‘위에’만 말하기</a:t>
            </a:r>
            <a:endParaRPr lang="ko-KR" sz="2600" dirty="0"/>
          </a:p>
        </p:txBody>
      </p:sp>
      <p:sp>
        <p:nvSpPr>
          <p:cNvPr id="7" name="S13-text18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8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1층 4개,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2층 1개는 모두?</a:t>
            </a:r>
            <a:endParaRPr lang="ko-KR" sz="2600" dirty="0"/>
          </a:p>
        </p:txBody>
      </p:sp>
      <p:sp>
        <p:nvSpPr>
          <p:cNvPr id="9" name="S13-text18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‘왼쪽’과 반대인 말은?</a:t>
            </a:r>
            <a:endParaRPr lang="ko-KR" sz="2600" dirty="0"/>
          </a:p>
        </p:txBody>
      </p:sp>
      <p:sp>
        <p:nvSpPr>
          <p:cNvPr id="10" name="S13-text18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3개로 2층 모양을 쌓고 말해요.</a:t>
            </a:r>
            <a:endParaRPr lang="ko-KR" sz="2600" dirty="0"/>
          </a:p>
        </p:txBody>
      </p:sp>
      <p:sp>
        <p:nvSpPr>
          <p:cNvPr id="11" name="S13-text1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길이 재기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위치를 말해요</a:t>
            </a:r>
            <a:endParaRPr lang="ko-KR" sz="4400" dirty="0"/>
          </a:p>
        </p:txBody>
      </p:sp>
      <p:sp>
        <p:nvSpPr>
          <p:cNvPr id="3" name="S14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가운데 두고 쌓기나무를 놓아요.</a:t>
            </a:r>
            <a:endParaRPr lang="ko-KR" sz="3200" dirty="0"/>
          </a:p>
        </p:txBody>
      </p:sp>
      <p:sp>
        <p:nvSpPr>
          <p:cNvPr id="4" name="S14-card1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볼 때를 기준으로 말해요.</a:t>
            </a:r>
            <a:endParaRPr lang="ko-KR" sz="3200" dirty="0"/>
          </a:p>
        </p:txBody>
      </p:sp>
      <p:sp>
        <p:nvSpPr>
          <p:cNvPr id="6" name="S14-word192"/>
          <p:cNvSpPr txBox="1"/>
          <p:nvPr/>
        </p:nvSpPr>
        <p:spPr>
          <a:xfrm>
            <a:off x="548640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endParaRPr lang="ko-KR" sz="3600" dirty="0"/>
          </a:p>
        </p:txBody>
      </p:sp>
      <p:sp>
        <p:nvSpPr>
          <p:cNvPr id="7" name="S14-word193"/>
          <p:cNvSpPr txBox="1"/>
          <p:nvPr/>
        </p:nvSpPr>
        <p:spPr>
          <a:xfrm>
            <a:off x="4337304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</a:t>
            </a:r>
            <a:endParaRPr lang="ko-KR" sz="3600" dirty="0"/>
          </a:p>
        </p:txBody>
      </p:sp>
      <p:sp>
        <p:nvSpPr>
          <p:cNvPr id="8" name="S14-word194"/>
          <p:cNvSpPr txBox="1"/>
          <p:nvPr/>
        </p:nvSpPr>
        <p:spPr>
          <a:xfrm>
            <a:off x="8125968" y="201168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</a:t>
            </a:r>
            <a:endParaRPr lang="ko-KR" sz="3600" dirty="0"/>
          </a:p>
        </p:txBody>
      </p:sp>
      <p:sp>
        <p:nvSpPr>
          <p:cNvPr id="9" name="S14-word195"/>
          <p:cNvSpPr txBox="1"/>
          <p:nvPr/>
        </p:nvSpPr>
        <p:spPr>
          <a:xfrm>
            <a:off x="548640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</a:t>
            </a:r>
            <a:endParaRPr lang="ko-KR" sz="3600" dirty="0"/>
          </a:p>
        </p:txBody>
      </p:sp>
      <p:sp>
        <p:nvSpPr>
          <p:cNvPr id="10" name="S14-word196"/>
          <p:cNvSpPr txBox="1"/>
          <p:nvPr/>
        </p:nvSpPr>
        <p:spPr>
          <a:xfrm>
            <a:off x="4337304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</a:t>
            </a:r>
            <a:endParaRPr lang="ko-KR" sz="3600" dirty="0"/>
          </a:p>
        </p:txBody>
      </p:sp>
      <p:sp>
        <p:nvSpPr>
          <p:cNvPr id="11" name="S14-word197"/>
          <p:cNvSpPr txBox="1"/>
          <p:nvPr/>
        </p:nvSpPr>
        <p:spPr>
          <a:xfrm>
            <a:off x="8125968" y="3703320"/>
            <a:ext cx="3514344" cy="1417320"/>
          </a:xfrm>
          <a:prstGeom prst="roundRect">
            <a:avLst>
              <a:gd name="adj" fmla="val 9032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쌓기나무</dc:title>
  <dc:subject>KR22-G02-MAT-BLOCKS-L01</dc:subject>
  <dc:creator>education-ppt</dc:creator>
  <cp:lastModifiedBy>education-ppt</cp:lastModifiedBy>
  <cp:revision>1</cp:revision>
  <dcterms:created xsi:type="dcterms:W3CDTF">2026-10-26T07:14:18Z</dcterms:created>
  <dcterms:modified xsi:type="dcterms:W3CDTF">2026-10-26T07:14:18Z</dcterms:modified>
</cp:coreProperties>
</file>