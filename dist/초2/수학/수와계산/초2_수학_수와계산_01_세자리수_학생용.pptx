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40507f0-5e7f-01ec-735f-2cc9a6f24db4}">
          <p14:sldIdLst>
            <p14:sldId id="256"/>
            <p14:sldId id="257"/>
          </p14:sldIdLst>
        </p14:section>
        <p14:section name="개념" id="{ae78d676-5fb5-a096-97b0-0616aa590b6d}">
          <p14:sldIdLst>
            <p14:sldId id="258"/>
            <p14:sldId id="259"/>
            <p14:sldId id="260"/>
            <p14:sldId id="261"/>
            <p14:sldId id="262"/>
            <p14:sldId id="264"/>
            <p14:sldId id="265"/>
          </p14:sldIdLst>
        </p14:section>
        <p14:section name="연습" id="{ad9a9d5a-4e47-453a-9603-4ee25d8152bb}">
          <p14:sldIdLst>
            <p14:sldId id="263"/>
            <p14:sldId id="266"/>
            <p14:sldId id="267"/>
          </p14:sldIdLst>
        </p14:section>
        <p14:section name="개념" id="{11569c77-8e9f-3bd2-9767-2c0933e4895e}">
          <p14:sldIdLst/>
        </p14:section>
        <p14:section name="연습" id="{a35b246c-9dc6-8fcb-f028-c3802504a92e}">
          <p14:sldIdLst/>
        </p14:section>
        <p14:section name="확인" id="{d3f2fa0d-6aa1-fb95-8ebc-bf6e06709f6a}">
          <p14:sldIdLst>
            <p14:sldId id="268"/>
            <p14:sldId id="269"/>
          </p14:sldIdLst>
        </p14:section>
        <p14:section name="정리" id="{b3983390-d62e-3a91-712f-fdcd6b4b1d5b}">
          <p14:sldIdLst>
            <p14:sldId id="270"/>
          </p14:sldIdLst>
        </p14:section>
        <p14:section name="보충" id="{2be6ff75-0d52-bf9f-0fca-bad15b137c5a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세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세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세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자리 수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수는 얼마일까?</a:t>
            </a:r>
            <a:endParaRPr lang="ko-KR" sz="3200" dirty="0"/>
          </a:p>
        </p:txBody>
      </p:sp>
      <p:sp>
        <p:nvSpPr>
          <p:cNvPr id="4" name="S01-flat1"/>
          <p:cNvSpPr/>
          <p:nvPr/>
        </p:nvSpPr>
        <p:spPr>
          <a:xfrm>
            <a:off x="7750429" y="1408434"/>
            <a:ext cx="1389371" cy="138937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7889366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S01-line3"/>
          <p:cNvSpPr/>
          <p:nvPr/>
        </p:nvSpPr>
        <p:spPr>
          <a:xfrm>
            <a:off x="7750429" y="1547372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1-line4"/>
          <p:cNvSpPr/>
          <p:nvPr/>
        </p:nvSpPr>
        <p:spPr>
          <a:xfrm>
            <a:off x="8028303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>
            <a:off x="7750429" y="1686309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>
            <a:off x="8167240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>
            <a:off x="7750429" y="1825246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>
            <a:off x="8306177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>
            <a:off x="7750429" y="1964183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>
            <a:off x="8445114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line11"/>
          <p:cNvSpPr/>
          <p:nvPr/>
        </p:nvSpPr>
        <p:spPr>
          <a:xfrm>
            <a:off x="7750429" y="2103120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>
            <a:off x="8584051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>
            <a:off x="7750429" y="2242057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line14"/>
          <p:cNvSpPr/>
          <p:nvPr/>
        </p:nvSpPr>
        <p:spPr>
          <a:xfrm>
            <a:off x="8722988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line15"/>
          <p:cNvSpPr/>
          <p:nvPr/>
        </p:nvSpPr>
        <p:spPr>
          <a:xfrm>
            <a:off x="7750429" y="2380994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1-line16"/>
          <p:cNvSpPr/>
          <p:nvPr/>
        </p:nvSpPr>
        <p:spPr>
          <a:xfrm>
            <a:off x="8861925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>
            <a:off x="7750429" y="2519931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>
            <a:off x="9000862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line19"/>
          <p:cNvSpPr/>
          <p:nvPr/>
        </p:nvSpPr>
        <p:spPr>
          <a:xfrm>
            <a:off x="7750429" y="2658868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flat20"/>
          <p:cNvSpPr/>
          <p:nvPr/>
        </p:nvSpPr>
        <p:spPr>
          <a:xfrm>
            <a:off x="9223162" y="1408434"/>
            <a:ext cx="1389371" cy="138937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1-line21"/>
          <p:cNvSpPr/>
          <p:nvPr/>
        </p:nvSpPr>
        <p:spPr>
          <a:xfrm>
            <a:off x="9362099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1-line22"/>
          <p:cNvSpPr/>
          <p:nvPr/>
        </p:nvSpPr>
        <p:spPr>
          <a:xfrm>
            <a:off x="9223162" y="1547372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1-line23"/>
          <p:cNvSpPr/>
          <p:nvPr/>
        </p:nvSpPr>
        <p:spPr>
          <a:xfrm>
            <a:off x="9501036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line24"/>
          <p:cNvSpPr/>
          <p:nvPr/>
        </p:nvSpPr>
        <p:spPr>
          <a:xfrm>
            <a:off x="9223162" y="1686309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line25"/>
          <p:cNvSpPr/>
          <p:nvPr/>
        </p:nvSpPr>
        <p:spPr>
          <a:xfrm>
            <a:off x="9639973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1-line26"/>
          <p:cNvSpPr/>
          <p:nvPr/>
        </p:nvSpPr>
        <p:spPr>
          <a:xfrm>
            <a:off x="9223162" y="1825246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1-line27"/>
          <p:cNvSpPr/>
          <p:nvPr/>
        </p:nvSpPr>
        <p:spPr>
          <a:xfrm>
            <a:off x="9778910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1-line28"/>
          <p:cNvSpPr/>
          <p:nvPr/>
        </p:nvSpPr>
        <p:spPr>
          <a:xfrm>
            <a:off x="9223162" y="1964183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line29"/>
          <p:cNvSpPr/>
          <p:nvPr/>
        </p:nvSpPr>
        <p:spPr>
          <a:xfrm>
            <a:off x="9917847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line30"/>
          <p:cNvSpPr/>
          <p:nvPr/>
        </p:nvSpPr>
        <p:spPr>
          <a:xfrm>
            <a:off x="9223162" y="2103120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line31"/>
          <p:cNvSpPr/>
          <p:nvPr/>
        </p:nvSpPr>
        <p:spPr>
          <a:xfrm>
            <a:off x="10056784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1-line32"/>
          <p:cNvSpPr/>
          <p:nvPr/>
        </p:nvSpPr>
        <p:spPr>
          <a:xfrm>
            <a:off x="9223162" y="2242057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1-line33"/>
          <p:cNvSpPr/>
          <p:nvPr/>
        </p:nvSpPr>
        <p:spPr>
          <a:xfrm>
            <a:off x="10195722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line34"/>
          <p:cNvSpPr/>
          <p:nvPr/>
        </p:nvSpPr>
        <p:spPr>
          <a:xfrm>
            <a:off x="9223162" y="2380994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line35"/>
          <p:cNvSpPr/>
          <p:nvPr/>
        </p:nvSpPr>
        <p:spPr>
          <a:xfrm>
            <a:off x="10334659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1-line36"/>
          <p:cNvSpPr/>
          <p:nvPr/>
        </p:nvSpPr>
        <p:spPr>
          <a:xfrm>
            <a:off x="9223162" y="2519931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1-line37"/>
          <p:cNvSpPr/>
          <p:nvPr/>
        </p:nvSpPr>
        <p:spPr>
          <a:xfrm>
            <a:off x="10473596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1-line38"/>
          <p:cNvSpPr/>
          <p:nvPr/>
        </p:nvSpPr>
        <p:spPr>
          <a:xfrm>
            <a:off x="9223162" y="2658868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rod39"/>
          <p:cNvSpPr/>
          <p:nvPr/>
        </p:nvSpPr>
        <p:spPr>
          <a:xfrm>
            <a:off x="10695895" y="1408434"/>
            <a:ext cx="138937" cy="138937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1-line40"/>
          <p:cNvSpPr/>
          <p:nvPr/>
        </p:nvSpPr>
        <p:spPr>
          <a:xfrm>
            <a:off x="10695895" y="1547372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1-line41"/>
          <p:cNvSpPr/>
          <p:nvPr/>
        </p:nvSpPr>
        <p:spPr>
          <a:xfrm>
            <a:off x="10695895" y="1686309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1-line42"/>
          <p:cNvSpPr/>
          <p:nvPr/>
        </p:nvSpPr>
        <p:spPr>
          <a:xfrm>
            <a:off x="10695895" y="1825246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1-line43"/>
          <p:cNvSpPr/>
          <p:nvPr/>
        </p:nvSpPr>
        <p:spPr>
          <a:xfrm>
            <a:off x="10695895" y="1964183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line44"/>
          <p:cNvSpPr/>
          <p:nvPr/>
        </p:nvSpPr>
        <p:spPr>
          <a:xfrm>
            <a:off x="10695895" y="2103120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line45"/>
          <p:cNvSpPr/>
          <p:nvPr/>
        </p:nvSpPr>
        <p:spPr>
          <a:xfrm>
            <a:off x="10695895" y="2242057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1-line46"/>
          <p:cNvSpPr/>
          <p:nvPr/>
        </p:nvSpPr>
        <p:spPr>
          <a:xfrm>
            <a:off x="10695895" y="2380994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1-line47"/>
          <p:cNvSpPr/>
          <p:nvPr/>
        </p:nvSpPr>
        <p:spPr>
          <a:xfrm>
            <a:off x="10695895" y="2519931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1-line48"/>
          <p:cNvSpPr/>
          <p:nvPr/>
        </p:nvSpPr>
        <p:spPr>
          <a:xfrm>
            <a:off x="10695895" y="2658868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1-rod49"/>
          <p:cNvSpPr/>
          <p:nvPr/>
        </p:nvSpPr>
        <p:spPr>
          <a:xfrm>
            <a:off x="10918194" y="1408434"/>
            <a:ext cx="138937" cy="138937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1-line50"/>
          <p:cNvSpPr/>
          <p:nvPr/>
        </p:nvSpPr>
        <p:spPr>
          <a:xfrm>
            <a:off x="10918194" y="1547372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1-line51"/>
          <p:cNvSpPr/>
          <p:nvPr/>
        </p:nvSpPr>
        <p:spPr>
          <a:xfrm>
            <a:off x="10918194" y="1686309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1-line52"/>
          <p:cNvSpPr/>
          <p:nvPr/>
        </p:nvSpPr>
        <p:spPr>
          <a:xfrm>
            <a:off x="10918194" y="1825246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1-line53"/>
          <p:cNvSpPr/>
          <p:nvPr/>
        </p:nvSpPr>
        <p:spPr>
          <a:xfrm>
            <a:off x="10918194" y="1964183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1-line54"/>
          <p:cNvSpPr/>
          <p:nvPr/>
        </p:nvSpPr>
        <p:spPr>
          <a:xfrm>
            <a:off x="10918194" y="2103120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1-line55"/>
          <p:cNvSpPr/>
          <p:nvPr/>
        </p:nvSpPr>
        <p:spPr>
          <a:xfrm>
            <a:off x="10918194" y="2242057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1-line56"/>
          <p:cNvSpPr/>
          <p:nvPr/>
        </p:nvSpPr>
        <p:spPr>
          <a:xfrm>
            <a:off x="10918194" y="2380994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1-line57"/>
          <p:cNvSpPr/>
          <p:nvPr/>
        </p:nvSpPr>
        <p:spPr>
          <a:xfrm>
            <a:off x="10918194" y="2519931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1-line58"/>
          <p:cNvSpPr/>
          <p:nvPr/>
        </p:nvSpPr>
        <p:spPr>
          <a:xfrm>
            <a:off x="10918194" y="2658868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1-rod59"/>
          <p:cNvSpPr/>
          <p:nvPr/>
        </p:nvSpPr>
        <p:spPr>
          <a:xfrm>
            <a:off x="11140494" y="1408434"/>
            <a:ext cx="138937" cy="138937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1-line60"/>
          <p:cNvSpPr/>
          <p:nvPr/>
        </p:nvSpPr>
        <p:spPr>
          <a:xfrm>
            <a:off x="11140494" y="1547372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1-line61"/>
          <p:cNvSpPr/>
          <p:nvPr/>
        </p:nvSpPr>
        <p:spPr>
          <a:xfrm>
            <a:off x="11140494" y="1686309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1-line62"/>
          <p:cNvSpPr/>
          <p:nvPr/>
        </p:nvSpPr>
        <p:spPr>
          <a:xfrm>
            <a:off x="11140494" y="1825246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1-line63"/>
          <p:cNvSpPr/>
          <p:nvPr/>
        </p:nvSpPr>
        <p:spPr>
          <a:xfrm>
            <a:off x="11140494" y="1964183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1-line64"/>
          <p:cNvSpPr/>
          <p:nvPr/>
        </p:nvSpPr>
        <p:spPr>
          <a:xfrm>
            <a:off x="11140494" y="2103120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1-line65"/>
          <p:cNvSpPr/>
          <p:nvPr/>
        </p:nvSpPr>
        <p:spPr>
          <a:xfrm>
            <a:off x="11140494" y="2242057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1-line66"/>
          <p:cNvSpPr/>
          <p:nvPr/>
        </p:nvSpPr>
        <p:spPr>
          <a:xfrm>
            <a:off x="11140494" y="2380994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1-line67"/>
          <p:cNvSpPr/>
          <p:nvPr/>
        </p:nvSpPr>
        <p:spPr>
          <a:xfrm>
            <a:off x="11140494" y="2519931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1-line68"/>
          <p:cNvSpPr/>
          <p:nvPr/>
        </p:nvSpPr>
        <p:spPr>
          <a:xfrm>
            <a:off x="11140494" y="2658868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1-unit69"/>
          <p:cNvSpPr/>
          <p:nvPr/>
        </p:nvSpPr>
        <p:spPr>
          <a:xfrm>
            <a:off x="11362793" y="2624134"/>
            <a:ext cx="138937" cy="1389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1-unit70"/>
          <p:cNvSpPr/>
          <p:nvPr/>
        </p:nvSpPr>
        <p:spPr>
          <a:xfrm>
            <a:off x="11362793" y="2450463"/>
            <a:ext cx="138937" cy="1389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1-unit71"/>
          <p:cNvSpPr/>
          <p:nvPr/>
        </p:nvSpPr>
        <p:spPr>
          <a:xfrm>
            <a:off x="11362793" y="2276791"/>
            <a:ext cx="138937" cy="1389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1-unit72"/>
          <p:cNvSpPr/>
          <p:nvPr/>
        </p:nvSpPr>
        <p:spPr>
          <a:xfrm>
            <a:off x="11362793" y="2103120"/>
            <a:ext cx="138937" cy="1389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1-unit73"/>
          <p:cNvSpPr/>
          <p:nvPr/>
        </p:nvSpPr>
        <p:spPr>
          <a:xfrm>
            <a:off x="11362793" y="1929449"/>
            <a:ext cx="138937" cy="1389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1-figure74" descr="백 모형 2개, 십 모형 3개, 일 모형 5개"/>
          <p:cNvSpPr/>
          <p:nvPr/>
        </p:nvSpPr>
        <p:spPr>
          <a:xfrm>
            <a:off x="7680960" y="140843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01-card7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9" name="S01-cardtext7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세 자리 수를 읽고 써요.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두 수의 크기를 비교해요.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400" dirty="0"/>
          </a:p>
        </p:txBody>
      </p:sp>
      <p:sp>
        <p:nvSpPr>
          <p:cNvPr id="3" name="S02-chip7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7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7개, 낱개 3개는?</a:t>
            </a:r>
            <a:endParaRPr lang="ko-KR" sz="3200" dirty="0"/>
          </a:p>
        </p:txBody>
      </p:sp>
      <p:sp>
        <p:nvSpPr>
          <p:cNvPr id="5" name="S02-chip7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8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 다음 수는?</a:t>
            </a:r>
            <a:endParaRPr lang="ko-KR" sz="3200" dirty="0"/>
          </a:p>
        </p:txBody>
      </p:sp>
      <p:sp>
        <p:nvSpPr>
          <p:cNvPr id="7" name="S02-chip8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8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68과 86 중 큰 수는?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10개면 100</a:t>
            </a:r>
            <a:endParaRPr lang="ko-KR" sz="4400" dirty="0"/>
          </a:p>
        </p:txBody>
      </p:sp>
      <p:sp>
        <p:nvSpPr>
          <p:cNvPr id="3" name="S03-card8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백이라고 읽어요.</a:t>
            </a:r>
            <a:endParaRPr lang="ko-KR" sz="3200" dirty="0"/>
          </a:p>
        </p:txBody>
      </p:sp>
      <p:sp>
        <p:nvSpPr>
          <p:cNvPr id="5" name="S03-rod85"/>
          <p:cNvSpPr/>
          <p:nvPr/>
        </p:nvSpPr>
        <p:spPr>
          <a:xfrm>
            <a:off x="1056562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3-line86"/>
          <p:cNvSpPr/>
          <p:nvPr/>
        </p:nvSpPr>
        <p:spPr>
          <a:xfrm>
            <a:off x="1056562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3-line87"/>
          <p:cNvSpPr/>
          <p:nvPr/>
        </p:nvSpPr>
        <p:spPr>
          <a:xfrm>
            <a:off x="1056562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3-line88"/>
          <p:cNvSpPr/>
          <p:nvPr/>
        </p:nvSpPr>
        <p:spPr>
          <a:xfrm>
            <a:off x="1056562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89"/>
          <p:cNvSpPr/>
          <p:nvPr/>
        </p:nvSpPr>
        <p:spPr>
          <a:xfrm>
            <a:off x="1056562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90"/>
          <p:cNvSpPr/>
          <p:nvPr/>
        </p:nvSpPr>
        <p:spPr>
          <a:xfrm>
            <a:off x="1056562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91"/>
          <p:cNvSpPr/>
          <p:nvPr/>
        </p:nvSpPr>
        <p:spPr>
          <a:xfrm>
            <a:off x="1056562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92"/>
          <p:cNvSpPr/>
          <p:nvPr/>
        </p:nvSpPr>
        <p:spPr>
          <a:xfrm>
            <a:off x="1056562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93"/>
          <p:cNvSpPr/>
          <p:nvPr/>
        </p:nvSpPr>
        <p:spPr>
          <a:xfrm>
            <a:off x="1056562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94"/>
          <p:cNvSpPr/>
          <p:nvPr/>
        </p:nvSpPr>
        <p:spPr>
          <a:xfrm>
            <a:off x="1056562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rod95"/>
          <p:cNvSpPr/>
          <p:nvPr/>
        </p:nvSpPr>
        <p:spPr>
          <a:xfrm>
            <a:off x="1493559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line96"/>
          <p:cNvSpPr/>
          <p:nvPr/>
        </p:nvSpPr>
        <p:spPr>
          <a:xfrm>
            <a:off x="1493559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line97"/>
          <p:cNvSpPr/>
          <p:nvPr/>
        </p:nvSpPr>
        <p:spPr>
          <a:xfrm>
            <a:off x="1493559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98"/>
          <p:cNvSpPr/>
          <p:nvPr/>
        </p:nvSpPr>
        <p:spPr>
          <a:xfrm>
            <a:off x="1493559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99"/>
          <p:cNvSpPr/>
          <p:nvPr/>
        </p:nvSpPr>
        <p:spPr>
          <a:xfrm>
            <a:off x="1493559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100"/>
          <p:cNvSpPr/>
          <p:nvPr/>
        </p:nvSpPr>
        <p:spPr>
          <a:xfrm>
            <a:off x="1493559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101"/>
          <p:cNvSpPr/>
          <p:nvPr/>
        </p:nvSpPr>
        <p:spPr>
          <a:xfrm>
            <a:off x="1493559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102"/>
          <p:cNvSpPr/>
          <p:nvPr/>
        </p:nvSpPr>
        <p:spPr>
          <a:xfrm>
            <a:off x="1493559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103"/>
          <p:cNvSpPr/>
          <p:nvPr/>
        </p:nvSpPr>
        <p:spPr>
          <a:xfrm>
            <a:off x="1493559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104"/>
          <p:cNvSpPr/>
          <p:nvPr/>
        </p:nvSpPr>
        <p:spPr>
          <a:xfrm>
            <a:off x="1493559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rod105"/>
          <p:cNvSpPr/>
          <p:nvPr/>
        </p:nvSpPr>
        <p:spPr>
          <a:xfrm>
            <a:off x="1930556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line106"/>
          <p:cNvSpPr/>
          <p:nvPr/>
        </p:nvSpPr>
        <p:spPr>
          <a:xfrm>
            <a:off x="1930556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line107"/>
          <p:cNvSpPr/>
          <p:nvPr/>
        </p:nvSpPr>
        <p:spPr>
          <a:xfrm>
            <a:off x="1930556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line108"/>
          <p:cNvSpPr/>
          <p:nvPr/>
        </p:nvSpPr>
        <p:spPr>
          <a:xfrm>
            <a:off x="1930556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109"/>
          <p:cNvSpPr/>
          <p:nvPr/>
        </p:nvSpPr>
        <p:spPr>
          <a:xfrm>
            <a:off x="1930556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110"/>
          <p:cNvSpPr/>
          <p:nvPr/>
        </p:nvSpPr>
        <p:spPr>
          <a:xfrm>
            <a:off x="1930556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111"/>
          <p:cNvSpPr/>
          <p:nvPr/>
        </p:nvSpPr>
        <p:spPr>
          <a:xfrm>
            <a:off x="1930556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112"/>
          <p:cNvSpPr/>
          <p:nvPr/>
        </p:nvSpPr>
        <p:spPr>
          <a:xfrm>
            <a:off x="1930556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113"/>
          <p:cNvSpPr/>
          <p:nvPr/>
        </p:nvSpPr>
        <p:spPr>
          <a:xfrm>
            <a:off x="1930556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114"/>
          <p:cNvSpPr/>
          <p:nvPr/>
        </p:nvSpPr>
        <p:spPr>
          <a:xfrm>
            <a:off x="1930556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rod115"/>
          <p:cNvSpPr/>
          <p:nvPr/>
        </p:nvSpPr>
        <p:spPr>
          <a:xfrm>
            <a:off x="2367554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line116"/>
          <p:cNvSpPr/>
          <p:nvPr/>
        </p:nvSpPr>
        <p:spPr>
          <a:xfrm>
            <a:off x="2367554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line117"/>
          <p:cNvSpPr/>
          <p:nvPr/>
        </p:nvSpPr>
        <p:spPr>
          <a:xfrm>
            <a:off x="2367554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line118"/>
          <p:cNvSpPr/>
          <p:nvPr/>
        </p:nvSpPr>
        <p:spPr>
          <a:xfrm>
            <a:off x="2367554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line119"/>
          <p:cNvSpPr/>
          <p:nvPr/>
        </p:nvSpPr>
        <p:spPr>
          <a:xfrm>
            <a:off x="2367554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line120"/>
          <p:cNvSpPr/>
          <p:nvPr/>
        </p:nvSpPr>
        <p:spPr>
          <a:xfrm>
            <a:off x="2367554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121"/>
          <p:cNvSpPr/>
          <p:nvPr/>
        </p:nvSpPr>
        <p:spPr>
          <a:xfrm>
            <a:off x="2367554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122"/>
          <p:cNvSpPr/>
          <p:nvPr/>
        </p:nvSpPr>
        <p:spPr>
          <a:xfrm>
            <a:off x="2367554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123"/>
          <p:cNvSpPr/>
          <p:nvPr/>
        </p:nvSpPr>
        <p:spPr>
          <a:xfrm>
            <a:off x="2367554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124"/>
          <p:cNvSpPr/>
          <p:nvPr/>
        </p:nvSpPr>
        <p:spPr>
          <a:xfrm>
            <a:off x="2367554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rod125"/>
          <p:cNvSpPr/>
          <p:nvPr/>
        </p:nvSpPr>
        <p:spPr>
          <a:xfrm>
            <a:off x="2804551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3-line126"/>
          <p:cNvSpPr/>
          <p:nvPr/>
        </p:nvSpPr>
        <p:spPr>
          <a:xfrm>
            <a:off x="2804551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line127"/>
          <p:cNvSpPr/>
          <p:nvPr/>
        </p:nvSpPr>
        <p:spPr>
          <a:xfrm>
            <a:off x="2804551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line128"/>
          <p:cNvSpPr/>
          <p:nvPr/>
        </p:nvSpPr>
        <p:spPr>
          <a:xfrm>
            <a:off x="2804551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129"/>
          <p:cNvSpPr/>
          <p:nvPr/>
        </p:nvSpPr>
        <p:spPr>
          <a:xfrm>
            <a:off x="2804551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line130"/>
          <p:cNvSpPr/>
          <p:nvPr/>
        </p:nvSpPr>
        <p:spPr>
          <a:xfrm>
            <a:off x="2804551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3-line131"/>
          <p:cNvSpPr/>
          <p:nvPr/>
        </p:nvSpPr>
        <p:spPr>
          <a:xfrm>
            <a:off x="2804551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line132"/>
          <p:cNvSpPr/>
          <p:nvPr/>
        </p:nvSpPr>
        <p:spPr>
          <a:xfrm>
            <a:off x="2804551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line133"/>
          <p:cNvSpPr/>
          <p:nvPr/>
        </p:nvSpPr>
        <p:spPr>
          <a:xfrm>
            <a:off x="2804551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134"/>
          <p:cNvSpPr/>
          <p:nvPr/>
        </p:nvSpPr>
        <p:spPr>
          <a:xfrm>
            <a:off x="2804551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rod135"/>
          <p:cNvSpPr/>
          <p:nvPr/>
        </p:nvSpPr>
        <p:spPr>
          <a:xfrm>
            <a:off x="3241548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3-line136"/>
          <p:cNvSpPr/>
          <p:nvPr/>
        </p:nvSpPr>
        <p:spPr>
          <a:xfrm>
            <a:off x="3241548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3-line137"/>
          <p:cNvSpPr/>
          <p:nvPr/>
        </p:nvSpPr>
        <p:spPr>
          <a:xfrm>
            <a:off x="3241548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3-line138"/>
          <p:cNvSpPr/>
          <p:nvPr/>
        </p:nvSpPr>
        <p:spPr>
          <a:xfrm>
            <a:off x="3241548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139"/>
          <p:cNvSpPr/>
          <p:nvPr/>
        </p:nvSpPr>
        <p:spPr>
          <a:xfrm>
            <a:off x="3241548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line140"/>
          <p:cNvSpPr/>
          <p:nvPr/>
        </p:nvSpPr>
        <p:spPr>
          <a:xfrm>
            <a:off x="3241548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3-line141"/>
          <p:cNvSpPr/>
          <p:nvPr/>
        </p:nvSpPr>
        <p:spPr>
          <a:xfrm>
            <a:off x="3241548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3-line142"/>
          <p:cNvSpPr/>
          <p:nvPr/>
        </p:nvSpPr>
        <p:spPr>
          <a:xfrm>
            <a:off x="3241548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3-line143"/>
          <p:cNvSpPr/>
          <p:nvPr/>
        </p:nvSpPr>
        <p:spPr>
          <a:xfrm>
            <a:off x="3241548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3-line144"/>
          <p:cNvSpPr/>
          <p:nvPr/>
        </p:nvSpPr>
        <p:spPr>
          <a:xfrm>
            <a:off x="3241548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3-rod145"/>
          <p:cNvSpPr/>
          <p:nvPr/>
        </p:nvSpPr>
        <p:spPr>
          <a:xfrm>
            <a:off x="3678545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3-line146"/>
          <p:cNvSpPr/>
          <p:nvPr/>
        </p:nvSpPr>
        <p:spPr>
          <a:xfrm>
            <a:off x="3678545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3-line147"/>
          <p:cNvSpPr/>
          <p:nvPr/>
        </p:nvSpPr>
        <p:spPr>
          <a:xfrm>
            <a:off x="3678545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3-line148"/>
          <p:cNvSpPr/>
          <p:nvPr/>
        </p:nvSpPr>
        <p:spPr>
          <a:xfrm>
            <a:off x="3678545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3-line149"/>
          <p:cNvSpPr/>
          <p:nvPr/>
        </p:nvSpPr>
        <p:spPr>
          <a:xfrm>
            <a:off x="3678545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3-line150"/>
          <p:cNvSpPr/>
          <p:nvPr/>
        </p:nvSpPr>
        <p:spPr>
          <a:xfrm>
            <a:off x="3678545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3-line151"/>
          <p:cNvSpPr/>
          <p:nvPr/>
        </p:nvSpPr>
        <p:spPr>
          <a:xfrm>
            <a:off x="3678545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3-line152"/>
          <p:cNvSpPr/>
          <p:nvPr/>
        </p:nvSpPr>
        <p:spPr>
          <a:xfrm>
            <a:off x="3678545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3-line153"/>
          <p:cNvSpPr/>
          <p:nvPr/>
        </p:nvSpPr>
        <p:spPr>
          <a:xfrm>
            <a:off x="3678545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3-line154"/>
          <p:cNvSpPr/>
          <p:nvPr/>
        </p:nvSpPr>
        <p:spPr>
          <a:xfrm>
            <a:off x="3678545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3-rod155"/>
          <p:cNvSpPr/>
          <p:nvPr/>
        </p:nvSpPr>
        <p:spPr>
          <a:xfrm>
            <a:off x="4115542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3-line156"/>
          <p:cNvSpPr/>
          <p:nvPr/>
        </p:nvSpPr>
        <p:spPr>
          <a:xfrm>
            <a:off x="4115542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3-line157"/>
          <p:cNvSpPr/>
          <p:nvPr/>
        </p:nvSpPr>
        <p:spPr>
          <a:xfrm>
            <a:off x="4115542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3-line158"/>
          <p:cNvSpPr/>
          <p:nvPr/>
        </p:nvSpPr>
        <p:spPr>
          <a:xfrm>
            <a:off x="4115542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3-line159"/>
          <p:cNvSpPr/>
          <p:nvPr/>
        </p:nvSpPr>
        <p:spPr>
          <a:xfrm>
            <a:off x="4115542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3-line160"/>
          <p:cNvSpPr/>
          <p:nvPr/>
        </p:nvSpPr>
        <p:spPr>
          <a:xfrm>
            <a:off x="4115542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3-line161"/>
          <p:cNvSpPr/>
          <p:nvPr/>
        </p:nvSpPr>
        <p:spPr>
          <a:xfrm>
            <a:off x="4115542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3-line162"/>
          <p:cNvSpPr/>
          <p:nvPr/>
        </p:nvSpPr>
        <p:spPr>
          <a:xfrm>
            <a:off x="4115542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3-line163"/>
          <p:cNvSpPr/>
          <p:nvPr/>
        </p:nvSpPr>
        <p:spPr>
          <a:xfrm>
            <a:off x="4115542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3-line164"/>
          <p:cNvSpPr/>
          <p:nvPr/>
        </p:nvSpPr>
        <p:spPr>
          <a:xfrm>
            <a:off x="4115542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3-rod165"/>
          <p:cNvSpPr/>
          <p:nvPr/>
        </p:nvSpPr>
        <p:spPr>
          <a:xfrm>
            <a:off x="4552540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3-line166"/>
          <p:cNvSpPr/>
          <p:nvPr/>
        </p:nvSpPr>
        <p:spPr>
          <a:xfrm>
            <a:off x="4552540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3-line167"/>
          <p:cNvSpPr/>
          <p:nvPr/>
        </p:nvSpPr>
        <p:spPr>
          <a:xfrm>
            <a:off x="4552540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3-line168"/>
          <p:cNvSpPr/>
          <p:nvPr/>
        </p:nvSpPr>
        <p:spPr>
          <a:xfrm>
            <a:off x="4552540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3-line169"/>
          <p:cNvSpPr/>
          <p:nvPr/>
        </p:nvSpPr>
        <p:spPr>
          <a:xfrm>
            <a:off x="4552540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3-line170"/>
          <p:cNvSpPr/>
          <p:nvPr/>
        </p:nvSpPr>
        <p:spPr>
          <a:xfrm>
            <a:off x="4552540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3-line171"/>
          <p:cNvSpPr/>
          <p:nvPr/>
        </p:nvSpPr>
        <p:spPr>
          <a:xfrm>
            <a:off x="4552540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3-line172"/>
          <p:cNvSpPr/>
          <p:nvPr/>
        </p:nvSpPr>
        <p:spPr>
          <a:xfrm>
            <a:off x="4552540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3-line173"/>
          <p:cNvSpPr/>
          <p:nvPr/>
        </p:nvSpPr>
        <p:spPr>
          <a:xfrm>
            <a:off x="4552540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3-line174"/>
          <p:cNvSpPr/>
          <p:nvPr/>
        </p:nvSpPr>
        <p:spPr>
          <a:xfrm>
            <a:off x="4552540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3-rod175"/>
          <p:cNvSpPr/>
          <p:nvPr/>
        </p:nvSpPr>
        <p:spPr>
          <a:xfrm>
            <a:off x="4989537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3-line176"/>
          <p:cNvSpPr/>
          <p:nvPr/>
        </p:nvSpPr>
        <p:spPr>
          <a:xfrm>
            <a:off x="4989537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3-line177"/>
          <p:cNvSpPr/>
          <p:nvPr/>
        </p:nvSpPr>
        <p:spPr>
          <a:xfrm>
            <a:off x="4989537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3-line178"/>
          <p:cNvSpPr/>
          <p:nvPr/>
        </p:nvSpPr>
        <p:spPr>
          <a:xfrm>
            <a:off x="4989537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3-line179"/>
          <p:cNvSpPr/>
          <p:nvPr/>
        </p:nvSpPr>
        <p:spPr>
          <a:xfrm>
            <a:off x="4989537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3-line180"/>
          <p:cNvSpPr/>
          <p:nvPr/>
        </p:nvSpPr>
        <p:spPr>
          <a:xfrm>
            <a:off x="4989537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3-line181"/>
          <p:cNvSpPr/>
          <p:nvPr/>
        </p:nvSpPr>
        <p:spPr>
          <a:xfrm>
            <a:off x="4989537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3-line182"/>
          <p:cNvSpPr/>
          <p:nvPr/>
        </p:nvSpPr>
        <p:spPr>
          <a:xfrm>
            <a:off x="4989537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3-line183"/>
          <p:cNvSpPr/>
          <p:nvPr/>
        </p:nvSpPr>
        <p:spPr>
          <a:xfrm>
            <a:off x="4989537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3-line184"/>
          <p:cNvSpPr/>
          <p:nvPr/>
        </p:nvSpPr>
        <p:spPr>
          <a:xfrm>
            <a:off x="4989537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3-figure185" descr="십 모형 10개"/>
          <p:cNvSpPr/>
          <p:nvPr/>
        </p:nvSpPr>
        <p:spPr>
          <a:xfrm>
            <a:off x="548640" y="1380505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03-label186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10개</a:t>
            </a:r>
            <a:endParaRPr lang="ko-KR" sz="2600" dirty="0"/>
          </a:p>
        </p:txBody>
      </p:sp>
      <p:sp>
        <p:nvSpPr>
          <p:cNvPr id="107" name="S03-flat187"/>
          <p:cNvSpPr/>
          <p:nvPr/>
        </p:nvSpPr>
        <p:spPr>
          <a:xfrm>
            <a:off x="7499851" y="1380505"/>
            <a:ext cx="273123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8" name="S03-line188"/>
          <p:cNvSpPr/>
          <p:nvPr/>
        </p:nvSpPr>
        <p:spPr>
          <a:xfrm>
            <a:off x="7772974" y="1380505"/>
            <a:ext cx="0" cy="27312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3-line189"/>
          <p:cNvSpPr/>
          <p:nvPr/>
        </p:nvSpPr>
        <p:spPr>
          <a:xfrm>
            <a:off x="7499851" y="1653628"/>
            <a:ext cx="273123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3-line190"/>
          <p:cNvSpPr/>
          <p:nvPr/>
        </p:nvSpPr>
        <p:spPr>
          <a:xfrm>
            <a:off x="8046097" y="1380505"/>
            <a:ext cx="0" cy="27312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3-line191"/>
          <p:cNvSpPr/>
          <p:nvPr/>
        </p:nvSpPr>
        <p:spPr>
          <a:xfrm>
            <a:off x="7499851" y="1926751"/>
            <a:ext cx="273123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3-line192"/>
          <p:cNvSpPr/>
          <p:nvPr/>
        </p:nvSpPr>
        <p:spPr>
          <a:xfrm>
            <a:off x="8319220" y="1380505"/>
            <a:ext cx="0" cy="27312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3-line193"/>
          <p:cNvSpPr/>
          <p:nvPr/>
        </p:nvSpPr>
        <p:spPr>
          <a:xfrm>
            <a:off x="7499851" y="2199874"/>
            <a:ext cx="273123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3-line194"/>
          <p:cNvSpPr/>
          <p:nvPr/>
        </p:nvSpPr>
        <p:spPr>
          <a:xfrm>
            <a:off x="8592344" y="1380505"/>
            <a:ext cx="0" cy="27312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3-line195"/>
          <p:cNvSpPr/>
          <p:nvPr/>
        </p:nvSpPr>
        <p:spPr>
          <a:xfrm>
            <a:off x="7499851" y="2472998"/>
            <a:ext cx="273123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3-line196"/>
          <p:cNvSpPr/>
          <p:nvPr/>
        </p:nvSpPr>
        <p:spPr>
          <a:xfrm>
            <a:off x="8865467" y="1380505"/>
            <a:ext cx="0" cy="27312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3-line197"/>
          <p:cNvSpPr/>
          <p:nvPr/>
        </p:nvSpPr>
        <p:spPr>
          <a:xfrm>
            <a:off x="7499851" y="2746121"/>
            <a:ext cx="273123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3-line198"/>
          <p:cNvSpPr/>
          <p:nvPr/>
        </p:nvSpPr>
        <p:spPr>
          <a:xfrm>
            <a:off x="9138590" y="1380505"/>
            <a:ext cx="0" cy="27312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3-line199"/>
          <p:cNvSpPr/>
          <p:nvPr/>
        </p:nvSpPr>
        <p:spPr>
          <a:xfrm>
            <a:off x="7499851" y="3019244"/>
            <a:ext cx="273123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3-line200"/>
          <p:cNvSpPr/>
          <p:nvPr/>
        </p:nvSpPr>
        <p:spPr>
          <a:xfrm>
            <a:off x="9411714" y="1380505"/>
            <a:ext cx="0" cy="27312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3-line201"/>
          <p:cNvSpPr/>
          <p:nvPr/>
        </p:nvSpPr>
        <p:spPr>
          <a:xfrm>
            <a:off x="7499851" y="3292368"/>
            <a:ext cx="273123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3-line202"/>
          <p:cNvSpPr/>
          <p:nvPr/>
        </p:nvSpPr>
        <p:spPr>
          <a:xfrm>
            <a:off x="9684837" y="1380505"/>
            <a:ext cx="0" cy="27312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3-line203"/>
          <p:cNvSpPr/>
          <p:nvPr/>
        </p:nvSpPr>
        <p:spPr>
          <a:xfrm>
            <a:off x="7499851" y="3565491"/>
            <a:ext cx="273123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3-line204"/>
          <p:cNvSpPr/>
          <p:nvPr/>
        </p:nvSpPr>
        <p:spPr>
          <a:xfrm>
            <a:off x="9957960" y="1380505"/>
            <a:ext cx="0" cy="27312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3-line205"/>
          <p:cNvSpPr/>
          <p:nvPr/>
        </p:nvSpPr>
        <p:spPr>
          <a:xfrm>
            <a:off x="7499851" y="3838614"/>
            <a:ext cx="273123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3-figure206" descr="백 모형 1개"/>
          <p:cNvSpPr/>
          <p:nvPr/>
        </p:nvSpPr>
        <p:spPr>
          <a:xfrm>
            <a:off x="6254496" y="1380505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03-label207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모형 1개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100이 몇 개?</a:t>
            </a:r>
            <a:endParaRPr lang="ko-KR" sz="4400" dirty="0"/>
          </a:p>
        </p:txBody>
      </p:sp>
      <p:sp>
        <p:nvSpPr>
          <p:cNvPr id="3" name="S04-text20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100이 하나씩 늘어나요.</a:t>
            </a:r>
            <a:endParaRPr lang="ko-KR" sz="3200" dirty="0"/>
          </a:p>
        </p:txBody>
      </p:sp>
      <p:sp>
        <p:nvSpPr>
          <p:cNvPr id="4" name="S04-card2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100이 3개면 300, 삼백이에요.</a:t>
            </a:r>
            <a:endParaRPr lang="ko-KR" sz="3200" dirty="0"/>
          </a:p>
        </p:txBody>
      </p:sp>
      <p:graphicFrame>
        <p:nvGraphicFramePr>
          <p:cNvPr id="5" name="S04-table2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6876" y="2042160"/>
          <a:ext cx="7315200" cy="914400"/>
        </p:xfrm>
        <a:graphic>
          <a:graphicData uri="http://schemas.openxmlformats.org/drawingml/2006/table">
            <a:tbl>
              <a:tblPr/>
              <a:tblGrid>
                <a:gridCol w="2487168"/>
                <a:gridCol w="2414016"/>
                <a:gridCol w="2414016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100이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자리 수</a:t>
            </a:r>
            <a:endParaRPr lang="ko-KR" sz="4400" dirty="0"/>
          </a:p>
        </p:txBody>
      </p:sp>
      <p:sp>
        <p:nvSpPr>
          <p:cNvPr id="3" name="S05-card21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1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이백사십칠이라고 읽어요.</a:t>
            </a:r>
            <a:endParaRPr lang="ko-KR" sz="3200" dirty="0"/>
          </a:p>
        </p:txBody>
      </p:sp>
      <p:sp>
        <p:nvSpPr>
          <p:cNvPr id="5" name="S05-flat214"/>
          <p:cNvSpPr/>
          <p:nvPr/>
        </p:nvSpPr>
        <p:spPr>
          <a:xfrm>
            <a:off x="634951" y="2142470"/>
            <a:ext cx="1726223" cy="17262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5-line215"/>
          <p:cNvSpPr/>
          <p:nvPr/>
        </p:nvSpPr>
        <p:spPr>
          <a:xfrm>
            <a:off x="807573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5-line216"/>
          <p:cNvSpPr/>
          <p:nvPr/>
        </p:nvSpPr>
        <p:spPr>
          <a:xfrm>
            <a:off x="634951" y="2315093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5-line217"/>
          <p:cNvSpPr/>
          <p:nvPr/>
        </p:nvSpPr>
        <p:spPr>
          <a:xfrm>
            <a:off x="980196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5-line218"/>
          <p:cNvSpPr/>
          <p:nvPr/>
        </p:nvSpPr>
        <p:spPr>
          <a:xfrm>
            <a:off x="634951" y="2487715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5-line219"/>
          <p:cNvSpPr/>
          <p:nvPr/>
        </p:nvSpPr>
        <p:spPr>
          <a:xfrm>
            <a:off x="1152818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5-line220"/>
          <p:cNvSpPr/>
          <p:nvPr/>
        </p:nvSpPr>
        <p:spPr>
          <a:xfrm>
            <a:off x="634951" y="2660337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5-line221"/>
          <p:cNvSpPr/>
          <p:nvPr/>
        </p:nvSpPr>
        <p:spPr>
          <a:xfrm>
            <a:off x="1325440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5-line222"/>
          <p:cNvSpPr/>
          <p:nvPr/>
        </p:nvSpPr>
        <p:spPr>
          <a:xfrm>
            <a:off x="634951" y="2832960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line223"/>
          <p:cNvSpPr/>
          <p:nvPr/>
        </p:nvSpPr>
        <p:spPr>
          <a:xfrm>
            <a:off x="1498063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line224"/>
          <p:cNvSpPr/>
          <p:nvPr/>
        </p:nvSpPr>
        <p:spPr>
          <a:xfrm>
            <a:off x="634951" y="3005582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5-line225"/>
          <p:cNvSpPr/>
          <p:nvPr/>
        </p:nvSpPr>
        <p:spPr>
          <a:xfrm>
            <a:off x="1670685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5-line226"/>
          <p:cNvSpPr/>
          <p:nvPr/>
        </p:nvSpPr>
        <p:spPr>
          <a:xfrm>
            <a:off x="634951" y="3178204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5-line227"/>
          <p:cNvSpPr/>
          <p:nvPr/>
        </p:nvSpPr>
        <p:spPr>
          <a:xfrm>
            <a:off x="1843307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line228"/>
          <p:cNvSpPr/>
          <p:nvPr/>
        </p:nvSpPr>
        <p:spPr>
          <a:xfrm>
            <a:off x="634951" y="3350827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5-line229"/>
          <p:cNvSpPr/>
          <p:nvPr/>
        </p:nvSpPr>
        <p:spPr>
          <a:xfrm>
            <a:off x="2015930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5-line230"/>
          <p:cNvSpPr/>
          <p:nvPr/>
        </p:nvSpPr>
        <p:spPr>
          <a:xfrm>
            <a:off x="634951" y="3523449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5-line231"/>
          <p:cNvSpPr/>
          <p:nvPr/>
        </p:nvSpPr>
        <p:spPr>
          <a:xfrm>
            <a:off x="2188552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5-line232"/>
          <p:cNvSpPr/>
          <p:nvPr/>
        </p:nvSpPr>
        <p:spPr>
          <a:xfrm>
            <a:off x="634951" y="3696071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flat233"/>
          <p:cNvSpPr/>
          <p:nvPr/>
        </p:nvSpPr>
        <p:spPr>
          <a:xfrm>
            <a:off x="2464748" y="2142470"/>
            <a:ext cx="1726223" cy="17262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5-line234"/>
          <p:cNvSpPr/>
          <p:nvPr/>
        </p:nvSpPr>
        <p:spPr>
          <a:xfrm>
            <a:off x="2637370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5-line235"/>
          <p:cNvSpPr/>
          <p:nvPr/>
        </p:nvSpPr>
        <p:spPr>
          <a:xfrm>
            <a:off x="2464748" y="2315093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5-line236"/>
          <p:cNvSpPr/>
          <p:nvPr/>
        </p:nvSpPr>
        <p:spPr>
          <a:xfrm>
            <a:off x="2809992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5-line237"/>
          <p:cNvSpPr/>
          <p:nvPr/>
        </p:nvSpPr>
        <p:spPr>
          <a:xfrm>
            <a:off x="2464748" y="2487715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5-line238"/>
          <p:cNvSpPr/>
          <p:nvPr/>
        </p:nvSpPr>
        <p:spPr>
          <a:xfrm>
            <a:off x="2982615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5-line239"/>
          <p:cNvSpPr/>
          <p:nvPr/>
        </p:nvSpPr>
        <p:spPr>
          <a:xfrm>
            <a:off x="2464748" y="2660337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5-line240"/>
          <p:cNvSpPr/>
          <p:nvPr/>
        </p:nvSpPr>
        <p:spPr>
          <a:xfrm>
            <a:off x="3155237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5-line241"/>
          <p:cNvSpPr/>
          <p:nvPr/>
        </p:nvSpPr>
        <p:spPr>
          <a:xfrm>
            <a:off x="2464748" y="2832960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5-line242"/>
          <p:cNvSpPr/>
          <p:nvPr/>
        </p:nvSpPr>
        <p:spPr>
          <a:xfrm>
            <a:off x="3327859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line243"/>
          <p:cNvSpPr/>
          <p:nvPr/>
        </p:nvSpPr>
        <p:spPr>
          <a:xfrm>
            <a:off x="2464748" y="3005582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line244"/>
          <p:cNvSpPr/>
          <p:nvPr/>
        </p:nvSpPr>
        <p:spPr>
          <a:xfrm>
            <a:off x="3500481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5-line245"/>
          <p:cNvSpPr/>
          <p:nvPr/>
        </p:nvSpPr>
        <p:spPr>
          <a:xfrm>
            <a:off x="2464748" y="3178204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5-line246"/>
          <p:cNvSpPr/>
          <p:nvPr/>
        </p:nvSpPr>
        <p:spPr>
          <a:xfrm>
            <a:off x="3673104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5-line247"/>
          <p:cNvSpPr/>
          <p:nvPr/>
        </p:nvSpPr>
        <p:spPr>
          <a:xfrm>
            <a:off x="2464748" y="3350827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5-line248"/>
          <p:cNvSpPr/>
          <p:nvPr/>
        </p:nvSpPr>
        <p:spPr>
          <a:xfrm>
            <a:off x="3845726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5-line249"/>
          <p:cNvSpPr/>
          <p:nvPr/>
        </p:nvSpPr>
        <p:spPr>
          <a:xfrm>
            <a:off x="2464748" y="3523449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5-line250"/>
          <p:cNvSpPr/>
          <p:nvPr/>
        </p:nvSpPr>
        <p:spPr>
          <a:xfrm>
            <a:off x="4018348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5-line251"/>
          <p:cNvSpPr/>
          <p:nvPr/>
        </p:nvSpPr>
        <p:spPr>
          <a:xfrm>
            <a:off x="2464748" y="3696071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5-rod252"/>
          <p:cNvSpPr/>
          <p:nvPr/>
        </p:nvSpPr>
        <p:spPr>
          <a:xfrm>
            <a:off x="4294544" y="2142470"/>
            <a:ext cx="172622" cy="17262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5-line253"/>
          <p:cNvSpPr/>
          <p:nvPr/>
        </p:nvSpPr>
        <p:spPr>
          <a:xfrm>
            <a:off x="4294544" y="2315093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5-line254"/>
          <p:cNvSpPr/>
          <p:nvPr/>
        </p:nvSpPr>
        <p:spPr>
          <a:xfrm>
            <a:off x="4294544" y="2487715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5-line255"/>
          <p:cNvSpPr/>
          <p:nvPr/>
        </p:nvSpPr>
        <p:spPr>
          <a:xfrm>
            <a:off x="4294544" y="2660337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5-line256"/>
          <p:cNvSpPr/>
          <p:nvPr/>
        </p:nvSpPr>
        <p:spPr>
          <a:xfrm>
            <a:off x="4294544" y="2832960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5-line257"/>
          <p:cNvSpPr/>
          <p:nvPr/>
        </p:nvSpPr>
        <p:spPr>
          <a:xfrm>
            <a:off x="4294544" y="3005582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5-line258"/>
          <p:cNvSpPr/>
          <p:nvPr/>
        </p:nvSpPr>
        <p:spPr>
          <a:xfrm>
            <a:off x="4294544" y="3178204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5-line259"/>
          <p:cNvSpPr/>
          <p:nvPr/>
        </p:nvSpPr>
        <p:spPr>
          <a:xfrm>
            <a:off x="4294544" y="3350827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5-line260"/>
          <p:cNvSpPr/>
          <p:nvPr/>
        </p:nvSpPr>
        <p:spPr>
          <a:xfrm>
            <a:off x="4294544" y="3523449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5-line261"/>
          <p:cNvSpPr/>
          <p:nvPr/>
        </p:nvSpPr>
        <p:spPr>
          <a:xfrm>
            <a:off x="4294544" y="3696071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5-rod262"/>
          <p:cNvSpPr/>
          <p:nvPr/>
        </p:nvSpPr>
        <p:spPr>
          <a:xfrm>
            <a:off x="4570740" y="2142470"/>
            <a:ext cx="172622" cy="17262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5-line263"/>
          <p:cNvSpPr/>
          <p:nvPr/>
        </p:nvSpPr>
        <p:spPr>
          <a:xfrm>
            <a:off x="4570740" y="2315093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5-line264"/>
          <p:cNvSpPr/>
          <p:nvPr/>
        </p:nvSpPr>
        <p:spPr>
          <a:xfrm>
            <a:off x="4570740" y="2487715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5-line265"/>
          <p:cNvSpPr/>
          <p:nvPr/>
        </p:nvSpPr>
        <p:spPr>
          <a:xfrm>
            <a:off x="4570740" y="2660337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5-line266"/>
          <p:cNvSpPr/>
          <p:nvPr/>
        </p:nvSpPr>
        <p:spPr>
          <a:xfrm>
            <a:off x="4570740" y="2832960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5-line267"/>
          <p:cNvSpPr/>
          <p:nvPr/>
        </p:nvSpPr>
        <p:spPr>
          <a:xfrm>
            <a:off x="4570740" y="3005582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5-line268"/>
          <p:cNvSpPr/>
          <p:nvPr/>
        </p:nvSpPr>
        <p:spPr>
          <a:xfrm>
            <a:off x="4570740" y="3178204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5-line269"/>
          <p:cNvSpPr/>
          <p:nvPr/>
        </p:nvSpPr>
        <p:spPr>
          <a:xfrm>
            <a:off x="4570740" y="3350827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5-line270"/>
          <p:cNvSpPr/>
          <p:nvPr/>
        </p:nvSpPr>
        <p:spPr>
          <a:xfrm>
            <a:off x="4570740" y="3523449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5-line271"/>
          <p:cNvSpPr/>
          <p:nvPr/>
        </p:nvSpPr>
        <p:spPr>
          <a:xfrm>
            <a:off x="4570740" y="3696071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5-rod272"/>
          <p:cNvSpPr/>
          <p:nvPr/>
        </p:nvSpPr>
        <p:spPr>
          <a:xfrm>
            <a:off x="4846935" y="2142470"/>
            <a:ext cx="172622" cy="17262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5-line273"/>
          <p:cNvSpPr/>
          <p:nvPr/>
        </p:nvSpPr>
        <p:spPr>
          <a:xfrm>
            <a:off x="4846935" y="2315093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5-line274"/>
          <p:cNvSpPr/>
          <p:nvPr/>
        </p:nvSpPr>
        <p:spPr>
          <a:xfrm>
            <a:off x="4846935" y="2487715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5-line275"/>
          <p:cNvSpPr/>
          <p:nvPr/>
        </p:nvSpPr>
        <p:spPr>
          <a:xfrm>
            <a:off x="4846935" y="2660337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5-line276"/>
          <p:cNvSpPr/>
          <p:nvPr/>
        </p:nvSpPr>
        <p:spPr>
          <a:xfrm>
            <a:off x="4846935" y="2832960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5-line277"/>
          <p:cNvSpPr/>
          <p:nvPr/>
        </p:nvSpPr>
        <p:spPr>
          <a:xfrm>
            <a:off x="4846935" y="3005582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5-line278"/>
          <p:cNvSpPr/>
          <p:nvPr/>
        </p:nvSpPr>
        <p:spPr>
          <a:xfrm>
            <a:off x="4846935" y="3178204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5-line279"/>
          <p:cNvSpPr/>
          <p:nvPr/>
        </p:nvSpPr>
        <p:spPr>
          <a:xfrm>
            <a:off x="4846935" y="3350827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5-line280"/>
          <p:cNvSpPr/>
          <p:nvPr/>
        </p:nvSpPr>
        <p:spPr>
          <a:xfrm>
            <a:off x="4846935" y="3523449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5-line281"/>
          <p:cNvSpPr/>
          <p:nvPr/>
        </p:nvSpPr>
        <p:spPr>
          <a:xfrm>
            <a:off x="4846935" y="3696071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5-rod282"/>
          <p:cNvSpPr/>
          <p:nvPr/>
        </p:nvSpPr>
        <p:spPr>
          <a:xfrm>
            <a:off x="5123131" y="2142470"/>
            <a:ext cx="172622" cy="17262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5-line283"/>
          <p:cNvSpPr/>
          <p:nvPr/>
        </p:nvSpPr>
        <p:spPr>
          <a:xfrm>
            <a:off x="5123131" y="2315093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5-line284"/>
          <p:cNvSpPr/>
          <p:nvPr/>
        </p:nvSpPr>
        <p:spPr>
          <a:xfrm>
            <a:off x="5123131" y="2487715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5-line285"/>
          <p:cNvSpPr/>
          <p:nvPr/>
        </p:nvSpPr>
        <p:spPr>
          <a:xfrm>
            <a:off x="5123131" y="2660337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5-line286"/>
          <p:cNvSpPr/>
          <p:nvPr/>
        </p:nvSpPr>
        <p:spPr>
          <a:xfrm>
            <a:off x="5123131" y="2832960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5-line287"/>
          <p:cNvSpPr/>
          <p:nvPr/>
        </p:nvSpPr>
        <p:spPr>
          <a:xfrm>
            <a:off x="5123131" y="3005582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5-line288"/>
          <p:cNvSpPr/>
          <p:nvPr/>
        </p:nvSpPr>
        <p:spPr>
          <a:xfrm>
            <a:off x="5123131" y="3178204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5-line289"/>
          <p:cNvSpPr/>
          <p:nvPr/>
        </p:nvSpPr>
        <p:spPr>
          <a:xfrm>
            <a:off x="5123131" y="3350827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5-line290"/>
          <p:cNvSpPr/>
          <p:nvPr/>
        </p:nvSpPr>
        <p:spPr>
          <a:xfrm>
            <a:off x="5123131" y="3523449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5-line291"/>
          <p:cNvSpPr/>
          <p:nvPr/>
        </p:nvSpPr>
        <p:spPr>
          <a:xfrm>
            <a:off x="5123131" y="3696071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5-unit292"/>
          <p:cNvSpPr/>
          <p:nvPr/>
        </p:nvSpPr>
        <p:spPr>
          <a:xfrm>
            <a:off x="5399327" y="3652916"/>
            <a:ext cx="172622" cy="17262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5-unit293"/>
          <p:cNvSpPr/>
          <p:nvPr/>
        </p:nvSpPr>
        <p:spPr>
          <a:xfrm>
            <a:off x="5399327" y="3437138"/>
            <a:ext cx="172622" cy="17262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5-unit294"/>
          <p:cNvSpPr/>
          <p:nvPr/>
        </p:nvSpPr>
        <p:spPr>
          <a:xfrm>
            <a:off x="5399327" y="3221360"/>
            <a:ext cx="172622" cy="17262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5-unit295"/>
          <p:cNvSpPr/>
          <p:nvPr/>
        </p:nvSpPr>
        <p:spPr>
          <a:xfrm>
            <a:off x="5399327" y="3005582"/>
            <a:ext cx="172622" cy="17262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05-unit296"/>
          <p:cNvSpPr/>
          <p:nvPr/>
        </p:nvSpPr>
        <p:spPr>
          <a:xfrm>
            <a:off x="5399327" y="2789804"/>
            <a:ext cx="172622" cy="17262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5-unit297"/>
          <p:cNvSpPr/>
          <p:nvPr/>
        </p:nvSpPr>
        <p:spPr>
          <a:xfrm>
            <a:off x="5623736" y="3652916"/>
            <a:ext cx="172622" cy="17262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05-unit298"/>
          <p:cNvSpPr/>
          <p:nvPr/>
        </p:nvSpPr>
        <p:spPr>
          <a:xfrm>
            <a:off x="5623736" y="3437138"/>
            <a:ext cx="172622" cy="17262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5-figure299" descr="백 모형 2개, 십 모형 4개, 일 모형 7개"/>
          <p:cNvSpPr/>
          <p:nvPr/>
        </p:nvSpPr>
        <p:spPr>
          <a:xfrm>
            <a:off x="548640" y="214247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6" name="S05-table3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5684" y="2477262"/>
          <a:ext cx="4663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자리마다 값이 달라요</a:t>
            </a:r>
            <a:endParaRPr lang="ko-KR" sz="4400" dirty="0"/>
          </a:p>
        </p:txBody>
      </p:sp>
      <p:sp>
        <p:nvSpPr>
          <p:cNvPr id="3" name="S06-text3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247의 숫자는 얼마를 나타낼까요?</a:t>
            </a:r>
            <a:endParaRPr lang="ko-KR" sz="3200" dirty="0"/>
          </a:p>
        </p:txBody>
      </p:sp>
      <p:sp>
        <p:nvSpPr>
          <p:cNvPr id="4" name="S06-card3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 = 200 + 40 + 7</a:t>
            </a:r>
            <a:endParaRPr lang="ko-KR" sz="3200" dirty="0"/>
          </a:p>
        </p:txBody>
      </p:sp>
      <p:graphicFrame>
        <p:nvGraphicFramePr>
          <p:cNvPr id="7" name="S06-table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62756" y="2773680"/>
          <a:ext cx="4663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있는 수</a:t>
            </a:r>
            <a:endParaRPr lang="ko-KR" sz="4400" dirty="0"/>
          </a:p>
        </p:txBody>
      </p:sp>
      <p:sp>
        <p:nvSpPr>
          <p:cNvPr id="3" name="S07-card30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0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305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삼백오라고 읽어요. 0인 자리는 읽지 않아요.</a:t>
            </a:r>
            <a:endParaRPr lang="ko-KR" sz="3200" dirty="0"/>
          </a:p>
        </p:txBody>
      </p:sp>
      <p:sp>
        <p:nvSpPr>
          <p:cNvPr id="5" name="S07-flat307"/>
          <p:cNvSpPr/>
          <p:nvPr/>
        </p:nvSpPr>
        <p:spPr>
          <a:xfrm>
            <a:off x="627611" y="2215873"/>
            <a:ext cx="1579418" cy="157941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7-line308"/>
          <p:cNvSpPr/>
          <p:nvPr/>
        </p:nvSpPr>
        <p:spPr>
          <a:xfrm>
            <a:off x="785553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7-line309"/>
          <p:cNvSpPr/>
          <p:nvPr/>
        </p:nvSpPr>
        <p:spPr>
          <a:xfrm>
            <a:off x="627611" y="2373815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7-line310"/>
          <p:cNvSpPr/>
          <p:nvPr/>
        </p:nvSpPr>
        <p:spPr>
          <a:xfrm>
            <a:off x="943495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7-line311"/>
          <p:cNvSpPr/>
          <p:nvPr/>
        </p:nvSpPr>
        <p:spPr>
          <a:xfrm>
            <a:off x="627611" y="2531757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7-line312"/>
          <p:cNvSpPr/>
          <p:nvPr/>
        </p:nvSpPr>
        <p:spPr>
          <a:xfrm>
            <a:off x="1101436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7-line313"/>
          <p:cNvSpPr/>
          <p:nvPr/>
        </p:nvSpPr>
        <p:spPr>
          <a:xfrm>
            <a:off x="627611" y="2689698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7-line314"/>
          <p:cNvSpPr/>
          <p:nvPr/>
        </p:nvSpPr>
        <p:spPr>
          <a:xfrm>
            <a:off x="1259378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7-line315"/>
          <p:cNvSpPr/>
          <p:nvPr/>
        </p:nvSpPr>
        <p:spPr>
          <a:xfrm>
            <a:off x="627611" y="2847640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7-line316"/>
          <p:cNvSpPr/>
          <p:nvPr/>
        </p:nvSpPr>
        <p:spPr>
          <a:xfrm>
            <a:off x="1417320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7-line317"/>
          <p:cNvSpPr/>
          <p:nvPr/>
        </p:nvSpPr>
        <p:spPr>
          <a:xfrm>
            <a:off x="627611" y="3005582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7-line318"/>
          <p:cNvSpPr/>
          <p:nvPr/>
        </p:nvSpPr>
        <p:spPr>
          <a:xfrm>
            <a:off x="1575262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7-line319"/>
          <p:cNvSpPr/>
          <p:nvPr/>
        </p:nvSpPr>
        <p:spPr>
          <a:xfrm>
            <a:off x="627611" y="3163524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7-line320"/>
          <p:cNvSpPr/>
          <p:nvPr/>
        </p:nvSpPr>
        <p:spPr>
          <a:xfrm>
            <a:off x="1733204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7-line321"/>
          <p:cNvSpPr/>
          <p:nvPr/>
        </p:nvSpPr>
        <p:spPr>
          <a:xfrm>
            <a:off x="627611" y="3321466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7-line322"/>
          <p:cNvSpPr/>
          <p:nvPr/>
        </p:nvSpPr>
        <p:spPr>
          <a:xfrm>
            <a:off x="1891145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7-line323"/>
          <p:cNvSpPr/>
          <p:nvPr/>
        </p:nvSpPr>
        <p:spPr>
          <a:xfrm>
            <a:off x="627611" y="3479407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7-line324"/>
          <p:cNvSpPr/>
          <p:nvPr/>
        </p:nvSpPr>
        <p:spPr>
          <a:xfrm>
            <a:off x="2049087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7-line325"/>
          <p:cNvSpPr/>
          <p:nvPr/>
        </p:nvSpPr>
        <p:spPr>
          <a:xfrm>
            <a:off x="627611" y="3637349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7-flat326"/>
          <p:cNvSpPr/>
          <p:nvPr/>
        </p:nvSpPr>
        <p:spPr>
          <a:xfrm>
            <a:off x="2301794" y="2215873"/>
            <a:ext cx="1579418" cy="157941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7-line327"/>
          <p:cNvSpPr/>
          <p:nvPr/>
        </p:nvSpPr>
        <p:spPr>
          <a:xfrm>
            <a:off x="2459736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7-line328"/>
          <p:cNvSpPr/>
          <p:nvPr/>
        </p:nvSpPr>
        <p:spPr>
          <a:xfrm>
            <a:off x="2301794" y="2373815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7-line329"/>
          <p:cNvSpPr/>
          <p:nvPr/>
        </p:nvSpPr>
        <p:spPr>
          <a:xfrm>
            <a:off x="2617678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7-line330"/>
          <p:cNvSpPr/>
          <p:nvPr/>
        </p:nvSpPr>
        <p:spPr>
          <a:xfrm>
            <a:off x="2301794" y="2531757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7-line331"/>
          <p:cNvSpPr/>
          <p:nvPr/>
        </p:nvSpPr>
        <p:spPr>
          <a:xfrm>
            <a:off x="2775620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7-line332"/>
          <p:cNvSpPr/>
          <p:nvPr/>
        </p:nvSpPr>
        <p:spPr>
          <a:xfrm>
            <a:off x="2301794" y="2689698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7-line333"/>
          <p:cNvSpPr/>
          <p:nvPr/>
        </p:nvSpPr>
        <p:spPr>
          <a:xfrm>
            <a:off x="2933561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7-line334"/>
          <p:cNvSpPr/>
          <p:nvPr/>
        </p:nvSpPr>
        <p:spPr>
          <a:xfrm>
            <a:off x="2301794" y="2847640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7-line335"/>
          <p:cNvSpPr/>
          <p:nvPr/>
        </p:nvSpPr>
        <p:spPr>
          <a:xfrm>
            <a:off x="3091503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7-line336"/>
          <p:cNvSpPr/>
          <p:nvPr/>
        </p:nvSpPr>
        <p:spPr>
          <a:xfrm>
            <a:off x="2301794" y="3005582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7-line337"/>
          <p:cNvSpPr/>
          <p:nvPr/>
        </p:nvSpPr>
        <p:spPr>
          <a:xfrm>
            <a:off x="3249445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7-line338"/>
          <p:cNvSpPr/>
          <p:nvPr/>
        </p:nvSpPr>
        <p:spPr>
          <a:xfrm>
            <a:off x="2301794" y="3163524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7-line339"/>
          <p:cNvSpPr/>
          <p:nvPr/>
        </p:nvSpPr>
        <p:spPr>
          <a:xfrm>
            <a:off x="3407387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7-line340"/>
          <p:cNvSpPr/>
          <p:nvPr/>
        </p:nvSpPr>
        <p:spPr>
          <a:xfrm>
            <a:off x="2301794" y="3321466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7-line341"/>
          <p:cNvSpPr/>
          <p:nvPr/>
        </p:nvSpPr>
        <p:spPr>
          <a:xfrm>
            <a:off x="3565329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7-line342"/>
          <p:cNvSpPr/>
          <p:nvPr/>
        </p:nvSpPr>
        <p:spPr>
          <a:xfrm>
            <a:off x="2301794" y="3479407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7-line343"/>
          <p:cNvSpPr/>
          <p:nvPr/>
        </p:nvSpPr>
        <p:spPr>
          <a:xfrm>
            <a:off x="3723271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7-line344"/>
          <p:cNvSpPr/>
          <p:nvPr/>
        </p:nvSpPr>
        <p:spPr>
          <a:xfrm>
            <a:off x="2301794" y="3637349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7-flat345"/>
          <p:cNvSpPr/>
          <p:nvPr/>
        </p:nvSpPr>
        <p:spPr>
          <a:xfrm>
            <a:off x="3975977" y="2215873"/>
            <a:ext cx="1579418" cy="157941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7-line346"/>
          <p:cNvSpPr/>
          <p:nvPr/>
        </p:nvSpPr>
        <p:spPr>
          <a:xfrm>
            <a:off x="4133919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7-line347"/>
          <p:cNvSpPr/>
          <p:nvPr/>
        </p:nvSpPr>
        <p:spPr>
          <a:xfrm>
            <a:off x="3975977" y="2373815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7-line348"/>
          <p:cNvSpPr/>
          <p:nvPr/>
        </p:nvSpPr>
        <p:spPr>
          <a:xfrm>
            <a:off x="4291861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7-line349"/>
          <p:cNvSpPr/>
          <p:nvPr/>
        </p:nvSpPr>
        <p:spPr>
          <a:xfrm>
            <a:off x="3975977" y="2531757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7-line350"/>
          <p:cNvSpPr/>
          <p:nvPr/>
        </p:nvSpPr>
        <p:spPr>
          <a:xfrm>
            <a:off x="4449803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7-line351"/>
          <p:cNvSpPr/>
          <p:nvPr/>
        </p:nvSpPr>
        <p:spPr>
          <a:xfrm>
            <a:off x="3975977" y="2689698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7-line352"/>
          <p:cNvSpPr/>
          <p:nvPr/>
        </p:nvSpPr>
        <p:spPr>
          <a:xfrm>
            <a:off x="4607745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7-line353"/>
          <p:cNvSpPr/>
          <p:nvPr/>
        </p:nvSpPr>
        <p:spPr>
          <a:xfrm>
            <a:off x="3975977" y="2847640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7-line354"/>
          <p:cNvSpPr/>
          <p:nvPr/>
        </p:nvSpPr>
        <p:spPr>
          <a:xfrm>
            <a:off x="4765687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7-line355"/>
          <p:cNvSpPr/>
          <p:nvPr/>
        </p:nvSpPr>
        <p:spPr>
          <a:xfrm>
            <a:off x="3975977" y="3005582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7-line356"/>
          <p:cNvSpPr/>
          <p:nvPr/>
        </p:nvSpPr>
        <p:spPr>
          <a:xfrm>
            <a:off x="4923628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7-line357"/>
          <p:cNvSpPr/>
          <p:nvPr/>
        </p:nvSpPr>
        <p:spPr>
          <a:xfrm>
            <a:off x="3975977" y="3163524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7-line358"/>
          <p:cNvSpPr/>
          <p:nvPr/>
        </p:nvSpPr>
        <p:spPr>
          <a:xfrm>
            <a:off x="5081570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7-line359"/>
          <p:cNvSpPr/>
          <p:nvPr/>
        </p:nvSpPr>
        <p:spPr>
          <a:xfrm>
            <a:off x="3975977" y="3321466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7-line360"/>
          <p:cNvSpPr/>
          <p:nvPr/>
        </p:nvSpPr>
        <p:spPr>
          <a:xfrm>
            <a:off x="5239512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7-line361"/>
          <p:cNvSpPr/>
          <p:nvPr/>
        </p:nvSpPr>
        <p:spPr>
          <a:xfrm>
            <a:off x="3975977" y="3479407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7-line362"/>
          <p:cNvSpPr/>
          <p:nvPr/>
        </p:nvSpPr>
        <p:spPr>
          <a:xfrm>
            <a:off x="5397454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7-line363"/>
          <p:cNvSpPr/>
          <p:nvPr/>
        </p:nvSpPr>
        <p:spPr>
          <a:xfrm>
            <a:off x="3975977" y="3637349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7-unit364"/>
          <p:cNvSpPr/>
          <p:nvPr/>
        </p:nvSpPr>
        <p:spPr>
          <a:xfrm>
            <a:off x="5650161" y="3597864"/>
            <a:ext cx="157942" cy="15794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7-unit365"/>
          <p:cNvSpPr/>
          <p:nvPr/>
        </p:nvSpPr>
        <p:spPr>
          <a:xfrm>
            <a:off x="5650161" y="3400437"/>
            <a:ext cx="157942" cy="15794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7-unit366"/>
          <p:cNvSpPr/>
          <p:nvPr/>
        </p:nvSpPr>
        <p:spPr>
          <a:xfrm>
            <a:off x="5650161" y="3203009"/>
            <a:ext cx="157942" cy="15794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7-unit367"/>
          <p:cNvSpPr/>
          <p:nvPr/>
        </p:nvSpPr>
        <p:spPr>
          <a:xfrm>
            <a:off x="5650161" y="3005582"/>
            <a:ext cx="157942" cy="15794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7-unit368"/>
          <p:cNvSpPr/>
          <p:nvPr/>
        </p:nvSpPr>
        <p:spPr>
          <a:xfrm>
            <a:off x="5650161" y="2808155"/>
            <a:ext cx="157942" cy="15794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7-figure369" descr="백 모형 3개, 일 모형 5개, 십 모형은 없음"/>
          <p:cNvSpPr/>
          <p:nvPr/>
        </p:nvSpPr>
        <p:spPr>
          <a:xfrm>
            <a:off x="548640" y="2215873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8" name="S07-table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5684" y="2477262"/>
          <a:ext cx="4663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읽어 봐요</a:t>
            </a:r>
            <a:endParaRPr lang="ko-KR" sz="4400" dirty="0"/>
          </a:p>
        </p:txBody>
      </p:sp>
      <p:sp>
        <p:nvSpPr>
          <p:cNvPr id="3" name="S08-card3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3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백, 십, 일의 자리 차례로 써요.</a:t>
            </a:r>
            <a:endParaRPr lang="ko-KR" sz="3200" dirty="0"/>
          </a:p>
        </p:txBody>
      </p:sp>
      <p:sp>
        <p:nvSpPr>
          <p:cNvPr id="5" name="S08-chip37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8-text37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100이 4개, 1이 2개인 수는?</a:t>
            </a:r>
            <a:endParaRPr lang="ko-KR" sz="3200" dirty="0"/>
          </a:p>
        </p:txBody>
      </p:sp>
      <p:sp>
        <p:nvSpPr>
          <p:cNvPr id="7" name="S08-chip375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8-text376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518을 읽어요.</a:t>
            </a:r>
            <a:endParaRPr lang="ko-KR" sz="3200" dirty="0"/>
          </a:p>
        </p:txBody>
      </p:sp>
      <p:sp>
        <p:nvSpPr>
          <p:cNvPr id="9" name="S08-chip377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8-text378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육백삼십을 숫자로 써요.</a:t>
            </a:r>
            <a:endParaRPr lang="ko-KR" sz="3200" dirty="0"/>
          </a:p>
        </p:txBody>
      </p:sp>
      <p:sp>
        <p:nvSpPr>
          <p:cNvPr id="11" name="S08-chip379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8-text380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736에서 3은 얼마일까요?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자리부터 비교</a:t>
            </a:r>
            <a:endParaRPr lang="ko-KR" sz="4400" dirty="0"/>
          </a:p>
        </p:txBody>
      </p:sp>
      <p:sp>
        <p:nvSpPr>
          <p:cNvPr id="3" name="S09-card381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382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231 &gt; 198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231은 198보다 커요.</a:t>
            </a:r>
            <a:endParaRPr lang="ko-KR" sz="3200" dirty="0"/>
          </a:p>
        </p:txBody>
      </p:sp>
      <p:sp>
        <p:nvSpPr>
          <p:cNvPr id="5" name="S09-flat383"/>
          <p:cNvSpPr/>
          <p:nvPr/>
        </p:nvSpPr>
        <p:spPr>
          <a:xfrm>
            <a:off x="870052" y="1877441"/>
            <a:ext cx="1737360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9-line384"/>
          <p:cNvSpPr/>
          <p:nvPr/>
        </p:nvSpPr>
        <p:spPr>
          <a:xfrm>
            <a:off x="1043788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9-line385"/>
          <p:cNvSpPr/>
          <p:nvPr/>
        </p:nvSpPr>
        <p:spPr>
          <a:xfrm>
            <a:off x="870052" y="2051177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9-line386"/>
          <p:cNvSpPr/>
          <p:nvPr/>
        </p:nvSpPr>
        <p:spPr>
          <a:xfrm>
            <a:off x="1217524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9-line387"/>
          <p:cNvSpPr/>
          <p:nvPr/>
        </p:nvSpPr>
        <p:spPr>
          <a:xfrm>
            <a:off x="870052" y="2224913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9-line388"/>
          <p:cNvSpPr/>
          <p:nvPr/>
        </p:nvSpPr>
        <p:spPr>
          <a:xfrm>
            <a:off x="1391260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9-line389"/>
          <p:cNvSpPr/>
          <p:nvPr/>
        </p:nvSpPr>
        <p:spPr>
          <a:xfrm>
            <a:off x="870052" y="2398649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9-line390"/>
          <p:cNvSpPr/>
          <p:nvPr/>
        </p:nvSpPr>
        <p:spPr>
          <a:xfrm>
            <a:off x="1564996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9-line391"/>
          <p:cNvSpPr/>
          <p:nvPr/>
        </p:nvSpPr>
        <p:spPr>
          <a:xfrm>
            <a:off x="870052" y="2572385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9-line392"/>
          <p:cNvSpPr/>
          <p:nvPr/>
        </p:nvSpPr>
        <p:spPr>
          <a:xfrm>
            <a:off x="1738732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9-line393"/>
          <p:cNvSpPr/>
          <p:nvPr/>
        </p:nvSpPr>
        <p:spPr>
          <a:xfrm>
            <a:off x="870052" y="2746121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9-line394"/>
          <p:cNvSpPr/>
          <p:nvPr/>
        </p:nvSpPr>
        <p:spPr>
          <a:xfrm>
            <a:off x="1912468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9-line395"/>
          <p:cNvSpPr/>
          <p:nvPr/>
        </p:nvSpPr>
        <p:spPr>
          <a:xfrm>
            <a:off x="870052" y="2919857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9-line396"/>
          <p:cNvSpPr/>
          <p:nvPr/>
        </p:nvSpPr>
        <p:spPr>
          <a:xfrm>
            <a:off x="2086204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9-line397"/>
          <p:cNvSpPr/>
          <p:nvPr/>
        </p:nvSpPr>
        <p:spPr>
          <a:xfrm>
            <a:off x="870052" y="3093593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9-line398"/>
          <p:cNvSpPr/>
          <p:nvPr/>
        </p:nvSpPr>
        <p:spPr>
          <a:xfrm>
            <a:off x="2259940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9-line399"/>
          <p:cNvSpPr/>
          <p:nvPr/>
        </p:nvSpPr>
        <p:spPr>
          <a:xfrm>
            <a:off x="870052" y="3267329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9-line400"/>
          <p:cNvSpPr/>
          <p:nvPr/>
        </p:nvSpPr>
        <p:spPr>
          <a:xfrm>
            <a:off x="2433676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9-line401"/>
          <p:cNvSpPr/>
          <p:nvPr/>
        </p:nvSpPr>
        <p:spPr>
          <a:xfrm>
            <a:off x="870052" y="3441065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9-flat402"/>
          <p:cNvSpPr/>
          <p:nvPr/>
        </p:nvSpPr>
        <p:spPr>
          <a:xfrm>
            <a:off x="2711653" y="1877441"/>
            <a:ext cx="1737360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9-line403"/>
          <p:cNvSpPr/>
          <p:nvPr/>
        </p:nvSpPr>
        <p:spPr>
          <a:xfrm>
            <a:off x="2885389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9-line404"/>
          <p:cNvSpPr/>
          <p:nvPr/>
        </p:nvSpPr>
        <p:spPr>
          <a:xfrm>
            <a:off x="2711653" y="2051177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9-line405"/>
          <p:cNvSpPr/>
          <p:nvPr/>
        </p:nvSpPr>
        <p:spPr>
          <a:xfrm>
            <a:off x="3059125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9-line406"/>
          <p:cNvSpPr/>
          <p:nvPr/>
        </p:nvSpPr>
        <p:spPr>
          <a:xfrm>
            <a:off x="2711653" y="2224913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9-line407"/>
          <p:cNvSpPr/>
          <p:nvPr/>
        </p:nvSpPr>
        <p:spPr>
          <a:xfrm>
            <a:off x="3232861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9-line408"/>
          <p:cNvSpPr/>
          <p:nvPr/>
        </p:nvSpPr>
        <p:spPr>
          <a:xfrm>
            <a:off x="2711653" y="2398649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9-line409"/>
          <p:cNvSpPr/>
          <p:nvPr/>
        </p:nvSpPr>
        <p:spPr>
          <a:xfrm>
            <a:off x="3406597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9-line410"/>
          <p:cNvSpPr/>
          <p:nvPr/>
        </p:nvSpPr>
        <p:spPr>
          <a:xfrm>
            <a:off x="2711653" y="2572385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9-line411"/>
          <p:cNvSpPr/>
          <p:nvPr/>
        </p:nvSpPr>
        <p:spPr>
          <a:xfrm>
            <a:off x="3580333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9-line412"/>
          <p:cNvSpPr/>
          <p:nvPr/>
        </p:nvSpPr>
        <p:spPr>
          <a:xfrm>
            <a:off x="2711653" y="2746121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9-line413"/>
          <p:cNvSpPr/>
          <p:nvPr/>
        </p:nvSpPr>
        <p:spPr>
          <a:xfrm>
            <a:off x="3754069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9-line414"/>
          <p:cNvSpPr/>
          <p:nvPr/>
        </p:nvSpPr>
        <p:spPr>
          <a:xfrm>
            <a:off x="2711653" y="2919857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9-line415"/>
          <p:cNvSpPr/>
          <p:nvPr/>
        </p:nvSpPr>
        <p:spPr>
          <a:xfrm>
            <a:off x="3927805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9-line416"/>
          <p:cNvSpPr/>
          <p:nvPr/>
        </p:nvSpPr>
        <p:spPr>
          <a:xfrm>
            <a:off x="2711653" y="3093593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9-line417"/>
          <p:cNvSpPr/>
          <p:nvPr/>
        </p:nvSpPr>
        <p:spPr>
          <a:xfrm>
            <a:off x="4101541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9-line418"/>
          <p:cNvSpPr/>
          <p:nvPr/>
        </p:nvSpPr>
        <p:spPr>
          <a:xfrm>
            <a:off x="2711653" y="3267329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9-line419"/>
          <p:cNvSpPr/>
          <p:nvPr/>
        </p:nvSpPr>
        <p:spPr>
          <a:xfrm>
            <a:off x="4275277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9-line420"/>
          <p:cNvSpPr/>
          <p:nvPr/>
        </p:nvSpPr>
        <p:spPr>
          <a:xfrm>
            <a:off x="2711653" y="3441065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9-rod421"/>
          <p:cNvSpPr/>
          <p:nvPr/>
        </p:nvSpPr>
        <p:spPr>
          <a:xfrm>
            <a:off x="4553255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9-line422"/>
          <p:cNvSpPr/>
          <p:nvPr/>
        </p:nvSpPr>
        <p:spPr>
          <a:xfrm>
            <a:off x="4553255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9-line423"/>
          <p:cNvSpPr/>
          <p:nvPr/>
        </p:nvSpPr>
        <p:spPr>
          <a:xfrm>
            <a:off x="4553255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9-line424"/>
          <p:cNvSpPr/>
          <p:nvPr/>
        </p:nvSpPr>
        <p:spPr>
          <a:xfrm>
            <a:off x="4553255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9-line425"/>
          <p:cNvSpPr/>
          <p:nvPr/>
        </p:nvSpPr>
        <p:spPr>
          <a:xfrm>
            <a:off x="4553255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9-line426"/>
          <p:cNvSpPr/>
          <p:nvPr/>
        </p:nvSpPr>
        <p:spPr>
          <a:xfrm>
            <a:off x="4553255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9-line427"/>
          <p:cNvSpPr/>
          <p:nvPr/>
        </p:nvSpPr>
        <p:spPr>
          <a:xfrm>
            <a:off x="4553255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9-line428"/>
          <p:cNvSpPr/>
          <p:nvPr/>
        </p:nvSpPr>
        <p:spPr>
          <a:xfrm>
            <a:off x="4553255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9-line429"/>
          <p:cNvSpPr/>
          <p:nvPr/>
        </p:nvSpPr>
        <p:spPr>
          <a:xfrm>
            <a:off x="4553255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9-line430"/>
          <p:cNvSpPr/>
          <p:nvPr/>
        </p:nvSpPr>
        <p:spPr>
          <a:xfrm>
            <a:off x="4553255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9-rod431"/>
          <p:cNvSpPr/>
          <p:nvPr/>
        </p:nvSpPr>
        <p:spPr>
          <a:xfrm>
            <a:off x="4831232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9-line432"/>
          <p:cNvSpPr/>
          <p:nvPr/>
        </p:nvSpPr>
        <p:spPr>
          <a:xfrm>
            <a:off x="4831232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9-line433"/>
          <p:cNvSpPr/>
          <p:nvPr/>
        </p:nvSpPr>
        <p:spPr>
          <a:xfrm>
            <a:off x="4831232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9-line434"/>
          <p:cNvSpPr/>
          <p:nvPr/>
        </p:nvSpPr>
        <p:spPr>
          <a:xfrm>
            <a:off x="4831232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9-line435"/>
          <p:cNvSpPr/>
          <p:nvPr/>
        </p:nvSpPr>
        <p:spPr>
          <a:xfrm>
            <a:off x="4831232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9-line436"/>
          <p:cNvSpPr/>
          <p:nvPr/>
        </p:nvSpPr>
        <p:spPr>
          <a:xfrm>
            <a:off x="4831232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9-line437"/>
          <p:cNvSpPr/>
          <p:nvPr/>
        </p:nvSpPr>
        <p:spPr>
          <a:xfrm>
            <a:off x="4831232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9-line438"/>
          <p:cNvSpPr/>
          <p:nvPr/>
        </p:nvSpPr>
        <p:spPr>
          <a:xfrm>
            <a:off x="4831232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9-line439"/>
          <p:cNvSpPr/>
          <p:nvPr/>
        </p:nvSpPr>
        <p:spPr>
          <a:xfrm>
            <a:off x="4831232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9-line440"/>
          <p:cNvSpPr/>
          <p:nvPr/>
        </p:nvSpPr>
        <p:spPr>
          <a:xfrm>
            <a:off x="4831232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9-rod441"/>
          <p:cNvSpPr/>
          <p:nvPr/>
        </p:nvSpPr>
        <p:spPr>
          <a:xfrm>
            <a:off x="5109210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9-line442"/>
          <p:cNvSpPr/>
          <p:nvPr/>
        </p:nvSpPr>
        <p:spPr>
          <a:xfrm>
            <a:off x="5109210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9-line443"/>
          <p:cNvSpPr/>
          <p:nvPr/>
        </p:nvSpPr>
        <p:spPr>
          <a:xfrm>
            <a:off x="5109210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9-line444"/>
          <p:cNvSpPr/>
          <p:nvPr/>
        </p:nvSpPr>
        <p:spPr>
          <a:xfrm>
            <a:off x="5109210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9-line445"/>
          <p:cNvSpPr/>
          <p:nvPr/>
        </p:nvSpPr>
        <p:spPr>
          <a:xfrm>
            <a:off x="5109210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9-line446"/>
          <p:cNvSpPr/>
          <p:nvPr/>
        </p:nvSpPr>
        <p:spPr>
          <a:xfrm>
            <a:off x="5109210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9-line447"/>
          <p:cNvSpPr/>
          <p:nvPr/>
        </p:nvSpPr>
        <p:spPr>
          <a:xfrm>
            <a:off x="5109210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9-line448"/>
          <p:cNvSpPr/>
          <p:nvPr/>
        </p:nvSpPr>
        <p:spPr>
          <a:xfrm>
            <a:off x="5109210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9-line449"/>
          <p:cNvSpPr/>
          <p:nvPr/>
        </p:nvSpPr>
        <p:spPr>
          <a:xfrm>
            <a:off x="5109210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9-line450"/>
          <p:cNvSpPr/>
          <p:nvPr/>
        </p:nvSpPr>
        <p:spPr>
          <a:xfrm>
            <a:off x="5109210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9-unit451"/>
          <p:cNvSpPr/>
          <p:nvPr/>
        </p:nvSpPr>
        <p:spPr>
          <a:xfrm>
            <a:off x="5387188" y="3397631"/>
            <a:ext cx="173736" cy="17373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9-figure452" descr="백 모형 2개, 십 모형 3개, 일 모형 1개"/>
          <p:cNvSpPr/>
          <p:nvPr/>
        </p:nvSpPr>
        <p:spPr>
          <a:xfrm>
            <a:off x="548640" y="1877441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09-label453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231</a:t>
            </a:r>
            <a:endParaRPr lang="ko-KR" sz="2600" dirty="0"/>
          </a:p>
        </p:txBody>
      </p:sp>
      <p:sp>
        <p:nvSpPr>
          <p:cNvPr id="76" name="S09-flat454"/>
          <p:cNvSpPr/>
          <p:nvPr/>
        </p:nvSpPr>
        <p:spPr>
          <a:xfrm>
            <a:off x="6549847" y="1877441"/>
            <a:ext cx="1737360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9-line455"/>
          <p:cNvSpPr/>
          <p:nvPr/>
        </p:nvSpPr>
        <p:spPr>
          <a:xfrm>
            <a:off x="6723583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9-line456"/>
          <p:cNvSpPr/>
          <p:nvPr/>
        </p:nvSpPr>
        <p:spPr>
          <a:xfrm>
            <a:off x="6549847" y="2051177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9-line457"/>
          <p:cNvSpPr/>
          <p:nvPr/>
        </p:nvSpPr>
        <p:spPr>
          <a:xfrm>
            <a:off x="6897319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9-line458"/>
          <p:cNvSpPr/>
          <p:nvPr/>
        </p:nvSpPr>
        <p:spPr>
          <a:xfrm>
            <a:off x="6549847" y="2224913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9-line459"/>
          <p:cNvSpPr/>
          <p:nvPr/>
        </p:nvSpPr>
        <p:spPr>
          <a:xfrm>
            <a:off x="7071055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9-line460"/>
          <p:cNvSpPr/>
          <p:nvPr/>
        </p:nvSpPr>
        <p:spPr>
          <a:xfrm>
            <a:off x="6549847" y="2398649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9-line461"/>
          <p:cNvSpPr/>
          <p:nvPr/>
        </p:nvSpPr>
        <p:spPr>
          <a:xfrm>
            <a:off x="7244791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9-line462"/>
          <p:cNvSpPr/>
          <p:nvPr/>
        </p:nvSpPr>
        <p:spPr>
          <a:xfrm>
            <a:off x="6549847" y="2572385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9-line463"/>
          <p:cNvSpPr/>
          <p:nvPr/>
        </p:nvSpPr>
        <p:spPr>
          <a:xfrm>
            <a:off x="7418527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9-line464"/>
          <p:cNvSpPr/>
          <p:nvPr/>
        </p:nvSpPr>
        <p:spPr>
          <a:xfrm>
            <a:off x="6549847" y="2746121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9-line465"/>
          <p:cNvSpPr/>
          <p:nvPr/>
        </p:nvSpPr>
        <p:spPr>
          <a:xfrm>
            <a:off x="7592263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9-line466"/>
          <p:cNvSpPr/>
          <p:nvPr/>
        </p:nvSpPr>
        <p:spPr>
          <a:xfrm>
            <a:off x="6549847" y="2919857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9-line467"/>
          <p:cNvSpPr/>
          <p:nvPr/>
        </p:nvSpPr>
        <p:spPr>
          <a:xfrm>
            <a:off x="7765999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9-line468"/>
          <p:cNvSpPr/>
          <p:nvPr/>
        </p:nvSpPr>
        <p:spPr>
          <a:xfrm>
            <a:off x="6549847" y="3093593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9-line469"/>
          <p:cNvSpPr/>
          <p:nvPr/>
        </p:nvSpPr>
        <p:spPr>
          <a:xfrm>
            <a:off x="7939735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9-line470"/>
          <p:cNvSpPr/>
          <p:nvPr/>
        </p:nvSpPr>
        <p:spPr>
          <a:xfrm>
            <a:off x="6549847" y="3267329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9-line471"/>
          <p:cNvSpPr/>
          <p:nvPr/>
        </p:nvSpPr>
        <p:spPr>
          <a:xfrm>
            <a:off x="8113471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9-line472"/>
          <p:cNvSpPr/>
          <p:nvPr/>
        </p:nvSpPr>
        <p:spPr>
          <a:xfrm>
            <a:off x="6549847" y="3441065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9-rod473"/>
          <p:cNvSpPr/>
          <p:nvPr/>
        </p:nvSpPr>
        <p:spPr>
          <a:xfrm>
            <a:off x="8391449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9-line474"/>
          <p:cNvSpPr/>
          <p:nvPr/>
        </p:nvSpPr>
        <p:spPr>
          <a:xfrm>
            <a:off x="8391449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9-line475"/>
          <p:cNvSpPr/>
          <p:nvPr/>
        </p:nvSpPr>
        <p:spPr>
          <a:xfrm>
            <a:off x="8391449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9-line476"/>
          <p:cNvSpPr/>
          <p:nvPr/>
        </p:nvSpPr>
        <p:spPr>
          <a:xfrm>
            <a:off x="8391449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9-line477"/>
          <p:cNvSpPr/>
          <p:nvPr/>
        </p:nvSpPr>
        <p:spPr>
          <a:xfrm>
            <a:off x="8391449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9-line478"/>
          <p:cNvSpPr/>
          <p:nvPr/>
        </p:nvSpPr>
        <p:spPr>
          <a:xfrm>
            <a:off x="8391449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9-line479"/>
          <p:cNvSpPr/>
          <p:nvPr/>
        </p:nvSpPr>
        <p:spPr>
          <a:xfrm>
            <a:off x="8391449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9-line480"/>
          <p:cNvSpPr/>
          <p:nvPr/>
        </p:nvSpPr>
        <p:spPr>
          <a:xfrm>
            <a:off x="8391449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9-line481"/>
          <p:cNvSpPr/>
          <p:nvPr/>
        </p:nvSpPr>
        <p:spPr>
          <a:xfrm>
            <a:off x="8391449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9-line482"/>
          <p:cNvSpPr/>
          <p:nvPr/>
        </p:nvSpPr>
        <p:spPr>
          <a:xfrm>
            <a:off x="8391449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9-rod483"/>
          <p:cNvSpPr/>
          <p:nvPr/>
        </p:nvSpPr>
        <p:spPr>
          <a:xfrm>
            <a:off x="8669426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6" name="S09-line484"/>
          <p:cNvSpPr/>
          <p:nvPr/>
        </p:nvSpPr>
        <p:spPr>
          <a:xfrm>
            <a:off x="8669426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9-line485"/>
          <p:cNvSpPr/>
          <p:nvPr/>
        </p:nvSpPr>
        <p:spPr>
          <a:xfrm>
            <a:off x="8669426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9-line486"/>
          <p:cNvSpPr/>
          <p:nvPr/>
        </p:nvSpPr>
        <p:spPr>
          <a:xfrm>
            <a:off x="8669426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9-line487"/>
          <p:cNvSpPr/>
          <p:nvPr/>
        </p:nvSpPr>
        <p:spPr>
          <a:xfrm>
            <a:off x="8669426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9-line488"/>
          <p:cNvSpPr/>
          <p:nvPr/>
        </p:nvSpPr>
        <p:spPr>
          <a:xfrm>
            <a:off x="8669426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9-line489"/>
          <p:cNvSpPr/>
          <p:nvPr/>
        </p:nvSpPr>
        <p:spPr>
          <a:xfrm>
            <a:off x="8669426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9-line490"/>
          <p:cNvSpPr/>
          <p:nvPr/>
        </p:nvSpPr>
        <p:spPr>
          <a:xfrm>
            <a:off x="8669426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9-line491"/>
          <p:cNvSpPr/>
          <p:nvPr/>
        </p:nvSpPr>
        <p:spPr>
          <a:xfrm>
            <a:off x="8669426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9-line492"/>
          <p:cNvSpPr/>
          <p:nvPr/>
        </p:nvSpPr>
        <p:spPr>
          <a:xfrm>
            <a:off x="8669426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9-rod493"/>
          <p:cNvSpPr/>
          <p:nvPr/>
        </p:nvSpPr>
        <p:spPr>
          <a:xfrm>
            <a:off x="8947404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6" name="S09-line494"/>
          <p:cNvSpPr/>
          <p:nvPr/>
        </p:nvSpPr>
        <p:spPr>
          <a:xfrm>
            <a:off x="8947404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9-line495"/>
          <p:cNvSpPr/>
          <p:nvPr/>
        </p:nvSpPr>
        <p:spPr>
          <a:xfrm>
            <a:off x="8947404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9-line496"/>
          <p:cNvSpPr/>
          <p:nvPr/>
        </p:nvSpPr>
        <p:spPr>
          <a:xfrm>
            <a:off x="8947404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9-line497"/>
          <p:cNvSpPr/>
          <p:nvPr/>
        </p:nvSpPr>
        <p:spPr>
          <a:xfrm>
            <a:off x="8947404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9-line498"/>
          <p:cNvSpPr/>
          <p:nvPr/>
        </p:nvSpPr>
        <p:spPr>
          <a:xfrm>
            <a:off x="8947404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9-line499"/>
          <p:cNvSpPr/>
          <p:nvPr/>
        </p:nvSpPr>
        <p:spPr>
          <a:xfrm>
            <a:off x="8947404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9-line500"/>
          <p:cNvSpPr/>
          <p:nvPr/>
        </p:nvSpPr>
        <p:spPr>
          <a:xfrm>
            <a:off x="8947404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9-line501"/>
          <p:cNvSpPr/>
          <p:nvPr/>
        </p:nvSpPr>
        <p:spPr>
          <a:xfrm>
            <a:off x="8947404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9-line502"/>
          <p:cNvSpPr/>
          <p:nvPr/>
        </p:nvSpPr>
        <p:spPr>
          <a:xfrm>
            <a:off x="8947404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9-rod503"/>
          <p:cNvSpPr/>
          <p:nvPr/>
        </p:nvSpPr>
        <p:spPr>
          <a:xfrm>
            <a:off x="9225382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6" name="S09-line504"/>
          <p:cNvSpPr/>
          <p:nvPr/>
        </p:nvSpPr>
        <p:spPr>
          <a:xfrm>
            <a:off x="9225382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9-line505"/>
          <p:cNvSpPr/>
          <p:nvPr/>
        </p:nvSpPr>
        <p:spPr>
          <a:xfrm>
            <a:off x="9225382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9-line506"/>
          <p:cNvSpPr/>
          <p:nvPr/>
        </p:nvSpPr>
        <p:spPr>
          <a:xfrm>
            <a:off x="9225382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9-line507"/>
          <p:cNvSpPr/>
          <p:nvPr/>
        </p:nvSpPr>
        <p:spPr>
          <a:xfrm>
            <a:off x="9225382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9-line508"/>
          <p:cNvSpPr/>
          <p:nvPr/>
        </p:nvSpPr>
        <p:spPr>
          <a:xfrm>
            <a:off x="9225382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9-line509"/>
          <p:cNvSpPr/>
          <p:nvPr/>
        </p:nvSpPr>
        <p:spPr>
          <a:xfrm>
            <a:off x="9225382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9-line510"/>
          <p:cNvSpPr/>
          <p:nvPr/>
        </p:nvSpPr>
        <p:spPr>
          <a:xfrm>
            <a:off x="9225382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9-line511"/>
          <p:cNvSpPr/>
          <p:nvPr/>
        </p:nvSpPr>
        <p:spPr>
          <a:xfrm>
            <a:off x="9225382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9-line512"/>
          <p:cNvSpPr/>
          <p:nvPr/>
        </p:nvSpPr>
        <p:spPr>
          <a:xfrm>
            <a:off x="9225382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9-rod513"/>
          <p:cNvSpPr/>
          <p:nvPr/>
        </p:nvSpPr>
        <p:spPr>
          <a:xfrm>
            <a:off x="9503359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6" name="S09-line514"/>
          <p:cNvSpPr/>
          <p:nvPr/>
        </p:nvSpPr>
        <p:spPr>
          <a:xfrm>
            <a:off x="9503359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9-line515"/>
          <p:cNvSpPr/>
          <p:nvPr/>
        </p:nvSpPr>
        <p:spPr>
          <a:xfrm>
            <a:off x="9503359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9-line516"/>
          <p:cNvSpPr/>
          <p:nvPr/>
        </p:nvSpPr>
        <p:spPr>
          <a:xfrm>
            <a:off x="9503359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9-line517"/>
          <p:cNvSpPr/>
          <p:nvPr/>
        </p:nvSpPr>
        <p:spPr>
          <a:xfrm>
            <a:off x="9503359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9-line518"/>
          <p:cNvSpPr/>
          <p:nvPr/>
        </p:nvSpPr>
        <p:spPr>
          <a:xfrm>
            <a:off x="9503359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9-line519"/>
          <p:cNvSpPr/>
          <p:nvPr/>
        </p:nvSpPr>
        <p:spPr>
          <a:xfrm>
            <a:off x="9503359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9-line520"/>
          <p:cNvSpPr/>
          <p:nvPr/>
        </p:nvSpPr>
        <p:spPr>
          <a:xfrm>
            <a:off x="9503359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9-line521"/>
          <p:cNvSpPr/>
          <p:nvPr/>
        </p:nvSpPr>
        <p:spPr>
          <a:xfrm>
            <a:off x="9503359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9-line522"/>
          <p:cNvSpPr/>
          <p:nvPr/>
        </p:nvSpPr>
        <p:spPr>
          <a:xfrm>
            <a:off x="9503359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9-rod523"/>
          <p:cNvSpPr/>
          <p:nvPr/>
        </p:nvSpPr>
        <p:spPr>
          <a:xfrm>
            <a:off x="9781337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6" name="S09-line524"/>
          <p:cNvSpPr/>
          <p:nvPr/>
        </p:nvSpPr>
        <p:spPr>
          <a:xfrm>
            <a:off x="9781337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09-line525"/>
          <p:cNvSpPr/>
          <p:nvPr/>
        </p:nvSpPr>
        <p:spPr>
          <a:xfrm>
            <a:off x="9781337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09-line526"/>
          <p:cNvSpPr/>
          <p:nvPr/>
        </p:nvSpPr>
        <p:spPr>
          <a:xfrm>
            <a:off x="9781337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9" name="S09-line527"/>
          <p:cNvSpPr/>
          <p:nvPr/>
        </p:nvSpPr>
        <p:spPr>
          <a:xfrm>
            <a:off x="9781337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09-line528"/>
          <p:cNvSpPr/>
          <p:nvPr/>
        </p:nvSpPr>
        <p:spPr>
          <a:xfrm>
            <a:off x="9781337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1" name="S09-line529"/>
          <p:cNvSpPr/>
          <p:nvPr/>
        </p:nvSpPr>
        <p:spPr>
          <a:xfrm>
            <a:off x="9781337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2" name="S09-line530"/>
          <p:cNvSpPr/>
          <p:nvPr/>
        </p:nvSpPr>
        <p:spPr>
          <a:xfrm>
            <a:off x="9781337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3" name="S09-line531"/>
          <p:cNvSpPr/>
          <p:nvPr/>
        </p:nvSpPr>
        <p:spPr>
          <a:xfrm>
            <a:off x="9781337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4" name="S09-line532"/>
          <p:cNvSpPr/>
          <p:nvPr/>
        </p:nvSpPr>
        <p:spPr>
          <a:xfrm>
            <a:off x="9781337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5" name="S09-rod533"/>
          <p:cNvSpPr/>
          <p:nvPr/>
        </p:nvSpPr>
        <p:spPr>
          <a:xfrm>
            <a:off x="10059314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6" name="S09-line534"/>
          <p:cNvSpPr/>
          <p:nvPr/>
        </p:nvSpPr>
        <p:spPr>
          <a:xfrm>
            <a:off x="10059314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7" name="S09-line535"/>
          <p:cNvSpPr/>
          <p:nvPr/>
        </p:nvSpPr>
        <p:spPr>
          <a:xfrm>
            <a:off x="10059314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8" name="S09-line536"/>
          <p:cNvSpPr/>
          <p:nvPr/>
        </p:nvSpPr>
        <p:spPr>
          <a:xfrm>
            <a:off x="10059314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9" name="S09-line537"/>
          <p:cNvSpPr/>
          <p:nvPr/>
        </p:nvSpPr>
        <p:spPr>
          <a:xfrm>
            <a:off x="10059314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0" name="S09-line538"/>
          <p:cNvSpPr/>
          <p:nvPr/>
        </p:nvSpPr>
        <p:spPr>
          <a:xfrm>
            <a:off x="10059314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1" name="S09-line539"/>
          <p:cNvSpPr/>
          <p:nvPr/>
        </p:nvSpPr>
        <p:spPr>
          <a:xfrm>
            <a:off x="10059314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09-line540"/>
          <p:cNvSpPr/>
          <p:nvPr/>
        </p:nvSpPr>
        <p:spPr>
          <a:xfrm>
            <a:off x="10059314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9-line541"/>
          <p:cNvSpPr/>
          <p:nvPr/>
        </p:nvSpPr>
        <p:spPr>
          <a:xfrm>
            <a:off x="10059314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9-line542"/>
          <p:cNvSpPr/>
          <p:nvPr/>
        </p:nvSpPr>
        <p:spPr>
          <a:xfrm>
            <a:off x="10059314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09-rod543"/>
          <p:cNvSpPr/>
          <p:nvPr/>
        </p:nvSpPr>
        <p:spPr>
          <a:xfrm>
            <a:off x="10337292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6" name="S09-line544"/>
          <p:cNvSpPr/>
          <p:nvPr/>
        </p:nvSpPr>
        <p:spPr>
          <a:xfrm>
            <a:off x="10337292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9-line545"/>
          <p:cNvSpPr/>
          <p:nvPr/>
        </p:nvSpPr>
        <p:spPr>
          <a:xfrm>
            <a:off x="10337292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9-line546"/>
          <p:cNvSpPr/>
          <p:nvPr/>
        </p:nvSpPr>
        <p:spPr>
          <a:xfrm>
            <a:off x="10337292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9-line547"/>
          <p:cNvSpPr/>
          <p:nvPr/>
        </p:nvSpPr>
        <p:spPr>
          <a:xfrm>
            <a:off x="10337292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09-line548"/>
          <p:cNvSpPr/>
          <p:nvPr/>
        </p:nvSpPr>
        <p:spPr>
          <a:xfrm>
            <a:off x="10337292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09-line549"/>
          <p:cNvSpPr/>
          <p:nvPr/>
        </p:nvSpPr>
        <p:spPr>
          <a:xfrm>
            <a:off x="10337292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9-line550"/>
          <p:cNvSpPr/>
          <p:nvPr/>
        </p:nvSpPr>
        <p:spPr>
          <a:xfrm>
            <a:off x="10337292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9-line551"/>
          <p:cNvSpPr/>
          <p:nvPr/>
        </p:nvSpPr>
        <p:spPr>
          <a:xfrm>
            <a:off x="10337292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09-line552"/>
          <p:cNvSpPr/>
          <p:nvPr/>
        </p:nvSpPr>
        <p:spPr>
          <a:xfrm>
            <a:off x="10337292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09-rod553"/>
          <p:cNvSpPr/>
          <p:nvPr/>
        </p:nvSpPr>
        <p:spPr>
          <a:xfrm>
            <a:off x="10615270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6" name="S09-line554"/>
          <p:cNvSpPr/>
          <p:nvPr/>
        </p:nvSpPr>
        <p:spPr>
          <a:xfrm>
            <a:off x="10615270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9-line555"/>
          <p:cNvSpPr/>
          <p:nvPr/>
        </p:nvSpPr>
        <p:spPr>
          <a:xfrm>
            <a:off x="10615270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9-line556"/>
          <p:cNvSpPr/>
          <p:nvPr/>
        </p:nvSpPr>
        <p:spPr>
          <a:xfrm>
            <a:off x="10615270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09-line557"/>
          <p:cNvSpPr/>
          <p:nvPr/>
        </p:nvSpPr>
        <p:spPr>
          <a:xfrm>
            <a:off x="10615270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09-line558"/>
          <p:cNvSpPr/>
          <p:nvPr/>
        </p:nvSpPr>
        <p:spPr>
          <a:xfrm>
            <a:off x="10615270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09-line559"/>
          <p:cNvSpPr/>
          <p:nvPr/>
        </p:nvSpPr>
        <p:spPr>
          <a:xfrm>
            <a:off x="10615270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9-line560"/>
          <p:cNvSpPr/>
          <p:nvPr/>
        </p:nvSpPr>
        <p:spPr>
          <a:xfrm>
            <a:off x="10615270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9-line561"/>
          <p:cNvSpPr/>
          <p:nvPr/>
        </p:nvSpPr>
        <p:spPr>
          <a:xfrm>
            <a:off x="10615270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09-line562"/>
          <p:cNvSpPr/>
          <p:nvPr/>
        </p:nvSpPr>
        <p:spPr>
          <a:xfrm>
            <a:off x="10615270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09-unit563"/>
          <p:cNvSpPr/>
          <p:nvPr/>
        </p:nvSpPr>
        <p:spPr>
          <a:xfrm>
            <a:off x="10893247" y="3397631"/>
            <a:ext cx="173736" cy="17373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6" name="S09-unit564"/>
          <p:cNvSpPr/>
          <p:nvPr/>
        </p:nvSpPr>
        <p:spPr>
          <a:xfrm>
            <a:off x="10893247" y="3180461"/>
            <a:ext cx="173736" cy="17373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7" name="S09-unit565"/>
          <p:cNvSpPr/>
          <p:nvPr/>
        </p:nvSpPr>
        <p:spPr>
          <a:xfrm>
            <a:off x="10893247" y="2963291"/>
            <a:ext cx="173736" cy="17373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8" name="S09-unit566"/>
          <p:cNvSpPr/>
          <p:nvPr/>
        </p:nvSpPr>
        <p:spPr>
          <a:xfrm>
            <a:off x="10893247" y="2746121"/>
            <a:ext cx="173736" cy="17373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9" name="S09-unit567"/>
          <p:cNvSpPr/>
          <p:nvPr/>
        </p:nvSpPr>
        <p:spPr>
          <a:xfrm>
            <a:off x="10893247" y="2528951"/>
            <a:ext cx="173736" cy="17373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0" name="S09-unit568"/>
          <p:cNvSpPr/>
          <p:nvPr/>
        </p:nvSpPr>
        <p:spPr>
          <a:xfrm>
            <a:off x="11119104" y="3397631"/>
            <a:ext cx="173736" cy="17373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1" name="S09-unit569"/>
          <p:cNvSpPr/>
          <p:nvPr/>
        </p:nvSpPr>
        <p:spPr>
          <a:xfrm>
            <a:off x="11119104" y="3180461"/>
            <a:ext cx="173736" cy="17373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2" name="S09-unit570"/>
          <p:cNvSpPr/>
          <p:nvPr/>
        </p:nvSpPr>
        <p:spPr>
          <a:xfrm>
            <a:off x="11119104" y="2963291"/>
            <a:ext cx="173736" cy="17373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3" name="S09-figure571" descr="백 모형 1개, 십 모형 9개, 일 모형 8개"/>
          <p:cNvSpPr/>
          <p:nvPr/>
        </p:nvSpPr>
        <p:spPr>
          <a:xfrm>
            <a:off x="6254496" y="1877441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09-label572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같으면 다음 자리</a:t>
            </a:r>
            <a:endParaRPr lang="ko-KR" sz="4400" dirty="0"/>
          </a:p>
        </p:txBody>
      </p:sp>
      <p:sp>
        <p:nvSpPr>
          <p:cNvPr id="3" name="S10-text5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자리가 같으면 십의 자리를 봐요.</a:t>
            </a:r>
            <a:endParaRPr lang="ko-KR" sz="3200" dirty="0"/>
          </a:p>
        </p:txBody>
      </p:sp>
      <p:sp>
        <p:nvSpPr>
          <p:cNvPr id="4" name="S10-card57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57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352 &gt; 347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347 &lt; 352 라고도 써요.</a:t>
            </a:r>
            <a:endParaRPr lang="ko-KR" sz="3200" dirty="0"/>
          </a:p>
        </p:txBody>
      </p:sp>
      <p:graphicFrame>
        <p:nvGraphicFramePr>
          <p:cNvPr id="11" name="S10-table5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85516" y="2373122"/>
          <a:ext cx="6217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347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 와 &lt; 넣기</a:t>
            </a:r>
            <a:endParaRPr lang="ko-KR" sz="4400" dirty="0"/>
          </a:p>
        </p:txBody>
      </p:sp>
      <p:sp>
        <p:nvSpPr>
          <p:cNvPr id="3" name="S11-text5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안에 &gt; 또는 &lt; 를 넣어요.</a:t>
            </a:r>
            <a:endParaRPr lang="ko-KR" sz="3200" dirty="0"/>
          </a:p>
        </p:txBody>
      </p:sp>
      <p:sp>
        <p:nvSpPr>
          <p:cNvPr id="4" name="S11-card5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1-cardtext5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→ 십 → 일 차례로 비교해요.</a:t>
            </a:r>
            <a:endParaRPr lang="ko-KR" sz="3200" dirty="0"/>
          </a:p>
        </p:txBody>
      </p:sp>
      <p:sp>
        <p:nvSpPr>
          <p:cNvPr id="6" name="S11-card580"/>
          <p:cNvSpPr/>
          <p:nvPr/>
        </p:nvSpPr>
        <p:spPr>
          <a:xfrm>
            <a:off x="6277356" y="2011680"/>
            <a:ext cx="5362956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581"/>
          <p:cNvSpPr txBox="1"/>
          <p:nvPr/>
        </p:nvSpPr>
        <p:spPr>
          <a:xfrm>
            <a:off x="6551676" y="2148840"/>
            <a:ext cx="48143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자리별로 보면</a:t>
            </a:r>
            <a:endParaRPr lang="ko-KR" sz="3200" dirty="0"/>
          </a:p>
        </p:txBody>
      </p:sp>
      <p:graphicFrame>
        <p:nvGraphicFramePr>
          <p:cNvPr id="12" name="S11-table5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1676" y="2842260"/>
          <a:ext cx="4814316" cy="914400"/>
        </p:xfrm>
        <a:graphic>
          <a:graphicData uri="http://schemas.openxmlformats.org/drawingml/2006/table">
            <a:tbl>
              <a:tblPr/>
              <a:tblGrid>
                <a:gridCol w="1203579"/>
                <a:gridCol w="1203579"/>
                <a:gridCol w="1203579"/>
                <a:gridCol w="1203579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346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11-chip58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10" name="S11-eqtext58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498 ○ 512</a:t>
            </a:r>
            <a:endParaRPr lang="ko-KR" sz="3600" dirty="0"/>
          </a:p>
        </p:txBody>
      </p:sp>
      <p:sp>
        <p:nvSpPr>
          <p:cNvPr id="11" name="S11-chip58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2" name="S11-eqtext58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364 ○ 346</a:t>
            </a:r>
            <a:endParaRPr lang="ko-KR" sz="3600" dirty="0"/>
          </a:p>
        </p:txBody>
      </p:sp>
      <p:sp>
        <p:nvSpPr>
          <p:cNvPr id="13" name="S11-chip58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4" name="S11-eqtext58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725 ○ 729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2-card58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59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299와 301 중 어느 수가 더 클까요?</a:t>
            </a:r>
            <a:endParaRPr lang="ko-KR" sz="3200" dirty="0"/>
          </a:p>
        </p:txBody>
      </p:sp>
      <p:sp>
        <p:nvSpPr>
          <p:cNvPr id="5" name="S12-card5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2-cardtext5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12-chip59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299</a:t>
            </a:r>
            <a:endParaRPr lang="ko-KR" sz="2600" dirty="0"/>
          </a:p>
        </p:txBody>
      </p:sp>
      <p:sp>
        <p:nvSpPr>
          <p:cNvPr id="8" name="S12-text59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9가 두 개나 있으니까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299가 커요.</a:t>
            </a:r>
            <a:endParaRPr lang="ko-KR" sz="3200" dirty="0"/>
          </a:p>
        </p:txBody>
      </p:sp>
      <p:sp>
        <p:nvSpPr>
          <p:cNvPr id="9" name="S12-chip59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301</a:t>
            </a:r>
            <a:endParaRPr lang="ko-KR" sz="2600" dirty="0"/>
          </a:p>
        </p:txBody>
      </p:sp>
      <p:sp>
        <p:nvSpPr>
          <p:cNvPr id="10" name="S12-text59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 3이 2보다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크니까 301이 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3-text5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200" dirty="0"/>
          </a:p>
        </p:txBody>
      </p:sp>
      <p:sp>
        <p:nvSpPr>
          <p:cNvPr id="4" name="S13-chip59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3-text59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육백팔을 숫자로 써요.</a:t>
            </a:r>
            <a:endParaRPr lang="ko-KR" sz="3200" dirty="0"/>
          </a:p>
        </p:txBody>
      </p:sp>
      <p:sp>
        <p:nvSpPr>
          <p:cNvPr id="6" name="S13-chip60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3-text60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481에서 8은 얼마일까요?</a:t>
            </a:r>
            <a:endParaRPr lang="ko-KR" sz="3200" dirty="0"/>
          </a:p>
        </p:txBody>
      </p:sp>
      <p:sp>
        <p:nvSpPr>
          <p:cNvPr id="8" name="S13-chip602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3-eqtext603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563 ○ 536</a:t>
            </a:r>
            <a:endParaRPr lang="ko-KR" sz="3600" dirty="0"/>
          </a:p>
        </p:txBody>
      </p:sp>
      <p:sp>
        <p:nvSpPr>
          <p:cNvPr id="10" name="S13-chip604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3-eqtext605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907 ○ 970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수가 클까요?</a:t>
            </a:r>
            <a:endParaRPr lang="ko-KR" sz="4400" dirty="0"/>
          </a:p>
        </p:txBody>
      </p:sp>
      <p:sp>
        <p:nvSpPr>
          <p:cNvPr id="3" name="S15-card6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6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수를 쓰고, &gt; 나 &lt; 로 비교해요.</a:t>
            </a:r>
            <a:endParaRPr lang="ko-KR" sz="3200" dirty="0"/>
          </a:p>
        </p:txBody>
      </p:sp>
      <p:sp>
        <p:nvSpPr>
          <p:cNvPr id="5" name="S15-chip608"/>
          <p:cNvSpPr txBox="1"/>
          <p:nvPr/>
        </p:nvSpPr>
        <p:spPr>
          <a:xfrm>
            <a:off x="2946654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5-flat609"/>
          <p:cNvSpPr/>
          <p:nvPr/>
        </p:nvSpPr>
        <p:spPr>
          <a:xfrm>
            <a:off x="1009040" y="2935224"/>
            <a:ext cx="1280160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line610"/>
          <p:cNvSpPr/>
          <p:nvPr/>
        </p:nvSpPr>
        <p:spPr>
          <a:xfrm>
            <a:off x="113705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5-line611"/>
          <p:cNvSpPr/>
          <p:nvPr/>
        </p:nvSpPr>
        <p:spPr>
          <a:xfrm>
            <a:off x="1009040" y="306324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5-line612"/>
          <p:cNvSpPr/>
          <p:nvPr/>
        </p:nvSpPr>
        <p:spPr>
          <a:xfrm>
            <a:off x="126507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5-line613"/>
          <p:cNvSpPr/>
          <p:nvPr/>
        </p:nvSpPr>
        <p:spPr>
          <a:xfrm>
            <a:off x="1009040" y="319125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5-line614"/>
          <p:cNvSpPr/>
          <p:nvPr/>
        </p:nvSpPr>
        <p:spPr>
          <a:xfrm>
            <a:off x="1393088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5-line615"/>
          <p:cNvSpPr/>
          <p:nvPr/>
        </p:nvSpPr>
        <p:spPr>
          <a:xfrm>
            <a:off x="1009040" y="331927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5-line616"/>
          <p:cNvSpPr/>
          <p:nvPr/>
        </p:nvSpPr>
        <p:spPr>
          <a:xfrm>
            <a:off x="152110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5-line617"/>
          <p:cNvSpPr/>
          <p:nvPr/>
        </p:nvSpPr>
        <p:spPr>
          <a:xfrm>
            <a:off x="1009040" y="344728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5-line618"/>
          <p:cNvSpPr/>
          <p:nvPr/>
        </p:nvSpPr>
        <p:spPr>
          <a:xfrm>
            <a:off x="1649120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5-line619"/>
          <p:cNvSpPr/>
          <p:nvPr/>
        </p:nvSpPr>
        <p:spPr>
          <a:xfrm>
            <a:off x="1009040" y="3575304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5-line620"/>
          <p:cNvSpPr/>
          <p:nvPr/>
        </p:nvSpPr>
        <p:spPr>
          <a:xfrm>
            <a:off x="177713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5-line621"/>
          <p:cNvSpPr/>
          <p:nvPr/>
        </p:nvSpPr>
        <p:spPr>
          <a:xfrm>
            <a:off x="1009040" y="370332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5-line622"/>
          <p:cNvSpPr/>
          <p:nvPr/>
        </p:nvSpPr>
        <p:spPr>
          <a:xfrm>
            <a:off x="190515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5-line623"/>
          <p:cNvSpPr/>
          <p:nvPr/>
        </p:nvSpPr>
        <p:spPr>
          <a:xfrm>
            <a:off x="1009040" y="383133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5-line624"/>
          <p:cNvSpPr/>
          <p:nvPr/>
        </p:nvSpPr>
        <p:spPr>
          <a:xfrm>
            <a:off x="2033168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5-line625"/>
          <p:cNvSpPr/>
          <p:nvPr/>
        </p:nvSpPr>
        <p:spPr>
          <a:xfrm>
            <a:off x="1009040" y="395935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5-line626"/>
          <p:cNvSpPr/>
          <p:nvPr/>
        </p:nvSpPr>
        <p:spPr>
          <a:xfrm>
            <a:off x="216118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5-line627"/>
          <p:cNvSpPr/>
          <p:nvPr/>
        </p:nvSpPr>
        <p:spPr>
          <a:xfrm>
            <a:off x="1009040" y="408736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5-flat628"/>
          <p:cNvSpPr/>
          <p:nvPr/>
        </p:nvSpPr>
        <p:spPr>
          <a:xfrm>
            <a:off x="2366010" y="2935224"/>
            <a:ext cx="1280160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5-line629"/>
          <p:cNvSpPr/>
          <p:nvPr/>
        </p:nvSpPr>
        <p:spPr>
          <a:xfrm>
            <a:off x="249402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5-line630"/>
          <p:cNvSpPr/>
          <p:nvPr/>
        </p:nvSpPr>
        <p:spPr>
          <a:xfrm>
            <a:off x="2366010" y="306324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5-line631"/>
          <p:cNvSpPr/>
          <p:nvPr/>
        </p:nvSpPr>
        <p:spPr>
          <a:xfrm>
            <a:off x="262204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5-line632"/>
          <p:cNvSpPr/>
          <p:nvPr/>
        </p:nvSpPr>
        <p:spPr>
          <a:xfrm>
            <a:off x="2366010" y="319125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5-line633"/>
          <p:cNvSpPr/>
          <p:nvPr/>
        </p:nvSpPr>
        <p:spPr>
          <a:xfrm>
            <a:off x="2750058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5-line634"/>
          <p:cNvSpPr/>
          <p:nvPr/>
        </p:nvSpPr>
        <p:spPr>
          <a:xfrm>
            <a:off x="2366010" y="331927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5-line635"/>
          <p:cNvSpPr/>
          <p:nvPr/>
        </p:nvSpPr>
        <p:spPr>
          <a:xfrm>
            <a:off x="287807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5-line636"/>
          <p:cNvSpPr/>
          <p:nvPr/>
        </p:nvSpPr>
        <p:spPr>
          <a:xfrm>
            <a:off x="2366010" y="344728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5-line637"/>
          <p:cNvSpPr/>
          <p:nvPr/>
        </p:nvSpPr>
        <p:spPr>
          <a:xfrm>
            <a:off x="3006090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5-line638"/>
          <p:cNvSpPr/>
          <p:nvPr/>
        </p:nvSpPr>
        <p:spPr>
          <a:xfrm>
            <a:off x="2366010" y="3575304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5-line639"/>
          <p:cNvSpPr/>
          <p:nvPr/>
        </p:nvSpPr>
        <p:spPr>
          <a:xfrm>
            <a:off x="313410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5-line640"/>
          <p:cNvSpPr/>
          <p:nvPr/>
        </p:nvSpPr>
        <p:spPr>
          <a:xfrm>
            <a:off x="2366010" y="370332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5-line641"/>
          <p:cNvSpPr/>
          <p:nvPr/>
        </p:nvSpPr>
        <p:spPr>
          <a:xfrm>
            <a:off x="326212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5-line642"/>
          <p:cNvSpPr/>
          <p:nvPr/>
        </p:nvSpPr>
        <p:spPr>
          <a:xfrm>
            <a:off x="2366010" y="383133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5-line643"/>
          <p:cNvSpPr/>
          <p:nvPr/>
        </p:nvSpPr>
        <p:spPr>
          <a:xfrm>
            <a:off x="3390138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5-line644"/>
          <p:cNvSpPr/>
          <p:nvPr/>
        </p:nvSpPr>
        <p:spPr>
          <a:xfrm>
            <a:off x="2366010" y="395935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5-line645"/>
          <p:cNvSpPr/>
          <p:nvPr/>
        </p:nvSpPr>
        <p:spPr>
          <a:xfrm>
            <a:off x="351815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5-line646"/>
          <p:cNvSpPr/>
          <p:nvPr/>
        </p:nvSpPr>
        <p:spPr>
          <a:xfrm>
            <a:off x="2366010" y="408736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5-flat647"/>
          <p:cNvSpPr/>
          <p:nvPr/>
        </p:nvSpPr>
        <p:spPr>
          <a:xfrm>
            <a:off x="3722980" y="2935224"/>
            <a:ext cx="1280160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5-line648"/>
          <p:cNvSpPr/>
          <p:nvPr/>
        </p:nvSpPr>
        <p:spPr>
          <a:xfrm>
            <a:off x="385099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5-line649"/>
          <p:cNvSpPr/>
          <p:nvPr/>
        </p:nvSpPr>
        <p:spPr>
          <a:xfrm>
            <a:off x="3722980" y="306324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5-line650"/>
          <p:cNvSpPr/>
          <p:nvPr/>
        </p:nvSpPr>
        <p:spPr>
          <a:xfrm>
            <a:off x="397901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5-line651"/>
          <p:cNvSpPr/>
          <p:nvPr/>
        </p:nvSpPr>
        <p:spPr>
          <a:xfrm>
            <a:off x="3722980" y="319125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5-line652"/>
          <p:cNvSpPr/>
          <p:nvPr/>
        </p:nvSpPr>
        <p:spPr>
          <a:xfrm>
            <a:off x="4107028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5-line653"/>
          <p:cNvSpPr/>
          <p:nvPr/>
        </p:nvSpPr>
        <p:spPr>
          <a:xfrm>
            <a:off x="3722980" y="331927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5-line654"/>
          <p:cNvSpPr/>
          <p:nvPr/>
        </p:nvSpPr>
        <p:spPr>
          <a:xfrm>
            <a:off x="423504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5-line655"/>
          <p:cNvSpPr/>
          <p:nvPr/>
        </p:nvSpPr>
        <p:spPr>
          <a:xfrm>
            <a:off x="3722980" y="344728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5-line656"/>
          <p:cNvSpPr/>
          <p:nvPr/>
        </p:nvSpPr>
        <p:spPr>
          <a:xfrm>
            <a:off x="4363060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5-line657"/>
          <p:cNvSpPr/>
          <p:nvPr/>
        </p:nvSpPr>
        <p:spPr>
          <a:xfrm>
            <a:off x="3722980" y="3575304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5-line658"/>
          <p:cNvSpPr/>
          <p:nvPr/>
        </p:nvSpPr>
        <p:spPr>
          <a:xfrm>
            <a:off x="449107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5-line659"/>
          <p:cNvSpPr/>
          <p:nvPr/>
        </p:nvSpPr>
        <p:spPr>
          <a:xfrm>
            <a:off x="3722980" y="370332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5-line660"/>
          <p:cNvSpPr/>
          <p:nvPr/>
        </p:nvSpPr>
        <p:spPr>
          <a:xfrm>
            <a:off x="461909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5-line661"/>
          <p:cNvSpPr/>
          <p:nvPr/>
        </p:nvSpPr>
        <p:spPr>
          <a:xfrm>
            <a:off x="3722980" y="383133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5-line662"/>
          <p:cNvSpPr/>
          <p:nvPr/>
        </p:nvSpPr>
        <p:spPr>
          <a:xfrm>
            <a:off x="4747108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5-line663"/>
          <p:cNvSpPr/>
          <p:nvPr/>
        </p:nvSpPr>
        <p:spPr>
          <a:xfrm>
            <a:off x="3722980" y="395935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5-line664"/>
          <p:cNvSpPr/>
          <p:nvPr/>
        </p:nvSpPr>
        <p:spPr>
          <a:xfrm>
            <a:off x="487512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5-line665"/>
          <p:cNvSpPr/>
          <p:nvPr/>
        </p:nvSpPr>
        <p:spPr>
          <a:xfrm>
            <a:off x="3722980" y="408736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5-rod666"/>
          <p:cNvSpPr/>
          <p:nvPr/>
        </p:nvSpPr>
        <p:spPr>
          <a:xfrm>
            <a:off x="5079949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15-line667"/>
          <p:cNvSpPr/>
          <p:nvPr/>
        </p:nvSpPr>
        <p:spPr>
          <a:xfrm>
            <a:off x="5079949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5-line668"/>
          <p:cNvSpPr/>
          <p:nvPr/>
        </p:nvSpPr>
        <p:spPr>
          <a:xfrm>
            <a:off x="5079949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5-line669"/>
          <p:cNvSpPr/>
          <p:nvPr/>
        </p:nvSpPr>
        <p:spPr>
          <a:xfrm>
            <a:off x="5079949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5-line670"/>
          <p:cNvSpPr/>
          <p:nvPr/>
        </p:nvSpPr>
        <p:spPr>
          <a:xfrm>
            <a:off x="5079949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15-line671"/>
          <p:cNvSpPr/>
          <p:nvPr/>
        </p:nvSpPr>
        <p:spPr>
          <a:xfrm>
            <a:off x="5079949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15-line672"/>
          <p:cNvSpPr/>
          <p:nvPr/>
        </p:nvSpPr>
        <p:spPr>
          <a:xfrm>
            <a:off x="5079949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15-line673"/>
          <p:cNvSpPr/>
          <p:nvPr/>
        </p:nvSpPr>
        <p:spPr>
          <a:xfrm>
            <a:off x="5079949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15-line674"/>
          <p:cNvSpPr/>
          <p:nvPr/>
        </p:nvSpPr>
        <p:spPr>
          <a:xfrm>
            <a:off x="5079949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15-line675"/>
          <p:cNvSpPr/>
          <p:nvPr/>
        </p:nvSpPr>
        <p:spPr>
          <a:xfrm>
            <a:off x="5079949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15-unit676"/>
          <p:cNvSpPr/>
          <p:nvPr/>
        </p:nvSpPr>
        <p:spPr>
          <a:xfrm>
            <a:off x="5284775" y="405536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15-unit677"/>
          <p:cNvSpPr/>
          <p:nvPr/>
        </p:nvSpPr>
        <p:spPr>
          <a:xfrm>
            <a:off x="5284775" y="389534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15-unit678"/>
          <p:cNvSpPr/>
          <p:nvPr/>
        </p:nvSpPr>
        <p:spPr>
          <a:xfrm>
            <a:off x="5284775" y="373532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15-unit679"/>
          <p:cNvSpPr/>
          <p:nvPr/>
        </p:nvSpPr>
        <p:spPr>
          <a:xfrm>
            <a:off x="5284775" y="357530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15-unit680"/>
          <p:cNvSpPr/>
          <p:nvPr/>
        </p:nvSpPr>
        <p:spPr>
          <a:xfrm>
            <a:off x="5284775" y="341528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15-figure681" descr="백 모형 3개, 십 모형 1개, 일 모형 5개"/>
          <p:cNvSpPr/>
          <p:nvPr/>
        </p:nvSpPr>
        <p:spPr>
          <a:xfrm>
            <a:off x="548640" y="293522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15-chip682"/>
          <p:cNvSpPr txBox="1"/>
          <p:nvPr/>
        </p:nvSpPr>
        <p:spPr>
          <a:xfrm>
            <a:off x="8675370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0" name="S15-flat683"/>
          <p:cNvSpPr/>
          <p:nvPr/>
        </p:nvSpPr>
        <p:spPr>
          <a:xfrm>
            <a:off x="6513728" y="2935224"/>
            <a:ext cx="1280160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15-line684"/>
          <p:cNvSpPr/>
          <p:nvPr/>
        </p:nvSpPr>
        <p:spPr>
          <a:xfrm>
            <a:off x="664174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15-line685"/>
          <p:cNvSpPr/>
          <p:nvPr/>
        </p:nvSpPr>
        <p:spPr>
          <a:xfrm>
            <a:off x="6513728" y="306324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15-line686"/>
          <p:cNvSpPr/>
          <p:nvPr/>
        </p:nvSpPr>
        <p:spPr>
          <a:xfrm>
            <a:off x="6769760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15-line687"/>
          <p:cNvSpPr/>
          <p:nvPr/>
        </p:nvSpPr>
        <p:spPr>
          <a:xfrm>
            <a:off x="6513728" y="319125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5-line688"/>
          <p:cNvSpPr/>
          <p:nvPr/>
        </p:nvSpPr>
        <p:spPr>
          <a:xfrm>
            <a:off x="689777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5-line689"/>
          <p:cNvSpPr/>
          <p:nvPr/>
        </p:nvSpPr>
        <p:spPr>
          <a:xfrm>
            <a:off x="6513728" y="331927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5-line690"/>
          <p:cNvSpPr/>
          <p:nvPr/>
        </p:nvSpPr>
        <p:spPr>
          <a:xfrm>
            <a:off x="702579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5-line691"/>
          <p:cNvSpPr/>
          <p:nvPr/>
        </p:nvSpPr>
        <p:spPr>
          <a:xfrm>
            <a:off x="6513728" y="344728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5-line692"/>
          <p:cNvSpPr/>
          <p:nvPr/>
        </p:nvSpPr>
        <p:spPr>
          <a:xfrm>
            <a:off x="7153808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5-line693"/>
          <p:cNvSpPr/>
          <p:nvPr/>
        </p:nvSpPr>
        <p:spPr>
          <a:xfrm>
            <a:off x="6513728" y="3575304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5-line694"/>
          <p:cNvSpPr/>
          <p:nvPr/>
        </p:nvSpPr>
        <p:spPr>
          <a:xfrm>
            <a:off x="728182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5-line695"/>
          <p:cNvSpPr/>
          <p:nvPr/>
        </p:nvSpPr>
        <p:spPr>
          <a:xfrm>
            <a:off x="6513728" y="370332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5-line696"/>
          <p:cNvSpPr/>
          <p:nvPr/>
        </p:nvSpPr>
        <p:spPr>
          <a:xfrm>
            <a:off x="7409840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5-line697"/>
          <p:cNvSpPr/>
          <p:nvPr/>
        </p:nvSpPr>
        <p:spPr>
          <a:xfrm>
            <a:off x="6513728" y="383133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5-line698"/>
          <p:cNvSpPr/>
          <p:nvPr/>
        </p:nvSpPr>
        <p:spPr>
          <a:xfrm>
            <a:off x="753785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5-line699"/>
          <p:cNvSpPr/>
          <p:nvPr/>
        </p:nvSpPr>
        <p:spPr>
          <a:xfrm>
            <a:off x="6513728" y="395935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5-line700"/>
          <p:cNvSpPr/>
          <p:nvPr/>
        </p:nvSpPr>
        <p:spPr>
          <a:xfrm>
            <a:off x="766587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5-line701"/>
          <p:cNvSpPr/>
          <p:nvPr/>
        </p:nvSpPr>
        <p:spPr>
          <a:xfrm>
            <a:off x="6513728" y="408736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5-flat702"/>
          <p:cNvSpPr/>
          <p:nvPr/>
        </p:nvSpPr>
        <p:spPr>
          <a:xfrm>
            <a:off x="7870698" y="2935224"/>
            <a:ext cx="1280160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0" name="S15-line703"/>
          <p:cNvSpPr/>
          <p:nvPr/>
        </p:nvSpPr>
        <p:spPr>
          <a:xfrm>
            <a:off x="799871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5-line704"/>
          <p:cNvSpPr/>
          <p:nvPr/>
        </p:nvSpPr>
        <p:spPr>
          <a:xfrm>
            <a:off x="7870698" y="306324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5-line705"/>
          <p:cNvSpPr/>
          <p:nvPr/>
        </p:nvSpPr>
        <p:spPr>
          <a:xfrm>
            <a:off x="8126730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5-line706"/>
          <p:cNvSpPr/>
          <p:nvPr/>
        </p:nvSpPr>
        <p:spPr>
          <a:xfrm>
            <a:off x="7870698" y="319125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5-line707"/>
          <p:cNvSpPr/>
          <p:nvPr/>
        </p:nvSpPr>
        <p:spPr>
          <a:xfrm>
            <a:off x="825474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5-line708"/>
          <p:cNvSpPr/>
          <p:nvPr/>
        </p:nvSpPr>
        <p:spPr>
          <a:xfrm>
            <a:off x="7870698" y="331927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5-line709"/>
          <p:cNvSpPr/>
          <p:nvPr/>
        </p:nvSpPr>
        <p:spPr>
          <a:xfrm>
            <a:off x="838276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5-line710"/>
          <p:cNvSpPr/>
          <p:nvPr/>
        </p:nvSpPr>
        <p:spPr>
          <a:xfrm>
            <a:off x="7870698" y="344728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5-line711"/>
          <p:cNvSpPr/>
          <p:nvPr/>
        </p:nvSpPr>
        <p:spPr>
          <a:xfrm>
            <a:off x="8510778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5-line712"/>
          <p:cNvSpPr/>
          <p:nvPr/>
        </p:nvSpPr>
        <p:spPr>
          <a:xfrm>
            <a:off x="7870698" y="3575304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5-line713"/>
          <p:cNvSpPr/>
          <p:nvPr/>
        </p:nvSpPr>
        <p:spPr>
          <a:xfrm>
            <a:off x="863879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5-line714"/>
          <p:cNvSpPr/>
          <p:nvPr/>
        </p:nvSpPr>
        <p:spPr>
          <a:xfrm>
            <a:off x="7870698" y="370332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5-line715"/>
          <p:cNvSpPr/>
          <p:nvPr/>
        </p:nvSpPr>
        <p:spPr>
          <a:xfrm>
            <a:off x="8766810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5-line716"/>
          <p:cNvSpPr/>
          <p:nvPr/>
        </p:nvSpPr>
        <p:spPr>
          <a:xfrm>
            <a:off x="7870698" y="383133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5-line717"/>
          <p:cNvSpPr/>
          <p:nvPr/>
        </p:nvSpPr>
        <p:spPr>
          <a:xfrm>
            <a:off x="889482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5-line718"/>
          <p:cNvSpPr/>
          <p:nvPr/>
        </p:nvSpPr>
        <p:spPr>
          <a:xfrm>
            <a:off x="7870698" y="395935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5-line719"/>
          <p:cNvSpPr/>
          <p:nvPr/>
        </p:nvSpPr>
        <p:spPr>
          <a:xfrm>
            <a:off x="902284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5-line720"/>
          <p:cNvSpPr/>
          <p:nvPr/>
        </p:nvSpPr>
        <p:spPr>
          <a:xfrm>
            <a:off x="7870698" y="408736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5-rod721"/>
          <p:cNvSpPr/>
          <p:nvPr/>
        </p:nvSpPr>
        <p:spPr>
          <a:xfrm>
            <a:off x="9227668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9" name="S15-line722"/>
          <p:cNvSpPr/>
          <p:nvPr/>
        </p:nvSpPr>
        <p:spPr>
          <a:xfrm>
            <a:off x="9227668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5-line723"/>
          <p:cNvSpPr/>
          <p:nvPr/>
        </p:nvSpPr>
        <p:spPr>
          <a:xfrm>
            <a:off x="9227668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5-line724"/>
          <p:cNvSpPr/>
          <p:nvPr/>
        </p:nvSpPr>
        <p:spPr>
          <a:xfrm>
            <a:off x="9227668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5-line725"/>
          <p:cNvSpPr/>
          <p:nvPr/>
        </p:nvSpPr>
        <p:spPr>
          <a:xfrm>
            <a:off x="9227668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5-line726"/>
          <p:cNvSpPr/>
          <p:nvPr/>
        </p:nvSpPr>
        <p:spPr>
          <a:xfrm>
            <a:off x="9227668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5-line727"/>
          <p:cNvSpPr/>
          <p:nvPr/>
        </p:nvSpPr>
        <p:spPr>
          <a:xfrm>
            <a:off x="9227668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5-line728"/>
          <p:cNvSpPr/>
          <p:nvPr/>
        </p:nvSpPr>
        <p:spPr>
          <a:xfrm>
            <a:off x="9227668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5-line729"/>
          <p:cNvSpPr/>
          <p:nvPr/>
        </p:nvSpPr>
        <p:spPr>
          <a:xfrm>
            <a:off x="9227668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5-line730"/>
          <p:cNvSpPr/>
          <p:nvPr/>
        </p:nvSpPr>
        <p:spPr>
          <a:xfrm>
            <a:off x="9227668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5-rod731"/>
          <p:cNvSpPr/>
          <p:nvPr/>
        </p:nvSpPr>
        <p:spPr>
          <a:xfrm>
            <a:off x="9432493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9" name="S15-line732"/>
          <p:cNvSpPr/>
          <p:nvPr/>
        </p:nvSpPr>
        <p:spPr>
          <a:xfrm>
            <a:off x="9432493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5-line733"/>
          <p:cNvSpPr/>
          <p:nvPr/>
        </p:nvSpPr>
        <p:spPr>
          <a:xfrm>
            <a:off x="9432493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5-line734"/>
          <p:cNvSpPr/>
          <p:nvPr/>
        </p:nvSpPr>
        <p:spPr>
          <a:xfrm>
            <a:off x="9432493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5-line735"/>
          <p:cNvSpPr/>
          <p:nvPr/>
        </p:nvSpPr>
        <p:spPr>
          <a:xfrm>
            <a:off x="9432493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5-line736"/>
          <p:cNvSpPr/>
          <p:nvPr/>
        </p:nvSpPr>
        <p:spPr>
          <a:xfrm>
            <a:off x="9432493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5-line737"/>
          <p:cNvSpPr/>
          <p:nvPr/>
        </p:nvSpPr>
        <p:spPr>
          <a:xfrm>
            <a:off x="9432493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5-line738"/>
          <p:cNvSpPr/>
          <p:nvPr/>
        </p:nvSpPr>
        <p:spPr>
          <a:xfrm>
            <a:off x="9432493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5-line739"/>
          <p:cNvSpPr/>
          <p:nvPr/>
        </p:nvSpPr>
        <p:spPr>
          <a:xfrm>
            <a:off x="9432493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5-line740"/>
          <p:cNvSpPr/>
          <p:nvPr/>
        </p:nvSpPr>
        <p:spPr>
          <a:xfrm>
            <a:off x="9432493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5-rod741"/>
          <p:cNvSpPr/>
          <p:nvPr/>
        </p:nvSpPr>
        <p:spPr>
          <a:xfrm>
            <a:off x="9637319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9" name="S15-line742"/>
          <p:cNvSpPr/>
          <p:nvPr/>
        </p:nvSpPr>
        <p:spPr>
          <a:xfrm>
            <a:off x="9637319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5-line743"/>
          <p:cNvSpPr/>
          <p:nvPr/>
        </p:nvSpPr>
        <p:spPr>
          <a:xfrm>
            <a:off x="9637319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5-line744"/>
          <p:cNvSpPr/>
          <p:nvPr/>
        </p:nvSpPr>
        <p:spPr>
          <a:xfrm>
            <a:off x="9637319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5-line745"/>
          <p:cNvSpPr/>
          <p:nvPr/>
        </p:nvSpPr>
        <p:spPr>
          <a:xfrm>
            <a:off x="9637319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5-line746"/>
          <p:cNvSpPr/>
          <p:nvPr/>
        </p:nvSpPr>
        <p:spPr>
          <a:xfrm>
            <a:off x="9637319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5-line747"/>
          <p:cNvSpPr/>
          <p:nvPr/>
        </p:nvSpPr>
        <p:spPr>
          <a:xfrm>
            <a:off x="9637319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15-line748"/>
          <p:cNvSpPr/>
          <p:nvPr/>
        </p:nvSpPr>
        <p:spPr>
          <a:xfrm>
            <a:off x="9637319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15-line749"/>
          <p:cNvSpPr/>
          <p:nvPr/>
        </p:nvSpPr>
        <p:spPr>
          <a:xfrm>
            <a:off x="9637319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15-line750"/>
          <p:cNvSpPr/>
          <p:nvPr/>
        </p:nvSpPr>
        <p:spPr>
          <a:xfrm>
            <a:off x="9637319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15-rod751"/>
          <p:cNvSpPr/>
          <p:nvPr/>
        </p:nvSpPr>
        <p:spPr>
          <a:xfrm>
            <a:off x="9842144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9" name="S15-line752"/>
          <p:cNvSpPr/>
          <p:nvPr/>
        </p:nvSpPr>
        <p:spPr>
          <a:xfrm>
            <a:off x="9842144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15-line753"/>
          <p:cNvSpPr/>
          <p:nvPr/>
        </p:nvSpPr>
        <p:spPr>
          <a:xfrm>
            <a:off x="9842144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1" name="S15-line754"/>
          <p:cNvSpPr/>
          <p:nvPr/>
        </p:nvSpPr>
        <p:spPr>
          <a:xfrm>
            <a:off x="9842144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2" name="S15-line755"/>
          <p:cNvSpPr/>
          <p:nvPr/>
        </p:nvSpPr>
        <p:spPr>
          <a:xfrm>
            <a:off x="9842144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3" name="S15-line756"/>
          <p:cNvSpPr/>
          <p:nvPr/>
        </p:nvSpPr>
        <p:spPr>
          <a:xfrm>
            <a:off x="9842144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4" name="S15-line757"/>
          <p:cNvSpPr/>
          <p:nvPr/>
        </p:nvSpPr>
        <p:spPr>
          <a:xfrm>
            <a:off x="9842144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5" name="S15-line758"/>
          <p:cNvSpPr/>
          <p:nvPr/>
        </p:nvSpPr>
        <p:spPr>
          <a:xfrm>
            <a:off x="9842144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6" name="S15-line759"/>
          <p:cNvSpPr/>
          <p:nvPr/>
        </p:nvSpPr>
        <p:spPr>
          <a:xfrm>
            <a:off x="9842144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7" name="S15-line760"/>
          <p:cNvSpPr/>
          <p:nvPr/>
        </p:nvSpPr>
        <p:spPr>
          <a:xfrm>
            <a:off x="9842144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8" name="S15-rod761"/>
          <p:cNvSpPr/>
          <p:nvPr/>
        </p:nvSpPr>
        <p:spPr>
          <a:xfrm>
            <a:off x="10046970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9" name="S15-line762"/>
          <p:cNvSpPr/>
          <p:nvPr/>
        </p:nvSpPr>
        <p:spPr>
          <a:xfrm>
            <a:off x="10046970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0" name="S15-line763"/>
          <p:cNvSpPr/>
          <p:nvPr/>
        </p:nvSpPr>
        <p:spPr>
          <a:xfrm>
            <a:off x="10046970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1" name="S15-line764"/>
          <p:cNvSpPr/>
          <p:nvPr/>
        </p:nvSpPr>
        <p:spPr>
          <a:xfrm>
            <a:off x="10046970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15-line765"/>
          <p:cNvSpPr/>
          <p:nvPr/>
        </p:nvSpPr>
        <p:spPr>
          <a:xfrm>
            <a:off x="10046970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15-line766"/>
          <p:cNvSpPr/>
          <p:nvPr/>
        </p:nvSpPr>
        <p:spPr>
          <a:xfrm>
            <a:off x="10046970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15-line767"/>
          <p:cNvSpPr/>
          <p:nvPr/>
        </p:nvSpPr>
        <p:spPr>
          <a:xfrm>
            <a:off x="10046970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5-line768"/>
          <p:cNvSpPr/>
          <p:nvPr/>
        </p:nvSpPr>
        <p:spPr>
          <a:xfrm>
            <a:off x="10046970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15-line769"/>
          <p:cNvSpPr/>
          <p:nvPr/>
        </p:nvSpPr>
        <p:spPr>
          <a:xfrm>
            <a:off x="10046970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15-line770"/>
          <p:cNvSpPr/>
          <p:nvPr/>
        </p:nvSpPr>
        <p:spPr>
          <a:xfrm>
            <a:off x="10046970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15-rod771"/>
          <p:cNvSpPr/>
          <p:nvPr/>
        </p:nvSpPr>
        <p:spPr>
          <a:xfrm>
            <a:off x="10251796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9" name="S15-line772"/>
          <p:cNvSpPr/>
          <p:nvPr/>
        </p:nvSpPr>
        <p:spPr>
          <a:xfrm>
            <a:off x="10251796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5-line773"/>
          <p:cNvSpPr/>
          <p:nvPr/>
        </p:nvSpPr>
        <p:spPr>
          <a:xfrm>
            <a:off x="10251796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15-line774"/>
          <p:cNvSpPr/>
          <p:nvPr/>
        </p:nvSpPr>
        <p:spPr>
          <a:xfrm>
            <a:off x="10251796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15-line775"/>
          <p:cNvSpPr/>
          <p:nvPr/>
        </p:nvSpPr>
        <p:spPr>
          <a:xfrm>
            <a:off x="10251796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15-line776"/>
          <p:cNvSpPr/>
          <p:nvPr/>
        </p:nvSpPr>
        <p:spPr>
          <a:xfrm>
            <a:off x="10251796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15-line777"/>
          <p:cNvSpPr/>
          <p:nvPr/>
        </p:nvSpPr>
        <p:spPr>
          <a:xfrm>
            <a:off x="10251796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15-line778"/>
          <p:cNvSpPr/>
          <p:nvPr/>
        </p:nvSpPr>
        <p:spPr>
          <a:xfrm>
            <a:off x="10251796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15-line779"/>
          <p:cNvSpPr/>
          <p:nvPr/>
        </p:nvSpPr>
        <p:spPr>
          <a:xfrm>
            <a:off x="10251796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15-line780"/>
          <p:cNvSpPr/>
          <p:nvPr/>
        </p:nvSpPr>
        <p:spPr>
          <a:xfrm>
            <a:off x="10251796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15-rod781"/>
          <p:cNvSpPr/>
          <p:nvPr/>
        </p:nvSpPr>
        <p:spPr>
          <a:xfrm>
            <a:off x="10456621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9" name="S15-line782"/>
          <p:cNvSpPr/>
          <p:nvPr/>
        </p:nvSpPr>
        <p:spPr>
          <a:xfrm>
            <a:off x="10456621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5-line783"/>
          <p:cNvSpPr/>
          <p:nvPr/>
        </p:nvSpPr>
        <p:spPr>
          <a:xfrm>
            <a:off x="10456621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15-line784"/>
          <p:cNvSpPr/>
          <p:nvPr/>
        </p:nvSpPr>
        <p:spPr>
          <a:xfrm>
            <a:off x="10456621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15-line785"/>
          <p:cNvSpPr/>
          <p:nvPr/>
        </p:nvSpPr>
        <p:spPr>
          <a:xfrm>
            <a:off x="10456621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15-line786"/>
          <p:cNvSpPr/>
          <p:nvPr/>
        </p:nvSpPr>
        <p:spPr>
          <a:xfrm>
            <a:off x="10456621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15-line787"/>
          <p:cNvSpPr/>
          <p:nvPr/>
        </p:nvSpPr>
        <p:spPr>
          <a:xfrm>
            <a:off x="10456621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5-line788"/>
          <p:cNvSpPr/>
          <p:nvPr/>
        </p:nvSpPr>
        <p:spPr>
          <a:xfrm>
            <a:off x="10456621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15-line789"/>
          <p:cNvSpPr/>
          <p:nvPr/>
        </p:nvSpPr>
        <p:spPr>
          <a:xfrm>
            <a:off x="10456621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15-line790"/>
          <p:cNvSpPr/>
          <p:nvPr/>
        </p:nvSpPr>
        <p:spPr>
          <a:xfrm>
            <a:off x="10456621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15-rod791"/>
          <p:cNvSpPr/>
          <p:nvPr/>
        </p:nvSpPr>
        <p:spPr>
          <a:xfrm>
            <a:off x="10661447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9" name="S15-line792"/>
          <p:cNvSpPr/>
          <p:nvPr/>
        </p:nvSpPr>
        <p:spPr>
          <a:xfrm>
            <a:off x="10661447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5-line793"/>
          <p:cNvSpPr/>
          <p:nvPr/>
        </p:nvSpPr>
        <p:spPr>
          <a:xfrm>
            <a:off x="10661447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15-line794"/>
          <p:cNvSpPr/>
          <p:nvPr/>
        </p:nvSpPr>
        <p:spPr>
          <a:xfrm>
            <a:off x="10661447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15-line795"/>
          <p:cNvSpPr/>
          <p:nvPr/>
        </p:nvSpPr>
        <p:spPr>
          <a:xfrm>
            <a:off x="10661447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15-line796"/>
          <p:cNvSpPr/>
          <p:nvPr/>
        </p:nvSpPr>
        <p:spPr>
          <a:xfrm>
            <a:off x="10661447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15-line797"/>
          <p:cNvSpPr/>
          <p:nvPr/>
        </p:nvSpPr>
        <p:spPr>
          <a:xfrm>
            <a:off x="10661447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15-line798"/>
          <p:cNvSpPr/>
          <p:nvPr/>
        </p:nvSpPr>
        <p:spPr>
          <a:xfrm>
            <a:off x="10661447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15-line799"/>
          <p:cNvSpPr/>
          <p:nvPr/>
        </p:nvSpPr>
        <p:spPr>
          <a:xfrm>
            <a:off x="10661447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15-line800"/>
          <p:cNvSpPr/>
          <p:nvPr/>
        </p:nvSpPr>
        <p:spPr>
          <a:xfrm>
            <a:off x="10661447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15-rod801"/>
          <p:cNvSpPr/>
          <p:nvPr/>
        </p:nvSpPr>
        <p:spPr>
          <a:xfrm>
            <a:off x="10866272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9" name="S15-line802"/>
          <p:cNvSpPr/>
          <p:nvPr/>
        </p:nvSpPr>
        <p:spPr>
          <a:xfrm>
            <a:off x="10866272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15-line803"/>
          <p:cNvSpPr/>
          <p:nvPr/>
        </p:nvSpPr>
        <p:spPr>
          <a:xfrm>
            <a:off x="10866272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15-line804"/>
          <p:cNvSpPr/>
          <p:nvPr/>
        </p:nvSpPr>
        <p:spPr>
          <a:xfrm>
            <a:off x="10866272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15-line805"/>
          <p:cNvSpPr/>
          <p:nvPr/>
        </p:nvSpPr>
        <p:spPr>
          <a:xfrm>
            <a:off x="10866272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15-line806"/>
          <p:cNvSpPr/>
          <p:nvPr/>
        </p:nvSpPr>
        <p:spPr>
          <a:xfrm>
            <a:off x="10866272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15-line807"/>
          <p:cNvSpPr/>
          <p:nvPr/>
        </p:nvSpPr>
        <p:spPr>
          <a:xfrm>
            <a:off x="10866272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15-line808"/>
          <p:cNvSpPr/>
          <p:nvPr/>
        </p:nvSpPr>
        <p:spPr>
          <a:xfrm>
            <a:off x="10866272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15-line809"/>
          <p:cNvSpPr/>
          <p:nvPr/>
        </p:nvSpPr>
        <p:spPr>
          <a:xfrm>
            <a:off x="10866272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15-line810"/>
          <p:cNvSpPr/>
          <p:nvPr/>
        </p:nvSpPr>
        <p:spPr>
          <a:xfrm>
            <a:off x="10866272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15-unit811"/>
          <p:cNvSpPr/>
          <p:nvPr/>
        </p:nvSpPr>
        <p:spPr>
          <a:xfrm>
            <a:off x="11071098" y="405536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9" name="S15-unit812"/>
          <p:cNvSpPr/>
          <p:nvPr/>
        </p:nvSpPr>
        <p:spPr>
          <a:xfrm>
            <a:off x="11071098" y="389534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0" name="S15-unit813"/>
          <p:cNvSpPr/>
          <p:nvPr/>
        </p:nvSpPr>
        <p:spPr>
          <a:xfrm>
            <a:off x="11071098" y="373532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1" name="S15-unit814"/>
          <p:cNvSpPr/>
          <p:nvPr/>
        </p:nvSpPr>
        <p:spPr>
          <a:xfrm>
            <a:off x="11071098" y="357530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2" name="S15-unit815"/>
          <p:cNvSpPr/>
          <p:nvPr/>
        </p:nvSpPr>
        <p:spPr>
          <a:xfrm>
            <a:off x="11071098" y="341528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3" name="S15-unit816"/>
          <p:cNvSpPr/>
          <p:nvPr/>
        </p:nvSpPr>
        <p:spPr>
          <a:xfrm>
            <a:off x="11237519" y="405536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4" name="S15-unit817"/>
          <p:cNvSpPr/>
          <p:nvPr/>
        </p:nvSpPr>
        <p:spPr>
          <a:xfrm>
            <a:off x="11237519" y="389534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5" name="S15-unit818"/>
          <p:cNvSpPr/>
          <p:nvPr/>
        </p:nvSpPr>
        <p:spPr>
          <a:xfrm>
            <a:off x="11237519" y="373532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6" name="S15-figure819" descr="백 모형 2개, 십 모형 9개, 일 모형 8개"/>
          <p:cNvSpPr/>
          <p:nvPr/>
        </p:nvSpPr>
        <p:spPr>
          <a:xfrm>
            <a:off x="6277356" y="293522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6-card82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82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자리부터 차례로 비교해요.</a:t>
            </a:r>
            <a:endParaRPr lang="ko-KR" sz="3200" dirty="0"/>
          </a:p>
        </p:txBody>
      </p:sp>
      <p:sp>
        <p:nvSpPr>
          <p:cNvPr id="5" name="S16-chip82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0인 자리에 0 쓰기</a:t>
            </a:r>
            <a:endParaRPr lang="ko-KR" sz="2600" dirty="0"/>
          </a:p>
        </p:txBody>
      </p:sp>
      <p:sp>
        <p:nvSpPr>
          <p:cNvPr id="6" name="S16-chip82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큰 숫자만 보고 비교하기</a:t>
            </a:r>
            <a:endParaRPr lang="ko-KR" sz="2600" dirty="0"/>
          </a:p>
        </p:txBody>
      </p:sp>
      <p:sp>
        <p:nvSpPr>
          <p:cNvPr id="7" name="S16-text82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6-text82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100이 5개,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1이 3개인 수</a:t>
            </a:r>
            <a:endParaRPr lang="ko-KR" sz="2600" dirty="0"/>
          </a:p>
        </p:txBody>
      </p:sp>
      <p:sp>
        <p:nvSpPr>
          <p:cNvPr id="9" name="S16-text82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이백구십을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쓰기</a:t>
            </a:r>
            <a:endParaRPr lang="ko-KR" sz="2600" dirty="0"/>
          </a:p>
        </p:txBody>
      </p:sp>
      <p:sp>
        <p:nvSpPr>
          <p:cNvPr id="10" name="S16-eqtext82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418 ○ 481</a:t>
            </a:r>
            <a:endParaRPr lang="ko-KR" sz="3000" dirty="0"/>
          </a:p>
        </p:txBody>
      </p:sp>
      <p:sp>
        <p:nvSpPr>
          <p:cNvPr id="11" name="S16-text82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네 자리 수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묶음과 낱개</a:t>
            </a:r>
            <a:endParaRPr lang="ko-KR" sz="4400" dirty="0"/>
          </a:p>
        </p:txBody>
      </p:sp>
      <p:sp>
        <p:nvSpPr>
          <p:cNvPr id="3" name="S17-text8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묶음과 낱개로 세어요.</a:t>
            </a:r>
            <a:endParaRPr lang="ko-KR" sz="3200" dirty="0"/>
          </a:p>
        </p:txBody>
      </p:sp>
      <p:sp>
        <p:nvSpPr>
          <p:cNvPr id="4" name="S17-card8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7-cardtext8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4개, 낱개 6개는 46이에요.</a:t>
            </a:r>
            <a:endParaRPr lang="ko-KR" sz="3200" dirty="0"/>
          </a:p>
        </p:txBody>
      </p:sp>
      <p:sp>
        <p:nvSpPr>
          <p:cNvPr id="6" name="S17-rod832"/>
          <p:cNvSpPr/>
          <p:nvPr/>
        </p:nvSpPr>
        <p:spPr>
          <a:xfrm>
            <a:off x="1896325" y="2071468"/>
            <a:ext cx="298938" cy="298938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7-line833"/>
          <p:cNvSpPr/>
          <p:nvPr/>
        </p:nvSpPr>
        <p:spPr>
          <a:xfrm>
            <a:off x="1896325" y="2370406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7-line834"/>
          <p:cNvSpPr/>
          <p:nvPr/>
        </p:nvSpPr>
        <p:spPr>
          <a:xfrm>
            <a:off x="1896325" y="2669345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7-line835"/>
          <p:cNvSpPr/>
          <p:nvPr/>
        </p:nvSpPr>
        <p:spPr>
          <a:xfrm>
            <a:off x="1896325" y="2968283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7-line836"/>
          <p:cNvSpPr/>
          <p:nvPr/>
        </p:nvSpPr>
        <p:spPr>
          <a:xfrm>
            <a:off x="1896325" y="3267222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7-line837"/>
          <p:cNvSpPr/>
          <p:nvPr/>
        </p:nvSpPr>
        <p:spPr>
          <a:xfrm>
            <a:off x="1896325" y="3566160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7-line838"/>
          <p:cNvSpPr/>
          <p:nvPr/>
        </p:nvSpPr>
        <p:spPr>
          <a:xfrm>
            <a:off x="1896325" y="3865098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7-line839"/>
          <p:cNvSpPr/>
          <p:nvPr/>
        </p:nvSpPr>
        <p:spPr>
          <a:xfrm>
            <a:off x="1896325" y="4164037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7-line840"/>
          <p:cNvSpPr/>
          <p:nvPr/>
        </p:nvSpPr>
        <p:spPr>
          <a:xfrm>
            <a:off x="1896325" y="4462975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7-line841"/>
          <p:cNvSpPr/>
          <p:nvPr/>
        </p:nvSpPr>
        <p:spPr>
          <a:xfrm>
            <a:off x="1896325" y="4761914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7-rod842"/>
          <p:cNvSpPr/>
          <p:nvPr/>
        </p:nvSpPr>
        <p:spPr>
          <a:xfrm>
            <a:off x="2374626" y="2071468"/>
            <a:ext cx="298938" cy="298938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7-line843"/>
          <p:cNvSpPr/>
          <p:nvPr/>
        </p:nvSpPr>
        <p:spPr>
          <a:xfrm>
            <a:off x="2374626" y="2370406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7-line844"/>
          <p:cNvSpPr/>
          <p:nvPr/>
        </p:nvSpPr>
        <p:spPr>
          <a:xfrm>
            <a:off x="2374626" y="2669345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7-line845"/>
          <p:cNvSpPr/>
          <p:nvPr/>
        </p:nvSpPr>
        <p:spPr>
          <a:xfrm>
            <a:off x="2374626" y="2968283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7-line846"/>
          <p:cNvSpPr/>
          <p:nvPr/>
        </p:nvSpPr>
        <p:spPr>
          <a:xfrm>
            <a:off x="2374626" y="3267222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7-line847"/>
          <p:cNvSpPr/>
          <p:nvPr/>
        </p:nvSpPr>
        <p:spPr>
          <a:xfrm>
            <a:off x="2374626" y="3566160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7-line848"/>
          <p:cNvSpPr/>
          <p:nvPr/>
        </p:nvSpPr>
        <p:spPr>
          <a:xfrm>
            <a:off x="2374626" y="3865098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7-line849"/>
          <p:cNvSpPr/>
          <p:nvPr/>
        </p:nvSpPr>
        <p:spPr>
          <a:xfrm>
            <a:off x="2374626" y="4164037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7-line850"/>
          <p:cNvSpPr/>
          <p:nvPr/>
        </p:nvSpPr>
        <p:spPr>
          <a:xfrm>
            <a:off x="2374626" y="4462975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7-line851"/>
          <p:cNvSpPr/>
          <p:nvPr/>
        </p:nvSpPr>
        <p:spPr>
          <a:xfrm>
            <a:off x="2374626" y="4761914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7-rod852"/>
          <p:cNvSpPr/>
          <p:nvPr/>
        </p:nvSpPr>
        <p:spPr>
          <a:xfrm>
            <a:off x="2852928" y="2071468"/>
            <a:ext cx="298938" cy="298938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7-line853"/>
          <p:cNvSpPr/>
          <p:nvPr/>
        </p:nvSpPr>
        <p:spPr>
          <a:xfrm>
            <a:off x="2852928" y="2370406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7-line854"/>
          <p:cNvSpPr/>
          <p:nvPr/>
        </p:nvSpPr>
        <p:spPr>
          <a:xfrm>
            <a:off x="2852928" y="2669345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7-line855"/>
          <p:cNvSpPr/>
          <p:nvPr/>
        </p:nvSpPr>
        <p:spPr>
          <a:xfrm>
            <a:off x="2852928" y="2968283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7-line856"/>
          <p:cNvSpPr/>
          <p:nvPr/>
        </p:nvSpPr>
        <p:spPr>
          <a:xfrm>
            <a:off x="2852928" y="3267222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7-line857"/>
          <p:cNvSpPr/>
          <p:nvPr/>
        </p:nvSpPr>
        <p:spPr>
          <a:xfrm>
            <a:off x="2852928" y="3566160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7-line858"/>
          <p:cNvSpPr/>
          <p:nvPr/>
        </p:nvSpPr>
        <p:spPr>
          <a:xfrm>
            <a:off x="2852928" y="3865098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7-line859"/>
          <p:cNvSpPr/>
          <p:nvPr/>
        </p:nvSpPr>
        <p:spPr>
          <a:xfrm>
            <a:off x="2852928" y="4164037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7-line860"/>
          <p:cNvSpPr/>
          <p:nvPr/>
        </p:nvSpPr>
        <p:spPr>
          <a:xfrm>
            <a:off x="2852928" y="4462975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7-line861"/>
          <p:cNvSpPr/>
          <p:nvPr/>
        </p:nvSpPr>
        <p:spPr>
          <a:xfrm>
            <a:off x="2852928" y="4761914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7-rod862"/>
          <p:cNvSpPr/>
          <p:nvPr/>
        </p:nvSpPr>
        <p:spPr>
          <a:xfrm>
            <a:off x="3331230" y="2071468"/>
            <a:ext cx="298938" cy="298938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7-line863"/>
          <p:cNvSpPr/>
          <p:nvPr/>
        </p:nvSpPr>
        <p:spPr>
          <a:xfrm>
            <a:off x="3331230" y="2370406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7-line864"/>
          <p:cNvSpPr/>
          <p:nvPr/>
        </p:nvSpPr>
        <p:spPr>
          <a:xfrm>
            <a:off x="3331230" y="2669345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7-line865"/>
          <p:cNvSpPr/>
          <p:nvPr/>
        </p:nvSpPr>
        <p:spPr>
          <a:xfrm>
            <a:off x="3331230" y="2968283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7-line866"/>
          <p:cNvSpPr/>
          <p:nvPr/>
        </p:nvSpPr>
        <p:spPr>
          <a:xfrm>
            <a:off x="3331230" y="3267222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7-line867"/>
          <p:cNvSpPr/>
          <p:nvPr/>
        </p:nvSpPr>
        <p:spPr>
          <a:xfrm>
            <a:off x="3331230" y="3566160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7-line868"/>
          <p:cNvSpPr/>
          <p:nvPr/>
        </p:nvSpPr>
        <p:spPr>
          <a:xfrm>
            <a:off x="3331230" y="3865098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7-line869"/>
          <p:cNvSpPr/>
          <p:nvPr/>
        </p:nvSpPr>
        <p:spPr>
          <a:xfrm>
            <a:off x="3331230" y="4164037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7-line870"/>
          <p:cNvSpPr/>
          <p:nvPr/>
        </p:nvSpPr>
        <p:spPr>
          <a:xfrm>
            <a:off x="3331230" y="4462975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7-line871"/>
          <p:cNvSpPr/>
          <p:nvPr/>
        </p:nvSpPr>
        <p:spPr>
          <a:xfrm>
            <a:off x="3331230" y="4761914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7-unit872"/>
          <p:cNvSpPr/>
          <p:nvPr/>
        </p:nvSpPr>
        <p:spPr>
          <a:xfrm>
            <a:off x="3809531" y="4687179"/>
            <a:ext cx="298938" cy="2989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17-unit873"/>
          <p:cNvSpPr/>
          <p:nvPr/>
        </p:nvSpPr>
        <p:spPr>
          <a:xfrm>
            <a:off x="3809531" y="4313506"/>
            <a:ext cx="298938" cy="2989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17-unit874"/>
          <p:cNvSpPr/>
          <p:nvPr/>
        </p:nvSpPr>
        <p:spPr>
          <a:xfrm>
            <a:off x="3809531" y="3939833"/>
            <a:ext cx="298938" cy="2989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17-unit875"/>
          <p:cNvSpPr/>
          <p:nvPr/>
        </p:nvSpPr>
        <p:spPr>
          <a:xfrm>
            <a:off x="3809531" y="3566160"/>
            <a:ext cx="298938" cy="2989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17-unit876"/>
          <p:cNvSpPr/>
          <p:nvPr/>
        </p:nvSpPr>
        <p:spPr>
          <a:xfrm>
            <a:off x="3809531" y="3192487"/>
            <a:ext cx="298938" cy="2989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17-unit877"/>
          <p:cNvSpPr/>
          <p:nvPr/>
        </p:nvSpPr>
        <p:spPr>
          <a:xfrm>
            <a:off x="4198151" y="4687179"/>
            <a:ext cx="298938" cy="2989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17-figure878" descr="십 모형 4개와 일 모형 6개"/>
          <p:cNvSpPr/>
          <p:nvPr/>
        </p:nvSpPr>
        <p:spPr>
          <a:xfrm>
            <a:off x="548640" y="2071468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17" name="S17-table8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8524" y="2915920"/>
          <a:ext cx="4937760" cy="914400"/>
        </p:xfrm>
        <a:graphic>
          <a:graphicData uri="http://schemas.openxmlformats.org/drawingml/2006/table">
            <a:tbl>
              <a:tblPr/>
              <a:tblGrid>
                <a:gridCol w="2962656"/>
                <a:gridCol w="1975104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10개씩 묶음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낱개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세 자리 수</dc:title>
  <dc:subject>KR22-G02-MAT-NUM1000-L01</dc:subject>
  <dc:creator>education-ppt</dc:creator>
  <cp:lastModifiedBy>education-ppt</cp:lastModifiedBy>
  <cp:revision>1</cp:revision>
  <dcterms:created xsi:type="dcterms:W3CDTF">2026-10-26T06:46:54Z</dcterms:created>
  <dcterms:modified xsi:type="dcterms:W3CDTF">2026-10-26T06:46:54Z</dcterms:modified>
</cp:coreProperties>
</file>