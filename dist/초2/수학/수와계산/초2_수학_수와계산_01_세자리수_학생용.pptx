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90d14f0-efb1-f091-629c-525d6dbd6233}">
          <p14:sldIdLst>
            <p14:sldId id="256"/>
            <p14:sldId id="257"/>
          </p14:sldIdLst>
        </p14:section>
        <p14:section name="개념" id="{39e152e9-e8f3-eec1-8c82-2781528cb5b3}">
          <p14:sldIdLst>
            <p14:sldId id="258"/>
            <p14:sldId id="259"/>
            <p14:sldId id="260"/>
            <p14:sldId id="261"/>
            <p14:sldId id="262"/>
            <p14:sldId id="264"/>
            <p14:sldId id="265"/>
          </p14:sldIdLst>
        </p14:section>
        <p14:section name="연습" id="{d67793b6-6ccb-d95b-a2b3-fb3e70d19859}">
          <p14:sldIdLst>
            <p14:sldId id="263"/>
            <p14:sldId id="266"/>
            <p14:sldId id="267"/>
          </p14:sldIdLst>
        </p14:section>
        <p14:section name="개념" id="{a78a6e91-5e41-c40e-52cd-a8ab0c1d6490}">
          <p14:sldIdLst/>
        </p14:section>
        <p14:section name="연습" id="{03dbd642-554c-bb6f-fa58-9aec82334b06}">
          <p14:sldIdLst/>
        </p14:section>
        <p14:section name="확인" id="{dff907e7-e5aa-e0a5-fb99-dc57c743a404}">
          <p14:sldIdLst>
            <p14:sldId id="268"/>
            <p14:sldId id="269"/>
          </p14:sldIdLst>
        </p14:section>
        <p14:section name="정리" id="{d2f3cfdf-7f39-38a6-0146-f357ccf4024e}">
          <p14:sldIdLst>
            <p14:sldId id="270"/>
          </p14:sldIdLst>
        </p14:section>
        <p14:section name="보충" id="{3fe7a6d6-99f5-ee34-ae33-a2d8d3f90f0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수는 얼마일까?</a:t>
            </a:r>
            <a:endParaRPr lang="ko-KR" sz="3200" dirty="0"/>
          </a:p>
        </p:txBody>
      </p:sp>
      <p:sp>
        <p:nvSpPr>
          <p:cNvPr id="4" name="S01-flat1"/>
          <p:cNvSpPr/>
          <p:nvPr/>
        </p:nvSpPr>
        <p:spPr>
          <a:xfrm>
            <a:off x="7750429" y="1408434"/>
            <a:ext cx="1389371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7889366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7750429" y="1547372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028303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7750429" y="1686309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67240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7750429" y="1825246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306177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7750429" y="1964183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445114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7750429" y="2103120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84051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7750429" y="2242057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722988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7750429" y="2380994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861925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7750429" y="2519931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000862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7750429" y="2658868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flat20"/>
          <p:cNvSpPr/>
          <p:nvPr/>
        </p:nvSpPr>
        <p:spPr>
          <a:xfrm>
            <a:off x="9223162" y="1408434"/>
            <a:ext cx="1389371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>
            <a:off x="9362099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223162" y="1547372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501036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223162" y="1686309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39973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223162" y="1825246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778910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223162" y="1964183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917847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223162" y="2103120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>
            <a:off x="10056784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223162" y="2242057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10195722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223162" y="2380994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10334659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223162" y="2519931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10473596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223162" y="2658868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rod39"/>
          <p:cNvSpPr/>
          <p:nvPr/>
        </p:nvSpPr>
        <p:spPr>
          <a:xfrm>
            <a:off x="10695895" y="1408434"/>
            <a:ext cx="138937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10695895" y="1547372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>
            <a:off x="10695895" y="1686309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10695895" y="1825246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10695895" y="1964183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10695895" y="2103120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10695895" y="2242057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10695895" y="2380994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10695895" y="2519931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10695895" y="2658868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rod49"/>
          <p:cNvSpPr/>
          <p:nvPr/>
        </p:nvSpPr>
        <p:spPr>
          <a:xfrm>
            <a:off x="10918194" y="1408434"/>
            <a:ext cx="138937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10918194" y="1547372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10918194" y="1686309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918194" y="1825246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918194" y="1964183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918194" y="2103120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918194" y="2242057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918194" y="2380994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918194" y="2519931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918194" y="2658868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rod59"/>
          <p:cNvSpPr/>
          <p:nvPr/>
        </p:nvSpPr>
        <p:spPr>
          <a:xfrm>
            <a:off x="11140494" y="1408434"/>
            <a:ext cx="138937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1140494" y="1547372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11140494" y="1686309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ine62"/>
          <p:cNvSpPr/>
          <p:nvPr/>
        </p:nvSpPr>
        <p:spPr>
          <a:xfrm>
            <a:off x="11140494" y="1825246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1-line63"/>
          <p:cNvSpPr/>
          <p:nvPr/>
        </p:nvSpPr>
        <p:spPr>
          <a:xfrm>
            <a:off x="11140494" y="1964183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1-line64"/>
          <p:cNvSpPr/>
          <p:nvPr/>
        </p:nvSpPr>
        <p:spPr>
          <a:xfrm>
            <a:off x="11140494" y="2103120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1-line65"/>
          <p:cNvSpPr/>
          <p:nvPr/>
        </p:nvSpPr>
        <p:spPr>
          <a:xfrm>
            <a:off x="11140494" y="2242057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1-line66"/>
          <p:cNvSpPr/>
          <p:nvPr/>
        </p:nvSpPr>
        <p:spPr>
          <a:xfrm>
            <a:off x="11140494" y="2380994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1-line67"/>
          <p:cNvSpPr/>
          <p:nvPr/>
        </p:nvSpPr>
        <p:spPr>
          <a:xfrm>
            <a:off x="11140494" y="2519931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1-line68"/>
          <p:cNvSpPr/>
          <p:nvPr/>
        </p:nvSpPr>
        <p:spPr>
          <a:xfrm>
            <a:off x="11140494" y="2658868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1-unit69"/>
          <p:cNvSpPr/>
          <p:nvPr/>
        </p:nvSpPr>
        <p:spPr>
          <a:xfrm>
            <a:off x="11362793" y="2624134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1-unit70"/>
          <p:cNvSpPr/>
          <p:nvPr/>
        </p:nvSpPr>
        <p:spPr>
          <a:xfrm>
            <a:off x="11362793" y="2450463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1-unit71"/>
          <p:cNvSpPr/>
          <p:nvPr/>
        </p:nvSpPr>
        <p:spPr>
          <a:xfrm>
            <a:off x="11362793" y="2276791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1-unit72"/>
          <p:cNvSpPr/>
          <p:nvPr/>
        </p:nvSpPr>
        <p:spPr>
          <a:xfrm>
            <a:off x="11362793" y="2103120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1-unit73"/>
          <p:cNvSpPr/>
          <p:nvPr/>
        </p:nvSpPr>
        <p:spPr>
          <a:xfrm>
            <a:off x="11362793" y="1929449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1-figure74" descr="백 모형 2개, 십 모형 3개, 일 모형 5개"/>
          <p:cNvSpPr/>
          <p:nvPr/>
        </p:nvSpPr>
        <p:spPr>
          <a:xfrm>
            <a:off x="7680960" y="140843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01-card7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9" name="S01-cardtext7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자리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chip7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7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3개는?</a:t>
            </a:r>
            <a:endParaRPr lang="ko-KR" sz="3200" dirty="0"/>
          </a:p>
        </p:txBody>
      </p:sp>
      <p:sp>
        <p:nvSpPr>
          <p:cNvPr id="5" name="S02-chip7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8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7" name="S02-chip8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86 중 큰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10개면 100</a:t>
            </a:r>
            <a:endParaRPr lang="ko-KR" sz="4400" dirty="0"/>
          </a:p>
        </p:txBody>
      </p:sp>
      <p:sp>
        <p:nvSpPr>
          <p:cNvPr id="3" name="S03-card8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3-rod85"/>
          <p:cNvSpPr/>
          <p:nvPr/>
        </p:nvSpPr>
        <p:spPr>
          <a:xfrm>
            <a:off x="105656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86"/>
          <p:cNvSpPr/>
          <p:nvPr/>
        </p:nvSpPr>
        <p:spPr>
          <a:xfrm>
            <a:off x="105656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87"/>
          <p:cNvSpPr/>
          <p:nvPr/>
        </p:nvSpPr>
        <p:spPr>
          <a:xfrm>
            <a:off x="105656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88"/>
          <p:cNvSpPr/>
          <p:nvPr/>
        </p:nvSpPr>
        <p:spPr>
          <a:xfrm>
            <a:off x="105656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89"/>
          <p:cNvSpPr/>
          <p:nvPr/>
        </p:nvSpPr>
        <p:spPr>
          <a:xfrm>
            <a:off x="105656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90"/>
          <p:cNvSpPr/>
          <p:nvPr/>
        </p:nvSpPr>
        <p:spPr>
          <a:xfrm>
            <a:off x="105656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1"/>
          <p:cNvSpPr/>
          <p:nvPr/>
        </p:nvSpPr>
        <p:spPr>
          <a:xfrm>
            <a:off x="105656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2"/>
          <p:cNvSpPr/>
          <p:nvPr/>
        </p:nvSpPr>
        <p:spPr>
          <a:xfrm>
            <a:off x="105656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93"/>
          <p:cNvSpPr/>
          <p:nvPr/>
        </p:nvSpPr>
        <p:spPr>
          <a:xfrm>
            <a:off x="105656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4"/>
          <p:cNvSpPr/>
          <p:nvPr/>
        </p:nvSpPr>
        <p:spPr>
          <a:xfrm>
            <a:off x="105656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95"/>
          <p:cNvSpPr/>
          <p:nvPr/>
        </p:nvSpPr>
        <p:spPr>
          <a:xfrm>
            <a:off x="149355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96"/>
          <p:cNvSpPr/>
          <p:nvPr/>
        </p:nvSpPr>
        <p:spPr>
          <a:xfrm>
            <a:off x="149355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97"/>
          <p:cNvSpPr/>
          <p:nvPr/>
        </p:nvSpPr>
        <p:spPr>
          <a:xfrm>
            <a:off x="149355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98"/>
          <p:cNvSpPr/>
          <p:nvPr/>
        </p:nvSpPr>
        <p:spPr>
          <a:xfrm>
            <a:off x="149355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99"/>
          <p:cNvSpPr/>
          <p:nvPr/>
        </p:nvSpPr>
        <p:spPr>
          <a:xfrm>
            <a:off x="149355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100"/>
          <p:cNvSpPr/>
          <p:nvPr/>
        </p:nvSpPr>
        <p:spPr>
          <a:xfrm>
            <a:off x="149355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1"/>
          <p:cNvSpPr/>
          <p:nvPr/>
        </p:nvSpPr>
        <p:spPr>
          <a:xfrm>
            <a:off x="149355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2"/>
          <p:cNvSpPr/>
          <p:nvPr/>
        </p:nvSpPr>
        <p:spPr>
          <a:xfrm>
            <a:off x="149355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103"/>
          <p:cNvSpPr/>
          <p:nvPr/>
        </p:nvSpPr>
        <p:spPr>
          <a:xfrm>
            <a:off x="149355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4"/>
          <p:cNvSpPr/>
          <p:nvPr/>
        </p:nvSpPr>
        <p:spPr>
          <a:xfrm>
            <a:off x="149355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105"/>
          <p:cNvSpPr/>
          <p:nvPr/>
        </p:nvSpPr>
        <p:spPr>
          <a:xfrm>
            <a:off x="193055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106"/>
          <p:cNvSpPr/>
          <p:nvPr/>
        </p:nvSpPr>
        <p:spPr>
          <a:xfrm>
            <a:off x="193055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07"/>
          <p:cNvSpPr/>
          <p:nvPr/>
        </p:nvSpPr>
        <p:spPr>
          <a:xfrm>
            <a:off x="193055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108"/>
          <p:cNvSpPr/>
          <p:nvPr/>
        </p:nvSpPr>
        <p:spPr>
          <a:xfrm>
            <a:off x="193055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09"/>
          <p:cNvSpPr/>
          <p:nvPr/>
        </p:nvSpPr>
        <p:spPr>
          <a:xfrm>
            <a:off x="193055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110"/>
          <p:cNvSpPr/>
          <p:nvPr/>
        </p:nvSpPr>
        <p:spPr>
          <a:xfrm>
            <a:off x="193055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1"/>
          <p:cNvSpPr/>
          <p:nvPr/>
        </p:nvSpPr>
        <p:spPr>
          <a:xfrm>
            <a:off x="193055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2"/>
          <p:cNvSpPr/>
          <p:nvPr/>
        </p:nvSpPr>
        <p:spPr>
          <a:xfrm>
            <a:off x="193055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113"/>
          <p:cNvSpPr/>
          <p:nvPr/>
        </p:nvSpPr>
        <p:spPr>
          <a:xfrm>
            <a:off x="193055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4"/>
          <p:cNvSpPr/>
          <p:nvPr/>
        </p:nvSpPr>
        <p:spPr>
          <a:xfrm>
            <a:off x="193055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rod115"/>
          <p:cNvSpPr/>
          <p:nvPr/>
        </p:nvSpPr>
        <p:spPr>
          <a:xfrm>
            <a:off x="2367554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line116"/>
          <p:cNvSpPr/>
          <p:nvPr/>
        </p:nvSpPr>
        <p:spPr>
          <a:xfrm>
            <a:off x="2367554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17"/>
          <p:cNvSpPr/>
          <p:nvPr/>
        </p:nvSpPr>
        <p:spPr>
          <a:xfrm>
            <a:off x="2367554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118"/>
          <p:cNvSpPr/>
          <p:nvPr/>
        </p:nvSpPr>
        <p:spPr>
          <a:xfrm>
            <a:off x="2367554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19"/>
          <p:cNvSpPr/>
          <p:nvPr/>
        </p:nvSpPr>
        <p:spPr>
          <a:xfrm>
            <a:off x="2367554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120"/>
          <p:cNvSpPr/>
          <p:nvPr/>
        </p:nvSpPr>
        <p:spPr>
          <a:xfrm>
            <a:off x="2367554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1"/>
          <p:cNvSpPr/>
          <p:nvPr/>
        </p:nvSpPr>
        <p:spPr>
          <a:xfrm>
            <a:off x="2367554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2"/>
          <p:cNvSpPr/>
          <p:nvPr/>
        </p:nvSpPr>
        <p:spPr>
          <a:xfrm>
            <a:off x="2367554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123"/>
          <p:cNvSpPr/>
          <p:nvPr/>
        </p:nvSpPr>
        <p:spPr>
          <a:xfrm>
            <a:off x="2367554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4"/>
          <p:cNvSpPr/>
          <p:nvPr/>
        </p:nvSpPr>
        <p:spPr>
          <a:xfrm>
            <a:off x="2367554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rod125"/>
          <p:cNvSpPr/>
          <p:nvPr/>
        </p:nvSpPr>
        <p:spPr>
          <a:xfrm>
            <a:off x="280455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ine126"/>
          <p:cNvSpPr/>
          <p:nvPr/>
        </p:nvSpPr>
        <p:spPr>
          <a:xfrm>
            <a:off x="280455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27"/>
          <p:cNvSpPr/>
          <p:nvPr/>
        </p:nvSpPr>
        <p:spPr>
          <a:xfrm>
            <a:off x="280455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128"/>
          <p:cNvSpPr/>
          <p:nvPr/>
        </p:nvSpPr>
        <p:spPr>
          <a:xfrm>
            <a:off x="280455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29"/>
          <p:cNvSpPr/>
          <p:nvPr/>
        </p:nvSpPr>
        <p:spPr>
          <a:xfrm>
            <a:off x="280455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130"/>
          <p:cNvSpPr/>
          <p:nvPr/>
        </p:nvSpPr>
        <p:spPr>
          <a:xfrm>
            <a:off x="280455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1"/>
          <p:cNvSpPr/>
          <p:nvPr/>
        </p:nvSpPr>
        <p:spPr>
          <a:xfrm>
            <a:off x="280455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2"/>
          <p:cNvSpPr/>
          <p:nvPr/>
        </p:nvSpPr>
        <p:spPr>
          <a:xfrm>
            <a:off x="280455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133"/>
          <p:cNvSpPr/>
          <p:nvPr/>
        </p:nvSpPr>
        <p:spPr>
          <a:xfrm>
            <a:off x="280455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4"/>
          <p:cNvSpPr/>
          <p:nvPr/>
        </p:nvSpPr>
        <p:spPr>
          <a:xfrm>
            <a:off x="280455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rod135"/>
          <p:cNvSpPr/>
          <p:nvPr/>
        </p:nvSpPr>
        <p:spPr>
          <a:xfrm>
            <a:off x="324154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line136"/>
          <p:cNvSpPr/>
          <p:nvPr/>
        </p:nvSpPr>
        <p:spPr>
          <a:xfrm>
            <a:off x="324154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37"/>
          <p:cNvSpPr/>
          <p:nvPr/>
        </p:nvSpPr>
        <p:spPr>
          <a:xfrm>
            <a:off x="324154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138"/>
          <p:cNvSpPr/>
          <p:nvPr/>
        </p:nvSpPr>
        <p:spPr>
          <a:xfrm>
            <a:off x="324154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39"/>
          <p:cNvSpPr/>
          <p:nvPr/>
        </p:nvSpPr>
        <p:spPr>
          <a:xfrm>
            <a:off x="324154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140"/>
          <p:cNvSpPr/>
          <p:nvPr/>
        </p:nvSpPr>
        <p:spPr>
          <a:xfrm>
            <a:off x="324154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1"/>
          <p:cNvSpPr/>
          <p:nvPr/>
        </p:nvSpPr>
        <p:spPr>
          <a:xfrm>
            <a:off x="324154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2"/>
          <p:cNvSpPr/>
          <p:nvPr/>
        </p:nvSpPr>
        <p:spPr>
          <a:xfrm>
            <a:off x="324154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143"/>
          <p:cNvSpPr/>
          <p:nvPr/>
        </p:nvSpPr>
        <p:spPr>
          <a:xfrm>
            <a:off x="324154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144"/>
          <p:cNvSpPr/>
          <p:nvPr/>
        </p:nvSpPr>
        <p:spPr>
          <a:xfrm>
            <a:off x="324154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rod145"/>
          <p:cNvSpPr/>
          <p:nvPr/>
        </p:nvSpPr>
        <p:spPr>
          <a:xfrm>
            <a:off x="367854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line146"/>
          <p:cNvSpPr/>
          <p:nvPr/>
        </p:nvSpPr>
        <p:spPr>
          <a:xfrm>
            <a:off x="367854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ine147"/>
          <p:cNvSpPr/>
          <p:nvPr/>
        </p:nvSpPr>
        <p:spPr>
          <a:xfrm>
            <a:off x="367854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148"/>
          <p:cNvSpPr/>
          <p:nvPr/>
        </p:nvSpPr>
        <p:spPr>
          <a:xfrm>
            <a:off x="367854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149"/>
          <p:cNvSpPr/>
          <p:nvPr/>
        </p:nvSpPr>
        <p:spPr>
          <a:xfrm>
            <a:off x="367854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line150"/>
          <p:cNvSpPr/>
          <p:nvPr/>
        </p:nvSpPr>
        <p:spPr>
          <a:xfrm>
            <a:off x="367854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line151"/>
          <p:cNvSpPr/>
          <p:nvPr/>
        </p:nvSpPr>
        <p:spPr>
          <a:xfrm>
            <a:off x="367854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3-line152"/>
          <p:cNvSpPr/>
          <p:nvPr/>
        </p:nvSpPr>
        <p:spPr>
          <a:xfrm>
            <a:off x="367854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3-line153"/>
          <p:cNvSpPr/>
          <p:nvPr/>
        </p:nvSpPr>
        <p:spPr>
          <a:xfrm>
            <a:off x="367854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3-line154"/>
          <p:cNvSpPr/>
          <p:nvPr/>
        </p:nvSpPr>
        <p:spPr>
          <a:xfrm>
            <a:off x="367854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3-rod155"/>
          <p:cNvSpPr/>
          <p:nvPr/>
        </p:nvSpPr>
        <p:spPr>
          <a:xfrm>
            <a:off x="411554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3-line156"/>
          <p:cNvSpPr/>
          <p:nvPr/>
        </p:nvSpPr>
        <p:spPr>
          <a:xfrm>
            <a:off x="411554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3-line157"/>
          <p:cNvSpPr/>
          <p:nvPr/>
        </p:nvSpPr>
        <p:spPr>
          <a:xfrm>
            <a:off x="411554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3-line158"/>
          <p:cNvSpPr/>
          <p:nvPr/>
        </p:nvSpPr>
        <p:spPr>
          <a:xfrm>
            <a:off x="411554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3-line159"/>
          <p:cNvSpPr/>
          <p:nvPr/>
        </p:nvSpPr>
        <p:spPr>
          <a:xfrm>
            <a:off x="411554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3-line160"/>
          <p:cNvSpPr/>
          <p:nvPr/>
        </p:nvSpPr>
        <p:spPr>
          <a:xfrm>
            <a:off x="411554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3-line161"/>
          <p:cNvSpPr/>
          <p:nvPr/>
        </p:nvSpPr>
        <p:spPr>
          <a:xfrm>
            <a:off x="411554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3-line162"/>
          <p:cNvSpPr/>
          <p:nvPr/>
        </p:nvSpPr>
        <p:spPr>
          <a:xfrm>
            <a:off x="411554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3-line163"/>
          <p:cNvSpPr/>
          <p:nvPr/>
        </p:nvSpPr>
        <p:spPr>
          <a:xfrm>
            <a:off x="411554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3-line164"/>
          <p:cNvSpPr/>
          <p:nvPr/>
        </p:nvSpPr>
        <p:spPr>
          <a:xfrm>
            <a:off x="411554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rod165"/>
          <p:cNvSpPr/>
          <p:nvPr/>
        </p:nvSpPr>
        <p:spPr>
          <a:xfrm>
            <a:off x="4552540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line166"/>
          <p:cNvSpPr/>
          <p:nvPr/>
        </p:nvSpPr>
        <p:spPr>
          <a:xfrm>
            <a:off x="4552540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167"/>
          <p:cNvSpPr/>
          <p:nvPr/>
        </p:nvSpPr>
        <p:spPr>
          <a:xfrm>
            <a:off x="4552540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168"/>
          <p:cNvSpPr/>
          <p:nvPr/>
        </p:nvSpPr>
        <p:spPr>
          <a:xfrm>
            <a:off x="4552540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3-line169"/>
          <p:cNvSpPr/>
          <p:nvPr/>
        </p:nvSpPr>
        <p:spPr>
          <a:xfrm>
            <a:off x="4552540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170"/>
          <p:cNvSpPr/>
          <p:nvPr/>
        </p:nvSpPr>
        <p:spPr>
          <a:xfrm>
            <a:off x="4552540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171"/>
          <p:cNvSpPr/>
          <p:nvPr/>
        </p:nvSpPr>
        <p:spPr>
          <a:xfrm>
            <a:off x="4552540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172"/>
          <p:cNvSpPr/>
          <p:nvPr/>
        </p:nvSpPr>
        <p:spPr>
          <a:xfrm>
            <a:off x="4552540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173"/>
          <p:cNvSpPr/>
          <p:nvPr/>
        </p:nvSpPr>
        <p:spPr>
          <a:xfrm>
            <a:off x="4552540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3-line174"/>
          <p:cNvSpPr/>
          <p:nvPr/>
        </p:nvSpPr>
        <p:spPr>
          <a:xfrm>
            <a:off x="4552540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rod175"/>
          <p:cNvSpPr/>
          <p:nvPr/>
        </p:nvSpPr>
        <p:spPr>
          <a:xfrm>
            <a:off x="4989537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line176"/>
          <p:cNvSpPr/>
          <p:nvPr/>
        </p:nvSpPr>
        <p:spPr>
          <a:xfrm>
            <a:off x="4989537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177"/>
          <p:cNvSpPr/>
          <p:nvPr/>
        </p:nvSpPr>
        <p:spPr>
          <a:xfrm>
            <a:off x="4989537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178"/>
          <p:cNvSpPr/>
          <p:nvPr/>
        </p:nvSpPr>
        <p:spPr>
          <a:xfrm>
            <a:off x="4989537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3-line179"/>
          <p:cNvSpPr/>
          <p:nvPr/>
        </p:nvSpPr>
        <p:spPr>
          <a:xfrm>
            <a:off x="4989537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180"/>
          <p:cNvSpPr/>
          <p:nvPr/>
        </p:nvSpPr>
        <p:spPr>
          <a:xfrm>
            <a:off x="4989537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181"/>
          <p:cNvSpPr/>
          <p:nvPr/>
        </p:nvSpPr>
        <p:spPr>
          <a:xfrm>
            <a:off x="4989537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182"/>
          <p:cNvSpPr/>
          <p:nvPr/>
        </p:nvSpPr>
        <p:spPr>
          <a:xfrm>
            <a:off x="4989537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183"/>
          <p:cNvSpPr/>
          <p:nvPr/>
        </p:nvSpPr>
        <p:spPr>
          <a:xfrm>
            <a:off x="4989537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3-line184"/>
          <p:cNvSpPr/>
          <p:nvPr/>
        </p:nvSpPr>
        <p:spPr>
          <a:xfrm>
            <a:off x="4989537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3-figure185" descr="십 모형 10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3-label1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10개</a:t>
            </a:r>
            <a:endParaRPr lang="ko-KR" sz="2600" dirty="0"/>
          </a:p>
        </p:txBody>
      </p:sp>
      <p:sp>
        <p:nvSpPr>
          <p:cNvPr id="107" name="S03-flat187"/>
          <p:cNvSpPr/>
          <p:nvPr/>
        </p:nvSpPr>
        <p:spPr>
          <a:xfrm>
            <a:off x="7499851" y="1380505"/>
            <a:ext cx="273123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3-line188"/>
          <p:cNvSpPr/>
          <p:nvPr/>
        </p:nvSpPr>
        <p:spPr>
          <a:xfrm>
            <a:off x="7772974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3-line189"/>
          <p:cNvSpPr/>
          <p:nvPr/>
        </p:nvSpPr>
        <p:spPr>
          <a:xfrm>
            <a:off x="7499851" y="1653628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190"/>
          <p:cNvSpPr/>
          <p:nvPr/>
        </p:nvSpPr>
        <p:spPr>
          <a:xfrm>
            <a:off x="8046097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191"/>
          <p:cNvSpPr/>
          <p:nvPr/>
        </p:nvSpPr>
        <p:spPr>
          <a:xfrm>
            <a:off x="7499851" y="1926751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192"/>
          <p:cNvSpPr/>
          <p:nvPr/>
        </p:nvSpPr>
        <p:spPr>
          <a:xfrm>
            <a:off x="8319220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193"/>
          <p:cNvSpPr/>
          <p:nvPr/>
        </p:nvSpPr>
        <p:spPr>
          <a:xfrm>
            <a:off x="7499851" y="2199874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3-line194"/>
          <p:cNvSpPr/>
          <p:nvPr/>
        </p:nvSpPr>
        <p:spPr>
          <a:xfrm>
            <a:off x="8592344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195"/>
          <p:cNvSpPr/>
          <p:nvPr/>
        </p:nvSpPr>
        <p:spPr>
          <a:xfrm>
            <a:off x="7499851" y="2472998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196"/>
          <p:cNvSpPr/>
          <p:nvPr/>
        </p:nvSpPr>
        <p:spPr>
          <a:xfrm>
            <a:off x="8865467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197"/>
          <p:cNvSpPr/>
          <p:nvPr/>
        </p:nvSpPr>
        <p:spPr>
          <a:xfrm>
            <a:off x="7499851" y="2746121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198"/>
          <p:cNvSpPr/>
          <p:nvPr/>
        </p:nvSpPr>
        <p:spPr>
          <a:xfrm>
            <a:off x="9138590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3-line199"/>
          <p:cNvSpPr/>
          <p:nvPr/>
        </p:nvSpPr>
        <p:spPr>
          <a:xfrm>
            <a:off x="7499851" y="3019244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200"/>
          <p:cNvSpPr/>
          <p:nvPr/>
        </p:nvSpPr>
        <p:spPr>
          <a:xfrm>
            <a:off x="9411714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201"/>
          <p:cNvSpPr/>
          <p:nvPr/>
        </p:nvSpPr>
        <p:spPr>
          <a:xfrm>
            <a:off x="7499851" y="3292368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202"/>
          <p:cNvSpPr/>
          <p:nvPr/>
        </p:nvSpPr>
        <p:spPr>
          <a:xfrm>
            <a:off x="9684837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line203"/>
          <p:cNvSpPr/>
          <p:nvPr/>
        </p:nvSpPr>
        <p:spPr>
          <a:xfrm>
            <a:off x="7499851" y="3565491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3-line204"/>
          <p:cNvSpPr/>
          <p:nvPr/>
        </p:nvSpPr>
        <p:spPr>
          <a:xfrm>
            <a:off x="9957960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205"/>
          <p:cNvSpPr/>
          <p:nvPr/>
        </p:nvSpPr>
        <p:spPr>
          <a:xfrm>
            <a:off x="7499851" y="3838614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figure206" descr="백 모형 1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03-label20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몇 개?</a:t>
            </a:r>
            <a:endParaRPr lang="ko-KR" sz="4400" dirty="0"/>
          </a:p>
        </p:txBody>
      </p:sp>
      <p:sp>
        <p:nvSpPr>
          <p:cNvPr id="3" name="S04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하나씩 늘어나요.</a:t>
            </a:r>
            <a:endParaRPr lang="ko-KR" sz="3200" dirty="0"/>
          </a:p>
        </p:txBody>
      </p:sp>
      <p:sp>
        <p:nvSpPr>
          <p:cNvPr id="4" name="S04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3개면 300, 삼백이에요.</a:t>
            </a:r>
            <a:endParaRPr lang="ko-KR" sz="3200" dirty="0"/>
          </a:p>
        </p:txBody>
      </p:sp>
      <p:graphicFrame>
        <p:nvGraphicFramePr>
          <p:cNvPr id="5" name="S04-table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089785"/>
          <a:ext cx="7315200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2414016"/>
                <a:gridCol w="2414016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</a:t>
            </a:r>
            <a:endParaRPr lang="ko-KR" sz="4400" dirty="0"/>
          </a:p>
        </p:txBody>
      </p:sp>
      <p:sp>
        <p:nvSpPr>
          <p:cNvPr id="3" name="S05-card2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이백사십칠이라고 읽어요.</a:t>
            </a:r>
            <a:endParaRPr lang="ko-KR" sz="3200" dirty="0"/>
          </a:p>
        </p:txBody>
      </p:sp>
      <p:sp>
        <p:nvSpPr>
          <p:cNvPr id="5" name="S05-flat214"/>
          <p:cNvSpPr/>
          <p:nvPr/>
        </p:nvSpPr>
        <p:spPr>
          <a:xfrm>
            <a:off x="634951" y="2142470"/>
            <a:ext cx="1726223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line215"/>
          <p:cNvSpPr/>
          <p:nvPr/>
        </p:nvSpPr>
        <p:spPr>
          <a:xfrm>
            <a:off x="807573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5-line216"/>
          <p:cNvSpPr/>
          <p:nvPr/>
        </p:nvSpPr>
        <p:spPr>
          <a:xfrm>
            <a:off x="634951" y="2315093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217"/>
          <p:cNvSpPr/>
          <p:nvPr/>
        </p:nvSpPr>
        <p:spPr>
          <a:xfrm>
            <a:off x="980196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218"/>
          <p:cNvSpPr/>
          <p:nvPr/>
        </p:nvSpPr>
        <p:spPr>
          <a:xfrm>
            <a:off x="634951" y="2487715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219"/>
          <p:cNvSpPr/>
          <p:nvPr/>
        </p:nvSpPr>
        <p:spPr>
          <a:xfrm>
            <a:off x="1152818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220"/>
          <p:cNvSpPr/>
          <p:nvPr/>
        </p:nvSpPr>
        <p:spPr>
          <a:xfrm>
            <a:off x="634951" y="266033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221"/>
          <p:cNvSpPr/>
          <p:nvPr/>
        </p:nvSpPr>
        <p:spPr>
          <a:xfrm>
            <a:off x="1325440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222"/>
          <p:cNvSpPr/>
          <p:nvPr/>
        </p:nvSpPr>
        <p:spPr>
          <a:xfrm>
            <a:off x="634951" y="2832960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223"/>
          <p:cNvSpPr/>
          <p:nvPr/>
        </p:nvSpPr>
        <p:spPr>
          <a:xfrm>
            <a:off x="1498063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224"/>
          <p:cNvSpPr/>
          <p:nvPr/>
        </p:nvSpPr>
        <p:spPr>
          <a:xfrm>
            <a:off x="634951" y="3005582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225"/>
          <p:cNvSpPr/>
          <p:nvPr/>
        </p:nvSpPr>
        <p:spPr>
          <a:xfrm>
            <a:off x="1670685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226"/>
          <p:cNvSpPr/>
          <p:nvPr/>
        </p:nvSpPr>
        <p:spPr>
          <a:xfrm>
            <a:off x="634951" y="3178204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227"/>
          <p:cNvSpPr/>
          <p:nvPr/>
        </p:nvSpPr>
        <p:spPr>
          <a:xfrm>
            <a:off x="1843307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228"/>
          <p:cNvSpPr/>
          <p:nvPr/>
        </p:nvSpPr>
        <p:spPr>
          <a:xfrm>
            <a:off x="634951" y="335082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229"/>
          <p:cNvSpPr/>
          <p:nvPr/>
        </p:nvSpPr>
        <p:spPr>
          <a:xfrm>
            <a:off x="2015930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230"/>
          <p:cNvSpPr/>
          <p:nvPr/>
        </p:nvSpPr>
        <p:spPr>
          <a:xfrm>
            <a:off x="634951" y="3523449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231"/>
          <p:cNvSpPr/>
          <p:nvPr/>
        </p:nvSpPr>
        <p:spPr>
          <a:xfrm>
            <a:off x="2188552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232"/>
          <p:cNvSpPr/>
          <p:nvPr/>
        </p:nvSpPr>
        <p:spPr>
          <a:xfrm>
            <a:off x="634951" y="3696071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flat233"/>
          <p:cNvSpPr/>
          <p:nvPr/>
        </p:nvSpPr>
        <p:spPr>
          <a:xfrm>
            <a:off x="2464748" y="2142470"/>
            <a:ext cx="1726223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line234"/>
          <p:cNvSpPr/>
          <p:nvPr/>
        </p:nvSpPr>
        <p:spPr>
          <a:xfrm>
            <a:off x="2637370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235"/>
          <p:cNvSpPr/>
          <p:nvPr/>
        </p:nvSpPr>
        <p:spPr>
          <a:xfrm>
            <a:off x="2464748" y="2315093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236"/>
          <p:cNvSpPr/>
          <p:nvPr/>
        </p:nvSpPr>
        <p:spPr>
          <a:xfrm>
            <a:off x="2809992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237"/>
          <p:cNvSpPr/>
          <p:nvPr/>
        </p:nvSpPr>
        <p:spPr>
          <a:xfrm>
            <a:off x="2464748" y="2487715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238"/>
          <p:cNvSpPr/>
          <p:nvPr/>
        </p:nvSpPr>
        <p:spPr>
          <a:xfrm>
            <a:off x="2982615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239"/>
          <p:cNvSpPr/>
          <p:nvPr/>
        </p:nvSpPr>
        <p:spPr>
          <a:xfrm>
            <a:off x="2464748" y="266033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240"/>
          <p:cNvSpPr/>
          <p:nvPr/>
        </p:nvSpPr>
        <p:spPr>
          <a:xfrm>
            <a:off x="3155237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241"/>
          <p:cNvSpPr/>
          <p:nvPr/>
        </p:nvSpPr>
        <p:spPr>
          <a:xfrm>
            <a:off x="2464748" y="2832960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242"/>
          <p:cNvSpPr/>
          <p:nvPr/>
        </p:nvSpPr>
        <p:spPr>
          <a:xfrm>
            <a:off x="3327859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243"/>
          <p:cNvSpPr/>
          <p:nvPr/>
        </p:nvSpPr>
        <p:spPr>
          <a:xfrm>
            <a:off x="2464748" y="3005582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244"/>
          <p:cNvSpPr/>
          <p:nvPr/>
        </p:nvSpPr>
        <p:spPr>
          <a:xfrm>
            <a:off x="3500481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245"/>
          <p:cNvSpPr/>
          <p:nvPr/>
        </p:nvSpPr>
        <p:spPr>
          <a:xfrm>
            <a:off x="2464748" y="3178204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246"/>
          <p:cNvSpPr/>
          <p:nvPr/>
        </p:nvSpPr>
        <p:spPr>
          <a:xfrm>
            <a:off x="3673104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247"/>
          <p:cNvSpPr/>
          <p:nvPr/>
        </p:nvSpPr>
        <p:spPr>
          <a:xfrm>
            <a:off x="2464748" y="335082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248"/>
          <p:cNvSpPr/>
          <p:nvPr/>
        </p:nvSpPr>
        <p:spPr>
          <a:xfrm>
            <a:off x="3845726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249"/>
          <p:cNvSpPr/>
          <p:nvPr/>
        </p:nvSpPr>
        <p:spPr>
          <a:xfrm>
            <a:off x="2464748" y="3523449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250"/>
          <p:cNvSpPr/>
          <p:nvPr/>
        </p:nvSpPr>
        <p:spPr>
          <a:xfrm>
            <a:off x="4018348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251"/>
          <p:cNvSpPr/>
          <p:nvPr/>
        </p:nvSpPr>
        <p:spPr>
          <a:xfrm>
            <a:off x="2464748" y="3696071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rod252"/>
          <p:cNvSpPr/>
          <p:nvPr/>
        </p:nvSpPr>
        <p:spPr>
          <a:xfrm>
            <a:off x="4294544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5-line253"/>
          <p:cNvSpPr/>
          <p:nvPr/>
        </p:nvSpPr>
        <p:spPr>
          <a:xfrm>
            <a:off x="4294544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254"/>
          <p:cNvSpPr/>
          <p:nvPr/>
        </p:nvSpPr>
        <p:spPr>
          <a:xfrm>
            <a:off x="4294544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255"/>
          <p:cNvSpPr/>
          <p:nvPr/>
        </p:nvSpPr>
        <p:spPr>
          <a:xfrm>
            <a:off x="4294544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256"/>
          <p:cNvSpPr/>
          <p:nvPr/>
        </p:nvSpPr>
        <p:spPr>
          <a:xfrm>
            <a:off x="4294544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57"/>
          <p:cNvSpPr/>
          <p:nvPr/>
        </p:nvSpPr>
        <p:spPr>
          <a:xfrm>
            <a:off x="4294544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258"/>
          <p:cNvSpPr/>
          <p:nvPr/>
        </p:nvSpPr>
        <p:spPr>
          <a:xfrm>
            <a:off x="4294544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259"/>
          <p:cNvSpPr/>
          <p:nvPr/>
        </p:nvSpPr>
        <p:spPr>
          <a:xfrm>
            <a:off x="4294544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60"/>
          <p:cNvSpPr/>
          <p:nvPr/>
        </p:nvSpPr>
        <p:spPr>
          <a:xfrm>
            <a:off x="4294544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61"/>
          <p:cNvSpPr/>
          <p:nvPr/>
        </p:nvSpPr>
        <p:spPr>
          <a:xfrm>
            <a:off x="4294544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rod262"/>
          <p:cNvSpPr/>
          <p:nvPr/>
        </p:nvSpPr>
        <p:spPr>
          <a:xfrm>
            <a:off x="4570740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5-line263"/>
          <p:cNvSpPr/>
          <p:nvPr/>
        </p:nvSpPr>
        <p:spPr>
          <a:xfrm>
            <a:off x="4570740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64"/>
          <p:cNvSpPr/>
          <p:nvPr/>
        </p:nvSpPr>
        <p:spPr>
          <a:xfrm>
            <a:off x="4570740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65"/>
          <p:cNvSpPr/>
          <p:nvPr/>
        </p:nvSpPr>
        <p:spPr>
          <a:xfrm>
            <a:off x="4570740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66"/>
          <p:cNvSpPr/>
          <p:nvPr/>
        </p:nvSpPr>
        <p:spPr>
          <a:xfrm>
            <a:off x="4570740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67"/>
          <p:cNvSpPr/>
          <p:nvPr/>
        </p:nvSpPr>
        <p:spPr>
          <a:xfrm>
            <a:off x="4570740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268"/>
          <p:cNvSpPr/>
          <p:nvPr/>
        </p:nvSpPr>
        <p:spPr>
          <a:xfrm>
            <a:off x="4570740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269"/>
          <p:cNvSpPr/>
          <p:nvPr/>
        </p:nvSpPr>
        <p:spPr>
          <a:xfrm>
            <a:off x="4570740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70"/>
          <p:cNvSpPr/>
          <p:nvPr/>
        </p:nvSpPr>
        <p:spPr>
          <a:xfrm>
            <a:off x="4570740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71"/>
          <p:cNvSpPr/>
          <p:nvPr/>
        </p:nvSpPr>
        <p:spPr>
          <a:xfrm>
            <a:off x="4570740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rod272"/>
          <p:cNvSpPr/>
          <p:nvPr/>
        </p:nvSpPr>
        <p:spPr>
          <a:xfrm>
            <a:off x="4846935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5-line273"/>
          <p:cNvSpPr/>
          <p:nvPr/>
        </p:nvSpPr>
        <p:spPr>
          <a:xfrm>
            <a:off x="4846935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74"/>
          <p:cNvSpPr/>
          <p:nvPr/>
        </p:nvSpPr>
        <p:spPr>
          <a:xfrm>
            <a:off x="4846935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75"/>
          <p:cNvSpPr/>
          <p:nvPr/>
        </p:nvSpPr>
        <p:spPr>
          <a:xfrm>
            <a:off x="4846935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76"/>
          <p:cNvSpPr/>
          <p:nvPr/>
        </p:nvSpPr>
        <p:spPr>
          <a:xfrm>
            <a:off x="4846935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77"/>
          <p:cNvSpPr/>
          <p:nvPr/>
        </p:nvSpPr>
        <p:spPr>
          <a:xfrm>
            <a:off x="4846935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278"/>
          <p:cNvSpPr/>
          <p:nvPr/>
        </p:nvSpPr>
        <p:spPr>
          <a:xfrm>
            <a:off x="4846935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line279"/>
          <p:cNvSpPr/>
          <p:nvPr/>
        </p:nvSpPr>
        <p:spPr>
          <a:xfrm>
            <a:off x="4846935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80"/>
          <p:cNvSpPr/>
          <p:nvPr/>
        </p:nvSpPr>
        <p:spPr>
          <a:xfrm>
            <a:off x="4846935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81"/>
          <p:cNvSpPr/>
          <p:nvPr/>
        </p:nvSpPr>
        <p:spPr>
          <a:xfrm>
            <a:off x="4846935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rod282"/>
          <p:cNvSpPr/>
          <p:nvPr/>
        </p:nvSpPr>
        <p:spPr>
          <a:xfrm>
            <a:off x="5123131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5-line283"/>
          <p:cNvSpPr/>
          <p:nvPr/>
        </p:nvSpPr>
        <p:spPr>
          <a:xfrm>
            <a:off x="5123131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84"/>
          <p:cNvSpPr/>
          <p:nvPr/>
        </p:nvSpPr>
        <p:spPr>
          <a:xfrm>
            <a:off x="5123131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85"/>
          <p:cNvSpPr/>
          <p:nvPr/>
        </p:nvSpPr>
        <p:spPr>
          <a:xfrm>
            <a:off x="5123131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86"/>
          <p:cNvSpPr/>
          <p:nvPr/>
        </p:nvSpPr>
        <p:spPr>
          <a:xfrm>
            <a:off x="5123131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87"/>
          <p:cNvSpPr/>
          <p:nvPr/>
        </p:nvSpPr>
        <p:spPr>
          <a:xfrm>
            <a:off x="5123131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288"/>
          <p:cNvSpPr/>
          <p:nvPr/>
        </p:nvSpPr>
        <p:spPr>
          <a:xfrm>
            <a:off x="5123131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line289"/>
          <p:cNvSpPr/>
          <p:nvPr/>
        </p:nvSpPr>
        <p:spPr>
          <a:xfrm>
            <a:off x="5123131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90"/>
          <p:cNvSpPr/>
          <p:nvPr/>
        </p:nvSpPr>
        <p:spPr>
          <a:xfrm>
            <a:off x="5123131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91"/>
          <p:cNvSpPr/>
          <p:nvPr/>
        </p:nvSpPr>
        <p:spPr>
          <a:xfrm>
            <a:off x="5123131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unit292"/>
          <p:cNvSpPr/>
          <p:nvPr/>
        </p:nvSpPr>
        <p:spPr>
          <a:xfrm>
            <a:off x="5399327" y="3652916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5-unit293"/>
          <p:cNvSpPr/>
          <p:nvPr/>
        </p:nvSpPr>
        <p:spPr>
          <a:xfrm>
            <a:off x="5399327" y="3437138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5-unit294"/>
          <p:cNvSpPr/>
          <p:nvPr/>
        </p:nvSpPr>
        <p:spPr>
          <a:xfrm>
            <a:off x="5399327" y="3221360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5-unit295"/>
          <p:cNvSpPr/>
          <p:nvPr/>
        </p:nvSpPr>
        <p:spPr>
          <a:xfrm>
            <a:off x="5399327" y="3005582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5-unit296"/>
          <p:cNvSpPr/>
          <p:nvPr/>
        </p:nvSpPr>
        <p:spPr>
          <a:xfrm>
            <a:off x="5399327" y="2789804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5-unit297"/>
          <p:cNvSpPr/>
          <p:nvPr/>
        </p:nvSpPr>
        <p:spPr>
          <a:xfrm>
            <a:off x="5623736" y="3652916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5-unit298"/>
          <p:cNvSpPr/>
          <p:nvPr/>
        </p:nvSpPr>
        <p:spPr>
          <a:xfrm>
            <a:off x="5623736" y="3437138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figure299" descr="백 모형 2개, 십 모형 4개, 일 모형 7개"/>
          <p:cNvSpPr/>
          <p:nvPr/>
        </p:nvSpPr>
        <p:spPr>
          <a:xfrm>
            <a:off x="548640" y="214247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6" name="S05-table3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5684" y="2493772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자리마다 값이 달라요</a:t>
            </a:r>
            <a:endParaRPr lang="ko-KR" sz="4400" dirty="0"/>
          </a:p>
        </p:txBody>
      </p:sp>
      <p:sp>
        <p:nvSpPr>
          <p:cNvPr id="3" name="S06-text3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247의 숫자는 얼마를 나타낼까요?</a:t>
            </a:r>
            <a:endParaRPr lang="ko-KR" sz="3200" dirty="0"/>
          </a:p>
        </p:txBody>
      </p:sp>
      <p:sp>
        <p:nvSpPr>
          <p:cNvPr id="4" name="S06-card3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= 200 + 40 + 7</a:t>
            </a:r>
            <a:endParaRPr lang="ko-KR" sz="3200" dirty="0"/>
          </a:p>
        </p:txBody>
      </p:sp>
      <p:graphicFrame>
        <p:nvGraphicFramePr>
          <p:cNvPr id="7" name="S06-table3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62756" y="2798445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</a:t>
            </a:r>
            <a:endParaRPr lang="ko-KR" sz="4400" dirty="0"/>
          </a:p>
        </p:txBody>
      </p:sp>
      <p:sp>
        <p:nvSpPr>
          <p:cNvPr id="3" name="S07-card30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삼백오라고 읽어요. 0인 자리는 읽지 않아요.</a:t>
            </a:r>
            <a:endParaRPr lang="ko-KR" sz="3200" dirty="0"/>
          </a:p>
        </p:txBody>
      </p:sp>
      <p:sp>
        <p:nvSpPr>
          <p:cNvPr id="5" name="S07-flat307"/>
          <p:cNvSpPr/>
          <p:nvPr/>
        </p:nvSpPr>
        <p:spPr>
          <a:xfrm>
            <a:off x="627611" y="2215873"/>
            <a:ext cx="1579418" cy="157941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08"/>
          <p:cNvSpPr/>
          <p:nvPr/>
        </p:nvSpPr>
        <p:spPr>
          <a:xfrm>
            <a:off x="785553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09"/>
          <p:cNvSpPr/>
          <p:nvPr/>
        </p:nvSpPr>
        <p:spPr>
          <a:xfrm>
            <a:off x="627611" y="2373815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10"/>
          <p:cNvSpPr/>
          <p:nvPr/>
        </p:nvSpPr>
        <p:spPr>
          <a:xfrm>
            <a:off x="94349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11"/>
          <p:cNvSpPr/>
          <p:nvPr/>
        </p:nvSpPr>
        <p:spPr>
          <a:xfrm>
            <a:off x="627611" y="253175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12"/>
          <p:cNvSpPr/>
          <p:nvPr/>
        </p:nvSpPr>
        <p:spPr>
          <a:xfrm>
            <a:off x="1101436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13"/>
          <p:cNvSpPr/>
          <p:nvPr/>
        </p:nvSpPr>
        <p:spPr>
          <a:xfrm>
            <a:off x="627611" y="2689698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14"/>
          <p:cNvSpPr/>
          <p:nvPr/>
        </p:nvSpPr>
        <p:spPr>
          <a:xfrm>
            <a:off x="1259378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315"/>
          <p:cNvSpPr/>
          <p:nvPr/>
        </p:nvSpPr>
        <p:spPr>
          <a:xfrm>
            <a:off x="627611" y="2847640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316"/>
          <p:cNvSpPr/>
          <p:nvPr/>
        </p:nvSpPr>
        <p:spPr>
          <a:xfrm>
            <a:off x="1417320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317"/>
          <p:cNvSpPr/>
          <p:nvPr/>
        </p:nvSpPr>
        <p:spPr>
          <a:xfrm>
            <a:off x="627611" y="3005582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318"/>
          <p:cNvSpPr/>
          <p:nvPr/>
        </p:nvSpPr>
        <p:spPr>
          <a:xfrm>
            <a:off x="1575262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319"/>
          <p:cNvSpPr/>
          <p:nvPr/>
        </p:nvSpPr>
        <p:spPr>
          <a:xfrm>
            <a:off x="627611" y="3163524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320"/>
          <p:cNvSpPr/>
          <p:nvPr/>
        </p:nvSpPr>
        <p:spPr>
          <a:xfrm>
            <a:off x="1733204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321"/>
          <p:cNvSpPr/>
          <p:nvPr/>
        </p:nvSpPr>
        <p:spPr>
          <a:xfrm>
            <a:off x="627611" y="3321466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322"/>
          <p:cNvSpPr/>
          <p:nvPr/>
        </p:nvSpPr>
        <p:spPr>
          <a:xfrm>
            <a:off x="189114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323"/>
          <p:cNvSpPr/>
          <p:nvPr/>
        </p:nvSpPr>
        <p:spPr>
          <a:xfrm>
            <a:off x="627611" y="347940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324"/>
          <p:cNvSpPr/>
          <p:nvPr/>
        </p:nvSpPr>
        <p:spPr>
          <a:xfrm>
            <a:off x="2049087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325"/>
          <p:cNvSpPr/>
          <p:nvPr/>
        </p:nvSpPr>
        <p:spPr>
          <a:xfrm>
            <a:off x="627611" y="3637349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flat326"/>
          <p:cNvSpPr/>
          <p:nvPr/>
        </p:nvSpPr>
        <p:spPr>
          <a:xfrm>
            <a:off x="2301794" y="2215873"/>
            <a:ext cx="1579418" cy="157941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line327"/>
          <p:cNvSpPr/>
          <p:nvPr/>
        </p:nvSpPr>
        <p:spPr>
          <a:xfrm>
            <a:off x="2459736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328"/>
          <p:cNvSpPr/>
          <p:nvPr/>
        </p:nvSpPr>
        <p:spPr>
          <a:xfrm>
            <a:off x="2301794" y="2373815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29"/>
          <p:cNvSpPr/>
          <p:nvPr/>
        </p:nvSpPr>
        <p:spPr>
          <a:xfrm>
            <a:off x="2617678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30"/>
          <p:cNvSpPr/>
          <p:nvPr/>
        </p:nvSpPr>
        <p:spPr>
          <a:xfrm>
            <a:off x="2301794" y="253175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31"/>
          <p:cNvSpPr/>
          <p:nvPr/>
        </p:nvSpPr>
        <p:spPr>
          <a:xfrm>
            <a:off x="2775620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32"/>
          <p:cNvSpPr/>
          <p:nvPr/>
        </p:nvSpPr>
        <p:spPr>
          <a:xfrm>
            <a:off x="2301794" y="2689698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33"/>
          <p:cNvSpPr/>
          <p:nvPr/>
        </p:nvSpPr>
        <p:spPr>
          <a:xfrm>
            <a:off x="2933561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34"/>
          <p:cNvSpPr/>
          <p:nvPr/>
        </p:nvSpPr>
        <p:spPr>
          <a:xfrm>
            <a:off x="2301794" y="2847640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35"/>
          <p:cNvSpPr/>
          <p:nvPr/>
        </p:nvSpPr>
        <p:spPr>
          <a:xfrm>
            <a:off x="3091503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36"/>
          <p:cNvSpPr/>
          <p:nvPr/>
        </p:nvSpPr>
        <p:spPr>
          <a:xfrm>
            <a:off x="2301794" y="3005582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337"/>
          <p:cNvSpPr/>
          <p:nvPr/>
        </p:nvSpPr>
        <p:spPr>
          <a:xfrm>
            <a:off x="324944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338"/>
          <p:cNvSpPr/>
          <p:nvPr/>
        </p:nvSpPr>
        <p:spPr>
          <a:xfrm>
            <a:off x="2301794" y="3163524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339"/>
          <p:cNvSpPr/>
          <p:nvPr/>
        </p:nvSpPr>
        <p:spPr>
          <a:xfrm>
            <a:off x="3407387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340"/>
          <p:cNvSpPr/>
          <p:nvPr/>
        </p:nvSpPr>
        <p:spPr>
          <a:xfrm>
            <a:off x="2301794" y="3321466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341"/>
          <p:cNvSpPr/>
          <p:nvPr/>
        </p:nvSpPr>
        <p:spPr>
          <a:xfrm>
            <a:off x="3565329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342"/>
          <p:cNvSpPr/>
          <p:nvPr/>
        </p:nvSpPr>
        <p:spPr>
          <a:xfrm>
            <a:off x="2301794" y="347940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343"/>
          <p:cNvSpPr/>
          <p:nvPr/>
        </p:nvSpPr>
        <p:spPr>
          <a:xfrm>
            <a:off x="3723271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344"/>
          <p:cNvSpPr/>
          <p:nvPr/>
        </p:nvSpPr>
        <p:spPr>
          <a:xfrm>
            <a:off x="2301794" y="3637349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flat345"/>
          <p:cNvSpPr/>
          <p:nvPr/>
        </p:nvSpPr>
        <p:spPr>
          <a:xfrm>
            <a:off x="3975977" y="2215873"/>
            <a:ext cx="1579418" cy="157941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7-line346"/>
          <p:cNvSpPr/>
          <p:nvPr/>
        </p:nvSpPr>
        <p:spPr>
          <a:xfrm>
            <a:off x="4133919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347"/>
          <p:cNvSpPr/>
          <p:nvPr/>
        </p:nvSpPr>
        <p:spPr>
          <a:xfrm>
            <a:off x="3975977" y="2373815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348"/>
          <p:cNvSpPr/>
          <p:nvPr/>
        </p:nvSpPr>
        <p:spPr>
          <a:xfrm>
            <a:off x="4291861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349"/>
          <p:cNvSpPr/>
          <p:nvPr/>
        </p:nvSpPr>
        <p:spPr>
          <a:xfrm>
            <a:off x="3975977" y="253175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350"/>
          <p:cNvSpPr/>
          <p:nvPr/>
        </p:nvSpPr>
        <p:spPr>
          <a:xfrm>
            <a:off x="4449803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351"/>
          <p:cNvSpPr/>
          <p:nvPr/>
        </p:nvSpPr>
        <p:spPr>
          <a:xfrm>
            <a:off x="3975977" y="2689698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352"/>
          <p:cNvSpPr/>
          <p:nvPr/>
        </p:nvSpPr>
        <p:spPr>
          <a:xfrm>
            <a:off x="460774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353"/>
          <p:cNvSpPr/>
          <p:nvPr/>
        </p:nvSpPr>
        <p:spPr>
          <a:xfrm>
            <a:off x="3975977" y="2847640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354"/>
          <p:cNvSpPr/>
          <p:nvPr/>
        </p:nvSpPr>
        <p:spPr>
          <a:xfrm>
            <a:off x="4765687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355"/>
          <p:cNvSpPr/>
          <p:nvPr/>
        </p:nvSpPr>
        <p:spPr>
          <a:xfrm>
            <a:off x="3975977" y="3005582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356"/>
          <p:cNvSpPr/>
          <p:nvPr/>
        </p:nvSpPr>
        <p:spPr>
          <a:xfrm>
            <a:off x="4923628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357"/>
          <p:cNvSpPr/>
          <p:nvPr/>
        </p:nvSpPr>
        <p:spPr>
          <a:xfrm>
            <a:off x="3975977" y="3163524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358"/>
          <p:cNvSpPr/>
          <p:nvPr/>
        </p:nvSpPr>
        <p:spPr>
          <a:xfrm>
            <a:off x="5081570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359"/>
          <p:cNvSpPr/>
          <p:nvPr/>
        </p:nvSpPr>
        <p:spPr>
          <a:xfrm>
            <a:off x="3975977" y="3321466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360"/>
          <p:cNvSpPr/>
          <p:nvPr/>
        </p:nvSpPr>
        <p:spPr>
          <a:xfrm>
            <a:off x="5239512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361"/>
          <p:cNvSpPr/>
          <p:nvPr/>
        </p:nvSpPr>
        <p:spPr>
          <a:xfrm>
            <a:off x="3975977" y="347940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362"/>
          <p:cNvSpPr/>
          <p:nvPr/>
        </p:nvSpPr>
        <p:spPr>
          <a:xfrm>
            <a:off x="5397454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363"/>
          <p:cNvSpPr/>
          <p:nvPr/>
        </p:nvSpPr>
        <p:spPr>
          <a:xfrm>
            <a:off x="3975977" y="3637349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unit364"/>
          <p:cNvSpPr/>
          <p:nvPr/>
        </p:nvSpPr>
        <p:spPr>
          <a:xfrm>
            <a:off x="5650161" y="3597864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unit365"/>
          <p:cNvSpPr/>
          <p:nvPr/>
        </p:nvSpPr>
        <p:spPr>
          <a:xfrm>
            <a:off x="5650161" y="3400437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unit366"/>
          <p:cNvSpPr/>
          <p:nvPr/>
        </p:nvSpPr>
        <p:spPr>
          <a:xfrm>
            <a:off x="5650161" y="3203009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unit367"/>
          <p:cNvSpPr/>
          <p:nvPr/>
        </p:nvSpPr>
        <p:spPr>
          <a:xfrm>
            <a:off x="5650161" y="3005582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unit368"/>
          <p:cNvSpPr/>
          <p:nvPr/>
        </p:nvSpPr>
        <p:spPr>
          <a:xfrm>
            <a:off x="5650161" y="2808155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figure369" descr="백 모형 3개, 일 모형 5개, 십 모형은 없음"/>
          <p:cNvSpPr/>
          <p:nvPr/>
        </p:nvSpPr>
        <p:spPr>
          <a:xfrm>
            <a:off x="548640" y="2215873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5684" y="2493772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 봐요</a:t>
            </a:r>
            <a:endParaRPr lang="ko-KR" sz="4400" dirty="0"/>
          </a:p>
        </p:txBody>
      </p:sp>
      <p:sp>
        <p:nvSpPr>
          <p:cNvPr id="3" name="S08-card3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3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백, 십, 일의 자리 차례로 써요.</a:t>
            </a:r>
            <a:endParaRPr lang="ko-KR" sz="3200" dirty="0"/>
          </a:p>
        </p:txBody>
      </p:sp>
      <p:sp>
        <p:nvSpPr>
          <p:cNvPr id="5" name="S08-chip37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37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4개, 1이 2개인 수는?</a:t>
            </a:r>
            <a:endParaRPr lang="ko-KR" sz="3200" dirty="0"/>
          </a:p>
        </p:txBody>
      </p:sp>
      <p:sp>
        <p:nvSpPr>
          <p:cNvPr id="7" name="S08-chip37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37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518을 읽어요.</a:t>
            </a:r>
            <a:endParaRPr lang="ko-KR" sz="3200" dirty="0"/>
          </a:p>
        </p:txBody>
      </p:sp>
      <p:sp>
        <p:nvSpPr>
          <p:cNvPr id="9" name="S08-chip37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37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육백삼십을 숫자로 써요.</a:t>
            </a:r>
            <a:endParaRPr lang="ko-KR" sz="3200" dirty="0"/>
          </a:p>
        </p:txBody>
      </p:sp>
      <p:sp>
        <p:nvSpPr>
          <p:cNvPr id="11" name="S08-chip37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38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736에서 3은 얼마일까요?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비교</a:t>
            </a:r>
            <a:endParaRPr lang="ko-KR" sz="4400" dirty="0"/>
          </a:p>
        </p:txBody>
      </p:sp>
      <p:sp>
        <p:nvSpPr>
          <p:cNvPr id="3" name="S09-card38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38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 &gt; 198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231은 198보다 커요.</a:t>
            </a:r>
            <a:endParaRPr lang="ko-KR" sz="3200" dirty="0"/>
          </a:p>
        </p:txBody>
      </p:sp>
      <p:sp>
        <p:nvSpPr>
          <p:cNvPr id="5" name="S09-flat383"/>
          <p:cNvSpPr/>
          <p:nvPr/>
        </p:nvSpPr>
        <p:spPr>
          <a:xfrm>
            <a:off x="870052" y="1877441"/>
            <a:ext cx="1737360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line384"/>
          <p:cNvSpPr/>
          <p:nvPr/>
        </p:nvSpPr>
        <p:spPr>
          <a:xfrm>
            <a:off x="1043788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9-line385"/>
          <p:cNvSpPr/>
          <p:nvPr/>
        </p:nvSpPr>
        <p:spPr>
          <a:xfrm>
            <a:off x="870052" y="205117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9-line386"/>
          <p:cNvSpPr/>
          <p:nvPr/>
        </p:nvSpPr>
        <p:spPr>
          <a:xfrm>
            <a:off x="1217524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line387"/>
          <p:cNvSpPr/>
          <p:nvPr/>
        </p:nvSpPr>
        <p:spPr>
          <a:xfrm>
            <a:off x="870052" y="222491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line388"/>
          <p:cNvSpPr/>
          <p:nvPr/>
        </p:nvSpPr>
        <p:spPr>
          <a:xfrm>
            <a:off x="1391260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9-line389"/>
          <p:cNvSpPr/>
          <p:nvPr/>
        </p:nvSpPr>
        <p:spPr>
          <a:xfrm>
            <a:off x="870052" y="239864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line390"/>
          <p:cNvSpPr/>
          <p:nvPr/>
        </p:nvSpPr>
        <p:spPr>
          <a:xfrm>
            <a:off x="1564996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line391"/>
          <p:cNvSpPr/>
          <p:nvPr/>
        </p:nvSpPr>
        <p:spPr>
          <a:xfrm>
            <a:off x="870052" y="257238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line392"/>
          <p:cNvSpPr/>
          <p:nvPr/>
        </p:nvSpPr>
        <p:spPr>
          <a:xfrm>
            <a:off x="1738732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line393"/>
          <p:cNvSpPr/>
          <p:nvPr/>
        </p:nvSpPr>
        <p:spPr>
          <a:xfrm>
            <a:off x="870052" y="2746121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9-line394"/>
          <p:cNvSpPr/>
          <p:nvPr/>
        </p:nvSpPr>
        <p:spPr>
          <a:xfrm>
            <a:off x="1912468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line395"/>
          <p:cNvSpPr/>
          <p:nvPr/>
        </p:nvSpPr>
        <p:spPr>
          <a:xfrm>
            <a:off x="870052" y="291985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9-line396"/>
          <p:cNvSpPr/>
          <p:nvPr/>
        </p:nvSpPr>
        <p:spPr>
          <a:xfrm>
            <a:off x="2086204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9-line397"/>
          <p:cNvSpPr/>
          <p:nvPr/>
        </p:nvSpPr>
        <p:spPr>
          <a:xfrm>
            <a:off x="870052" y="309359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line398"/>
          <p:cNvSpPr/>
          <p:nvPr/>
        </p:nvSpPr>
        <p:spPr>
          <a:xfrm>
            <a:off x="2259940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9-line399"/>
          <p:cNvSpPr/>
          <p:nvPr/>
        </p:nvSpPr>
        <p:spPr>
          <a:xfrm>
            <a:off x="870052" y="326732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line400"/>
          <p:cNvSpPr/>
          <p:nvPr/>
        </p:nvSpPr>
        <p:spPr>
          <a:xfrm>
            <a:off x="2433676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line401"/>
          <p:cNvSpPr/>
          <p:nvPr/>
        </p:nvSpPr>
        <p:spPr>
          <a:xfrm>
            <a:off x="870052" y="344106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flat402"/>
          <p:cNvSpPr/>
          <p:nvPr/>
        </p:nvSpPr>
        <p:spPr>
          <a:xfrm>
            <a:off x="2711653" y="1877441"/>
            <a:ext cx="1737360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line403"/>
          <p:cNvSpPr/>
          <p:nvPr/>
        </p:nvSpPr>
        <p:spPr>
          <a:xfrm>
            <a:off x="288538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9-line404"/>
          <p:cNvSpPr/>
          <p:nvPr/>
        </p:nvSpPr>
        <p:spPr>
          <a:xfrm>
            <a:off x="2711653" y="205117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line405"/>
          <p:cNvSpPr/>
          <p:nvPr/>
        </p:nvSpPr>
        <p:spPr>
          <a:xfrm>
            <a:off x="305912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line406"/>
          <p:cNvSpPr/>
          <p:nvPr/>
        </p:nvSpPr>
        <p:spPr>
          <a:xfrm>
            <a:off x="2711653" y="222491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line407"/>
          <p:cNvSpPr/>
          <p:nvPr/>
        </p:nvSpPr>
        <p:spPr>
          <a:xfrm>
            <a:off x="323286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9-line408"/>
          <p:cNvSpPr/>
          <p:nvPr/>
        </p:nvSpPr>
        <p:spPr>
          <a:xfrm>
            <a:off x="2711653" y="239864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9-line409"/>
          <p:cNvSpPr/>
          <p:nvPr/>
        </p:nvSpPr>
        <p:spPr>
          <a:xfrm>
            <a:off x="3406597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line410"/>
          <p:cNvSpPr/>
          <p:nvPr/>
        </p:nvSpPr>
        <p:spPr>
          <a:xfrm>
            <a:off x="2711653" y="257238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line411"/>
          <p:cNvSpPr/>
          <p:nvPr/>
        </p:nvSpPr>
        <p:spPr>
          <a:xfrm>
            <a:off x="3580333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line412"/>
          <p:cNvSpPr/>
          <p:nvPr/>
        </p:nvSpPr>
        <p:spPr>
          <a:xfrm>
            <a:off x="2711653" y="2746121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line413"/>
          <p:cNvSpPr/>
          <p:nvPr/>
        </p:nvSpPr>
        <p:spPr>
          <a:xfrm>
            <a:off x="375406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9-line414"/>
          <p:cNvSpPr/>
          <p:nvPr/>
        </p:nvSpPr>
        <p:spPr>
          <a:xfrm>
            <a:off x="2711653" y="291985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line415"/>
          <p:cNvSpPr/>
          <p:nvPr/>
        </p:nvSpPr>
        <p:spPr>
          <a:xfrm>
            <a:off x="392780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line416"/>
          <p:cNvSpPr/>
          <p:nvPr/>
        </p:nvSpPr>
        <p:spPr>
          <a:xfrm>
            <a:off x="2711653" y="309359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line417"/>
          <p:cNvSpPr/>
          <p:nvPr/>
        </p:nvSpPr>
        <p:spPr>
          <a:xfrm>
            <a:off x="410154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9-line418"/>
          <p:cNvSpPr/>
          <p:nvPr/>
        </p:nvSpPr>
        <p:spPr>
          <a:xfrm>
            <a:off x="2711653" y="326732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9-line419"/>
          <p:cNvSpPr/>
          <p:nvPr/>
        </p:nvSpPr>
        <p:spPr>
          <a:xfrm>
            <a:off x="4275277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line420"/>
          <p:cNvSpPr/>
          <p:nvPr/>
        </p:nvSpPr>
        <p:spPr>
          <a:xfrm>
            <a:off x="2711653" y="344106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rod421"/>
          <p:cNvSpPr/>
          <p:nvPr/>
        </p:nvSpPr>
        <p:spPr>
          <a:xfrm>
            <a:off x="4553255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line422"/>
          <p:cNvSpPr/>
          <p:nvPr/>
        </p:nvSpPr>
        <p:spPr>
          <a:xfrm>
            <a:off x="4553255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line423"/>
          <p:cNvSpPr/>
          <p:nvPr/>
        </p:nvSpPr>
        <p:spPr>
          <a:xfrm>
            <a:off x="4553255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9-line424"/>
          <p:cNvSpPr/>
          <p:nvPr/>
        </p:nvSpPr>
        <p:spPr>
          <a:xfrm>
            <a:off x="4553255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line425"/>
          <p:cNvSpPr/>
          <p:nvPr/>
        </p:nvSpPr>
        <p:spPr>
          <a:xfrm>
            <a:off x="4553255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line426"/>
          <p:cNvSpPr/>
          <p:nvPr/>
        </p:nvSpPr>
        <p:spPr>
          <a:xfrm>
            <a:off x="4553255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line427"/>
          <p:cNvSpPr/>
          <p:nvPr/>
        </p:nvSpPr>
        <p:spPr>
          <a:xfrm>
            <a:off x="4553255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line428"/>
          <p:cNvSpPr/>
          <p:nvPr/>
        </p:nvSpPr>
        <p:spPr>
          <a:xfrm>
            <a:off x="4553255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9-line429"/>
          <p:cNvSpPr/>
          <p:nvPr/>
        </p:nvSpPr>
        <p:spPr>
          <a:xfrm>
            <a:off x="4553255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9-line430"/>
          <p:cNvSpPr/>
          <p:nvPr/>
        </p:nvSpPr>
        <p:spPr>
          <a:xfrm>
            <a:off x="4553255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rod431"/>
          <p:cNvSpPr/>
          <p:nvPr/>
        </p:nvSpPr>
        <p:spPr>
          <a:xfrm>
            <a:off x="4831232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9-line432"/>
          <p:cNvSpPr/>
          <p:nvPr/>
        </p:nvSpPr>
        <p:spPr>
          <a:xfrm>
            <a:off x="4831232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line433"/>
          <p:cNvSpPr/>
          <p:nvPr/>
        </p:nvSpPr>
        <p:spPr>
          <a:xfrm>
            <a:off x="4831232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9-line434"/>
          <p:cNvSpPr/>
          <p:nvPr/>
        </p:nvSpPr>
        <p:spPr>
          <a:xfrm>
            <a:off x="4831232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line435"/>
          <p:cNvSpPr/>
          <p:nvPr/>
        </p:nvSpPr>
        <p:spPr>
          <a:xfrm>
            <a:off x="4831232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line436"/>
          <p:cNvSpPr/>
          <p:nvPr/>
        </p:nvSpPr>
        <p:spPr>
          <a:xfrm>
            <a:off x="4831232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line437"/>
          <p:cNvSpPr/>
          <p:nvPr/>
        </p:nvSpPr>
        <p:spPr>
          <a:xfrm>
            <a:off x="4831232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line438"/>
          <p:cNvSpPr/>
          <p:nvPr/>
        </p:nvSpPr>
        <p:spPr>
          <a:xfrm>
            <a:off x="4831232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9-line439"/>
          <p:cNvSpPr/>
          <p:nvPr/>
        </p:nvSpPr>
        <p:spPr>
          <a:xfrm>
            <a:off x="4831232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9-line440"/>
          <p:cNvSpPr/>
          <p:nvPr/>
        </p:nvSpPr>
        <p:spPr>
          <a:xfrm>
            <a:off x="4831232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9-rod441"/>
          <p:cNvSpPr/>
          <p:nvPr/>
        </p:nvSpPr>
        <p:spPr>
          <a:xfrm>
            <a:off x="5109210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9-line442"/>
          <p:cNvSpPr/>
          <p:nvPr/>
        </p:nvSpPr>
        <p:spPr>
          <a:xfrm>
            <a:off x="5109210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line443"/>
          <p:cNvSpPr/>
          <p:nvPr/>
        </p:nvSpPr>
        <p:spPr>
          <a:xfrm>
            <a:off x="5109210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9-line444"/>
          <p:cNvSpPr/>
          <p:nvPr/>
        </p:nvSpPr>
        <p:spPr>
          <a:xfrm>
            <a:off x="5109210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9-line445"/>
          <p:cNvSpPr/>
          <p:nvPr/>
        </p:nvSpPr>
        <p:spPr>
          <a:xfrm>
            <a:off x="5109210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9-line446"/>
          <p:cNvSpPr/>
          <p:nvPr/>
        </p:nvSpPr>
        <p:spPr>
          <a:xfrm>
            <a:off x="5109210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9-line447"/>
          <p:cNvSpPr/>
          <p:nvPr/>
        </p:nvSpPr>
        <p:spPr>
          <a:xfrm>
            <a:off x="5109210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9-line448"/>
          <p:cNvSpPr/>
          <p:nvPr/>
        </p:nvSpPr>
        <p:spPr>
          <a:xfrm>
            <a:off x="5109210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9-line449"/>
          <p:cNvSpPr/>
          <p:nvPr/>
        </p:nvSpPr>
        <p:spPr>
          <a:xfrm>
            <a:off x="5109210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9-line450"/>
          <p:cNvSpPr/>
          <p:nvPr/>
        </p:nvSpPr>
        <p:spPr>
          <a:xfrm>
            <a:off x="5109210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9-unit451"/>
          <p:cNvSpPr/>
          <p:nvPr/>
        </p:nvSpPr>
        <p:spPr>
          <a:xfrm>
            <a:off x="5387188" y="339763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9-figure452" descr="백 모형 2개, 십 모형 3개, 일 모형 1개"/>
          <p:cNvSpPr/>
          <p:nvPr/>
        </p:nvSpPr>
        <p:spPr>
          <a:xfrm>
            <a:off x="548640" y="187744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09-label45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</a:t>
            </a:r>
            <a:endParaRPr lang="ko-KR" sz="2600" dirty="0"/>
          </a:p>
        </p:txBody>
      </p:sp>
      <p:sp>
        <p:nvSpPr>
          <p:cNvPr id="76" name="S09-flat454"/>
          <p:cNvSpPr/>
          <p:nvPr/>
        </p:nvSpPr>
        <p:spPr>
          <a:xfrm>
            <a:off x="6549847" y="1877441"/>
            <a:ext cx="1737360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9-line455"/>
          <p:cNvSpPr/>
          <p:nvPr/>
        </p:nvSpPr>
        <p:spPr>
          <a:xfrm>
            <a:off x="6723583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9-line456"/>
          <p:cNvSpPr/>
          <p:nvPr/>
        </p:nvSpPr>
        <p:spPr>
          <a:xfrm>
            <a:off x="6549847" y="205117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9-line457"/>
          <p:cNvSpPr/>
          <p:nvPr/>
        </p:nvSpPr>
        <p:spPr>
          <a:xfrm>
            <a:off x="689731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9-line458"/>
          <p:cNvSpPr/>
          <p:nvPr/>
        </p:nvSpPr>
        <p:spPr>
          <a:xfrm>
            <a:off x="6549847" y="222491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9-line459"/>
          <p:cNvSpPr/>
          <p:nvPr/>
        </p:nvSpPr>
        <p:spPr>
          <a:xfrm>
            <a:off x="707105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9-line460"/>
          <p:cNvSpPr/>
          <p:nvPr/>
        </p:nvSpPr>
        <p:spPr>
          <a:xfrm>
            <a:off x="6549847" y="239864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9-line461"/>
          <p:cNvSpPr/>
          <p:nvPr/>
        </p:nvSpPr>
        <p:spPr>
          <a:xfrm>
            <a:off x="724479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9-line462"/>
          <p:cNvSpPr/>
          <p:nvPr/>
        </p:nvSpPr>
        <p:spPr>
          <a:xfrm>
            <a:off x="6549847" y="257238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9-line463"/>
          <p:cNvSpPr/>
          <p:nvPr/>
        </p:nvSpPr>
        <p:spPr>
          <a:xfrm>
            <a:off x="7418527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9-line464"/>
          <p:cNvSpPr/>
          <p:nvPr/>
        </p:nvSpPr>
        <p:spPr>
          <a:xfrm>
            <a:off x="6549847" y="2746121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9-line465"/>
          <p:cNvSpPr/>
          <p:nvPr/>
        </p:nvSpPr>
        <p:spPr>
          <a:xfrm>
            <a:off x="7592263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9-line466"/>
          <p:cNvSpPr/>
          <p:nvPr/>
        </p:nvSpPr>
        <p:spPr>
          <a:xfrm>
            <a:off x="6549847" y="291985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9-line467"/>
          <p:cNvSpPr/>
          <p:nvPr/>
        </p:nvSpPr>
        <p:spPr>
          <a:xfrm>
            <a:off x="776599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9-line468"/>
          <p:cNvSpPr/>
          <p:nvPr/>
        </p:nvSpPr>
        <p:spPr>
          <a:xfrm>
            <a:off x="6549847" y="309359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9-line469"/>
          <p:cNvSpPr/>
          <p:nvPr/>
        </p:nvSpPr>
        <p:spPr>
          <a:xfrm>
            <a:off x="793973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9-line470"/>
          <p:cNvSpPr/>
          <p:nvPr/>
        </p:nvSpPr>
        <p:spPr>
          <a:xfrm>
            <a:off x="6549847" y="326732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9-line471"/>
          <p:cNvSpPr/>
          <p:nvPr/>
        </p:nvSpPr>
        <p:spPr>
          <a:xfrm>
            <a:off x="811347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9-line472"/>
          <p:cNvSpPr/>
          <p:nvPr/>
        </p:nvSpPr>
        <p:spPr>
          <a:xfrm>
            <a:off x="6549847" y="344106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9-rod473"/>
          <p:cNvSpPr/>
          <p:nvPr/>
        </p:nvSpPr>
        <p:spPr>
          <a:xfrm>
            <a:off x="8391449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9-line474"/>
          <p:cNvSpPr/>
          <p:nvPr/>
        </p:nvSpPr>
        <p:spPr>
          <a:xfrm>
            <a:off x="8391449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9-line475"/>
          <p:cNvSpPr/>
          <p:nvPr/>
        </p:nvSpPr>
        <p:spPr>
          <a:xfrm>
            <a:off x="8391449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9-line476"/>
          <p:cNvSpPr/>
          <p:nvPr/>
        </p:nvSpPr>
        <p:spPr>
          <a:xfrm>
            <a:off x="8391449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9-line477"/>
          <p:cNvSpPr/>
          <p:nvPr/>
        </p:nvSpPr>
        <p:spPr>
          <a:xfrm>
            <a:off x="8391449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9-line478"/>
          <p:cNvSpPr/>
          <p:nvPr/>
        </p:nvSpPr>
        <p:spPr>
          <a:xfrm>
            <a:off x="8391449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9-line479"/>
          <p:cNvSpPr/>
          <p:nvPr/>
        </p:nvSpPr>
        <p:spPr>
          <a:xfrm>
            <a:off x="8391449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9-line480"/>
          <p:cNvSpPr/>
          <p:nvPr/>
        </p:nvSpPr>
        <p:spPr>
          <a:xfrm>
            <a:off x="8391449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9-line481"/>
          <p:cNvSpPr/>
          <p:nvPr/>
        </p:nvSpPr>
        <p:spPr>
          <a:xfrm>
            <a:off x="8391449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9-line482"/>
          <p:cNvSpPr/>
          <p:nvPr/>
        </p:nvSpPr>
        <p:spPr>
          <a:xfrm>
            <a:off x="8391449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9-rod483"/>
          <p:cNvSpPr/>
          <p:nvPr/>
        </p:nvSpPr>
        <p:spPr>
          <a:xfrm>
            <a:off x="8669426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9-line484"/>
          <p:cNvSpPr/>
          <p:nvPr/>
        </p:nvSpPr>
        <p:spPr>
          <a:xfrm>
            <a:off x="8669426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9-line485"/>
          <p:cNvSpPr/>
          <p:nvPr/>
        </p:nvSpPr>
        <p:spPr>
          <a:xfrm>
            <a:off x="8669426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9-line486"/>
          <p:cNvSpPr/>
          <p:nvPr/>
        </p:nvSpPr>
        <p:spPr>
          <a:xfrm>
            <a:off x="8669426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9-line487"/>
          <p:cNvSpPr/>
          <p:nvPr/>
        </p:nvSpPr>
        <p:spPr>
          <a:xfrm>
            <a:off x="8669426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9-line488"/>
          <p:cNvSpPr/>
          <p:nvPr/>
        </p:nvSpPr>
        <p:spPr>
          <a:xfrm>
            <a:off x="8669426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9-line489"/>
          <p:cNvSpPr/>
          <p:nvPr/>
        </p:nvSpPr>
        <p:spPr>
          <a:xfrm>
            <a:off x="8669426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9-line490"/>
          <p:cNvSpPr/>
          <p:nvPr/>
        </p:nvSpPr>
        <p:spPr>
          <a:xfrm>
            <a:off x="8669426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9-line491"/>
          <p:cNvSpPr/>
          <p:nvPr/>
        </p:nvSpPr>
        <p:spPr>
          <a:xfrm>
            <a:off x="8669426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9-line492"/>
          <p:cNvSpPr/>
          <p:nvPr/>
        </p:nvSpPr>
        <p:spPr>
          <a:xfrm>
            <a:off x="8669426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9-rod493"/>
          <p:cNvSpPr/>
          <p:nvPr/>
        </p:nvSpPr>
        <p:spPr>
          <a:xfrm>
            <a:off x="8947404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9-line494"/>
          <p:cNvSpPr/>
          <p:nvPr/>
        </p:nvSpPr>
        <p:spPr>
          <a:xfrm>
            <a:off x="8947404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9-line495"/>
          <p:cNvSpPr/>
          <p:nvPr/>
        </p:nvSpPr>
        <p:spPr>
          <a:xfrm>
            <a:off x="8947404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9-line496"/>
          <p:cNvSpPr/>
          <p:nvPr/>
        </p:nvSpPr>
        <p:spPr>
          <a:xfrm>
            <a:off x="8947404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9-line497"/>
          <p:cNvSpPr/>
          <p:nvPr/>
        </p:nvSpPr>
        <p:spPr>
          <a:xfrm>
            <a:off x="8947404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9-line498"/>
          <p:cNvSpPr/>
          <p:nvPr/>
        </p:nvSpPr>
        <p:spPr>
          <a:xfrm>
            <a:off x="8947404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9-line499"/>
          <p:cNvSpPr/>
          <p:nvPr/>
        </p:nvSpPr>
        <p:spPr>
          <a:xfrm>
            <a:off x="8947404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9-line500"/>
          <p:cNvSpPr/>
          <p:nvPr/>
        </p:nvSpPr>
        <p:spPr>
          <a:xfrm>
            <a:off x="8947404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9-line501"/>
          <p:cNvSpPr/>
          <p:nvPr/>
        </p:nvSpPr>
        <p:spPr>
          <a:xfrm>
            <a:off x="8947404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9-line502"/>
          <p:cNvSpPr/>
          <p:nvPr/>
        </p:nvSpPr>
        <p:spPr>
          <a:xfrm>
            <a:off x="8947404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9-rod503"/>
          <p:cNvSpPr/>
          <p:nvPr/>
        </p:nvSpPr>
        <p:spPr>
          <a:xfrm>
            <a:off x="9225382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9-line504"/>
          <p:cNvSpPr/>
          <p:nvPr/>
        </p:nvSpPr>
        <p:spPr>
          <a:xfrm>
            <a:off x="9225382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9-line505"/>
          <p:cNvSpPr/>
          <p:nvPr/>
        </p:nvSpPr>
        <p:spPr>
          <a:xfrm>
            <a:off x="9225382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9-line506"/>
          <p:cNvSpPr/>
          <p:nvPr/>
        </p:nvSpPr>
        <p:spPr>
          <a:xfrm>
            <a:off x="9225382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9-line507"/>
          <p:cNvSpPr/>
          <p:nvPr/>
        </p:nvSpPr>
        <p:spPr>
          <a:xfrm>
            <a:off x="9225382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9-line508"/>
          <p:cNvSpPr/>
          <p:nvPr/>
        </p:nvSpPr>
        <p:spPr>
          <a:xfrm>
            <a:off x="9225382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9-line509"/>
          <p:cNvSpPr/>
          <p:nvPr/>
        </p:nvSpPr>
        <p:spPr>
          <a:xfrm>
            <a:off x="9225382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9-line510"/>
          <p:cNvSpPr/>
          <p:nvPr/>
        </p:nvSpPr>
        <p:spPr>
          <a:xfrm>
            <a:off x="9225382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9-line511"/>
          <p:cNvSpPr/>
          <p:nvPr/>
        </p:nvSpPr>
        <p:spPr>
          <a:xfrm>
            <a:off x="9225382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9-line512"/>
          <p:cNvSpPr/>
          <p:nvPr/>
        </p:nvSpPr>
        <p:spPr>
          <a:xfrm>
            <a:off x="9225382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9-rod513"/>
          <p:cNvSpPr/>
          <p:nvPr/>
        </p:nvSpPr>
        <p:spPr>
          <a:xfrm>
            <a:off x="9503359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9-line514"/>
          <p:cNvSpPr/>
          <p:nvPr/>
        </p:nvSpPr>
        <p:spPr>
          <a:xfrm>
            <a:off x="9503359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9-line515"/>
          <p:cNvSpPr/>
          <p:nvPr/>
        </p:nvSpPr>
        <p:spPr>
          <a:xfrm>
            <a:off x="9503359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9-line516"/>
          <p:cNvSpPr/>
          <p:nvPr/>
        </p:nvSpPr>
        <p:spPr>
          <a:xfrm>
            <a:off x="9503359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9-line517"/>
          <p:cNvSpPr/>
          <p:nvPr/>
        </p:nvSpPr>
        <p:spPr>
          <a:xfrm>
            <a:off x="9503359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9-line518"/>
          <p:cNvSpPr/>
          <p:nvPr/>
        </p:nvSpPr>
        <p:spPr>
          <a:xfrm>
            <a:off x="9503359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9-line519"/>
          <p:cNvSpPr/>
          <p:nvPr/>
        </p:nvSpPr>
        <p:spPr>
          <a:xfrm>
            <a:off x="9503359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9-line520"/>
          <p:cNvSpPr/>
          <p:nvPr/>
        </p:nvSpPr>
        <p:spPr>
          <a:xfrm>
            <a:off x="9503359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9-line521"/>
          <p:cNvSpPr/>
          <p:nvPr/>
        </p:nvSpPr>
        <p:spPr>
          <a:xfrm>
            <a:off x="9503359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9-line522"/>
          <p:cNvSpPr/>
          <p:nvPr/>
        </p:nvSpPr>
        <p:spPr>
          <a:xfrm>
            <a:off x="9503359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9-rod523"/>
          <p:cNvSpPr/>
          <p:nvPr/>
        </p:nvSpPr>
        <p:spPr>
          <a:xfrm>
            <a:off x="9781337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9-line524"/>
          <p:cNvSpPr/>
          <p:nvPr/>
        </p:nvSpPr>
        <p:spPr>
          <a:xfrm>
            <a:off x="9781337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9-line525"/>
          <p:cNvSpPr/>
          <p:nvPr/>
        </p:nvSpPr>
        <p:spPr>
          <a:xfrm>
            <a:off x="9781337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9-line526"/>
          <p:cNvSpPr/>
          <p:nvPr/>
        </p:nvSpPr>
        <p:spPr>
          <a:xfrm>
            <a:off x="9781337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9-line527"/>
          <p:cNvSpPr/>
          <p:nvPr/>
        </p:nvSpPr>
        <p:spPr>
          <a:xfrm>
            <a:off x="9781337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9-line528"/>
          <p:cNvSpPr/>
          <p:nvPr/>
        </p:nvSpPr>
        <p:spPr>
          <a:xfrm>
            <a:off x="9781337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9-line529"/>
          <p:cNvSpPr/>
          <p:nvPr/>
        </p:nvSpPr>
        <p:spPr>
          <a:xfrm>
            <a:off x="9781337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9-line530"/>
          <p:cNvSpPr/>
          <p:nvPr/>
        </p:nvSpPr>
        <p:spPr>
          <a:xfrm>
            <a:off x="9781337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09-line531"/>
          <p:cNvSpPr/>
          <p:nvPr/>
        </p:nvSpPr>
        <p:spPr>
          <a:xfrm>
            <a:off x="9781337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9-line532"/>
          <p:cNvSpPr/>
          <p:nvPr/>
        </p:nvSpPr>
        <p:spPr>
          <a:xfrm>
            <a:off x="9781337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09-rod533"/>
          <p:cNvSpPr/>
          <p:nvPr/>
        </p:nvSpPr>
        <p:spPr>
          <a:xfrm>
            <a:off x="10059314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9-line534"/>
          <p:cNvSpPr/>
          <p:nvPr/>
        </p:nvSpPr>
        <p:spPr>
          <a:xfrm>
            <a:off x="10059314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09-line535"/>
          <p:cNvSpPr/>
          <p:nvPr/>
        </p:nvSpPr>
        <p:spPr>
          <a:xfrm>
            <a:off x="10059314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9-line536"/>
          <p:cNvSpPr/>
          <p:nvPr/>
        </p:nvSpPr>
        <p:spPr>
          <a:xfrm>
            <a:off x="10059314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09-line537"/>
          <p:cNvSpPr/>
          <p:nvPr/>
        </p:nvSpPr>
        <p:spPr>
          <a:xfrm>
            <a:off x="10059314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9-line538"/>
          <p:cNvSpPr/>
          <p:nvPr/>
        </p:nvSpPr>
        <p:spPr>
          <a:xfrm>
            <a:off x="10059314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9-line539"/>
          <p:cNvSpPr/>
          <p:nvPr/>
        </p:nvSpPr>
        <p:spPr>
          <a:xfrm>
            <a:off x="10059314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9-line540"/>
          <p:cNvSpPr/>
          <p:nvPr/>
        </p:nvSpPr>
        <p:spPr>
          <a:xfrm>
            <a:off x="10059314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9-line541"/>
          <p:cNvSpPr/>
          <p:nvPr/>
        </p:nvSpPr>
        <p:spPr>
          <a:xfrm>
            <a:off x="10059314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9-line542"/>
          <p:cNvSpPr/>
          <p:nvPr/>
        </p:nvSpPr>
        <p:spPr>
          <a:xfrm>
            <a:off x="10059314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9-rod543"/>
          <p:cNvSpPr/>
          <p:nvPr/>
        </p:nvSpPr>
        <p:spPr>
          <a:xfrm>
            <a:off x="10337292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9-line544"/>
          <p:cNvSpPr/>
          <p:nvPr/>
        </p:nvSpPr>
        <p:spPr>
          <a:xfrm>
            <a:off x="10337292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9-line545"/>
          <p:cNvSpPr/>
          <p:nvPr/>
        </p:nvSpPr>
        <p:spPr>
          <a:xfrm>
            <a:off x="10337292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9-line546"/>
          <p:cNvSpPr/>
          <p:nvPr/>
        </p:nvSpPr>
        <p:spPr>
          <a:xfrm>
            <a:off x="10337292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9-line547"/>
          <p:cNvSpPr/>
          <p:nvPr/>
        </p:nvSpPr>
        <p:spPr>
          <a:xfrm>
            <a:off x="10337292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9-line548"/>
          <p:cNvSpPr/>
          <p:nvPr/>
        </p:nvSpPr>
        <p:spPr>
          <a:xfrm>
            <a:off x="10337292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9-line549"/>
          <p:cNvSpPr/>
          <p:nvPr/>
        </p:nvSpPr>
        <p:spPr>
          <a:xfrm>
            <a:off x="10337292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9-line550"/>
          <p:cNvSpPr/>
          <p:nvPr/>
        </p:nvSpPr>
        <p:spPr>
          <a:xfrm>
            <a:off x="10337292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9-line551"/>
          <p:cNvSpPr/>
          <p:nvPr/>
        </p:nvSpPr>
        <p:spPr>
          <a:xfrm>
            <a:off x="10337292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9-line552"/>
          <p:cNvSpPr/>
          <p:nvPr/>
        </p:nvSpPr>
        <p:spPr>
          <a:xfrm>
            <a:off x="10337292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9-rod553"/>
          <p:cNvSpPr/>
          <p:nvPr/>
        </p:nvSpPr>
        <p:spPr>
          <a:xfrm>
            <a:off x="10615270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6" name="S09-line554"/>
          <p:cNvSpPr/>
          <p:nvPr/>
        </p:nvSpPr>
        <p:spPr>
          <a:xfrm>
            <a:off x="10615270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9-line555"/>
          <p:cNvSpPr/>
          <p:nvPr/>
        </p:nvSpPr>
        <p:spPr>
          <a:xfrm>
            <a:off x="10615270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9-line556"/>
          <p:cNvSpPr/>
          <p:nvPr/>
        </p:nvSpPr>
        <p:spPr>
          <a:xfrm>
            <a:off x="10615270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9-line557"/>
          <p:cNvSpPr/>
          <p:nvPr/>
        </p:nvSpPr>
        <p:spPr>
          <a:xfrm>
            <a:off x="10615270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9-line558"/>
          <p:cNvSpPr/>
          <p:nvPr/>
        </p:nvSpPr>
        <p:spPr>
          <a:xfrm>
            <a:off x="10615270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9-line559"/>
          <p:cNvSpPr/>
          <p:nvPr/>
        </p:nvSpPr>
        <p:spPr>
          <a:xfrm>
            <a:off x="10615270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9-line560"/>
          <p:cNvSpPr/>
          <p:nvPr/>
        </p:nvSpPr>
        <p:spPr>
          <a:xfrm>
            <a:off x="10615270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9-line561"/>
          <p:cNvSpPr/>
          <p:nvPr/>
        </p:nvSpPr>
        <p:spPr>
          <a:xfrm>
            <a:off x="10615270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9-line562"/>
          <p:cNvSpPr/>
          <p:nvPr/>
        </p:nvSpPr>
        <p:spPr>
          <a:xfrm>
            <a:off x="10615270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9-unit563"/>
          <p:cNvSpPr/>
          <p:nvPr/>
        </p:nvSpPr>
        <p:spPr>
          <a:xfrm>
            <a:off x="10893247" y="339763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6" name="S09-unit564"/>
          <p:cNvSpPr/>
          <p:nvPr/>
        </p:nvSpPr>
        <p:spPr>
          <a:xfrm>
            <a:off x="10893247" y="318046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7" name="S09-unit565"/>
          <p:cNvSpPr/>
          <p:nvPr/>
        </p:nvSpPr>
        <p:spPr>
          <a:xfrm>
            <a:off x="10893247" y="296329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09-unit566"/>
          <p:cNvSpPr/>
          <p:nvPr/>
        </p:nvSpPr>
        <p:spPr>
          <a:xfrm>
            <a:off x="10893247" y="274612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09-unit567"/>
          <p:cNvSpPr/>
          <p:nvPr/>
        </p:nvSpPr>
        <p:spPr>
          <a:xfrm>
            <a:off x="10893247" y="252895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0" name="S09-unit568"/>
          <p:cNvSpPr/>
          <p:nvPr/>
        </p:nvSpPr>
        <p:spPr>
          <a:xfrm>
            <a:off x="11119104" y="339763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1" name="S09-unit569"/>
          <p:cNvSpPr/>
          <p:nvPr/>
        </p:nvSpPr>
        <p:spPr>
          <a:xfrm>
            <a:off x="11119104" y="318046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2" name="S09-unit570"/>
          <p:cNvSpPr/>
          <p:nvPr/>
        </p:nvSpPr>
        <p:spPr>
          <a:xfrm>
            <a:off x="11119104" y="296329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3" name="S09-figure571" descr="백 모형 1개, 십 모형 9개, 일 모형 8개"/>
          <p:cNvSpPr/>
          <p:nvPr/>
        </p:nvSpPr>
        <p:spPr>
          <a:xfrm>
            <a:off x="6254496" y="187744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4" name="S09-label572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같으면 다음 자리</a:t>
            </a:r>
            <a:endParaRPr lang="ko-KR" sz="4400" dirty="0"/>
          </a:p>
        </p:txBody>
      </p:sp>
      <p:sp>
        <p:nvSpPr>
          <p:cNvPr id="3" name="S10-text5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자리가 같으면 십의 자리를 봐요.</a:t>
            </a:r>
            <a:endParaRPr lang="ko-KR" sz="3200" dirty="0"/>
          </a:p>
        </p:txBody>
      </p:sp>
      <p:sp>
        <p:nvSpPr>
          <p:cNvPr id="4" name="S10-card57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57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&gt; 347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347 &lt; 352 라고도 써요.</a:t>
            </a:r>
            <a:endParaRPr lang="ko-KR" sz="3200" dirty="0"/>
          </a:p>
        </p:txBody>
      </p:sp>
      <p:graphicFrame>
        <p:nvGraphicFramePr>
          <p:cNvPr id="11" name="S10-table5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5516" y="2403602"/>
          <a:ext cx="6217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와 &lt; 넣기</a:t>
            </a:r>
            <a:endParaRPr lang="ko-KR" sz="4400" dirty="0"/>
          </a:p>
        </p:txBody>
      </p:sp>
      <p:sp>
        <p:nvSpPr>
          <p:cNvPr id="3" name="S11-text5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 또는 &lt; 를 넣어요.</a:t>
            </a:r>
            <a:endParaRPr lang="ko-KR" sz="3200" dirty="0"/>
          </a:p>
        </p:txBody>
      </p:sp>
      <p:sp>
        <p:nvSpPr>
          <p:cNvPr id="4" name="S11-card5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5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비교해요.</a:t>
            </a:r>
            <a:endParaRPr lang="ko-KR" sz="3200" dirty="0"/>
          </a:p>
        </p:txBody>
      </p:sp>
      <p:sp>
        <p:nvSpPr>
          <p:cNvPr id="6" name="S11-card580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581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자리별로 보면</a:t>
            </a:r>
            <a:endParaRPr lang="ko-KR" sz="3200" dirty="0"/>
          </a:p>
        </p:txBody>
      </p:sp>
      <p:graphicFrame>
        <p:nvGraphicFramePr>
          <p:cNvPr id="12" name="S11-table5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872740"/>
          <a:ext cx="4814316" cy="914400"/>
        </p:xfrm>
        <a:graphic>
          <a:graphicData uri="http://schemas.openxmlformats.org/drawingml/2006/table">
            <a:tbl>
              <a:tblPr/>
              <a:tblGrid>
                <a:gridCol w="1203579"/>
                <a:gridCol w="1203579"/>
                <a:gridCol w="1203579"/>
                <a:gridCol w="1203579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1-chip58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11-eqtext58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498 ○ 512</a:t>
            </a:r>
            <a:endParaRPr lang="ko-KR" sz="3600" dirty="0"/>
          </a:p>
        </p:txBody>
      </p:sp>
      <p:sp>
        <p:nvSpPr>
          <p:cNvPr id="11" name="S11-chip58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11-eqtext58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364 ○ 346</a:t>
            </a:r>
            <a:endParaRPr lang="ko-KR" sz="3600" dirty="0"/>
          </a:p>
        </p:txBody>
      </p:sp>
      <p:sp>
        <p:nvSpPr>
          <p:cNvPr id="13" name="S11-chip5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11-eqtext58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725 ○ 729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2-card5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299와 301 중 어느 수가 더 클까요?</a:t>
            </a:r>
            <a:endParaRPr lang="ko-KR" sz="3200" dirty="0"/>
          </a:p>
        </p:txBody>
      </p:sp>
      <p:sp>
        <p:nvSpPr>
          <p:cNvPr id="5" name="S12-card5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5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2-chip59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299</a:t>
            </a:r>
            <a:endParaRPr lang="ko-KR" sz="2600" dirty="0"/>
          </a:p>
        </p:txBody>
      </p:sp>
      <p:sp>
        <p:nvSpPr>
          <p:cNvPr id="8" name="S12-text59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9가 두 개나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299가 커요.</a:t>
            </a:r>
            <a:endParaRPr lang="ko-KR" sz="3200" dirty="0"/>
          </a:p>
        </p:txBody>
      </p:sp>
      <p:sp>
        <p:nvSpPr>
          <p:cNvPr id="9" name="S12-chip59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301</a:t>
            </a:r>
            <a:endParaRPr lang="ko-KR" sz="2600" dirty="0"/>
          </a:p>
        </p:txBody>
      </p:sp>
      <p:sp>
        <p:nvSpPr>
          <p:cNvPr id="10" name="S12-text59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3이 2보다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크니까 301이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3-text5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3-chip59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3-text59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육백팔을 숫자로 써요.</a:t>
            </a:r>
            <a:endParaRPr lang="ko-KR" sz="3200" dirty="0"/>
          </a:p>
        </p:txBody>
      </p:sp>
      <p:sp>
        <p:nvSpPr>
          <p:cNvPr id="6" name="S13-chip60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3-text60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481에서 8은 얼마일까요?</a:t>
            </a:r>
            <a:endParaRPr lang="ko-KR" sz="3200" dirty="0"/>
          </a:p>
        </p:txBody>
      </p:sp>
      <p:sp>
        <p:nvSpPr>
          <p:cNvPr id="8" name="S13-chip60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3-eqtext60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563 ○ 536</a:t>
            </a:r>
            <a:endParaRPr lang="ko-KR" sz="3600" dirty="0"/>
          </a:p>
        </p:txBody>
      </p:sp>
      <p:sp>
        <p:nvSpPr>
          <p:cNvPr id="10" name="S13-chip60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3-eqtext60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907 ○ 970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클까요?</a:t>
            </a:r>
            <a:endParaRPr lang="ko-KR" sz="4400" dirty="0"/>
          </a:p>
        </p:txBody>
      </p:sp>
      <p:sp>
        <p:nvSpPr>
          <p:cNvPr id="3" name="S15-card6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6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쓰고, &gt; 나 &lt; 로 비교해요.</a:t>
            </a:r>
            <a:endParaRPr lang="ko-KR" sz="3200" dirty="0"/>
          </a:p>
        </p:txBody>
      </p:sp>
      <p:sp>
        <p:nvSpPr>
          <p:cNvPr id="5" name="S15-chip608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5-flat609"/>
          <p:cNvSpPr/>
          <p:nvPr/>
        </p:nvSpPr>
        <p:spPr>
          <a:xfrm>
            <a:off x="1009040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line610"/>
          <p:cNvSpPr/>
          <p:nvPr/>
        </p:nvSpPr>
        <p:spPr>
          <a:xfrm>
            <a:off x="113705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5-line611"/>
          <p:cNvSpPr/>
          <p:nvPr/>
        </p:nvSpPr>
        <p:spPr>
          <a:xfrm>
            <a:off x="1009040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5-line612"/>
          <p:cNvSpPr/>
          <p:nvPr/>
        </p:nvSpPr>
        <p:spPr>
          <a:xfrm>
            <a:off x="126507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613"/>
          <p:cNvSpPr/>
          <p:nvPr/>
        </p:nvSpPr>
        <p:spPr>
          <a:xfrm>
            <a:off x="1009040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614"/>
          <p:cNvSpPr/>
          <p:nvPr/>
        </p:nvSpPr>
        <p:spPr>
          <a:xfrm>
            <a:off x="139308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615"/>
          <p:cNvSpPr/>
          <p:nvPr/>
        </p:nvSpPr>
        <p:spPr>
          <a:xfrm>
            <a:off x="1009040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616"/>
          <p:cNvSpPr/>
          <p:nvPr/>
        </p:nvSpPr>
        <p:spPr>
          <a:xfrm>
            <a:off x="152110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617"/>
          <p:cNvSpPr/>
          <p:nvPr/>
        </p:nvSpPr>
        <p:spPr>
          <a:xfrm>
            <a:off x="1009040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618"/>
          <p:cNvSpPr/>
          <p:nvPr/>
        </p:nvSpPr>
        <p:spPr>
          <a:xfrm>
            <a:off x="164912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619"/>
          <p:cNvSpPr/>
          <p:nvPr/>
        </p:nvSpPr>
        <p:spPr>
          <a:xfrm>
            <a:off x="1009040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620"/>
          <p:cNvSpPr/>
          <p:nvPr/>
        </p:nvSpPr>
        <p:spPr>
          <a:xfrm>
            <a:off x="177713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621"/>
          <p:cNvSpPr/>
          <p:nvPr/>
        </p:nvSpPr>
        <p:spPr>
          <a:xfrm>
            <a:off x="1009040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622"/>
          <p:cNvSpPr/>
          <p:nvPr/>
        </p:nvSpPr>
        <p:spPr>
          <a:xfrm>
            <a:off x="190515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623"/>
          <p:cNvSpPr/>
          <p:nvPr/>
        </p:nvSpPr>
        <p:spPr>
          <a:xfrm>
            <a:off x="1009040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624"/>
          <p:cNvSpPr/>
          <p:nvPr/>
        </p:nvSpPr>
        <p:spPr>
          <a:xfrm>
            <a:off x="203316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625"/>
          <p:cNvSpPr/>
          <p:nvPr/>
        </p:nvSpPr>
        <p:spPr>
          <a:xfrm>
            <a:off x="1009040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626"/>
          <p:cNvSpPr/>
          <p:nvPr/>
        </p:nvSpPr>
        <p:spPr>
          <a:xfrm>
            <a:off x="216118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627"/>
          <p:cNvSpPr/>
          <p:nvPr/>
        </p:nvSpPr>
        <p:spPr>
          <a:xfrm>
            <a:off x="1009040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flat628"/>
          <p:cNvSpPr/>
          <p:nvPr/>
        </p:nvSpPr>
        <p:spPr>
          <a:xfrm>
            <a:off x="2366010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line629"/>
          <p:cNvSpPr/>
          <p:nvPr/>
        </p:nvSpPr>
        <p:spPr>
          <a:xfrm>
            <a:off x="249402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630"/>
          <p:cNvSpPr/>
          <p:nvPr/>
        </p:nvSpPr>
        <p:spPr>
          <a:xfrm>
            <a:off x="2366010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631"/>
          <p:cNvSpPr/>
          <p:nvPr/>
        </p:nvSpPr>
        <p:spPr>
          <a:xfrm>
            <a:off x="262204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632"/>
          <p:cNvSpPr/>
          <p:nvPr/>
        </p:nvSpPr>
        <p:spPr>
          <a:xfrm>
            <a:off x="2366010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633"/>
          <p:cNvSpPr/>
          <p:nvPr/>
        </p:nvSpPr>
        <p:spPr>
          <a:xfrm>
            <a:off x="275005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634"/>
          <p:cNvSpPr/>
          <p:nvPr/>
        </p:nvSpPr>
        <p:spPr>
          <a:xfrm>
            <a:off x="2366010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635"/>
          <p:cNvSpPr/>
          <p:nvPr/>
        </p:nvSpPr>
        <p:spPr>
          <a:xfrm>
            <a:off x="287807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636"/>
          <p:cNvSpPr/>
          <p:nvPr/>
        </p:nvSpPr>
        <p:spPr>
          <a:xfrm>
            <a:off x="2366010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637"/>
          <p:cNvSpPr/>
          <p:nvPr/>
        </p:nvSpPr>
        <p:spPr>
          <a:xfrm>
            <a:off x="300609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638"/>
          <p:cNvSpPr/>
          <p:nvPr/>
        </p:nvSpPr>
        <p:spPr>
          <a:xfrm>
            <a:off x="2366010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639"/>
          <p:cNvSpPr/>
          <p:nvPr/>
        </p:nvSpPr>
        <p:spPr>
          <a:xfrm>
            <a:off x="313410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640"/>
          <p:cNvSpPr/>
          <p:nvPr/>
        </p:nvSpPr>
        <p:spPr>
          <a:xfrm>
            <a:off x="2366010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641"/>
          <p:cNvSpPr/>
          <p:nvPr/>
        </p:nvSpPr>
        <p:spPr>
          <a:xfrm>
            <a:off x="326212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642"/>
          <p:cNvSpPr/>
          <p:nvPr/>
        </p:nvSpPr>
        <p:spPr>
          <a:xfrm>
            <a:off x="2366010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643"/>
          <p:cNvSpPr/>
          <p:nvPr/>
        </p:nvSpPr>
        <p:spPr>
          <a:xfrm>
            <a:off x="339013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644"/>
          <p:cNvSpPr/>
          <p:nvPr/>
        </p:nvSpPr>
        <p:spPr>
          <a:xfrm>
            <a:off x="2366010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645"/>
          <p:cNvSpPr/>
          <p:nvPr/>
        </p:nvSpPr>
        <p:spPr>
          <a:xfrm>
            <a:off x="351815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646"/>
          <p:cNvSpPr/>
          <p:nvPr/>
        </p:nvSpPr>
        <p:spPr>
          <a:xfrm>
            <a:off x="2366010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5-flat647"/>
          <p:cNvSpPr/>
          <p:nvPr/>
        </p:nvSpPr>
        <p:spPr>
          <a:xfrm>
            <a:off x="3722980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line648"/>
          <p:cNvSpPr/>
          <p:nvPr/>
        </p:nvSpPr>
        <p:spPr>
          <a:xfrm>
            <a:off x="385099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649"/>
          <p:cNvSpPr/>
          <p:nvPr/>
        </p:nvSpPr>
        <p:spPr>
          <a:xfrm>
            <a:off x="3722980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650"/>
          <p:cNvSpPr/>
          <p:nvPr/>
        </p:nvSpPr>
        <p:spPr>
          <a:xfrm>
            <a:off x="397901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5-line651"/>
          <p:cNvSpPr/>
          <p:nvPr/>
        </p:nvSpPr>
        <p:spPr>
          <a:xfrm>
            <a:off x="3722980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5-line652"/>
          <p:cNvSpPr/>
          <p:nvPr/>
        </p:nvSpPr>
        <p:spPr>
          <a:xfrm>
            <a:off x="410702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653"/>
          <p:cNvSpPr/>
          <p:nvPr/>
        </p:nvSpPr>
        <p:spPr>
          <a:xfrm>
            <a:off x="3722980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654"/>
          <p:cNvSpPr/>
          <p:nvPr/>
        </p:nvSpPr>
        <p:spPr>
          <a:xfrm>
            <a:off x="423504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655"/>
          <p:cNvSpPr/>
          <p:nvPr/>
        </p:nvSpPr>
        <p:spPr>
          <a:xfrm>
            <a:off x="3722980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5-line656"/>
          <p:cNvSpPr/>
          <p:nvPr/>
        </p:nvSpPr>
        <p:spPr>
          <a:xfrm>
            <a:off x="436306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5-line657"/>
          <p:cNvSpPr/>
          <p:nvPr/>
        </p:nvSpPr>
        <p:spPr>
          <a:xfrm>
            <a:off x="3722980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658"/>
          <p:cNvSpPr/>
          <p:nvPr/>
        </p:nvSpPr>
        <p:spPr>
          <a:xfrm>
            <a:off x="449107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659"/>
          <p:cNvSpPr/>
          <p:nvPr/>
        </p:nvSpPr>
        <p:spPr>
          <a:xfrm>
            <a:off x="3722980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660"/>
          <p:cNvSpPr/>
          <p:nvPr/>
        </p:nvSpPr>
        <p:spPr>
          <a:xfrm>
            <a:off x="461909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5-line661"/>
          <p:cNvSpPr/>
          <p:nvPr/>
        </p:nvSpPr>
        <p:spPr>
          <a:xfrm>
            <a:off x="3722980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5-line662"/>
          <p:cNvSpPr/>
          <p:nvPr/>
        </p:nvSpPr>
        <p:spPr>
          <a:xfrm>
            <a:off x="474710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663"/>
          <p:cNvSpPr/>
          <p:nvPr/>
        </p:nvSpPr>
        <p:spPr>
          <a:xfrm>
            <a:off x="3722980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664"/>
          <p:cNvSpPr/>
          <p:nvPr/>
        </p:nvSpPr>
        <p:spPr>
          <a:xfrm>
            <a:off x="487512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665"/>
          <p:cNvSpPr/>
          <p:nvPr/>
        </p:nvSpPr>
        <p:spPr>
          <a:xfrm>
            <a:off x="3722980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rod666"/>
          <p:cNvSpPr/>
          <p:nvPr/>
        </p:nvSpPr>
        <p:spPr>
          <a:xfrm>
            <a:off x="5079949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5-line667"/>
          <p:cNvSpPr/>
          <p:nvPr/>
        </p:nvSpPr>
        <p:spPr>
          <a:xfrm>
            <a:off x="5079949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668"/>
          <p:cNvSpPr/>
          <p:nvPr/>
        </p:nvSpPr>
        <p:spPr>
          <a:xfrm>
            <a:off x="5079949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669"/>
          <p:cNvSpPr/>
          <p:nvPr/>
        </p:nvSpPr>
        <p:spPr>
          <a:xfrm>
            <a:off x="5079949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670"/>
          <p:cNvSpPr/>
          <p:nvPr/>
        </p:nvSpPr>
        <p:spPr>
          <a:xfrm>
            <a:off x="5079949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ine671"/>
          <p:cNvSpPr/>
          <p:nvPr/>
        </p:nvSpPr>
        <p:spPr>
          <a:xfrm>
            <a:off x="5079949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5-line672"/>
          <p:cNvSpPr/>
          <p:nvPr/>
        </p:nvSpPr>
        <p:spPr>
          <a:xfrm>
            <a:off x="5079949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5-line673"/>
          <p:cNvSpPr/>
          <p:nvPr/>
        </p:nvSpPr>
        <p:spPr>
          <a:xfrm>
            <a:off x="5079949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5-line674"/>
          <p:cNvSpPr/>
          <p:nvPr/>
        </p:nvSpPr>
        <p:spPr>
          <a:xfrm>
            <a:off x="5079949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5-line675"/>
          <p:cNvSpPr/>
          <p:nvPr/>
        </p:nvSpPr>
        <p:spPr>
          <a:xfrm>
            <a:off x="5079949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5-unit676"/>
          <p:cNvSpPr/>
          <p:nvPr/>
        </p:nvSpPr>
        <p:spPr>
          <a:xfrm>
            <a:off x="5284775" y="405536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5-unit677"/>
          <p:cNvSpPr/>
          <p:nvPr/>
        </p:nvSpPr>
        <p:spPr>
          <a:xfrm>
            <a:off x="5284775" y="389534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5-unit678"/>
          <p:cNvSpPr/>
          <p:nvPr/>
        </p:nvSpPr>
        <p:spPr>
          <a:xfrm>
            <a:off x="5284775" y="373532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5-unit679"/>
          <p:cNvSpPr/>
          <p:nvPr/>
        </p:nvSpPr>
        <p:spPr>
          <a:xfrm>
            <a:off x="5284775" y="357530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5-unit680"/>
          <p:cNvSpPr/>
          <p:nvPr/>
        </p:nvSpPr>
        <p:spPr>
          <a:xfrm>
            <a:off x="5284775" y="341528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5-figure681" descr="백 모형 3개, 십 모형 1개, 일 모형 5개"/>
          <p:cNvSpPr/>
          <p:nvPr/>
        </p:nvSpPr>
        <p:spPr>
          <a:xfrm>
            <a:off x="548640" y="293522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15-chip682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0" name="S15-flat683"/>
          <p:cNvSpPr/>
          <p:nvPr/>
        </p:nvSpPr>
        <p:spPr>
          <a:xfrm>
            <a:off x="6513728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5-line684"/>
          <p:cNvSpPr/>
          <p:nvPr/>
        </p:nvSpPr>
        <p:spPr>
          <a:xfrm>
            <a:off x="664174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5-line685"/>
          <p:cNvSpPr/>
          <p:nvPr/>
        </p:nvSpPr>
        <p:spPr>
          <a:xfrm>
            <a:off x="6513728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5-line686"/>
          <p:cNvSpPr/>
          <p:nvPr/>
        </p:nvSpPr>
        <p:spPr>
          <a:xfrm>
            <a:off x="676976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5-line687"/>
          <p:cNvSpPr/>
          <p:nvPr/>
        </p:nvSpPr>
        <p:spPr>
          <a:xfrm>
            <a:off x="6513728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5-line688"/>
          <p:cNvSpPr/>
          <p:nvPr/>
        </p:nvSpPr>
        <p:spPr>
          <a:xfrm>
            <a:off x="689777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5-line689"/>
          <p:cNvSpPr/>
          <p:nvPr/>
        </p:nvSpPr>
        <p:spPr>
          <a:xfrm>
            <a:off x="6513728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690"/>
          <p:cNvSpPr/>
          <p:nvPr/>
        </p:nvSpPr>
        <p:spPr>
          <a:xfrm>
            <a:off x="702579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691"/>
          <p:cNvSpPr/>
          <p:nvPr/>
        </p:nvSpPr>
        <p:spPr>
          <a:xfrm>
            <a:off x="6513728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692"/>
          <p:cNvSpPr/>
          <p:nvPr/>
        </p:nvSpPr>
        <p:spPr>
          <a:xfrm>
            <a:off x="715380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693"/>
          <p:cNvSpPr/>
          <p:nvPr/>
        </p:nvSpPr>
        <p:spPr>
          <a:xfrm>
            <a:off x="6513728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5-line694"/>
          <p:cNvSpPr/>
          <p:nvPr/>
        </p:nvSpPr>
        <p:spPr>
          <a:xfrm>
            <a:off x="728182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ine695"/>
          <p:cNvSpPr/>
          <p:nvPr/>
        </p:nvSpPr>
        <p:spPr>
          <a:xfrm>
            <a:off x="6513728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5-line696"/>
          <p:cNvSpPr/>
          <p:nvPr/>
        </p:nvSpPr>
        <p:spPr>
          <a:xfrm>
            <a:off x="740984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5-line697"/>
          <p:cNvSpPr/>
          <p:nvPr/>
        </p:nvSpPr>
        <p:spPr>
          <a:xfrm>
            <a:off x="6513728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5-line698"/>
          <p:cNvSpPr/>
          <p:nvPr/>
        </p:nvSpPr>
        <p:spPr>
          <a:xfrm>
            <a:off x="753785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5-line699"/>
          <p:cNvSpPr/>
          <p:nvPr/>
        </p:nvSpPr>
        <p:spPr>
          <a:xfrm>
            <a:off x="6513728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5-line700"/>
          <p:cNvSpPr/>
          <p:nvPr/>
        </p:nvSpPr>
        <p:spPr>
          <a:xfrm>
            <a:off x="766587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5-line701"/>
          <p:cNvSpPr/>
          <p:nvPr/>
        </p:nvSpPr>
        <p:spPr>
          <a:xfrm>
            <a:off x="6513728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5-flat702"/>
          <p:cNvSpPr/>
          <p:nvPr/>
        </p:nvSpPr>
        <p:spPr>
          <a:xfrm>
            <a:off x="7870698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15-line703"/>
          <p:cNvSpPr/>
          <p:nvPr/>
        </p:nvSpPr>
        <p:spPr>
          <a:xfrm>
            <a:off x="799871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5-line704"/>
          <p:cNvSpPr/>
          <p:nvPr/>
        </p:nvSpPr>
        <p:spPr>
          <a:xfrm>
            <a:off x="7870698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5-line705"/>
          <p:cNvSpPr/>
          <p:nvPr/>
        </p:nvSpPr>
        <p:spPr>
          <a:xfrm>
            <a:off x="812673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5-line706"/>
          <p:cNvSpPr/>
          <p:nvPr/>
        </p:nvSpPr>
        <p:spPr>
          <a:xfrm>
            <a:off x="7870698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5-line707"/>
          <p:cNvSpPr/>
          <p:nvPr/>
        </p:nvSpPr>
        <p:spPr>
          <a:xfrm>
            <a:off x="825474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5-line708"/>
          <p:cNvSpPr/>
          <p:nvPr/>
        </p:nvSpPr>
        <p:spPr>
          <a:xfrm>
            <a:off x="7870698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5-line709"/>
          <p:cNvSpPr/>
          <p:nvPr/>
        </p:nvSpPr>
        <p:spPr>
          <a:xfrm>
            <a:off x="838276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5-line710"/>
          <p:cNvSpPr/>
          <p:nvPr/>
        </p:nvSpPr>
        <p:spPr>
          <a:xfrm>
            <a:off x="7870698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5-line711"/>
          <p:cNvSpPr/>
          <p:nvPr/>
        </p:nvSpPr>
        <p:spPr>
          <a:xfrm>
            <a:off x="851077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5-line712"/>
          <p:cNvSpPr/>
          <p:nvPr/>
        </p:nvSpPr>
        <p:spPr>
          <a:xfrm>
            <a:off x="7870698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5-line713"/>
          <p:cNvSpPr/>
          <p:nvPr/>
        </p:nvSpPr>
        <p:spPr>
          <a:xfrm>
            <a:off x="863879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5-line714"/>
          <p:cNvSpPr/>
          <p:nvPr/>
        </p:nvSpPr>
        <p:spPr>
          <a:xfrm>
            <a:off x="7870698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5-line715"/>
          <p:cNvSpPr/>
          <p:nvPr/>
        </p:nvSpPr>
        <p:spPr>
          <a:xfrm>
            <a:off x="876681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5-line716"/>
          <p:cNvSpPr/>
          <p:nvPr/>
        </p:nvSpPr>
        <p:spPr>
          <a:xfrm>
            <a:off x="7870698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5-line717"/>
          <p:cNvSpPr/>
          <p:nvPr/>
        </p:nvSpPr>
        <p:spPr>
          <a:xfrm>
            <a:off x="889482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5-line718"/>
          <p:cNvSpPr/>
          <p:nvPr/>
        </p:nvSpPr>
        <p:spPr>
          <a:xfrm>
            <a:off x="7870698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5-line719"/>
          <p:cNvSpPr/>
          <p:nvPr/>
        </p:nvSpPr>
        <p:spPr>
          <a:xfrm>
            <a:off x="902284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5-line720"/>
          <p:cNvSpPr/>
          <p:nvPr/>
        </p:nvSpPr>
        <p:spPr>
          <a:xfrm>
            <a:off x="7870698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5-rod721"/>
          <p:cNvSpPr/>
          <p:nvPr/>
        </p:nvSpPr>
        <p:spPr>
          <a:xfrm>
            <a:off x="9227668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5-line722"/>
          <p:cNvSpPr/>
          <p:nvPr/>
        </p:nvSpPr>
        <p:spPr>
          <a:xfrm>
            <a:off x="9227668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5-line723"/>
          <p:cNvSpPr/>
          <p:nvPr/>
        </p:nvSpPr>
        <p:spPr>
          <a:xfrm>
            <a:off x="9227668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5-line724"/>
          <p:cNvSpPr/>
          <p:nvPr/>
        </p:nvSpPr>
        <p:spPr>
          <a:xfrm>
            <a:off x="9227668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5-line725"/>
          <p:cNvSpPr/>
          <p:nvPr/>
        </p:nvSpPr>
        <p:spPr>
          <a:xfrm>
            <a:off x="9227668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5-line726"/>
          <p:cNvSpPr/>
          <p:nvPr/>
        </p:nvSpPr>
        <p:spPr>
          <a:xfrm>
            <a:off x="9227668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5-line727"/>
          <p:cNvSpPr/>
          <p:nvPr/>
        </p:nvSpPr>
        <p:spPr>
          <a:xfrm>
            <a:off x="9227668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5-line728"/>
          <p:cNvSpPr/>
          <p:nvPr/>
        </p:nvSpPr>
        <p:spPr>
          <a:xfrm>
            <a:off x="9227668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5-line729"/>
          <p:cNvSpPr/>
          <p:nvPr/>
        </p:nvSpPr>
        <p:spPr>
          <a:xfrm>
            <a:off x="9227668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5-line730"/>
          <p:cNvSpPr/>
          <p:nvPr/>
        </p:nvSpPr>
        <p:spPr>
          <a:xfrm>
            <a:off x="9227668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5-rod731"/>
          <p:cNvSpPr/>
          <p:nvPr/>
        </p:nvSpPr>
        <p:spPr>
          <a:xfrm>
            <a:off x="9432493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15-line732"/>
          <p:cNvSpPr/>
          <p:nvPr/>
        </p:nvSpPr>
        <p:spPr>
          <a:xfrm>
            <a:off x="9432493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5-line733"/>
          <p:cNvSpPr/>
          <p:nvPr/>
        </p:nvSpPr>
        <p:spPr>
          <a:xfrm>
            <a:off x="9432493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5-line734"/>
          <p:cNvSpPr/>
          <p:nvPr/>
        </p:nvSpPr>
        <p:spPr>
          <a:xfrm>
            <a:off x="9432493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5-line735"/>
          <p:cNvSpPr/>
          <p:nvPr/>
        </p:nvSpPr>
        <p:spPr>
          <a:xfrm>
            <a:off x="9432493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5-line736"/>
          <p:cNvSpPr/>
          <p:nvPr/>
        </p:nvSpPr>
        <p:spPr>
          <a:xfrm>
            <a:off x="9432493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5-line737"/>
          <p:cNvSpPr/>
          <p:nvPr/>
        </p:nvSpPr>
        <p:spPr>
          <a:xfrm>
            <a:off x="9432493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5-line738"/>
          <p:cNvSpPr/>
          <p:nvPr/>
        </p:nvSpPr>
        <p:spPr>
          <a:xfrm>
            <a:off x="9432493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5-line739"/>
          <p:cNvSpPr/>
          <p:nvPr/>
        </p:nvSpPr>
        <p:spPr>
          <a:xfrm>
            <a:off x="9432493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5-line740"/>
          <p:cNvSpPr/>
          <p:nvPr/>
        </p:nvSpPr>
        <p:spPr>
          <a:xfrm>
            <a:off x="9432493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5-rod741"/>
          <p:cNvSpPr/>
          <p:nvPr/>
        </p:nvSpPr>
        <p:spPr>
          <a:xfrm>
            <a:off x="9637319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15-line742"/>
          <p:cNvSpPr/>
          <p:nvPr/>
        </p:nvSpPr>
        <p:spPr>
          <a:xfrm>
            <a:off x="9637319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5-line743"/>
          <p:cNvSpPr/>
          <p:nvPr/>
        </p:nvSpPr>
        <p:spPr>
          <a:xfrm>
            <a:off x="9637319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5-line744"/>
          <p:cNvSpPr/>
          <p:nvPr/>
        </p:nvSpPr>
        <p:spPr>
          <a:xfrm>
            <a:off x="9637319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5-line745"/>
          <p:cNvSpPr/>
          <p:nvPr/>
        </p:nvSpPr>
        <p:spPr>
          <a:xfrm>
            <a:off x="9637319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5-line746"/>
          <p:cNvSpPr/>
          <p:nvPr/>
        </p:nvSpPr>
        <p:spPr>
          <a:xfrm>
            <a:off x="9637319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5-line747"/>
          <p:cNvSpPr/>
          <p:nvPr/>
        </p:nvSpPr>
        <p:spPr>
          <a:xfrm>
            <a:off x="9637319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5-line748"/>
          <p:cNvSpPr/>
          <p:nvPr/>
        </p:nvSpPr>
        <p:spPr>
          <a:xfrm>
            <a:off x="9637319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5-line749"/>
          <p:cNvSpPr/>
          <p:nvPr/>
        </p:nvSpPr>
        <p:spPr>
          <a:xfrm>
            <a:off x="9637319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5-line750"/>
          <p:cNvSpPr/>
          <p:nvPr/>
        </p:nvSpPr>
        <p:spPr>
          <a:xfrm>
            <a:off x="9637319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5-rod751"/>
          <p:cNvSpPr/>
          <p:nvPr/>
        </p:nvSpPr>
        <p:spPr>
          <a:xfrm>
            <a:off x="9842144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15-line752"/>
          <p:cNvSpPr/>
          <p:nvPr/>
        </p:nvSpPr>
        <p:spPr>
          <a:xfrm>
            <a:off x="9842144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5-line753"/>
          <p:cNvSpPr/>
          <p:nvPr/>
        </p:nvSpPr>
        <p:spPr>
          <a:xfrm>
            <a:off x="9842144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15-line754"/>
          <p:cNvSpPr/>
          <p:nvPr/>
        </p:nvSpPr>
        <p:spPr>
          <a:xfrm>
            <a:off x="9842144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15-line755"/>
          <p:cNvSpPr/>
          <p:nvPr/>
        </p:nvSpPr>
        <p:spPr>
          <a:xfrm>
            <a:off x="9842144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15-line756"/>
          <p:cNvSpPr/>
          <p:nvPr/>
        </p:nvSpPr>
        <p:spPr>
          <a:xfrm>
            <a:off x="9842144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15-line757"/>
          <p:cNvSpPr/>
          <p:nvPr/>
        </p:nvSpPr>
        <p:spPr>
          <a:xfrm>
            <a:off x="9842144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15-line758"/>
          <p:cNvSpPr/>
          <p:nvPr/>
        </p:nvSpPr>
        <p:spPr>
          <a:xfrm>
            <a:off x="9842144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15-line759"/>
          <p:cNvSpPr/>
          <p:nvPr/>
        </p:nvSpPr>
        <p:spPr>
          <a:xfrm>
            <a:off x="9842144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15-line760"/>
          <p:cNvSpPr/>
          <p:nvPr/>
        </p:nvSpPr>
        <p:spPr>
          <a:xfrm>
            <a:off x="9842144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15-rod761"/>
          <p:cNvSpPr/>
          <p:nvPr/>
        </p:nvSpPr>
        <p:spPr>
          <a:xfrm>
            <a:off x="10046970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15-line762"/>
          <p:cNvSpPr/>
          <p:nvPr/>
        </p:nvSpPr>
        <p:spPr>
          <a:xfrm>
            <a:off x="10046970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15-line763"/>
          <p:cNvSpPr/>
          <p:nvPr/>
        </p:nvSpPr>
        <p:spPr>
          <a:xfrm>
            <a:off x="10046970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15-line764"/>
          <p:cNvSpPr/>
          <p:nvPr/>
        </p:nvSpPr>
        <p:spPr>
          <a:xfrm>
            <a:off x="10046970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5-line765"/>
          <p:cNvSpPr/>
          <p:nvPr/>
        </p:nvSpPr>
        <p:spPr>
          <a:xfrm>
            <a:off x="10046970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5-line766"/>
          <p:cNvSpPr/>
          <p:nvPr/>
        </p:nvSpPr>
        <p:spPr>
          <a:xfrm>
            <a:off x="10046970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5-line767"/>
          <p:cNvSpPr/>
          <p:nvPr/>
        </p:nvSpPr>
        <p:spPr>
          <a:xfrm>
            <a:off x="10046970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5-line768"/>
          <p:cNvSpPr/>
          <p:nvPr/>
        </p:nvSpPr>
        <p:spPr>
          <a:xfrm>
            <a:off x="10046970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5-line769"/>
          <p:cNvSpPr/>
          <p:nvPr/>
        </p:nvSpPr>
        <p:spPr>
          <a:xfrm>
            <a:off x="10046970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5-line770"/>
          <p:cNvSpPr/>
          <p:nvPr/>
        </p:nvSpPr>
        <p:spPr>
          <a:xfrm>
            <a:off x="10046970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5-rod771"/>
          <p:cNvSpPr/>
          <p:nvPr/>
        </p:nvSpPr>
        <p:spPr>
          <a:xfrm>
            <a:off x="10251796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15-line772"/>
          <p:cNvSpPr/>
          <p:nvPr/>
        </p:nvSpPr>
        <p:spPr>
          <a:xfrm>
            <a:off x="10251796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5-line773"/>
          <p:cNvSpPr/>
          <p:nvPr/>
        </p:nvSpPr>
        <p:spPr>
          <a:xfrm>
            <a:off x="10251796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5-line774"/>
          <p:cNvSpPr/>
          <p:nvPr/>
        </p:nvSpPr>
        <p:spPr>
          <a:xfrm>
            <a:off x="10251796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5-line775"/>
          <p:cNvSpPr/>
          <p:nvPr/>
        </p:nvSpPr>
        <p:spPr>
          <a:xfrm>
            <a:off x="10251796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5-line776"/>
          <p:cNvSpPr/>
          <p:nvPr/>
        </p:nvSpPr>
        <p:spPr>
          <a:xfrm>
            <a:off x="10251796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5-line777"/>
          <p:cNvSpPr/>
          <p:nvPr/>
        </p:nvSpPr>
        <p:spPr>
          <a:xfrm>
            <a:off x="10251796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5-line778"/>
          <p:cNvSpPr/>
          <p:nvPr/>
        </p:nvSpPr>
        <p:spPr>
          <a:xfrm>
            <a:off x="10251796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5-line779"/>
          <p:cNvSpPr/>
          <p:nvPr/>
        </p:nvSpPr>
        <p:spPr>
          <a:xfrm>
            <a:off x="10251796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5-line780"/>
          <p:cNvSpPr/>
          <p:nvPr/>
        </p:nvSpPr>
        <p:spPr>
          <a:xfrm>
            <a:off x="10251796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5-rod781"/>
          <p:cNvSpPr/>
          <p:nvPr/>
        </p:nvSpPr>
        <p:spPr>
          <a:xfrm>
            <a:off x="10456621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9" name="S15-line782"/>
          <p:cNvSpPr/>
          <p:nvPr/>
        </p:nvSpPr>
        <p:spPr>
          <a:xfrm>
            <a:off x="10456621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5-line783"/>
          <p:cNvSpPr/>
          <p:nvPr/>
        </p:nvSpPr>
        <p:spPr>
          <a:xfrm>
            <a:off x="10456621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5-line784"/>
          <p:cNvSpPr/>
          <p:nvPr/>
        </p:nvSpPr>
        <p:spPr>
          <a:xfrm>
            <a:off x="10456621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5-line785"/>
          <p:cNvSpPr/>
          <p:nvPr/>
        </p:nvSpPr>
        <p:spPr>
          <a:xfrm>
            <a:off x="10456621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5-line786"/>
          <p:cNvSpPr/>
          <p:nvPr/>
        </p:nvSpPr>
        <p:spPr>
          <a:xfrm>
            <a:off x="10456621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5-line787"/>
          <p:cNvSpPr/>
          <p:nvPr/>
        </p:nvSpPr>
        <p:spPr>
          <a:xfrm>
            <a:off x="10456621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5-line788"/>
          <p:cNvSpPr/>
          <p:nvPr/>
        </p:nvSpPr>
        <p:spPr>
          <a:xfrm>
            <a:off x="10456621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5-line789"/>
          <p:cNvSpPr/>
          <p:nvPr/>
        </p:nvSpPr>
        <p:spPr>
          <a:xfrm>
            <a:off x="10456621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5-line790"/>
          <p:cNvSpPr/>
          <p:nvPr/>
        </p:nvSpPr>
        <p:spPr>
          <a:xfrm>
            <a:off x="10456621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5-rod791"/>
          <p:cNvSpPr/>
          <p:nvPr/>
        </p:nvSpPr>
        <p:spPr>
          <a:xfrm>
            <a:off x="10661447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15-line792"/>
          <p:cNvSpPr/>
          <p:nvPr/>
        </p:nvSpPr>
        <p:spPr>
          <a:xfrm>
            <a:off x="10661447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5-line793"/>
          <p:cNvSpPr/>
          <p:nvPr/>
        </p:nvSpPr>
        <p:spPr>
          <a:xfrm>
            <a:off x="10661447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5-line794"/>
          <p:cNvSpPr/>
          <p:nvPr/>
        </p:nvSpPr>
        <p:spPr>
          <a:xfrm>
            <a:off x="10661447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5-line795"/>
          <p:cNvSpPr/>
          <p:nvPr/>
        </p:nvSpPr>
        <p:spPr>
          <a:xfrm>
            <a:off x="10661447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5-line796"/>
          <p:cNvSpPr/>
          <p:nvPr/>
        </p:nvSpPr>
        <p:spPr>
          <a:xfrm>
            <a:off x="10661447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5-line797"/>
          <p:cNvSpPr/>
          <p:nvPr/>
        </p:nvSpPr>
        <p:spPr>
          <a:xfrm>
            <a:off x="10661447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5-line798"/>
          <p:cNvSpPr/>
          <p:nvPr/>
        </p:nvSpPr>
        <p:spPr>
          <a:xfrm>
            <a:off x="10661447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5-line799"/>
          <p:cNvSpPr/>
          <p:nvPr/>
        </p:nvSpPr>
        <p:spPr>
          <a:xfrm>
            <a:off x="10661447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5-line800"/>
          <p:cNvSpPr/>
          <p:nvPr/>
        </p:nvSpPr>
        <p:spPr>
          <a:xfrm>
            <a:off x="10661447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5-rod801"/>
          <p:cNvSpPr/>
          <p:nvPr/>
        </p:nvSpPr>
        <p:spPr>
          <a:xfrm>
            <a:off x="10866272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9" name="S15-line802"/>
          <p:cNvSpPr/>
          <p:nvPr/>
        </p:nvSpPr>
        <p:spPr>
          <a:xfrm>
            <a:off x="10866272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5-line803"/>
          <p:cNvSpPr/>
          <p:nvPr/>
        </p:nvSpPr>
        <p:spPr>
          <a:xfrm>
            <a:off x="10866272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5-line804"/>
          <p:cNvSpPr/>
          <p:nvPr/>
        </p:nvSpPr>
        <p:spPr>
          <a:xfrm>
            <a:off x="10866272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5-line805"/>
          <p:cNvSpPr/>
          <p:nvPr/>
        </p:nvSpPr>
        <p:spPr>
          <a:xfrm>
            <a:off x="10866272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5-line806"/>
          <p:cNvSpPr/>
          <p:nvPr/>
        </p:nvSpPr>
        <p:spPr>
          <a:xfrm>
            <a:off x="10866272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5-line807"/>
          <p:cNvSpPr/>
          <p:nvPr/>
        </p:nvSpPr>
        <p:spPr>
          <a:xfrm>
            <a:off x="10866272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5-line808"/>
          <p:cNvSpPr/>
          <p:nvPr/>
        </p:nvSpPr>
        <p:spPr>
          <a:xfrm>
            <a:off x="10866272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5-line809"/>
          <p:cNvSpPr/>
          <p:nvPr/>
        </p:nvSpPr>
        <p:spPr>
          <a:xfrm>
            <a:off x="10866272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5-line810"/>
          <p:cNvSpPr/>
          <p:nvPr/>
        </p:nvSpPr>
        <p:spPr>
          <a:xfrm>
            <a:off x="10866272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5-unit811"/>
          <p:cNvSpPr/>
          <p:nvPr/>
        </p:nvSpPr>
        <p:spPr>
          <a:xfrm>
            <a:off x="11071098" y="405536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9" name="S15-unit812"/>
          <p:cNvSpPr/>
          <p:nvPr/>
        </p:nvSpPr>
        <p:spPr>
          <a:xfrm>
            <a:off x="11071098" y="389534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0" name="S15-unit813"/>
          <p:cNvSpPr/>
          <p:nvPr/>
        </p:nvSpPr>
        <p:spPr>
          <a:xfrm>
            <a:off x="11071098" y="373532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1" name="S15-unit814"/>
          <p:cNvSpPr/>
          <p:nvPr/>
        </p:nvSpPr>
        <p:spPr>
          <a:xfrm>
            <a:off x="11071098" y="357530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2" name="S15-unit815"/>
          <p:cNvSpPr/>
          <p:nvPr/>
        </p:nvSpPr>
        <p:spPr>
          <a:xfrm>
            <a:off x="11071098" y="341528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3" name="S15-unit816"/>
          <p:cNvSpPr/>
          <p:nvPr/>
        </p:nvSpPr>
        <p:spPr>
          <a:xfrm>
            <a:off x="11237519" y="405536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4" name="S15-unit817"/>
          <p:cNvSpPr/>
          <p:nvPr/>
        </p:nvSpPr>
        <p:spPr>
          <a:xfrm>
            <a:off x="11237519" y="389534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5" name="S15-unit818"/>
          <p:cNvSpPr/>
          <p:nvPr/>
        </p:nvSpPr>
        <p:spPr>
          <a:xfrm>
            <a:off x="11237519" y="373532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6" name="S15-figure819" descr="백 모형 2개, 십 모형 9개, 일 모형 8개"/>
          <p:cNvSpPr/>
          <p:nvPr/>
        </p:nvSpPr>
        <p:spPr>
          <a:xfrm>
            <a:off x="6277356" y="293522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6-card8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8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차례로 비교해요.</a:t>
            </a:r>
            <a:endParaRPr lang="ko-KR" sz="3200" dirty="0"/>
          </a:p>
        </p:txBody>
      </p:sp>
      <p:sp>
        <p:nvSpPr>
          <p:cNvPr id="5" name="S16-chip82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0인 자리에 0 쓰기</a:t>
            </a:r>
            <a:endParaRPr lang="ko-KR" sz="2600" dirty="0"/>
          </a:p>
        </p:txBody>
      </p:sp>
      <p:sp>
        <p:nvSpPr>
          <p:cNvPr id="6" name="S16-chip82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숫자만 보고 비교하기</a:t>
            </a:r>
            <a:endParaRPr lang="ko-KR" sz="2600" dirty="0"/>
          </a:p>
        </p:txBody>
      </p:sp>
      <p:sp>
        <p:nvSpPr>
          <p:cNvPr id="7" name="S16-text82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6-text82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100이 5개,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3개인 수</a:t>
            </a:r>
            <a:endParaRPr lang="ko-KR" sz="2600" dirty="0"/>
          </a:p>
        </p:txBody>
      </p:sp>
      <p:sp>
        <p:nvSpPr>
          <p:cNvPr id="9" name="S16-text82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이백구십을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0" name="S16-eqtext82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418 ○ 481</a:t>
            </a:r>
            <a:endParaRPr lang="ko-KR" sz="3000" dirty="0"/>
          </a:p>
        </p:txBody>
      </p:sp>
      <p:sp>
        <p:nvSpPr>
          <p:cNvPr id="11" name="S16-text8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네 자리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7-text8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낱개로 세어요.</a:t>
            </a:r>
            <a:endParaRPr lang="ko-KR" sz="3200" dirty="0"/>
          </a:p>
        </p:txBody>
      </p:sp>
      <p:sp>
        <p:nvSpPr>
          <p:cNvPr id="4" name="S17-card8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8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6개는 46이에요.</a:t>
            </a:r>
            <a:endParaRPr lang="ko-KR" sz="3200" dirty="0"/>
          </a:p>
        </p:txBody>
      </p:sp>
      <p:sp>
        <p:nvSpPr>
          <p:cNvPr id="6" name="S17-rod832"/>
          <p:cNvSpPr/>
          <p:nvPr/>
        </p:nvSpPr>
        <p:spPr>
          <a:xfrm>
            <a:off x="1896325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7-line833"/>
          <p:cNvSpPr/>
          <p:nvPr/>
        </p:nvSpPr>
        <p:spPr>
          <a:xfrm>
            <a:off x="1896325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7-line834"/>
          <p:cNvSpPr/>
          <p:nvPr/>
        </p:nvSpPr>
        <p:spPr>
          <a:xfrm>
            <a:off x="1896325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7-line835"/>
          <p:cNvSpPr/>
          <p:nvPr/>
        </p:nvSpPr>
        <p:spPr>
          <a:xfrm>
            <a:off x="1896325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7-line836"/>
          <p:cNvSpPr/>
          <p:nvPr/>
        </p:nvSpPr>
        <p:spPr>
          <a:xfrm>
            <a:off x="1896325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7-line837"/>
          <p:cNvSpPr/>
          <p:nvPr/>
        </p:nvSpPr>
        <p:spPr>
          <a:xfrm>
            <a:off x="1896325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7-line838"/>
          <p:cNvSpPr/>
          <p:nvPr/>
        </p:nvSpPr>
        <p:spPr>
          <a:xfrm>
            <a:off x="1896325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7-line839"/>
          <p:cNvSpPr/>
          <p:nvPr/>
        </p:nvSpPr>
        <p:spPr>
          <a:xfrm>
            <a:off x="1896325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7-line840"/>
          <p:cNvSpPr/>
          <p:nvPr/>
        </p:nvSpPr>
        <p:spPr>
          <a:xfrm>
            <a:off x="1896325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7-line841"/>
          <p:cNvSpPr/>
          <p:nvPr/>
        </p:nvSpPr>
        <p:spPr>
          <a:xfrm>
            <a:off x="1896325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7-rod842"/>
          <p:cNvSpPr/>
          <p:nvPr/>
        </p:nvSpPr>
        <p:spPr>
          <a:xfrm>
            <a:off x="2374626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7-line843"/>
          <p:cNvSpPr/>
          <p:nvPr/>
        </p:nvSpPr>
        <p:spPr>
          <a:xfrm>
            <a:off x="2374626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7-line844"/>
          <p:cNvSpPr/>
          <p:nvPr/>
        </p:nvSpPr>
        <p:spPr>
          <a:xfrm>
            <a:off x="2374626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7-line845"/>
          <p:cNvSpPr/>
          <p:nvPr/>
        </p:nvSpPr>
        <p:spPr>
          <a:xfrm>
            <a:off x="2374626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7-line846"/>
          <p:cNvSpPr/>
          <p:nvPr/>
        </p:nvSpPr>
        <p:spPr>
          <a:xfrm>
            <a:off x="2374626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7-line847"/>
          <p:cNvSpPr/>
          <p:nvPr/>
        </p:nvSpPr>
        <p:spPr>
          <a:xfrm>
            <a:off x="2374626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7-line848"/>
          <p:cNvSpPr/>
          <p:nvPr/>
        </p:nvSpPr>
        <p:spPr>
          <a:xfrm>
            <a:off x="2374626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7-line849"/>
          <p:cNvSpPr/>
          <p:nvPr/>
        </p:nvSpPr>
        <p:spPr>
          <a:xfrm>
            <a:off x="2374626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7-line850"/>
          <p:cNvSpPr/>
          <p:nvPr/>
        </p:nvSpPr>
        <p:spPr>
          <a:xfrm>
            <a:off x="2374626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7-line851"/>
          <p:cNvSpPr/>
          <p:nvPr/>
        </p:nvSpPr>
        <p:spPr>
          <a:xfrm>
            <a:off x="2374626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7-rod852"/>
          <p:cNvSpPr/>
          <p:nvPr/>
        </p:nvSpPr>
        <p:spPr>
          <a:xfrm>
            <a:off x="2852928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7-line853"/>
          <p:cNvSpPr/>
          <p:nvPr/>
        </p:nvSpPr>
        <p:spPr>
          <a:xfrm>
            <a:off x="2852928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7-line854"/>
          <p:cNvSpPr/>
          <p:nvPr/>
        </p:nvSpPr>
        <p:spPr>
          <a:xfrm>
            <a:off x="2852928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7-line855"/>
          <p:cNvSpPr/>
          <p:nvPr/>
        </p:nvSpPr>
        <p:spPr>
          <a:xfrm>
            <a:off x="2852928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7-line856"/>
          <p:cNvSpPr/>
          <p:nvPr/>
        </p:nvSpPr>
        <p:spPr>
          <a:xfrm>
            <a:off x="2852928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7-line857"/>
          <p:cNvSpPr/>
          <p:nvPr/>
        </p:nvSpPr>
        <p:spPr>
          <a:xfrm>
            <a:off x="2852928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7-line858"/>
          <p:cNvSpPr/>
          <p:nvPr/>
        </p:nvSpPr>
        <p:spPr>
          <a:xfrm>
            <a:off x="2852928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7-line859"/>
          <p:cNvSpPr/>
          <p:nvPr/>
        </p:nvSpPr>
        <p:spPr>
          <a:xfrm>
            <a:off x="2852928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7-line860"/>
          <p:cNvSpPr/>
          <p:nvPr/>
        </p:nvSpPr>
        <p:spPr>
          <a:xfrm>
            <a:off x="2852928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7-line861"/>
          <p:cNvSpPr/>
          <p:nvPr/>
        </p:nvSpPr>
        <p:spPr>
          <a:xfrm>
            <a:off x="2852928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7-rod862"/>
          <p:cNvSpPr/>
          <p:nvPr/>
        </p:nvSpPr>
        <p:spPr>
          <a:xfrm>
            <a:off x="3331230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7-line863"/>
          <p:cNvSpPr/>
          <p:nvPr/>
        </p:nvSpPr>
        <p:spPr>
          <a:xfrm>
            <a:off x="3331230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7-line864"/>
          <p:cNvSpPr/>
          <p:nvPr/>
        </p:nvSpPr>
        <p:spPr>
          <a:xfrm>
            <a:off x="3331230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7-line865"/>
          <p:cNvSpPr/>
          <p:nvPr/>
        </p:nvSpPr>
        <p:spPr>
          <a:xfrm>
            <a:off x="3331230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7-line866"/>
          <p:cNvSpPr/>
          <p:nvPr/>
        </p:nvSpPr>
        <p:spPr>
          <a:xfrm>
            <a:off x="3331230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7-line867"/>
          <p:cNvSpPr/>
          <p:nvPr/>
        </p:nvSpPr>
        <p:spPr>
          <a:xfrm>
            <a:off x="3331230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7-line868"/>
          <p:cNvSpPr/>
          <p:nvPr/>
        </p:nvSpPr>
        <p:spPr>
          <a:xfrm>
            <a:off x="3331230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7-line869"/>
          <p:cNvSpPr/>
          <p:nvPr/>
        </p:nvSpPr>
        <p:spPr>
          <a:xfrm>
            <a:off x="3331230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7-line870"/>
          <p:cNvSpPr/>
          <p:nvPr/>
        </p:nvSpPr>
        <p:spPr>
          <a:xfrm>
            <a:off x="3331230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7-line871"/>
          <p:cNvSpPr/>
          <p:nvPr/>
        </p:nvSpPr>
        <p:spPr>
          <a:xfrm>
            <a:off x="3331230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7-unit872"/>
          <p:cNvSpPr/>
          <p:nvPr/>
        </p:nvSpPr>
        <p:spPr>
          <a:xfrm>
            <a:off x="3809531" y="4687179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7-unit873"/>
          <p:cNvSpPr/>
          <p:nvPr/>
        </p:nvSpPr>
        <p:spPr>
          <a:xfrm>
            <a:off x="3809531" y="4313506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7-unit874"/>
          <p:cNvSpPr/>
          <p:nvPr/>
        </p:nvSpPr>
        <p:spPr>
          <a:xfrm>
            <a:off x="3809531" y="3939833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7-unit875"/>
          <p:cNvSpPr/>
          <p:nvPr/>
        </p:nvSpPr>
        <p:spPr>
          <a:xfrm>
            <a:off x="3809531" y="3566160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7-unit876"/>
          <p:cNvSpPr/>
          <p:nvPr/>
        </p:nvSpPr>
        <p:spPr>
          <a:xfrm>
            <a:off x="3809531" y="3192487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7-unit877"/>
          <p:cNvSpPr/>
          <p:nvPr/>
        </p:nvSpPr>
        <p:spPr>
          <a:xfrm>
            <a:off x="4198151" y="4687179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7-figure878" descr="십 모형 4개와 일 모형 6개"/>
          <p:cNvSpPr/>
          <p:nvPr/>
        </p:nvSpPr>
        <p:spPr>
          <a:xfrm>
            <a:off x="548640" y="207146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17" name="S17-table8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936240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세 자리 수</dc:title>
  <dc:subject>KR22-G02-MAT-NUM1000-L01</dc:subject>
  <dc:creator>education-ppt</dc:creator>
  <cp:lastModifiedBy>education-ppt</cp:lastModifiedBy>
  <cp:revision>1</cp:revision>
  <dcterms:created xsi:type="dcterms:W3CDTF">2026-10-26T07:46:32Z</dcterms:created>
  <dcterms:modified xsi:type="dcterms:W3CDTF">2026-10-26T07:46:32Z</dcterms:modified>
</cp:coreProperties>
</file>