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ad7b14d-b923-303c-c5aa-cd1227a72414}">
          <p14:sldIdLst>
            <p14:sldId id="256"/>
            <p14:sldId id="257"/>
          </p14:sldIdLst>
        </p14:section>
        <p14:section name="개념" id="{0feead51-865a-ed3c-3b57-ee082953db2f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0d34fd46-ec47-c872-d83a-5367d6f3bce9}">
          <p14:sldIdLst>
            <p14:sldId id="264"/>
            <p14:sldId id="265"/>
          </p14:sldIdLst>
        </p14:section>
        <p14:section name="확인" id="{8c105896-55e2-2594-9f44-961fa43de93b}">
          <p14:sldIdLst>
            <p14:sldId id="266"/>
            <p14:sldId id="267"/>
          </p14:sldIdLst>
        </p14:section>
        <p14:section name="정리" id="{7c6c7ad6-cd8f-5185-a059-d8938dd06a85}">
          <p14:sldIdLst>
            <p14:sldId id="268"/>
          </p14:sldIdLst>
        </p14:section>
        <p14:section name="보충" id="{291f3b81-9891-4b1b-2da6-e06fce7b7a1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3단과 6단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3단과 6단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3단과 6단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3단과 6단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3단으로 6단을 구할 수 있을까?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98499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44219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89939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798499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44219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89939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798499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44219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89939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group10"/>
          <p:cNvSpPr/>
          <p:nvPr/>
        </p:nvSpPr>
        <p:spPr>
          <a:xfrm>
            <a:off x="7925562" y="14538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7925562" y="19110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group12"/>
          <p:cNvSpPr/>
          <p:nvPr/>
        </p:nvSpPr>
        <p:spPr>
          <a:xfrm>
            <a:off x="7925562" y="23682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1-figure13" descr="3개씩 묶은 점 3줄"/>
          <p:cNvSpPr/>
          <p:nvPr/>
        </p:nvSpPr>
        <p:spPr>
          <a:xfrm>
            <a:off x="7898130" y="1417320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110978" y="15041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568178" y="15041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11025378" y="15041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dot17"/>
          <p:cNvSpPr/>
          <p:nvPr/>
        </p:nvSpPr>
        <p:spPr>
          <a:xfrm>
            <a:off x="10110978" y="19613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568178" y="19613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dot19"/>
          <p:cNvSpPr/>
          <p:nvPr/>
        </p:nvSpPr>
        <p:spPr>
          <a:xfrm>
            <a:off x="11025378" y="19613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110978" y="24185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10568178" y="24185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1025378" y="24185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group23"/>
          <p:cNvSpPr/>
          <p:nvPr/>
        </p:nvSpPr>
        <p:spPr>
          <a:xfrm>
            <a:off x="10051542" y="14538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1-group24"/>
          <p:cNvSpPr/>
          <p:nvPr/>
        </p:nvSpPr>
        <p:spPr>
          <a:xfrm>
            <a:off x="10051542" y="19110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1-group25"/>
          <p:cNvSpPr/>
          <p:nvPr/>
        </p:nvSpPr>
        <p:spPr>
          <a:xfrm>
            <a:off x="10051542" y="23682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1-figure26" descr="파란 점 3개씩 3줄"/>
          <p:cNvSpPr/>
          <p:nvPr/>
        </p:nvSpPr>
        <p:spPr>
          <a:xfrm>
            <a:off x="10024110" y="1417320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1-card2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1" name="S01-cardtext2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3씩 묶어 세어 3단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3단을 두 번 더해 6단을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7 = □</a:t>
            </a:r>
            <a:endParaRPr lang="ko-KR" sz="3600" dirty="0"/>
          </a:p>
        </p:txBody>
      </p:sp>
      <p:sp>
        <p:nvSpPr>
          <p:cNvPr id="5" name="S02-chip3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9 = □</a:t>
            </a:r>
            <a:endParaRPr lang="ko-KR" sz="3600" dirty="0"/>
          </a:p>
        </p:txBody>
      </p:sp>
      <p:sp>
        <p:nvSpPr>
          <p:cNvPr id="7" name="S02-chip3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3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3묶음을 곱셈식으로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묶어 세요</a:t>
            </a:r>
            <a:endParaRPr lang="ko-KR" sz="4400" dirty="0"/>
          </a:p>
        </p:txBody>
      </p:sp>
      <p:sp>
        <p:nvSpPr>
          <p:cNvPr id="3" name="S03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한 묶음이 하나씩 늘어나요.</a:t>
            </a:r>
            <a:endParaRPr lang="ko-KR" sz="3200" dirty="0"/>
          </a:p>
        </p:txBody>
      </p:sp>
      <p:sp>
        <p:nvSpPr>
          <p:cNvPr id="4" name="S03-card3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3, 6, 9, 12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3개 늘어요.</a:t>
            </a:r>
            <a:endParaRPr lang="ko-KR" sz="3200" dirty="0"/>
          </a:p>
        </p:txBody>
      </p:sp>
      <p:sp>
        <p:nvSpPr>
          <p:cNvPr id="6" name="S03-dot38"/>
          <p:cNvSpPr/>
          <p:nvPr/>
        </p:nvSpPr>
        <p:spPr>
          <a:xfrm>
            <a:off x="115625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9"/>
          <p:cNvSpPr/>
          <p:nvPr/>
        </p:nvSpPr>
        <p:spPr>
          <a:xfrm>
            <a:off x="165917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0"/>
          <p:cNvSpPr/>
          <p:nvPr/>
        </p:nvSpPr>
        <p:spPr>
          <a:xfrm>
            <a:off x="216209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group41"/>
          <p:cNvSpPr/>
          <p:nvPr/>
        </p:nvSpPr>
        <p:spPr>
          <a:xfrm>
            <a:off x="1088136" y="287413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0" name="S03-figure42" descr="3개씩 1묶음, 점 3개"/>
          <p:cNvSpPr/>
          <p:nvPr/>
        </p:nvSpPr>
        <p:spPr>
          <a:xfrm>
            <a:off x="1060704" y="2837561"/>
            <a:ext cx="150876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label43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1</a:t>
            </a:r>
            <a:endParaRPr lang="ko-KR" sz="2600" dirty="0"/>
          </a:p>
        </p:txBody>
      </p:sp>
      <p:sp>
        <p:nvSpPr>
          <p:cNvPr id="12" name="S03-dot44"/>
          <p:cNvSpPr/>
          <p:nvPr/>
        </p:nvSpPr>
        <p:spPr>
          <a:xfrm>
            <a:off x="400918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5"/>
          <p:cNvSpPr/>
          <p:nvPr/>
        </p:nvSpPr>
        <p:spPr>
          <a:xfrm>
            <a:off x="451210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46"/>
          <p:cNvSpPr/>
          <p:nvPr/>
        </p:nvSpPr>
        <p:spPr>
          <a:xfrm>
            <a:off x="501502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47"/>
          <p:cNvSpPr/>
          <p:nvPr/>
        </p:nvSpPr>
        <p:spPr>
          <a:xfrm>
            <a:off x="400918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48"/>
          <p:cNvSpPr/>
          <p:nvPr/>
        </p:nvSpPr>
        <p:spPr>
          <a:xfrm>
            <a:off x="451210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9"/>
          <p:cNvSpPr/>
          <p:nvPr/>
        </p:nvSpPr>
        <p:spPr>
          <a:xfrm>
            <a:off x="501502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50"/>
          <p:cNvSpPr/>
          <p:nvPr/>
        </p:nvSpPr>
        <p:spPr>
          <a:xfrm>
            <a:off x="3941064" y="262267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51"/>
          <p:cNvSpPr/>
          <p:nvPr/>
        </p:nvSpPr>
        <p:spPr>
          <a:xfrm>
            <a:off x="3941064" y="312559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figure52" descr="3개씩 2묶음, 점 6개"/>
          <p:cNvSpPr/>
          <p:nvPr/>
        </p:nvSpPr>
        <p:spPr>
          <a:xfrm>
            <a:off x="3913632" y="2586101"/>
            <a:ext cx="150876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3-label53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2600" dirty="0"/>
          </a:p>
        </p:txBody>
      </p:sp>
      <p:sp>
        <p:nvSpPr>
          <p:cNvPr id="22" name="S03-dot54"/>
          <p:cNvSpPr/>
          <p:nvPr/>
        </p:nvSpPr>
        <p:spPr>
          <a:xfrm>
            <a:off x="686211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55"/>
          <p:cNvSpPr/>
          <p:nvPr/>
        </p:nvSpPr>
        <p:spPr>
          <a:xfrm>
            <a:off x="736503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56"/>
          <p:cNvSpPr/>
          <p:nvPr/>
        </p:nvSpPr>
        <p:spPr>
          <a:xfrm>
            <a:off x="786795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57"/>
          <p:cNvSpPr/>
          <p:nvPr/>
        </p:nvSpPr>
        <p:spPr>
          <a:xfrm>
            <a:off x="686211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58"/>
          <p:cNvSpPr/>
          <p:nvPr/>
        </p:nvSpPr>
        <p:spPr>
          <a:xfrm>
            <a:off x="736503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59"/>
          <p:cNvSpPr/>
          <p:nvPr/>
        </p:nvSpPr>
        <p:spPr>
          <a:xfrm>
            <a:off x="786795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dot60"/>
          <p:cNvSpPr/>
          <p:nvPr/>
        </p:nvSpPr>
        <p:spPr>
          <a:xfrm>
            <a:off x="686211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dot61"/>
          <p:cNvSpPr/>
          <p:nvPr/>
        </p:nvSpPr>
        <p:spPr>
          <a:xfrm>
            <a:off x="736503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dot62"/>
          <p:cNvSpPr/>
          <p:nvPr/>
        </p:nvSpPr>
        <p:spPr>
          <a:xfrm>
            <a:off x="786795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group63"/>
          <p:cNvSpPr/>
          <p:nvPr/>
        </p:nvSpPr>
        <p:spPr>
          <a:xfrm>
            <a:off x="6793992" y="237121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3-group64"/>
          <p:cNvSpPr/>
          <p:nvPr/>
        </p:nvSpPr>
        <p:spPr>
          <a:xfrm>
            <a:off x="6793992" y="287413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3-group65"/>
          <p:cNvSpPr/>
          <p:nvPr/>
        </p:nvSpPr>
        <p:spPr>
          <a:xfrm>
            <a:off x="6793992" y="337705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3-figure66" descr="3개씩 3묶음, 점 9개"/>
          <p:cNvSpPr/>
          <p:nvPr/>
        </p:nvSpPr>
        <p:spPr>
          <a:xfrm>
            <a:off x="6766560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3-label67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3</a:t>
            </a:r>
            <a:endParaRPr lang="ko-KR" sz="2600" dirty="0"/>
          </a:p>
        </p:txBody>
      </p:sp>
      <p:sp>
        <p:nvSpPr>
          <p:cNvPr id="36" name="S03-dot68"/>
          <p:cNvSpPr/>
          <p:nvPr/>
        </p:nvSpPr>
        <p:spPr>
          <a:xfrm>
            <a:off x="971504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3-dot69"/>
          <p:cNvSpPr/>
          <p:nvPr/>
        </p:nvSpPr>
        <p:spPr>
          <a:xfrm>
            <a:off x="1021796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3-dot70"/>
          <p:cNvSpPr/>
          <p:nvPr/>
        </p:nvSpPr>
        <p:spPr>
          <a:xfrm>
            <a:off x="1072088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3-dot71"/>
          <p:cNvSpPr/>
          <p:nvPr/>
        </p:nvSpPr>
        <p:spPr>
          <a:xfrm>
            <a:off x="971504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3-dot72"/>
          <p:cNvSpPr/>
          <p:nvPr/>
        </p:nvSpPr>
        <p:spPr>
          <a:xfrm>
            <a:off x="1021796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3-dot73"/>
          <p:cNvSpPr/>
          <p:nvPr/>
        </p:nvSpPr>
        <p:spPr>
          <a:xfrm>
            <a:off x="1072088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3-dot74"/>
          <p:cNvSpPr/>
          <p:nvPr/>
        </p:nvSpPr>
        <p:spPr>
          <a:xfrm>
            <a:off x="971504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3-dot75"/>
          <p:cNvSpPr/>
          <p:nvPr/>
        </p:nvSpPr>
        <p:spPr>
          <a:xfrm>
            <a:off x="1021796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3-dot76"/>
          <p:cNvSpPr/>
          <p:nvPr/>
        </p:nvSpPr>
        <p:spPr>
          <a:xfrm>
            <a:off x="1072088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3-dot77"/>
          <p:cNvSpPr/>
          <p:nvPr/>
        </p:nvSpPr>
        <p:spPr>
          <a:xfrm>
            <a:off x="971504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3-dot78"/>
          <p:cNvSpPr/>
          <p:nvPr/>
        </p:nvSpPr>
        <p:spPr>
          <a:xfrm>
            <a:off x="1021796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3-dot79"/>
          <p:cNvSpPr/>
          <p:nvPr/>
        </p:nvSpPr>
        <p:spPr>
          <a:xfrm>
            <a:off x="1072088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3-group80"/>
          <p:cNvSpPr/>
          <p:nvPr/>
        </p:nvSpPr>
        <p:spPr>
          <a:xfrm>
            <a:off x="9646920" y="211975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9" name="S03-group81"/>
          <p:cNvSpPr/>
          <p:nvPr/>
        </p:nvSpPr>
        <p:spPr>
          <a:xfrm>
            <a:off x="9646920" y="262267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0" name="S03-group82"/>
          <p:cNvSpPr/>
          <p:nvPr/>
        </p:nvSpPr>
        <p:spPr>
          <a:xfrm>
            <a:off x="9646920" y="312559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1" name="S03-group83"/>
          <p:cNvSpPr/>
          <p:nvPr/>
        </p:nvSpPr>
        <p:spPr>
          <a:xfrm>
            <a:off x="9646920" y="362851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2" name="S03-figure84" descr="3개씩 4묶음, 점 12개"/>
          <p:cNvSpPr/>
          <p:nvPr/>
        </p:nvSpPr>
        <p:spPr>
          <a:xfrm>
            <a:off x="9619488" y="2083181"/>
            <a:ext cx="150876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03-label85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뛰어 세요</a:t>
            </a:r>
            <a:endParaRPr lang="ko-KR" sz="4400" dirty="0"/>
          </a:p>
        </p:txBody>
      </p:sp>
      <p:sp>
        <p:nvSpPr>
          <p:cNvPr id="3" name="S04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7은 0에서 3씩 7번 뛰어요.</a:t>
            </a:r>
            <a:endParaRPr lang="ko-KR" sz="3200" dirty="0"/>
          </a:p>
        </p:txBody>
      </p:sp>
      <p:sp>
        <p:nvSpPr>
          <p:cNvPr id="4" name="S04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7 = 21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18보다 3 커요.</a:t>
            </a:r>
            <a:endParaRPr lang="ko-KR" sz="3200" dirty="0"/>
          </a:p>
        </p:txBody>
      </p:sp>
      <p:sp>
        <p:nvSpPr>
          <p:cNvPr id="6" name="S04-line89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90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91"/>
          <p:cNvSpPr txBox="1"/>
          <p:nvPr/>
        </p:nvSpPr>
        <p:spPr>
          <a:xfrm>
            <a:off x="502920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9" name="S04-line92"/>
          <p:cNvSpPr/>
          <p:nvPr/>
        </p:nvSpPr>
        <p:spPr>
          <a:xfrm>
            <a:off x="134044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ine93"/>
          <p:cNvSpPr/>
          <p:nvPr/>
        </p:nvSpPr>
        <p:spPr>
          <a:xfrm>
            <a:off x="1720765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line94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95"/>
          <p:cNvSpPr txBox="1"/>
          <p:nvPr/>
        </p:nvSpPr>
        <p:spPr>
          <a:xfrm>
            <a:off x="1643888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13" name="S04-line96"/>
          <p:cNvSpPr/>
          <p:nvPr/>
        </p:nvSpPr>
        <p:spPr>
          <a:xfrm>
            <a:off x="248141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ine97"/>
          <p:cNvSpPr/>
          <p:nvPr/>
        </p:nvSpPr>
        <p:spPr>
          <a:xfrm>
            <a:off x="286173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line98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99"/>
          <p:cNvSpPr txBox="1"/>
          <p:nvPr/>
        </p:nvSpPr>
        <p:spPr>
          <a:xfrm>
            <a:off x="2784856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17" name="S04-line100"/>
          <p:cNvSpPr/>
          <p:nvPr/>
        </p:nvSpPr>
        <p:spPr>
          <a:xfrm>
            <a:off x="362237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ine101"/>
          <p:cNvSpPr/>
          <p:nvPr/>
        </p:nvSpPr>
        <p:spPr>
          <a:xfrm>
            <a:off x="400270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4-line102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103"/>
          <p:cNvSpPr txBox="1"/>
          <p:nvPr/>
        </p:nvSpPr>
        <p:spPr>
          <a:xfrm>
            <a:off x="3925824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21" name="S04-line104"/>
          <p:cNvSpPr/>
          <p:nvPr/>
        </p:nvSpPr>
        <p:spPr>
          <a:xfrm>
            <a:off x="4763347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ine105"/>
          <p:cNvSpPr/>
          <p:nvPr/>
        </p:nvSpPr>
        <p:spPr>
          <a:xfrm>
            <a:off x="514366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ine10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abel107"/>
          <p:cNvSpPr txBox="1"/>
          <p:nvPr/>
        </p:nvSpPr>
        <p:spPr>
          <a:xfrm>
            <a:off x="5066792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25" name="S04-line108"/>
          <p:cNvSpPr/>
          <p:nvPr/>
        </p:nvSpPr>
        <p:spPr>
          <a:xfrm>
            <a:off x="5904315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ine109"/>
          <p:cNvSpPr/>
          <p:nvPr/>
        </p:nvSpPr>
        <p:spPr>
          <a:xfrm>
            <a:off x="6284637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line110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111"/>
          <p:cNvSpPr txBox="1"/>
          <p:nvPr/>
        </p:nvSpPr>
        <p:spPr>
          <a:xfrm>
            <a:off x="6207760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1800" dirty="0"/>
          </a:p>
        </p:txBody>
      </p:sp>
      <p:sp>
        <p:nvSpPr>
          <p:cNvPr id="29" name="S04-line112"/>
          <p:cNvSpPr/>
          <p:nvPr/>
        </p:nvSpPr>
        <p:spPr>
          <a:xfrm>
            <a:off x="704528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ine113"/>
          <p:cNvSpPr/>
          <p:nvPr/>
        </p:nvSpPr>
        <p:spPr>
          <a:xfrm>
            <a:off x="7425605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4-line114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abel115"/>
          <p:cNvSpPr txBox="1"/>
          <p:nvPr/>
        </p:nvSpPr>
        <p:spPr>
          <a:xfrm>
            <a:off x="7348728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1800" dirty="0"/>
          </a:p>
        </p:txBody>
      </p:sp>
      <p:sp>
        <p:nvSpPr>
          <p:cNvPr id="33" name="S04-line116"/>
          <p:cNvSpPr/>
          <p:nvPr/>
        </p:nvSpPr>
        <p:spPr>
          <a:xfrm>
            <a:off x="818625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4-line117"/>
          <p:cNvSpPr/>
          <p:nvPr/>
        </p:nvSpPr>
        <p:spPr>
          <a:xfrm>
            <a:off x="856657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4-line118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4-label119"/>
          <p:cNvSpPr txBox="1"/>
          <p:nvPr/>
        </p:nvSpPr>
        <p:spPr>
          <a:xfrm>
            <a:off x="8489696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1800" dirty="0"/>
          </a:p>
        </p:txBody>
      </p:sp>
      <p:sp>
        <p:nvSpPr>
          <p:cNvPr id="37" name="S04-line120"/>
          <p:cNvSpPr/>
          <p:nvPr/>
        </p:nvSpPr>
        <p:spPr>
          <a:xfrm>
            <a:off x="932721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4-line121"/>
          <p:cNvSpPr/>
          <p:nvPr/>
        </p:nvSpPr>
        <p:spPr>
          <a:xfrm>
            <a:off x="970754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4-line122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4-label123"/>
          <p:cNvSpPr txBox="1"/>
          <p:nvPr/>
        </p:nvSpPr>
        <p:spPr>
          <a:xfrm>
            <a:off x="9630664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1800" dirty="0"/>
          </a:p>
        </p:txBody>
      </p:sp>
      <p:sp>
        <p:nvSpPr>
          <p:cNvPr id="41" name="S04-line124"/>
          <p:cNvSpPr/>
          <p:nvPr/>
        </p:nvSpPr>
        <p:spPr>
          <a:xfrm>
            <a:off x="10468187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4-line125"/>
          <p:cNvSpPr/>
          <p:nvPr/>
        </p:nvSpPr>
        <p:spPr>
          <a:xfrm>
            <a:off x="1084850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4-line126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4-label127"/>
          <p:cNvSpPr txBox="1"/>
          <p:nvPr/>
        </p:nvSpPr>
        <p:spPr>
          <a:xfrm>
            <a:off x="10771632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1800" dirty="0"/>
          </a:p>
        </p:txBody>
      </p:sp>
      <p:sp>
        <p:nvSpPr>
          <p:cNvPr id="45" name="S04-mark128"/>
          <p:cNvSpPr/>
          <p:nvPr/>
        </p:nvSpPr>
        <p:spPr>
          <a:xfrm>
            <a:off x="885545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6" name="S04-line129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4-line130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4-label131"/>
          <p:cNvSpPr txBox="1"/>
          <p:nvPr/>
        </p:nvSpPr>
        <p:spPr>
          <a:xfrm>
            <a:off x="960120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1800" dirty="0"/>
          </a:p>
        </p:txBody>
      </p:sp>
      <p:sp>
        <p:nvSpPr>
          <p:cNvPr id="49" name="S04-line132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4-line133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4-label134"/>
          <p:cNvSpPr txBox="1"/>
          <p:nvPr/>
        </p:nvSpPr>
        <p:spPr>
          <a:xfrm>
            <a:off x="2101088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1800" dirty="0"/>
          </a:p>
        </p:txBody>
      </p:sp>
      <p:sp>
        <p:nvSpPr>
          <p:cNvPr id="52" name="S04-line135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4-line136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4-label137"/>
          <p:cNvSpPr txBox="1"/>
          <p:nvPr/>
        </p:nvSpPr>
        <p:spPr>
          <a:xfrm>
            <a:off x="3242056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1800" dirty="0"/>
          </a:p>
        </p:txBody>
      </p:sp>
      <p:sp>
        <p:nvSpPr>
          <p:cNvPr id="55" name="S04-line138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4-line139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4-label140"/>
          <p:cNvSpPr txBox="1"/>
          <p:nvPr/>
        </p:nvSpPr>
        <p:spPr>
          <a:xfrm>
            <a:off x="4383024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1800" dirty="0"/>
          </a:p>
        </p:txBody>
      </p:sp>
      <p:sp>
        <p:nvSpPr>
          <p:cNvPr id="58" name="S04-line141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4-line142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4-label143"/>
          <p:cNvSpPr txBox="1"/>
          <p:nvPr/>
        </p:nvSpPr>
        <p:spPr>
          <a:xfrm>
            <a:off x="5523992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1800" dirty="0"/>
          </a:p>
        </p:txBody>
      </p:sp>
      <p:sp>
        <p:nvSpPr>
          <p:cNvPr id="61" name="S04-line144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4-line145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4-label146"/>
          <p:cNvSpPr txBox="1"/>
          <p:nvPr/>
        </p:nvSpPr>
        <p:spPr>
          <a:xfrm>
            <a:off x="6664960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1800" dirty="0"/>
          </a:p>
        </p:txBody>
      </p:sp>
      <p:sp>
        <p:nvSpPr>
          <p:cNvPr id="64" name="S04-line147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4-line148"/>
          <p:cNvSpPr/>
          <p:nvPr/>
        </p:nvSpPr>
        <p:spPr>
          <a:xfrm>
            <a:off x="780592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4-label149"/>
          <p:cNvSpPr txBox="1"/>
          <p:nvPr/>
        </p:nvSpPr>
        <p:spPr>
          <a:xfrm>
            <a:off x="7805928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</a:t>
            </a:r>
            <a:endParaRPr lang="ko-KR" sz="1800" dirty="0"/>
          </a:p>
        </p:txBody>
      </p:sp>
      <p:sp>
        <p:nvSpPr>
          <p:cNvPr id="67" name="S04-figure150" descr="0부터 27까지 수직선(3마다 긴 눈금과 수)에서 0부터 3씩 7번 뛰어 21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3단을 완성해요</a:t>
            </a:r>
            <a:endParaRPr lang="ko-KR" sz="4400" dirty="0"/>
          </a:p>
        </p:txBody>
      </p:sp>
      <p:sp>
        <p:nvSpPr>
          <p:cNvPr id="3" name="S05-text1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곱을 말해요.</a:t>
            </a:r>
            <a:endParaRPr lang="ko-KR" sz="3200" dirty="0"/>
          </a:p>
        </p:txBody>
      </p:sp>
      <p:sp>
        <p:nvSpPr>
          <p:cNvPr id="4" name="S05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곱에 3을 더하면 다음 곱이에요.</a:t>
            </a:r>
            <a:endParaRPr lang="ko-KR" sz="3200" dirty="0"/>
          </a:p>
        </p:txBody>
      </p:sp>
      <p:graphicFrame>
        <p:nvGraphicFramePr>
          <p:cNvPr id="6" name="S05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5435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두 개면 6씩</a:t>
            </a:r>
            <a:endParaRPr lang="ko-KR" sz="4400" dirty="0"/>
          </a:p>
        </p:txBody>
      </p:sp>
      <p:sp>
        <p:nvSpPr>
          <p:cNvPr id="3" name="S06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 두 개를 붙여요.</a:t>
            </a:r>
            <a:endParaRPr lang="ko-KR" sz="3200" dirty="0"/>
          </a:p>
        </p:txBody>
      </p:sp>
      <p:sp>
        <p:nvSpPr>
          <p:cNvPr id="4" name="S06-card15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4는 3 × 4의 2배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+ 12 = 24</a:t>
            </a:r>
            <a:endParaRPr lang="ko-KR" sz="3200" dirty="0"/>
          </a:p>
        </p:txBody>
      </p:sp>
      <p:sp>
        <p:nvSpPr>
          <p:cNvPr id="6" name="S06-dot158"/>
          <p:cNvSpPr/>
          <p:nvPr/>
        </p:nvSpPr>
        <p:spPr>
          <a:xfrm>
            <a:off x="1691640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59"/>
          <p:cNvSpPr/>
          <p:nvPr/>
        </p:nvSpPr>
        <p:spPr>
          <a:xfrm>
            <a:off x="2148840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60"/>
          <p:cNvSpPr/>
          <p:nvPr/>
        </p:nvSpPr>
        <p:spPr>
          <a:xfrm>
            <a:off x="2606040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61"/>
          <p:cNvSpPr/>
          <p:nvPr/>
        </p:nvSpPr>
        <p:spPr>
          <a:xfrm>
            <a:off x="169164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62"/>
          <p:cNvSpPr/>
          <p:nvPr/>
        </p:nvSpPr>
        <p:spPr>
          <a:xfrm>
            <a:off x="214884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63"/>
          <p:cNvSpPr/>
          <p:nvPr/>
        </p:nvSpPr>
        <p:spPr>
          <a:xfrm>
            <a:off x="260604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64"/>
          <p:cNvSpPr/>
          <p:nvPr/>
        </p:nvSpPr>
        <p:spPr>
          <a:xfrm>
            <a:off x="169164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65"/>
          <p:cNvSpPr/>
          <p:nvPr/>
        </p:nvSpPr>
        <p:spPr>
          <a:xfrm>
            <a:off x="214884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66"/>
          <p:cNvSpPr/>
          <p:nvPr/>
        </p:nvSpPr>
        <p:spPr>
          <a:xfrm>
            <a:off x="260604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67"/>
          <p:cNvSpPr/>
          <p:nvPr/>
        </p:nvSpPr>
        <p:spPr>
          <a:xfrm>
            <a:off x="1691640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68"/>
          <p:cNvSpPr/>
          <p:nvPr/>
        </p:nvSpPr>
        <p:spPr>
          <a:xfrm>
            <a:off x="2148840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69"/>
          <p:cNvSpPr/>
          <p:nvPr/>
        </p:nvSpPr>
        <p:spPr>
          <a:xfrm>
            <a:off x="2606040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70"/>
          <p:cNvSpPr/>
          <p:nvPr/>
        </p:nvSpPr>
        <p:spPr>
          <a:xfrm>
            <a:off x="1632204" y="22111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71"/>
          <p:cNvSpPr/>
          <p:nvPr/>
        </p:nvSpPr>
        <p:spPr>
          <a:xfrm>
            <a:off x="1632204" y="26683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72"/>
          <p:cNvSpPr/>
          <p:nvPr/>
        </p:nvSpPr>
        <p:spPr>
          <a:xfrm>
            <a:off x="1632204" y="31255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group173"/>
          <p:cNvSpPr/>
          <p:nvPr/>
        </p:nvSpPr>
        <p:spPr>
          <a:xfrm>
            <a:off x="1632204" y="35827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6-figure174" descr="주황 점 3개씩 4묶음, 12개"/>
          <p:cNvSpPr/>
          <p:nvPr/>
        </p:nvSpPr>
        <p:spPr>
          <a:xfrm>
            <a:off x="1604772" y="2174621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6-label175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2600" dirty="0"/>
          </a:p>
        </p:txBody>
      </p:sp>
      <p:sp>
        <p:nvSpPr>
          <p:cNvPr id="24" name="S06-dot176"/>
          <p:cNvSpPr/>
          <p:nvPr/>
        </p:nvSpPr>
        <p:spPr>
          <a:xfrm>
            <a:off x="5495544" y="22614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77"/>
          <p:cNvSpPr/>
          <p:nvPr/>
        </p:nvSpPr>
        <p:spPr>
          <a:xfrm>
            <a:off x="5952744" y="22614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78"/>
          <p:cNvSpPr/>
          <p:nvPr/>
        </p:nvSpPr>
        <p:spPr>
          <a:xfrm>
            <a:off x="6409944" y="22614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79"/>
          <p:cNvSpPr/>
          <p:nvPr/>
        </p:nvSpPr>
        <p:spPr>
          <a:xfrm>
            <a:off x="5495544" y="27186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80"/>
          <p:cNvSpPr/>
          <p:nvPr/>
        </p:nvSpPr>
        <p:spPr>
          <a:xfrm>
            <a:off x="5952744" y="27186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81"/>
          <p:cNvSpPr/>
          <p:nvPr/>
        </p:nvSpPr>
        <p:spPr>
          <a:xfrm>
            <a:off x="6409944" y="27186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82"/>
          <p:cNvSpPr/>
          <p:nvPr/>
        </p:nvSpPr>
        <p:spPr>
          <a:xfrm>
            <a:off x="5495544" y="31758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83"/>
          <p:cNvSpPr/>
          <p:nvPr/>
        </p:nvSpPr>
        <p:spPr>
          <a:xfrm>
            <a:off x="5952744" y="31758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84"/>
          <p:cNvSpPr/>
          <p:nvPr/>
        </p:nvSpPr>
        <p:spPr>
          <a:xfrm>
            <a:off x="6409944" y="31758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85"/>
          <p:cNvSpPr/>
          <p:nvPr/>
        </p:nvSpPr>
        <p:spPr>
          <a:xfrm>
            <a:off x="5495544" y="36330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86"/>
          <p:cNvSpPr/>
          <p:nvPr/>
        </p:nvSpPr>
        <p:spPr>
          <a:xfrm>
            <a:off x="5952744" y="36330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87"/>
          <p:cNvSpPr/>
          <p:nvPr/>
        </p:nvSpPr>
        <p:spPr>
          <a:xfrm>
            <a:off x="6409944" y="36330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group188"/>
          <p:cNvSpPr/>
          <p:nvPr/>
        </p:nvSpPr>
        <p:spPr>
          <a:xfrm>
            <a:off x="5436108" y="22111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189"/>
          <p:cNvSpPr/>
          <p:nvPr/>
        </p:nvSpPr>
        <p:spPr>
          <a:xfrm>
            <a:off x="5436108" y="26683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group190"/>
          <p:cNvSpPr/>
          <p:nvPr/>
        </p:nvSpPr>
        <p:spPr>
          <a:xfrm>
            <a:off x="5436108" y="31255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group191"/>
          <p:cNvSpPr/>
          <p:nvPr/>
        </p:nvSpPr>
        <p:spPr>
          <a:xfrm>
            <a:off x="5436108" y="35827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6-figure192" descr="파란 점 3개씩 4묶음, 12개"/>
          <p:cNvSpPr/>
          <p:nvPr/>
        </p:nvSpPr>
        <p:spPr>
          <a:xfrm>
            <a:off x="5408676" y="2174621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6-label193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2600" dirty="0"/>
          </a:p>
        </p:txBody>
      </p:sp>
      <p:sp>
        <p:nvSpPr>
          <p:cNvPr id="42" name="S06-dot194"/>
          <p:cNvSpPr/>
          <p:nvPr/>
        </p:nvSpPr>
        <p:spPr>
          <a:xfrm>
            <a:off x="86136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195"/>
          <p:cNvSpPr/>
          <p:nvPr/>
        </p:nvSpPr>
        <p:spPr>
          <a:xfrm>
            <a:off x="90708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196"/>
          <p:cNvSpPr/>
          <p:nvPr/>
        </p:nvSpPr>
        <p:spPr>
          <a:xfrm>
            <a:off x="95280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197"/>
          <p:cNvSpPr/>
          <p:nvPr/>
        </p:nvSpPr>
        <p:spPr>
          <a:xfrm>
            <a:off x="99852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198"/>
          <p:cNvSpPr/>
          <p:nvPr/>
        </p:nvSpPr>
        <p:spPr>
          <a:xfrm>
            <a:off x="104424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199"/>
          <p:cNvSpPr/>
          <p:nvPr/>
        </p:nvSpPr>
        <p:spPr>
          <a:xfrm>
            <a:off x="108996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200"/>
          <p:cNvSpPr/>
          <p:nvPr/>
        </p:nvSpPr>
        <p:spPr>
          <a:xfrm>
            <a:off x="86136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201"/>
          <p:cNvSpPr/>
          <p:nvPr/>
        </p:nvSpPr>
        <p:spPr>
          <a:xfrm>
            <a:off x="90708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202"/>
          <p:cNvSpPr/>
          <p:nvPr/>
        </p:nvSpPr>
        <p:spPr>
          <a:xfrm>
            <a:off x="95280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203"/>
          <p:cNvSpPr/>
          <p:nvPr/>
        </p:nvSpPr>
        <p:spPr>
          <a:xfrm>
            <a:off x="99852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204"/>
          <p:cNvSpPr/>
          <p:nvPr/>
        </p:nvSpPr>
        <p:spPr>
          <a:xfrm>
            <a:off x="104424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205"/>
          <p:cNvSpPr/>
          <p:nvPr/>
        </p:nvSpPr>
        <p:spPr>
          <a:xfrm>
            <a:off x="108996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206"/>
          <p:cNvSpPr/>
          <p:nvPr/>
        </p:nvSpPr>
        <p:spPr>
          <a:xfrm>
            <a:off x="86136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207"/>
          <p:cNvSpPr/>
          <p:nvPr/>
        </p:nvSpPr>
        <p:spPr>
          <a:xfrm>
            <a:off x="90708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208"/>
          <p:cNvSpPr/>
          <p:nvPr/>
        </p:nvSpPr>
        <p:spPr>
          <a:xfrm>
            <a:off x="95280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dot209"/>
          <p:cNvSpPr/>
          <p:nvPr/>
        </p:nvSpPr>
        <p:spPr>
          <a:xfrm>
            <a:off x="99852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210"/>
          <p:cNvSpPr/>
          <p:nvPr/>
        </p:nvSpPr>
        <p:spPr>
          <a:xfrm>
            <a:off x="104424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211"/>
          <p:cNvSpPr/>
          <p:nvPr/>
        </p:nvSpPr>
        <p:spPr>
          <a:xfrm>
            <a:off x="108996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212"/>
          <p:cNvSpPr/>
          <p:nvPr/>
        </p:nvSpPr>
        <p:spPr>
          <a:xfrm>
            <a:off x="86136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213"/>
          <p:cNvSpPr/>
          <p:nvPr/>
        </p:nvSpPr>
        <p:spPr>
          <a:xfrm>
            <a:off x="90708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214"/>
          <p:cNvSpPr/>
          <p:nvPr/>
        </p:nvSpPr>
        <p:spPr>
          <a:xfrm>
            <a:off x="95280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215"/>
          <p:cNvSpPr/>
          <p:nvPr/>
        </p:nvSpPr>
        <p:spPr>
          <a:xfrm>
            <a:off x="99852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dot216"/>
          <p:cNvSpPr/>
          <p:nvPr/>
        </p:nvSpPr>
        <p:spPr>
          <a:xfrm>
            <a:off x="104424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6-dot217"/>
          <p:cNvSpPr/>
          <p:nvPr/>
        </p:nvSpPr>
        <p:spPr>
          <a:xfrm>
            <a:off x="108996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6-group218"/>
          <p:cNvSpPr/>
          <p:nvPr/>
        </p:nvSpPr>
        <p:spPr>
          <a:xfrm>
            <a:off x="8554212" y="22111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7" name="S06-group219"/>
          <p:cNvSpPr/>
          <p:nvPr/>
        </p:nvSpPr>
        <p:spPr>
          <a:xfrm>
            <a:off x="8554212" y="26683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8" name="S06-group220"/>
          <p:cNvSpPr/>
          <p:nvPr/>
        </p:nvSpPr>
        <p:spPr>
          <a:xfrm>
            <a:off x="8554212" y="31255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9" name="S06-group221"/>
          <p:cNvSpPr/>
          <p:nvPr/>
        </p:nvSpPr>
        <p:spPr>
          <a:xfrm>
            <a:off x="8554212" y="35827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6-figure222" descr="점 6개씩 4묶음, 24개"/>
          <p:cNvSpPr/>
          <p:nvPr/>
        </p:nvSpPr>
        <p:spPr>
          <a:xfrm>
            <a:off x="8526780" y="2174621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06-label223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24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6씩 뛰어 세요</a:t>
            </a:r>
            <a:endParaRPr lang="ko-KR" sz="4400" dirty="0"/>
          </a:p>
        </p:txBody>
      </p:sp>
      <p:sp>
        <p:nvSpPr>
          <p:cNvPr id="3" name="S07-text2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5는 0에서 6씩 5번 뛰어요.</a:t>
            </a:r>
            <a:endParaRPr lang="ko-KR" sz="3200" dirty="0"/>
          </a:p>
        </p:txBody>
      </p:sp>
      <p:sp>
        <p:nvSpPr>
          <p:cNvPr id="4" name="S07-card22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2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5 = 30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24보다 6 커요.</a:t>
            </a:r>
            <a:endParaRPr lang="ko-KR" sz="3200" dirty="0"/>
          </a:p>
        </p:txBody>
      </p:sp>
      <p:sp>
        <p:nvSpPr>
          <p:cNvPr id="6" name="S07-line22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2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2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30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31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1" name="S07-line232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33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3" name="S07-line234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35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15" name="S07-line23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37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600" dirty="0"/>
          </a:p>
        </p:txBody>
      </p:sp>
      <p:sp>
        <p:nvSpPr>
          <p:cNvPr id="17" name="S07-line238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39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19" name="S07-line240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41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2600" dirty="0"/>
          </a:p>
        </p:txBody>
      </p:sp>
      <p:sp>
        <p:nvSpPr>
          <p:cNvPr id="21" name="S07-line242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43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600" dirty="0"/>
          </a:p>
        </p:txBody>
      </p:sp>
      <p:sp>
        <p:nvSpPr>
          <p:cNvPr id="23" name="S07-line244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45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2600" dirty="0"/>
          </a:p>
        </p:txBody>
      </p:sp>
      <p:sp>
        <p:nvSpPr>
          <p:cNvPr id="25" name="S07-line246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47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2600" dirty="0"/>
          </a:p>
        </p:txBody>
      </p:sp>
      <p:sp>
        <p:nvSpPr>
          <p:cNvPr id="27" name="S07-mark248"/>
          <p:cNvSpPr/>
          <p:nvPr/>
        </p:nvSpPr>
        <p:spPr>
          <a:xfrm>
            <a:off x="657352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49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50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51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52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53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54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55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56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57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58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59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60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line261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262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263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43" name="S07-figure264" descr="0부터 54까지 6씩 눈금이 있는 수직선에서 0부터 6씩 5번 뛰어 30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6단을 완성해요</a:t>
            </a:r>
            <a:endParaRPr lang="ko-KR" sz="4400" dirty="0"/>
          </a:p>
        </p:txBody>
      </p:sp>
      <p:sp>
        <p:nvSpPr>
          <p:cNvPr id="3" name="S08-text2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3단의 곱을 보고 6단을 채워요.</a:t>
            </a:r>
            <a:endParaRPr lang="ko-KR" sz="3200" dirty="0"/>
          </a:p>
        </p:txBody>
      </p:sp>
      <p:sp>
        <p:nvSpPr>
          <p:cNvPr id="4" name="S08-card2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3단의 곱을 두 번 더하면 6단의 곱이에요.</a:t>
            </a:r>
            <a:endParaRPr lang="ko-KR" sz="3200" dirty="0"/>
          </a:p>
        </p:txBody>
      </p:sp>
      <p:graphicFrame>
        <p:nvGraphicFramePr>
          <p:cNvPr id="9" name="S08-table2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98445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구해요</a:t>
            </a:r>
            <a:endParaRPr lang="ko-KR" sz="4400" dirty="0"/>
          </a:p>
        </p:txBody>
      </p:sp>
      <p:sp>
        <p:nvSpPr>
          <p:cNvPr id="3" name="S09-text2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바퀴, ④는 다리 수를 구해요.</a:t>
            </a:r>
            <a:endParaRPr lang="ko-KR" sz="3200" dirty="0"/>
          </a:p>
        </p:txBody>
      </p:sp>
      <p:sp>
        <p:nvSpPr>
          <p:cNvPr id="4" name="S09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묶음인지 먼저 말해요.</a:t>
            </a:r>
            <a:endParaRPr lang="ko-KR" sz="3200" dirty="0"/>
          </a:p>
        </p:txBody>
      </p:sp>
      <p:sp>
        <p:nvSpPr>
          <p:cNvPr id="6" name="S09-chip27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27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세발자전거 5대</a:t>
            </a:r>
            <a:endParaRPr lang="ko-KR" sz="3200" dirty="0"/>
          </a:p>
        </p:txBody>
      </p:sp>
      <p:sp>
        <p:nvSpPr>
          <p:cNvPr id="8" name="S09-chip27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27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8 = □</a:t>
            </a:r>
            <a:endParaRPr lang="ko-KR" sz="3600" dirty="0"/>
          </a:p>
        </p:txBody>
      </p:sp>
      <p:sp>
        <p:nvSpPr>
          <p:cNvPr id="10" name="S09-chip27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27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6 = □</a:t>
            </a:r>
            <a:endParaRPr lang="ko-KR" sz="3600" dirty="0"/>
          </a:p>
        </p:txBody>
      </p:sp>
      <p:sp>
        <p:nvSpPr>
          <p:cNvPr id="12" name="S09-chip27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ext27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곤충 4마리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12를 보고 6 × 4를 구했어요.</a:t>
            </a:r>
            <a:endParaRPr lang="ko-KR" sz="3200" dirty="0"/>
          </a:p>
        </p:txBody>
      </p:sp>
      <p:sp>
        <p:nvSpPr>
          <p:cNvPr id="5" name="S10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28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15</a:t>
            </a:r>
            <a:endParaRPr lang="ko-KR" sz="2600" dirty="0"/>
          </a:p>
        </p:txBody>
      </p:sp>
      <p:sp>
        <p:nvSpPr>
          <p:cNvPr id="8" name="S10-text28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“6은 3보다 3 크니까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+ 3 = 15예요.”</a:t>
            </a:r>
            <a:endParaRPr lang="ko-KR" sz="3200" dirty="0"/>
          </a:p>
        </p:txBody>
      </p:sp>
      <p:sp>
        <p:nvSpPr>
          <p:cNvPr id="9" name="S10-chip28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24</a:t>
            </a:r>
            <a:endParaRPr lang="ko-KR" sz="2600" dirty="0"/>
          </a:p>
        </p:txBody>
      </p:sp>
      <p:sp>
        <p:nvSpPr>
          <p:cNvPr id="10" name="S10-dot287"/>
          <p:cNvSpPr/>
          <p:nvPr/>
        </p:nvSpPr>
        <p:spPr>
          <a:xfrm>
            <a:off x="7924982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88"/>
          <p:cNvSpPr/>
          <p:nvPr/>
        </p:nvSpPr>
        <p:spPr>
          <a:xfrm>
            <a:off x="8292901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89"/>
          <p:cNvSpPr/>
          <p:nvPr/>
        </p:nvSpPr>
        <p:spPr>
          <a:xfrm>
            <a:off x="8660820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90"/>
          <p:cNvSpPr/>
          <p:nvPr/>
        </p:nvSpPr>
        <p:spPr>
          <a:xfrm>
            <a:off x="9028739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91"/>
          <p:cNvSpPr/>
          <p:nvPr/>
        </p:nvSpPr>
        <p:spPr>
          <a:xfrm>
            <a:off x="9396658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92"/>
          <p:cNvSpPr/>
          <p:nvPr/>
        </p:nvSpPr>
        <p:spPr>
          <a:xfrm>
            <a:off x="9764577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93"/>
          <p:cNvSpPr/>
          <p:nvPr/>
        </p:nvSpPr>
        <p:spPr>
          <a:xfrm>
            <a:off x="7924982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94"/>
          <p:cNvSpPr/>
          <p:nvPr/>
        </p:nvSpPr>
        <p:spPr>
          <a:xfrm>
            <a:off x="8292901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95"/>
          <p:cNvSpPr/>
          <p:nvPr/>
        </p:nvSpPr>
        <p:spPr>
          <a:xfrm>
            <a:off x="8660820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96"/>
          <p:cNvSpPr/>
          <p:nvPr/>
        </p:nvSpPr>
        <p:spPr>
          <a:xfrm>
            <a:off x="9028739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297"/>
          <p:cNvSpPr/>
          <p:nvPr/>
        </p:nvSpPr>
        <p:spPr>
          <a:xfrm>
            <a:off x="9396658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298"/>
          <p:cNvSpPr/>
          <p:nvPr/>
        </p:nvSpPr>
        <p:spPr>
          <a:xfrm>
            <a:off x="9764577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299"/>
          <p:cNvSpPr/>
          <p:nvPr/>
        </p:nvSpPr>
        <p:spPr>
          <a:xfrm>
            <a:off x="7924982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300"/>
          <p:cNvSpPr/>
          <p:nvPr/>
        </p:nvSpPr>
        <p:spPr>
          <a:xfrm>
            <a:off x="8292901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301"/>
          <p:cNvSpPr/>
          <p:nvPr/>
        </p:nvSpPr>
        <p:spPr>
          <a:xfrm>
            <a:off x="8660820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302"/>
          <p:cNvSpPr/>
          <p:nvPr/>
        </p:nvSpPr>
        <p:spPr>
          <a:xfrm>
            <a:off x="9028739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dot303"/>
          <p:cNvSpPr/>
          <p:nvPr/>
        </p:nvSpPr>
        <p:spPr>
          <a:xfrm>
            <a:off x="9396658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0-dot304"/>
          <p:cNvSpPr/>
          <p:nvPr/>
        </p:nvSpPr>
        <p:spPr>
          <a:xfrm>
            <a:off x="9764577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0-dot305"/>
          <p:cNvSpPr/>
          <p:nvPr/>
        </p:nvSpPr>
        <p:spPr>
          <a:xfrm>
            <a:off x="7924982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0-dot306"/>
          <p:cNvSpPr/>
          <p:nvPr/>
        </p:nvSpPr>
        <p:spPr>
          <a:xfrm>
            <a:off x="8292901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0-dot307"/>
          <p:cNvSpPr/>
          <p:nvPr/>
        </p:nvSpPr>
        <p:spPr>
          <a:xfrm>
            <a:off x="8660820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0-dot308"/>
          <p:cNvSpPr/>
          <p:nvPr/>
        </p:nvSpPr>
        <p:spPr>
          <a:xfrm>
            <a:off x="9028739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0-dot309"/>
          <p:cNvSpPr/>
          <p:nvPr/>
        </p:nvSpPr>
        <p:spPr>
          <a:xfrm>
            <a:off x="9396658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0-dot310"/>
          <p:cNvSpPr/>
          <p:nvPr/>
        </p:nvSpPr>
        <p:spPr>
          <a:xfrm>
            <a:off x="9764577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0-group311"/>
          <p:cNvSpPr/>
          <p:nvPr/>
        </p:nvSpPr>
        <p:spPr>
          <a:xfrm>
            <a:off x="7882509" y="3191256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10-group312"/>
          <p:cNvSpPr/>
          <p:nvPr/>
        </p:nvSpPr>
        <p:spPr>
          <a:xfrm>
            <a:off x="7882509" y="3559175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10-group313"/>
          <p:cNvSpPr/>
          <p:nvPr/>
        </p:nvSpPr>
        <p:spPr>
          <a:xfrm>
            <a:off x="7882509" y="3927094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10-group314"/>
          <p:cNvSpPr/>
          <p:nvPr/>
        </p:nvSpPr>
        <p:spPr>
          <a:xfrm>
            <a:off x="7882509" y="4295013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10-figure315" descr="점 6개씩 4묶음, 24개"/>
          <p:cNvSpPr/>
          <p:nvPr/>
        </p:nvSpPr>
        <p:spPr>
          <a:xfrm>
            <a:off x="7855077" y="3154680"/>
            <a:ext cx="2207514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10-text316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“3씩 4묶음이 두 개: 12 + 12”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3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1-chip31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31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9 = □</a:t>
            </a:r>
            <a:endParaRPr lang="ko-KR" sz="3600" dirty="0"/>
          </a:p>
        </p:txBody>
      </p:sp>
      <p:sp>
        <p:nvSpPr>
          <p:cNvPr id="6" name="S11-chip32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32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□</a:t>
            </a:r>
            <a:endParaRPr lang="ko-KR" sz="3600" dirty="0"/>
          </a:p>
        </p:txBody>
      </p:sp>
      <p:sp>
        <p:nvSpPr>
          <p:cNvPr id="8" name="S11-chip32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32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18, 6 × 6은?</a:t>
            </a:r>
            <a:endParaRPr lang="ko-KR" sz="3200" dirty="0"/>
          </a:p>
        </p:txBody>
      </p:sp>
      <p:sp>
        <p:nvSpPr>
          <p:cNvPr id="10" name="S11-chip32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32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6개씩 7줄은?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방법은?</a:t>
            </a:r>
            <a:endParaRPr lang="ko-KR" sz="4400" dirty="0"/>
          </a:p>
        </p:txBody>
      </p:sp>
      <p:sp>
        <p:nvSpPr>
          <p:cNvPr id="3" name="S13-text3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= 15예요. 6 × 5를 구하는 식은?</a:t>
            </a:r>
            <a:endParaRPr lang="ko-KR" sz="3200" dirty="0"/>
          </a:p>
        </p:txBody>
      </p:sp>
      <p:sp>
        <p:nvSpPr>
          <p:cNvPr id="4" name="S13-card3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식인지 말해 보세요.</a:t>
            </a:r>
            <a:endParaRPr lang="ko-KR" sz="3200" dirty="0"/>
          </a:p>
        </p:txBody>
      </p:sp>
      <p:sp>
        <p:nvSpPr>
          <p:cNvPr id="6" name="S13-chip32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3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3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+ 3</a:t>
            </a:r>
            <a:endParaRPr lang="ko-KR" sz="3200" dirty="0"/>
          </a:p>
        </p:txBody>
      </p:sp>
      <p:sp>
        <p:nvSpPr>
          <p:cNvPr id="9" name="S13-chip33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3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3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+ 15</a:t>
            </a:r>
            <a:endParaRPr lang="ko-KR" sz="3200" dirty="0"/>
          </a:p>
        </p:txBody>
      </p:sp>
      <p:sp>
        <p:nvSpPr>
          <p:cNvPr id="12" name="S13-chip33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3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3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6단의 곱은 3단 곱의 2배예요.</a:t>
            </a:r>
            <a:endParaRPr lang="ko-KR" sz="3200" dirty="0"/>
          </a:p>
        </p:txBody>
      </p:sp>
      <p:sp>
        <p:nvSpPr>
          <p:cNvPr id="5" name="S14-chip34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3단 곱을 두 번 더하기</a:t>
            </a:r>
            <a:endParaRPr lang="ko-KR" sz="2600" dirty="0"/>
          </a:p>
        </p:txBody>
      </p:sp>
      <p:sp>
        <p:nvSpPr>
          <p:cNvPr id="6" name="S14-chip34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3단 곱에 3만 더하기</a:t>
            </a:r>
            <a:endParaRPr lang="ko-KR" sz="2600" dirty="0"/>
          </a:p>
        </p:txBody>
      </p:sp>
      <p:sp>
        <p:nvSpPr>
          <p:cNvPr id="7" name="S14-text34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4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× 7 = □</a:t>
            </a:r>
            <a:endParaRPr lang="ko-KR" sz="3000" dirty="0"/>
          </a:p>
        </p:txBody>
      </p:sp>
      <p:sp>
        <p:nvSpPr>
          <p:cNvPr id="9" name="S14-eqtext34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 × 9 = □</a:t>
            </a:r>
            <a:endParaRPr lang="ko-KR" sz="3000" dirty="0"/>
          </a:p>
        </p:txBody>
      </p:sp>
      <p:sp>
        <p:nvSpPr>
          <p:cNvPr id="10" name="S14-eqtext34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 × 4 = □</a:t>
            </a:r>
            <a:endParaRPr lang="ko-KR" sz="3000" dirty="0"/>
          </a:p>
        </p:txBody>
      </p:sp>
      <p:sp>
        <p:nvSpPr>
          <p:cNvPr id="11" name="S14-text34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4단과 8단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뛰어 세기</a:t>
            </a:r>
            <a:endParaRPr lang="ko-KR" sz="4400" dirty="0"/>
          </a:p>
        </p:txBody>
      </p:sp>
      <p:sp>
        <p:nvSpPr>
          <p:cNvPr id="3" name="S15-text3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6번 뛰어 세어요.</a:t>
            </a:r>
            <a:endParaRPr lang="ko-KR" sz="3200" dirty="0"/>
          </a:p>
        </p:txBody>
      </p:sp>
      <p:sp>
        <p:nvSpPr>
          <p:cNvPr id="4" name="S15-card348"/>
          <p:cNvSpPr/>
          <p:nvPr/>
        </p:nvSpPr>
        <p:spPr>
          <a:xfrm>
            <a:off x="548640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349"/>
          <p:cNvSpPr txBox="1"/>
          <p:nvPr/>
        </p:nvSpPr>
        <p:spPr>
          <a:xfrm>
            <a:off x="822960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6번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2, 4, 6, 8, 10, 12</a:t>
            </a:r>
            <a:endParaRPr lang="ko-KR" sz="3200" dirty="0"/>
          </a:p>
        </p:txBody>
      </p:sp>
      <p:sp>
        <p:nvSpPr>
          <p:cNvPr id="6" name="S15-card350"/>
          <p:cNvSpPr/>
          <p:nvPr/>
        </p:nvSpPr>
        <p:spPr>
          <a:xfrm>
            <a:off x="6208776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51"/>
          <p:cNvSpPr txBox="1"/>
          <p:nvPr/>
        </p:nvSpPr>
        <p:spPr>
          <a:xfrm>
            <a:off x="6483096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6묶음과 같아요.</a:t>
            </a:r>
            <a:endParaRPr lang="ko-KR" sz="3200" dirty="0"/>
          </a:p>
        </p:txBody>
      </p:sp>
      <p:sp>
        <p:nvSpPr>
          <p:cNvPr id="8" name="S15-line352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5-line353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354"/>
          <p:cNvSpPr txBox="1"/>
          <p:nvPr/>
        </p:nvSpPr>
        <p:spPr>
          <a:xfrm>
            <a:off x="50292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15-line355"/>
          <p:cNvSpPr/>
          <p:nvPr/>
        </p:nvSpPr>
        <p:spPr>
          <a:xfrm>
            <a:off x="14735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356"/>
          <p:cNvSpPr txBox="1"/>
          <p:nvPr/>
        </p:nvSpPr>
        <p:spPr>
          <a:xfrm>
            <a:off x="101635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3" name="S15-line357"/>
          <p:cNvSpPr/>
          <p:nvPr/>
        </p:nvSpPr>
        <p:spPr>
          <a:xfrm>
            <a:off x="198699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358"/>
          <p:cNvSpPr txBox="1"/>
          <p:nvPr/>
        </p:nvSpPr>
        <p:spPr>
          <a:xfrm>
            <a:off x="1529791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15-line359"/>
          <p:cNvSpPr/>
          <p:nvPr/>
        </p:nvSpPr>
        <p:spPr>
          <a:xfrm>
            <a:off x="250042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360"/>
          <p:cNvSpPr txBox="1"/>
          <p:nvPr/>
        </p:nvSpPr>
        <p:spPr>
          <a:xfrm>
            <a:off x="2043227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15-line361"/>
          <p:cNvSpPr/>
          <p:nvPr/>
        </p:nvSpPr>
        <p:spPr>
          <a:xfrm>
            <a:off x="301386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362"/>
          <p:cNvSpPr txBox="1"/>
          <p:nvPr/>
        </p:nvSpPr>
        <p:spPr>
          <a:xfrm>
            <a:off x="255666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15-line363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364"/>
          <p:cNvSpPr txBox="1"/>
          <p:nvPr/>
        </p:nvSpPr>
        <p:spPr>
          <a:xfrm>
            <a:off x="3070098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1" name="S15-line365"/>
          <p:cNvSpPr/>
          <p:nvPr/>
        </p:nvSpPr>
        <p:spPr>
          <a:xfrm>
            <a:off x="404073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366"/>
          <p:cNvSpPr txBox="1"/>
          <p:nvPr/>
        </p:nvSpPr>
        <p:spPr>
          <a:xfrm>
            <a:off x="3583534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3" name="S15-line367"/>
          <p:cNvSpPr/>
          <p:nvPr/>
        </p:nvSpPr>
        <p:spPr>
          <a:xfrm>
            <a:off x="4554169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368"/>
          <p:cNvSpPr txBox="1"/>
          <p:nvPr/>
        </p:nvSpPr>
        <p:spPr>
          <a:xfrm>
            <a:off x="4096969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5" name="S15-line369"/>
          <p:cNvSpPr/>
          <p:nvPr/>
        </p:nvSpPr>
        <p:spPr>
          <a:xfrm>
            <a:off x="506760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370"/>
          <p:cNvSpPr txBox="1"/>
          <p:nvPr/>
        </p:nvSpPr>
        <p:spPr>
          <a:xfrm>
            <a:off x="4610405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7" name="S15-line371"/>
          <p:cNvSpPr/>
          <p:nvPr/>
        </p:nvSpPr>
        <p:spPr>
          <a:xfrm>
            <a:off x="558104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372"/>
          <p:cNvSpPr txBox="1"/>
          <p:nvPr/>
        </p:nvSpPr>
        <p:spPr>
          <a:xfrm>
            <a:off x="512384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29" name="S15-line373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5-label374"/>
          <p:cNvSpPr txBox="1"/>
          <p:nvPr/>
        </p:nvSpPr>
        <p:spPr>
          <a:xfrm>
            <a:off x="563727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31" name="S15-line375"/>
          <p:cNvSpPr/>
          <p:nvPr/>
        </p:nvSpPr>
        <p:spPr>
          <a:xfrm>
            <a:off x="660791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15-label376"/>
          <p:cNvSpPr txBox="1"/>
          <p:nvPr/>
        </p:nvSpPr>
        <p:spPr>
          <a:xfrm>
            <a:off x="615071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33" name="S15-line377"/>
          <p:cNvSpPr/>
          <p:nvPr/>
        </p:nvSpPr>
        <p:spPr>
          <a:xfrm>
            <a:off x="712134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5-label378"/>
          <p:cNvSpPr txBox="1"/>
          <p:nvPr/>
        </p:nvSpPr>
        <p:spPr>
          <a:xfrm>
            <a:off x="6664147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35" name="S15-line379"/>
          <p:cNvSpPr/>
          <p:nvPr/>
        </p:nvSpPr>
        <p:spPr>
          <a:xfrm>
            <a:off x="7634783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5-label380"/>
          <p:cNvSpPr txBox="1"/>
          <p:nvPr/>
        </p:nvSpPr>
        <p:spPr>
          <a:xfrm>
            <a:off x="7177583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400" dirty="0"/>
          </a:p>
        </p:txBody>
      </p:sp>
      <p:sp>
        <p:nvSpPr>
          <p:cNvPr id="37" name="S15-line381"/>
          <p:cNvSpPr/>
          <p:nvPr/>
        </p:nvSpPr>
        <p:spPr>
          <a:xfrm>
            <a:off x="814821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5-label382"/>
          <p:cNvSpPr txBox="1"/>
          <p:nvPr/>
        </p:nvSpPr>
        <p:spPr>
          <a:xfrm>
            <a:off x="7691018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400" dirty="0"/>
          </a:p>
        </p:txBody>
      </p:sp>
      <p:sp>
        <p:nvSpPr>
          <p:cNvPr id="39" name="S15-line383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5-label384"/>
          <p:cNvSpPr txBox="1"/>
          <p:nvPr/>
        </p:nvSpPr>
        <p:spPr>
          <a:xfrm>
            <a:off x="8204454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400" dirty="0"/>
          </a:p>
        </p:txBody>
      </p:sp>
      <p:sp>
        <p:nvSpPr>
          <p:cNvPr id="41" name="S15-line385"/>
          <p:cNvSpPr/>
          <p:nvPr/>
        </p:nvSpPr>
        <p:spPr>
          <a:xfrm>
            <a:off x="917509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5-label386"/>
          <p:cNvSpPr txBox="1"/>
          <p:nvPr/>
        </p:nvSpPr>
        <p:spPr>
          <a:xfrm>
            <a:off x="871789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400" dirty="0"/>
          </a:p>
        </p:txBody>
      </p:sp>
      <p:sp>
        <p:nvSpPr>
          <p:cNvPr id="43" name="S15-line387"/>
          <p:cNvSpPr/>
          <p:nvPr/>
        </p:nvSpPr>
        <p:spPr>
          <a:xfrm>
            <a:off x="968852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5-label388"/>
          <p:cNvSpPr txBox="1"/>
          <p:nvPr/>
        </p:nvSpPr>
        <p:spPr>
          <a:xfrm>
            <a:off x="9231325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2400" dirty="0"/>
          </a:p>
        </p:txBody>
      </p:sp>
      <p:sp>
        <p:nvSpPr>
          <p:cNvPr id="45" name="S15-line389"/>
          <p:cNvSpPr/>
          <p:nvPr/>
        </p:nvSpPr>
        <p:spPr>
          <a:xfrm>
            <a:off x="1020196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5-label390"/>
          <p:cNvSpPr txBox="1"/>
          <p:nvPr/>
        </p:nvSpPr>
        <p:spPr>
          <a:xfrm>
            <a:off x="9744761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47" name="S15-line391"/>
          <p:cNvSpPr/>
          <p:nvPr/>
        </p:nvSpPr>
        <p:spPr>
          <a:xfrm>
            <a:off x="107153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5-label392"/>
          <p:cNvSpPr txBox="1"/>
          <p:nvPr/>
        </p:nvSpPr>
        <p:spPr>
          <a:xfrm>
            <a:off x="1025819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2400" dirty="0"/>
          </a:p>
        </p:txBody>
      </p:sp>
      <p:sp>
        <p:nvSpPr>
          <p:cNvPr id="49" name="S15-line393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5-label394"/>
          <p:cNvSpPr txBox="1"/>
          <p:nvPr/>
        </p:nvSpPr>
        <p:spPr>
          <a:xfrm>
            <a:off x="1077163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51" name="S15-mark395"/>
          <p:cNvSpPr/>
          <p:nvPr/>
        </p:nvSpPr>
        <p:spPr>
          <a:xfrm>
            <a:off x="7029907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2" name="S15-line396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15-line397"/>
          <p:cNvSpPr/>
          <p:nvPr/>
        </p:nvSpPr>
        <p:spPr>
          <a:xfrm>
            <a:off x="960120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15-line398"/>
          <p:cNvSpPr/>
          <p:nvPr/>
        </p:nvSpPr>
        <p:spPr>
          <a:xfrm flipV="1">
            <a:off x="1986991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5" name="S15-line399"/>
          <p:cNvSpPr/>
          <p:nvPr/>
        </p:nvSpPr>
        <p:spPr>
          <a:xfrm>
            <a:off x="1986991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6" name="S15-line400"/>
          <p:cNvSpPr/>
          <p:nvPr/>
        </p:nvSpPr>
        <p:spPr>
          <a:xfrm flipV="1">
            <a:off x="301386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7" name="S15-line401"/>
          <p:cNvSpPr/>
          <p:nvPr/>
        </p:nvSpPr>
        <p:spPr>
          <a:xfrm>
            <a:off x="3013862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8" name="S15-line402"/>
          <p:cNvSpPr/>
          <p:nvPr/>
        </p:nvSpPr>
        <p:spPr>
          <a:xfrm flipV="1">
            <a:off x="404073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15-line403"/>
          <p:cNvSpPr/>
          <p:nvPr/>
        </p:nvSpPr>
        <p:spPr>
          <a:xfrm>
            <a:off x="4040734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15-line404"/>
          <p:cNvSpPr/>
          <p:nvPr/>
        </p:nvSpPr>
        <p:spPr>
          <a:xfrm flipV="1">
            <a:off x="5067605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1" name="S15-line405"/>
          <p:cNvSpPr/>
          <p:nvPr/>
        </p:nvSpPr>
        <p:spPr>
          <a:xfrm>
            <a:off x="5067605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2" name="S15-line406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3" name="S15-line407"/>
          <p:cNvSpPr/>
          <p:nvPr/>
        </p:nvSpPr>
        <p:spPr>
          <a:xfrm>
            <a:off x="6094476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4" name="S15-figure408" descr="0부터 20까지 수직선에서 0부터 2씩 6번 뛰어 1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3단과 6단</dc:title>
  <dc:subject>KR22-G02-MAT-TIMES36-L01</dc:subject>
  <dc:creator>education-ppt</dc:creator>
  <cp:lastModifiedBy>education-ppt</cp:lastModifiedBy>
  <cp:revision>1</cp:revision>
  <dcterms:created xsi:type="dcterms:W3CDTF">2026-10-26T07:46:45Z</dcterms:created>
  <dcterms:modified xsi:type="dcterms:W3CDTF">2026-10-26T07:46:45Z</dcterms:modified>
</cp:coreProperties>
</file>