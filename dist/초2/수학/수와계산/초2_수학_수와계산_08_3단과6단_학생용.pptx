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df253e5-58cc-d73b-19d4-828f9366d6da}">
          <p14:sldIdLst>
            <p14:sldId id="256"/>
            <p14:sldId id="257"/>
          </p14:sldIdLst>
        </p14:section>
        <p14:section name="개념" id="{df809c83-0636-da5a-3ee5-29d11d2057bb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연습" id="{a8c1effa-115f-0dc6-58c0-a64281048c77}">
          <p14:sldIdLst>
            <p14:sldId id="264"/>
            <p14:sldId id="265"/>
          </p14:sldIdLst>
        </p14:section>
        <p14:section name="확인" id="{6c197b5f-3120-f6ff-6619-754e9ecca052}">
          <p14:sldIdLst>
            <p14:sldId id="266"/>
            <p14:sldId id="267"/>
          </p14:sldIdLst>
        </p14:section>
        <p14:section name="정리" id="{d311c5e5-a035-1f9f-18ae-790abbccc974}">
          <p14:sldIdLst>
            <p14:sldId id="268"/>
          </p14:sldIdLst>
        </p14:section>
        <p14:section name="보충" id="{279b0b36-e11b-545c-efc0-511f94da6d7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3단과 6단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3단과 6단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3단과 6단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3단과 6단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3단으로 6단을 구할 수 있을까?</a:t>
            </a:r>
            <a:endParaRPr lang="ko-KR" sz="3200" dirty="0"/>
          </a:p>
        </p:txBody>
      </p:sp>
      <p:sp>
        <p:nvSpPr>
          <p:cNvPr id="4" name="S01-dot1"/>
          <p:cNvSpPr/>
          <p:nvPr/>
        </p:nvSpPr>
        <p:spPr>
          <a:xfrm>
            <a:off x="798499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844219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dot3"/>
          <p:cNvSpPr/>
          <p:nvPr/>
        </p:nvSpPr>
        <p:spPr>
          <a:xfrm>
            <a:off x="8899398" y="15041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798499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dot5"/>
          <p:cNvSpPr/>
          <p:nvPr/>
        </p:nvSpPr>
        <p:spPr>
          <a:xfrm>
            <a:off x="844219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8899398" y="19613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dot7"/>
          <p:cNvSpPr/>
          <p:nvPr/>
        </p:nvSpPr>
        <p:spPr>
          <a:xfrm>
            <a:off x="798499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844219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dot9"/>
          <p:cNvSpPr/>
          <p:nvPr/>
        </p:nvSpPr>
        <p:spPr>
          <a:xfrm>
            <a:off x="8899398" y="241858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1-group10"/>
          <p:cNvSpPr/>
          <p:nvPr/>
        </p:nvSpPr>
        <p:spPr>
          <a:xfrm>
            <a:off x="7925562" y="14538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4" name="S01-group11"/>
          <p:cNvSpPr/>
          <p:nvPr/>
        </p:nvSpPr>
        <p:spPr>
          <a:xfrm>
            <a:off x="7925562" y="19110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5" name="S01-group12"/>
          <p:cNvSpPr/>
          <p:nvPr/>
        </p:nvSpPr>
        <p:spPr>
          <a:xfrm>
            <a:off x="7925562" y="23682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6" name="S01-figure13" descr="3개씩 묶은 점 3줄"/>
          <p:cNvSpPr/>
          <p:nvPr/>
        </p:nvSpPr>
        <p:spPr>
          <a:xfrm>
            <a:off x="7898130" y="141732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10110978" y="15041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dot15"/>
          <p:cNvSpPr/>
          <p:nvPr/>
        </p:nvSpPr>
        <p:spPr>
          <a:xfrm>
            <a:off x="10568178" y="15041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1-dot16"/>
          <p:cNvSpPr/>
          <p:nvPr/>
        </p:nvSpPr>
        <p:spPr>
          <a:xfrm>
            <a:off x="11025378" y="15041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1-dot17"/>
          <p:cNvSpPr/>
          <p:nvPr/>
        </p:nvSpPr>
        <p:spPr>
          <a:xfrm>
            <a:off x="10110978" y="19613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1-dot18"/>
          <p:cNvSpPr/>
          <p:nvPr/>
        </p:nvSpPr>
        <p:spPr>
          <a:xfrm>
            <a:off x="10568178" y="19613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1-dot19"/>
          <p:cNvSpPr/>
          <p:nvPr/>
        </p:nvSpPr>
        <p:spPr>
          <a:xfrm>
            <a:off x="11025378" y="19613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1-dot20"/>
          <p:cNvSpPr/>
          <p:nvPr/>
        </p:nvSpPr>
        <p:spPr>
          <a:xfrm>
            <a:off x="10110978" y="24185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1-dot21"/>
          <p:cNvSpPr/>
          <p:nvPr/>
        </p:nvSpPr>
        <p:spPr>
          <a:xfrm>
            <a:off x="10568178" y="24185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1-dot22"/>
          <p:cNvSpPr/>
          <p:nvPr/>
        </p:nvSpPr>
        <p:spPr>
          <a:xfrm>
            <a:off x="11025378" y="2418588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1-group23"/>
          <p:cNvSpPr/>
          <p:nvPr/>
        </p:nvSpPr>
        <p:spPr>
          <a:xfrm>
            <a:off x="10051542" y="14538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1-group24"/>
          <p:cNvSpPr/>
          <p:nvPr/>
        </p:nvSpPr>
        <p:spPr>
          <a:xfrm>
            <a:off x="10051542" y="19110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1-group25"/>
          <p:cNvSpPr/>
          <p:nvPr/>
        </p:nvSpPr>
        <p:spPr>
          <a:xfrm>
            <a:off x="10051542" y="2368296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1-figure26" descr="파란 점 3개씩 3줄"/>
          <p:cNvSpPr/>
          <p:nvPr/>
        </p:nvSpPr>
        <p:spPr>
          <a:xfrm>
            <a:off x="10024110" y="1417320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1-card27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1" name="S01-cardtext28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3씩 묶어 세어 3단 곱셈구구를 만들어요.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3단을 두 번 더해 6단을 만들어요.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30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7 = □</a:t>
            </a:r>
            <a:endParaRPr lang="ko-KR" sz="3600" dirty="0"/>
          </a:p>
        </p:txBody>
      </p:sp>
      <p:sp>
        <p:nvSpPr>
          <p:cNvPr id="5" name="S02-chip3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32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9 = □</a:t>
            </a:r>
            <a:endParaRPr lang="ko-KR" sz="3600" dirty="0"/>
          </a:p>
        </p:txBody>
      </p:sp>
      <p:sp>
        <p:nvSpPr>
          <p:cNvPr id="7" name="S02-chip3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34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4씩 3묶음을 곱셈식으로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묶어 세요</a:t>
            </a:r>
            <a:endParaRPr lang="ko-KR" sz="4400" dirty="0"/>
          </a:p>
        </p:txBody>
      </p:sp>
      <p:sp>
        <p:nvSpPr>
          <p:cNvPr id="3" name="S03-text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3개씩 한 묶음이 하나씩 늘어나요.</a:t>
            </a:r>
            <a:endParaRPr lang="ko-KR" sz="3200" dirty="0"/>
          </a:p>
        </p:txBody>
      </p:sp>
      <p:sp>
        <p:nvSpPr>
          <p:cNvPr id="4" name="S03-card3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3, 6, 9, 12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묶음이 하나 늘면 3개 늘어요.</a:t>
            </a:r>
            <a:endParaRPr lang="ko-KR" sz="3200" dirty="0"/>
          </a:p>
        </p:txBody>
      </p:sp>
      <p:sp>
        <p:nvSpPr>
          <p:cNvPr id="6" name="S03-dot38"/>
          <p:cNvSpPr/>
          <p:nvPr/>
        </p:nvSpPr>
        <p:spPr>
          <a:xfrm>
            <a:off x="115625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39"/>
          <p:cNvSpPr/>
          <p:nvPr/>
        </p:nvSpPr>
        <p:spPr>
          <a:xfrm>
            <a:off x="165917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40"/>
          <p:cNvSpPr/>
          <p:nvPr/>
        </p:nvSpPr>
        <p:spPr>
          <a:xfrm>
            <a:off x="2162099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group41"/>
          <p:cNvSpPr/>
          <p:nvPr/>
        </p:nvSpPr>
        <p:spPr>
          <a:xfrm>
            <a:off x="1088136" y="287413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0" name="S03-figure42" descr="3개씩 1묶음, 점 3개"/>
          <p:cNvSpPr/>
          <p:nvPr/>
        </p:nvSpPr>
        <p:spPr>
          <a:xfrm>
            <a:off x="1060704" y="2837561"/>
            <a:ext cx="1508760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3-label43"/>
          <p:cNvSpPr txBox="1"/>
          <p:nvPr/>
        </p:nvSpPr>
        <p:spPr>
          <a:xfrm>
            <a:off x="548640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1</a:t>
            </a:r>
            <a:endParaRPr lang="ko-KR" sz="2600" dirty="0"/>
          </a:p>
        </p:txBody>
      </p:sp>
      <p:sp>
        <p:nvSpPr>
          <p:cNvPr id="12" name="S03-dot44"/>
          <p:cNvSpPr/>
          <p:nvPr/>
        </p:nvSpPr>
        <p:spPr>
          <a:xfrm>
            <a:off x="400918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3-dot45"/>
          <p:cNvSpPr/>
          <p:nvPr/>
        </p:nvSpPr>
        <p:spPr>
          <a:xfrm>
            <a:off x="451210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dot46"/>
          <p:cNvSpPr/>
          <p:nvPr/>
        </p:nvSpPr>
        <p:spPr>
          <a:xfrm>
            <a:off x="5015027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3-dot47"/>
          <p:cNvSpPr/>
          <p:nvPr/>
        </p:nvSpPr>
        <p:spPr>
          <a:xfrm>
            <a:off x="400918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dot48"/>
          <p:cNvSpPr/>
          <p:nvPr/>
        </p:nvSpPr>
        <p:spPr>
          <a:xfrm>
            <a:off x="451210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3-dot49"/>
          <p:cNvSpPr/>
          <p:nvPr/>
        </p:nvSpPr>
        <p:spPr>
          <a:xfrm>
            <a:off x="5015027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group50"/>
          <p:cNvSpPr/>
          <p:nvPr/>
        </p:nvSpPr>
        <p:spPr>
          <a:xfrm>
            <a:off x="3941064" y="262267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3-group51"/>
          <p:cNvSpPr/>
          <p:nvPr/>
        </p:nvSpPr>
        <p:spPr>
          <a:xfrm>
            <a:off x="3941064" y="312559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3-figure52" descr="3개씩 2묶음, 점 6개"/>
          <p:cNvSpPr/>
          <p:nvPr/>
        </p:nvSpPr>
        <p:spPr>
          <a:xfrm>
            <a:off x="3913632" y="2586101"/>
            <a:ext cx="150876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3-label53"/>
          <p:cNvSpPr txBox="1"/>
          <p:nvPr/>
        </p:nvSpPr>
        <p:spPr>
          <a:xfrm>
            <a:off x="3401568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2600" dirty="0"/>
          </a:p>
        </p:txBody>
      </p:sp>
      <p:sp>
        <p:nvSpPr>
          <p:cNvPr id="22" name="S03-dot54"/>
          <p:cNvSpPr/>
          <p:nvPr/>
        </p:nvSpPr>
        <p:spPr>
          <a:xfrm>
            <a:off x="686211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03-dot55"/>
          <p:cNvSpPr/>
          <p:nvPr/>
        </p:nvSpPr>
        <p:spPr>
          <a:xfrm>
            <a:off x="736503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dot56"/>
          <p:cNvSpPr/>
          <p:nvPr/>
        </p:nvSpPr>
        <p:spPr>
          <a:xfrm>
            <a:off x="7867955" y="24301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3-dot57"/>
          <p:cNvSpPr/>
          <p:nvPr/>
        </p:nvSpPr>
        <p:spPr>
          <a:xfrm>
            <a:off x="686211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3-dot58"/>
          <p:cNvSpPr/>
          <p:nvPr/>
        </p:nvSpPr>
        <p:spPr>
          <a:xfrm>
            <a:off x="736503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3-dot59"/>
          <p:cNvSpPr/>
          <p:nvPr/>
        </p:nvSpPr>
        <p:spPr>
          <a:xfrm>
            <a:off x="7867955" y="293311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3-dot60"/>
          <p:cNvSpPr/>
          <p:nvPr/>
        </p:nvSpPr>
        <p:spPr>
          <a:xfrm>
            <a:off x="686211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3-dot61"/>
          <p:cNvSpPr/>
          <p:nvPr/>
        </p:nvSpPr>
        <p:spPr>
          <a:xfrm>
            <a:off x="736503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3-dot62"/>
          <p:cNvSpPr/>
          <p:nvPr/>
        </p:nvSpPr>
        <p:spPr>
          <a:xfrm>
            <a:off x="7867955" y="34360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3-group63"/>
          <p:cNvSpPr/>
          <p:nvPr/>
        </p:nvSpPr>
        <p:spPr>
          <a:xfrm>
            <a:off x="6793992" y="237121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3-group64"/>
          <p:cNvSpPr/>
          <p:nvPr/>
        </p:nvSpPr>
        <p:spPr>
          <a:xfrm>
            <a:off x="6793992" y="287413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3-group65"/>
          <p:cNvSpPr/>
          <p:nvPr/>
        </p:nvSpPr>
        <p:spPr>
          <a:xfrm>
            <a:off x="6793992" y="337705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3-figure66" descr="3개씩 3묶음, 점 9개"/>
          <p:cNvSpPr/>
          <p:nvPr/>
        </p:nvSpPr>
        <p:spPr>
          <a:xfrm>
            <a:off x="6766560" y="2334641"/>
            <a:ext cx="1508760" cy="1508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3-label67"/>
          <p:cNvSpPr txBox="1"/>
          <p:nvPr/>
        </p:nvSpPr>
        <p:spPr>
          <a:xfrm>
            <a:off x="6254496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3</a:t>
            </a:r>
            <a:endParaRPr lang="ko-KR" sz="2600" dirty="0"/>
          </a:p>
        </p:txBody>
      </p:sp>
      <p:sp>
        <p:nvSpPr>
          <p:cNvPr id="36" name="S03-dot68"/>
          <p:cNvSpPr/>
          <p:nvPr/>
        </p:nvSpPr>
        <p:spPr>
          <a:xfrm>
            <a:off x="971504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3-dot69"/>
          <p:cNvSpPr/>
          <p:nvPr/>
        </p:nvSpPr>
        <p:spPr>
          <a:xfrm>
            <a:off x="1021796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3-dot70"/>
          <p:cNvSpPr/>
          <p:nvPr/>
        </p:nvSpPr>
        <p:spPr>
          <a:xfrm>
            <a:off x="10720883" y="217873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S03-dot71"/>
          <p:cNvSpPr/>
          <p:nvPr/>
        </p:nvSpPr>
        <p:spPr>
          <a:xfrm>
            <a:off x="971504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03-dot72"/>
          <p:cNvSpPr/>
          <p:nvPr/>
        </p:nvSpPr>
        <p:spPr>
          <a:xfrm>
            <a:off x="1021796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1" name="S03-dot73"/>
          <p:cNvSpPr/>
          <p:nvPr/>
        </p:nvSpPr>
        <p:spPr>
          <a:xfrm>
            <a:off x="10720883" y="268165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03-dot74"/>
          <p:cNvSpPr/>
          <p:nvPr/>
        </p:nvSpPr>
        <p:spPr>
          <a:xfrm>
            <a:off x="971504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3-dot75"/>
          <p:cNvSpPr/>
          <p:nvPr/>
        </p:nvSpPr>
        <p:spPr>
          <a:xfrm>
            <a:off x="1021796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3-dot76"/>
          <p:cNvSpPr/>
          <p:nvPr/>
        </p:nvSpPr>
        <p:spPr>
          <a:xfrm>
            <a:off x="10720883" y="318457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3-dot77"/>
          <p:cNvSpPr/>
          <p:nvPr/>
        </p:nvSpPr>
        <p:spPr>
          <a:xfrm>
            <a:off x="971504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3-dot78"/>
          <p:cNvSpPr/>
          <p:nvPr/>
        </p:nvSpPr>
        <p:spPr>
          <a:xfrm>
            <a:off x="1021796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3-dot79"/>
          <p:cNvSpPr/>
          <p:nvPr/>
        </p:nvSpPr>
        <p:spPr>
          <a:xfrm>
            <a:off x="10720883" y="3687496"/>
            <a:ext cx="311810" cy="3118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3-group80"/>
          <p:cNvSpPr/>
          <p:nvPr/>
        </p:nvSpPr>
        <p:spPr>
          <a:xfrm>
            <a:off x="9646920" y="211975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9" name="S03-group81"/>
          <p:cNvSpPr/>
          <p:nvPr/>
        </p:nvSpPr>
        <p:spPr>
          <a:xfrm>
            <a:off x="9646920" y="262267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0" name="S03-group82"/>
          <p:cNvSpPr/>
          <p:nvPr/>
        </p:nvSpPr>
        <p:spPr>
          <a:xfrm>
            <a:off x="9646920" y="312559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1" name="S03-group83"/>
          <p:cNvSpPr/>
          <p:nvPr/>
        </p:nvSpPr>
        <p:spPr>
          <a:xfrm>
            <a:off x="9646920" y="3628517"/>
            <a:ext cx="1453896" cy="429768"/>
          </a:xfrm>
          <a:prstGeom prst="roundRect">
            <a:avLst>
              <a:gd name="adj" fmla="val 25532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52" name="S03-figure84" descr="3개씩 4묶음, 점 12개"/>
          <p:cNvSpPr/>
          <p:nvPr/>
        </p:nvSpPr>
        <p:spPr>
          <a:xfrm>
            <a:off x="9619488" y="2083181"/>
            <a:ext cx="1508760" cy="20116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03-label85"/>
          <p:cNvSpPr txBox="1"/>
          <p:nvPr/>
        </p:nvSpPr>
        <p:spPr>
          <a:xfrm>
            <a:off x="9107424" y="4239514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뛰어 세요</a:t>
            </a:r>
            <a:endParaRPr lang="ko-KR" sz="4400" dirty="0"/>
          </a:p>
        </p:txBody>
      </p:sp>
      <p:sp>
        <p:nvSpPr>
          <p:cNvPr id="3" name="S04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7은 0에서 3씩 7번 뛰어요.</a:t>
            </a:r>
            <a:endParaRPr lang="ko-KR" sz="3200" dirty="0"/>
          </a:p>
        </p:txBody>
      </p:sp>
      <p:sp>
        <p:nvSpPr>
          <p:cNvPr id="4" name="S04-card87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8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7 = 21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18보다 3 커요.</a:t>
            </a:r>
            <a:endParaRPr lang="ko-KR" sz="3200" dirty="0"/>
          </a:p>
        </p:txBody>
      </p:sp>
      <p:sp>
        <p:nvSpPr>
          <p:cNvPr id="6" name="S04-line89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4-line90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4-label91"/>
          <p:cNvSpPr txBox="1"/>
          <p:nvPr/>
        </p:nvSpPr>
        <p:spPr>
          <a:xfrm>
            <a:off x="502920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800" dirty="0"/>
          </a:p>
        </p:txBody>
      </p:sp>
      <p:sp>
        <p:nvSpPr>
          <p:cNvPr id="9" name="S04-line92"/>
          <p:cNvSpPr/>
          <p:nvPr/>
        </p:nvSpPr>
        <p:spPr>
          <a:xfrm>
            <a:off x="134044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4-line93"/>
          <p:cNvSpPr/>
          <p:nvPr/>
        </p:nvSpPr>
        <p:spPr>
          <a:xfrm>
            <a:off x="1720765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4-line94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4-label95"/>
          <p:cNvSpPr txBox="1"/>
          <p:nvPr/>
        </p:nvSpPr>
        <p:spPr>
          <a:xfrm>
            <a:off x="1643888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13" name="S04-line96"/>
          <p:cNvSpPr/>
          <p:nvPr/>
        </p:nvSpPr>
        <p:spPr>
          <a:xfrm>
            <a:off x="248141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line97"/>
          <p:cNvSpPr/>
          <p:nvPr/>
        </p:nvSpPr>
        <p:spPr>
          <a:xfrm>
            <a:off x="286173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4-line98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4-label99"/>
          <p:cNvSpPr txBox="1"/>
          <p:nvPr/>
        </p:nvSpPr>
        <p:spPr>
          <a:xfrm>
            <a:off x="2784856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800" dirty="0"/>
          </a:p>
        </p:txBody>
      </p:sp>
      <p:sp>
        <p:nvSpPr>
          <p:cNvPr id="17" name="S04-line100"/>
          <p:cNvSpPr/>
          <p:nvPr/>
        </p:nvSpPr>
        <p:spPr>
          <a:xfrm>
            <a:off x="362237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line101"/>
          <p:cNvSpPr/>
          <p:nvPr/>
        </p:nvSpPr>
        <p:spPr>
          <a:xfrm>
            <a:off x="400270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4-line102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4-label103"/>
          <p:cNvSpPr txBox="1"/>
          <p:nvPr/>
        </p:nvSpPr>
        <p:spPr>
          <a:xfrm>
            <a:off x="3925824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800" dirty="0"/>
          </a:p>
        </p:txBody>
      </p:sp>
      <p:sp>
        <p:nvSpPr>
          <p:cNvPr id="21" name="S04-line104"/>
          <p:cNvSpPr/>
          <p:nvPr/>
        </p:nvSpPr>
        <p:spPr>
          <a:xfrm>
            <a:off x="4763347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4-line105"/>
          <p:cNvSpPr/>
          <p:nvPr/>
        </p:nvSpPr>
        <p:spPr>
          <a:xfrm>
            <a:off x="514366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line106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4-label107"/>
          <p:cNvSpPr txBox="1"/>
          <p:nvPr/>
        </p:nvSpPr>
        <p:spPr>
          <a:xfrm>
            <a:off x="5066792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800" dirty="0"/>
          </a:p>
        </p:txBody>
      </p:sp>
      <p:sp>
        <p:nvSpPr>
          <p:cNvPr id="25" name="S04-line108"/>
          <p:cNvSpPr/>
          <p:nvPr/>
        </p:nvSpPr>
        <p:spPr>
          <a:xfrm>
            <a:off x="5904315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line109"/>
          <p:cNvSpPr/>
          <p:nvPr/>
        </p:nvSpPr>
        <p:spPr>
          <a:xfrm>
            <a:off x="6284637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line110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label111"/>
          <p:cNvSpPr txBox="1"/>
          <p:nvPr/>
        </p:nvSpPr>
        <p:spPr>
          <a:xfrm>
            <a:off x="6207760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1800" dirty="0"/>
          </a:p>
        </p:txBody>
      </p:sp>
      <p:sp>
        <p:nvSpPr>
          <p:cNvPr id="29" name="S04-line112"/>
          <p:cNvSpPr/>
          <p:nvPr/>
        </p:nvSpPr>
        <p:spPr>
          <a:xfrm>
            <a:off x="704528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ine113"/>
          <p:cNvSpPr/>
          <p:nvPr/>
        </p:nvSpPr>
        <p:spPr>
          <a:xfrm>
            <a:off x="7425605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4-line114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label115"/>
          <p:cNvSpPr txBox="1"/>
          <p:nvPr/>
        </p:nvSpPr>
        <p:spPr>
          <a:xfrm>
            <a:off x="7348728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1800" dirty="0"/>
          </a:p>
        </p:txBody>
      </p:sp>
      <p:sp>
        <p:nvSpPr>
          <p:cNvPr id="33" name="S04-line116"/>
          <p:cNvSpPr/>
          <p:nvPr/>
        </p:nvSpPr>
        <p:spPr>
          <a:xfrm>
            <a:off x="818625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4-line117"/>
          <p:cNvSpPr/>
          <p:nvPr/>
        </p:nvSpPr>
        <p:spPr>
          <a:xfrm>
            <a:off x="8566573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4-line118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4-label119"/>
          <p:cNvSpPr txBox="1"/>
          <p:nvPr/>
        </p:nvSpPr>
        <p:spPr>
          <a:xfrm>
            <a:off x="8489696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</a:t>
            </a:r>
            <a:endParaRPr lang="ko-KR" sz="1800" dirty="0"/>
          </a:p>
        </p:txBody>
      </p:sp>
      <p:sp>
        <p:nvSpPr>
          <p:cNvPr id="37" name="S04-line120"/>
          <p:cNvSpPr/>
          <p:nvPr/>
        </p:nvSpPr>
        <p:spPr>
          <a:xfrm>
            <a:off x="932721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4-line121"/>
          <p:cNvSpPr/>
          <p:nvPr/>
        </p:nvSpPr>
        <p:spPr>
          <a:xfrm>
            <a:off x="9707541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4-line122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4-label123"/>
          <p:cNvSpPr txBox="1"/>
          <p:nvPr/>
        </p:nvSpPr>
        <p:spPr>
          <a:xfrm>
            <a:off x="9630664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1800" dirty="0"/>
          </a:p>
        </p:txBody>
      </p:sp>
      <p:sp>
        <p:nvSpPr>
          <p:cNvPr id="41" name="S04-line124"/>
          <p:cNvSpPr/>
          <p:nvPr/>
        </p:nvSpPr>
        <p:spPr>
          <a:xfrm>
            <a:off x="10468187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4-line125"/>
          <p:cNvSpPr/>
          <p:nvPr/>
        </p:nvSpPr>
        <p:spPr>
          <a:xfrm>
            <a:off x="10848509" y="3587018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4-line126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4-label127"/>
          <p:cNvSpPr txBox="1"/>
          <p:nvPr/>
        </p:nvSpPr>
        <p:spPr>
          <a:xfrm>
            <a:off x="10771632" y="3852194"/>
            <a:ext cx="914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</a:t>
            </a:r>
            <a:endParaRPr lang="ko-KR" sz="1800" dirty="0"/>
          </a:p>
        </p:txBody>
      </p:sp>
      <p:sp>
        <p:nvSpPr>
          <p:cNvPr id="45" name="S04-mark128"/>
          <p:cNvSpPr/>
          <p:nvPr/>
        </p:nvSpPr>
        <p:spPr>
          <a:xfrm>
            <a:off x="8855456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4-line129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4-line130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4-label131"/>
          <p:cNvSpPr txBox="1"/>
          <p:nvPr/>
        </p:nvSpPr>
        <p:spPr>
          <a:xfrm>
            <a:off x="960120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1800" dirty="0"/>
          </a:p>
        </p:txBody>
      </p:sp>
      <p:sp>
        <p:nvSpPr>
          <p:cNvPr id="49" name="S04-line132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4-line133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4-label134"/>
          <p:cNvSpPr txBox="1"/>
          <p:nvPr/>
        </p:nvSpPr>
        <p:spPr>
          <a:xfrm>
            <a:off x="2101088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1800" dirty="0"/>
          </a:p>
        </p:txBody>
      </p:sp>
      <p:sp>
        <p:nvSpPr>
          <p:cNvPr id="52" name="S04-line135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4-line136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4-label137"/>
          <p:cNvSpPr txBox="1"/>
          <p:nvPr/>
        </p:nvSpPr>
        <p:spPr>
          <a:xfrm>
            <a:off x="3242056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1800" dirty="0"/>
          </a:p>
        </p:txBody>
      </p:sp>
      <p:sp>
        <p:nvSpPr>
          <p:cNvPr id="55" name="S04-line138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6" name="S04-line139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04-label140"/>
          <p:cNvSpPr txBox="1"/>
          <p:nvPr/>
        </p:nvSpPr>
        <p:spPr>
          <a:xfrm>
            <a:off x="4383024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1800" dirty="0"/>
          </a:p>
        </p:txBody>
      </p:sp>
      <p:sp>
        <p:nvSpPr>
          <p:cNvPr id="58" name="S04-line141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04-line142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04-label143"/>
          <p:cNvSpPr txBox="1"/>
          <p:nvPr/>
        </p:nvSpPr>
        <p:spPr>
          <a:xfrm>
            <a:off x="5523992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1800" dirty="0"/>
          </a:p>
        </p:txBody>
      </p:sp>
      <p:sp>
        <p:nvSpPr>
          <p:cNvPr id="61" name="S04-line144"/>
          <p:cNvSpPr/>
          <p:nvPr/>
        </p:nvSpPr>
        <p:spPr>
          <a:xfrm flipV="1">
            <a:off x="666496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2" name="S04-line145"/>
          <p:cNvSpPr/>
          <p:nvPr/>
        </p:nvSpPr>
        <p:spPr>
          <a:xfrm>
            <a:off x="666496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04-label146"/>
          <p:cNvSpPr txBox="1"/>
          <p:nvPr/>
        </p:nvSpPr>
        <p:spPr>
          <a:xfrm>
            <a:off x="6664960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1800" dirty="0"/>
          </a:p>
        </p:txBody>
      </p:sp>
      <p:sp>
        <p:nvSpPr>
          <p:cNvPr id="64" name="S04-line147"/>
          <p:cNvSpPr/>
          <p:nvPr/>
        </p:nvSpPr>
        <p:spPr>
          <a:xfrm flipV="1">
            <a:off x="780592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5" name="S04-line148"/>
          <p:cNvSpPr/>
          <p:nvPr/>
        </p:nvSpPr>
        <p:spPr>
          <a:xfrm>
            <a:off x="780592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6" name="S04-label149"/>
          <p:cNvSpPr txBox="1"/>
          <p:nvPr/>
        </p:nvSpPr>
        <p:spPr>
          <a:xfrm>
            <a:off x="7805928" y="2969798"/>
            <a:ext cx="114096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⑦</a:t>
            </a:r>
            <a:endParaRPr lang="ko-KR" sz="1800" dirty="0"/>
          </a:p>
        </p:txBody>
      </p:sp>
      <p:sp>
        <p:nvSpPr>
          <p:cNvPr id="67" name="S04-figure150" descr="0부터 27까지 수직선(3마다 긴 눈금과 수)에서 0부터 3씩 7번 뛰어 21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3단을 완성해요</a:t>
            </a:r>
            <a:endParaRPr lang="ko-KR" sz="4400" dirty="0"/>
          </a:p>
        </p:txBody>
      </p:sp>
      <p:sp>
        <p:nvSpPr>
          <p:cNvPr id="3" name="S05-text1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알맞은 곱을 말해요.</a:t>
            </a:r>
            <a:endParaRPr lang="ko-KR" sz="3200" dirty="0"/>
          </a:p>
        </p:txBody>
      </p:sp>
      <p:sp>
        <p:nvSpPr>
          <p:cNvPr id="4" name="S05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앞의 곱에 3을 더하면 다음 곱이에요.</a:t>
            </a:r>
            <a:endParaRPr lang="ko-KR" sz="3200" dirty="0"/>
          </a:p>
        </p:txBody>
      </p:sp>
      <p:graphicFrame>
        <p:nvGraphicFramePr>
          <p:cNvPr id="6" name="S05-table1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378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두 개면 6씩</a:t>
            </a:r>
            <a:endParaRPr lang="ko-KR" sz="4400" dirty="0"/>
          </a:p>
        </p:txBody>
      </p:sp>
      <p:sp>
        <p:nvSpPr>
          <p:cNvPr id="3" name="S06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3씩 4묶음 두 개를 붙여요.</a:t>
            </a:r>
            <a:endParaRPr lang="ko-KR" sz="3200" dirty="0"/>
          </a:p>
        </p:txBody>
      </p:sp>
      <p:sp>
        <p:nvSpPr>
          <p:cNvPr id="4" name="S06-card156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57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4는 3 × 4의 2배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+ 12 = 24</a:t>
            </a:r>
            <a:endParaRPr lang="ko-KR" sz="3200" dirty="0"/>
          </a:p>
        </p:txBody>
      </p:sp>
      <p:sp>
        <p:nvSpPr>
          <p:cNvPr id="6" name="S06-dot158"/>
          <p:cNvSpPr/>
          <p:nvPr/>
        </p:nvSpPr>
        <p:spPr>
          <a:xfrm>
            <a:off x="1691640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dot159"/>
          <p:cNvSpPr/>
          <p:nvPr/>
        </p:nvSpPr>
        <p:spPr>
          <a:xfrm>
            <a:off x="2148840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6-dot160"/>
          <p:cNvSpPr/>
          <p:nvPr/>
        </p:nvSpPr>
        <p:spPr>
          <a:xfrm>
            <a:off x="2606040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dot161"/>
          <p:cNvSpPr/>
          <p:nvPr/>
        </p:nvSpPr>
        <p:spPr>
          <a:xfrm>
            <a:off x="169164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6-dot162"/>
          <p:cNvSpPr/>
          <p:nvPr/>
        </p:nvSpPr>
        <p:spPr>
          <a:xfrm>
            <a:off x="214884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dot163"/>
          <p:cNvSpPr/>
          <p:nvPr/>
        </p:nvSpPr>
        <p:spPr>
          <a:xfrm>
            <a:off x="2606040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dot164"/>
          <p:cNvSpPr/>
          <p:nvPr/>
        </p:nvSpPr>
        <p:spPr>
          <a:xfrm>
            <a:off x="169164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6-dot165"/>
          <p:cNvSpPr/>
          <p:nvPr/>
        </p:nvSpPr>
        <p:spPr>
          <a:xfrm>
            <a:off x="214884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dot166"/>
          <p:cNvSpPr/>
          <p:nvPr/>
        </p:nvSpPr>
        <p:spPr>
          <a:xfrm>
            <a:off x="2606040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6-dot167"/>
          <p:cNvSpPr/>
          <p:nvPr/>
        </p:nvSpPr>
        <p:spPr>
          <a:xfrm>
            <a:off x="1691640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dot168"/>
          <p:cNvSpPr/>
          <p:nvPr/>
        </p:nvSpPr>
        <p:spPr>
          <a:xfrm>
            <a:off x="2148840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6-dot169"/>
          <p:cNvSpPr/>
          <p:nvPr/>
        </p:nvSpPr>
        <p:spPr>
          <a:xfrm>
            <a:off x="2606040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group170"/>
          <p:cNvSpPr/>
          <p:nvPr/>
        </p:nvSpPr>
        <p:spPr>
          <a:xfrm>
            <a:off x="1632204" y="22111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19" name="S06-group171"/>
          <p:cNvSpPr/>
          <p:nvPr/>
        </p:nvSpPr>
        <p:spPr>
          <a:xfrm>
            <a:off x="1632204" y="26683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0" name="S06-group172"/>
          <p:cNvSpPr/>
          <p:nvPr/>
        </p:nvSpPr>
        <p:spPr>
          <a:xfrm>
            <a:off x="1632204" y="31255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1" name="S06-group173"/>
          <p:cNvSpPr/>
          <p:nvPr/>
        </p:nvSpPr>
        <p:spPr>
          <a:xfrm>
            <a:off x="1632204" y="35827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6-figure174" descr="주황 점 3개씩 4묶음, 12개"/>
          <p:cNvSpPr/>
          <p:nvPr/>
        </p:nvSpPr>
        <p:spPr>
          <a:xfrm>
            <a:off x="1604772" y="2174621"/>
            <a:ext cx="1371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6-label175"/>
          <p:cNvSpPr txBox="1"/>
          <p:nvPr/>
        </p:nvSpPr>
        <p:spPr>
          <a:xfrm>
            <a:off x="548640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2600" dirty="0"/>
          </a:p>
        </p:txBody>
      </p:sp>
      <p:sp>
        <p:nvSpPr>
          <p:cNvPr id="24" name="S06-dot176"/>
          <p:cNvSpPr/>
          <p:nvPr/>
        </p:nvSpPr>
        <p:spPr>
          <a:xfrm>
            <a:off x="5495544" y="22614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6-dot177"/>
          <p:cNvSpPr/>
          <p:nvPr/>
        </p:nvSpPr>
        <p:spPr>
          <a:xfrm>
            <a:off x="5952744" y="22614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dot178"/>
          <p:cNvSpPr/>
          <p:nvPr/>
        </p:nvSpPr>
        <p:spPr>
          <a:xfrm>
            <a:off x="6409944" y="22614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6-dot179"/>
          <p:cNvSpPr/>
          <p:nvPr/>
        </p:nvSpPr>
        <p:spPr>
          <a:xfrm>
            <a:off x="5495544" y="27186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dot180"/>
          <p:cNvSpPr/>
          <p:nvPr/>
        </p:nvSpPr>
        <p:spPr>
          <a:xfrm>
            <a:off x="5952744" y="27186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6-dot181"/>
          <p:cNvSpPr/>
          <p:nvPr/>
        </p:nvSpPr>
        <p:spPr>
          <a:xfrm>
            <a:off x="6409944" y="27186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dot182"/>
          <p:cNvSpPr/>
          <p:nvPr/>
        </p:nvSpPr>
        <p:spPr>
          <a:xfrm>
            <a:off x="5495544" y="31758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6-dot183"/>
          <p:cNvSpPr/>
          <p:nvPr/>
        </p:nvSpPr>
        <p:spPr>
          <a:xfrm>
            <a:off x="5952744" y="31758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6-dot184"/>
          <p:cNvSpPr/>
          <p:nvPr/>
        </p:nvSpPr>
        <p:spPr>
          <a:xfrm>
            <a:off x="6409944" y="31758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6-dot185"/>
          <p:cNvSpPr/>
          <p:nvPr/>
        </p:nvSpPr>
        <p:spPr>
          <a:xfrm>
            <a:off x="5495544" y="36330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dot186"/>
          <p:cNvSpPr/>
          <p:nvPr/>
        </p:nvSpPr>
        <p:spPr>
          <a:xfrm>
            <a:off x="5952744" y="36330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6-dot187"/>
          <p:cNvSpPr/>
          <p:nvPr/>
        </p:nvSpPr>
        <p:spPr>
          <a:xfrm>
            <a:off x="6409944" y="3633089"/>
            <a:ext cx="283464" cy="283464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group188"/>
          <p:cNvSpPr/>
          <p:nvPr/>
        </p:nvSpPr>
        <p:spPr>
          <a:xfrm>
            <a:off x="5436108" y="22111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06-group189"/>
          <p:cNvSpPr/>
          <p:nvPr/>
        </p:nvSpPr>
        <p:spPr>
          <a:xfrm>
            <a:off x="5436108" y="26683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06-group190"/>
          <p:cNvSpPr/>
          <p:nvPr/>
        </p:nvSpPr>
        <p:spPr>
          <a:xfrm>
            <a:off x="5436108" y="31255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9" name="S06-group191"/>
          <p:cNvSpPr/>
          <p:nvPr/>
        </p:nvSpPr>
        <p:spPr>
          <a:xfrm>
            <a:off x="5436108" y="3582797"/>
            <a:ext cx="13167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40" name="S06-figure192" descr="파란 점 3개씩 4묶음, 12개"/>
          <p:cNvSpPr/>
          <p:nvPr/>
        </p:nvSpPr>
        <p:spPr>
          <a:xfrm>
            <a:off x="5408676" y="2174621"/>
            <a:ext cx="13716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6-label193"/>
          <p:cNvSpPr txBox="1"/>
          <p:nvPr/>
        </p:nvSpPr>
        <p:spPr>
          <a:xfrm>
            <a:off x="4352544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2600" dirty="0"/>
          </a:p>
        </p:txBody>
      </p:sp>
      <p:sp>
        <p:nvSpPr>
          <p:cNvPr id="42" name="S06-dot194"/>
          <p:cNvSpPr/>
          <p:nvPr/>
        </p:nvSpPr>
        <p:spPr>
          <a:xfrm>
            <a:off x="86136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3" name="S06-dot195"/>
          <p:cNvSpPr/>
          <p:nvPr/>
        </p:nvSpPr>
        <p:spPr>
          <a:xfrm>
            <a:off x="90708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6-dot196"/>
          <p:cNvSpPr/>
          <p:nvPr/>
        </p:nvSpPr>
        <p:spPr>
          <a:xfrm>
            <a:off x="95280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S06-dot197"/>
          <p:cNvSpPr/>
          <p:nvPr/>
        </p:nvSpPr>
        <p:spPr>
          <a:xfrm>
            <a:off x="99852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6-dot198"/>
          <p:cNvSpPr/>
          <p:nvPr/>
        </p:nvSpPr>
        <p:spPr>
          <a:xfrm>
            <a:off x="104424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06-dot199"/>
          <p:cNvSpPr/>
          <p:nvPr/>
        </p:nvSpPr>
        <p:spPr>
          <a:xfrm>
            <a:off x="10899648" y="22614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6-dot200"/>
          <p:cNvSpPr/>
          <p:nvPr/>
        </p:nvSpPr>
        <p:spPr>
          <a:xfrm>
            <a:off x="86136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06-dot201"/>
          <p:cNvSpPr/>
          <p:nvPr/>
        </p:nvSpPr>
        <p:spPr>
          <a:xfrm>
            <a:off x="90708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6-dot202"/>
          <p:cNvSpPr/>
          <p:nvPr/>
        </p:nvSpPr>
        <p:spPr>
          <a:xfrm>
            <a:off x="95280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1" name="S06-dot203"/>
          <p:cNvSpPr/>
          <p:nvPr/>
        </p:nvSpPr>
        <p:spPr>
          <a:xfrm>
            <a:off x="99852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6-dot204"/>
          <p:cNvSpPr/>
          <p:nvPr/>
        </p:nvSpPr>
        <p:spPr>
          <a:xfrm>
            <a:off x="104424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3" name="S06-dot205"/>
          <p:cNvSpPr/>
          <p:nvPr/>
        </p:nvSpPr>
        <p:spPr>
          <a:xfrm>
            <a:off x="10899648" y="27186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6-dot206"/>
          <p:cNvSpPr/>
          <p:nvPr/>
        </p:nvSpPr>
        <p:spPr>
          <a:xfrm>
            <a:off x="86136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S06-dot207"/>
          <p:cNvSpPr/>
          <p:nvPr/>
        </p:nvSpPr>
        <p:spPr>
          <a:xfrm>
            <a:off x="90708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6-dot208"/>
          <p:cNvSpPr/>
          <p:nvPr/>
        </p:nvSpPr>
        <p:spPr>
          <a:xfrm>
            <a:off x="95280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7" name="S06-dot209"/>
          <p:cNvSpPr/>
          <p:nvPr/>
        </p:nvSpPr>
        <p:spPr>
          <a:xfrm>
            <a:off x="99852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6-dot210"/>
          <p:cNvSpPr/>
          <p:nvPr/>
        </p:nvSpPr>
        <p:spPr>
          <a:xfrm>
            <a:off x="104424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9" name="S06-dot211"/>
          <p:cNvSpPr/>
          <p:nvPr/>
        </p:nvSpPr>
        <p:spPr>
          <a:xfrm>
            <a:off x="10899648" y="31758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0" name="S06-dot212"/>
          <p:cNvSpPr/>
          <p:nvPr/>
        </p:nvSpPr>
        <p:spPr>
          <a:xfrm>
            <a:off x="86136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1" name="S06-dot213"/>
          <p:cNvSpPr/>
          <p:nvPr/>
        </p:nvSpPr>
        <p:spPr>
          <a:xfrm>
            <a:off x="90708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2" name="S06-dot214"/>
          <p:cNvSpPr/>
          <p:nvPr/>
        </p:nvSpPr>
        <p:spPr>
          <a:xfrm>
            <a:off x="95280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3" name="S06-dot215"/>
          <p:cNvSpPr/>
          <p:nvPr/>
        </p:nvSpPr>
        <p:spPr>
          <a:xfrm>
            <a:off x="99852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6-dot216"/>
          <p:cNvSpPr/>
          <p:nvPr/>
        </p:nvSpPr>
        <p:spPr>
          <a:xfrm>
            <a:off x="104424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5" name="S06-dot217"/>
          <p:cNvSpPr/>
          <p:nvPr/>
        </p:nvSpPr>
        <p:spPr>
          <a:xfrm>
            <a:off x="10899648" y="3633089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6-group218"/>
          <p:cNvSpPr/>
          <p:nvPr/>
        </p:nvSpPr>
        <p:spPr>
          <a:xfrm>
            <a:off x="8554212" y="22111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7" name="S06-group219"/>
          <p:cNvSpPr/>
          <p:nvPr/>
        </p:nvSpPr>
        <p:spPr>
          <a:xfrm>
            <a:off x="8554212" y="26683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8" name="S06-group220"/>
          <p:cNvSpPr/>
          <p:nvPr/>
        </p:nvSpPr>
        <p:spPr>
          <a:xfrm>
            <a:off x="8554212" y="31255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69" name="S06-group221"/>
          <p:cNvSpPr/>
          <p:nvPr/>
        </p:nvSpPr>
        <p:spPr>
          <a:xfrm>
            <a:off x="8554212" y="3582797"/>
            <a:ext cx="26883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70" name="S06-figure222" descr="점 6개씩 4묶음, 24개"/>
          <p:cNvSpPr/>
          <p:nvPr/>
        </p:nvSpPr>
        <p:spPr>
          <a:xfrm>
            <a:off x="8526780" y="2174621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06-label223"/>
          <p:cNvSpPr txBox="1"/>
          <p:nvPr/>
        </p:nvSpPr>
        <p:spPr>
          <a:xfrm>
            <a:off x="8156448" y="4239514"/>
            <a:ext cx="3483864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6씩 뛰어 세요</a:t>
            </a:r>
            <a:endParaRPr lang="ko-KR" sz="4400" dirty="0"/>
          </a:p>
        </p:txBody>
      </p:sp>
      <p:sp>
        <p:nvSpPr>
          <p:cNvPr id="3" name="S07-text2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5는 0에서 6씩 5번 뛰어요.</a:t>
            </a:r>
            <a:endParaRPr lang="ko-KR" sz="3200" dirty="0"/>
          </a:p>
        </p:txBody>
      </p:sp>
      <p:sp>
        <p:nvSpPr>
          <p:cNvPr id="4" name="S07-card22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2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5 = 30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 = 24보다 6 커요.</a:t>
            </a:r>
            <a:endParaRPr lang="ko-KR" sz="3200" dirty="0"/>
          </a:p>
        </p:txBody>
      </p:sp>
      <p:sp>
        <p:nvSpPr>
          <p:cNvPr id="6" name="S07-line227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7-line228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7-label229"/>
          <p:cNvSpPr txBox="1"/>
          <p:nvPr/>
        </p:nvSpPr>
        <p:spPr>
          <a:xfrm>
            <a:off x="50292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600" dirty="0"/>
          </a:p>
        </p:txBody>
      </p:sp>
      <p:sp>
        <p:nvSpPr>
          <p:cNvPr id="9" name="S07-line230"/>
          <p:cNvSpPr/>
          <p:nvPr/>
        </p:nvSpPr>
        <p:spPr>
          <a:xfrm>
            <a:off x="210108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231"/>
          <p:cNvSpPr txBox="1"/>
          <p:nvPr/>
        </p:nvSpPr>
        <p:spPr>
          <a:xfrm>
            <a:off x="164388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1" name="S07-line232"/>
          <p:cNvSpPr/>
          <p:nvPr/>
        </p:nvSpPr>
        <p:spPr>
          <a:xfrm>
            <a:off x="32420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233"/>
          <p:cNvSpPr txBox="1"/>
          <p:nvPr/>
        </p:nvSpPr>
        <p:spPr>
          <a:xfrm>
            <a:off x="278485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3" name="S07-line234"/>
          <p:cNvSpPr/>
          <p:nvPr/>
        </p:nvSpPr>
        <p:spPr>
          <a:xfrm>
            <a:off x="438302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235"/>
          <p:cNvSpPr txBox="1"/>
          <p:nvPr/>
        </p:nvSpPr>
        <p:spPr>
          <a:xfrm>
            <a:off x="392582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15" name="S07-line236"/>
          <p:cNvSpPr/>
          <p:nvPr/>
        </p:nvSpPr>
        <p:spPr>
          <a:xfrm>
            <a:off x="552399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237"/>
          <p:cNvSpPr txBox="1"/>
          <p:nvPr/>
        </p:nvSpPr>
        <p:spPr>
          <a:xfrm>
            <a:off x="506679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600" dirty="0"/>
          </a:p>
        </p:txBody>
      </p:sp>
      <p:sp>
        <p:nvSpPr>
          <p:cNvPr id="17" name="S07-line238"/>
          <p:cNvSpPr/>
          <p:nvPr/>
        </p:nvSpPr>
        <p:spPr>
          <a:xfrm>
            <a:off x="666496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239"/>
          <p:cNvSpPr txBox="1"/>
          <p:nvPr/>
        </p:nvSpPr>
        <p:spPr>
          <a:xfrm>
            <a:off x="6207760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2600" dirty="0"/>
          </a:p>
        </p:txBody>
      </p:sp>
      <p:sp>
        <p:nvSpPr>
          <p:cNvPr id="19" name="S07-line240"/>
          <p:cNvSpPr/>
          <p:nvPr/>
        </p:nvSpPr>
        <p:spPr>
          <a:xfrm>
            <a:off x="780592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241"/>
          <p:cNvSpPr txBox="1"/>
          <p:nvPr/>
        </p:nvSpPr>
        <p:spPr>
          <a:xfrm>
            <a:off x="7348728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ko-KR" sz="2600" dirty="0"/>
          </a:p>
        </p:txBody>
      </p:sp>
      <p:sp>
        <p:nvSpPr>
          <p:cNvPr id="21" name="S07-line242"/>
          <p:cNvSpPr/>
          <p:nvPr/>
        </p:nvSpPr>
        <p:spPr>
          <a:xfrm>
            <a:off x="89468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7-label243"/>
          <p:cNvSpPr txBox="1"/>
          <p:nvPr/>
        </p:nvSpPr>
        <p:spPr>
          <a:xfrm>
            <a:off x="8489696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2600" dirty="0"/>
          </a:p>
        </p:txBody>
      </p:sp>
      <p:sp>
        <p:nvSpPr>
          <p:cNvPr id="23" name="S07-line244"/>
          <p:cNvSpPr/>
          <p:nvPr/>
        </p:nvSpPr>
        <p:spPr>
          <a:xfrm>
            <a:off x="1008786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7-label245"/>
          <p:cNvSpPr txBox="1"/>
          <p:nvPr/>
        </p:nvSpPr>
        <p:spPr>
          <a:xfrm>
            <a:off x="9630664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</a:t>
            </a:r>
            <a:endParaRPr lang="ko-KR" sz="2600" dirty="0"/>
          </a:p>
        </p:txBody>
      </p:sp>
      <p:sp>
        <p:nvSpPr>
          <p:cNvPr id="25" name="S07-line246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7-label247"/>
          <p:cNvSpPr txBox="1"/>
          <p:nvPr/>
        </p:nvSpPr>
        <p:spPr>
          <a:xfrm>
            <a:off x="10771632" y="3852194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2600" dirty="0"/>
          </a:p>
        </p:txBody>
      </p:sp>
      <p:sp>
        <p:nvSpPr>
          <p:cNvPr id="27" name="S07-mark248"/>
          <p:cNvSpPr/>
          <p:nvPr/>
        </p:nvSpPr>
        <p:spPr>
          <a:xfrm>
            <a:off x="6573520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8" name="S07-line249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9" name="S07-line250"/>
          <p:cNvSpPr/>
          <p:nvPr/>
        </p:nvSpPr>
        <p:spPr>
          <a:xfrm>
            <a:off x="960120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0" name="S07-label251"/>
          <p:cNvSpPr txBox="1"/>
          <p:nvPr/>
        </p:nvSpPr>
        <p:spPr>
          <a:xfrm>
            <a:off x="960120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31" name="S07-line252"/>
          <p:cNvSpPr/>
          <p:nvPr/>
        </p:nvSpPr>
        <p:spPr>
          <a:xfrm flipV="1">
            <a:off x="2101088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2" name="S07-line253"/>
          <p:cNvSpPr/>
          <p:nvPr/>
        </p:nvSpPr>
        <p:spPr>
          <a:xfrm>
            <a:off x="2101088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3" name="S07-label254"/>
          <p:cNvSpPr txBox="1"/>
          <p:nvPr/>
        </p:nvSpPr>
        <p:spPr>
          <a:xfrm>
            <a:off x="2101088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34" name="S07-line255"/>
          <p:cNvSpPr/>
          <p:nvPr/>
        </p:nvSpPr>
        <p:spPr>
          <a:xfrm flipV="1">
            <a:off x="324205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5" name="S07-line256"/>
          <p:cNvSpPr/>
          <p:nvPr/>
        </p:nvSpPr>
        <p:spPr>
          <a:xfrm>
            <a:off x="3242056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6" name="S07-label257"/>
          <p:cNvSpPr txBox="1"/>
          <p:nvPr/>
        </p:nvSpPr>
        <p:spPr>
          <a:xfrm>
            <a:off x="3242056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37" name="S07-line258"/>
          <p:cNvSpPr/>
          <p:nvPr/>
        </p:nvSpPr>
        <p:spPr>
          <a:xfrm flipV="1">
            <a:off x="438302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7-line259"/>
          <p:cNvSpPr/>
          <p:nvPr/>
        </p:nvSpPr>
        <p:spPr>
          <a:xfrm>
            <a:off x="4383024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7-label260"/>
          <p:cNvSpPr txBox="1"/>
          <p:nvPr/>
        </p:nvSpPr>
        <p:spPr>
          <a:xfrm>
            <a:off x="4383024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40" name="S07-line261"/>
          <p:cNvSpPr/>
          <p:nvPr/>
        </p:nvSpPr>
        <p:spPr>
          <a:xfrm flipV="1">
            <a:off x="552399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262"/>
          <p:cNvSpPr/>
          <p:nvPr/>
        </p:nvSpPr>
        <p:spPr>
          <a:xfrm>
            <a:off x="5523992" y="3285266"/>
            <a:ext cx="11409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263"/>
          <p:cNvSpPr txBox="1"/>
          <p:nvPr/>
        </p:nvSpPr>
        <p:spPr>
          <a:xfrm>
            <a:off x="5523992" y="2837718"/>
            <a:ext cx="1140968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600" dirty="0"/>
          </a:p>
        </p:txBody>
      </p:sp>
      <p:sp>
        <p:nvSpPr>
          <p:cNvPr id="43" name="S07-figure264" descr="0부터 54까지 6씩 눈금이 있는 수직선에서 0부터 6씩 5번 뛰어 30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6단을 완성해요</a:t>
            </a:r>
            <a:endParaRPr lang="ko-KR" sz="4400" dirty="0"/>
          </a:p>
        </p:txBody>
      </p:sp>
      <p:sp>
        <p:nvSpPr>
          <p:cNvPr id="3" name="S08-text2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3단의 곱을 보고 6단을 채워요.</a:t>
            </a:r>
            <a:endParaRPr lang="ko-KR" sz="3200" dirty="0"/>
          </a:p>
        </p:txBody>
      </p:sp>
      <p:sp>
        <p:nvSpPr>
          <p:cNvPr id="4" name="S08-card2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3단의 곱을 두 번 더하면 6단의 곱이에요.</a:t>
            </a:r>
            <a:endParaRPr lang="ko-KR" sz="3200" dirty="0"/>
          </a:p>
        </p:txBody>
      </p:sp>
      <p:graphicFrame>
        <p:nvGraphicFramePr>
          <p:cNvPr id="9" name="S08-table2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73680"/>
          <a:ext cx="11091672" cy="914400"/>
        </p:xfrm>
        <a:graphic>
          <a:graphicData uri="http://schemas.openxmlformats.org/drawingml/2006/table">
            <a:tbl>
              <a:tblPr/>
              <a:tblGrid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  <a:gridCol w="1109167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구해요</a:t>
            </a:r>
            <a:endParaRPr lang="ko-KR" sz="4400" dirty="0"/>
          </a:p>
        </p:txBody>
      </p:sp>
      <p:sp>
        <p:nvSpPr>
          <p:cNvPr id="3" name="S09-text26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바퀴, ④는 다리 수를 구해요.</a:t>
            </a:r>
            <a:endParaRPr lang="ko-KR" sz="3200" dirty="0"/>
          </a:p>
        </p:txBody>
      </p:sp>
      <p:sp>
        <p:nvSpPr>
          <p:cNvPr id="4" name="S09-card2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몇 묶음인지 먼저 말해요.</a:t>
            </a:r>
            <a:endParaRPr lang="ko-KR" sz="3200" dirty="0"/>
          </a:p>
        </p:txBody>
      </p:sp>
      <p:sp>
        <p:nvSpPr>
          <p:cNvPr id="6" name="S09-chip27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27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세발자전거 5대</a:t>
            </a:r>
            <a:endParaRPr lang="ko-KR" sz="3200" dirty="0"/>
          </a:p>
        </p:txBody>
      </p:sp>
      <p:sp>
        <p:nvSpPr>
          <p:cNvPr id="8" name="S09-chip27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27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8 = □</a:t>
            </a:r>
            <a:endParaRPr lang="ko-KR" sz="3600" dirty="0"/>
          </a:p>
        </p:txBody>
      </p:sp>
      <p:sp>
        <p:nvSpPr>
          <p:cNvPr id="10" name="S09-chip27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27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6 = □</a:t>
            </a:r>
            <a:endParaRPr lang="ko-KR" sz="3600" dirty="0"/>
          </a:p>
        </p:txBody>
      </p:sp>
      <p:sp>
        <p:nvSpPr>
          <p:cNvPr id="12" name="S09-chip27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09-text27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곤충 4마리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10-card28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28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12를 보고 6 × 4를 구했어요.</a:t>
            </a:r>
            <a:endParaRPr lang="ko-KR" sz="3200" dirty="0"/>
          </a:p>
        </p:txBody>
      </p:sp>
      <p:sp>
        <p:nvSpPr>
          <p:cNvPr id="5" name="S10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10-chip28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15</a:t>
            </a:r>
            <a:endParaRPr lang="ko-KR" sz="2600" dirty="0"/>
          </a:p>
        </p:txBody>
      </p:sp>
      <p:sp>
        <p:nvSpPr>
          <p:cNvPr id="8" name="S10-text28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“6은 3보다 3 크니까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+ 3 = 15예요.”</a:t>
            </a:r>
            <a:endParaRPr lang="ko-KR" sz="3200" dirty="0"/>
          </a:p>
        </p:txBody>
      </p:sp>
      <p:sp>
        <p:nvSpPr>
          <p:cNvPr id="9" name="S10-chip28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24</a:t>
            </a:r>
            <a:endParaRPr lang="ko-KR" sz="2600" dirty="0"/>
          </a:p>
        </p:txBody>
      </p:sp>
      <p:sp>
        <p:nvSpPr>
          <p:cNvPr id="10" name="S10-dot287"/>
          <p:cNvSpPr/>
          <p:nvPr/>
        </p:nvSpPr>
        <p:spPr>
          <a:xfrm>
            <a:off x="7924982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0-dot288"/>
          <p:cNvSpPr/>
          <p:nvPr/>
        </p:nvSpPr>
        <p:spPr>
          <a:xfrm>
            <a:off x="8292901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0-dot289"/>
          <p:cNvSpPr/>
          <p:nvPr/>
        </p:nvSpPr>
        <p:spPr>
          <a:xfrm>
            <a:off x="8660820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0-dot290"/>
          <p:cNvSpPr/>
          <p:nvPr/>
        </p:nvSpPr>
        <p:spPr>
          <a:xfrm>
            <a:off x="9028739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0-dot291"/>
          <p:cNvSpPr/>
          <p:nvPr/>
        </p:nvSpPr>
        <p:spPr>
          <a:xfrm>
            <a:off x="9396658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0-dot292"/>
          <p:cNvSpPr/>
          <p:nvPr/>
        </p:nvSpPr>
        <p:spPr>
          <a:xfrm>
            <a:off x="9764577" y="3224585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0-dot293"/>
          <p:cNvSpPr/>
          <p:nvPr/>
        </p:nvSpPr>
        <p:spPr>
          <a:xfrm>
            <a:off x="7924982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0-dot294"/>
          <p:cNvSpPr/>
          <p:nvPr/>
        </p:nvSpPr>
        <p:spPr>
          <a:xfrm>
            <a:off x="8292901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0-dot295"/>
          <p:cNvSpPr/>
          <p:nvPr/>
        </p:nvSpPr>
        <p:spPr>
          <a:xfrm>
            <a:off x="8660820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0-dot296"/>
          <p:cNvSpPr/>
          <p:nvPr/>
        </p:nvSpPr>
        <p:spPr>
          <a:xfrm>
            <a:off x="9028739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0-dot297"/>
          <p:cNvSpPr/>
          <p:nvPr/>
        </p:nvSpPr>
        <p:spPr>
          <a:xfrm>
            <a:off x="9396658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0-dot298"/>
          <p:cNvSpPr/>
          <p:nvPr/>
        </p:nvSpPr>
        <p:spPr>
          <a:xfrm>
            <a:off x="9764577" y="3592504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0-dot299"/>
          <p:cNvSpPr/>
          <p:nvPr/>
        </p:nvSpPr>
        <p:spPr>
          <a:xfrm>
            <a:off x="7924982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10-dot300"/>
          <p:cNvSpPr/>
          <p:nvPr/>
        </p:nvSpPr>
        <p:spPr>
          <a:xfrm>
            <a:off x="8292901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10-dot301"/>
          <p:cNvSpPr/>
          <p:nvPr/>
        </p:nvSpPr>
        <p:spPr>
          <a:xfrm>
            <a:off x="8660820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10-dot302"/>
          <p:cNvSpPr/>
          <p:nvPr/>
        </p:nvSpPr>
        <p:spPr>
          <a:xfrm>
            <a:off x="9028739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0-dot303"/>
          <p:cNvSpPr/>
          <p:nvPr/>
        </p:nvSpPr>
        <p:spPr>
          <a:xfrm>
            <a:off x="9396658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10-dot304"/>
          <p:cNvSpPr/>
          <p:nvPr/>
        </p:nvSpPr>
        <p:spPr>
          <a:xfrm>
            <a:off x="9764577" y="3960423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0-dot305"/>
          <p:cNvSpPr/>
          <p:nvPr/>
        </p:nvSpPr>
        <p:spPr>
          <a:xfrm>
            <a:off x="7924982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10-dot306"/>
          <p:cNvSpPr/>
          <p:nvPr/>
        </p:nvSpPr>
        <p:spPr>
          <a:xfrm>
            <a:off x="8292901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0-dot307"/>
          <p:cNvSpPr/>
          <p:nvPr/>
        </p:nvSpPr>
        <p:spPr>
          <a:xfrm>
            <a:off x="8660820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10-dot308"/>
          <p:cNvSpPr/>
          <p:nvPr/>
        </p:nvSpPr>
        <p:spPr>
          <a:xfrm>
            <a:off x="9028739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0-dot309"/>
          <p:cNvSpPr/>
          <p:nvPr/>
        </p:nvSpPr>
        <p:spPr>
          <a:xfrm>
            <a:off x="9396658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10-dot310"/>
          <p:cNvSpPr/>
          <p:nvPr/>
        </p:nvSpPr>
        <p:spPr>
          <a:xfrm>
            <a:off x="9764577" y="4328342"/>
            <a:ext cx="228110" cy="2281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0-group311"/>
          <p:cNvSpPr/>
          <p:nvPr/>
        </p:nvSpPr>
        <p:spPr>
          <a:xfrm>
            <a:off x="7882509" y="3191256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10-group312"/>
          <p:cNvSpPr/>
          <p:nvPr/>
        </p:nvSpPr>
        <p:spPr>
          <a:xfrm>
            <a:off x="7882509" y="3559175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6" name="S10-group313"/>
          <p:cNvSpPr/>
          <p:nvPr/>
        </p:nvSpPr>
        <p:spPr>
          <a:xfrm>
            <a:off x="7882509" y="3927094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7" name="S10-group314"/>
          <p:cNvSpPr/>
          <p:nvPr/>
        </p:nvSpPr>
        <p:spPr>
          <a:xfrm>
            <a:off x="7882509" y="4295013"/>
            <a:ext cx="2152650" cy="294767"/>
          </a:xfrm>
          <a:prstGeom prst="roundRect">
            <a:avLst>
              <a:gd name="adj" fmla="val 37225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8" name="S10-figure315" descr="점 6개씩 4묶음, 24개"/>
          <p:cNvSpPr/>
          <p:nvPr/>
        </p:nvSpPr>
        <p:spPr>
          <a:xfrm>
            <a:off x="7855077" y="3154680"/>
            <a:ext cx="2207514" cy="147167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10-text316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“3씩 4묶음이 두 개: 12 + 12”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31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곱을 구하고, 어떻게 구했는지 말해요.</a:t>
            </a:r>
            <a:endParaRPr lang="ko-KR" sz="3200" dirty="0"/>
          </a:p>
        </p:txBody>
      </p:sp>
      <p:sp>
        <p:nvSpPr>
          <p:cNvPr id="4" name="S11-chip31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eqtext31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9 = □</a:t>
            </a:r>
            <a:endParaRPr lang="ko-KR" sz="3600" dirty="0"/>
          </a:p>
        </p:txBody>
      </p:sp>
      <p:sp>
        <p:nvSpPr>
          <p:cNvPr id="6" name="S11-chip32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32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8 = □</a:t>
            </a:r>
            <a:endParaRPr lang="ko-KR" sz="3600" dirty="0"/>
          </a:p>
        </p:txBody>
      </p:sp>
      <p:sp>
        <p:nvSpPr>
          <p:cNvPr id="8" name="S11-chip32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text32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6 = 18, 6 × 6은?</a:t>
            </a:r>
            <a:endParaRPr lang="ko-KR" sz="3200" dirty="0"/>
          </a:p>
        </p:txBody>
      </p:sp>
      <p:sp>
        <p:nvSpPr>
          <p:cNvPr id="10" name="S11-chip32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text32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6개씩 7줄은?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방법은?</a:t>
            </a:r>
            <a:endParaRPr lang="ko-KR" sz="4400" dirty="0"/>
          </a:p>
        </p:txBody>
      </p:sp>
      <p:sp>
        <p:nvSpPr>
          <p:cNvPr id="3" name="S13-text3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5 = 15예요. 6 × 5를 구하는 식은?</a:t>
            </a:r>
            <a:endParaRPr lang="ko-KR" sz="3200" dirty="0"/>
          </a:p>
        </p:txBody>
      </p:sp>
      <p:sp>
        <p:nvSpPr>
          <p:cNvPr id="4" name="S13-card3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그 식인지 말해 보세요.</a:t>
            </a:r>
            <a:endParaRPr lang="ko-KR" sz="3200" dirty="0"/>
          </a:p>
        </p:txBody>
      </p:sp>
      <p:sp>
        <p:nvSpPr>
          <p:cNvPr id="6" name="S13-chip32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330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331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+ 3</a:t>
            </a:r>
            <a:endParaRPr lang="ko-KR" sz="3200" dirty="0"/>
          </a:p>
        </p:txBody>
      </p:sp>
      <p:sp>
        <p:nvSpPr>
          <p:cNvPr id="9" name="S13-chip332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333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334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+ 15</a:t>
            </a:r>
            <a:endParaRPr lang="ko-KR" sz="3200" dirty="0"/>
          </a:p>
        </p:txBody>
      </p:sp>
      <p:sp>
        <p:nvSpPr>
          <p:cNvPr id="12" name="S13-chip335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336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337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+ 6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33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3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6단의 곱은 3단 곱의 2배예요.</a:t>
            </a:r>
            <a:endParaRPr lang="ko-KR" sz="3200" dirty="0"/>
          </a:p>
        </p:txBody>
      </p:sp>
      <p:sp>
        <p:nvSpPr>
          <p:cNvPr id="5" name="S14-chip34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3단 곱을 두 번 더하기</a:t>
            </a:r>
            <a:endParaRPr lang="ko-KR" sz="2600" dirty="0"/>
          </a:p>
        </p:txBody>
      </p:sp>
      <p:sp>
        <p:nvSpPr>
          <p:cNvPr id="6" name="S14-chip34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3단 곱에 3만 더하기</a:t>
            </a:r>
            <a:endParaRPr lang="ko-KR" sz="2600" dirty="0"/>
          </a:p>
        </p:txBody>
      </p:sp>
      <p:sp>
        <p:nvSpPr>
          <p:cNvPr id="7" name="S14-text34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eqtext34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 × 7 = □</a:t>
            </a:r>
            <a:endParaRPr lang="ko-KR" sz="3000" dirty="0"/>
          </a:p>
        </p:txBody>
      </p:sp>
      <p:sp>
        <p:nvSpPr>
          <p:cNvPr id="9" name="S14-eqtext344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 × 9 = □</a:t>
            </a:r>
            <a:endParaRPr lang="ko-KR" sz="3000" dirty="0"/>
          </a:p>
        </p:txBody>
      </p:sp>
      <p:sp>
        <p:nvSpPr>
          <p:cNvPr id="10" name="S14-eqtext345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6 × 4 = □</a:t>
            </a:r>
            <a:endParaRPr lang="ko-KR" sz="3000" dirty="0"/>
          </a:p>
        </p:txBody>
      </p:sp>
      <p:sp>
        <p:nvSpPr>
          <p:cNvPr id="11" name="S14-text346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4단과 8단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뛰어 세기</a:t>
            </a:r>
            <a:endParaRPr lang="ko-KR" sz="4400" dirty="0"/>
          </a:p>
        </p:txBody>
      </p:sp>
      <p:sp>
        <p:nvSpPr>
          <p:cNvPr id="3" name="S15-text3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6번 뛰어 세어요.</a:t>
            </a:r>
            <a:endParaRPr lang="ko-KR" sz="3200" dirty="0"/>
          </a:p>
        </p:txBody>
      </p:sp>
      <p:sp>
        <p:nvSpPr>
          <p:cNvPr id="4" name="S15-card348"/>
          <p:cNvSpPr/>
          <p:nvPr/>
        </p:nvSpPr>
        <p:spPr>
          <a:xfrm>
            <a:off x="548640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349"/>
          <p:cNvSpPr txBox="1"/>
          <p:nvPr/>
        </p:nvSpPr>
        <p:spPr>
          <a:xfrm>
            <a:off x="822960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6번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2, 4, 6, 8, 10, 12</a:t>
            </a:r>
            <a:endParaRPr lang="ko-KR" sz="3200" dirty="0"/>
          </a:p>
        </p:txBody>
      </p:sp>
      <p:sp>
        <p:nvSpPr>
          <p:cNvPr id="6" name="S15-card350"/>
          <p:cNvSpPr/>
          <p:nvPr/>
        </p:nvSpPr>
        <p:spPr>
          <a:xfrm>
            <a:off x="6208776" y="4913884"/>
            <a:ext cx="5431536" cy="1304036"/>
          </a:xfrm>
          <a:prstGeom prst="roundRect">
            <a:avLst>
              <a:gd name="adj" fmla="val 84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351"/>
          <p:cNvSpPr txBox="1"/>
          <p:nvPr/>
        </p:nvSpPr>
        <p:spPr>
          <a:xfrm>
            <a:off x="6483096" y="5051044"/>
            <a:ext cx="4882896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6 = 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2씩 6묶음과 같아요.</a:t>
            </a:r>
            <a:endParaRPr lang="ko-KR" sz="3200" dirty="0"/>
          </a:p>
        </p:txBody>
      </p:sp>
      <p:sp>
        <p:nvSpPr>
          <p:cNvPr id="8" name="S15-line352"/>
          <p:cNvSpPr/>
          <p:nvPr/>
        </p:nvSpPr>
        <p:spPr>
          <a:xfrm>
            <a:off x="685800" y="3669314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15-line353"/>
          <p:cNvSpPr/>
          <p:nvPr/>
        </p:nvSpPr>
        <p:spPr>
          <a:xfrm>
            <a:off x="96012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5-label354"/>
          <p:cNvSpPr txBox="1"/>
          <p:nvPr/>
        </p:nvSpPr>
        <p:spPr>
          <a:xfrm>
            <a:off x="50292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5-line355"/>
          <p:cNvSpPr/>
          <p:nvPr/>
        </p:nvSpPr>
        <p:spPr>
          <a:xfrm>
            <a:off x="147355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5-label356"/>
          <p:cNvSpPr txBox="1"/>
          <p:nvPr/>
        </p:nvSpPr>
        <p:spPr>
          <a:xfrm>
            <a:off x="101635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15-line357"/>
          <p:cNvSpPr/>
          <p:nvPr/>
        </p:nvSpPr>
        <p:spPr>
          <a:xfrm>
            <a:off x="198699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15-label358"/>
          <p:cNvSpPr txBox="1"/>
          <p:nvPr/>
        </p:nvSpPr>
        <p:spPr>
          <a:xfrm>
            <a:off x="1529791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15-line359"/>
          <p:cNvSpPr/>
          <p:nvPr/>
        </p:nvSpPr>
        <p:spPr>
          <a:xfrm>
            <a:off x="250042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5-label360"/>
          <p:cNvSpPr txBox="1"/>
          <p:nvPr/>
        </p:nvSpPr>
        <p:spPr>
          <a:xfrm>
            <a:off x="2043227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15-line361"/>
          <p:cNvSpPr/>
          <p:nvPr/>
        </p:nvSpPr>
        <p:spPr>
          <a:xfrm>
            <a:off x="301386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5-label362"/>
          <p:cNvSpPr txBox="1"/>
          <p:nvPr/>
        </p:nvSpPr>
        <p:spPr>
          <a:xfrm>
            <a:off x="255666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9" name="S15-line363"/>
          <p:cNvSpPr/>
          <p:nvPr/>
        </p:nvSpPr>
        <p:spPr>
          <a:xfrm>
            <a:off x="352729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label364"/>
          <p:cNvSpPr txBox="1"/>
          <p:nvPr/>
        </p:nvSpPr>
        <p:spPr>
          <a:xfrm>
            <a:off x="3070098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1" name="S15-line365"/>
          <p:cNvSpPr/>
          <p:nvPr/>
        </p:nvSpPr>
        <p:spPr>
          <a:xfrm>
            <a:off x="404073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5-label366"/>
          <p:cNvSpPr txBox="1"/>
          <p:nvPr/>
        </p:nvSpPr>
        <p:spPr>
          <a:xfrm>
            <a:off x="3583534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3" name="S15-line367"/>
          <p:cNvSpPr/>
          <p:nvPr/>
        </p:nvSpPr>
        <p:spPr>
          <a:xfrm>
            <a:off x="4554169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5-label368"/>
          <p:cNvSpPr txBox="1"/>
          <p:nvPr/>
        </p:nvSpPr>
        <p:spPr>
          <a:xfrm>
            <a:off x="4096969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25" name="S15-line369"/>
          <p:cNvSpPr/>
          <p:nvPr/>
        </p:nvSpPr>
        <p:spPr>
          <a:xfrm>
            <a:off x="506760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5-label370"/>
          <p:cNvSpPr txBox="1"/>
          <p:nvPr/>
        </p:nvSpPr>
        <p:spPr>
          <a:xfrm>
            <a:off x="4610405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27" name="S15-line371"/>
          <p:cNvSpPr/>
          <p:nvPr/>
        </p:nvSpPr>
        <p:spPr>
          <a:xfrm>
            <a:off x="558104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5-label372"/>
          <p:cNvSpPr txBox="1"/>
          <p:nvPr/>
        </p:nvSpPr>
        <p:spPr>
          <a:xfrm>
            <a:off x="512384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29" name="S15-line373"/>
          <p:cNvSpPr/>
          <p:nvPr/>
        </p:nvSpPr>
        <p:spPr>
          <a:xfrm>
            <a:off x="609447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5-label374"/>
          <p:cNvSpPr txBox="1"/>
          <p:nvPr/>
        </p:nvSpPr>
        <p:spPr>
          <a:xfrm>
            <a:off x="563727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31" name="S15-line375"/>
          <p:cNvSpPr/>
          <p:nvPr/>
        </p:nvSpPr>
        <p:spPr>
          <a:xfrm>
            <a:off x="660791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15-label376"/>
          <p:cNvSpPr txBox="1"/>
          <p:nvPr/>
        </p:nvSpPr>
        <p:spPr>
          <a:xfrm>
            <a:off x="615071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33" name="S15-line377"/>
          <p:cNvSpPr/>
          <p:nvPr/>
        </p:nvSpPr>
        <p:spPr>
          <a:xfrm>
            <a:off x="7121347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15-label378"/>
          <p:cNvSpPr txBox="1"/>
          <p:nvPr/>
        </p:nvSpPr>
        <p:spPr>
          <a:xfrm>
            <a:off x="6664147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35" name="S15-line379"/>
          <p:cNvSpPr/>
          <p:nvPr/>
        </p:nvSpPr>
        <p:spPr>
          <a:xfrm>
            <a:off x="7634783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15-label380"/>
          <p:cNvSpPr txBox="1"/>
          <p:nvPr/>
        </p:nvSpPr>
        <p:spPr>
          <a:xfrm>
            <a:off x="7177583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400" dirty="0"/>
          </a:p>
        </p:txBody>
      </p:sp>
      <p:sp>
        <p:nvSpPr>
          <p:cNvPr id="37" name="S15-line381"/>
          <p:cNvSpPr/>
          <p:nvPr/>
        </p:nvSpPr>
        <p:spPr>
          <a:xfrm>
            <a:off x="8148218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15-label382"/>
          <p:cNvSpPr txBox="1"/>
          <p:nvPr/>
        </p:nvSpPr>
        <p:spPr>
          <a:xfrm>
            <a:off x="7691018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400" dirty="0"/>
          </a:p>
        </p:txBody>
      </p:sp>
      <p:sp>
        <p:nvSpPr>
          <p:cNvPr id="39" name="S15-line383"/>
          <p:cNvSpPr/>
          <p:nvPr/>
        </p:nvSpPr>
        <p:spPr>
          <a:xfrm>
            <a:off x="8661654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15-label384"/>
          <p:cNvSpPr txBox="1"/>
          <p:nvPr/>
        </p:nvSpPr>
        <p:spPr>
          <a:xfrm>
            <a:off x="8204454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400" dirty="0"/>
          </a:p>
        </p:txBody>
      </p:sp>
      <p:sp>
        <p:nvSpPr>
          <p:cNvPr id="41" name="S15-line385"/>
          <p:cNvSpPr/>
          <p:nvPr/>
        </p:nvSpPr>
        <p:spPr>
          <a:xfrm>
            <a:off x="9175090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15-label386"/>
          <p:cNvSpPr txBox="1"/>
          <p:nvPr/>
        </p:nvSpPr>
        <p:spPr>
          <a:xfrm>
            <a:off x="8717890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400" dirty="0"/>
          </a:p>
        </p:txBody>
      </p:sp>
      <p:sp>
        <p:nvSpPr>
          <p:cNvPr id="43" name="S15-line387"/>
          <p:cNvSpPr/>
          <p:nvPr/>
        </p:nvSpPr>
        <p:spPr>
          <a:xfrm>
            <a:off x="9688525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5-label388"/>
          <p:cNvSpPr txBox="1"/>
          <p:nvPr/>
        </p:nvSpPr>
        <p:spPr>
          <a:xfrm>
            <a:off x="9231325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2400" dirty="0"/>
          </a:p>
        </p:txBody>
      </p:sp>
      <p:sp>
        <p:nvSpPr>
          <p:cNvPr id="45" name="S15-line389"/>
          <p:cNvSpPr/>
          <p:nvPr/>
        </p:nvSpPr>
        <p:spPr>
          <a:xfrm>
            <a:off x="10201961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5-label390"/>
          <p:cNvSpPr txBox="1"/>
          <p:nvPr/>
        </p:nvSpPr>
        <p:spPr>
          <a:xfrm>
            <a:off x="9744761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400" dirty="0"/>
          </a:p>
        </p:txBody>
      </p:sp>
      <p:sp>
        <p:nvSpPr>
          <p:cNvPr id="47" name="S15-line391"/>
          <p:cNvSpPr/>
          <p:nvPr/>
        </p:nvSpPr>
        <p:spPr>
          <a:xfrm>
            <a:off x="10715396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5-label392"/>
          <p:cNvSpPr txBox="1"/>
          <p:nvPr/>
        </p:nvSpPr>
        <p:spPr>
          <a:xfrm>
            <a:off x="10258196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400" dirty="0"/>
          </a:p>
        </p:txBody>
      </p:sp>
      <p:sp>
        <p:nvSpPr>
          <p:cNvPr id="49" name="S15-line393"/>
          <p:cNvSpPr/>
          <p:nvPr/>
        </p:nvSpPr>
        <p:spPr>
          <a:xfrm>
            <a:off x="11228832" y="3523010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5-label394"/>
          <p:cNvSpPr txBox="1"/>
          <p:nvPr/>
        </p:nvSpPr>
        <p:spPr>
          <a:xfrm>
            <a:off x="10771632" y="3852194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400" dirty="0"/>
          </a:p>
        </p:txBody>
      </p:sp>
      <p:sp>
        <p:nvSpPr>
          <p:cNvPr id="51" name="S15-mark395"/>
          <p:cNvSpPr/>
          <p:nvPr/>
        </p:nvSpPr>
        <p:spPr>
          <a:xfrm>
            <a:off x="7029907" y="3577874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52" name="S15-line396"/>
          <p:cNvSpPr/>
          <p:nvPr/>
        </p:nvSpPr>
        <p:spPr>
          <a:xfrm flipV="1">
            <a:off x="960120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15-line397"/>
          <p:cNvSpPr/>
          <p:nvPr/>
        </p:nvSpPr>
        <p:spPr>
          <a:xfrm>
            <a:off x="960120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15-line398"/>
          <p:cNvSpPr/>
          <p:nvPr/>
        </p:nvSpPr>
        <p:spPr>
          <a:xfrm flipV="1">
            <a:off x="1986991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5" name="S15-line399"/>
          <p:cNvSpPr/>
          <p:nvPr/>
        </p:nvSpPr>
        <p:spPr>
          <a:xfrm>
            <a:off x="1986991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6" name="S15-line400"/>
          <p:cNvSpPr/>
          <p:nvPr/>
        </p:nvSpPr>
        <p:spPr>
          <a:xfrm flipV="1">
            <a:off x="3013862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7" name="S15-line401"/>
          <p:cNvSpPr/>
          <p:nvPr/>
        </p:nvSpPr>
        <p:spPr>
          <a:xfrm>
            <a:off x="3013862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8" name="S15-line402"/>
          <p:cNvSpPr/>
          <p:nvPr/>
        </p:nvSpPr>
        <p:spPr>
          <a:xfrm flipV="1">
            <a:off x="4040734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9" name="S15-line403"/>
          <p:cNvSpPr/>
          <p:nvPr/>
        </p:nvSpPr>
        <p:spPr>
          <a:xfrm>
            <a:off x="4040734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0" name="S15-line404"/>
          <p:cNvSpPr/>
          <p:nvPr/>
        </p:nvSpPr>
        <p:spPr>
          <a:xfrm flipV="1">
            <a:off x="5067605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1" name="S15-line405"/>
          <p:cNvSpPr/>
          <p:nvPr/>
        </p:nvSpPr>
        <p:spPr>
          <a:xfrm>
            <a:off x="5067605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2" name="S15-line406"/>
          <p:cNvSpPr/>
          <p:nvPr/>
        </p:nvSpPr>
        <p:spPr>
          <a:xfrm flipV="1">
            <a:off x="6094476" y="3285266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63" name="S15-line407"/>
          <p:cNvSpPr/>
          <p:nvPr/>
        </p:nvSpPr>
        <p:spPr>
          <a:xfrm>
            <a:off x="6094476" y="3285266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4" name="S15-figure408" descr="0부터 20까지 수직선에서 0부터 2씩 6번 뛰어 12에 닿는 화살표"/>
          <p:cNvSpPr/>
          <p:nvPr/>
        </p:nvSpPr>
        <p:spPr>
          <a:xfrm>
            <a:off x="685800" y="3486434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3단과 6단</dc:title>
  <dc:subject>KR22-G02-MAT-TIMES36-L01</dc:subject>
  <dc:creator>education-ppt</dc:creator>
  <cp:lastModifiedBy>education-ppt</cp:lastModifiedBy>
  <cp:revision>1</cp:revision>
  <dcterms:created xsi:type="dcterms:W3CDTF">2026-10-26T06:48:25Z</dcterms:created>
  <dcterms:modified xsi:type="dcterms:W3CDTF">2026-10-26T06:48:25Z</dcterms:modified>
</cp:coreProperties>
</file>