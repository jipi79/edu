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b1616db-7c80-9e32-1f18-803fe6f8bed5}">
          <p14:sldIdLst>
            <p14:sldId id="256"/>
            <p14:sldId id="257"/>
          </p14:sldIdLst>
        </p14:section>
        <p14:section name="개념" id="{83a1e704-b1c6-e093-7de7-dd97812def7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c090bc33-da23-4b1c-ab15-67e1f7c79d6f}">
          <p14:sldIdLst>
            <p14:sldId id="264"/>
            <p14:sldId id="265"/>
          </p14:sldIdLst>
        </p14:section>
        <p14:section name="확인" id="{c4bcc2e4-f58c-2067-e070-1f25f4aaeb82}">
          <p14:sldIdLst>
            <p14:sldId id="266"/>
            <p14:sldId id="267"/>
          </p14:sldIdLst>
        </p14:section>
        <p14:section name="정리" id="{5fffaf20-6e69-5cad-c6ea-e877e6fb31a2}">
          <p14:sldIdLst>
            <p14:sldId id="268"/>
          </p14:sldIdLst>
        </p14:section>
        <p14:section name="보충" id="{7c145f80-ee87-1771-785c-b36be408ce6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3단과 6단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3단과 6단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3단으로 6단을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9849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4421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89939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79849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421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89939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79849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421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9939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792556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792556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group12"/>
          <p:cNvSpPr/>
          <p:nvPr/>
        </p:nvSpPr>
        <p:spPr>
          <a:xfrm>
            <a:off x="792556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1-figure13" descr="3개씩 묶은 점 3줄"/>
          <p:cNvSpPr/>
          <p:nvPr/>
        </p:nvSpPr>
        <p:spPr>
          <a:xfrm>
            <a:off x="789813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109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5681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1025378" y="15041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101109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5681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1025378" y="19613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1109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5681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1025378" y="2418588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10051542" y="14538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10051542" y="19110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group25"/>
          <p:cNvSpPr/>
          <p:nvPr/>
        </p:nvSpPr>
        <p:spPr>
          <a:xfrm>
            <a:off x="10051542" y="2368296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1-figure26" descr="파란 점 3개씩 3줄"/>
          <p:cNvSpPr/>
          <p:nvPr/>
        </p:nvSpPr>
        <p:spPr>
          <a:xfrm>
            <a:off x="10024110" y="141732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1-card2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2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3씩 묶어 세어 3단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3단을 두 번 더해 6단을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7 = □</a:t>
            </a:r>
            <a:endParaRPr lang="ko-KR" sz="3600" dirty="0"/>
          </a:p>
        </p:txBody>
      </p:sp>
      <p:sp>
        <p:nvSpPr>
          <p:cNvPr id="5" name="S02-chip3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9 = □</a:t>
            </a:r>
            <a:endParaRPr lang="ko-KR" sz="3600" dirty="0"/>
          </a:p>
        </p:txBody>
      </p:sp>
      <p:sp>
        <p:nvSpPr>
          <p:cNvPr id="7" name="S02-chip3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3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3묶음을 곱셈식으로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묶어 세요</a:t>
            </a:r>
            <a:endParaRPr lang="ko-KR" sz="44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한 묶음이 하나씩 늘어나요.</a:t>
            </a:r>
            <a:endParaRPr lang="ko-KR" sz="3200" dirty="0"/>
          </a:p>
        </p:txBody>
      </p:sp>
      <p:sp>
        <p:nvSpPr>
          <p:cNvPr id="4" name="S03-card3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3개 늘어요.</a:t>
            </a:r>
            <a:endParaRPr lang="ko-KR" sz="3200" dirty="0"/>
          </a:p>
        </p:txBody>
      </p:sp>
      <p:sp>
        <p:nvSpPr>
          <p:cNvPr id="6" name="S03-dot38"/>
          <p:cNvSpPr/>
          <p:nvPr/>
        </p:nvSpPr>
        <p:spPr>
          <a:xfrm>
            <a:off x="11562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9"/>
          <p:cNvSpPr/>
          <p:nvPr/>
        </p:nvSpPr>
        <p:spPr>
          <a:xfrm>
            <a:off x="165917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0"/>
          <p:cNvSpPr/>
          <p:nvPr/>
        </p:nvSpPr>
        <p:spPr>
          <a:xfrm>
            <a:off x="21620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group41"/>
          <p:cNvSpPr/>
          <p:nvPr/>
        </p:nvSpPr>
        <p:spPr>
          <a:xfrm>
            <a:off x="1088136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3-figure42" descr="3개씩 1묶음, 점 3개"/>
          <p:cNvSpPr/>
          <p:nvPr/>
        </p:nvSpPr>
        <p:spPr>
          <a:xfrm>
            <a:off x="1060704" y="2837561"/>
            <a:ext cx="150876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43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2600" dirty="0"/>
          </a:p>
        </p:txBody>
      </p:sp>
      <p:sp>
        <p:nvSpPr>
          <p:cNvPr id="12" name="S03-dot44"/>
          <p:cNvSpPr/>
          <p:nvPr/>
        </p:nvSpPr>
        <p:spPr>
          <a:xfrm>
            <a:off x="40091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5"/>
          <p:cNvSpPr/>
          <p:nvPr/>
        </p:nvSpPr>
        <p:spPr>
          <a:xfrm>
            <a:off x="451210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6"/>
          <p:cNvSpPr/>
          <p:nvPr/>
        </p:nvSpPr>
        <p:spPr>
          <a:xfrm>
            <a:off x="50150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7"/>
          <p:cNvSpPr/>
          <p:nvPr/>
        </p:nvSpPr>
        <p:spPr>
          <a:xfrm>
            <a:off x="40091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48"/>
          <p:cNvSpPr/>
          <p:nvPr/>
        </p:nvSpPr>
        <p:spPr>
          <a:xfrm>
            <a:off x="451210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9"/>
          <p:cNvSpPr/>
          <p:nvPr/>
        </p:nvSpPr>
        <p:spPr>
          <a:xfrm>
            <a:off x="50150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50"/>
          <p:cNvSpPr/>
          <p:nvPr/>
        </p:nvSpPr>
        <p:spPr>
          <a:xfrm>
            <a:off x="3941064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51"/>
          <p:cNvSpPr/>
          <p:nvPr/>
        </p:nvSpPr>
        <p:spPr>
          <a:xfrm>
            <a:off x="3941064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figure52" descr="3개씩 2묶음, 점 6개"/>
          <p:cNvSpPr/>
          <p:nvPr/>
        </p:nvSpPr>
        <p:spPr>
          <a:xfrm>
            <a:off x="3913632" y="2586101"/>
            <a:ext cx="15087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3-label53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2" name="S03-dot54"/>
          <p:cNvSpPr/>
          <p:nvPr/>
        </p:nvSpPr>
        <p:spPr>
          <a:xfrm>
            <a:off x="68621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5"/>
          <p:cNvSpPr/>
          <p:nvPr/>
        </p:nvSpPr>
        <p:spPr>
          <a:xfrm>
            <a:off x="736503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6"/>
          <p:cNvSpPr/>
          <p:nvPr/>
        </p:nvSpPr>
        <p:spPr>
          <a:xfrm>
            <a:off x="78679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7"/>
          <p:cNvSpPr/>
          <p:nvPr/>
        </p:nvSpPr>
        <p:spPr>
          <a:xfrm>
            <a:off x="68621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58"/>
          <p:cNvSpPr/>
          <p:nvPr/>
        </p:nvSpPr>
        <p:spPr>
          <a:xfrm>
            <a:off x="736503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9"/>
          <p:cNvSpPr/>
          <p:nvPr/>
        </p:nvSpPr>
        <p:spPr>
          <a:xfrm>
            <a:off x="78679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0"/>
          <p:cNvSpPr/>
          <p:nvPr/>
        </p:nvSpPr>
        <p:spPr>
          <a:xfrm>
            <a:off x="68621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1"/>
          <p:cNvSpPr/>
          <p:nvPr/>
        </p:nvSpPr>
        <p:spPr>
          <a:xfrm>
            <a:off x="736503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2"/>
          <p:cNvSpPr/>
          <p:nvPr/>
        </p:nvSpPr>
        <p:spPr>
          <a:xfrm>
            <a:off x="78679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group63"/>
          <p:cNvSpPr/>
          <p:nvPr/>
        </p:nvSpPr>
        <p:spPr>
          <a:xfrm>
            <a:off x="6793992" y="23712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3-group64"/>
          <p:cNvSpPr/>
          <p:nvPr/>
        </p:nvSpPr>
        <p:spPr>
          <a:xfrm>
            <a:off x="6793992" y="287413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3-group65"/>
          <p:cNvSpPr/>
          <p:nvPr/>
        </p:nvSpPr>
        <p:spPr>
          <a:xfrm>
            <a:off x="6793992" y="33770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3-figure66" descr="3개씩 3묶음, 점 9개"/>
          <p:cNvSpPr/>
          <p:nvPr/>
        </p:nvSpPr>
        <p:spPr>
          <a:xfrm>
            <a:off x="676656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-label67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</a:t>
            </a:r>
            <a:endParaRPr lang="ko-KR" sz="2600" dirty="0"/>
          </a:p>
        </p:txBody>
      </p:sp>
      <p:sp>
        <p:nvSpPr>
          <p:cNvPr id="36" name="S03-dot68"/>
          <p:cNvSpPr/>
          <p:nvPr/>
        </p:nvSpPr>
        <p:spPr>
          <a:xfrm>
            <a:off x="97150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69"/>
          <p:cNvSpPr/>
          <p:nvPr/>
        </p:nvSpPr>
        <p:spPr>
          <a:xfrm>
            <a:off x="1021796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dot70"/>
          <p:cNvSpPr/>
          <p:nvPr/>
        </p:nvSpPr>
        <p:spPr>
          <a:xfrm>
            <a:off x="107208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3-dot71"/>
          <p:cNvSpPr/>
          <p:nvPr/>
        </p:nvSpPr>
        <p:spPr>
          <a:xfrm>
            <a:off x="97150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3-dot72"/>
          <p:cNvSpPr/>
          <p:nvPr/>
        </p:nvSpPr>
        <p:spPr>
          <a:xfrm>
            <a:off x="1021796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3-dot73"/>
          <p:cNvSpPr/>
          <p:nvPr/>
        </p:nvSpPr>
        <p:spPr>
          <a:xfrm>
            <a:off x="107208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3-dot74"/>
          <p:cNvSpPr/>
          <p:nvPr/>
        </p:nvSpPr>
        <p:spPr>
          <a:xfrm>
            <a:off x="97150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75"/>
          <p:cNvSpPr/>
          <p:nvPr/>
        </p:nvSpPr>
        <p:spPr>
          <a:xfrm>
            <a:off x="1021796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76"/>
          <p:cNvSpPr/>
          <p:nvPr/>
        </p:nvSpPr>
        <p:spPr>
          <a:xfrm>
            <a:off x="107208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77"/>
          <p:cNvSpPr/>
          <p:nvPr/>
        </p:nvSpPr>
        <p:spPr>
          <a:xfrm>
            <a:off x="97150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78"/>
          <p:cNvSpPr/>
          <p:nvPr/>
        </p:nvSpPr>
        <p:spPr>
          <a:xfrm>
            <a:off x="1021796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79"/>
          <p:cNvSpPr/>
          <p:nvPr/>
        </p:nvSpPr>
        <p:spPr>
          <a:xfrm>
            <a:off x="107208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group80"/>
          <p:cNvSpPr/>
          <p:nvPr/>
        </p:nvSpPr>
        <p:spPr>
          <a:xfrm>
            <a:off x="9646920" y="211975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9" name="S03-group81"/>
          <p:cNvSpPr/>
          <p:nvPr/>
        </p:nvSpPr>
        <p:spPr>
          <a:xfrm>
            <a:off x="9646920" y="262267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0" name="S03-group82"/>
          <p:cNvSpPr/>
          <p:nvPr/>
        </p:nvSpPr>
        <p:spPr>
          <a:xfrm>
            <a:off x="9646920" y="312559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1" name="S03-group83"/>
          <p:cNvSpPr/>
          <p:nvPr/>
        </p:nvSpPr>
        <p:spPr>
          <a:xfrm>
            <a:off x="9646920" y="3628517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2" name="S03-figure84" descr="3개씩 4묶음, 점 12개"/>
          <p:cNvSpPr/>
          <p:nvPr/>
        </p:nvSpPr>
        <p:spPr>
          <a:xfrm>
            <a:off x="9619488" y="2083181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3-label85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뛰어 세요</a:t>
            </a:r>
            <a:endParaRPr lang="ko-KR" sz="4400" dirty="0"/>
          </a:p>
        </p:txBody>
      </p:sp>
      <p:sp>
        <p:nvSpPr>
          <p:cNvPr id="3" name="S04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7은 0에서 3씩 7번 뛰어요.</a:t>
            </a:r>
            <a:endParaRPr lang="ko-KR" sz="3200" dirty="0"/>
          </a:p>
        </p:txBody>
      </p:sp>
      <p:sp>
        <p:nvSpPr>
          <p:cNvPr id="4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18보다 3 커요.</a:t>
            </a:r>
            <a:endParaRPr lang="ko-KR" sz="3200" dirty="0"/>
          </a:p>
        </p:txBody>
      </p:sp>
      <p:sp>
        <p:nvSpPr>
          <p:cNvPr id="6" name="S04-line8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1"/>
          <p:cNvSpPr txBox="1"/>
          <p:nvPr/>
        </p:nvSpPr>
        <p:spPr>
          <a:xfrm>
            <a:off x="50292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9" name="S04-line92"/>
          <p:cNvSpPr/>
          <p:nvPr/>
        </p:nvSpPr>
        <p:spPr>
          <a:xfrm>
            <a:off x="134044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93"/>
          <p:cNvSpPr/>
          <p:nvPr/>
        </p:nvSpPr>
        <p:spPr>
          <a:xfrm>
            <a:off x="172076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94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5"/>
          <p:cNvSpPr txBox="1"/>
          <p:nvPr/>
        </p:nvSpPr>
        <p:spPr>
          <a:xfrm>
            <a:off x="164388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3" name="S04-line96"/>
          <p:cNvSpPr/>
          <p:nvPr/>
        </p:nvSpPr>
        <p:spPr>
          <a:xfrm>
            <a:off x="248141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97"/>
          <p:cNvSpPr/>
          <p:nvPr/>
        </p:nvSpPr>
        <p:spPr>
          <a:xfrm>
            <a:off x="286173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9"/>
          <p:cNvSpPr txBox="1"/>
          <p:nvPr/>
        </p:nvSpPr>
        <p:spPr>
          <a:xfrm>
            <a:off x="278485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7" name="S04-line100"/>
          <p:cNvSpPr/>
          <p:nvPr/>
        </p:nvSpPr>
        <p:spPr>
          <a:xfrm>
            <a:off x="362237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1"/>
          <p:cNvSpPr/>
          <p:nvPr/>
        </p:nvSpPr>
        <p:spPr>
          <a:xfrm>
            <a:off x="400270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ine10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3"/>
          <p:cNvSpPr txBox="1"/>
          <p:nvPr/>
        </p:nvSpPr>
        <p:spPr>
          <a:xfrm>
            <a:off x="392582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1" name="S04-line104"/>
          <p:cNvSpPr/>
          <p:nvPr/>
        </p:nvSpPr>
        <p:spPr>
          <a:xfrm>
            <a:off x="476334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05"/>
          <p:cNvSpPr/>
          <p:nvPr/>
        </p:nvSpPr>
        <p:spPr>
          <a:xfrm>
            <a:off x="514366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0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7"/>
          <p:cNvSpPr txBox="1"/>
          <p:nvPr/>
        </p:nvSpPr>
        <p:spPr>
          <a:xfrm>
            <a:off x="506679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25" name="S04-line108"/>
          <p:cNvSpPr/>
          <p:nvPr/>
        </p:nvSpPr>
        <p:spPr>
          <a:xfrm>
            <a:off x="590431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09"/>
          <p:cNvSpPr/>
          <p:nvPr/>
        </p:nvSpPr>
        <p:spPr>
          <a:xfrm>
            <a:off x="628463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1"/>
          <p:cNvSpPr txBox="1"/>
          <p:nvPr/>
        </p:nvSpPr>
        <p:spPr>
          <a:xfrm>
            <a:off x="6207760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9" name="S04-line112"/>
          <p:cNvSpPr/>
          <p:nvPr/>
        </p:nvSpPr>
        <p:spPr>
          <a:xfrm>
            <a:off x="704528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13"/>
          <p:cNvSpPr/>
          <p:nvPr/>
        </p:nvSpPr>
        <p:spPr>
          <a:xfrm>
            <a:off x="7425605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1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5"/>
          <p:cNvSpPr txBox="1"/>
          <p:nvPr/>
        </p:nvSpPr>
        <p:spPr>
          <a:xfrm>
            <a:off x="7348728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3" name="S04-line116"/>
          <p:cNvSpPr/>
          <p:nvPr/>
        </p:nvSpPr>
        <p:spPr>
          <a:xfrm>
            <a:off x="818625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ine117"/>
          <p:cNvSpPr/>
          <p:nvPr/>
        </p:nvSpPr>
        <p:spPr>
          <a:xfrm>
            <a:off x="8566573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1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9"/>
          <p:cNvSpPr txBox="1"/>
          <p:nvPr/>
        </p:nvSpPr>
        <p:spPr>
          <a:xfrm>
            <a:off x="8489696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1800" dirty="0"/>
          </a:p>
        </p:txBody>
      </p:sp>
      <p:sp>
        <p:nvSpPr>
          <p:cNvPr id="37" name="S04-line120"/>
          <p:cNvSpPr/>
          <p:nvPr/>
        </p:nvSpPr>
        <p:spPr>
          <a:xfrm>
            <a:off x="932721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ine121"/>
          <p:cNvSpPr/>
          <p:nvPr/>
        </p:nvSpPr>
        <p:spPr>
          <a:xfrm>
            <a:off x="9707541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4-line12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3"/>
          <p:cNvSpPr txBox="1"/>
          <p:nvPr/>
        </p:nvSpPr>
        <p:spPr>
          <a:xfrm>
            <a:off x="9630664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800" dirty="0"/>
          </a:p>
        </p:txBody>
      </p:sp>
      <p:sp>
        <p:nvSpPr>
          <p:cNvPr id="41" name="S04-line124"/>
          <p:cNvSpPr/>
          <p:nvPr/>
        </p:nvSpPr>
        <p:spPr>
          <a:xfrm>
            <a:off x="10468187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25"/>
          <p:cNvSpPr/>
          <p:nvPr/>
        </p:nvSpPr>
        <p:spPr>
          <a:xfrm>
            <a:off x="10848509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ine1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7"/>
          <p:cNvSpPr txBox="1"/>
          <p:nvPr/>
        </p:nvSpPr>
        <p:spPr>
          <a:xfrm>
            <a:off x="10771632" y="3852194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1800" dirty="0"/>
          </a:p>
        </p:txBody>
      </p:sp>
      <p:sp>
        <p:nvSpPr>
          <p:cNvPr id="45" name="S04-mark128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3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1"/>
          <p:cNvSpPr txBox="1"/>
          <p:nvPr/>
        </p:nvSpPr>
        <p:spPr>
          <a:xfrm>
            <a:off x="96012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800" dirty="0"/>
          </a:p>
        </p:txBody>
      </p:sp>
      <p:sp>
        <p:nvSpPr>
          <p:cNvPr id="49" name="S04-line13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4"/>
          <p:cNvSpPr txBox="1"/>
          <p:nvPr/>
        </p:nvSpPr>
        <p:spPr>
          <a:xfrm>
            <a:off x="210108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800" dirty="0"/>
          </a:p>
        </p:txBody>
      </p:sp>
      <p:sp>
        <p:nvSpPr>
          <p:cNvPr id="52" name="S04-line13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7"/>
          <p:cNvSpPr txBox="1"/>
          <p:nvPr/>
        </p:nvSpPr>
        <p:spPr>
          <a:xfrm>
            <a:off x="3242056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800" dirty="0"/>
          </a:p>
        </p:txBody>
      </p:sp>
      <p:sp>
        <p:nvSpPr>
          <p:cNvPr id="55" name="S04-line13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40"/>
          <p:cNvSpPr txBox="1"/>
          <p:nvPr/>
        </p:nvSpPr>
        <p:spPr>
          <a:xfrm>
            <a:off x="4383024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800" dirty="0"/>
          </a:p>
        </p:txBody>
      </p:sp>
      <p:sp>
        <p:nvSpPr>
          <p:cNvPr id="58" name="S04-line14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3"/>
          <p:cNvSpPr txBox="1"/>
          <p:nvPr/>
        </p:nvSpPr>
        <p:spPr>
          <a:xfrm>
            <a:off x="5523992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800" dirty="0"/>
          </a:p>
        </p:txBody>
      </p:sp>
      <p:sp>
        <p:nvSpPr>
          <p:cNvPr id="61" name="S04-line144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5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6"/>
          <p:cNvSpPr txBox="1"/>
          <p:nvPr/>
        </p:nvSpPr>
        <p:spPr>
          <a:xfrm>
            <a:off x="6664960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800" dirty="0"/>
          </a:p>
        </p:txBody>
      </p:sp>
      <p:sp>
        <p:nvSpPr>
          <p:cNvPr id="64" name="S04-line147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48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49"/>
          <p:cNvSpPr txBox="1"/>
          <p:nvPr/>
        </p:nvSpPr>
        <p:spPr>
          <a:xfrm>
            <a:off x="7805928" y="2969798"/>
            <a:ext cx="114096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1800" dirty="0"/>
          </a:p>
        </p:txBody>
      </p:sp>
      <p:sp>
        <p:nvSpPr>
          <p:cNvPr id="67" name="S04-figure150" descr="0부터 27까지 수직선(3마다 긴 눈금과 수)에서 0부터 3씩 7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3단을 완성해요</a:t>
            </a:r>
            <a:endParaRPr lang="ko-KR" sz="4400" dirty="0"/>
          </a:p>
        </p:txBody>
      </p:sp>
      <p:sp>
        <p:nvSpPr>
          <p:cNvPr id="3" name="S05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3을 더하면 다음 곱이에요.</a:t>
            </a:r>
            <a:endParaRPr lang="ko-KR" sz="3200" dirty="0"/>
          </a:p>
        </p:txBody>
      </p:sp>
      <p:graphicFrame>
        <p:nvGraphicFramePr>
          <p:cNvPr id="6" name="S05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두 개면 6씩</a:t>
            </a:r>
            <a:endParaRPr lang="ko-KR" sz="4400" dirty="0"/>
          </a:p>
        </p:txBody>
      </p:sp>
      <p:sp>
        <p:nvSpPr>
          <p:cNvPr id="3" name="S06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 두 개를 붙여요.</a:t>
            </a:r>
            <a:endParaRPr lang="ko-KR" sz="3200" dirty="0"/>
          </a:p>
        </p:txBody>
      </p:sp>
      <p:sp>
        <p:nvSpPr>
          <p:cNvPr id="4" name="S06-card15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4는 3 × 4의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58"/>
          <p:cNvSpPr/>
          <p:nvPr/>
        </p:nvSpPr>
        <p:spPr>
          <a:xfrm>
            <a:off x="16916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9"/>
          <p:cNvSpPr/>
          <p:nvPr/>
        </p:nvSpPr>
        <p:spPr>
          <a:xfrm>
            <a:off x="21488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60"/>
          <p:cNvSpPr/>
          <p:nvPr/>
        </p:nvSpPr>
        <p:spPr>
          <a:xfrm>
            <a:off x="2606040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61"/>
          <p:cNvSpPr/>
          <p:nvPr/>
        </p:nvSpPr>
        <p:spPr>
          <a:xfrm>
            <a:off x="16916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62"/>
          <p:cNvSpPr/>
          <p:nvPr/>
        </p:nvSpPr>
        <p:spPr>
          <a:xfrm>
            <a:off x="21488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3"/>
          <p:cNvSpPr/>
          <p:nvPr/>
        </p:nvSpPr>
        <p:spPr>
          <a:xfrm>
            <a:off x="260604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4"/>
          <p:cNvSpPr/>
          <p:nvPr/>
        </p:nvSpPr>
        <p:spPr>
          <a:xfrm>
            <a:off x="16916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5"/>
          <p:cNvSpPr/>
          <p:nvPr/>
        </p:nvSpPr>
        <p:spPr>
          <a:xfrm>
            <a:off x="21488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6"/>
          <p:cNvSpPr/>
          <p:nvPr/>
        </p:nvSpPr>
        <p:spPr>
          <a:xfrm>
            <a:off x="260604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7"/>
          <p:cNvSpPr/>
          <p:nvPr/>
        </p:nvSpPr>
        <p:spPr>
          <a:xfrm>
            <a:off x="16916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8"/>
          <p:cNvSpPr/>
          <p:nvPr/>
        </p:nvSpPr>
        <p:spPr>
          <a:xfrm>
            <a:off x="21488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9"/>
          <p:cNvSpPr/>
          <p:nvPr/>
        </p:nvSpPr>
        <p:spPr>
          <a:xfrm>
            <a:off x="2606040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70"/>
          <p:cNvSpPr/>
          <p:nvPr/>
        </p:nvSpPr>
        <p:spPr>
          <a:xfrm>
            <a:off x="1632204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71"/>
          <p:cNvSpPr/>
          <p:nvPr/>
        </p:nvSpPr>
        <p:spPr>
          <a:xfrm>
            <a:off x="1632204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72"/>
          <p:cNvSpPr/>
          <p:nvPr/>
        </p:nvSpPr>
        <p:spPr>
          <a:xfrm>
            <a:off x="1632204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group173"/>
          <p:cNvSpPr/>
          <p:nvPr/>
        </p:nvSpPr>
        <p:spPr>
          <a:xfrm>
            <a:off x="1632204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6-figure174" descr="주황 점 3개씩 4묶음, 12개"/>
          <p:cNvSpPr/>
          <p:nvPr/>
        </p:nvSpPr>
        <p:spPr>
          <a:xfrm>
            <a:off x="1604772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6-label17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24" name="S06-dot176"/>
          <p:cNvSpPr/>
          <p:nvPr/>
        </p:nvSpPr>
        <p:spPr>
          <a:xfrm>
            <a:off x="54955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7"/>
          <p:cNvSpPr/>
          <p:nvPr/>
        </p:nvSpPr>
        <p:spPr>
          <a:xfrm>
            <a:off x="59527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8"/>
          <p:cNvSpPr/>
          <p:nvPr/>
        </p:nvSpPr>
        <p:spPr>
          <a:xfrm>
            <a:off x="6409944" y="22614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9"/>
          <p:cNvSpPr/>
          <p:nvPr/>
        </p:nvSpPr>
        <p:spPr>
          <a:xfrm>
            <a:off x="54955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80"/>
          <p:cNvSpPr/>
          <p:nvPr/>
        </p:nvSpPr>
        <p:spPr>
          <a:xfrm>
            <a:off x="59527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81"/>
          <p:cNvSpPr/>
          <p:nvPr/>
        </p:nvSpPr>
        <p:spPr>
          <a:xfrm>
            <a:off x="6409944" y="27186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82"/>
          <p:cNvSpPr/>
          <p:nvPr/>
        </p:nvSpPr>
        <p:spPr>
          <a:xfrm>
            <a:off x="54955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3"/>
          <p:cNvSpPr/>
          <p:nvPr/>
        </p:nvSpPr>
        <p:spPr>
          <a:xfrm>
            <a:off x="59527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4"/>
          <p:cNvSpPr/>
          <p:nvPr/>
        </p:nvSpPr>
        <p:spPr>
          <a:xfrm>
            <a:off x="6409944" y="31758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5"/>
          <p:cNvSpPr/>
          <p:nvPr/>
        </p:nvSpPr>
        <p:spPr>
          <a:xfrm>
            <a:off x="54955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6"/>
          <p:cNvSpPr/>
          <p:nvPr/>
        </p:nvSpPr>
        <p:spPr>
          <a:xfrm>
            <a:off x="59527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7"/>
          <p:cNvSpPr/>
          <p:nvPr/>
        </p:nvSpPr>
        <p:spPr>
          <a:xfrm>
            <a:off x="6409944" y="3633089"/>
            <a:ext cx="283464" cy="283464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88"/>
          <p:cNvSpPr/>
          <p:nvPr/>
        </p:nvSpPr>
        <p:spPr>
          <a:xfrm>
            <a:off x="5436108" y="22111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89"/>
          <p:cNvSpPr/>
          <p:nvPr/>
        </p:nvSpPr>
        <p:spPr>
          <a:xfrm>
            <a:off x="5436108" y="26683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90"/>
          <p:cNvSpPr/>
          <p:nvPr/>
        </p:nvSpPr>
        <p:spPr>
          <a:xfrm>
            <a:off x="5436108" y="31255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91"/>
          <p:cNvSpPr/>
          <p:nvPr/>
        </p:nvSpPr>
        <p:spPr>
          <a:xfrm>
            <a:off x="5436108" y="3582797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92" descr="파란 점 3개씩 4묶음, 12개"/>
          <p:cNvSpPr/>
          <p:nvPr/>
        </p:nvSpPr>
        <p:spPr>
          <a:xfrm>
            <a:off x="5408676" y="2174621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label19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600" dirty="0"/>
          </a:p>
        </p:txBody>
      </p:sp>
      <p:sp>
        <p:nvSpPr>
          <p:cNvPr id="42" name="S06-dot194"/>
          <p:cNvSpPr/>
          <p:nvPr/>
        </p:nvSpPr>
        <p:spPr>
          <a:xfrm>
            <a:off x="8613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95"/>
          <p:cNvSpPr/>
          <p:nvPr/>
        </p:nvSpPr>
        <p:spPr>
          <a:xfrm>
            <a:off x="90708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96"/>
          <p:cNvSpPr/>
          <p:nvPr/>
        </p:nvSpPr>
        <p:spPr>
          <a:xfrm>
            <a:off x="95280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97"/>
          <p:cNvSpPr/>
          <p:nvPr/>
        </p:nvSpPr>
        <p:spPr>
          <a:xfrm>
            <a:off x="99852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98"/>
          <p:cNvSpPr/>
          <p:nvPr/>
        </p:nvSpPr>
        <p:spPr>
          <a:xfrm>
            <a:off x="104424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99"/>
          <p:cNvSpPr/>
          <p:nvPr/>
        </p:nvSpPr>
        <p:spPr>
          <a:xfrm>
            <a:off x="10899648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00"/>
          <p:cNvSpPr/>
          <p:nvPr/>
        </p:nvSpPr>
        <p:spPr>
          <a:xfrm>
            <a:off x="8613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01"/>
          <p:cNvSpPr/>
          <p:nvPr/>
        </p:nvSpPr>
        <p:spPr>
          <a:xfrm>
            <a:off x="90708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02"/>
          <p:cNvSpPr/>
          <p:nvPr/>
        </p:nvSpPr>
        <p:spPr>
          <a:xfrm>
            <a:off x="95280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03"/>
          <p:cNvSpPr/>
          <p:nvPr/>
        </p:nvSpPr>
        <p:spPr>
          <a:xfrm>
            <a:off x="99852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4"/>
          <p:cNvSpPr/>
          <p:nvPr/>
        </p:nvSpPr>
        <p:spPr>
          <a:xfrm>
            <a:off x="104424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5"/>
          <p:cNvSpPr/>
          <p:nvPr/>
        </p:nvSpPr>
        <p:spPr>
          <a:xfrm>
            <a:off x="10899648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6"/>
          <p:cNvSpPr/>
          <p:nvPr/>
        </p:nvSpPr>
        <p:spPr>
          <a:xfrm>
            <a:off x="8613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7"/>
          <p:cNvSpPr/>
          <p:nvPr/>
        </p:nvSpPr>
        <p:spPr>
          <a:xfrm>
            <a:off x="90708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8"/>
          <p:cNvSpPr/>
          <p:nvPr/>
        </p:nvSpPr>
        <p:spPr>
          <a:xfrm>
            <a:off x="95280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9"/>
          <p:cNvSpPr/>
          <p:nvPr/>
        </p:nvSpPr>
        <p:spPr>
          <a:xfrm>
            <a:off x="99852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10"/>
          <p:cNvSpPr/>
          <p:nvPr/>
        </p:nvSpPr>
        <p:spPr>
          <a:xfrm>
            <a:off x="104424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11"/>
          <p:cNvSpPr/>
          <p:nvPr/>
        </p:nvSpPr>
        <p:spPr>
          <a:xfrm>
            <a:off x="10899648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12"/>
          <p:cNvSpPr/>
          <p:nvPr/>
        </p:nvSpPr>
        <p:spPr>
          <a:xfrm>
            <a:off x="8613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13"/>
          <p:cNvSpPr/>
          <p:nvPr/>
        </p:nvSpPr>
        <p:spPr>
          <a:xfrm>
            <a:off x="90708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4"/>
          <p:cNvSpPr/>
          <p:nvPr/>
        </p:nvSpPr>
        <p:spPr>
          <a:xfrm>
            <a:off x="95280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5"/>
          <p:cNvSpPr/>
          <p:nvPr/>
        </p:nvSpPr>
        <p:spPr>
          <a:xfrm>
            <a:off x="99852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6"/>
          <p:cNvSpPr/>
          <p:nvPr/>
        </p:nvSpPr>
        <p:spPr>
          <a:xfrm>
            <a:off x="104424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7"/>
          <p:cNvSpPr/>
          <p:nvPr/>
        </p:nvSpPr>
        <p:spPr>
          <a:xfrm>
            <a:off x="10899648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218"/>
          <p:cNvSpPr/>
          <p:nvPr/>
        </p:nvSpPr>
        <p:spPr>
          <a:xfrm>
            <a:off x="8554212" y="22111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219"/>
          <p:cNvSpPr/>
          <p:nvPr/>
        </p:nvSpPr>
        <p:spPr>
          <a:xfrm>
            <a:off x="8554212" y="26683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220"/>
          <p:cNvSpPr/>
          <p:nvPr/>
        </p:nvSpPr>
        <p:spPr>
          <a:xfrm>
            <a:off x="8554212" y="31255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21"/>
          <p:cNvSpPr/>
          <p:nvPr/>
        </p:nvSpPr>
        <p:spPr>
          <a:xfrm>
            <a:off x="8554212" y="3582797"/>
            <a:ext cx="26883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figure222" descr="점 6개씩 4묶음, 24개"/>
          <p:cNvSpPr/>
          <p:nvPr/>
        </p:nvSpPr>
        <p:spPr>
          <a:xfrm>
            <a:off x="8526780" y="2174621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6-label223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6씩 뛰어 세요</a:t>
            </a:r>
            <a:endParaRPr lang="ko-KR" sz="4400" dirty="0"/>
          </a:p>
        </p:txBody>
      </p:sp>
      <p:sp>
        <p:nvSpPr>
          <p:cNvPr id="3" name="S07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5는 0에서 6씩 5번 뛰어요.</a:t>
            </a:r>
            <a:endParaRPr lang="ko-KR" sz="3200" dirty="0"/>
          </a:p>
        </p:txBody>
      </p:sp>
      <p:sp>
        <p:nvSpPr>
          <p:cNvPr id="4" name="S07-card2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24보다 6 커요.</a:t>
            </a:r>
            <a:endParaRPr lang="ko-KR" sz="3200" dirty="0"/>
          </a:p>
        </p:txBody>
      </p:sp>
      <p:sp>
        <p:nvSpPr>
          <p:cNvPr id="6" name="S07-line22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3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3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07-line23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3" name="S07-line23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5" name="S07-line23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7" name="S07-line23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9" name="S07-line24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4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21" name="S07-line24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07-line24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5" name="S07-line24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7" name="S07-mark24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9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50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51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2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3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4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5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6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7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8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9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60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61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2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3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64" descr="0부터 54까지 6씩 눈금이 있는 수직선에서 0부터 6씩 5번 뛰어 30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6단을 완성해요</a:t>
            </a:r>
            <a:endParaRPr lang="ko-KR" sz="4400" dirty="0"/>
          </a:p>
        </p:txBody>
      </p:sp>
      <p:sp>
        <p:nvSpPr>
          <p:cNvPr id="3" name="S08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보고 6단을 채워요.</a:t>
            </a:r>
            <a:endParaRPr lang="ko-KR" sz="3200" dirty="0"/>
          </a:p>
        </p:txBody>
      </p:sp>
      <p:sp>
        <p:nvSpPr>
          <p:cNvPr id="4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3단의 곱을 두 번 더하면 6단의 곱이에요.</a:t>
            </a:r>
            <a:endParaRPr lang="ko-KR" sz="3200" dirty="0"/>
          </a:p>
        </p:txBody>
      </p:sp>
      <p:graphicFrame>
        <p:nvGraphicFramePr>
          <p:cNvPr id="9" name="S08-table2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368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바퀴, ④는 다리 수를 구해요.</a:t>
            </a:r>
            <a:endParaRPr lang="ko-KR" sz="3200" dirty="0"/>
          </a:p>
        </p:txBody>
      </p:sp>
      <p:sp>
        <p:nvSpPr>
          <p:cNvPr id="4" name="S09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5대</a:t>
            </a:r>
            <a:endParaRPr lang="ko-KR" sz="3200" dirty="0"/>
          </a:p>
        </p:txBody>
      </p:sp>
      <p:sp>
        <p:nvSpPr>
          <p:cNvPr id="8" name="S09-chip2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□</a:t>
            </a:r>
            <a:endParaRPr lang="ko-KR" sz="3600" dirty="0"/>
          </a:p>
        </p:txBody>
      </p:sp>
      <p:sp>
        <p:nvSpPr>
          <p:cNvPr id="10" name="S09-chip2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6 = □</a:t>
            </a:r>
            <a:endParaRPr lang="ko-KR" sz="3600" dirty="0"/>
          </a:p>
        </p:txBody>
      </p:sp>
      <p:sp>
        <p:nvSpPr>
          <p:cNvPr id="12" name="S09-chip2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 4마리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12를 보고 6 × 4를 구했어요.</a:t>
            </a:r>
            <a:endParaRPr lang="ko-KR" sz="3200" dirty="0"/>
          </a:p>
        </p:txBody>
      </p:sp>
      <p:sp>
        <p:nvSpPr>
          <p:cNvPr id="5" name="S10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</a:t>
            </a:r>
            <a:endParaRPr lang="ko-KR" sz="2600" dirty="0"/>
          </a:p>
        </p:txBody>
      </p:sp>
      <p:sp>
        <p:nvSpPr>
          <p:cNvPr id="8" name="S10-text2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“6은 3보다 3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+ 3 = 15예요.”</a:t>
            </a:r>
            <a:endParaRPr lang="ko-KR" sz="3200" dirty="0"/>
          </a:p>
        </p:txBody>
      </p:sp>
      <p:sp>
        <p:nvSpPr>
          <p:cNvPr id="9" name="S10-chip2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</a:t>
            </a:r>
            <a:endParaRPr lang="ko-KR" sz="2600" dirty="0"/>
          </a:p>
        </p:txBody>
      </p:sp>
      <p:sp>
        <p:nvSpPr>
          <p:cNvPr id="10" name="S10-dot287"/>
          <p:cNvSpPr/>
          <p:nvPr/>
        </p:nvSpPr>
        <p:spPr>
          <a:xfrm>
            <a:off x="7924982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88"/>
          <p:cNvSpPr/>
          <p:nvPr/>
        </p:nvSpPr>
        <p:spPr>
          <a:xfrm>
            <a:off x="8292901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89"/>
          <p:cNvSpPr/>
          <p:nvPr/>
        </p:nvSpPr>
        <p:spPr>
          <a:xfrm>
            <a:off x="8660820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0"/>
          <p:cNvSpPr/>
          <p:nvPr/>
        </p:nvSpPr>
        <p:spPr>
          <a:xfrm>
            <a:off x="9028739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1"/>
          <p:cNvSpPr/>
          <p:nvPr/>
        </p:nvSpPr>
        <p:spPr>
          <a:xfrm>
            <a:off x="9396658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2"/>
          <p:cNvSpPr/>
          <p:nvPr/>
        </p:nvSpPr>
        <p:spPr>
          <a:xfrm>
            <a:off x="9764577" y="3224585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3"/>
          <p:cNvSpPr/>
          <p:nvPr/>
        </p:nvSpPr>
        <p:spPr>
          <a:xfrm>
            <a:off x="7924982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4"/>
          <p:cNvSpPr/>
          <p:nvPr/>
        </p:nvSpPr>
        <p:spPr>
          <a:xfrm>
            <a:off x="8292901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5"/>
          <p:cNvSpPr/>
          <p:nvPr/>
        </p:nvSpPr>
        <p:spPr>
          <a:xfrm>
            <a:off x="8660820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6"/>
          <p:cNvSpPr/>
          <p:nvPr/>
        </p:nvSpPr>
        <p:spPr>
          <a:xfrm>
            <a:off x="9028739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97"/>
          <p:cNvSpPr/>
          <p:nvPr/>
        </p:nvSpPr>
        <p:spPr>
          <a:xfrm>
            <a:off x="9396658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98"/>
          <p:cNvSpPr/>
          <p:nvPr/>
        </p:nvSpPr>
        <p:spPr>
          <a:xfrm>
            <a:off x="9764577" y="3592504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99"/>
          <p:cNvSpPr/>
          <p:nvPr/>
        </p:nvSpPr>
        <p:spPr>
          <a:xfrm>
            <a:off x="7924982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0"/>
          <p:cNvSpPr/>
          <p:nvPr/>
        </p:nvSpPr>
        <p:spPr>
          <a:xfrm>
            <a:off x="8292901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1"/>
          <p:cNvSpPr/>
          <p:nvPr/>
        </p:nvSpPr>
        <p:spPr>
          <a:xfrm>
            <a:off x="8660820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02"/>
          <p:cNvSpPr/>
          <p:nvPr/>
        </p:nvSpPr>
        <p:spPr>
          <a:xfrm>
            <a:off x="9028739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dot303"/>
          <p:cNvSpPr/>
          <p:nvPr/>
        </p:nvSpPr>
        <p:spPr>
          <a:xfrm>
            <a:off x="9396658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0-dot304"/>
          <p:cNvSpPr/>
          <p:nvPr/>
        </p:nvSpPr>
        <p:spPr>
          <a:xfrm>
            <a:off x="9764577" y="3960423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0-dot305"/>
          <p:cNvSpPr/>
          <p:nvPr/>
        </p:nvSpPr>
        <p:spPr>
          <a:xfrm>
            <a:off x="7924982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0-dot306"/>
          <p:cNvSpPr/>
          <p:nvPr/>
        </p:nvSpPr>
        <p:spPr>
          <a:xfrm>
            <a:off x="8292901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0-dot307"/>
          <p:cNvSpPr/>
          <p:nvPr/>
        </p:nvSpPr>
        <p:spPr>
          <a:xfrm>
            <a:off x="8660820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0-dot308"/>
          <p:cNvSpPr/>
          <p:nvPr/>
        </p:nvSpPr>
        <p:spPr>
          <a:xfrm>
            <a:off x="9028739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0-dot309"/>
          <p:cNvSpPr/>
          <p:nvPr/>
        </p:nvSpPr>
        <p:spPr>
          <a:xfrm>
            <a:off x="9396658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0-dot310"/>
          <p:cNvSpPr/>
          <p:nvPr/>
        </p:nvSpPr>
        <p:spPr>
          <a:xfrm>
            <a:off x="9764577" y="4328342"/>
            <a:ext cx="228110" cy="22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0-group311"/>
          <p:cNvSpPr/>
          <p:nvPr/>
        </p:nvSpPr>
        <p:spPr>
          <a:xfrm>
            <a:off x="7882509" y="3191256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10-group312"/>
          <p:cNvSpPr/>
          <p:nvPr/>
        </p:nvSpPr>
        <p:spPr>
          <a:xfrm>
            <a:off x="7882509" y="3559175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10-group313"/>
          <p:cNvSpPr/>
          <p:nvPr/>
        </p:nvSpPr>
        <p:spPr>
          <a:xfrm>
            <a:off x="7882509" y="3927094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10-group314"/>
          <p:cNvSpPr/>
          <p:nvPr/>
        </p:nvSpPr>
        <p:spPr>
          <a:xfrm>
            <a:off x="7882509" y="4295013"/>
            <a:ext cx="2152650" cy="294767"/>
          </a:xfrm>
          <a:prstGeom prst="roundRect">
            <a:avLst>
              <a:gd name="adj" fmla="val 3722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10-figure315" descr="점 6개씩 4묶음, 24개"/>
          <p:cNvSpPr/>
          <p:nvPr/>
        </p:nvSpPr>
        <p:spPr>
          <a:xfrm>
            <a:off x="7855077" y="3154680"/>
            <a:ext cx="2207514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10-text31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4묶음이 두 개: 12 + 12”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 = □</a:t>
            </a:r>
            <a:endParaRPr lang="ko-KR" sz="3600" dirty="0"/>
          </a:p>
        </p:txBody>
      </p:sp>
      <p:sp>
        <p:nvSpPr>
          <p:cNvPr id="6" name="S11-chip32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600" dirty="0"/>
          </a:p>
        </p:txBody>
      </p:sp>
      <p:sp>
        <p:nvSpPr>
          <p:cNvPr id="8" name="S11-chip32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18, 6 × 6은?</a:t>
            </a:r>
            <a:endParaRPr lang="ko-KR" sz="3200" dirty="0"/>
          </a:p>
        </p:txBody>
      </p:sp>
      <p:sp>
        <p:nvSpPr>
          <p:cNvPr id="10" name="S11-chip32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2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6개씩 7줄은?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15예요. 6 × 5를 구하는 식은?</a:t>
            </a:r>
            <a:endParaRPr lang="ko-KR" sz="3200" dirty="0"/>
          </a:p>
        </p:txBody>
      </p:sp>
      <p:sp>
        <p:nvSpPr>
          <p:cNvPr id="4" name="S13-card3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2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+ 3</a:t>
            </a:r>
            <a:endParaRPr lang="ko-KR" sz="3200" dirty="0"/>
          </a:p>
        </p:txBody>
      </p:sp>
      <p:sp>
        <p:nvSpPr>
          <p:cNvPr id="9" name="S13-chip33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3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3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+ 15</a:t>
            </a:r>
            <a:endParaRPr lang="ko-KR" sz="3200" dirty="0"/>
          </a:p>
        </p:txBody>
      </p:sp>
      <p:sp>
        <p:nvSpPr>
          <p:cNvPr id="12" name="S13-chip33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3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3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3단 곱의 2배예요.</a:t>
            </a:r>
            <a:endParaRPr lang="ko-KR" sz="3200" dirty="0"/>
          </a:p>
        </p:txBody>
      </p:sp>
      <p:sp>
        <p:nvSpPr>
          <p:cNvPr id="5" name="S14-chip34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3단 곱을 두 번 더하기</a:t>
            </a:r>
            <a:endParaRPr lang="ko-KR" sz="2600" dirty="0"/>
          </a:p>
        </p:txBody>
      </p:sp>
      <p:sp>
        <p:nvSpPr>
          <p:cNvPr id="6" name="S14-chip34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3단 곱에 3만 더하기</a:t>
            </a:r>
            <a:endParaRPr lang="ko-KR" sz="2600" dirty="0"/>
          </a:p>
        </p:txBody>
      </p:sp>
      <p:sp>
        <p:nvSpPr>
          <p:cNvPr id="7" name="S14-text34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4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× 7 = □</a:t>
            </a:r>
            <a:endParaRPr lang="ko-KR" sz="3000" dirty="0"/>
          </a:p>
        </p:txBody>
      </p:sp>
      <p:sp>
        <p:nvSpPr>
          <p:cNvPr id="9" name="S14-eqtext34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× 9 = □</a:t>
            </a:r>
            <a:endParaRPr lang="ko-KR" sz="3000" dirty="0"/>
          </a:p>
        </p:txBody>
      </p:sp>
      <p:sp>
        <p:nvSpPr>
          <p:cNvPr id="10" name="S14-eqtext34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4 = □</a:t>
            </a:r>
            <a:endParaRPr lang="ko-KR" sz="3000" dirty="0"/>
          </a:p>
        </p:txBody>
      </p:sp>
      <p:sp>
        <p:nvSpPr>
          <p:cNvPr id="11" name="S14-text34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4단과 8단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5-text3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 뛰어 세어요.</a:t>
            </a:r>
            <a:endParaRPr lang="ko-KR" sz="3200" dirty="0"/>
          </a:p>
        </p:txBody>
      </p:sp>
      <p:sp>
        <p:nvSpPr>
          <p:cNvPr id="4" name="S15-card348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49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2, 4, 6, 8, 10, 12</a:t>
            </a:r>
            <a:endParaRPr lang="ko-KR" sz="3200" dirty="0"/>
          </a:p>
        </p:txBody>
      </p:sp>
      <p:sp>
        <p:nvSpPr>
          <p:cNvPr id="6" name="S15-card350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51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6묶음과 같아요.</a:t>
            </a:r>
            <a:endParaRPr lang="ko-KR" sz="3200" dirty="0"/>
          </a:p>
        </p:txBody>
      </p:sp>
      <p:sp>
        <p:nvSpPr>
          <p:cNvPr id="8" name="S15-line35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35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354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355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56"/>
          <p:cNvSpPr txBox="1"/>
          <p:nvPr/>
        </p:nvSpPr>
        <p:spPr>
          <a:xfrm>
            <a:off x="101635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5-line357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358"/>
          <p:cNvSpPr txBox="1"/>
          <p:nvPr/>
        </p:nvSpPr>
        <p:spPr>
          <a:xfrm>
            <a:off x="152979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5-line359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360"/>
          <p:cNvSpPr txBox="1"/>
          <p:nvPr/>
        </p:nvSpPr>
        <p:spPr>
          <a:xfrm>
            <a:off x="204322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5-line361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62"/>
          <p:cNvSpPr txBox="1"/>
          <p:nvPr/>
        </p:nvSpPr>
        <p:spPr>
          <a:xfrm>
            <a:off x="255666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5-line36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64"/>
          <p:cNvSpPr txBox="1"/>
          <p:nvPr/>
        </p:nvSpPr>
        <p:spPr>
          <a:xfrm>
            <a:off x="307009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1" name="S15-line365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366"/>
          <p:cNvSpPr txBox="1"/>
          <p:nvPr/>
        </p:nvSpPr>
        <p:spPr>
          <a:xfrm>
            <a:off x="358353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15-line367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368"/>
          <p:cNvSpPr txBox="1"/>
          <p:nvPr/>
        </p:nvSpPr>
        <p:spPr>
          <a:xfrm>
            <a:off x="4096969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5" name="S15-line369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370"/>
          <p:cNvSpPr txBox="1"/>
          <p:nvPr/>
        </p:nvSpPr>
        <p:spPr>
          <a:xfrm>
            <a:off x="461040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7" name="S15-line371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372"/>
          <p:cNvSpPr txBox="1"/>
          <p:nvPr/>
        </p:nvSpPr>
        <p:spPr>
          <a:xfrm>
            <a:off x="512384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9" name="S15-line373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5-label374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15-line375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5-label376"/>
          <p:cNvSpPr txBox="1"/>
          <p:nvPr/>
        </p:nvSpPr>
        <p:spPr>
          <a:xfrm>
            <a:off x="615071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33" name="S15-line377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5-label378"/>
          <p:cNvSpPr txBox="1"/>
          <p:nvPr/>
        </p:nvSpPr>
        <p:spPr>
          <a:xfrm>
            <a:off x="6664147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5" name="S15-line379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5-label380"/>
          <p:cNvSpPr txBox="1"/>
          <p:nvPr/>
        </p:nvSpPr>
        <p:spPr>
          <a:xfrm>
            <a:off x="7177583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400" dirty="0"/>
          </a:p>
        </p:txBody>
      </p:sp>
      <p:sp>
        <p:nvSpPr>
          <p:cNvPr id="37" name="S15-line381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5-label382"/>
          <p:cNvSpPr txBox="1"/>
          <p:nvPr/>
        </p:nvSpPr>
        <p:spPr>
          <a:xfrm>
            <a:off x="7691018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39" name="S15-line383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5-label384"/>
          <p:cNvSpPr txBox="1"/>
          <p:nvPr/>
        </p:nvSpPr>
        <p:spPr>
          <a:xfrm>
            <a:off x="8204454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41" name="S15-line38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5-label386"/>
          <p:cNvSpPr txBox="1"/>
          <p:nvPr/>
        </p:nvSpPr>
        <p:spPr>
          <a:xfrm>
            <a:off x="871789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43" name="S15-line387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5-label388"/>
          <p:cNvSpPr txBox="1"/>
          <p:nvPr/>
        </p:nvSpPr>
        <p:spPr>
          <a:xfrm>
            <a:off x="9231325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400" dirty="0"/>
          </a:p>
        </p:txBody>
      </p:sp>
      <p:sp>
        <p:nvSpPr>
          <p:cNvPr id="45" name="S15-line389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5-label390"/>
          <p:cNvSpPr txBox="1"/>
          <p:nvPr/>
        </p:nvSpPr>
        <p:spPr>
          <a:xfrm>
            <a:off x="9744761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47" name="S15-line391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5-label392"/>
          <p:cNvSpPr txBox="1"/>
          <p:nvPr/>
        </p:nvSpPr>
        <p:spPr>
          <a:xfrm>
            <a:off x="1025819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400" dirty="0"/>
          </a:p>
        </p:txBody>
      </p:sp>
      <p:sp>
        <p:nvSpPr>
          <p:cNvPr id="49" name="S15-line393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5-label394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1" name="S15-mark395"/>
          <p:cNvSpPr/>
          <p:nvPr/>
        </p:nvSpPr>
        <p:spPr>
          <a:xfrm>
            <a:off x="7029907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2" name="S15-line396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15-line397"/>
          <p:cNvSpPr/>
          <p:nvPr/>
        </p:nvSpPr>
        <p:spPr>
          <a:xfrm>
            <a:off x="960120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15-line398"/>
          <p:cNvSpPr/>
          <p:nvPr/>
        </p:nvSpPr>
        <p:spPr>
          <a:xfrm flipV="1">
            <a:off x="1986991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5" name="S15-line399"/>
          <p:cNvSpPr/>
          <p:nvPr/>
        </p:nvSpPr>
        <p:spPr>
          <a:xfrm>
            <a:off x="1986991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6" name="S15-line400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7" name="S15-line401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8" name="S15-line402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15-line403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15-line404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1" name="S15-line405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2" name="S15-line40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3" name="S15-line407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4" name="S15-figure408" descr="0부터 20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3단과 6단</dc:title>
  <dc:subject>KR22-G02-MAT-TIMES36-L01</dc:subject>
  <dc:creator>education-ppt</dc:creator>
  <cp:lastModifiedBy>education-ppt</cp:lastModifiedBy>
  <cp:revision>1</cp:revision>
  <dcterms:created xsi:type="dcterms:W3CDTF">2026-10-26T07:09:34Z</dcterms:created>
  <dcterms:modified xsi:type="dcterms:W3CDTF">2026-10-26T07:09:34Z</dcterms:modified>
</cp:coreProperties>
</file>