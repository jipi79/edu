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bf423b7-85fd-ac5b-32f2-a839fcdd2a42}">
          <p14:sldIdLst>
            <p14:sldId id="256"/>
            <p14:sldId id="257"/>
          </p14:sldIdLst>
        </p14:section>
        <p14:section name="개념" id="{a94dedf2-e79f-dc1c-e55a-5d0044ad2c1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05a9ae44-4cd1-3f07-5922-74c487b7e0ec}">
          <p14:sldIdLst>
            <p14:sldId id="264"/>
            <p14:sldId id="265"/>
          </p14:sldIdLst>
        </p14:section>
        <p14:section name="확인" id="{bda4fac3-d3e0-e225-0d0e-d235b9abd9f3}">
          <p14:sldIdLst>
            <p14:sldId id="266"/>
            <p14:sldId id="267"/>
            <p14:sldId id="268"/>
          </p14:sldIdLst>
        </p14:section>
        <p14:section name="정리" id="{84949ad1-991c-39ba-b844-6f49829cec73}">
          <p14:sldIdLst>
            <p14:sldId id="269"/>
          </p14:sldIdLst>
        </p14:section>
        <p14:section name="보충" id="{8d335df7-466f-ff5c-ed4e-20b5dc6bfc1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3단과 6단 사이에 관계가 있다는 궁금증을 갖게 합니다.
시간: 약 2분
이렇게 말해 보세요
- “지난 시간에 2단과 5단을 묶어 세어 만들었지? 오늘은 3단과 6단을 만들 거야.”
- “오른쪽에 3개씩 묶음이 두 덩어리 있어. 두 덩어리를 붙이면 한 줄에 몇 개가 될까?”
예상 답
- “6개요.”
막히면
- 답을 확인하지 말고 넘어갑니다. S06에서 같은 생각을 자세히 봅니다.
주의
- 오늘의 핵심은 ‘6씩 묶음 하나 = 3씩 묶음 둘’입니다. 외우기는 3단·6단을 만든 다음에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확인(2단·5단, 곱셈의 뜻)]
목적: 지난 시간의 2단·5단과 ‘몇씩 몇 묶음’을 곱셈식으로 나타내기가 되는지 확인합니다.
시간: 약 3분
이렇게 말해 보세요
- “①, ②의 곱은 얼마야? 어떻게 구했어?”
- “③ 4씩 3묶음을 곱셈식으로 말해 볼래? 모두 몇 개야?”
정답
- ① 14
- ② 45
- ③ 4 × 3 = 12
막히면
- ①은 2씩, ②는 5씩 손가락을 펴며 뛰어 세게 합니다.
- 두 문제 이상 틀리면 S15(보충)을 먼저 합니다. 보충으로도 어려우면 7차시 ‘2단과 5단’(KR22-G02-MAT-TIMES25-L01)을 다시 합니다.
주의
- 곱만 맞히고 뜻을 말하지 못하면 “2 × 7은 2씩 몇 묶음이야?”라고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3씩 묶어 세어 3단 만들기]
목적: 3단 곱셈구구를 3씩 묶어 세기로 만들고, 곱이 3씩 커진다는 것을 봅니다.
시간: 약 3분
이렇게 말해 보세요
- “3개씩 한 묶음이면 3 × 1이야. 점이 몇 개야? 두 묶음이면 3 × 2, 몇 개야?”
- “묶음이 하나 늘 때마다 점은 몇 개씩 늘어나?”
예상 답
- “3개, 6개, 9개, 12개요.”
- “3개씩 늘어나요.”
막히면
- 접시에 바둑돌을 3개씩 놓으며 접시를 하나씩 늘리고, 그때마다 모두 몇 개인지 셉니다.
- “셋, 여섯, 아홉, 열둘” 하고 3씩 뛰어 세며 묶음을 하나씩 짚습니다.
주의
- 3 × 4는 ‘3씩 4묶음’, ‘3의 4배’입니다. 곱셈구구의 앞의 수 3은 그대로이고 묶음 수만 1씩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수직선에서 3씩 뛰어 세기]
목적: 수직선에서 3칸씩 뛰어 세어 곱을 구하고, 앞의 곱에 3을 더하면 다음 곱이 된다는 것을 압니다.
시간: 약 2분
이렇게 말해 보세요
- “작은 눈금 한 칸이 1이야. 0에서 3칸씩 7번 뛰어 보자. 뛸 때마다 손가락을 하나씩 펴.”
- “3 × 6은 18이야. 3 × 7은 18보다 얼마 커?”
예상 답
- “3, 6, 9, 12, 15, 18, 21. 21이에요.”
- “3 커요.”
막히면
- 긴 눈금 아래의 수(3, 6, 9…)를 차례로 짚으며 소리 내어 읽고, 짚을 때마다 손가락을 폅니다.
- 18이나 24라고 하면 펴진 손가락 수를 다시 셉니다(M3).
주의
- 0은 출발점이라 세지 않습니다. 첫 번째로 닿는 곳이 3입니다.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3단 곱셈구구 완성하고 읽기]
목적: 3단 곱셈구구를 끝까지 만들어 보고, 다 만든 뒤에 소리 내어 읽으며 익힙니다.
시간: 약 3분
이렇게 말해 보세요
- “빈칸에 들어갈 곱은 뭘까? 앞의 곱에서 3만큼 뛰면 돼.”
- “다 채웠으면 같이 읽어 보자. ‘3 곱하기 1은 3, 3 곱하기 2는 6…’”
정답
- 3 × 5 = 15, 3 × 8 = 24, 3 × 9 = 27
막히면
- S04 수직선에서 12에서 3칸 더 뛰어 15, 21에서 3칸씩 더 뛰어 24, 27을 찾습니다.
- 바둑돌을 3개씩 접시에 더 놓아 세어 봅니다.
주의
- 익숙해지면 ‘삼일은 삼, 삼이 육…’처럼 짧게 읽어도 됩니다. 묶음의 뜻을 안 다음에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6씩 묶음 = 3씩 묶음 두 개(점 배열)]
목적: 점 배열로 ‘6씩 4묶음’이 ‘3씩 4묶음’ 두 개와 같다는 것을 보고, 6단의 곱이 3단 곱의 2배임을 압니다.
시간: 약 4분
이렇게 말해 보세요
- “주황 점은 3씩 몇 묶음이야? 파란 점도 3씩 4묶음이지? 두 덩어리를 옆으로 붙이면 한 줄에 몇 개가 돼?”
- “그러면 6씩 4묶음이야. 3 × 4가 두 개니까 12와 12를 더하면 몇이야?”
예상 답
- “한 줄에 6개요. 6 × 4예요.”
- “24요.”
막히면
- 두 색 바둑돌로 주황 3개, 파랑 3개를 한 줄로 붙여 6개씩 4줄을 만들고, 줄마다 ‘3 하고 3, 6’이라고 말합니다.
- 주황만 세어 12, 파랑만 세어 12, 모두 세어 24를 차례로 확인합니다.
주의
- 세 수를 곱하는 식(3 × 4 × 2)은 2학년에서 쓰지 않습니다. ‘3 × 4의 2배’, ‘12와 12를 더해요’로 말합니다.
- 6은 3의 2배이므로 묶음 수가 같으면 곱도 2배입니다. 이것이 오늘의 관계입니다.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수직선에서 6씩 뛰어 세기]
목적: 6씩 뛰어 세어 6단의 곱을 구하고, 앞의 곱에 6을 더하면 다음 곱이 된다는 것을 압니다.
시간: 약 2분
이렇게 말해 보세요
- “이 수직선은 눈금 한 칸이 6이야. 0에서 6씩 5번 뛰어 보자.”
- “6 × 4는 24였지? 6 × 5는 24보다 얼마 커?”
예상 답
- “6, 12, 18, 24, 30. 30이에요.”
- “6 커요.”
막히면
- 눈금 아래 수를 손가락으로 짚으며 뛴 횟수를 셉니다.
주의
- 눈금 아래 수 6, 12, 18…이 바로 6단의 곱입니다. 3단의 곱 3, 6, 9…에서 하나 걸러 하나씩 나오는 수이기도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3단으로 6단 완성하기]
목적: 3단의 곱을 2배 하여 6단 곱셈구구를 완성하고, 다 만든 뒤 소리 내어 읽습니다.
시간: 약 4분
이렇게 말해 보세요
- “윗줄은 3단, 아랫줄은 6단이야. 6 × 3은 3 × 3이 두 개야. 9와 9를 더하면?”
- “다른 빈칸도 위의 3단 곱을 두 번 더해서 채워 보자. 앞의 6단 곱에 6을 더해서 확인해도 돼.”
정답
- 6 × 3 = 18, 6 × 5 = 30, 6 × 7 = 42, 6 × 8 = 48, 6 × 9 = 54
- 3단으로 구하기: 9 + 9 = 18, 15 + 15 = 30, 21 + 21 = 42, 24 + 24 = 48, 27 + 27 = 54
막히면
- 두 번 더하기가 어려우면 앞의 6단 곱에 6을 더하게 합니다(24 → 30 → 36 → 42…).
- 21 + 21처럼 큰 덧셈은 20 + 20 = 40, 1 + 1 = 2로 나누어 더하게 합니다.
주의
- 다 채우면 ‘6 곱하기 1은 6…’으로 함께 읽습니다.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연습(곱 구하기와 상황 문제)]
목적: 도움을 받으며 3단·6단의 곱을 구하고, 생활 상황을 곱셈식으로 나타냅니다.
시간: 약 3분
이렇게 말해 보세요
- “세발자전거 한 대의 바퀴는 몇 개야? 그럼 몇씩 몇 묶음이야? 곱셈식으로 말해 줘.”
- “곤충은 다리가 6개야. 곤충 4마리면 몇씩 몇 묶음일까?”
정답
- ① 3 × 5 = 15, 바퀴 15개
- ② 24
- ③ 36
- ④ 6 × 4 = 24, 다리 24개
막히면
- ③은 3 × 6 = 18을 두 번 더해(18 + 18) 구할 수 있다고 알려 줍니다.
- 곱을 잊었으면 아는 곱에서 출발해 3이나 6씩 더 뛰게 합니다.
주의
- ①을 5 × 3이라고 써도 곱은 같습니다. ‘3씩 5묶음’이므로 3 × 5로 쓰는 것을 권합니다.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비교(6단을 3단 곱 + 3으로 계산)]
목적: 6단의 곱을 3단 곱에 3만 더해 구하는 실수를 점 배열로 바로잡습니다(M1).
시간: 약 3분
이렇게 말해 보세요
- “토끼와 곰이 6 × 4를 구했는데 답이 달라. 누가 맞았을까?”
- “곰의 점 배열에서 한 줄을 반으로 나누어 볼까? 반쪽에는 몇 개씩 있어? 3이 더 있는 줄은 몇 줄이야?”
예상 답
- “곰이요. 줄마다 3개씩 더 있으니까 12를 한 번 더 더해야 해요.”
정답
- 곰이 맞습니다. 6 × 4 = 24입니다.
- 6은 3보다 3 크지만, 묶음 4개마다 3개씩 더 있으므로 3 × 4 = 12만큼 더 큽니다. 그래서 12 + 3이 아니라 12 + 12입니다.
막히면
- S06처럼 두 색 바둑돌로 6개씩 4줄을 만들고, 파란 돌만 세어 12개임을 확인합니다.
주의
- 아이가 토끼처럼 생각했다면 “3이 더 있는 묶음이 몇 개야?”를 함께 묻는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3단·6단의 곱을 구하고, 3단 곱으로 6단 곱을 구할 수 있는지 확인합니다.
시간: 약 5분
이렇게 말해 보세요
- “이번에는 혼자 해 볼래? 바둑돌을 써도 돼. ④는 곱셈식을 종이에 쓰고 답을 말해 줘.”
- “③은 어떻게 구했는지 꼭 설명해 줘.”
정답
- ① 27
- ② 48
- ③ 36 (18 + 18 = 36, 3 × 6의 2배)
- ④ 6 × 7 = 42, 42개
막히면
- 바로 알려 주지 말고 “몇씩 몇 묶음이야?” 또는 “3단에서 무엇을 두 번 더하면 될까?”라고만 묻습니다.
- 도움을 받아 해결했다면 기록표에 ‘도움’으로 표시합니다.
주의
- ③을 6 × 5 = 30에 6을 더해 36으로 구해도 맞습니다. 다만 오늘 배운 ‘3단의 2배’로도 설명할 수 있는지 물어봅니다.
- ④를 7 × 6 = 42로 써도 곱은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돌로 다시 해 보자.”
정답
- ① 27 ② 48 ③ 36 ④ 6 × 7 = 42(7 × 6 = 42도 맞음), 42개
막히면
- ③이 21이면 S10의 토끼와 곰을 다시 봅니다(M1).
- 곱 대신 두 수를 더했으면(6 + 8 = 14) “6 × 8은 6씩 몇 묶음?”을 다시 묻습니다(M2).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확인(3단 곱으로 6단 곱 구하는 식 고르기)]
목적: 처음 보는 물음에서 6단 곱이 3단 곱의 2배라는 관계를 쓸 수 있는지 확인합니다.
시간: 약 2분
이렇게 말해 보세요
- “3 × 5는 15야. 이걸 써서 6 × 5를 구하려면 어떤 식이 맞을까? 왜 그렇게 생각해?”
정답
- 나(15 + 15 = 30). 6씩 5묶음은 3씩 5묶음이 두 개이므로 15를 두 번 더합니다. 6 × 5 = 30입니다.
- 가(15 + 3 = 18)와 다(15 + 6 = 21)는 6 × 5가 아닙니다.
막히면
- S06의 점 배열을 다시 보여 주고, 3 × 4 대신 3 × 5로 바꾸어 바둑돌을 놓아 봅니다.
주의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“3단은 곱이 몇씩 커져? 6단은?”
- “3단을 알면 6단을 어떻게 구할 수 있지?”
예상 답
- “3씩, 6씩 커져요.”
- “3단의 곱을 두 번 더하면 돼요.”
정답
- ① 21 ② 54 ③ 24
막히면
- S06의 점 배열을 다시 보여 주며 ‘3씩 두 개면 6씩’을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보충(2씩·5씩 뛰어 세기)]
목적: S02에서 2단·5단이 흔들리면, 3단·6단 전에 손가락과 수직선으로 뛰어 세기를 다시 연습합니다.
시간: 약 5분
이렇게 말해 보세요
- “0에서 2칸씩 뛰어 보자. 뛸 때마다 손가락 하나! 여섯 번 뛰면 어디야?”
- “이번에는 5씩 4번 뛰어 볼까? 5, 10, 15, 20. 5 × 4는 얼마야?”
정답
- 2 × 6 = 12
- 5 × 4 = 20
막히면
- 바둑돌 2개씩을 접시에 담아 접시 수를 세며 함께 뛰어 셉니다.
- 손가락을 펴는 것과 수를 말하는 것을 동시에 하기 어려우면 부모가 손가락을 펴 주고 아이는 수만 말합니다.
주의
- 보충으로도 어려우면 7차시 ‘2단과 5단’(KR22-G02-MAT-TIMES25-L01)을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3단과 6단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3단과 6단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3단과 6단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3단과 6단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3단으로 6단을 구할 수 있을까?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98499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44219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89939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798499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44219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89939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798499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44219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89939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group10"/>
          <p:cNvSpPr/>
          <p:nvPr/>
        </p:nvSpPr>
        <p:spPr>
          <a:xfrm>
            <a:off x="7925562" y="14538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1-group11"/>
          <p:cNvSpPr/>
          <p:nvPr/>
        </p:nvSpPr>
        <p:spPr>
          <a:xfrm>
            <a:off x="7925562" y="19110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1-group12"/>
          <p:cNvSpPr/>
          <p:nvPr/>
        </p:nvSpPr>
        <p:spPr>
          <a:xfrm>
            <a:off x="7925562" y="23682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1-figure13" descr="3개씩 묶은 점 3줄"/>
          <p:cNvSpPr/>
          <p:nvPr/>
        </p:nvSpPr>
        <p:spPr>
          <a:xfrm>
            <a:off x="7898130" y="141732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110978" y="15041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10568178" y="15041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11025378" y="15041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dot17"/>
          <p:cNvSpPr/>
          <p:nvPr/>
        </p:nvSpPr>
        <p:spPr>
          <a:xfrm>
            <a:off x="10110978" y="19613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10568178" y="19613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dot19"/>
          <p:cNvSpPr/>
          <p:nvPr/>
        </p:nvSpPr>
        <p:spPr>
          <a:xfrm>
            <a:off x="11025378" y="19613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110978" y="24185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10568178" y="24185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1025378" y="24185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group23"/>
          <p:cNvSpPr/>
          <p:nvPr/>
        </p:nvSpPr>
        <p:spPr>
          <a:xfrm>
            <a:off x="10051542" y="14538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1-group24"/>
          <p:cNvSpPr/>
          <p:nvPr/>
        </p:nvSpPr>
        <p:spPr>
          <a:xfrm>
            <a:off x="10051542" y="19110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1-group25"/>
          <p:cNvSpPr/>
          <p:nvPr/>
        </p:nvSpPr>
        <p:spPr>
          <a:xfrm>
            <a:off x="10051542" y="23682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1-figure26" descr="파란 점 3개씩 3줄"/>
          <p:cNvSpPr/>
          <p:nvPr/>
        </p:nvSpPr>
        <p:spPr>
          <a:xfrm>
            <a:off x="10024110" y="141732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1-card2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1" name="S01-cardtext2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3씩 묶어 세어 3단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3단을 두 번 더해 6단을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7 = □</a:t>
            </a:r>
            <a:endParaRPr lang="ko-KR" sz="3600" dirty="0"/>
          </a:p>
        </p:txBody>
      </p:sp>
      <p:sp>
        <p:nvSpPr>
          <p:cNvPr id="5" name="S02-chip3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9 = □</a:t>
            </a:r>
            <a:endParaRPr lang="ko-KR" sz="3600" dirty="0"/>
          </a:p>
        </p:txBody>
      </p:sp>
      <p:sp>
        <p:nvSpPr>
          <p:cNvPr id="7" name="S02-chip3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3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3묶음을 곱셈식으로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묶어 세요</a:t>
            </a:r>
            <a:endParaRPr lang="ko-KR" sz="4400" dirty="0"/>
          </a:p>
        </p:txBody>
      </p:sp>
      <p:sp>
        <p:nvSpPr>
          <p:cNvPr id="3" name="S03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3개씩 한 묶음이 하나씩 늘어나요.</a:t>
            </a:r>
            <a:endParaRPr lang="ko-KR" sz="3200" dirty="0"/>
          </a:p>
        </p:txBody>
      </p:sp>
      <p:sp>
        <p:nvSpPr>
          <p:cNvPr id="4" name="S03-card3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3, 6, 9, 12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3개 늘어요.</a:t>
            </a:r>
            <a:endParaRPr lang="ko-KR" sz="3200" dirty="0"/>
          </a:p>
        </p:txBody>
      </p:sp>
      <p:sp>
        <p:nvSpPr>
          <p:cNvPr id="6" name="S03-dot38"/>
          <p:cNvSpPr/>
          <p:nvPr/>
        </p:nvSpPr>
        <p:spPr>
          <a:xfrm>
            <a:off x="115625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9"/>
          <p:cNvSpPr/>
          <p:nvPr/>
        </p:nvSpPr>
        <p:spPr>
          <a:xfrm>
            <a:off x="165917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40"/>
          <p:cNvSpPr/>
          <p:nvPr/>
        </p:nvSpPr>
        <p:spPr>
          <a:xfrm>
            <a:off x="216209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group41"/>
          <p:cNvSpPr/>
          <p:nvPr/>
        </p:nvSpPr>
        <p:spPr>
          <a:xfrm>
            <a:off x="1088136" y="287413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0" name="S03-figure42" descr="3개씩 1묶음, 점 3개"/>
          <p:cNvSpPr/>
          <p:nvPr/>
        </p:nvSpPr>
        <p:spPr>
          <a:xfrm>
            <a:off x="1060704" y="2837561"/>
            <a:ext cx="15087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label43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</a:t>
            </a:r>
            <a:endParaRPr lang="ko-KR" sz="2600" dirty="0"/>
          </a:p>
        </p:txBody>
      </p:sp>
      <p:sp>
        <p:nvSpPr>
          <p:cNvPr id="12" name="S03-dot44"/>
          <p:cNvSpPr/>
          <p:nvPr/>
        </p:nvSpPr>
        <p:spPr>
          <a:xfrm>
            <a:off x="400918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45"/>
          <p:cNvSpPr/>
          <p:nvPr/>
        </p:nvSpPr>
        <p:spPr>
          <a:xfrm>
            <a:off x="451210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46"/>
          <p:cNvSpPr/>
          <p:nvPr/>
        </p:nvSpPr>
        <p:spPr>
          <a:xfrm>
            <a:off x="501502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47"/>
          <p:cNvSpPr/>
          <p:nvPr/>
        </p:nvSpPr>
        <p:spPr>
          <a:xfrm>
            <a:off x="400918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48"/>
          <p:cNvSpPr/>
          <p:nvPr/>
        </p:nvSpPr>
        <p:spPr>
          <a:xfrm>
            <a:off x="451210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9"/>
          <p:cNvSpPr/>
          <p:nvPr/>
        </p:nvSpPr>
        <p:spPr>
          <a:xfrm>
            <a:off x="501502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50"/>
          <p:cNvSpPr/>
          <p:nvPr/>
        </p:nvSpPr>
        <p:spPr>
          <a:xfrm>
            <a:off x="3941064" y="262267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51"/>
          <p:cNvSpPr/>
          <p:nvPr/>
        </p:nvSpPr>
        <p:spPr>
          <a:xfrm>
            <a:off x="3941064" y="312559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figure52" descr="3개씩 2묶음, 점 6개"/>
          <p:cNvSpPr/>
          <p:nvPr/>
        </p:nvSpPr>
        <p:spPr>
          <a:xfrm>
            <a:off x="3913632" y="2586101"/>
            <a:ext cx="150876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3-label53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2600" dirty="0"/>
          </a:p>
        </p:txBody>
      </p:sp>
      <p:sp>
        <p:nvSpPr>
          <p:cNvPr id="22" name="S03-dot54"/>
          <p:cNvSpPr/>
          <p:nvPr/>
        </p:nvSpPr>
        <p:spPr>
          <a:xfrm>
            <a:off x="686211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55"/>
          <p:cNvSpPr/>
          <p:nvPr/>
        </p:nvSpPr>
        <p:spPr>
          <a:xfrm>
            <a:off x="736503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56"/>
          <p:cNvSpPr/>
          <p:nvPr/>
        </p:nvSpPr>
        <p:spPr>
          <a:xfrm>
            <a:off x="786795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57"/>
          <p:cNvSpPr/>
          <p:nvPr/>
        </p:nvSpPr>
        <p:spPr>
          <a:xfrm>
            <a:off x="686211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58"/>
          <p:cNvSpPr/>
          <p:nvPr/>
        </p:nvSpPr>
        <p:spPr>
          <a:xfrm>
            <a:off x="736503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59"/>
          <p:cNvSpPr/>
          <p:nvPr/>
        </p:nvSpPr>
        <p:spPr>
          <a:xfrm>
            <a:off x="786795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60"/>
          <p:cNvSpPr/>
          <p:nvPr/>
        </p:nvSpPr>
        <p:spPr>
          <a:xfrm>
            <a:off x="686211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61"/>
          <p:cNvSpPr/>
          <p:nvPr/>
        </p:nvSpPr>
        <p:spPr>
          <a:xfrm>
            <a:off x="736503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dot62"/>
          <p:cNvSpPr/>
          <p:nvPr/>
        </p:nvSpPr>
        <p:spPr>
          <a:xfrm>
            <a:off x="786795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group63"/>
          <p:cNvSpPr/>
          <p:nvPr/>
        </p:nvSpPr>
        <p:spPr>
          <a:xfrm>
            <a:off x="6793992" y="237121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3-group64"/>
          <p:cNvSpPr/>
          <p:nvPr/>
        </p:nvSpPr>
        <p:spPr>
          <a:xfrm>
            <a:off x="6793992" y="287413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3-group65"/>
          <p:cNvSpPr/>
          <p:nvPr/>
        </p:nvSpPr>
        <p:spPr>
          <a:xfrm>
            <a:off x="6793992" y="337705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3-figure66" descr="3개씩 3묶음, 점 9개"/>
          <p:cNvSpPr/>
          <p:nvPr/>
        </p:nvSpPr>
        <p:spPr>
          <a:xfrm>
            <a:off x="6766560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3-label67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3</a:t>
            </a:r>
            <a:endParaRPr lang="ko-KR" sz="2600" dirty="0"/>
          </a:p>
        </p:txBody>
      </p:sp>
      <p:sp>
        <p:nvSpPr>
          <p:cNvPr id="36" name="S03-dot68"/>
          <p:cNvSpPr/>
          <p:nvPr/>
        </p:nvSpPr>
        <p:spPr>
          <a:xfrm>
            <a:off x="971504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3-dot69"/>
          <p:cNvSpPr/>
          <p:nvPr/>
        </p:nvSpPr>
        <p:spPr>
          <a:xfrm>
            <a:off x="1021796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3-dot70"/>
          <p:cNvSpPr/>
          <p:nvPr/>
        </p:nvSpPr>
        <p:spPr>
          <a:xfrm>
            <a:off x="1072088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3-dot71"/>
          <p:cNvSpPr/>
          <p:nvPr/>
        </p:nvSpPr>
        <p:spPr>
          <a:xfrm>
            <a:off x="971504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3-dot72"/>
          <p:cNvSpPr/>
          <p:nvPr/>
        </p:nvSpPr>
        <p:spPr>
          <a:xfrm>
            <a:off x="1021796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3-dot73"/>
          <p:cNvSpPr/>
          <p:nvPr/>
        </p:nvSpPr>
        <p:spPr>
          <a:xfrm>
            <a:off x="1072088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3-dot74"/>
          <p:cNvSpPr/>
          <p:nvPr/>
        </p:nvSpPr>
        <p:spPr>
          <a:xfrm>
            <a:off x="971504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3-dot75"/>
          <p:cNvSpPr/>
          <p:nvPr/>
        </p:nvSpPr>
        <p:spPr>
          <a:xfrm>
            <a:off x="1021796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3-dot76"/>
          <p:cNvSpPr/>
          <p:nvPr/>
        </p:nvSpPr>
        <p:spPr>
          <a:xfrm>
            <a:off x="1072088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3-dot77"/>
          <p:cNvSpPr/>
          <p:nvPr/>
        </p:nvSpPr>
        <p:spPr>
          <a:xfrm>
            <a:off x="971504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3-dot78"/>
          <p:cNvSpPr/>
          <p:nvPr/>
        </p:nvSpPr>
        <p:spPr>
          <a:xfrm>
            <a:off x="1021796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3-dot79"/>
          <p:cNvSpPr/>
          <p:nvPr/>
        </p:nvSpPr>
        <p:spPr>
          <a:xfrm>
            <a:off x="1072088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3-group80"/>
          <p:cNvSpPr/>
          <p:nvPr/>
        </p:nvSpPr>
        <p:spPr>
          <a:xfrm>
            <a:off x="9646920" y="211975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9" name="S03-group81"/>
          <p:cNvSpPr/>
          <p:nvPr/>
        </p:nvSpPr>
        <p:spPr>
          <a:xfrm>
            <a:off x="9646920" y="262267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0" name="S03-group82"/>
          <p:cNvSpPr/>
          <p:nvPr/>
        </p:nvSpPr>
        <p:spPr>
          <a:xfrm>
            <a:off x="9646920" y="312559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1" name="S03-group83"/>
          <p:cNvSpPr/>
          <p:nvPr/>
        </p:nvSpPr>
        <p:spPr>
          <a:xfrm>
            <a:off x="9646920" y="362851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2" name="S03-figure84" descr="3개씩 4묶음, 점 12개"/>
          <p:cNvSpPr/>
          <p:nvPr/>
        </p:nvSpPr>
        <p:spPr>
          <a:xfrm>
            <a:off x="9619488" y="2083181"/>
            <a:ext cx="15087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3-label85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뛰어 세요</a:t>
            </a:r>
            <a:endParaRPr lang="ko-KR" sz="4400" dirty="0"/>
          </a:p>
        </p:txBody>
      </p:sp>
      <p:sp>
        <p:nvSpPr>
          <p:cNvPr id="3" name="S04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7은 0에서 3씩 7번 뛰어요.</a:t>
            </a:r>
            <a:endParaRPr lang="ko-KR" sz="3200" dirty="0"/>
          </a:p>
        </p:txBody>
      </p:sp>
      <p:sp>
        <p:nvSpPr>
          <p:cNvPr id="4" name="S04-card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7 = 21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18보다 3 커요.</a:t>
            </a:r>
            <a:endParaRPr lang="ko-KR" sz="3200" dirty="0"/>
          </a:p>
        </p:txBody>
      </p:sp>
      <p:sp>
        <p:nvSpPr>
          <p:cNvPr id="6" name="S04-line89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90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91"/>
          <p:cNvSpPr txBox="1"/>
          <p:nvPr/>
        </p:nvSpPr>
        <p:spPr>
          <a:xfrm>
            <a:off x="502920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9" name="S04-line92"/>
          <p:cNvSpPr/>
          <p:nvPr/>
        </p:nvSpPr>
        <p:spPr>
          <a:xfrm>
            <a:off x="134044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ine93"/>
          <p:cNvSpPr/>
          <p:nvPr/>
        </p:nvSpPr>
        <p:spPr>
          <a:xfrm>
            <a:off x="1720765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line94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95"/>
          <p:cNvSpPr txBox="1"/>
          <p:nvPr/>
        </p:nvSpPr>
        <p:spPr>
          <a:xfrm>
            <a:off x="1643888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13" name="S04-line96"/>
          <p:cNvSpPr/>
          <p:nvPr/>
        </p:nvSpPr>
        <p:spPr>
          <a:xfrm>
            <a:off x="248141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ine97"/>
          <p:cNvSpPr/>
          <p:nvPr/>
        </p:nvSpPr>
        <p:spPr>
          <a:xfrm>
            <a:off x="286173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line98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99"/>
          <p:cNvSpPr txBox="1"/>
          <p:nvPr/>
        </p:nvSpPr>
        <p:spPr>
          <a:xfrm>
            <a:off x="2784856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17" name="S04-line100"/>
          <p:cNvSpPr/>
          <p:nvPr/>
        </p:nvSpPr>
        <p:spPr>
          <a:xfrm>
            <a:off x="362237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ine101"/>
          <p:cNvSpPr/>
          <p:nvPr/>
        </p:nvSpPr>
        <p:spPr>
          <a:xfrm>
            <a:off x="400270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line102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103"/>
          <p:cNvSpPr txBox="1"/>
          <p:nvPr/>
        </p:nvSpPr>
        <p:spPr>
          <a:xfrm>
            <a:off x="3925824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21" name="S04-line104"/>
          <p:cNvSpPr/>
          <p:nvPr/>
        </p:nvSpPr>
        <p:spPr>
          <a:xfrm>
            <a:off x="4763347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ine105"/>
          <p:cNvSpPr/>
          <p:nvPr/>
        </p:nvSpPr>
        <p:spPr>
          <a:xfrm>
            <a:off x="514366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ine10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abel107"/>
          <p:cNvSpPr txBox="1"/>
          <p:nvPr/>
        </p:nvSpPr>
        <p:spPr>
          <a:xfrm>
            <a:off x="5066792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25" name="S04-line108"/>
          <p:cNvSpPr/>
          <p:nvPr/>
        </p:nvSpPr>
        <p:spPr>
          <a:xfrm>
            <a:off x="5904315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ine109"/>
          <p:cNvSpPr/>
          <p:nvPr/>
        </p:nvSpPr>
        <p:spPr>
          <a:xfrm>
            <a:off x="6284637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line110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111"/>
          <p:cNvSpPr txBox="1"/>
          <p:nvPr/>
        </p:nvSpPr>
        <p:spPr>
          <a:xfrm>
            <a:off x="6207760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29" name="S04-line112"/>
          <p:cNvSpPr/>
          <p:nvPr/>
        </p:nvSpPr>
        <p:spPr>
          <a:xfrm>
            <a:off x="704528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ine113"/>
          <p:cNvSpPr/>
          <p:nvPr/>
        </p:nvSpPr>
        <p:spPr>
          <a:xfrm>
            <a:off x="7425605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4-line114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abel115"/>
          <p:cNvSpPr txBox="1"/>
          <p:nvPr/>
        </p:nvSpPr>
        <p:spPr>
          <a:xfrm>
            <a:off x="7348728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1800" dirty="0"/>
          </a:p>
        </p:txBody>
      </p:sp>
      <p:sp>
        <p:nvSpPr>
          <p:cNvPr id="33" name="S04-line116"/>
          <p:cNvSpPr/>
          <p:nvPr/>
        </p:nvSpPr>
        <p:spPr>
          <a:xfrm>
            <a:off x="818625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4-line117"/>
          <p:cNvSpPr/>
          <p:nvPr/>
        </p:nvSpPr>
        <p:spPr>
          <a:xfrm>
            <a:off x="856657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4-line118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4-label119"/>
          <p:cNvSpPr txBox="1"/>
          <p:nvPr/>
        </p:nvSpPr>
        <p:spPr>
          <a:xfrm>
            <a:off x="8489696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1800" dirty="0"/>
          </a:p>
        </p:txBody>
      </p:sp>
      <p:sp>
        <p:nvSpPr>
          <p:cNvPr id="37" name="S04-line120"/>
          <p:cNvSpPr/>
          <p:nvPr/>
        </p:nvSpPr>
        <p:spPr>
          <a:xfrm>
            <a:off x="932721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4-line121"/>
          <p:cNvSpPr/>
          <p:nvPr/>
        </p:nvSpPr>
        <p:spPr>
          <a:xfrm>
            <a:off x="970754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4-line122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4-label123"/>
          <p:cNvSpPr txBox="1"/>
          <p:nvPr/>
        </p:nvSpPr>
        <p:spPr>
          <a:xfrm>
            <a:off x="9630664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1800" dirty="0"/>
          </a:p>
        </p:txBody>
      </p:sp>
      <p:sp>
        <p:nvSpPr>
          <p:cNvPr id="41" name="S04-line124"/>
          <p:cNvSpPr/>
          <p:nvPr/>
        </p:nvSpPr>
        <p:spPr>
          <a:xfrm>
            <a:off x="10468187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4-line125"/>
          <p:cNvSpPr/>
          <p:nvPr/>
        </p:nvSpPr>
        <p:spPr>
          <a:xfrm>
            <a:off x="1084850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4-line126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4-label127"/>
          <p:cNvSpPr txBox="1"/>
          <p:nvPr/>
        </p:nvSpPr>
        <p:spPr>
          <a:xfrm>
            <a:off x="10771632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1800" dirty="0"/>
          </a:p>
        </p:txBody>
      </p:sp>
      <p:sp>
        <p:nvSpPr>
          <p:cNvPr id="45" name="S04-mark128"/>
          <p:cNvSpPr/>
          <p:nvPr/>
        </p:nvSpPr>
        <p:spPr>
          <a:xfrm>
            <a:off x="8855456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4-line129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4-line130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4-label131"/>
          <p:cNvSpPr txBox="1"/>
          <p:nvPr/>
        </p:nvSpPr>
        <p:spPr>
          <a:xfrm>
            <a:off x="960120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1800" dirty="0"/>
          </a:p>
        </p:txBody>
      </p:sp>
      <p:sp>
        <p:nvSpPr>
          <p:cNvPr id="49" name="S04-line132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4-line133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4-label134"/>
          <p:cNvSpPr txBox="1"/>
          <p:nvPr/>
        </p:nvSpPr>
        <p:spPr>
          <a:xfrm>
            <a:off x="2101088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1800" dirty="0"/>
          </a:p>
        </p:txBody>
      </p:sp>
      <p:sp>
        <p:nvSpPr>
          <p:cNvPr id="52" name="S04-line135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4-line136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4-label137"/>
          <p:cNvSpPr txBox="1"/>
          <p:nvPr/>
        </p:nvSpPr>
        <p:spPr>
          <a:xfrm>
            <a:off x="3242056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1800" dirty="0"/>
          </a:p>
        </p:txBody>
      </p:sp>
      <p:sp>
        <p:nvSpPr>
          <p:cNvPr id="55" name="S04-line138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4-line139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4-label140"/>
          <p:cNvSpPr txBox="1"/>
          <p:nvPr/>
        </p:nvSpPr>
        <p:spPr>
          <a:xfrm>
            <a:off x="4383024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1800" dirty="0"/>
          </a:p>
        </p:txBody>
      </p:sp>
      <p:sp>
        <p:nvSpPr>
          <p:cNvPr id="58" name="S04-line141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4-line142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4-label143"/>
          <p:cNvSpPr txBox="1"/>
          <p:nvPr/>
        </p:nvSpPr>
        <p:spPr>
          <a:xfrm>
            <a:off x="5523992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1800" dirty="0"/>
          </a:p>
        </p:txBody>
      </p:sp>
      <p:sp>
        <p:nvSpPr>
          <p:cNvPr id="61" name="S04-line144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4-line145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4-label146"/>
          <p:cNvSpPr txBox="1"/>
          <p:nvPr/>
        </p:nvSpPr>
        <p:spPr>
          <a:xfrm>
            <a:off x="6664960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1800" dirty="0"/>
          </a:p>
        </p:txBody>
      </p:sp>
      <p:sp>
        <p:nvSpPr>
          <p:cNvPr id="64" name="S04-line147"/>
          <p:cNvSpPr/>
          <p:nvPr/>
        </p:nvSpPr>
        <p:spPr>
          <a:xfrm flipV="1">
            <a:off x="780592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4-line148"/>
          <p:cNvSpPr/>
          <p:nvPr/>
        </p:nvSpPr>
        <p:spPr>
          <a:xfrm>
            <a:off x="780592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4-label149"/>
          <p:cNvSpPr txBox="1"/>
          <p:nvPr/>
        </p:nvSpPr>
        <p:spPr>
          <a:xfrm>
            <a:off x="7805928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ko-KR" sz="1800" dirty="0"/>
          </a:p>
        </p:txBody>
      </p:sp>
      <p:sp>
        <p:nvSpPr>
          <p:cNvPr id="67" name="S04-figure150" descr="0부터 27까지 수직선(3마다 긴 눈금과 수)에서 0부터 3씩 7번 뛰어 21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3단을 완성해요</a:t>
            </a:r>
            <a:endParaRPr lang="ko-KR" sz="4400" dirty="0"/>
          </a:p>
        </p:txBody>
      </p:sp>
      <p:sp>
        <p:nvSpPr>
          <p:cNvPr id="3" name="S05-text1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곱을 말해요.</a:t>
            </a:r>
            <a:endParaRPr lang="ko-KR" sz="3200" dirty="0"/>
          </a:p>
        </p:txBody>
      </p:sp>
      <p:sp>
        <p:nvSpPr>
          <p:cNvPr id="4" name="S05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곱에 3을 더하면 다음 곱이에요.</a:t>
            </a:r>
            <a:endParaRPr lang="ko-KR" sz="3200" dirty="0"/>
          </a:p>
        </p:txBody>
      </p:sp>
      <p:graphicFrame>
        <p:nvGraphicFramePr>
          <p:cNvPr id="6" name="S05-table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78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두 개면 6씩</a:t>
            </a:r>
            <a:endParaRPr lang="ko-KR" sz="4400" dirty="0"/>
          </a:p>
        </p:txBody>
      </p:sp>
      <p:sp>
        <p:nvSpPr>
          <p:cNvPr id="3" name="S06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 두 개를 붙여요.</a:t>
            </a:r>
            <a:endParaRPr lang="ko-KR" sz="3200" dirty="0"/>
          </a:p>
        </p:txBody>
      </p:sp>
      <p:sp>
        <p:nvSpPr>
          <p:cNvPr id="4" name="S06-card15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4는 3 × 4의 2배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+ 12 = 24</a:t>
            </a:r>
            <a:endParaRPr lang="ko-KR" sz="3200" dirty="0"/>
          </a:p>
        </p:txBody>
      </p:sp>
      <p:sp>
        <p:nvSpPr>
          <p:cNvPr id="6" name="S06-dot158"/>
          <p:cNvSpPr/>
          <p:nvPr/>
        </p:nvSpPr>
        <p:spPr>
          <a:xfrm>
            <a:off x="1691640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59"/>
          <p:cNvSpPr/>
          <p:nvPr/>
        </p:nvSpPr>
        <p:spPr>
          <a:xfrm>
            <a:off x="2148840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60"/>
          <p:cNvSpPr/>
          <p:nvPr/>
        </p:nvSpPr>
        <p:spPr>
          <a:xfrm>
            <a:off x="2606040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61"/>
          <p:cNvSpPr/>
          <p:nvPr/>
        </p:nvSpPr>
        <p:spPr>
          <a:xfrm>
            <a:off x="169164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62"/>
          <p:cNvSpPr/>
          <p:nvPr/>
        </p:nvSpPr>
        <p:spPr>
          <a:xfrm>
            <a:off x="214884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63"/>
          <p:cNvSpPr/>
          <p:nvPr/>
        </p:nvSpPr>
        <p:spPr>
          <a:xfrm>
            <a:off x="260604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64"/>
          <p:cNvSpPr/>
          <p:nvPr/>
        </p:nvSpPr>
        <p:spPr>
          <a:xfrm>
            <a:off x="169164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65"/>
          <p:cNvSpPr/>
          <p:nvPr/>
        </p:nvSpPr>
        <p:spPr>
          <a:xfrm>
            <a:off x="214884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66"/>
          <p:cNvSpPr/>
          <p:nvPr/>
        </p:nvSpPr>
        <p:spPr>
          <a:xfrm>
            <a:off x="260604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67"/>
          <p:cNvSpPr/>
          <p:nvPr/>
        </p:nvSpPr>
        <p:spPr>
          <a:xfrm>
            <a:off x="1691640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68"/>
          <p:cNvSpPr/>
          <p:nvPr/>
        </p:nvSpPr>
        <p:spPr>
          <a:xfrm>
            <a:off x="2148840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69"/>
          <p:cNvSpPr/>
          <p:nvPr/>
        </p:nvSpPr>
        <p:spPr>
          <a:xfrm>
            <a:off x="2606040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70"/>
          <p:cNvSpPr/>
          <p:nvPr/>
        </p:nvSpPr>
        <p:spPr>
          <a:xfrm>
            <a:off x="1632204" y="22111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171"/>
          <p:cNvSpPr/>
          <p:nvPr/>
        </p:nvSpPr>
        <p:spPr>
          <a:xfrm>
            <a:off x="1632204" y="26683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172"/>
          <p:cNvSpPr/>
          <p:nvPr/>
        </p:nvSpPr>
        <p:spPr>
          <a:xfrm>
            <a:off x="1632204" y="31255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group173"/>
          <p:cNvSpPr/>
          <p:nvPr/>
        </p:nvSpPr>
        <p:spPr>
          <a:xfrm>
            <a:off x="1632204" y="35827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6-figure174" descr="주황 점 3개씩 4묶음, 12개"/>
          <p:cNvSpPr/>
          <p:nvPr/>
        </p:nvSpPr>
        <p:spPr>
          <a:xfrm>
            <a:off x="1604772" y="2174621"/>
            <a:ext cx="1371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6-label175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2600" dirty="0"/>
          </a:p>
        </p:txBody>
      </p:sp>
      <p:sp>
        <p:nvSpPr>
          <p:cNvPr id="24" name="S06-dot176"/>
          <p:cNvSpPr/>
          <p:nvPr/>
        </p:nvSpPr>
        <p:spPr>
          <a:xfrm>
            <a:off x="5495544" y="22614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77"/>
          <p:cNvSpPr/>
          <p:nvPr/>
        </p:nvSpPr>
        <p:spPr>
          <a:xfrm>
            <a:off x="5952744" y="22614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178"/>
          <p:cNvSpPr/>
          <p:nvPr/>
        </p:nvSpPr>
        <p:spPr>
          <a:xfrm>
            <a:off x="6409944" y="22614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79"/>
          <p:cNvSpPr/>
          <p:nvPr/>
        </p:nvSpPr>
        <p:spPr>
          <a:xfrm>
            <a:off x="5495544" y="27186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80"/>
          <p:cNvSpPr/>
          <p:nvPr/>
        </p:nvSpPr>
        <p:spPr>
          <a:xfrm>
            <a:off x="5952744" y="27186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81"/>
          <p:cNvSpPr/>
          <p:nvPr/>
        </p:nvSpPr>
        <p:spPr>
          <a:xfrm>
            <a:off x="6409944" y="27186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82"/>
          <p:cNvSpPr/>
          <p:nvPr/>
        </p:nvSpPr>
        <p:spPr>
          <a:xfrm>
            <a:off x="5495544" y="31758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83"/>
          <p:cNvSpPr/>
          <p:nvPr/>
        </p:nvSpPr>
        <p:spPr>
          <a:xfrm>
            <a:off x="5952744" y="31758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84"/>
          <p:cNvSpPr/>
          <p:nvPr/>
        </p:nvSpPr>
        <p:spPr>
          <a:xfrm>
            <a:off x="6409944" y="31758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85"/>
          <p:cNvSpPr/>
          <p:nvPr/>
        </p:nvSpPr>
        <p:spPr>
          <a:xfrm>
            <a:off x="5495544" y="36330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86"/>
          <p:cNvSpPr/>
          <p:nvPr/>
        </p:nvSpPr>
        <p:spPr>
          <a:xfrm>
            <a:off x="5952744" y="36330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87"/>
          <p:cNvSpPr/>
          <p:nvPr/>
        </p:nvSpPr>
        <p:spPr>
          <a:xfrm>
            <a:off x="6409944" y="36330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group188"/>
          <p:cNvSpPr/>
          <p:nvPr/>
        </p:nvSpPr>
        <p:spPr>
          <a:xfrm>
            <a:off x="5436108" y="22111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189"/>
          <p:cNvSpPr/>
          <p:nvPr/>
        </p:nvSpPr>
        <p:spPr>
          <a:xfrm>
            <a:off x="5436108" y="26683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group190"/>
          <p:cNvSpPr/>
          <p:nvPr/>
        </p:nvSpPr>
        <p:spPr>
          <a:xfrm>
            <a:off x="5436108" y="31255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group191"/>
          <p:cNvSpPr/>
          <p:nvPr/>
        </p:nvSpPr>
        <p:spPr>
          <a:xfrm>
            <a:off x="5436108" y="35827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6-figure192" descr="파란 점 3개씩 4묶음, 12개"/>
          <p:cNvSpPr/>
          <p:nvPr/>
        </p:nvSpPr>
        <p:spPr>
          <a:xfrm>
            <a:off x="5408676" y="2174621"/>
            <a:ext cx="1371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6-label193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2600" dirty="0"/>
          </a:p>
        </p:txBody>
      </p:sp>
      <p:sp>
        <p:nvSpPr>
          <p:cNvPr id="42" name="S06-dot194"/>
          <p:cNvSpPr/>
          <p:nvPr/>
        </p:nvSpPr>
        <p:spPr>
          <a:xfrm>
            <a:off x="86136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195"/>
          <p:cNvSpPr/>
          <p:nvPr/>
        </p:nvSpPr>
        <p:spPr>
          <a:xfrm>
            <a:off x="90708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196"/>
          <p:cNvSpPr/>
          <p:nvPr/>
        </p:nvSpPr>
        <p:spPr>
          <a:xfrm>
            <a:off x="95280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197"/>
          <p:cNvSpPr/>
          <p:nvPr/>
        </p:nvSpPr>
        <p:spPr>
          <a:xfrm>
            <a:off x="99852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198"/>
          <p:cNvSpPr/>
          <p:nvPr/>
        </p:nvSpPr>
        <p:spPr>
          <a:xfrm>
            <a:off x="104424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199"/>
          <p:cNvSpPr/>
          <p:nvPr/>
        </p:nvSpPr>
        <p:spPr>
          <a:xfrm>
            <a:off x="108996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200"/>
          <p:cNvSpPr/>
          <p:nvPr/>
        </p:nvSpPr>
        <p:spPr>
          <a:xfrm>
            <a:off x="86136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201"/>
          <p:cNvSpPr/>
          <p:nvPr/>
        </p:nvSpPr>
        <p:spPr>
          <a:xfrm>
            <a:off x="90708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202"/>
          <p:cNvSpPr/>
          <p:nvPr/>
        </p:nvSpPr>
        <p:spPr>
          <a:xfrm>
            <a:off x="95280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203"/>
          <p:cNvSpPr/>
          <p:nvPr/>
        </p:nvSpPr>
        <p:spPr>
          <a:xfrm>
            <a:off x="99852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204"/>
          <p:cNvSpPr/>
          <p:nvPr/>
        </p:nvSpPr>
        <p:spPr>
          <a:xfrm>
            <a:off x="104424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205"/>
          <p:cNvSpPr/>
          <p:nvPr/>
        </p:nvSpPr>
        <p:spPr>
          <a:xfrm>
            <a:off x="108996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206"/>
          <p:cNvSpPr/>
          <p:nvPr/>
        </p:nvSpPr>
        <p:spPr>
          <a:xfrm>
            <a:off x="86136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207"/>
          <p:cNvSpPr/>
          <p:nvPr/>
        </p:nvSpPr>
        <p:spPr>
          <a:xfrm>
            <a:off x="90708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208"/>
          <p:cNvSpPr/>
          <p:nvPr/>
        </p:nvSpPr>
        <p:spPr>
          <a:xfrm>
            <a:off x="95280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dot209"/>
          <p:cNvSpPr/>
          <p:nvPr/>
        </p:nvSpPr>
        <p:spPr>
          <a:xfrm>
            <a:off x="99852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210"/>
          <p:cNvSpPr/>
          <p:nvPr/>
        </p:nvSpPr>
        <p:spPr>
          <a:xfrm>
            <a:off x="104424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211"/>
          <p:cNvSpPr/>
          <p:nvPr/>
        </p:nvSpPr>
        <p:spPr>
          <a:xfrm>
            <a:off x="108996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212"/>
          <p:cNvSpPr/>
          <p:nvPr/>
        </p:nvSpPr>
        <p:spPr>
          <a:xfrm>
            <a:off x="86136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213"/>
          <p:cNvSpPr/>
          <p:nvPr/>
        </p:nvSpPr>
        <p:spPr>
          <a:xfrm>
            <a:off x="90708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214"/>
          <p:cNvSpPr/>
          <p:nvPr/>
        </p:nvSpPr>
        <p:spPr>
          <a:xfrm>
            <a:off x="95280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215"/>
          <p:cNvSpPr/>
          <p:nvPr/>
        </p:nvSpPr>
        <p:spPr>
          <a:xfrm>
            <a:off x="99852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dot216"/>
          <p:cNvSpPr/>
          <p:nvPr/>
        </p:nvSpPr>
        <p:spPr>
          <a:xfrm>
            <a:off x="104424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6-dot217"/>
          <p:cNvSpPr/>
          <p:nvPr/>
        </p:nvSpPr>
        <p:spPr>
          <a:xfrm>
            <a:off x="108996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6-group218"/>
          <p:cNvSpPr/>
          <p:nvPr/>
        </p:nvSpPr>
        <p:spPr>
          <a:xfrm>
            <a:off x="8554212" y="22111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7" name="S06-group219"/>
          <p:cNvSpPr/>
          <p:nvPr/>
        </p:nvSpPr>
        <p:spPr>
          <a:xfrm>
            <a:off x="8554212" y="26683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8" name="S06-group220"/>
          <p:cNvSpPr/>
          <p:nvPr/>
        </p:nvSpPr>
        <p:spPr>
          <a:xfrm>
            <a:off x="8554212" y="31255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9" name="S06-group221"/>
          <p:cNvSpPr/>
          <p:nvPr/>
        </p:nvSpPr>
        <p:spPr>
          <a:xfrm>
            <a:off x="8554212" y="35827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0" name="S06-figure222" descr="점 6개씩 4묶음, 24개"/>
          <p:cNvSpPr/>
          <p:nvPr/>
        </p:nvSpPr>
        <p:spPr>
          <a:xfrm>
            <a:off x="8526780" y="2174621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06-label223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6씩 뛰어 세요</a:t>
            </a:r>
            <a:endParaRPr lang="ko-KR" sz="4400" dirty="0"/>
          </a:p>
        </p:txBody>
      </p:sp>
      <p:sp>
        <p:nvSpPr>
          <p:cNvPr id="3" name="S07-text2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5는 0에서 6씩 5번 뛰어요.</a:t>
            </a:r>
            <a:endParaRPr lang="ko-KR" sz="3200" dirty="0"/>
          </a:p>
        </p:txBody>
      </p:sp>
      <p:sp>
        <p:nvSpPr>
          <p:cNvPr id="4" name="S07-card22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2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 = 30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24보다 6 커요.</a:t>
            </a:r>
            <a:endParaRPr lang="ko-KR" sz="3200" dirty="0"/>
          </a:p>
        </p:txBody>
      </p:sp>
      <p:sp>
        <p:nvSpPr>
          <p:cNvPr id="6" name="S07-line22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2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2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30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31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1" name="S07-line232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33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3" name="S07-line234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35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15" name="S07-line23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37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7" name="S07-line238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39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9" name="S07-line240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41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600" dirty="0"/>
          </a:p>
        </p:txBody>
      </p:sp>
      <p:sp>
        <p:nvSpPr>
          <p:cNvPr id="21" name="S07-line242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43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600" dirty="0"/>
          </a:p>
        </p:txBody>
      </p:sp>
      <p:sp>
        <p:nvSpPr>
          <p:cNvPr id="23" name="S07-line244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45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600" dirty="0"/>
          </a:p>
        </p:txBody>
      </p:sp>
      <p:sp>
        <p:nvSpPr>
          <p:cNvPr id="25" name="S07-line246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47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2600" dirty="0"/>
          </a:p>
        </p:txBody>
      </p:sp>
      <p:sp>
        <p:nvSpPr>
          <p:cNvPr id="27" name="S07-mark248"/>
          <p:cNvSpPr/>
          <p:nvPr/>
        </p:nvSpPr>
        <p:spPr>
          <a:xfrm>
            <a:off x="657352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49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50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51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52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53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54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55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56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57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58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59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60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line261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262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263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43" name="S07-figure264" descr="0부터 54까지 6씩 눈금이 있는 수직선에서 0부터 6씩 5번 뛰어 30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6단을 완성해요</a:t>
            </a:r>
            <a:endParaRPr lang="ko-KR" sz="4400" dirty="0"/>
          </a:p>
        </p:txBody>
      </p:sp>
      <p:sp>
        <p:nvSpPr>
          <p:cNvPr id="3" name="S08-text2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3단의 곱을 보고 6단을 채워요.</a:t>
            </a:r>
            <a:endParaRPr lang="ko-KR" sz="3200" dirty="0"/>
          </a:p>
        </p:txBody>
      </p:sp>
      <p:sp>
        <p:nvSpPr>
          <p:cNvPr id="4" name="S08-card2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3단의 곱을 두 번 더하면 6단의 곱이에요.</a:t>
            </a:r>
            <a:endParaRPr lang="ko-KR" sz="3200" dirty="0"/>
          </a:p>
        </p:txBody>
      </p:sp>
      <p:graphicFrame>
        <p:nvGraphicFramePr>
          <p:cNvPr id="9" name="S08-table2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7368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구해요</a:t>
            </a:r>
            <a:endParaRPr lang="ko-KR" sz="4400" dirty="0"/>
          </a:p>
        </p:txBody>
      </p:sp>
      <p:sp>
        <p:nvSpPr>
          <p:cNvPr id="3" name="S09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바퀴, ④는 다리 수를 구해요.</a:t>
            </a:r>
            <a:endParaRPr lang="ko-KR" sz="3200" dirty="0"/>
          </a:p>
        </p:txBody>
      </p:sp>
      <p:sp>
        <p:nvSpPr>
          <p:cNvPr id="4" name="S09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묶음인지 먼저 말해요.</a:t>
            </a:r>
            <a:endParaRPr lang="ko-KR" sz="3200" dirty="0"/>
          </a:p>
        </p:txBody>
      </p:sp>
      <p:sp>
        <p:nvSpPr>
          <p:cNvPr id="6" name="S09-chip27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27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세발자전거 5대</a:t>
            </a:r>
            <a:endParaRPr lang="ko-KR" sz="3200" dirty="0"/>
          </a:p>
        </p:txBody>
      </p:sp>
      <p:sp>
        <p:nvSpPr>
          <p:cNvPr id="8" name="S09-chip27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27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8 = □</a:t>
            </a:r>
            <a:endParaRPr lang="ko-KR" sz="3600" dirty="0"/>
          </a:p>
        </p:txBody>
      </p:sp>
      <p:sp>
        <p:nvSpPr>
          <p:cNvPr id="10" name="S09-chip27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27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6 = □</a:t>
            </a:r>
            <a:endParaRPr lang="ko-KR" sz="3600" dirty="0"/>
          </a:p>
        </p:txBody>
      </p:sp>
      <p:sp>
        <p:nvSpPr>
          <p:cNvPr id="12" name="S09-chip27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ext27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곤충 4마리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12를 보고 6 × 4를 구했어요.</a:t>
            </a:r>
            <a:endParaRPr lang="ko-KR" sz="3200" dirty="0"/>
          </a:p>
        </p:txBody>
      </p:sp>
      <p:sp>
        <p:nvSpPr>
          <p:cNvPr id="5" name="S10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2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15</a:t>
            </a:r>
            <a:endParaRPr lang="ko-KR" sz="2600" dirty="0"/>
          </a:p>
        </p:txBody>
      </p:sp>
      <p:sp>
        <p:nvSpPr>
          <p:cNvPr id="8" name="S10-text28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“6은 3보다 3 크니까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+ 3 = 15예요.”</a:t>
            </a:r>
            <a:endParaRPr lang="ko-KR" sz="3200" dirty="0"/>
          </a:p>
        </p:txBody>
      </p:sp>
      <p:sp>
        <p:nvSpPr>
          <p:cNvPr id="9" name="S10-chip28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24</a:t>
            </a:r>
            <a:endParaRPr lang="ko-KR" sz="2600" dirty="0"/>
          </a:p>
        </p:txBody>
      </p:sp>
      <p:sp>
        <p:nvSpPr>
          <p:cNvPr id="10" name="S10-dot287"/>
          <p:cNvSpPr/>
          <p:nvPr/>
        </p:nvSpPr>
        <p:spPr>
          <a:xfrm>
            <a:off x="7924982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288"/>
          <p:cNvSpPr/>
          <p:nvPr/>
        </p:nvSpPr>
        <p:spPr>
          <a:xfrm>
            <a:off x="8292901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289"/>
          <p:cNvSpPr/>
          <p:nvPr/>
        </p:nvSpPr>
        <p:spPr>
          <a:xfrm>
            <a:off x="8660820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290"/>
          <p:cNvSpPr/>
          <p:nvPr/>
        </p:nvSpPr>
        <p:spPr>
          <a:xfrm>
            <a:off x="9028739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291"/>
          <p:cNvSpPr/>
          <p:nvPr/>
        </p:nvSpPr>
        <p:spPr>
          <a:xfrm>
            <a:off x="9396658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292"/>
          <p:cNvSpPr/>
          <p:nvPr/>
        </p:nvSpPr>
        <p:spPr>
          <a:xfrm>
            <a:off x="9764577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293"/>
          <p:cNvSpPr/>
          <p:nvPr/>
        </p:nvSpPr>
        <p:spPr>
          <a:xfrm>
            <a:off x="7924982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294"/>
          <p:cNvSpPr/>
          <p:nvPr/>
        </p:nvSpPr>
        <p:spPr>
          <a:xfrm>
            <a:off x="8292901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295"/>
          <p:cNvSpPr/>
          <p:nvPr/>
        </p:nvSpPr>
        <p:spPr>
          <a:xfrm>
            <a:off x="8660820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296"/>
          <p:cNvSpPr/>
          <p:nvPr/>
        </p:nvSpPr>
        <p:spPr>
          <a:xfrm>
            <a:off x="9028739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297"/>
          <p:cNvSpPr/>
          <p:nvPr/>
        </p:nvSpPr>
        <p:spPr>
          <a:xfrm>
            <a:off x="9396658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298"/>
          <p:cNvSpPr/>
          <p:nvPr/>
        </p:nvSpPr>
        <p:spPr>
          <a:xfrm>
            <a:off x="9764577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299"/>
          <p:cNvSpPr/>
          <p:nvPr/>
        </p:nvSpPr>
        <p:spPr>
          <a:xfrm>
            <a:off x="7924982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300"/>
          <p:cNvSpPr/>
          <p:nvPr/>
        </p:nvSpPr>
        <p:spPr>
          <a:xfrm>
            <a:off x="8292901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301"/>
          <p:cNvSpPr/>
          <p:nvPr/>
        </p:nvSpPr>
        <p:spPr>
          <a:xfrm>
            <a:off x="8660820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dot302"/>
          <p:cNvSpPr/>
          <p:nvPr/>
        </p:nvSpPr>
        <p:spPr>
          <a:xfrm>
            <a:off x="9028739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0-dot303"/>
          <p:cNvSpPr/>
          <p:nvPr/>
        </p:nvSpPr>
        <p:spPr>
          <a:xfrm>
            <a:off x="9396658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0-dot304"/>
          <p:cNvSpPr/>
          <p:nvPr/>
        </p:nvSpPr>
        <p:spPr>
          <a:xfrm>
            <a:off x="9764577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0-dot305"/>
          <p:cNvSpPr/>
          <p:nvPr/>
        </p:nvSpPr>
        <p:spPr>
          <a:xfrm>
            <a:off x="7924982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0-dot306"/>
          <p:cNvSpPr/>
          <p:nvPr/>
        </p:nvSpPr>
        <p:spPr>
          <a:xfrm>
            <a:off x="8292901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0-dot307"/>
          <p:cNvSpPr/>
          <p:nvPr/>
        </p:nvSpPr>
        <p:spPr>
          <a:xfrm>
            <a:off x="8660820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0-dot308"/>
          <p:cNvSpPr/>
          <p:nvPr/>
        </p:nvSpPr>
        <p:spPr>
          <a:xfrm>
            <a:off x="9028739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0-dot309"/>
          <p:cNvSpPr/>
          <p:nvPr/>
        </p:nvSpPr>
        <p:spPr>
          <a:xfrm>
            <a:off x="9396658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0-dot310"/>
          <p:cNvSpPr/>
          <p:nvPr/>
        </p:nvSpPr>
        <p:spPr>
          <a:xfrm>
            <a:off x="9764577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0-group311"/>
          <p:cNvSpPr/>
          <p:nvPr/>
        </p:nvSpPr>
        <p:spPr>
          <a:xfrm>
            <a:off x="7882509" y="3191256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10-group312"/>
          <p:cNvSpPr/>
          <p:nvPr/>
        </p:nvSpPr>
        <p:spPr>
          <a:xfrm>
            <a:off x="7882509" y="3559175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10-group313"/>
          <p:cNvSpPr/>
          <p:nvPr/>
        </p:nvSpPr>
        <p:spPr>
          <a:xfrm>
            <a:off x="7882509" y="3927094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10-group314"/>
          <p:cNvSpPr/>
          <p:nvPr/>
        </p:nvSpPr>
        <p:spPr>
          <a:xfrm>
            <a:off x="7882509" y="4295013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10-figure315" descr="점 6개씩 4묶음, 24개"/>
          <p:cNvSpPr/>
          <p:nvPr/>
        </p:nvSpPr>
        <p:spPr>
          <a:xfrm>
            <a:off x="7855077" y="3154680"/>
            <a:ext cx="2207514" cy="14716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10-text316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“3씩 4묶음이 두 개: 12 + 12”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3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1-chip31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31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9 = □</a:t>
            </a:r>
            <a:endParaRPr lang="ko-KR" sz="3600" dirty="0"/>
          </a:p>
        </p:txBody>
      </p:sp>
      <p:sp>
        <p:nvSpPr>
          <p:cNvPr id="6" name="S11-chip32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32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□</a:t>
            </a:r>
            <a:endParaRPr lang="ko-KR" sz="3600" dirty="0"/>
          </a:p>
        </p:txBody>
      </p:sp>
      <p:sp>
        <p:nvSpPr>
          <p:cNvPr id="8" name="S11-chip32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32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18, 6 × 6은?</a:t>
            </a:r>
            <a:endParaRPr lang="ko-KR" sz="3200" dirty="0"/>
          </a:p>
        </p:txBody>
      </p:sp>
      <p:sp>
        <p:nvSpPr>
          <p:cNvPr id="10" name="S11-chip32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32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6개씩 7줄은?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3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두 색 바둑돌로 묶음을 다시 놓아 보게 하세요.</a:t>
            </a:r>
            <a:endParaRPr lang="ko-KR" sz="3200" dirty="0"/>
          </a:p>
        </p:txBody>
      </p:sp>
      <p:sp>
        <p:nvSpPr>
          <p:cNvPr id="5" name="S12-chip32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329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27  ② 48</a:t>
            </a:r>
            <a:endParaRPr lang="ko-KR" sz="3200" dirty="0"/>
          </a:p>
        </p:txBody>
      </p:sp>
      <p:sp>
        <p:nvSpPr>
          <p:cNvPr id="7" name="S12-text330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9, 6 × 8</a:t>
            </a:r>
            <a:endParaRPr lang="ko-KR" sz="2600" dirty="0"/>
          </a:p>
        </p:txBody>
      </p:sp>
      <p:sp>
        <p:nvSpPr>
          <p:cNvPr id="8" name="S12-text331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36</a:t>
            </a:r>
            <a:endParaRPr lang="ko-KR" sz="3200" dirty="0"/>
          </a:p>
        </p:txBody>
      </p:sp>
      <p:sp>
        <p:nvSpPr>
          <p:cNvPr id="9" name="S12-text332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+ 18</a:t>
            </a:r>
            <a:endParaRPr lang="ko-KR" sz="2600" dirty="0"/>
          </a:p>
        </p:txBody>
      </p:sp>
      <p:sp>
        <p:nvSpPr>
          <p:cNvPr id="10" name="S12-text333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6 × 7 = 42</a:t>
            </a:r>
            <a:endParaRPr lang="ko-KR" sz="3200" dirty="0"/>
          </a:p>
        </p:txBody>
      </p:sp>
      <p:sp>
        <p:nvSpPr>
          <p:cNvPr id="11" name="S12-text334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42개</a:t>
            </a:r>
            <a:endParaRPr lang="ko-KR" sz="2600" dirty="0"/>
          </a:p>
        </p:txBody>
      </p:sp>
      <p:sp>
        <p:nvSpPr>
          <p:cNvPr id="12" name="S12-chip33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33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21</a:t>
            </a:r>
            <a:endParaRPr lang="ko-KR" sz="3200" dirty="0"/>
          </a:p>
        </p:txBody>
      </p:sp>
      <p:sp>
        <p:nvSpPr>
          <p:cNvPr id="14" name="S12-text33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18에 3만 더함</a:t>
            </a:r>
            <a:endParaRPr lang="ko-KR" sz="2600" dirty="0"/>
          </a:p>
        </p:txBody>
      </p:sp>
      <p:sp>
        <p:nvSpPr>
          <p:cNvPr id="15" name="S12-text33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</a:t>
            </a:r>
            <a:endParaRPr lang="ko-KR" sz="3200" dirty="0"/>
          </a:p>
        </p:txBody>
      </p:sp>
      <p:sp>
        <p:nvSpPr>
          <p:cNvPr id="16" name="S12-text33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8을 더함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방법은?</a:t>
            </a:r>
            <a:endParaRPr lang="ko-KR" sz="4400" dirty="0"/>
          </a:p>
        </p:txBody>
      </p:sp>
      <p:sp>
        <p:nvSpPr>
          <p:cNvPr id="3" name="S13-text3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15예요. 6 × 5를 구하는 식은?</a:t>
            </a:r>
            <a:endParaRPr lang="ko-KR" sz="3200" dirty="0"/>
          </a:p>
        </p:txBody>
      </p:sp>
      <p:sp>
        <p:nvSpPr>
          <p:cNvPr id="4" name="S13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식인지 말해 보세요.</a:t>
            </a:r>
            <a:endParaRPr lang="ko-KR" sz="3200" dirty="0"/>
          </a:p>
        </p:txBody>
      </p:sp>
      <p:sp>
        <p:nvSpPr>
          <p:cNvPr id="6" name="S13-chip34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4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4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+ 3</a:t>
            </a:r>
            <a:endParaRPr lang="ko-KR" sz="3200" dirty="0"/>
          </a:p>
        </p:txBody>
      </p:sp>
      <p:sp>
        <p:nvSpPr>
          <p:cNvPr id="9" name="S13-chip34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4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4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+ 15</a:t>
            </a:r>
            <a:endParaRPr lang="ko-KR" sz="3200" dirty="0"/>
          </a:p>
        </p:txBody>
      </p:sp>
      <p:sp>
        <p:nvSpPr>
          <p:cNvPr id="12" name="S13-chip34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5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5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5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5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6단의 곱은 3단 곱의 2배예요.</a:t>
            </a:r>
            <a:endParaRPr lang="ko-KR" sz="3200" dirty="0"/>
          </a:p>
        </p:txBody>
      </p:sp>
      <p:sp>
        <p:nvSpPr>
          <p:cNvPr id="5" name="S14-chip35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3단 곱을 두 번 더하기</a:t>
            </a:r>
            <a:endParaRPr lang="ko-KR" sz="2600" dirty="0"/>
          </a:p>
        </p:txBody>
      </p:sp>
      <p:sp>
        <p:nvSpPr>
          <p:cNvPr id="6" name="S14-chip35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3단 곱에 3만 더하기</a:t>
            </a:r>
            <a:endParaRPr lang="ko-KR" sz="2600" dirty="0"/>
          </a:p>
        </p:txBody>
      </p:sp>
      <p:sp>
        <p:nvSpPr>
          <p:cNvPr id="7" name="S14-text35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5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 × 7 = □</a:t>
            </a:r>
            <a:endParaRPr lang="ko-KR" sz="3000" dirty="0"/>
          </a:p>
        </p:txBody>
      </p:sp>
      <p:sp>
        <p:nvSpPr>
          <p:cNvPr id="9" name="S14-eqtext35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× 9 = □</a:t>
            </a:r>
            <a:endParaRPr lang="ko-KR" sz="3000" dirty="0"/>
          </a:p>
        </p:txBody>
      </p:sp>
      <p:sp>
        <p:nvSpPr>
          <p:cNvPr id="10" name="S14-eqtext35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 × 4 = □</a:t>
            </a:r>
            <a:endParaRPr lang="ko-KR" sz="3000" dirty="0"/>
          </a:p>
        </p:txBody>
      </p:sp>
      <p:sp>
        <p:nvSpPr>
          <p:cNvPr id="11" name="S14-text36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4단과 8단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뛰어 세기</a:t>
            </a:r>
            <a:endParaRPr lang="ko-KR" sz="4400" dirty="0"/>
          </a:p>
        </p:txBody>
      </p:sp>
      <p:sp>
        <p:nvSpPr>
          <p:cNvPr id="3" name="S15-text3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6번 뛰어 세어요.</a:t>
            </a:r>
            <a:endParaRPr lang="ko-KR" sz="3200" dirty="0"/>
          </a:p>
        </p:txBody>
      </p:sp>
      <p:sp>
        <p:nvSpPr>
          <p:cNvPr id="4" name="S15-card362"/>
          <p:cNvSpPr/>
          <p:nvPr/>
        </p:nvSpPr>
        <p:spPr>
          <a:xfrm>
            <a:off x="548640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63"/>
          <p:cNvSpPr txBox="1"/>
          <p:nvPr/>
        </p:nvSpPr>
        <p:spPr>
          <a:xfrm>
            <a:off x="822960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6번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2, 4, 6, 8, 10, 12</a:t>
            </a:r>
            <a:endParaRPr lang="ko-KR" sz="3200" dirty="0"/>
          </a:p>
        </p:txBody>
      </p:sp>
      <p:sp>
        <p:nvSpPr>
          <p:cNvPr id="6" name="S15-card364"/>
          <p:cNvSpPr/>
          <p:nvPr/>
        </p:nvSpPr>
        <p:spPr>
          <a:xfrm>
            <a:off x="6208776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65"/>
          <p:cNvSpPr txBox="1"/>
          <p:nvPr/>
        </p:nvSpPr>
        <p:spPr>
          <a:xfrm>
            <a:off x="6483096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6묶음과 같아요.</a:t>
            </a:r>
            <a:endParaRPr lang="ko-KR" sz="3200" dirty="0"/>
          </a:p>
        </p:txBody>
      </p:sp>
      <p:sp>
        <p:nvSpPr>
          <p:cNvPr id="8" name="S15-line366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5-line367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368"/>
          <p:cNvSpPr txBox="1"/>
          <p:nvPr/>
        </p:nvSpPr>
        <p:spPr>
          <a:xfrm>
            <a:off x="50292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5-line369"/>
          <p:cNvSpPr/>
          <p:nvPr/>
        </p:nvSpPr>
        <p:spPr>
          <a:xfrm>
            <a:off x="14735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370"/>
          <p:cNvSpPr txBox="1"/>
          <p:nvPr/>
        </p:nvSpPr>
        <p:spPr>
          <a:xfrm>
            <a:off x="101635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15-line371"/>
          <p:cNvSpPr/>
          <p:nvPr/>
        </p:nvSpPr>
        <p:spPr>
          <a:xfrm>
            <a:off x="198699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372"/>
          <p:cNvSpPr txBox="1"/>
          <p:nvPr/>
        </p:nvSpPr>
        <p:spPr>
          <a:xfrm>
            <a:off x="1529791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15-line373"/>
          <p:cNvSpPr/>
          <p:nvPr/>
        </p:nvSpPr>
        <p:spPr>
          <a:xfrm>
            <a:off x="250042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374"/>
          <p:cNvSpPr txBox="1"/>
          <p:nvPr/>
        </p:nvSpPr>
        <p:spPr>
          <a:xfrm>
            <a:off x="2043227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15-line375"/>
          <p:cNvSpPr/>
          <p:nvPr/>
        </p:nvSpPr>
        <p:spPr>
          <a:xfrm>
            <a:off x="301386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376"/>
          <p:cNvSpPr txBox="1"/>
          <p:nvPr/>
        </p:nvSpPr>
        <p:spPr>
          <a:xfrm>
            <a:off x="255666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15-line377"/>
          <p:cNvSpPr/>
          <p:nvPr/>
        </p:nvSpPr>
        <p:spPr>
          <a:xfrm>
            <a:off x="352729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78"/>
          <p:cNvSpPr txBox="1"/>
          <p:nvPr/>
        </p:nvSpPr>
        <p:spPr>
          <a:xfrm>
            <a:off x="3070098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1" name="S15-line379"/>
          <p:cNvSpPr/>
          <p:nvPr/>
        </p:nvSpPr>
        <p:spPr>
          <a:xfrm>
            <a:off x="404073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380"/>
          <p:cNvSpPr txBox="1"/>
          <p:nvPr/>
        </p:nvSpPr>
        <p:spPr>
          <a:xfrm>
            <a:off x="3583534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3" name="S15-line381"/>
          <p:cNvSpPr/>
          <p:nvPr/>
        </p:nvSpPr>
        <p:spPr>
          <a:xfrm>
            <a:off x="4554169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382"/>
          <p:cNvSpPr txBox="1"/>
          <p:nvPr/>
        </p:nvSpPr>
        <p:spPr>
          <a:xfrm>
            <a:off x="4096969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5" name="S15-line383"/>
          <p:cNvSpPr/>
          <p:nvPr/>
        </p:nvSpPr>
        <p:spPr>
          <a:xfrm>
            <a:off x="506760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384"/>
          <p:cNvSpPr txBox="1"/>
          <p:nvPr/>
        </p:nvSpPr>
        <p:spPr>
          <a:xfrm>
            <a:off x="4610405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7" name="S15-line385"/>
          <p:cNvSpPr/>
          <p:nvPr/>
        </p:nvSpPr>
        <p:spPr>
          <a:xfrm>
            <a:off x="558104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386"/>
          <p:cNvSpPr txBox="1"/>
          <p:nvPr/>
        </p:nvSpPr>
        <p:spPr>
          <a:xfrm>
            <a:off x="512384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29" name="S15-line387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5-label388"/>
          <p:cNvSpPr txBox="1"/>
          <p:nvPr/>
        </p:nvSpPr>
        <p:spPr>
          <a:xfrm>
            <a:off x="563727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15-line389"/>
          <p:cNvSpPr/>
          <p:nvPr/>
        </p:nvSpPr>
        <p:spPr>
          <a:xfrm>
            <a:off x="660791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5-label390"/>
          <p:cNvSpPr txBox="1"/>
          <p:nvPr/>
        </p:nvSpPr>
        <p:spPr>
          <a:xfrm>
            <a:off x="615071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33" name="S15-line391"/>
          <p:cNvSpPr/>
          <p:nvPr/>
        </p:nvSpPr>
        <p:spPr>
          <a:xfrm>
            <a:off x="712134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5-label392"/>
          <p:cNvSpPr txBox="1"/>
          <p:nvPr/>
        </p:nvSpPr>
        <p:spPr>
          <a:xfrm>
            <a:off x="6664147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5" name="S15-line393"/>
          <p:cNvSpPr/>
          <p:nvPr/>
        </p:nvSpPr>
        <p:spPr>
          <a:xfrm>
            <a:off x="7634783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5-label394"/>
          <p:cNvSpPr txBox="1"/>
          <p:nvPr/>
        </p:nvSpPr>
        <p:spPr>
          <a:xfrm>
            <a:off x="7177583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400" dirty="0"/>
          </a:p>
        </p:txBody>
      </p:sp>
      <p:sp>
        <p:nvSpPr>
          <p:cNvPr id="37" name="S15-line395"/>
          <p:cNvSpPr/>
          <p:nvPr/>
        </p:nvSpPr>
        <p:spPr>
          <a:xfrm>
            <a:off x="814821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5-label396"/>
          <p:cNvSpPr txBox="1"/>
          <p:nvPr/>
        </p:nvSpPr>
        <p:spPr>
          <a:xfrm>
            <a:off x="7691018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400" dirty="0"/>
          </a:p>
        </p:txBody>
      </p:sp>
      <p:sp>
        <p:nvSpPr>
          <p:cNvPr id="39" name="S15-line397"/>
          <p:cNvSpPr/>
          <p:nvPr/>
        </p:nvSpPr>
        <p:spPr>
          <a:xfrm>
            <a:off x="866165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5-label398"/>
          <p:cNvSpPr txBox="1"/>
          <p:nvPr/>
        </p:nvSpPr>
        <p:spPr>
          <a:xfrm>
            <a:off x="8204454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41" name="S15-line399"/>
          <p:cNvSpPr/>
          <p:nvPr/>
        </p:nvSpPr>
        <p:spPr>
          <a:xfrm>
            <a:off x="917509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5-label400"/>
          <p:cNvSpPr txBox="1"/>
          <p:nvPr/>
        </p:nvSpPr>
        <p:spPr>
          <a:xfrm>
            <a:off x="871789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43" name="S15-line401"/>
          <p:cNvSpPr/>
          <p:nvPr/>
        </p:nvSpPr>
        <p:spPr>
          <a:xfrm>
            <a:off x="968852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5-label402"/>
          <p:cNvSpPr txBox="1"/>
          <p:nvPr/>
        </p:nvSpPr>
        <p:spPr>
          <a:xfrm>
            <a:off x="9231325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2400" dirty="0"/>
          </a:p>
        </p:txBody>
      </p:sp>
      <p:sp>
        <p:nvSpPr>
          <p:cNvPr id="45" name="S15-line403"/>
          <p:cNvSpPr/>
          <p:nvPr/>
        </p:nvSpPr>
        <p:spPr>
          <a:xfrm>
            <a:off x="1020196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5-label404"/>
          <p:cNvSpPr txBox="1"/>
          <p:nvPr/>
        </p:nvSpPr>
        <p:spPr>
          <a:xfrm>
            <a:off x="9744761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47" name="S15-line405"/>
          <p:cNvSpPr/>
          <p:nvPr/>
        </p:nvSpPr>
        <p:spPr>
          <a:xfrm>
            <a:off x="107153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5-label406"/>
          <p:cNvSpPr txBox="1"/>
          <p:nvPr/>
        </p:nvSpPr>
        <p:spPr>
          <a:xfrm>
            <a:off x="1025819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400" dirty="0"/>
          </a:p>
        </p:txBody>
      </p:sp>
      <p:sp>
        <p:nvSpPr>
          <p:cNvPr id="49" name="S15-line407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5-label408"/>
          <p:cNvSpPr txBox="1"/>
          <p:nvPr/>
        </p:nvSpPr>
        <p:spPr>
          <a:xfrm>
            <a:off x="1077163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51" name="S15-mark409"/>
          <p:cNvSpPr/>
          <p:nvPr/>
        </p:nvSpPr>
        <p:spPr>
          <a:xfrm>
            <a:off x="7029907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2" name="S15-line410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15-line411"/>
          <p:cNvSpPr/>
          <p:nvPr/>
        </p:nvSpPr>
        <p:spPr>
          <a:xfrm>
            <a:off x="960120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15-line412"/>
          <p:cNvSpPr/>
          <p:nvPr/>
        </p:nvSpPr>
        <p:spPr>
          <a:xfrm flipV="1">
            <a:off x="1986991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5" name="S15-line413"/>
          <p:cNvSpPr/>
          <p:nvPr/>
        </p:nvSpPr>
        <p:spPr>
          <a:xfrm>
            <a:off x="1986991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6" name="S15-line414"/>
          <p:cNvSpPr/>
          <p:nvPr/>
        </p:nvSpPr>
        <p:spPr>
          <a:xfrm flipV="1">
            <a:off x="301386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7" name="S15-line415"/>
          <p:cNvSpPr/>
          <p:nvPr/>
        </p:nvSpPr>
        <p:spPr>
          <a:xfrm>
            <a:off x="3013862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8" name="S15-line416"/>
          <p:cNvSpPr/>
          <p:nvPr/>
        </p:nvSpPr>
        <p:spPr>
          <a:xfrm flipV="1">
            <a:off x="404073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15-line417"/>
          <p:cNvSpPr/>
          <p:nvPr/>
        </p:nvSpPr>
        <p:spPr>
          <a:xfrm>
            <a:off x="4040734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15-line418"/>
          <p:cNvSpPr/>
          <p:nvPr/>
        </p:nvSpPr>
        <p:spPr>
          <a:xfrm flipV="1">
            <a:off x="5067605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1" name="S15-line419"/>
          <p:cNvSpPr/>
          <p:nvPr/>
        </p:nvSpPr>
        <p:spPr>
          <a:xfrm>
            <a:off x="5067605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2" name="S15-line420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3" name="S15-line421"/>
          <p:cNvSpPr/>
          <p:nvPr/>
        </p:nvSpPr>
        <p:spPr>
          <a:xfrm>
            <a:off x="6094476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4" name="S15-figure422" descr="0부터 20까지 수직선에서 0부터 2씩 6번 뛰어 1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3단과 6단</dc:title>
  <dc:subject>KR22-G02-MAT-TIMES36-L01</dc:subject>
  <dc:creator>education-ppt</dc:creator>
  <cp:lastModifiedBy>education-ppt</cp:lastModifiedBy>
  <cp:revision>1</cp:revision>
  <dcterms:created xsi:type="dcterms:W3CDTF">2026-10-26T06:48:25Z</dcterms:created>
  <dcterms:modified xsi:type="dcterms:W3CDTF">2026-10-26T06:48:25Z</dcterms:modified>
</cp:coreProperties>
</file>