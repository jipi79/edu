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c4e6252-f7e9-833d-973d-a3f37d68492b}">
          <p14:sldIdLst>
            <p14:sldId id="256"/>
            <p14:sldId id="257"/>
          </p14:sldIdLst>
        </p14:section>
        <p14:section name="개념" id="{9c3d839b-862d-b01f-75f9-1436792cb011}">
          <p14:sldIdLst>
            <p14:sldId id="258"/>
            <p14:sldId id="259"/>
            <p14:sldId id="260"/>
            <p14:sldId id="263"/>
          </p14:sldIdLst>
        </p14:section>
        <p14:section name="연습" id="{833acd96-9edd-b78b-78a9-fcf617205f32}">
          <p14:sldIdLst>
            <p14:sldId id="261"/>
            <p14:sldId id="262"/>
            <p14:sldId id="264"/>
          </p14:sldIdLst>
        </p14:section>
        <p14:section name="개념" id="{3e75960e-3ce3-1bc1-b689-103031dfc2fb}">
          <p14:sldIdLst/>
        </p14:section>
        <p14:section name="연습" id="{23d8893e-c801-09b0-ee3d-ee2e857b373d}">
          <p14:sldIdLst/>
        </p14:section>
        <p14:section name="확인" id="{c4d72089-2f95-5336-aef9-22da94c93ebd}">
          <p14:sldIdLst>
            <p14:sldId id="265"/>
            <p14:sldId id="266"/>
          </p14:sldIdLst>
        </p14:section>
        <p14:section name="정리" id="{bc4949ea-f382-afde-a93e-c1c9e67f1e4a}">
          <p14:sldIdLst>
            <p14:sldId id="267"/>
          </p14:sldIdLst>
        </p14:section>
        <p14:section name="보충" id="{c7c6cc40-dc67-f108-a329-2a16adc2946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받아내림이 있는 두 자리 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받아내림이 있는 두 자리 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받아내림이 있는 두 자리 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자리끼리 뺄 수 없으면?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9220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받아내림을 수 모형으로 설명해요.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뺄셈을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□</a:t>
            </a:r>
            <a:endParaRPr lang="ko-KR" sz="36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58 − 23 = □</a:t>
            </a:r>
            <a:endParaRPr lang="ko-KR" sz="36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1개는 일 모형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32 − 5를 수 모형으로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32 − 5 = 27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12개에서 5개를 빼면 일 7개예요.</a:t>
            </a:r>
            <a:endParaRPr lang="ko-KR" sz="3200" dirty="0"/>
          </a:p>
        </p:txBody>
      </p:sp>
      <p:sp>
        <p:nvSpPr>
          <p:cNvPr id="6" name="S03-rod13"/>
          <p:cNvSpPr/>
          <p:nvPr/>
        </p:nvSpPr>
        <p:spPr>
          <a:xfrm>
            <a:off x="260964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260964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260964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260964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260964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260964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260964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260964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260964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260964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rod23"/>
          <p:cNvSpPr/>
          <p:nvPr/>
        </p:nvSpPr>
        <p:spPr>
          <a:xfrm>
            <a:off x="294113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294113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294113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294113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294113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294113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294113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294113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294113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294113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rod33"/>
          <p:cNvSpPr/>
          <p:nvPr/>
        </p:nvSpPr>
        <p:spPr>
          <a:xfrm>
            <a:off x="327262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327262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327262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327262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327262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327262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327262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327262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327262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327262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unit43"/>
          <p:cNvSpPr/>
          <p:nvPr/>
        </p:nvSpPr>
        <p:spPr>
          <a:xfrm>
            <a:off x="360411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unit44"/>
          <p:cNvSpPr/>
          <p:nvPr/>
        </p:nvSpPr>
        <p:spPr>
          <a:xfrm>
            <a:off x="360411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figure45" descr="십 모형 3개와 일 모형 2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3-label4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32: 일이 2개뿐</a:t>
            </a:r>
            <a:endParaRPr lang="ko-KR" sz="2600" dirty="0"/>
          </a:p>
        </p:txBody>
      </p:sp>
      <p:sp>
        <p:nvSpPr>
          <p:cNvPr id="40" name="S03-rod47"/>
          <p:cNvSpPr/>
          <p:nvPr/>
        </p:nvSpPr>
        <p:spPr>
          <a:xfrm>
            <a:off x="821191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821191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821191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821191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821191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821191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821191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821191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821191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821191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rod57"/>
          <p:cNvSpPr/>
          <p:nvPr/>
        </p:nvSpPr>
        <p:spPr>
          <a:xfrm>
            <a:off x="854340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854340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854340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854340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854340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854340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854340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854340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854340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854340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unit67"/>
          <p:cNvSpPr/>
          <p:nvPr/>
        </p:nvSpPr>
        <p:spPr>
          <a:xfrm>
            <a:off x="887489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unit68"/>
          <p:cNvSpPr/>
          <p:nvPr/>
        </p:nvSpPr>
        <p:spPr>
          <a:xfrm>
            <a:off x="887489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unit69"/>
          <p:cNvSpPr/>
          <p:nvPr/>
        </p:nvSpPr>
        <p:spPr>
          <a:xfrm>
            <a:off x="8874891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unit70"/>
          <p:cNvSpPr/>
          <p:nvPr/>
        </p:nvSpPr>
        <p:spPr>
          <a:xfrm>
            <a:off x="8874891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3-unit71"/>
          <p:cNvSpPr/>
          <p:nvPr/>
        </p:nvSpPr>
        <p:spPr>
          <a:xfrm>
            <a:off x="8874891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3-unit72"/>
          <p:cNvSpPr/>
          <p:nvPr/>
        </p:nvSpPr>
        <p:spPr>
          <a:xfrm>
            <a:off x="9144226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unit73"/>
          <p:cNvSpPr/>
          <p:nvPr/>
        </p:nvSpPr>
        <p:spPr>
          <a:xfrm>
            <a:off x="9144226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unit74"/>
          <p:cNvSpPr/>
          <p:nvPr/>
        </p:nvSpPr>
        <p:spPr>
          <a:xfrm>
            <a:off x="9144226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3-unit75"/>
          <p:cNvSpPr/>
          <p:nvPr/>
        </p:nvSpPr>
        <p:spPr>
          <a:xfrm>
            <a:off x="9144226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3-unit76"/>
          <p:cNvSpPr/>
          <p:nvPr/>
        </p:nvSpPr>
        <p:spPr>
          <a:xfrm>
            <a:off x="9144226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3-unit77"/>
          <p:cNvSpPr/>
          <p:nvPr/>
        </p:nvSpPr>
        <p:spPr>
          <a:xfrm>
            <a:off x="941356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3-unit78"/>
          <p:cNvSpPr/>
          <p:nvPr/>
        </p:nvSpPr>
        <p:spPr>
          <a:xfrm>
            <a:off x="941356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figure79" descr="십 모형 2개와 일 모형 12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03-label80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십 2, 일 12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52 − 27도 같아요</a:t>
            </a:r>
            <a:endParaRPr lang="ko-KR" sz="4400" dirty="0"/>
          </a:p>
        </p:txBody>
      </p:sp>
      <p:sp>
        <p:nvSpPr>
          <p:cNvPr id="3" name="S04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52에서 27을 덜어 내요.</a:t>
            </a:r>
            <a:endParaRPr lang="ko-KR" sz="3200" dirty="0"/>
          </a:p>
        </p:txBody>
      </p:sp>
      <p:sp>
        <p:nvSpPr>
          <p:cNvPr id="4" name="S04-card8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 = 25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12 − 7 = 5, 십 4 − 2 = 2</a:t>
            </a:r>
            <a:endParaRPr lang="ko-KR" sz="3200" dirty="0"/>
          </a:p>
        </p:txBody>
      </p:sp>
      <p:sp>
        <p:nvSpPr>
          <p:cNvPr id="6" name="S04-rod84"/>
          <p:cNvSpPr/>
          <p:nvPr/>
        </p:nvSpPr>
        <p:spPr>
          <a:xfrm>
            <a:off x="217456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line85"/>
          <p:cNvSpPr/>
          <p:nvPr/>
        </p:nvSpPr>
        <p:spPr>
          <a:xfrm>
            <a:off x="217456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6"/>
          <p:cNvSpPr/>
          <p:nvPr/>
        </p:nvSpPr>
        <p:spPr>
          <a:xfrm>
            <a:off x="217456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7"/>
          <p:cNvSpPr/>
          <p:nvPr/>
        </p:nvSpPr>
        <p:spPr>
          <a:xfrm>
            <a:off x="217456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88"/>
          <p:cNvSpPr/>
          <p:nvPr/>
        </p:nvSpPr>
        <p:spPr>
          <a:xfrm>
            <a:off x="217456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89"/>
          <p:cNvSpPr/>
          <p:nvPr/>
        </p:nvSpPr>
        <p:spPr>
          <a:xfrm>
            <a:off x="217456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90"/>
          <p:cNvSpPr/>
          <p:nvPr/>
        </p:nvSpPr>
        <p:spPr>
          <a:xfrm>
            <a:off x="217456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91"/>
          <p:cNvSpPr/>
          <p:nvPr/>
        </p:nvSpPr>
        <p:spPr>
          <a:xfrm>
            <a:off x="217456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2"/>
          <p:cNvSpPr/>
          <p:nvPr/>
        </p:nvSpPr>
        <p:spPr>
          <a:xfrm>
            <a:off x="217456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93"/>
          <p:cNvSpPr/>
          <p:nvPr/>
        </p:nvSpPr>
        <p:spPr>
          <a:xfrm>
            <a:off x="217456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rod94"/>
          <p:cNvSpPr/>
          <p:nvPr/>
        </p:nvSpPr>
        <p:spPr>
          <a:xfrm>
            <a:off x="250605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line95"/>
          <p:cNvSpPr/>
          <p:nvPr/>
        </p:nvSpPr>
        <p:spPr>
          <a:xfrm>
            <a:off x="250605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6"/>
          <p:cNvSpPr/>
          <p:nvPr/>
        </p:nvSpPr>
        <p:spPr>
          <a:xfrm>
            <a:off x="250605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7"/>
          <p:cNvSpPr/>
          <p:nvPr/>
        </p:nvSpPr>
        <p:spPr>
          <a:xfrm>
            <a:off x="250605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98"/>
          <p:cNvSpPr/>
          <p:nvPr/>
        </p:nvSpPr>
        <p:spPr>
          <a:xfrm>
            <a:off x="250605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99"/>
          <p:cNvSpPr/>
          <p:nvPr/>
        </p:nvSpPr>
        <p:spPr>
          <a:xfrm>
            <a:off x="250605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00"/>
          <p:cNvSpPr/>
          <p:nvPr/>
        </p:nvSpPr>
        <p:spPr>
          <a:xfrm>
            <a:off x="250605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01"/>
          <p:cNvSpPr/>
          <p:nvPr/>
        </p:nvSpPr>
        <p:spPr>
          <a:xfrm>
            <a:off x="250605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2"/>
          <p:cNvSpPr/>
          <p:nvPr/>
        </p:nvSpPr>
        <p:spPr>
          <a:xfrm>
            <a:off x="250605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03"/>
          <p:cNvSpPr/>
          <p:nvPr/>
        </p:nvSpPr>
        <p:spPr>
          <a:xfrm>
            <a:off x="250605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rod104"/>
          <p:cNvSpPr/>
          <p:nvPr/>
        </p:nvSpPr>
        <p:spPr>
          <a:xfrm>
            <a:off x="283754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line105"/>
          <p:cNvSpPr/>
          <p:nvPr/>
        </p:nvSpPr>
        <p:spPr>
          <a:xfrm>
            <a:off x="283754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06"/>
          <p:cNvSpPr/>
          <p:nvPr/>
        </p:nvSpPr>
        <p:spPr>
          <a:xfrm>
            <a:off x="283754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07"/>
          <p:cNvSpPr/>
          <p:nvPr/>
        </p:nvSpPr>
        <p:spPr>
          <a:xfrm>
            <a:off x="283754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08"/>
          <p:cNvSpPr/>
          <p:nvPr/>
        </p:nvSpPr>
        <p:spPr>
          <a:xfrm>
            <a:off x="283754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09"/>
          <p:cNvSpPr/>
          <p:nvPr/>
        </p:nvSpPr>
        <p:spPr>
          <a:xfrm>
            <a:off x="283754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10"/>
          <p:cNvSpPr/>
          <p:nvPr/>
        </p:nvSpPr>
        <p:spPr>
          <a:xfrm>
            <a:off x="283754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11"/>
          <p:cNvSpPr/>
          <p:nvPr/>
        </p:nvSpPr>
        <p:spPr>
          <a:xfrm>
            <a:off x="283754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12"/>
          <p:cNvSpPr/>
          <p:nvPr/>
        </p:nvSpPr>
        <p:spPr>
          <a:xfrm>
            <a:off x="283754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13"/>
          <p:cNvSpPr/>
          <p:nvPr/>
        </p:nvSpPr>
        <p:spPr>
          <a:xfrm>
            <a:off x="283754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rod114"/>
          <p:cNvSpPr/>
          <p:nvPr/>
        </p:nvSpPr>
        <p:spPr>
          <a:xfrm>
            <a:off x="316903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line115"/>
          <p:cNvSpPr/>
          <p:nvPr/>
        </p:nvSpPr>
        <p:spPr>
          <a:xfrm>
            <a:off x="316903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6"/>
          <p:cNvSpPr/>
          <p:nvPr/>
        </p:nvSpPr>
        <p:spPr>
          <a:xfrm>
            <a:off x="316903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7"/>
          <p:cNvSpPr/>
          <p:nvPr/>
        </p:nvSpPr>
        <p:spPr>
          <a:xfrm>
            <a:off x="316903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18"/>
          <p:cNvSpPr/>
          <p:nvPr/>
        </p:nvSpPr>
        <p:spPr>
          <a:xfrm>
            <a:off x="316903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19"/>
          <p:cNvSpPr/>
          <p:nvPr/>
        </p:nvSpPr>
        <p:spPr>
          <a:xfrm>
            <a:off x="316903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20"/>
          <p:cNvSpPr/>
          <p:nvPr/>
        </p:nvSpPr>
        <p:spPr>
          <a:xfrm>
            <a:off x="316903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21"/>
          <p:cNvSpPr/>
          <p:nvPr/>
        </p:nvSpPr>
        <p:spPr>
          <a:xfrm>
            <a:off x="316903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22"/>
          <p:cNvSpPr/>
          <p:nvPr/>
        </p:nvSpPr>
        <p:spPr>
          <a:xfrm>
            <a:off x="316903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123"/>
          <p:cNvSpPr/>
          <p:nvPr/>
        </p:nvSpPr>
        <p:spPr>
          <a:xfrm>
            <a:off x="316903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unit124"/>
          <p:cNvSpPr/>
          <p:nvPr/>
        </p:nvSpPr>
        <p:spPr>
          <a:xfrm>
            <a:off x="3500524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4-unit125"/>
          <p:cNvSpPr/>
          <p:nvPr/>
        </p:nvSpPr>
        <p:spPr>
          <a:xfrm>
            <a:off x="3500524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4-unit126"/>
          <p:cNvSpPr/>
          <p:nvPr/>
        </p:nvSpPr>
        <p:spPr>
          <a:xfrm>
            <a:off x="3500524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4-unit127"/>
          <p:cNvSpPr/>
          <p:nvPr/>
        </p:nvSpPr>
        <p:spPr>
          <a:xfrm>
            <a:off x="3500524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4-unit128"/>
          <p:cNvSpPr/>
          <p:nvPr/>
        </p:nvSpPr>
        <p:spPr>
          <a:xfrm>
            <a:off x="3500524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4-unit129"/>
          <p:cNvSpPr/>
          <p:nvPr/>
        </p:nvSpPr>
        <p:spPr>
          <a:xfrm>
            <a:off x="376985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4-unit130"/>
          <p:cNvSpPr/>
          <p:nvPr/>
        </p:nvSpPr>
        <p:spPr>
          <a:xfrm>
            <a:off x="376985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4-unit131"/>
          <p:cNvSpPr/>
          <p:nvPr/>
        </p:nvSpPr>
        <p:spPr>
          <a:xfrm>
            <a:off x="376985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4-unit132"/>
          <p:cNvSpPr/>
          <p:nvPr/>
        </p:nvSpPr>
        <p:spPr>
          <a:xfrm>
            <a:off x="3769859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unit133"/>
          <p:cNvSpPr/>
          <p:nvPr/>
        </p:nvSpPr>
        <p:spPr>
          <a:xfrm>
            <a:off x="3769859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unit134"/>
          <p:cNvSpPr/>
          <p:nvPr/>
        </p:nvSpPr>
        <p:spPr>
          <a:xfrm>
            <a:off x="403919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unit135"/>
          <p:cNvSpPr/>
          <p:nvPr/>
        </p:nvSpPr>
        <p:spPr>
          <a:xfrm>
            <a:off x="403919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4-figure136" descr="십 모형 4개와 일 모형 12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04-label13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52를 바꾸면</a:t>
            </a:r>
            <a:endParaRPr lang="ko-KR" sz="2600" dirty="0"/>
          </a:p>
        </p:txBody>
      </p:sp>
      <p:sp>
        <p:nvSpPr>
          <p:cNvPr id="60" name="S04-rod138"/>
          <p:cNvSpPr/>
          <p:nvPr/>
        </p:nvSpPr>
        <p:spPr>
          <a:xfrm>
            <a:off x="8481247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4-line139"/>
          <p:cNvSpPr/>
          <p:nvPr/>
        </p:nvSpPr>
        <p:spPr>
          <a:xfrm>
            <a:off x="8481247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40"/>
          <p:cNvSpPr/>
          <p:nvPr/>
        </p:nvSpPr>
        <p:spPr>
          <a:xfrm>
            <a:off x="8481247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41"/>
          <p:cNvSpPr/>
          <p:nvPr/>
        </p:nvSpPr>
        <p:spPr>
          <a:xfrm>
            <a:off x="8481247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42"/>
          <p:cNvSpPr/>
          <p:nvPr/>
        </p:nvSpPr>
        <p:spPr>
          <a:xfrm>
            <a:off x="8481247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143"/>
          <p:cNvSpPr/>
          <p:nvPr/>
        </p:nvSpPr>
        <p:spPr>
          <a:xfrm>
            <a:off x="8481247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ine144"/>
          <p:cNvSpPr/>
          <p:nvPr/>
        </p:nvSpPr>
        <p:spPr>
          <a:xfrm>
            <a:off x="8481247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line145"/>
          <p:cNvSpPr/>
          <p:nvPr/>
        </p:nvSpPr>
        <p:spPr>
          <a:xfrm>
            <a:off x="8481247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6"/>
          <p:cNvSpPr/>
          <p:nvPr/>
        </p:nvSpPr>
        <p:spPr>
          <a:xfrm>
            <a:off x="8481247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7"/>
          <p:cNvSpPr/>
          <p:nvPr/>
        </p:nvSpPr>
        <p:spPr>
          <a:xfrm>
            <a:off x="8481247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rod148"/>
          <p:cNvSpPr/>
          <p:nvPr/>
        </p:nvSpPr>
        <p:spPr>
          <a:xfrm>
            <a:off x="881273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4-line149"/>
          <p:cNvSpPr/>
          <p:nvPr/>
        </p:nvSpPr>
        <p:spPr>
          <a:xfrm>
            <a:off x="881273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line150"/>
          <p:cNvSpPr/>
          <p:nvPr/>
        </p:nvSpPr>
        <p:spPr>
          <a:xfrm>
            <a:off x="881273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line151"/>
          <p:cNvSpPr/>
          <p:nvPr/>
        </p:nvSpPr>
        <p:spPr>
          <a:xfrm>
            <a:off x="881273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52"/>
          <p:cNvSpPr/>
          <p:nvPr/>
        </p:nvSpPr>
        <p:spPr>
          <a:xfrm>
            <a:off x="881273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line153"/>
          <p:cNvSpPr/>
          <p:nvPr/>
        </p:nvSpPr>
        <p:spPr>
          <a:xfrm>
            <a:off x="881273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line154"/>
          <p:cNvSpPr/>
          <p:nvPr/>
        </p:nvSpPr>
        <p:spPr>
          <a:xfrm>
            <a:off x="881273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line155"/>
          <p:cNvSpPr/>
          <p:nvPr/>
        </p:nvSpPr>
        <p:spPr>
          <a:xfrm>
            <a:off x="881273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line156"/>
          <p:cNvSpPr/>
          <p:nvPr/>
        </p:nvSpPr>
        <p:spPr>
          <a:xfrm>
            <a:off x="881273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4-line157"/>
          <p:cNvSpPr/>
          <p:nvPr/>
        </p:nvSpPr>
        <p:spPr>
          <a:xfrm>
            <a:off x="881273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4-unit158"/>
          <p:cNvSpPr/>
          <p:nvPr/>
        </p:nvSpPr>
        <p:spPr>
          <a:xfrm>
            <a:off x="9144226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4-unit159"/>
          <p:cNvSpPr/>
          <p:nvPr/>
        </p:nvSpPr>
        <p:spPr>
          <a:xfrm>
            <a:off x="9144226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4-unit160"/>
          <p:cNvSpPr/>
          <p:nvPr/>
        </p:nvSpPr>
        <p:spPr>
          <a:xfrm>
            <a:off x="9144226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4-unit161"/>
          <p:cNvSpPr/>
          <p:nvPr/>
        </p:nvSpPr>
        <p:spPr>
          <a:xfrm>
            <a:off x="9144226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4-unit162"/>
          <p:cNvSpPr/>
          <p:nvPr/>
        </p:nvSpPr>
        <p:spPr>
          <a:xfrm>
            <a:off x="9144226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4-figure163" descr="십 모형 2개와 일 모형 5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04-label164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27을 빼면 25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빼요</a:t>
            </a:r>
            <a:endParaRPr lang="ko-KR" sz="4400" dirty="0"/>
          </a:p>
        </p:txBody>
      </p:sp>
      <p:sp>
        <p:nvSpPr>
          <p:cNvPr id="3" name="S05-text1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52 − 27을 세로셈으로 해요.</a:t>
            </a:r>
            <a:endParaRPr lang="ko-KR" sz="3200" dirty="0"/>
          </a:p>
        </p:txBody>
      </p:sp>
      <p:sp>
        <p:nvSpPr>
          <p:cNvPr id="4" name="S05-card1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십의 자리 숫자로 빼요.</a:t>
            </a:r>
            <a:endParaRPr lang="ko-KR" sz="3200" dirty="0"/>
          </a:p>
        </p:txBody>
      </p:sp>
      <p:graphicFrame>
        <p:nvGraphicFramePr>
          <p:cNvPr id="6" name="S05-table1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16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170"/>
          <p:cNvSpPr txBox="1"/>
          <p:nvPr/>
        </p:nvSpPr>
        <p:spPr>
          <a:xfrm>
            <a:off x="1325880" y="222199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2에서 7을 뺄 수 없어요.</a:t>
            </a:r>
            <a:endParaRPr lang="ko-KR" sz="2600" dirty="0"/>
          </a:p>
        </p:txBody>
      </p:sp>
      <p:sp>
        <p:nvSpPr>
          <p:cNvPr id="9" name="S05-stepno17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172"/>
          <p:cNvSpPr txBox="1"/>
          <p:nvPr/>
        </p:nvSpPr>
        <p:spPr>
          <a:xfrm>
            <a:off x="1325880" y="293522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4로 고치고, 일 위에 10을 써요.</a:t>
            </a:r>
            <a:endParaRPr lang="ko-KR" sz="2600" dirty="0"/>
          </a:p>
        </p:txBody>
      </p:sp>
      <p:sp>
        <p:nvSpPr>
          <p:cNvPr id="11" name="S05-stepno17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174"/>
          <p:cNvSpPr txBox="1"/>
          <p:nvPr/>
        </p:nvSpPr>
        <p:spPr>
          <a:xfrm>
            <a:off x="1325880" y="364845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12 − 7 = 5</a:t>
            </a:r>
            <a:endParaRPr lang="ko-KR" sz="2600" dirty="0"/>
          </a:p>
        </p:txBody>
      </p:sp>
      <p:sp>
        <p:nvSpPr>
          <p:cNvPr id="13" name="S05-stepno17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176"/>
          <p:cNvSpPr txBox="1"/>
          <p:nvPr/>
        </p:nvSpPr>
        <p:spPr>
          <a:xfrm>
            <a:off x="1325880" y="436168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4 − 2 = 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400" dirty="0"/>
          </a:p>
        </p:txBody>
      </p:sp>
      <p:sp>
        <p:nvSpPr>
          <p:cNvPr id="3" name="S06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계산해요.</a:t>
            </a:r>
            <a:endParaRPr lang="ko-KR" sz="3200" dirty="0"/>
          </a:p>
        </p:txBody>
      </p:sp>
      <p:sp>
        <p:nvSpPr>
          <p:cNvPr id="4" name="S06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십 1개를 일 10개로 바꿔요.</a:t>
            </a:r>
            <a:endParaRPr lang="ko-KR" sz="3200" dirty="0"/>
          </a:p>
        </p:txBody>
      </p:sp>
      <p:graphicFrame>
        <p:nvGraphicFramePr>
          <p:cNvPr id="7" name="S06-table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02717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181"/>
          <p:cNvSpPr txBox="1"/>
          <p:nvPr/>
        </p:nvSpPr>
        <p:spPr>
          <a:xfrm>
            <a:off x="6277356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600" dirty="0"/>
          </a:p>
        </p:txBody>
      </p:sp>
      <p:sp>
        <p:nvSpPr>
          <p:cNvPr id="8" name="S06-chip18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06-eqtext18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43 − 8 = □</a:t>
            </a:r>
            <a:endParaRPr lang="ko-KR" sz="3600" dirty="0"/>
          </a:p>
        </p:txBody>
      </p:sp>
      <p:sp>
        <p:nvSpPr>
          <p:cNvPr id="10" name="S06-chip18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1" name="S06-eqtext18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61 − 25 = □</a:t>
            </a:r>
            <a:endParaRPr lang="ko-KR" sz="3600" dirty="0"/>
          </a:p>
        </p:txBody>
      </p:sp>
      <p:sp>
        <p:nvSpPr>
          <p:cNvPr id="12" name="S06-chip18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06-eqtext18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84 − 39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8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8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52 − 27을 했어요.</a:t>
            </a:r>
            <a:endParaRPr lang="ko-KR" sz="3200" dirty="0"/>
          </a:p>
        </p:txBody>
      </p:sp>
      <p:sp>
        <p:nvSpPr>
          <p:cNvPr id="5" name="S07-card1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9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35</a:t>
            </a:r>
            <a:endParaRPr lang="ko-KR" sz="2600" dirty="0"/>
          </a:p>
        </p:txBody>
      </p:sp>
      <p:sp>
        <p:nvSpPr>
          <p:cNvPr id="8" name="S07-text19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자리는 7 − 2 = 5,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자리는 5 − 2 = 3</a:t>
            </a:r>
            <a:endParaRPr lang="ko-KR" sz="3200" dirty="0"/>
          </a:p>
        </p:txBody>
      </p:sp>
      <p:sp>
        <p:nvSpPr>
          <p:cNvPr id="9" name="S07-chip19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25</a:t>
            </a:r>
            <a:endParaRPr lang="ko-KR" sz="2600" dirty="0"/>
          </a:p>
        </p:txBody>
      </p:sp>
      <p:sp>
        <p:nvSpPr>
          <p:cNvPr id="10" name="S07-text19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 바꿔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12 − 7 = 5, 4 − 2 = 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빼기</a:t>
            </a:r>
            <a:endParaRPr lang="ko-KR" sz="4400" dirty="0"/>
          </a:p>
        </p:txBody>
      </p:sp>
      <p:sp>
        <p:nvSpPr>
          <p:cNvPr id="3" name="S08-text1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40 − 16을 세로셈으로 해요.</a:t>
            </a:r>
            <a:endParaRPr lang="ko-KR" sz="3200" dirty="0"/>
          </a:p>
        </p:txBody>
      </p:sp>
      <p:sp>
        <p:nvSpPr>
          <p:cNvPr id="4" name="S08-card1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뺄 때도 받아내림을 해요.</a:t>
            </a:r>
            <a:endParaRPr lang="ko-KR" sz="3200" dirty="0"/>
          </a:p>
        </p:txBody>
      </p:sp>
      <p:graphicFrame>
        <p:nvGraphicFramePr>
          <p:cNvPr id="9" name="S08-table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200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201"/>
          <p:cNvSpPr txBox="1"/>
          <p:nvPr/>
        </p:nvSpPr>
        <p:spPr>
          <a:xfrm>
            <a:off x="1325880" y="235712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0에서 6을 뺄 수 없어요.</a:t>
            </a:r>
            <a:endParaRPr lang="ko-KR" sz="3200" dirty="0"/>
          </a:p>
        </p:txBody>
      </p:sp>
      <p:sp>
        <p:nvSpPr>
          <p:cNvPr id="9" name="S08-stepno202"/>
          <p:cNvSpPr txBox="1"/>
          <p:nvPr/>
        </p:nvSpPr>
        <p:spPr>
          <a:xfrm>
            <a:off x="548640" y="311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203"/>
          <p:cNvSpPr txBox="1"/>
          <p:nvPr/>
        </p:nvSpPr>
        <p:spPr>
          <a:xfrm>
            <a:off x="1325880" y="3070352"/>
            <a:ext cx="58728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3으로 고치고,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10을 써요.</a:t>
            </a:r>
            <a:endParaRPr lang="ko-KR" sz="3200" dirty="0"/>
          </a:p>
        </p:txBody>
      </p:sp>
      <p:sp>
        <p:nvSpPr>
          <p:cNvPr id="11" name="S08-stepno204"/>
          <p:cNvSpPr txBox="1"/>
          <p:nvPr/>
        </p:nvSpPr>
        <p:spPr>
          <a:xfrm>
            <a:off x="548640" y="422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205"/>
          <p:cNvSpPr txBox="1"/>
          <p:nvPr/>
        </p:nvSpPr>
        <p:spPr>
          <a:xfrm>
            <a:off x="1325880" y="422656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10 − 6 = 4, 십: 3 − 1 = 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뺄셈</a:t>
            </a:r>
            <a:endParaRPr lang="ko-KR" sz="4400" dirty="0"/>
          </a:p>
        </p:txBody>
      </p:sp>
      <p:sp>
        <p:nvSpPr>
          <p:cNvPr id="3" name="S09-text2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공책에 세로셈으로 계산해요.</a:t>
            </a:r>
            <a:endParaRPr lang="ko-KR" sz="3200" dirty="0"/>
          </a:p>
        </p:txBody>
      </p:sp>
      <p:sp>
        <p:nvSpPr>
          <p:cNvPr id="4" name="S09-card2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받아내림을 하면 십의 자리 숫자가 1 작아져요.</a:t>
            </a:r>
            <a:endParaRPr lang="ko-KR" sz="3200" dirty="0"/>
          </a:p>
        </p:txBody>
      </p:sp>
      <p:sp>
        <p:nvSpPr>
          <p:cNvPr id="6" name="S09-chip20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eqtext21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33 − 7 = □</a:t>
            </a:r>
            <a:endParaRPr lang="ko-KR" sz="3600" dirty="0"/>
          </a:p>
        </p:txBody>
      </p:sp>
      <p:sp>
        <p:nvSpPr>
          <p:cNvPr id="8" name="S09-chip21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21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80 − 45 = □</a:t>
            </a:r>
            <a:endParaRPr lang="ko-KR" sz="3600" dirty="0"/>
          </a:p>
        </p:txBody>
      </p:sp>
      <p:sp>
        <p:nvSpPr>
          <p:cNvPr id="10" name="S09-chip21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21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62 − 29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2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받아내림을 말해요.</a:t>
            </a:r>
            <a:endParaRPr lang="ko-KR" sz="3200" dirty="0"/>
          </a:p>
        </p:txBody>
      </p:sp>
      <p:sp>
        <p:nvSpPr>
          <p:cNvPr id="4" name="S10-chip21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21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54 − 9 = □</a:t>
            </a:r>
            <a:endParaRPr lang="ko-KR" sz="3600" dirty="0"/>
          </a:p>
        </p:txBody>
      </p:sp>
      <p:sp>
        <p:nvSpPr>
          <p:cNvPr id="6" name="S10-chip21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21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70 − 38 = □</a:t>
            </a:r>
            <a:endParaRPr lang="ko-KR" sz="3600" dirty="0"/>
          </a:p>
        </p:txBody>
      </p:sp>
      <p:sp>
        <p:nvSpPr>
          <p:cNvPr id="8" name="S10-chip22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22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85 − 47 = □</a:t>
            </a:r>
            <a:endParaRPr lang="ko-KR" sz="3600" dirty="0"/>
          </a:p>
        </p:txBody>
      </p:sp>
      <p:sp>
        <p:nvSpPr>
          <p:cNvPr id="10" name="S10-chip22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eqtext22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91 − 56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61과 같은 것은?</a:t>
            </a:r>
            <a:endParaRPr lang="ko-KR" sz="4400" dirty="0"/>
          </a:p>
        </p:txBody>
      </p:sp>
      <p:sp>
        <p:nvSpPr>
          <p:cNvPr id="3" name="S12-text2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61 − 25를 하려고 61을 바꾸었어요.</a:t>
            </a:r>
            <a:endParaRPr lang="ko-KR" sz="3200" dirty="0"/>
          </a:p>
        </p:txBody>
      </p:sp>
      <p:sp>
        <p:nvSpPr>
          <p:cNvPr id="4" name="S12-card2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61과 같은 것을 고르고, 까닭을 말해요.</a:t>
            </a:r>
            <a:endParaRPr lang="ko-KR" sz="3200" dirty="0"/>
          </a:p>
        </p:txBody>
      </p:sp>
      <p:sp>
        <p:nvSpPr>
          <p:cNvPr id="6" name="S12-chip22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rod228"/>
          <p:cNvSpPr/>
          <p:nvPr/>
        </p:nvSpPr>
        <p:spPr>
          <a:xfrm>
            <a:off x="107838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line229"/>
          <p:cNvSpPr/>
          <p:nvPr/>
        </p:nvSpPr>
        <p:spPr>
          <a:xfrm>
            <a:off x="107838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230"/>
          <p:cNvSpPr/>
          <p:nvPr/>
        </p:nvSpPr>
        <p:spPr>
          <a:xfrm>
            <a:off x="107838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231"/>
          <p:cNvSpPr/>
          <p:nvPr/>
        </p:nvSpPr>
        <p:spPr>
          <a:xfrm>
            <a:off x="107838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232"/>
          <p:cNvSpPr/>
          <p:nvPr/>
        </p:nvSpPr>
        <p:spPr>
          <a:xfrm>
            <a:off x="107838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233"/>
          <p:cNvSpPr/>
          <p:nvPr/>
        </p:nvSpPr>
        <p:spPr>
          <a:xfrm>
            <a:off x="107838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line234"/>
          <p:cNvSpPr/>
          <p:nvPr/>
        </p:nvSpPr>
        <p:spPr>
          <a:xfrm>
            <a:off x="107838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235"/>
          <p:cNvSpPr/>
          <p:nvPr/>
        </p:nvSpPr>
        <p:spPr>
          <a:xfrm>
            <a:off x="107838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236"/>
          <p:cNvSpPr/>
          <p:nvPr/>
        </p:nvSpPr>
        <p:spPr>
          <a:xfrm>
            <a:off x="107838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237"/>
          <p:cNvSpPr/>
          <p:nvPr/>
        </p:nvSpPr>
        <p:spPr>
          <a:xfrm>
            <a:off x="107838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rod238"/>
          <p:cNvSpPr/>
          <p:nvPr/>
        </p:nvSpPr>
        <p:spPr>
          <a:xfrm>
            <a:off x="1400251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line239"/>
          <p:cNvSpPr/>
          <p:nvPr/>
        </p:nvSpPr>
        <p:spPr>
          <a:xfrm>
            <a:off x="1400251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240"/>
          <p:cNvSpPr/>
          <p:nvPr/>
        </p:nvSpPr>
        <p:spPr>
          <a:xfrm>
            <a:off x="1400251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241"/>
          <p:cNvSpPr/>
          <p:nvPr/>
        </p:nvSpPr>
        <p:spPr>
          <a:xfrm>
            <a:off x="1400251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242"/>
          <p:cNvSpPr/>
          <p:nvPr/>
        </p:nvSpPr>
        <p:spPr>
          <a:xfrm>
            <a:off x="1400251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243"/>
          <p:cNvSpPr/>
          <p:nvPr/>
        </p:nvSpPr>
        <p:spPr>
          <a:xfrm>
            <a:off x="1400251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line244"/>
          <p:cNvSpPr/>
          <p:nvPr/>
        </p:nvSpPr>
        <p:spPr>
          <a:xfrm>
            <a:off x="1400251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245"/>
          <p:cNvSpPr/>
          <p:nvPr/>
        </p:nvSpPr>
        <p:spPr>
          <a:xfrm>
            <a:off x="1400251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246"/>
          <p:cNvSpPr/>
          <p:nvPr/>
        </p:nvSpPr>
        <p:spPr>
          <a:xfrm>
            <a:off x="1400251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247"/>
          <p:cNvSpPr/>
          <p:nvPr/>
        </p:nvSpPr>
        <p:spPr>
          <a:xfrm>
            <a:off x="1400251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rod248"/>
          <p:cNvSpPr/>
          <p:nvPr/>
        </p:nvSpPr>
        <p:spPr>
          <a:xfrm>
            <a:off x="172212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line249"/>
          <p:cNvSpPr/>
          <p:nvPr/>
        </p:nvSpPr>
        <p:spPr>
          <a:xfrm>
            <a:off x="172212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250"/>
          <p:cNvSpPr/>
          <p:nvPr/>
        </p:nvSpPr>
        <p:spPr>
          <a:xfrm>
            <a:off x="172212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251"/>
          <p:cNvSpPr/>
          <p:nvPr/>
        </p:nvSpPr>
        <p:spPr>
          <a:xfrm>
            <a:off x="172212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252"/>
          <p:cNvSpPr/>
          <p:nvPr/>
        </p:nvSpPr>
        <p:spPr>
          <a:xfrm>
            <a:off x="172212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253"/>
          <p:cNvSpPr/>
          <p:nvPr/>
        </p:nvSpPr>
        <p:spPr>
          <a:xfrm>
            <a:off x="172212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line254"/>
          <p:cNvSpPr/>
          <p:nvPr/>
        </p:nvSpPr>
        <p:spPr>
          <a:xfrm>
            <a:off x="172212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255"/>
          <p:cNvSpPr/>
          <p:nvPr/>
        </p:nvSpPr>
        <p:spPr>
          <a:xfrm>
            <a:off x="172212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256"/>
          <p:cNvSpPr/>
          <p:nvPr/>
        </p:nvSpPr>
        <p:spPr>
          <a:xfrm>
            <a:off x="172212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257"/>
          <p:cNvSpPr/>
          <p:nvPr/>
        </p:nvSpPr>
        <p:spPr>
          <a:xfrm>
            <a:off x="172212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rod258"/>
          <p:cNvSpPr/>
          <p:nvPr/>
        </p:nvSpPr>
        <p:spPr>
          <a:xfrm>
            <a:off x="20439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2-line259"/>
          <p:cNvSpPr/>
          <p:nvPr/>
        </p:nvSpPr>
        <p:spPr>
          <a:xfrm>
            <a:off x="20439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260"/>
          <p:cNvSpPr/>
          <p:nvPr/>
        </p:nvSpPr>
        <p:spPr>
          <a:xfrm>
            <a:off x="20439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261"/>
          <p:cNvSpPr/>
          <p:nvPr/>
        </p:nvSpPr>
        <p:spPr>
          <a:xfrm>
            <a:off x="20439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262"/>
          <p:cNvSpPr/>
          <p:nvPr/>
        </p:nvSpPr>
        <p:spPr>
          <a:xfrm>
            <a:off x="20439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263"/>
          <p:cNvSpPr/>
          <p:nvPr/>
        </p:nvSpPr>
        <p:spPr>
          <a:xfrm>
            <a:off x="20439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line264"/>
          <p:cNvSpPr/>
          <p:nvPr/>
        </p:nvSpPr>
        <p:spPr>
          <a:xfrm>
            <a:off x="20439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265"/>
          <p:cNvSpPr/>
          <p:nvPr/>
        </p:nvSpPr>
        <p:spPr>
          <a:xfrm>
            <a:off x="20439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266"/>
          <p:cNvSpPr/>
          <p:nvPr/>
        </p:nvSpPr>
        <p:spPr>
          <a:xfrm>
            <a:off x="20439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267"/>
          <p:cNvSpPr/>
          <p:nvPr/>
        </p:nvSpPr>
        <p:spPr>
          <a:xfrm>
            <a:off x="20439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rod268"/>
          <p:cNvSpPr/>
          <p:nvPr/>
        </p:nvSpPr>
        <p:spPr>
          <a:xfrm>
            <a:off x="23658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2-line269"/>
          <p:cNvSpPr/>
          <p:nvPr/>
        </p:nvSpPr>
        <p:spPr>
          <a:xfrm>
            <a:off x="23658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270"/>
          <p:cNvSpPr/>
          <p:nvPr/>
        </p:nvSpPr>
        <p:spPr>
          <a:xfrm>
            <a:off x="23658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271"/>
          <p:cNvSpPr/>
          <p:nvPr/>
        </p:nvSpPr>
        <p:spPr>
          <a:xfrm>
            <a:off x="23658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272"/>
          <p:cNvSpPr/>
          <p:nvPr/>
        </p:nvSpPr>
        <p:spPr>
          <a:xfrm>
            <a:off x="23658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273"/>
          <p:cNvSpPr/>
          <p:nvPr/>
        </p:nvSpPr>
        <p:spPr>
          <a:xfrm>
            <a:off x="23658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line274"/>
          <p:cNvSpPr/>
          <p:nvPr/>
        </p:nvSpPr>
        <p:spPr>
          <a:xfrm>
            <a:off x="23658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275"/>
          <p:cNvSpPr/>
          <p:nvPr/>
        </p:nvSpPr>
        <p:spPr>
          <a:xfrm>
            <a:off x="23658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276"/>
          <p:cNvSpPr/>
          <p:nvPr/>
        </p:nvSpPr>
        <p:spPr>
          <a:xfrm>
            <a:off x="23658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277"/>
          <p:cNvSpPr/>
          <p:nvPr/>
        </p:nvSpPr>
        <p:spPr>
          <a:xfrm>
            <a:off x="23658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unit278"/>
          <p:cNvSpPr/>
          <p:nvPr/>
        </p:nvSpPr>
        <p:spPr>
          <a:xfrm>
            <a:off x="2687726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2-unit279"/>
          <p:cNvSpPr/>
          <p:nvPr/>
        </p:nvSpPr>
        <p:spPr>
          <a:xfrm>
            <a:off x="2687726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12-unit280"/>
          <p:cNvSpPr/>
          <p:nvPr/>
        </p:nvSpPr>
        <p:spPr>
          <a:xfrm>
            <a:off x="2687726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2-unit281"/>
          <p:cNvSpPr/>
          <p:nvPr/>
        </p:nvSpPr>
        <p:spPr>
          <a:xfrm>
            <a:off x="2687726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2-unit282"/>
          <p:cNvSpPr/>
          <p:nvPr/>
        </p:nvSpPr>
        <p:spPr>
          <a:xfrm>
            <a:off x="2687726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2-unit283"/>
          <p:cNvSpPr/>
          <p:nvPr/>
        </p:nvSpPr>
        <p:spPr>
          <a:xfrm>
            <a:off x="2949245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12-unit284"/>
          <p:cNvSpPr/>
          <p:nvPr/>
        </p:nvSpPr>
        <p:spPr>
          <a:xfrm>
            <a:off x="2949245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2-unit285"/>
          <p:cNvSpPr/>
          <p:nvPr/>
        </p:nvSpPr>
        <p:spPr>
          <a:xfrm>
            <a:off x="2949245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12-unit286"/>
          <p:cNvSpPr/>
          <p:nvPr/>
        </p:nvSpPr>
        <p:spPr>
          <a:xfrm>
            <a:off x="2949245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12-unit287"/>
          <p:cNvSpPr/>
          <p:nvPr/>
        </p:nvSpPr>
        <p:spPr>
          <a:xfrm>
            <a:off x="2949245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12-unit288"/>
          <p:cNvSpPr/>
          <p:nvPr/>
        </p:nvSpPr>
        <p:spPr>
          <a:xfrm>
            <a:off x="3210763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2-figure289" descr="십 모형 5개와 일 모형 11개"/>
          <p:cNvSpPr/>
          <p:nvPr/>
        </p:nvSpPr>
        <p:spPr>
          <a:xfrm>
            <a:off x="548640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12-chip29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70" name="S12-rod291"/>
          <p:cNvSpPr/>
          <p:nvPr/>
        </p:nvSpPr>
        <p:spPr>
          <a:xfrm>
            <a:off x="473659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2-line292"/>
          <p:cNvSpPr/>
          <p:nvPr/>
        </p:nvSpPr>
        <p:spPr>
          <a:xfrm>
            <a:off x="473659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2-line293"/>
          <p:cNvSpPr/>
          <p:nvPr/>
        </p:nvSpPr>
        <p:spPr>
          <a:xfrm>
            <a:off x="473659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2-line294"/>
          <p:cNvSpPr/>
          <p:nvPr/>
        </p:nvSpPr>
        <p:spPr>
          <a:xfrm>
            <a:off x="473659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2-line295"/>
          <p:cNvSpPr/>
          <p:nvPr/>
        </p:nvSpPr>
        <p:spPr>
          <a:xfrm>
            <a:off x="473659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2-line296"/>
          <p:cNvSpPr/>
          <p:nvPr/>
        </p:nvSpPr>
        <p:spPr>
          <a:xfrm>
            <a:off x="473659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2-line297"/>
          <p:cNvSpPr/>
          <p:nvPr/>
        </p:nvSpPr>
        <p:spPr>
          <a:xfrm>
            <a:off x="473659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2-line298"/>
          <p:cNvSpPr/>
          <p:nvPr/>
        </p:nvSpPr>
        <p:spPr>
          <a:xfrm>
            <a:off x="473659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2-line299"/>
          <p:cNvSpPr/>
          <p:nvPr/>
        </p:nvSpPr>
        <p:spPr>
          <a:xfrm>
            <a:off x="473659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2-line300"/>
          <p:cNvSpPr/>
          <p:nvPr/>
        </p:nvSpPr>
        <p:spPr>
          <a:xfrm>
            <a:off x="473659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2-rod301"/>
          <p:cNvSpPr/>
          <p:nvPr/>
        </p:nvSpPr>
        <p:spPr>
          <a:xfrm>
            <a:off x="5058461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2-line302"/>
          <p:cNvSpPr/>
          <p:nvPr/>
        </p:nvSpPr>
        <p:spPr>
          <a:xfrm>
            <a:off x="5058461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2-line303"/>
          <p:cNvSpPr/>
          <p:nvPr/>
        </p:nvSpPr>
        <p:spPr>
          <a:xfrm>
            <a:off x="5058461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2-line304"/>
          <p:cNvSpPr/>
          <p:nvPr/>
        </p:nvSpPr>
        <p:spPr>
          <a:xfrm>
            <a:off x="5058461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2-line305"/>
          <p:cNvSpPr/>
          <p:nvPr/>
        </p:nvSpPr>
        <p:spPr>
          <a:xfrm>
            <a:off x="5058461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2-line306"/>
          <p:cNvSpPr/>
          <p:nvPr/>
        </p:nvSpPr>
        <p:spPr>
          <a:xfrm>
            <a:off x="5058461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307"/>
          <p:cNvSpPr/>
          <p:nvPr/>
        </p:nvSpPr>
        <p:spPr>
          <a:xfrm>
            <a:off x="5058461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308"/>
          <p:cNvSpPr/>
          <p:nvPr/>
        </p:nvSpPr>
        <p:spPr>
          <a:xfrm>
            <a:off x="5058461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309"/>
          <p:cNvSpPr/>
          <p:nvPr/>
        </p:nvSpPr>
        <p:spPr>
          <a:xfrm>
            <a:off x="5058461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2-line310"/>
          <p:cNvSpPr/>
          <p:nvPr/>
        </p:nvSpPr>
        <p:spPr>
          <a:xfrm>
            <a:off x="5058461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2-rod311"/>
          <p:cNvSpPr/>
          <p:nvPr/>
        </p:nvSpPr>
        <p:spPr>
          <a:xfrm>
            <a:off x="538033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12-line312"/>
          <p:cNvSpPr/>
          <p:nvPr/>
        </p:nvSpPr>
        <p:spPr>
          <a:xfrm>
            <a:off x="538033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313"/>
          <p:cNvSpPr/>
          <p:nvPr/>
        </p:nvSpPr>
        <p:spPr>
          <a:xfrm>
            <a:off x="538033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314"/>
          <p:cNvSpPr/>
          <p:nvPr/>
        </p:nvSpPr>
        <p:spPr>
          <a:xfrm>
            <a:off x="538033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315"/>
          <p:cNvSpPr/>
          <p:nvPr/>
        </p:nvSpPr>
        <p:spPr>
          <a:xfrm>
            <a:off x="538033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2-line316"/>
          <p:cNvSpPr/>
          <p:nvPr/>
        </p:nvSpPr>
        <p:spPr>
          <a:xfrm>
            <a:off x="538033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317"/>
          <p:cNvSpPr/>
          <p:nvPr/>
        </p:nvSpPr>
        <p:spPr>
          <a:xfrm>
            <a:off x="538033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318"/>
          <p:cNvSpPr/>
          <p:nvPr/>
        </p:nvSpPr>
        <p:spPr>
          <a:xfrm>
            <a:off x="538033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319"/>
          <p:cNvSpPr/>
          <p:nvPr/>
        </p:nvSpPr>
        <p:spPr>
          <a:xfrm>
            <a:off x="538033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320"/>
          <p:cNvSpPr/>
          <p:nvPr/>
        </p:nvSpPr>
        <p:spPr>
          <a:xfrm>
            <a:off x="538033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2-rod321"/>
          <p:cNvSpPr/>
          <p:nvPr/>
        </p:nvSpPr>
        <p:spPr>
          <a:xfrm>
            <a:off x="570219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12-line322"/>
          <p:cNvSpPr/>
          <p:nvPr/>
        </p:nvSpPr>
        <p:spPr>
          <a:xfrm>
            <a:off x="570219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323"/>
          <p:cNvSpPr/>
          <p:nvPr/>
        </p:nvSpPr>
        <p:spPr>
          <a:xfrm>
            <a:off x="570219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324"/>
          <p:cNvSpPr/>
          <p:nvPr/>
        </p:nvSpPr>
        <p:spPr>
          <a:xfrm>
            <a:off x="570219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325"/>
          <p:cNvSpPr/>
          <p:nvPr/>
        </p:nvSpPr>
        <p:spPr>
          <a:xfrm>
            <a:off x="570219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2-line326"/>
          <p:cNvSpPr/>
          <p:nvPr/>
        </p:nvSpPr>
        <p:spPr>
          <a:xfrm>
            <a:off x="570219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327"/>
          <p:cNvSpPr/>
          <p:nvPr/>
        </p:nvSpPr>
        <p:spPr>
          <a:xfrm>
            <a:off x="570219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328"/>
          <p:cNvSpPr/>
          <p:nvPr/>
        </p:nvSpPr>
        <p:spPr>
          <a:xfrm>
            <a:off x="570219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329"/>
          <p:cNvSpPr/>
          <p:nvPr/>
        </p:nvSpPr>
        <p:spPr>
          <a:xfrm>
            <a:off x="570219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330"/>
          <p:cNvSpPr/>
          <p:nvPr/>
        </p:nvSpPr>
        <p:spPr>
          <a:xfrm>
            <a:off x="570219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2-rod331"/>
          <p:cNvSpPr/>
          <p:nvPr/>
        </p:nvSpPr>
        <p:spPr>
          <a:xfrm>
            <a:off x="6024067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12-line332"/>
          <p:cNvSpPr/>
          <p:nvPr/>
        </p:nvSpPr>
        <p:spPr>
          <a:xfrm>
            <a:off x="6024067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333"/>
          <p:cNvSpPr/>
          <p:nvPr/>
        </p:nvSpPr>
        <p:spPr>
          <a:xfrm>
            <a:off x="6024067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334"/>
          <p:cNvSpPr/>
          <p:nvPr/>
        </p:nvSpPr>
        <p:spPr>
          <a:xfrm>
            <a:off x="6024067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335"/>
          <p:cNvSpPr/>
          <p:nvPr/>
        </p:nvSpPr>
        <p:spPr>
          <a:xfrm>
            <a:off x="6024067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2-line336"/>
          <p:cNvSpPr/>
          <p:nvPr/>
        </p:nvSpPr>
        <p:spPr>
          <a:xfrm>
            <a:off x="6024067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337"/>
          <p:cNvSpPr/>
          <p:nvPr/>
        </p:nvSpPr>
        <p:spPr>
          <a:xfrm>
            <a:off x="6024067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338"/>
          <p:cNvSpPr/>
          <p:nvPr/>
        </p:nvSpPr>
        <p:spPr>
          <a:xfrm>
            <a:off x="6024067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339"/>
          <p:cNvSpPr/>
          <p:nvPr/>
        </p:nvSpPr>
        <p:spPr>
          <a:xfrm>
            <a:off x="6024067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340"/>
          <p:cNvSpPr/>
          <p:nvPr/>
        </p:nvSpPr>
        <p:spPr>
          <a:xfrm>
            <a:off x="6024067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2-rod341"/>
          <p:cNvSpPr/>
          <p:nvPr/>
        </p:nvSpPr>
        <p:spPr>
          <a:xfrm>
            <a:off x="634593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2-line342"/>
          <p:cNvSpPr/>
          <p:nvPr/>
        </p:nvSpPr>
        <p:spPr>
          <a:xfrm>
            <a:off x="634593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343"/>
          <p:cNvSpPr/>
          <p:nvPr/>
        </p:nvSpPr>
        <p:spPr>
          <a:xfrm>
            <a:off x="634593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344"/>
          <p:cNvSpPr/>
          <p:nvPr/>
        </p:nvSpPr>
        <p:spPr>
          <a:xfrm>
            <a:off x="634593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345"/>
          <p:cNvSpPr/>
          <p:nvPr/>
        </p:nvSpPr>
        <p:spPr>
          <a:xfrm>
            <a:off x="634593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2-line346"/>
          <p:cNvSpPr/>
          <p:nvPr/>
        </p:nvSpPr>
        <p:spPr>
          <a:xfrm>
            <a:off x="634593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347"/>
          <p:cNvSpPr/>
          <p:nvPr/>
        </p:nvSpPr>
        <p:spPr>
          <a:xfrm>
            <a:off x="634593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348"/>
          <p:cNvSpPr/>
          <p:nvPr/>
        </p:nvSpPr>
        <p:spPr>
          <a:xfrm>
            <a:off x="634593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349"/>
          <p:cNvSpPr/>
          <p:nvPr/>
        </p:nvSpPr>
        <p:spPr>
          <a:xfrm>
            <a:off x="634593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350"/>
          <p:cNvSpPr/>
          <p:nvPr/>
        </p:nvSpPr>
        <p:spPr>
          <a:xfrm>
            <a:off x="634593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2-unit351"/>
          <p:cNvSpPr/>
          <p:nvPr/>
        </p:nvSpPr>
        <p:spPr>
          <a:xfrm>
            <a:off x="6667805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12-unit352"/>
          <p:cNvSpPr/>
          <p:nvPr/>
        </p:nvSpPr>
        <p:spPr>
          <a:xfrm>
            <a:off x="6667805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12-unit353"/>
          <p:cNvSpPr/>
          <p:nvPr/>
        </p:nvSpPr>
        <p:spPr>
          <a:xfrm>
            <a:off x="6667805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12-unit354"/>
          <p:cNvSpPr/>
          <p:nvPr/>
        </p:nvSpPr>
        <p:spPr>
          <a:xfrm>
            <a:off x="6667805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12-unit355"/>
          <p:cNvSpPr/>
          <p:nvPr/>
        </p:nvSpPr>
        <p:spPr>
          <a:xfrm>
            <a:off x="6667805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12-unit356"/>
          <p:cNvSpPr/>
          <p:nvPr/>
        </p:nvSpPr>
        <p:spPr>
          <a:xfrm>
            <a:off x="6929323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12-unit357"/>
          <p:cNvSpPr/>
          <p:nvPr/>
        </p:nvSpPr>
        <p:spPr>
          <a:xfrm>
            <a:off x="6929323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12-unit358"/>
          <p:cNvSpPr/>
          <p:nvPr/>
        </p:nvSpPr>
        <p:spPr>
          <a:xfrm>
            <a:off x="6929323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12-unit359"/>
          <p:cNvSpPr/>
          <p:nvPr/>
        </p:nvSpPr>
        <p:spPr>
          <a:xfrm>
            <a:off x="6929323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12-unit360"/>
          <p:cNvSpPr/>
          <p:nvPr/>
        </p:nvSpPr>
        <p:spPr>
          <a:xfrm>
            <a:off x="6929323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12-unit361"/>
          <p:cNvSpPr/>
          <p:nvPr/>
        </p:nvSpPr>
        <p:spPr>
          <a:xfrm>
            <a:off x="719084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12-figure362" descr="십 모형 6개와 일 모형 11개"/>
          <p:cNvSpPr/>
          <p:nvPr/>
        </p:nvSpPr>
        <p:spPr>
          <a:xfrm>
            <a:off x="4367784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12-chip36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43" name="S12-rod364"/>
          <p:cNvSpPr/>
          <p:nvPr/>
        </p:nvSpPr>
        <p:spPr>
          <a:xfrm>
            <a:off x="89781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12-line365"/>
          <p:cNvSpPr/>
          <p:nvPr/>
        </p:nvSpPr>
        <p:spPr>
          <a:xfrm>
            <a:off x="89781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2-line366"/>
          <p:cNvSpPr/>
          <p:nvPr/>
        </p:nvSpPr>
        <p:spPr>
          <a:xfrm>
            <a:off x="89781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2-line367"/>
          <p:cNvSpPr/>
          <p:nvPr/>
        </p:nvSpPr>
        <p:spPr>
          <a:xfrm>
            <a:off x="89781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2-line368"/>
          <p:cNvSpPr/>
          <p:nvPr/>
        </p:nvSpPr>
        <p:spPr>
          <a:xfrm>
            <a:off x="89781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2-line369"/>
          <p:cNvSpPr/>
          <p:nvPr/>
        </p:nvSpPr>
        <p:spPr>
          <a:xfrm>
            <a:off x="89781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12-line370"/>
          <p:cNvSpPr/>
          <p:nvPr/>
        </p:nvSpPr>
        <p:spPr>
          <a:xfrm>
            <a:off x="89781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2-line371"/>
          <p:cNvSpPr/>
          <p:nvPr/>
        </p:nvSpPr>
        <p:spPr>
          <a:xfrm>
            <a:off x="89781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12-line372"/>
          <p:cNvSpPr/>
          <p:nvPr/>
        </p:nvSpPr>
        <p:spPr>
          <a:xfrm>
            <a:off x="89781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12-line373"/>
          <p:cNvSpPr/>
          <p:nvPr/>
        </p:nvSpPr>
        <p:spPr>
          <a:xfrm>
            <a:off x="89781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12-rod374"/>
          <p:cNvSpPr/>
          <p:nvPr/>
        </p:nvSpPr>
        <p:spPr>
          <a:xfrm>
            <a:off x="93000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12-line375"/>
          <p:cNvSpPr/>
          <p:nvPr/>
        </p:nvSpPr>
        <p:spPr>
          <a:xfrm>
            <a:off x="93000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12-line376"/>
          <p:cNvSpPr/>
          <p:nvPr/>
        </p:nvSpPr>
        <p:spPr>
          <a:xfrm>
            <a:off x="93000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12-line377"/>
          <p:cNvSpPr/>
          <p:nvPr/>
        </p:nvSpPr>
        <p:spPr>
          <a:xfrm>
            <a:off x="93000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12-line378"/>
          <p:cNvSpPr/>
          <p:nvPr/>
        </p:nvSpPr>
        <p:spPr>
          <a:xfrm>
            <a:off x="93000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12-line379"/>
          <p:cNvSpPr/>
          <p:nvPr/>
        </p:nvSpPr>
        <p:spPr>
          <a:xfrm>
            <a:off x="93000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12-line380"/>
          <p:cNvSpPr/>
          <p:nvPr/>
        </p:nvSpPr>
        <p:spPr>
          <a:xfrm>
            <a:off x="93000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12-line381"/>
          <p:cNvSpPr/>
          <p:nvPr/>
        </p:nvSpPr>
        <p:spPr>
          <a:xfrm>
            <a:off x="93000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12-line382"/>
          <p:cNvSpPr/>
          <p:nvPr/>
        </p:nvSpPr>
        <p:spPr>
          <a:xfrm>
            <a:off x="93000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2-line383"/>
          <p:cNvSpPr/>
          <p:nvPr/>
        </p:nvSpPr>
        <p:spPr>
          <a:xfrm>
            <a:off x="93000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2-rod384"/>
          <p:cNvSpPr/>
          <p:nvPr/>
        </p:nvSpPr>
        <p:spPr>
          <a:xfrm>
            <a:off x="962192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12-line385"/>
          <p:cNvSpPr/>
          <p:nvPr/>
        </p:nvSpPr>
        <p:spPr>
          <a:xfrm>
            <a:off x="962192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2-line386"/>
          <p:cNvSpPr/>
          <p:nvPr/>
        </p:nvSpPr>
        <p:spPr>
          <a:xfrm>
            <a:off x="962192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2-line387"/>
          <p:cNvSpPr/>
          <p:nvPr/>
        </p:nvSpPr>
        <p:spPr>
          <a:xfrm>
            <a:off x="962192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2-line388"/>
          <p:cNvSpPr/>
          <p:nvPr/>
        </p:nvSpPr>
        <p:spPr>
          <a:xfrm>
            <a:off x="962192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2-line389"/>
          <p:cNvSpPr/>
          <p:nvPr/>
        </p:nvSpPr>
        <p:spPr>
          <a:xfrm>
            <a:off x="962192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2-line390"/>
          <p:cNvSpPr/>
          <p:nvPr/>
        </p:nvSpPr>
        <p:spPr>
          <a:xfrm>
            <a:off x="962192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2-line391"/>
          <p:cNvSpPr/>
          <p:nvPr/>
        </p:nvSpPr>
        <p:spPr>
          <a:xfrm>
            <a:off x="962192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2-line392"/>
          <p:cNvSpPr/>
          <p:nvPr/>
        </p:nvSpPr>
        <p:spPr>
          <a:xfrm>
            <a:off x="962192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2-line393"/>
          <p:cNvSpPr/>
          <p:nvPr/>
        </p:nvSpPr>
        <p:spPr>
          <a:xfrm>
            <a:off x="962192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2-rod394"/>
          <p:cNvSpPr/>
          <p:nvPr/>
        </p:nvSpPr>
        <p:spPr>
          <a:xfrm>
            <a:off x="9943795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12-line395"/>
          <p:cNvSpPr/>
          <p:nvPr/>
        </p:nvSpPr>
        <p:spPr>
          <a:xfrm>
            <a:off x="9943795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2-line396"/>
          <p:cNvSpPr/>
          <p:nvPr/>
        </p:nvSpPr>
        <p:spPr>
          <a:xfrm>
            <a:off x="9943795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2-line397"/>
          <p:cNvSpPr/>
          <p:nvPr/>
        </p:nvSpPr>
        <p:spPr>
          <a:xfrm>
            <a:off x="9943795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2-line398"/>
          <p:cNvSpPr/>
          <p:nvPr/>
        </p:nvSpPr>
        <p:spPr>
          <a:xfrm>
            <a:off x="9943795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2-line399"/>
          <p:cNvSpPr/>
          <p:nvPr/>
        </p:nvSpPr>
        <p:spPr>
          <a:xfrm>
            <a:off x="9943795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2-line400"/>
          <p:cNvSpPr/>
          <p:nvPr/>
        </p:nvSpPr>
        <p:spPr>
          <a:xfrm>
            <a:off x="9943795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2-line401"/>
          <p:cNvSpPr/>
          <p:nvPr/>
        </p:nvSpPr>
        <p:spPr>
          <a:xfrm>
            <a:off x="9943795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2-line402"/>
          <p:cNvSpPr/>
          <p:nvPr/>
        </p:nvSpPr>
        <p:spPr>
          <a:xfrm>
            <a:off x="9943795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2-line403"/>
          <p:cNvSpPr/>
          <p:nvPr/>
        </p:nvSpPr>
        <p:spPr>
          <a:xfrm>
            <a:off x="9943795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2-rod404"/>
          <p:cNvSpPr/>
          <p:nvPr/>
        </p:nvSpPr>
        <p:spPr>
          <a:xfrm>
            <a:off x="1026566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4" name="S12-line405"/>
          <p:cNvSpPr/>
          <p:nvPr/>
        </p:nvSpPr>
        <p:spPr>
          <a:xfrm>
            <a:off x="1026566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2-line406"/>
          <p:cNvSpPr/>
          <p:nvPr/>
        </p:nvSpPr>
        <p:spPr>
          <a:xfrm>
            <a:off x="1026566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2-line407"/>
          <p:cNvSpPr/>
          <p:nvPr/>
        </p:nvSpPr>
        <p:spPr>
          <a:xfrm>
            <a:off x="1026566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2-line408"/>
          <p:cNvSpPr/>
          <p:nvPr/>
        </p:nvSpPr>
        <p:spPr>
          <a:xfrm>
            <a:off x="1026566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2-line409"/>
          <p:cNvSpPr/>
          <p:nvPr/>
        </p:nvSpPr>
        <p:spPr>
          <a:xfrm>
            <a:off x="1026566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2-line410"/>
          <p:cNvSpPr/>
          <p:nvPr/>
        </p:nvSpPr>
        <p:spPr>
          <a:xfrm>
            <a:off x="1026566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2-line411"/>
          <p:cNvSpPr/>
          <p:nvPr/>
        </p:nvSpPr>
        <p:spPr>
          <a:xfrm>
            <a:off x="1026566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2-line412"/>
          <p:cNvSpPr/>
          <p:nvPr/>
        </p:nvSpPr>
        <p:spPr>
          <a:xfrm>
            <a:off x="1026566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2-line413"/>
          <p:cNvSpPr/>
          <p:nvPr/>
        </p:nvSpPr>
        <p:spPr>
          <a:xfrm>
            <a:off x="1026566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2-unit414"/>
          <p:cNvSpPr/>
          <p:nvPr/>
        </p:nvSpPr>
        <p:spPr>
          <a:xfrm>
            <a:off x="10587533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4" name="S12-figure415" descr="십 모형 5개와 일 모형 1개"/>
          <p:cNvSpPr/>
          <p:nvPr/>
        </p:nvSpPr>
        <p:spPr>
          <a:xfrm>
            <a:off x="8186928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41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41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십 1개를 일 10개로 바꿔요.</a:t>
            </a:r>
            <a:endParaRPr lang="ko-KR" sz="3200" dirty="0"/>
          </a:p>
        </p:txBody>
      </p:sp>
      <p:sp>
        <p:nvSpPr>
          <p:cNvPr id="5" name="S13-chip41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십의 자리 숫자 1 줄이기</a:t>
            </a:r>
            <a:endParaRPr lang="ko-KR" sz="2600" dirty="0"/>
          </a:p>
        </p:txBody>
      </p:sp>
      <p:sp>
        <p:nvSpPr>
          <p:cNvPr id="6" name="S13-chip41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아래 숫자에서 위 숫자 빼기</a:t>
            </a:r>
            <a:endParaRPr lang="ko-KR" sz="2600" dirty="0"/>
          </a:p>
        </p:txBody>
      </p:sp>
      <p:sp>
        <p:nvSpPr>
          <p:cNvPr id="7" name="S13-text42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42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42 − 6 = □</a:t>
            </a:r>
            <a:endParaRPr lang="ko-KR" sz="3000" dirty="0"/>
          </a:p>
        </p:txBody>
      </p:sp>
      <p:sp>
        <p:nvSpPr>
          <p:cNvPr id="9" name="S13-eqtext42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60 − 27 = □</a:t>
            </a:r>
            <a:endParaRPr lang="ko-KR" sz="3000" dirty="0"/>
          </a:p>
        </p:txBody>
      </p:sp>
      <p:sp>
        <p:nvSpPr>
          <p:cNvPr id="10" name="S13-eqtext42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73 − 48 = □</a:t>
            </a:r>
            <a:endParaRPr lang="ko-KR" sz="3000" dirty="0"/>
          </a:p>
        </p:txBody>
      </p:sp>
      <p:sp>
        <p:nvSpPr>
          <p:cNvPr id="11" name="S13-text42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덧셈과 뺄셈의 관계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10에서 빼기</a:t>
            </a:r>
            <a:endParaRPr lang="ko-KR" sz="4400" dirty="0"/>
          </a:p>
        </p:txBody>
      </p:sp>
      <p:sp>
        <p:nvSpPr>
          <p:cNvPr id="3" name="S14-text4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13 − 5를 10에서 빼서 계산해요.</a:t>
            </a:r>
            <a:endParaRPr lang="ko-KR" sz="3200" dirty="0"/>
          </a:p>
        </p:txBody>
      </p:sp>
      <p:sp>
        <p:nvSpPr>
          <p:cNvPr id="4" name="S14-card42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42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10에서 5를 빼고, 남은 3을 더해요.</a:t>
            </a:r>
            <a:endParaRPr lang="ko-KR" sz="3200" dirty="0"/>
          </a:p>
        </p:txBody>
      </p:sp>
      <p:sp>
        <p:nvSpPr>
          <p:cNvPr id="6" name="S14-line428"/>
          <p:cNvSpPr/>
          <p:nvPr/>
        </p:nvSpPr>
        <p:spPr>
          <a:xfrm flipH="1">
            <a:off x="1984650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4-line429"/>
          <p:cNvSpPr/>
          <p:nvPr/>
        </p:nvSpPr>
        <p:spPr>
          <a:xfrm>
            <a:off x="3241548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4-figure430" descr="13을 10과 3으로 가르기"/>
          <p:cNvSpPr txBox="1"/>
          <p:nvPr/>
        </p:nvSpPr>
        <p:spPr>
          <a:xfrm>
            <a:off x="2792656" y="2011680"/>
            <a:ext cx="897784" cy="897784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3500" dirty="0"/>
          </a:p>
        </p:txBody>
      </p:sp>
      <p:sp>
        <p:nvSpPr>
          <p:cNvPr id="9" name="S14-bondpart431"/>
          <p:cNvSpPr txBox="1"/>
          <p:nvPr/>
        </p:nvSpPr>
        <p:spPr>
          <a:xfrm>
            <a:off x="1535758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500" dirty="0"/>
          </a:p>
        </p:txBody>
      </p:sp>
      <p:sp>
        <p:nvSpPr>
          <p:cNvPr id="10" name="S14-bondpart432"/>
          <p:cNvSpPr txBox="1"/>
          <p:nvPr/>
        </p:nvSpPr>
        <p:spPr>
          <a:xfrm>
            <a:off x="4049554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500" dirty="0"/>
          </a:p>
        </p:txBody>
      </p:sp>
      <p:sp>
        <p:nvSpPr>
          <p:cNvPr id="11" name="S14-label43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13을 10과 3으로</a:t>
            </a:r>
            <a:endParaRPr lang="ko-KR" sz="2600" dirty="0"/>
          </a:p>
        </p:txBody>
      </p:sp>
      <p:sp>
        <p:nvSpPr>
          <p:cNvPr id="12" name="S14-dot434"/>
          <p:cNvSpPr/>
          <p:nvPr/>
        </p:nvSpPr>
        <p:spPr>
          <a:xfrm>
            <a:off x="73632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435"/>
          <p:cNvSpPr/>
          <p:nvPr/>
        </p:nvSpPr>
        <p:spPr>
          <a:xfrm>
            <a:off x="80490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436"/>
          <p:cNvSpPr/>
          <p:nvPr/>
        </p:nvSpPr>
        <p:spPr>
          <a:xfrm>
            <a:off x="87348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dot437"/>
          <p:cNvSpPr/>
          <p:nvPr/>
        </p:nvSpPr>
        <p:spPr>
          <a:xfrm>
            <a:off x="94206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dot438"/>
          <p:cNvSpPr/>
          <p:nvPr/>
        </p:nvSpPr>
        <p:spPr>
          <a:xfrm>
            <a:off x="101064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4-dot439"/>
          <p:cNvSpPr/>
          <p:nvPr/>
        </p:nvSpPr>
        <p:spPr>
          <a:xfrm>
            <a:off x="73632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line440"/>
          <p:cNvSpPr/>
          <p:nvPr/>
        </p:nvSpPr>
        <p:spPr>
          <a:xfrm>
            <a:off x="73121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9" name="S14-line441"/>
          <p:cNvSpPr/>
          <p:nvPr/>
        </p:nvSpPr>
        <p:spPr>
          <a:xfrm flipV="1">
            <a:off x="73121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14-dot442"/>
          <p:cNvSpPr/>
          <p:nvPr/>
        </p:nvSpPr>
        <p:spPr>
          <a:xfrm>
            <a:off x="80490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line443"/>
          <p:cNvSpPr/>
          <p:nvPr/>
        </p:nvSpPr>
        <p:spPr>
          <a:xfrm>
            <a:off x="79979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2" name="S14-line444"/>
          <p:cNvSpPr/>
          <p:nvPr/>
        </p:nvSpPr>
        <p:spPr>
          <a:xfrm flipV="1">
            <a:off x="79979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14-dot445"/>
          <p:cNvSpPr/>
          <p:nvPr/>
        </p:nvSpPr>
        <p:spPr>
          <a:xfrm>
            <a:off x="87348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4-line446"/>
          <p:cNvSpPr/>
          <p:nvPr/>
        </p:nvSpPr>
        <p:spPr>
          <a:xfrm>
            <a:off x="86837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5" name="S14-line447"/>
          <p:cNvSpPr/>
          <p:nvPr/>
        </p:nvSpPr>
        <p:spPr>
          <a:xfrm flipV="1">
            <a:off x="86837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14-dot448"/>
          <p:cNvSpPr/>
          <p:nvPr/>
        </p:nvSpPr>
        <p:spPr>
          <a:xfrm>
            <a:off x="94206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4-line449"/>
          <p:cNvSpPr/>
          <p:nvPr/>
        </p:nvSpPr>
        <p:spPr>
          <a:xfrm>
            <a:off x="93695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14-line450"/>
          <p:cNvSpPr/>
          <p:nvPr/>
        </p:nvSpPr>
        <p:spPr>
          <a:xfrm flipV="1">
            <a:off x="93695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14-dot451"/>
          <p:cNvSpPr/>
          <p:nvPr/>
        </p:nvSpPr>
        <p:spPr>
          <a:xfrm>
            <a:off x="101064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4-line452"/>
          <p:cNvSpPr/>
          <p:nvPr/>
        </p:nvSpPr>
        <p:spPr>
          <a:xfrm>
            <a:off x="100553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14-line453"/>
          <p:cNvSpPr/>
          <p:nvPr/>
        </p:nvSpPr>
        <p:spPr>
          <a:xfrm flipV="1">
            <a:off x="100553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14-figure454" descr="점 10개 중 5개에 × 표시"/>
          <p:cNvSpPr/>
          <p:nvPr/>
        </p:nvSpPr>
        <p:spPr>
          <a:xfrm>
            <a:off x="7232904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14-label455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10 − 5 = 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받아내림이 있는 두 자리 수 뺄셈</dc:title>
  <dc:subject>KR22-G02-MAT-SUB2D-L01</dc:subject>
  <dc:creator>education-ppt</dc:creator>
  <cp:lastModifiedBy>education-ppt</cp:lastModifiedBy>
  <cp:revision>1</cp:revision>
  <dcterms:created xsi:type="dcterms:W3CDTF">2026-10-26T07:46:37Z</dcterms:created>
  <dcterms:modified xsi:type="dcterms:W3CDTF">2026-10-26T07:46:37Z</dcterms:modified>
</cp:coreProperties>
</file>