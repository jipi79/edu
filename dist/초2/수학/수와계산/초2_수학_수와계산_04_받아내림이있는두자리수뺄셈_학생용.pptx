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65d386e9-b3e6-3861-10d7-c0cea136e78f}">
          <p14:sldIdLst>
            <p14:sldId id="256"/>
            <p14:sldId id="257"/>
          </p14:sldIdLst>
        </p14:section>
        <p14:section name="개념" id="{a6adbb2c-5290-b996-300b-74fd1f9a6baa}">
          <p14:sldIdLst>
            <p14:sldId id="258"/>
            <p14:sldId id="259"/>
            <p14:sldId id="260"/>
            <p14:sldId id="263"/>
          </p14:sldIdLst>
        </p14:section>
        <p14:section name="연습" id="{19f888c4-df80-1320-9b7d-fcec64fa85b9}">
          <p14:sldIdLst>
            <p14:sldId id="261"/>
            <p14:sldId id="262"/>
            <p14:sldId id="264"/>
          </p14:sldIdLst>
        </p14:section>
        <p14:section name="개념" id="{d5b8c87a-415a-2724-6e17-adc5bf73b4c7}">
          <p14:sldIdLst/>
        </p14:section>
        <p14:section name="연습" id="{1a853c0c-3d6f-c29e-5ec6-53ddc2cad9d4}">
          <p14:sldIdLst/>
        </p14:section>
        <p14:section name="확인" id="{7140ae3e-91a8-a1b2-879b-8970b4f2d9cd}">
          <p14:sldIdLst>
            <p14:sldId id="265"/>
            <p14:sldId id="266"/>
          </p14:sldIdLst>
        </p14:section>
        <p14:section name="정리" id="{8cdae6bf-e83e-e20a-f7b8-edb922af4b0f}">
          <p14:sldIdLst>
            <p14:sldId id="267"/>
          </p14:sldIdLst>
        </p14:section>
        <p14:section name="보충" id="{352a0bf4-9ee0-a572-f771-68422183d70d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수와계산 · 4차시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받아내림이 있는 두 자리 수 뺄셈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받아내림이 있는 두 자리 수 뺄셈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초2 수학 · 받아내림이 있는 두 자리 수 뺄셈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받아내림이 있는 뺄셈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일의 자리끼리 뺄 수 없으면?</a:t>
            </a:r>
            <a:endParaRPr lang="ko-KR" sz="3200" dirty="0"/>
          </a:p>
        </p:txBody>
      </p:sp>
      <p:graphicFrame>
        <p:nvGraphicFramePr>
          <p:cNvPr id="2" name="S01-table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001000" y="883920"/>
          <a:ext cx="329184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097280"/>
                <a:gridCol w="1097280"/>
              </a:tblGrid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−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01-card2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6" name="S01-cardtext3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받아내림을 수 모형으로 설명해요.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세로셈으로 뺄셈을 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학년 기억하기</a:t>
            </a:r>
            <a:endParaRPr lang="ko-KR" sz="4400" dirty="0"/>
          </a:p>
        </p:txBody>
      </p:sp>
      <p:sp>
        <p:nvSpPr>
          <p:cNvPr id="3" name="S02-chip4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02-eqtext5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13 − 5 = □</a:t>
            </a:r>
            <a:endParaRPr lang="ko-KR" sz="3600" dirty="0"/>
          </a:p>
        </p:txBody>
      </p:sp>
      <p:sp>
        <p:nvSpPr>
          <p:cNvPr id="5" name="S02-chip6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6" name="S02-eqtext7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58 − 23 = □</a:t>
            </a:r>
            <a:endParaRPr lang="ko-KR" sz="3600" dirty="0"/>
          </a:p>
        </p:txBody>
      </p:sp>
      <p:sp>
        <p:nvSpPr>
          <p:cNvPr id="7" name="S02-chip8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8" name="S02-text9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 모형 1개는 일 모형 몇 개?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 1개를 일 10개로</a:t>
            </a:r>
            <a:endParaRPr lang="ko-KR" sz="4400" dirty="0"/>
          </a:p>
        </p:txBody>
      </p:sp>
      <p:sp>
        <p:nvSpPr>
          <p:cNvPr id="3" name="S03-text1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32 − 5를 수 모형으로 해요.</a:t>
            </a:r>
            <a:endParaRPr lang="ko-KR" sz="3200" dirty="0"/>
          </a:p>
        </p:txBody>
      </p:sp>
      <p:sp>
        <p:nvSpPr>
          <p:cNvPr id="4" name="S03-card11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2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32 − 5 = 27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 12개에서 5개를 빼면 일 7개예요.</a:t>
            </a:r>
            <a:endParaRPr lang="ko-KR" sz="3200" dirty="0"/>
          </a:p>
        </p:txBody>
      </p:sp>
      <p:sp>
        <p:nvSpPr>
          <p:cNvPr id="6" name="S03-rod13"/>
          <p:cNvSpPr/>
          <p:nvPr/>
        </p:nvSpPr>
        <p:spPr>
          <a:xfrm>
            <a:off x="2609646" y="2053116"/>
            <a:ext cx="207181" cy="207181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3-line14"/>
          <p:cNvSpPr/>
          <p:nvPr/>
        </p:nvSpPr>
        <p:spPr>
          <a:xfrm>
            <a:off x="2609646" y="2260297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3-line15"/>
          <p:cNvSpPr/>
          <p:nvPr/>
        </p:nvSpPr>
        <p:spPr>
          <a:xfrm>
            <a:off x="2609646" y="2467478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3-line16"/>
          <p:cNvSpPr/>
          <p:nvPr/>
        </p:nvSpPr>
        <p:spPr>
          <a:xfrm>
            <a:off x="2609646" y="2674659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3-line17"/>
          <p:cNvSpPr/>
          <p:nvPr/>
        </p:nvSpPr>
        <p:spPr>
          <a:xfrm>
            <a:off x="2609646" y="2881840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3-line18"/>
          <p:cNvSpPr/>
          <p:nvPr/>
        </p:nvSpPr>
        <p:spPr>
          <a:xfrm>
            <a:off x="2609646" y="3089021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3-line19"/>
          <p:cNvSpPr/>
          <p:nvPr/>
        </p:nvSpPr>
        <p:spPr>
          <a:xfrm>
            <a:off x="2609646" y="3296202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3-line20"/>
          <p:cNvSpPr/>
          <p:nvPr/>
        </p:nvSpPr>
        <p:spPr>
          <a:xfrm>
            <a:off x="2609646" y="3503383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3-line21"/>
          <p:cNvSpPr/>
          <p:nvPr/>
        </p:nvSpPr>
        <p:spPr>
          <a:xfrm>
            <a:off x="2609646" y="3710564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3-line22"/>
          <p:cNvSpPr/>
          <p:nvPr/>
        </p:nvSpPr>
        <p:spPr>
          <a:xfrm>
            <a:off x="2609646" y="3917745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3-rod23"/>
          <p:cNvSpPr/>
          <p:nvPr/>
        </p:nvSpPr>
        <p:spPr>
          <a:xfrm>
            <a:off x="2941136" y="2053116"/>
            <a:ext cx="207181" cy="207181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3-line24"/>
          <p:cNvSpPr/>
          <p:nvPr/>
        </p:nvSpPr>
        <p:spPr>
          <a:xfrm>
            <a:off x="2941136" y="2260297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3-line25"/>
          <p:cNvSpPr/>
          <p:nvPr/>
        </p:nvSpPr>
        <p:spPr>
          <a:xfrm>
            <a:off x="2941136" y="2467478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3-line26"/>
          <p:cNvSpPr/>
          <p:nvPr/>
        </p:nvSpPr>
        <p:spPr>
          <a:xfrm>
            <a:off x="2941136" y="2674659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3-line27"/>
          <p:cNvSpPr/>
          <p:nvPr/>
        </p:nvSpPr>
        <p:spPr>
          <a:xfrm>
            <a:off x="2941136" y="2881840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3-line28"/>
          <p:cNvSpPr/>
          <p:nvPr/>
        </p:nvSpPr>
        <p:spPr>
          <a:xfrm>
            <a:off x="2941136" y="3089021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3-line29"/>
          <p:cNvSpPr/>
          <p:nvPr/>
        </p:nvSpPr>
        <p:spPr>
          <a:xfrm>
            <a:off x="2941136" y="3296202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3-line30"/>
          <p:cNvSpPr/>
          <p:nvPr/>
        </p:nvSpPr>
        <p:spPr>
          <a:xfrm>
            <a:off x="2941136" y="3503383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3-line31"/>
          <p:cNvSpPr/>
          <p:nvPr/>
        </p:nvSpPr>
        <p:spPr>
          <a:xfrm>
            <a:off x="2941136" y="3710564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3-line32"/>
          <p:cNvSpPr/>
          <p:nvPr/>
        </p:nvSpPr>
        <p:spPr>
          <a:xfrm>
            <a:off x="2941136" y="3917745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03-rod33"/>
          <p:cNvSpPr/>
          <p:nvPr/>
        </p:nvSpPr>
        <p:spPr>
          <a:xfrm>
            <a:off x="3272625" y="2053116"/>
            <a:ext cx="207181" cy="207181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03-line34"/>
          <p:cNvSpPr/>
          <p:nvPr/>
        </p:nvSpPr>
        <p:spPr>
          <a:xfrm>
            <a:off x="3272625" y="2260297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3-line35"/>
          <p:cNvSpPr/>
          <p:nvPr/>
        </p:nvSpPr>
        <p:spPr>
          <a:xfrm>
            <a:off x="3272625" y="2467478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3-line36"/>
          <p:cNvSpPr/>
          <p:nvPr/>
        </p:nvSpPr>
        <p:spPr>
          <a:xfrm>
            <a:off x="3272625" y="2674659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3-line37"/>
          <p:cNvSpPr/>
          <p:nvPr/>
        </p:nvSpPr>
        <p:spPr>
          <a:xfrm>
            <a:off x="3272625" y="2881840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3-line38"/>
          <p:cNvSpPr/>
          <p:nvPr/>
        </p:nvSpPr>
        <p:spPr>
          <a:xfrm>
            <a:off x="3272625" y="3089021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3-line39"/>
          <p:cNvSpPr/>
          <p:nvPr/>
        </p:nvSpPr>
        <p:spPr>
          <a:xfrm>
            <a:off x="3272625" y="3296202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3-line40"/>
          <p:cNvSpPr/>
          <p:nvPr/>
        </p:nvSpPr>
        <p:spPr>
          <a:xfrm>
            <a:off x="3272625" y="3503383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3-line41"/>
          <p:cNvSpPr/>
          <p:nvPr/>
        </p:nvSpPr>
        <p:spPr>
          <a:xfrm>
            <a:off x="3272625" y="3710564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3-line42"/>
          <p:cNvSpPr/>
          <p:nvPr/>
        </p:nvSpPr>
        <p:spPr>
          <a:xfrm>
            <a:off x="3272625" y="3917745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03-unit43"/>
          <p:cNvSpPr/>
          <p:nvPr/>
        </p:nvSpPr>
        <p:spPr>
          <a:xfrm>
            <a:off x="3604115" y="3865950"/>
            <a:ext cx="207181" cy="20718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03-unit44"/>
          <p:cNvSpPr/>
          <p:nvPr/>
        </p:nvSpPr>
        <p:spPr>
          <a:xfrm>
            <a:off x="3604115" y="3606973"/>
            <a:ext cx="207181" cy="20718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8" name="S03-figure45" descr="십 모형 3개와 일 모형 2개"/>
          <p:cNvSpPr/>
          <p:nvPr/>
        </p:nvSpPr>
        <p:spPr>
          <a:xfrm>
            <a:off x="548640" y="2053116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03-label46"/>
          <p:cNvSpPr txBox="1"/>
          <p:nvPr/>
        </p:nvSpPr>
        <p:spPr>
          <a:xfrm>
            <a:off x="548640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32: 일이 2개뿐</a:t>
            </a:r>
            <a:endParaRPr lang="ko-KR" sz="2600" dirty="0"/>
          </a:p>
        </p:txBody>
      </p:sp>
      <p:sp>
        <p:nvSpPr>
          <p:cNvPr id="40" name="S03-rod47"/>
          <p:cNvSpPr/>
          <p:nvPr/>
        </p:nvSpPr>
        <p:spPr>
          <a:xfrm>
            <a:off x="8211912" y="2053116"/>
            <a:ext cx="207181" cy="207181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1" name="S03-line48"/>
          <p:cNvSpPr/>
          <p:nvPr/>
        </p:nvSpPr>
        <p:spPr>
          <a:xfrm>
            <a:off x="8211912" y="2260297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3-line49"/>
          <p:cNvSpPr/>
          <p:nvPr/>
        </p:nvSpPr>
        <p:spPr>
          <a:xfrm>
            <a:off x="8211912" y="2467478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3-line50"/>
          <p:cNvSpPr/>
          <p:nvPr/>
        </p:nvSpPr>
        <p:spPr>
          <a:xfrm>
            <a:off x="8211912" y="2674659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3-line51"/>
          <p:cNvSpPr/>
          <p:nvPr/>
        </p:nvSpPr>
        <p:spPr>
          <a:xfrm>
            <a:off x="8211912" y="2881840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3-line52"/>
          <p:cNvSpPr/>
          <p:nvPr/>
        </p:nvSpPr>
        <p:spPr>
          <a:xfrm>
            <a:off x="8211912" y="3089021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03-line53"/>
          <p:cNvSpPr/>
          <p:nvPr/>
        </p:nvSpPr>
        <p:spPr>
          <a:xfrm>
            <a:off x="8211912" y="3296202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3-line54"/>
          <p:cNvSpPr/>
          <p:nvPr/>
        </p:nvSpPr>
        <p:spPr>
          <a:xfrm>
            <a:off x="8211912" y="3503383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3-line55"/>
          <p:cNvSpPr/>
          <p:nvPr/>
        </p:nvSpPr>
        <p:spPr>
          <a:xfrm>
            <a:off x="8211912" y="3710564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3-line56"/>
          <p:cNvSpPr/>
          <p:nvPr/>
        </p:nvSpPr>
        <p:spPr>
          <a:xfrm>
            <a:off x="8211912" y="3917745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3-rod57"/>
          <p:cNvSpPr/>
          <p:nvPr/>
        </p:nvSpPr>
        <p:spPr>
          <a:xfrm>
            <a:off x="8543401" y="2053116"/>
            <a:ext cx="207181" cy="207181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1" name="S03-line58"/>
          <p:cNvSpPr/>
          <p:nvPr/>
        </p:nvSpPr>
        <p:spPr>
          <a:xfrm>
            <a:off x="8543401" y="2260297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3-line59"/>
          <p:cNvSpPr/>
          <p:nvPr/>
        </p:nvSpPr>
        <p:spPr>
          <a:xfrm>
            <a:off x="8543401" y="2467478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3-line60"/>
          <p:cNvSpPr/>
          <p:nvPr/>
        </p:nvSpPr>
        <p:spPr>
          <a:xfrm>
            <a:off x="8543401" y="2674659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3-line61"/>
          <p:cNvSpPr/>
          <p:nvPr/>
        </p:nvSpPr>
        <p:spPr>
          <a:xfrm>
            <a:off x="8543401" y="2881840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3-line62"/>
          <p:cNvSpPr/>
          <p:nvPr/>
        </p:nvSpPr>
        <p:spPr>
          <a:xfrm>
            <a:off x="8543401" y="3089021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03-line63"/>
          <p:cNvSpPr/>
          <p:nvPr/>
        </p:nvSpPr>
        <p:spPr>
          <a:xfrm>
            <a:off x="8543401" y="3296202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03-line64"/>
          <p:cNvSpPr/>
          <p:nvPr/>
        </p:nvSpPr>
        <p:spPr>
          <a:xfrm>
            <a:off x="8543401" y="3503383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3-line65"/>
          <p:cNvSpPr/>
          <p:nvPr/>
        </p:nvSpPr>
        <p:spPr>
          <a:xfrm>
            <a:off x="8543401" y="3710564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3-line66"/>
          <p:cNvSpPr/>
          <p:nvPr/>
        </p:nvSpPr>
        <p:spPr>
          <a:xfrm>
            <a:off x="8543401" y="3917745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3-unit67"/>
          <p:cNvSpPr/>
          <p:nvPr/>
        </p:nvSpPr>
        <p:spPr>
          <a:xfrm>
            <a:off x="8874891" y="3865950"/>
            <a:ext cx="207181" cy="20718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1" name="S03-unit68"/>
          <p:cNvSpPr/>
          <p:nvPr/>
        </p:nvSpPr>
        <p:spPr>
          <a:xfrm>
            <a:off x="8874891" y="3606973"/>
            <a:ext cx="207181" cy="20718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2" name="S03-unit69"/>
          <p:cNvSpPr/>
          <p:nvPr/>
        </p:nvSpPr>
        <p:spPr>
          <a:xfrm>
            <a:off x="8874891" y="3347997"/>
            <a:ext cx="207181" cy="20718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3" name="S03-unit70"/>
          <p:cNvSpPr/>
          <p:nvPr/>
        </p:nvSpPr>
        <p:spPr>
          <a:xfrm>
            <a:off x="8874891" y="3089021"/>
            <a:ext cx="207181" cy="20718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4" name="S03-unit71"/>
          <p:cNvSpPr/>
          <p:nvPr/>
        </p:nvSpPr>
        <p:spPr>
          <a:xfrm>
            <a:off x="8874891" y="2830045"/>
            <a:ext cx="207181" cy="20718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5" name="S03-unit72"/>
          <p:cNvSpPr/>
          <p:nvPr/>
        </p:nvSpPr>
        <p:spPr>
          <a:xfrm>
            <a:off x="9144226" y="3865950"/>
            <a:ext cx="207181" cy="20718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6" name="S03-unit73"/>
          <p:cNvSpPr/>
          <p:nvPr/>
        </p:nvSpPr>
        <p:spPr>
          <a:xfrm>
            <a:off x="9144226" y="3606973"/>
            <a:ext cx="207181" cy="20718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7" name="S03-unit74"/>
          <p:cNvSpPr/>
          <p:nvPr/>
        </p:nvSpPr>
        <p:spPr>
          <a:xfrm>
            <a:off x="9144226" y="3347997"/>
            <a:ext cx="207181" cy="20718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8" name="S03-unit75"/>
          <p:cNvSpPr/>
          <p:nvPr/>
        </p:nvSpPr>
        <p:spPr>
          <a:xfrm>
            <a:off x="9144226" y="3089021"/>
            <a:ext cx="207181" cy="20718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9" name="S03-unit76"/>
          <p:cNvSpPr/>
          <p:nvPr/>
        </p:nvSpPr>
        <p:spPr>
          <a:xfrm>
            <a:off x="9144226" y="2830045"/>
            <a:ext cx="207181" cy="20718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0" name="S03-unit77"/>
          <p:cNvSpPr/>
          <p:nvPr/>
        </p:nvSpPr>
        <p:spPr>
          <a:xfrm>
            <a:off x="9413561" y="3865950"/>
            <a:ext cx="207181" cy="20718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1" name="S03-unit78"/>
          <p:cNvSpPr/>
          <p:nvPr/>
        </p:nvSpPr>
        <p:spPr>
          <a:xfrm>
            <a:off x="9413561" y="3606973"/>
            <a:ext cx="207181" cy="20718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2" name="S03-figure79" descr="십 모형 2개와 일 모형 12개"/>
          <p:cNvSpPr/>
          <p:nvPr/>
        </p:nvSpPr>
        <p:spPr>
          <a:xfrm>
            <a:off x="6254496" y="2053116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3" name="S03-label80"/>
          <p:cNvSpPr txBox="1"/>
          <p:nvPr/>
        </p:nvSpPr>
        <p:spPr>
          <a:xfrm>
            <a:off x="6254496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바꾸면 십 2, 일 12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52 − 27도 같아요</a:t>
            </a:r>
            <a:endParaRPr lang="ko-KR" sz="4400" dirty="0"/>
          </a:p>
        </p:txBody>
      </p:sp>
      <p:sp>
        <p:nvSpPr>
          <p:cNvPr id="3" name="S04-text8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52에서 27을 덜어 내요.</a:t>
            </a:r>
            <a:endParaRPr lang="ko-KR" sz="3200" dirty="0"/>
          </a:p>
        </p:txBody>
      </p:sp>
      <p:sp>
        <p:nvSpPr>
          <p:cNvPr id="4" name="S04-card82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83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52 − 27 = 25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 12 − 7 = 5, 십 4 − 2 = 2</a:t>
            </a:r>
            <a:endParaRPr lang="ko-KR" sz="3200" dirty="0"/>
          </a:p>
        </p:txBody>
      </p:sp>
      <p:sp>
        <p:nvSpPr>
          <p:cNvPr id="6" name="S04-rod84"/>
          <p:cNvSpPr/>
          <p:nvPr/>
        </p:nvSpPr>
        <p:spPr>
          <a:xfrm>
            <a:off x="2174566" y="2053116"/>
            <a:ext cx="207181" cy="207181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4-line85"/>
          <p:cNvSpPr/>
          <p:nvPr/>
        </p:nvSpPr>
        <p:spPr>
          <a:xfrm>
            <a:off x="2174566" y="2260297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4-line86"/>
          <p:cNvSpPr/>
          <p:nvPr/>
        </p:nvSpPr>
        <p:spPr>
          <a:xfrm>
            <a:off x="2174566" y="2467478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4-line87"/>
          <p:cNvSpPr/>
          <p:nvPr/>
        </p:nvSpPr>
        <p:spPr>
          <a:xfrm>
            <a:off x="2174566" y="2674659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4-line88"/>
          <p:cNvSpPr/>
          <p:nvPr/>
        </p:nvSpPr>
        <p:spPr>
          <a:xfrm>
            <a:off x="2174566" y="2881840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4-line89"/>
          <p:cNvSpPr/>
          <p:nvPr/>
        </p:nvSpPr>
        <p:spPr>
          <a:xfrm>
            <a:off x="2174566" y="3089021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4-line90"/>
          <p:cNvSpPr/>
          <p:nvPr/>
        </p:nvSpPr>
        <p:spPr>
          <a:xfrm>
            <a:off x="2174566" y="3296202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4-line91"/>
          <p:cNvSpPr/>
          <p:nvPr/>
        </p:nvSpPr>
        <p:spPr>
          <a:xfrm>
            <a:off x="2174566" y="3503383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4-line92"/>
          <p:cNvSpPr/>
          <p:nvPr/>
        </p:nvSpPr>
        <p:spPr>
          <a:xfrm>
            <a:off x="2174566" y="3710564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4-line93"/>
          <p:cNvSpPr/>
          <p:nvPr/>
        </p:nvSpPr>
        <p:spPr>
          <a:xfrm>
            <a:off x="2174566" y="3917745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4-rod94"/>
          <p:cNvSpPr/>
          <p:nvPr/>
        </p:nvSpPr>
        <p:spPr>
          <a:xfrm>
            <a:off x="2506056" y="2053116"/>
            <a:ext cx="207181" cy="207181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4-line95"/>
          <p:cNvSpPr/>
          <p:nvPr/>
        </p:nvSpPr>
        <p:spPr>
          <a:xfrm>
            <a:off x="2506056" y="2260297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4-line96"/>
          <p:cNvSpPr/>
          <p:nvPr/>
        </p:nvSpPr>
        <p:spPr>
          <a:xfrm>
            <a:off x="2506056" y="2467478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4-line97"/>
          <p:cNvSpPr/>
          <p:nvPr/>
        </p:nvSpPr>
        <p:spPr>
          <a:xfrm>
            <a:off x="2506056" y="2674659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4-line98"/>
          <p:cNvSpPr/>
          <p:nvPr/>
        </p:nvSpPr>
        <p:spPr>
          <a:xfrm>
            <a:off x="2506056" y="2881840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4-line99"/>
          <p:cNvSpPr/>
          <p:nvPr/>
        </p:nvSpPr>
        <p:spPr>
          <a:xfrm>
            <a:off x="2506056" y="3089021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4-line100"/>
          <p:cNvSpPr/>
          <p:nvPr/>
        </p:nvSpPr>
        <p:spPr>
          <a:xfrm>
            <a:off x="2506056" y="3296202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4-line101"/>
          <p:cNvSpPr/>
          <p:nvPr/>
        </p:nvSpPr>
        <p:spPr>
          <a:xfrm>
            <a:off x="2506056" y="3503383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4-line102"/>
          <p:cNvSpPr/>
          <p:nvPr/>
        </p:nvSpPr>
        <p:spPr>
          <a:xfrm>
            <a:off x="2506056" y="3710564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4-line103"/>
          <p:cNvSpPr/>
          <p:nvPr/>
        </p:nvSpPr>
        <p:spPr>
          <a:xfrm>
            <a:off x="2506056" y="3917745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04-rod104"/>
          <p:cNvSpPr/>
          <p:nvPr/>
        </p:nvSpPr>
        <p:spPr>
          <a:xfrm>
            <a:off x="2837545" y="2053116"/>
            <a:ext cx="207181" cy="207181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04-line105"/>
          <p:cNvSpPr/>
          <p:nvPr/>
        </p:nvSpPr>
        <p:spPr>
          <a:xfrm>
            <a:off x="2837545" y="2260297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4-line106"/>
          <p:cNvSpPr/>
          <p:nvPr/>
        </p:nvSpPr>
        <p:spPr>
          <a:xfrm>
            <a:off x="2837545" y="2467478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4-line107"/>
          <p:cNvSpPr/>
          <p:nvPr/>
        </p:nvSpPr>
        <p:spPr>
          <a:xfrm>
            <a:off x="2837545" y="2674659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4-line108"/>
          <p:cNvSpPr/>
          <p:nvPr/>
        </p:nvSpPr>
        <p:spPr>
          <a:xfrm>
            <a:off x="2837545" y="2881840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4-line109"/>
          <p:cNvSpPr/>
          <p:nvPr/>
        </p:nvSpPr>
        <p:spPr>
          <a:xfrm>
            <a:off x="2837545" y="3089021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4-line110"/>
          <p:cNvSpPr/>
          <p:nvPr/>
        </p:nvSpPr>
        <p:spPr>
          <a:xfrm>
            <a:off x="2837545" y="3296202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4-line111"/>
          <p:cNvSpPr/>
          <p:nvPr/>
        </p:nvSpPr>
        <p:spPr>
          <a:xfrm>
            <a:off x="2837545" y="3503383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4-line112"/>
          <p:cNvSpPr/>
          <p:nvPr/>
        </p:nvSpPr>
        <p:spPr>
          <a:xfrm>
            <a:off x="2837545" y="3710564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4-line113"/>
          <p:cNvSpPr/>
          <p:nvPr/>
        </p:nvSpPr>
        <p:spPr>
          <a:xfrm>
            <a:off x="2837545" y="3917745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04-rod114"/>
          <p:cNvSpPr/>
          <p:nvPr/>
        </p:nvSpPr>
        <p:spPr>
          <a:xfrm>
            <a:off x="3169035" y="2053116"/>
            <a:ext cx="207181" cy="207181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04-line115"/>
          <p:cNvSpPr/>
          <p:nvPr/>
        </p:nvSpPr>
        <p:spPr>
          <a:xfrm>
            <a:off x="3169035" y="2260297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4-line116"/>
          <p:cNvSpPr/>
          <p:nvPr/>
        </p:nvSpPr>
        <p:spPr>
          <a:xfrm>
            <a:off x="3169035" y="2467478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4-line117"/>
          <p:cNvSpPr/>
          <p:nvPr/>
        </p:nvSpPr>
        <p:spPr>
          <a:xfrm>
            <a:off x="3169035" y="2674659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4-line118"/>
          <p:cNvSpPr/>
          <p:nvPr/>
        </p:nvSpPr>
        <p:spPr>
          <a:xfrm>
            <a:off x="3169035" y="2881840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4-line119"/>
          <p:cNvSpPr/>
          <p:nvPr/>
        </p:nvSpPr>
        <p:spPr>
          <a:xfrm>
            <a:off x="3169035" y="3089021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4-line120"/>
          <p:cNvSpPr/>
          <p:nvPr/>
        </p:nvSpPr>
        <p:spPr>
          <a:xfrm>
            <a:off x="3169035" y="3296202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4-line121"/>
          <p:cNvSpPr/>
          <p:nvPr/>
        </p:nvSpPr>
        <p:spPr>
          <a:xfrm>
            <a:off x="3169035" y="3503383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4-line122"/>
          <p:cNvSpPr/>
          <p:nvPr/>
        </p:nvSpPr>
        <p:spPr>
          <a:xfrm>
            <a:off x="3169035" y="3710564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4-line123"/>
          <p:cNvSpPr/>
          <p:nvPr/>
        </p:nvSpPr>
        <p:spPr>
          <a:xfrm>
            <a:off x="3169035" y="3917745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04-unit124"/>
          <p:cNvSpPr/>
          <p:nvPr/>
        </p:nvSpPr>
        <p:spPr>
          <a:xfrm>
            <a:off x="3500524" y="3865950"/>
            <a:ext cx="207181" cy="20718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7" name="S04-unit125"/>
          <p:cNvSpPr/>
          <p:nvPr/>
        </p:nvSpPr>
        <p:spPr>
          <a:xfrm>
            <a:off x="3500524" y="3606973"/>
            <a:ext cx="207181" cy="20718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8" name="S04-unit126"/>
          <p:cNvSpPr/>
          <p:nvPr/>
        </p:nvSpPr>
        <p:spPr>
          <a:xfrm>
            <a:off x="3500524" y="3347997"/>
            <a:ext cx="207181" cy="20718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9" name="S04-unit127"/>
          <p:cNvSpPr/>
          <p:nvPr/>
        </p:nvSpPr>
        <p:spPr>
          <a:xfrm>
            <a:off x="3500524" y="3089021"/>
            <a:ext cx="207181" cy="20718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0" name="S04-unit128"/>
          <p:cNvSpPr/>
          <p:nvPr/>
        </p:nvSpPr>
        <p:spPr>
          <a:xfrm>
            <a:off x="3500524" y="2830045"/>
            <a:ext cx="207181" cy="20718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1" name="S04-unit129"/>
          <p:cNvSpPr/>
          <p:nvPr/>
        </p:nvSpPr>
        <p:spPr>
          <a:xfrm>
            <a:off x="3769859" y="3865950"/>
            <a:ext cx="207181" cy="20718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2" name="S04-unit130"/>
          <p:cNvSpPr/>
          <p:nvPr/>
        </p:nvSpPr>
        <p:spPr>
          <a:xfrm>
            <a:off x="3769859" y="3606973"/>
            <a:ext cx="207181" cy="20718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3" name="S04-unit131"/>
          <p:cNvSpPr/>
          <p:nvPr/>
        </p:nvSpPr>
        <p:spPr>
          <a:xfrm>
            <a:off x="3769859" y="3347997"/>
            <a:ext cx="207181" cy="20718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4" name="S04-unit132"/>
          <p:cNvSpPr/>
          <p:nvPr/>
        </p:nvSpPr>
        <p:spPr>
          <a:xfrm>
            <a:off x="3769859" y="3089021"/>
            <a:ext cx="207181" cy="20718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5" name="S04-unit133"/>
          <p:cNvSpPr/>
          <p:nvPr/>
        </p:nvSpPr>
        <p:spPr>
          <a:xfrm>
            <a:off x="3769859" y="2830045"/>
            <a:ext cx="207181" cy="20718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6" name="S04-unit134"/>
          <p:cNvSpPr/>
          <p:nvPr/>
        </p:nvSpPr>
        <p:spPr>
          <a:xfrm>
            <a:off x="4039195" y="3865950"/>
            <a:ext cx="207181" cy="20718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7" name="S04-unit135"/>
          <p:cNvSpPr/>
          <p:nvPr/>
        </p:nvSpPr>
        <p:spPr>
          <a:xfrm>
            <a:off x="4039195" y="3606973"/>
            <a:ext cx="207181" cy="20718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8" name="S04-figure136" descr="십 모형 4개와 일 모형 12개"/>
          <p:cNvSpPr/>
          <p:nvPr/>
        </p:nvSpPr>
        <p:spPr>
          <a:xfrm>
            <a:off x="548640" y="2053116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9" name="S04-label137"/>
          <p:cNvSpPr txBox="1"/>
          <p:nvPr/>
        </p:nvSpPr>
        <p:spPr>
          <a:xfrm>
            <a:off x="548640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52를 바꾸면</a:t>
            </a:r>
            <a:endParaRPr lang="ko-KR" sz="2600" dirty="0"/>
          </a:p>
        </p:txBody>
      </p:sp>
      <p:sp>
        <p:nvSpPr>
          <p:cNvPr id="60" name="S04-rod138"/>
          <p:cNvSpPr/>
          <p:nvPr/>
        </p:nvSpPr>
        <p:spPr>
          <a:xfrm>
            <a:off x="8481247" y="2053116"/>
            <a:ext cx="207181" cy="207181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1" name="S04-line139"/>
          <p:cNvSpPr/>
          <p:nvPr/>
        </p:nvSpPr>
        <p:spPr>
          <a:xfrm>
            <a:off x="8481247" y="2260297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04-line140"/>
          <p:cNvSpPr/>
          <p:nvPr/>
        </p:nvSpPr>
        <p:spPr>
          <a:xfrm>
            <a:off x="8481247" y="2467478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4-line141"/>
          <p:cNvSpPr/>
          <p:nvPr/>
        </p:nvSpPr>
        <p:spPr>
          <a:xfrm>
            <a:off x="8481247" y="2674659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4-line142"/>
          <p:cNvSpPr/>
          <p:nvPr/>
        </p:nvSpPr>
        <p:spPr>
          <a:xfrm>
            <a:off x="8481247" y="2881840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4-line143"/>
          <p:cNvSpPr/>
          <p:nvPr/>
        </p:nvSpPr>
        <p:spPr>
          <a:xfrm>
            <a:off x="8481247" y="3089021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04-line144"/>
          <p:cNvSpPr/>
          <p:nvPr/>
        </p:nvSpPr>
        <p:spPr>
          <a:xfrm>
            <a:off x="8481247" y="3296202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7" name="S04-line145"/>
          <p:cNvSpPr/>
          <p:nvPr/>
        </p:nvSpPr>
        <p:spPr>
          <a:xfrm>
            <a:off x="8481247" y="3503383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8" name="S04-line146"/>
          <p:cNvSpPr/>
          <p:nvPr/>
        </p:nvSpPr>
        <p:spPr>
          <a:xfrm>
            <a:off x="8481247" y="3710564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9" name="S04-line147"/>
          <p:cNvSpPr/>
          <p:nvPr/>
        </p:nvSpPr>
        <p:spPr>
          <a:xfrm>
            <a:off x="8481247" y="3917745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0" name="S04-rod148"/>
          <p:cNvSpPr/>
          <p:nvPr/>
        </p:nvSpPr>
        <p:spPr>
          <a:xfrm>
            <a:off x="8812736" y="2053116"/>
            <a:ext cx="207181" cy="207181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1" name="S04-line149"/>
          <p:cNvSpPr/>
          <p:nvPr/>
        </p:nvSpPr>
        <p:spPr>
          <a:xfrm>
            <a:off x="8812736" y="2260297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2" name="S04-line150"/>
          <p:cNvSpPr/>
          <p:nvPr/>
        </p:nvSpPr>
        <p:spPr>
          <a:xfrm>
            <a:off x="8812736" y="2467478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3" name="S04-line151"/>
          <p:cNvSpPr/>
          <p:nvPr/>
        </p:nvSpPr>
        <p:spPr>
          <a:xfrm>
            <a:off x="8812736" y="2674659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4" name="S04-line152"/>
          <p:cNvSpPr/>
          <p:nvPr/>
        </p:nvSpPr>
        <p:spPr>
          <a:xfrm>
            <a:off x="8812736" y="2881840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5" name="S04-line153"/>
          <p:cNvSpPr/>
          <p:nvPr/>
        </p:nvSpPr>
        <p:spPr>
          <a:xfrm>
            <a:off x="8812736" y="3089021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6" name="S04-line154"/>
          <p:cNvSpPr/>
          <p:nvPr/>
        </p:nvSpPr>
        <p:spPr>
          <a:xfrm>
            <a:off x="8812736" y="3296202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7" name="S04-line155"/>
          <p:cNvSpPr/>
          <p:nvPr/>
        </p:nvSpPr>
        <p:spPr>
          <a:xfrm>
            <a:off x="8812736" y="3503383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8" name="S04-line156"/>
          <p:cNvSpPr/>
          <p:nvPr/>
        </p:nvSpPr>
        <p:spPr>
          <a:xfrm>
            <a:off x="8812736" y="3710564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9" name="S04-line157"/>
          <p:cNvSpPr/>
          <p:nvPr/>
        </p:nvSpPr>
        <p:spPr>
          <a:xfrm>
            <a:off x="8812736" y="3917745"/>
            <a:ext cx="20718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0" name="S04-unit158"/>
          <p:cNvSpPr/>
          <p:nvPr/>
        </p:nvSpPr>
        <p:spPr>
          <a:xfrm>
            <a:off x="9144226" y="3865950"/>
            <a:ext cx="207181" cy="20718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1" name="S04-unit159"/>
          <p:cNvSpPr/>
          <p:nvPr/>
        </p:nvSpPr>
        <p:spPr>
          <a:xfrm>
            <a:off x="9144226" y="3606973"/>
            <a:ext cx="207181" cy="20718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2" name="S04-unit160"/>
          <p:cNvSpPr/>
          <p:nvPr/>
        </p:nvSpPr>
        <p:spPr>
          <a:xfrm>
            <a:off x="9144226" y="3347997"/>
            <a:ext cx="207181" cy="20718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3" name="S04-unit161"/>
          <p:cNvSpPr/>
          <p:nvPr/>
        </p:nvSpPr>
        <p:spPr>
          <a:xfrm>
            <a:off x="9144226" y="3089021"/>
            <a:ext cx="207181" cy="20718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4" name="S04-unit162"/>
          <p:cNvSpPr/>
          <p:nvPr/>
        </p:nvSpPr>
        <p:spPr>
          <a:xfrm>
            <a:off x="9144226" y="2830045"/>
            <a:ext cx="207181" cy="20718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5" name="S04-figure163" descr="십 모형 2개와 일 모형 5개"/>
          <p:cNvSpPr/>
          <p:nvPr/>
        </p:nvSpPr>
        <p:spPr>
          <a:xfrm>
            <a:off x="6254496" y="2053116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6" name="S04-label164"/>
          <p:cNvSpPr txBox="1"/>
          <p:nvPr/>
        </p:nvSpPr>
        <p:spPr>
          <a:xfrm>
            <a:off x="6254496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27을 빼면 25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세로셈으로 빼요</a:t>
            </a:r>
            <a:endParaRPr lang="ko-KR" sz="4400" dirty="0"/>
          </a:p>
        </p:txBody>
      </p:sp>
      <p:sp>
        <p:nvSpPr>
          <p:cNvPr id="3" name="S05-text16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52 − 27을 세로셈으로 해요.</a:t>
            </a:r>
            <a:endParaRPr lang="ko-KR" sz="3200" dirty="0"/>
          </a:p>
        </p:txBody>
      </p:sp>
      <p:sp>
        <p:nvSpPr>
          <p:cNvPr id="4" name="S05-card16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16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고친 십의 자리 숫자로 빼요.</a:t>
            </a:r>
            <a:endParaRPr lang="ko-KR" sz="3200" dirty="0"/>
          </a:p>
        </p:txBody>
      </p:sp>
      <p:graphicFrame>
        <p:nvGraphicFramePr>
          <p:cNvPr id="6" name="S05-table16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956469" y="2042160"/>
          <a:ext cx="329184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097280"/>
                <a:gridCol w="1097280"/>
              </a:tblGrid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−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05-stepno169"/>
          <p:cNvSpPr txBox="1"/>
          <p:nvPr/>
        </p:nvSpPr>
        <p:spPr>
          <a:xfrm>
            <a:off x="548640" y="22219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05-text170"/>
          <p:cNvSpPr txBox="1"/>
          <p:nvPr/>
        </p:nvSpPr>
        <p:spPr>
          <a:xfrm>
            <a:off x="1325880" y="2221992"/>
            <a:ext cx="58728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일: 2에서 7을 뺄 수 없어요.</a:t>
            </a:r>
            <a:endParaRPr lang="ko-KR" sz="2600" dirty="0"/>
          </a:p>
        </p:txBody>
      </p:sp>
      <p:sp>
        <p:nvSpPr>
          <p:cNvPr id="9" name="S05-stepno171"/>
          <p:cNvSpPr txBox="1"/>
          <p:nvPr/>
        </p:nvSpPr>
        <p:spPr>
          <a:xfrm>
            <a:off x="548640" y="29352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05-text172"/>
          <p:cNvSpPr txBox="1"/>
          <p:nvPr/>
        </p:nvSpPr>
        <p:spPr>
          <a:xfrm>
            <a:off x="1325880" y="2935224"/>
            <a:ext cx="58728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5를 4로 고치고, 일 위에 10을 써요.</a:t>
            </a:r>
            <a:endParaRPr lang="ko-KR" sz="2600" dirty="0"/>
          </a:p>
        </p:txBody>
      </p:sp>
      <p:sp>
        <p:nvSpPr>
          <p:cNvPr id="11" name="S05-stepno173"/>
          <p:cNvSpPr txBox="1"/>
          <p:nvPr/>
        </p:nvSpPr>
        <p:spPr>
          <a:xfrm>
            <a:off x="548640" y="36484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05-text174"/>
          <p:cNvSpPr txBox="1"/>
          <p:nvPr/>
        </p:nvSpPr>
        <p:spPr>
          <a:xfrm>
            <a:off x="1325880" y="3648456"/>
            <a:ext cx="58728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일: 12 − 7 = 5</a:t>
            </a:r>
            <a:endParaRPr lang="ko-KR" sz="2600" dirty="0"/>
          </a:p>
        </p:txBody>
      </p:sp>
      <p:sp>
        <p:nvSpPr>
          <p:cNvPr id="13" name="S05-stepno175"/>
          <p:cNvSpPr txBox="1"/>
          <p:nvPr/>
        </p:nvSpPr>
        <p:spPr>
          <a:xfrm>
            <a:off x="548640" y="43616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4" name="S05-text176"/>
          <p:cNvSpPr txBox="1"/>
          <p:nvPr/>
        </p:nvSpPr>
        <p:spPr>
          <a:xfrm>
            <a:off x="1325880" y="4361688"/>
            <a:ext cx="58728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십: 4 − 2 = 2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세로셈 해 보기</a:t>
            </a:r>
            <a:endParaRPr lang="ko-KR" sz="4400" dirty="0"/>
          </a:p>
        </p:txBody>
      </p:sp>
      <p:sp>
        <p:nvSpPr>
          <p:cNvPr id="3" name="S06-text17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세로셈으로 계산해요.</a:t>
            </a:r>
            <a:endParaRPr lang="ko-KR" sz="3200" dirty="0"/>
          </a:p>
        </p:txBody>
      </p:sp>
      <p:sp>
        <p:nvSpPr>
          <p:cNvPr id="4" name="S06-card17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6-cardtext17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뺄 수 없으면 십 1개를 일 10개로 바꿔요.</a:t>
            </a:r>
            <a:endParaRPr lang="ko-KR" sz="3200" dirty="0"/>
          </a:p>
        </p:txBody>
      </p:sp>
      <p:graphicFrame>
        <p:nvGraphicFramePr>
          <p:cNvPr id="7" name="S06-table18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2914" y="2087499"/>
          <a:ext cx="329184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097280"/>
                <a:gridCol w="1097280"/>
              </a:tblGrid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−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06-label181"/>
          <p:cNvSpPr txBox="1"/>
          <p:nvPr/>
        </p:nvSpPr>
        <p:spPr>
          <a:xfrm>
            <a:off x="6277356" y="4674870"/>
            <a:ext cx="536295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②를 세로셈으로</a:t>
            </a:r>
            <a:endParaRPr lang="ko-KR" sz="2600" dirty="0"/>
          </a:p>
        </p:txBody>
      </p:sp>
      <p:sp>
        <p:nvSpPr>
          <p:cNvPr id="8" name="S06-chip182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9" name="S06-eqtext183"/>
          <p:cNvSpPr txBox="1"/>
          <p:nvPr/>
        </p:nvSpPr>
        <p:spPr>
          <a:xfrm>
            <a:off x="1344168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43 − 8 = □</a:t>
            </a:r>
            <a:endParaRPr lang="ko-KR" sz="3600" dirty="0"/>
          </a:p>
        </p:txBody>
      </p:sp>
      <p:sp>
        <p:nvSpPr>
          <p:cNvPr id="10" name="S06-chip184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11" name="S06-eqtext185"/>
          <p:cNvSpPr txBox="1"/>
          <p:nvPr/>
        </p:nvSpPr>
        <p:spPr>
          <a:xfrm>
            <a:off x="1344168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61 − 25 = □</a:t>
            </a:r>
            <a:endParaRPr lang="ko-KR" sz="3600" dirty="0"/>
          </a:p>
        </p:txBody>
      </p:sp>
      <p:sp>
        <p:nvSpPr>
          <p:cNvPr id="12" name="S06-chip186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3" name="S06-eqtext187"/>
          <p:cNvSpPr txBox="1"/>
          <p:nvPr/>
        </p:nvSpPr>
        <p:spPr>
          <a:xfrm>
            <a:off x="1344168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84 − 39 = □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400" dirty="0"/>
          </a:p>
        </p:txBody>
      </p:sp>
      <p:sp>
        <p:nvSpPr>
          <p:cNvPr id="3" name="S07-card188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189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52 − 27을 했어요.</a:t>
            </a:r>
            <a:endParaRPr lang="ko-KR" sz="3200" dirty="0"/>
          </a:p>
        </p:txBody>
      </p:sp>
      <p:sp>
        <p:nvSpPr>
          <p:cNvPr id="5" name="S07-card19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7-cardtext19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왜 그럴까요?</a:t>
            </a:r>
            <a:endParaRPr lang="ko-KR" sz="3200" dirty="0"/>
          </a:p>
        </p:txBody>
      </p:sp>
      <p:sp>
        <p:nvSpPr>
          <p:cNvPr id="7" name="S07-chip192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35</a:t>
            </a:r>
            <a:endParaRPr lang="ko-KR" sz="2600" dirty="0"/>
          </a:p>
        </p:txBody>
      </p:sp>
      <p:sp>
        <p:nvSpPr>
          <p:cNvPr id="8" name="S07-text193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일의 자리는 7 − 2 = 5,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십의 자리는 5 − 2 = 3</a:t>
            </a:r>
            <a:endParaRPr lang="ko-KR" sz="3200" dirty="0"/>
          </a:p>
        </p:txBody>
      </p:sp>
      <p:sp>
        <p:nvSpPr>
          <p:cNvPr id="9" name="S07-chip194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25</a:t>
            </a:r>
            <a:endParaRPr lang="ko-KR" sz="2600" dirty="0"/>
          </a:p>
        </p:txBody>
      </p:sp>
      <p:sp>
        <p:nvSpPr>
          <p:cNvPr id="10" name="S07-text195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 1개를 일 10개로 바꿔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12 − 7 = 5, 4 − 2 = 2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0에서 빼기</a:t>
            </a:r>
            <a:endParaRPr lang="ko-KR" sz="4400" dirty="0"/>
          </a:p>
        </p:txBody>
      </p:sp>
      <p:sp>
        <p:nvSpPr>
          <p:cNvPr id="3" name="S08-text19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40 − 16을 세로셈으로 해요.</a:t>
            </a:r>
            <a:endParaRPr lang="ko-KR" sz="3200" dirty="0"/>
          </a:p>
        </p:txBody>
      </p:sp>
      <p:sp>
        <p:nvSpPr>
          <p:cNvPr id="4" name="S08-card19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19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0에서 뺄 때도 받아내림을 해요.</a:t>
            </a:r>
            <a:endParaRPr lang="ko-KR" sz="3200" dirty="0"/>
          </a:p>
        </p:txBody>
      </p:sp>
      <p:graphicFrame>
        <p:nvGraphicFramePr>
          <p:cNvPr id="9" name="S08-table19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956469" y="2042160"/>
          <a:ext cx="329184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097280"/>
                <a:gridCol w="1097280"/>
              </a:tblGrid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−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08-stepno200"/>
          <p:cNvSpPr txBox="1"/>
          <p:nvPr/>
        </p:nvSpPr>
        <p:spPr>
          <a:xfrm>
            <a:off x="548640" y="235712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08-text201"/>
          <p:cNvSpPr txBox="1"/>
          <p:nvPr/>
        </p:nvSpPr>
        <p:spPr>
          <a:xfrm>
            <a:off x="1325880" y="2357120"/>
            <a:ext cx="58728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일: 0에서 6을 뺄 수 없어요.</a:t>
            </a:r>
            <a:endParaRPr lang="ko-KR" sz="3200" dirty="0"/>
          </a:p>
        </p:txBody>
      </p:sp>
      <p:sp>
        <p:nvSpPr>
          <p:cNvPr id="9" name="S08-stepno202"/>
          <p:cNvSpPr txBox="1"/>
          <p:nvPr/>
        </p:nvSpPr>
        <p:spPr>
          <a:xfrm>
            <a:off x="548640" y="31160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08-text203"/>
          <p:cNvSpPr txBox="1"/>
          <p:nvPr/>
        </p:nvSpPr>
        <p:spPr>
          <a:xfrm>
            <a:off x="1325880" y="3070352"/>
            <a:ext cx="5872825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4를 3으로 고치고,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 위에 10을 써요.</a:t>
            </a:r>
            <a:endParaRPr lang="ko-KR" sz="3200" dirty="0"/>
          </a:p>
        </p:txBody>
      </p:sp>
      <p:sp>
        <p:nvSpPr>
          <p:cNvPr id="11" name="S08-stepno204"/>
          <p:cNvSpPr txBox="1"/>
          <p:nvPr/>
        </p:nvSpPr>
        <p:spPr>
          <a:xfrm>
            <a:off x="548640" y="42265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08-text205"/>
          <p:cNvSpPr txBox="1"/>
          <p:nvPr/>
        </p:nvSpPr>
        <p:spPr>
          <a:xfrm>
            <a:off x="1325880" y="4226560"/>
            <a:ext cx="58728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일: 10 − 6 = 4, 십: 3 − 1 = 2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여러 가지 뺄셈</a:t>
            </a:r>
            <a:endParaRPr lang="ko-KR" sz="4400" dirty="0"/>
          </a:p>
        </p:txBody>
      </p:sp>
      <p:sp>
        <p:nvSpPr>
          <p:cNvPr id="3" name="S09-text20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칸 공책에 세로셈으로 계산해요.</a:t>
            </a:r>
            <a:endParaRPr lang="ko-KR" sz="3200" dirty="0"/>
          </a:p>
        </p:txBody>
      </p:sp>
      <p:sp>
        <p:nvSpPr>
          <p:cNvPr id="4" name="S09-card20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9-cardtext20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받아내림을 하면 십의 자리 숫자가 1 작아져요.</a:t>
            </a:r>
            <a:endParaRPr lang="ko-KR" sz="3200" dirty="0"/>
          </a:p>
        </p:txBody>
      </p:sp>
      <p:sp>
        <p:nvSpPr>
          <p:cNvPr id="6" name="S09-chip209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9-eqtext210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33 − 7 = □</a:t>
            </a:r>
            <a:endParaRPr lang="ko-KR" sz="3600" dirty="0"/>
          </a:p>
        </p:txBody>
      </p:sp>
      <p:sp>
        <p:nvSpPr>
          <p:cNvPr id="8" name="S09-chip211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9-eqtext212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80 − 45 = □</a:t>
            </a:r>
            <a:endParaRPr lang="ko-KR" sz="3600" dirty="0"/>
          </a:p>
        </p:txBody>
      </p:sp>
      <p:sp>
        <p:nvSpPr>
          <p:cNvPr id="10" name="S09-chip213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9-eqtext214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62 − 29 = □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0-text21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세로셈으로 풀고, 받아내림을 말해요.</a:t>
            </a:r>
            <a:endParaRPr lang="ko-KR" sz="3200" dirty="0"/>
          </a:p>
        </p:txBody>
      </p:sp>
      <p:sp>
        <p:nvSpPr>
          <p:cNvPr id="4" name="S10-chip216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10-eqtext217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54 − 9 = □</a:t>
            </a:r>
            <a:endParaRPr lang="ko-KR" sz="3600" dirty="0"/>
          </a:p>
        </p:txBody>
      </p:sp>
      <p:sp>
        <p:nvSpPr>
          <p:cNvPr id="6" name="S10-chip218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10-eqtext219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70 − 38 = □</a:t>
            </a:r>
            <a:endParaRPr lang="ko-KR" sz="3600" dirty="0"/>
          </a:p>
        </p:txBody>
      </p:sp>
      <p:sp>
        <p:nvSpPr>
          <p:cNvPr id="8" name="S10-chip220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10-eqtext221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85 − 47 = □</a:t>
            </a:r>
            <a:endParaRPr lang="ko-KR" sz="3600" dirty="0"/>
          </a:p>
        </p:txBody>
      </p:sp>
      <p:sp>
        <p:nvSpPr>
          <p:cNvPr id="10" name="S10-chip222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1" name="S10-eqtext223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91 − 56 = □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61과 같은 것은?</a:t>
            </a:r>
            <a:endParaRPr lang="ko-KR" sz="4400" dirty="0"/>
          </a:p>
        </p:txBody>
      </p:sp>
      <p:sp>
        <p:nvSpPr>
          <p:cNvPr id="3" name="S12-text22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61 − 25를 하려고 61을 바꾸었어요.</a:t>
            </a:r>
            <a:endParaRPr lang="ko-KR" sz="3200" dirty="0"/>
          </a:p>
        </p:txBody>
      </p:sp>
      <p:sp>
        <p:nvSpPr>
          <p:cNvPr id="4" name="S12-card22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2-cardtext22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61과 같은 것을 고르고, 까닭을 말해요.</a:t>
            </a:r>
            <a:endParaRPr lang="ko-KR" sz="3200" dirty="0"/>
          </a:p>
        </p:txBody>
      </p:sp>
      <p:sp>
        <p:nvSpPr>
          <p:cNvPr id="6" name="S12-chip227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2-rod228"/>
          <p:cNvSpPr/>
          <p:nvPr/>
        </p:nvSpPr>
        <p:spPr>
          <a:xfrm>
            <a:off x="1078382" y="2912364"/>
            <a:ext cx="201168" cy="20116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12-line229"/>
          <p:cNvSpPr/>
          <p:nvPr/>
        </p:nvSpPr>
        <p:spPr>
          <a:xfrm>
            <a:off x="1078382" y="311353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12-line230"/>
          <p:cNvSpPr/>
          <p:nvPr/>
        </p:nvSpPr>
        <p:spPr>
          <a:xfrm>
            <a:off x="1078382" y="331470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12-line231"/>
          <p:cNvSpPr/>
          <p:nvPr/>
        </p:nvSpPr>
        <p:spPr>
          <a:xfrm>
            <a:off x="1078382" y="351586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12-line232"/>
          <p:cNvSpPr/>
          <p:nvPr/>
        </p:nvSpPr>
        <p:spPr>
          <a:xfrm>
            <a:off x="1078382" y="371703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12-line233"/>
          <p:cNvSpPr/>
          <p:nvPr/>
        </p:nvSpPr>
        <p:spPr>
          <a:xfrm>
            <a:off x="1078382" y="3918204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12-line234"/>
          <p:cNvSpPr/>
          <p:nvPr/>
        </p:nvSpPr>
        <p:spPr>
          <a:xfrm>
            <a:off x="1078382" y="411937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12-line235"/>
          <p:cNvSpPr/>
          <p:nvPr/>
        </p:nvSpPr>
        <p:spPr>
          <a:xfrm>
            <a:off x="1078382" y="432054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12-line236"/>
          <p:cNvSpPr/>
          <p:nvPr/>
        </p:nvSpPr>
        <p:spPr>
          <a:xfrm>
            <a:off x="1078382" y="452170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12-line237"/>
          <p:cNvSpPr/>
          <p:nvPr/>
        </p:nvSpPr>
        <p:spPr>
          <a:xfrm>
            <a:off x="1078382" y="472287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12-rod238"/>
          <p:cNvSpPr/>
          <p:nvPr/>
        </p:nvSpPr>
        <p:spPr>
          <a:xfrm>
            <a:off x="1400251" y="2912364"/>
            <a:ext cx="201168" cy="20116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12-line239"/>
          <p:cNvSpPr/>
          <p:nvPr/>
        </p:nvSpPr>
        <p:spPr>
          <a:xfrm>
            <a:off x="1400251" y="311353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12-line240"/>
          <p:cNvSpPr/>
          <p:nvPr/>
        </p:nvSpPr>
        <p:spPr>
          <a:xfrm>
            <a:off x="1400251" y="331470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12-line241"/>
          <p:cNvSpPr/>
          <p:nvPr/>
        </p:nvSpPr>
        <p:spPr>
          <a:xfrm>
            <a:off x="1400251" y="351586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12-line242"/>
          <p:cNvSpPr/>
          <p:nvPr/>
        </p:nvSpPr>
        <p:spPr>
          <a:xfrm>
            <a:off x="1400251" y="371703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12-line243"/>
          <p:cNvSpPr/>
          <p:nvPr/>
        </p:nvSpPr>
        <p:spPr>
          <a:xfrm>
            <a:off x="1400251" y="3918204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12-line244"/>
          <p:cNvSpPr/>
          <p:nvPr/>
        </p:nvSpPr>
        <p:spPr>
          <a:xfrm>
            <a:off x="1400251" y="411937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12-line245"/>
          <p:cNvSpPr/>
          <p:nvPr/>
        </p:nvSpPr>
        <p:spPr>
          <a:xfrm>
            <a:off x="1400251" y="432054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12-line246"/>
          <p:cNvSpPr/>
          <p:nvPr/>
        </p:nvSpPr>
        <p:spPr>
          <a:xfrm>
            <a:off x="1400251" y="452170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12-line247"/>
          <p:cNvSpPr/>
          <p:nvPr/>
        </p:nvSpPr>
        <p:spPr>
          <a:xfrm>
            <a:off x="1400251" y="472287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12-rod248"/>
          <p:cNvSpPr/>
          <p:nvPr/>
        </p:nvSpPr>
        <p:spPr>
          <a:xfrm>
            <a:off x="1722120" y="2912364"/>
            <a:ext cx="201168" cy="20116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12-line249"/>
          <p:cNvSpPr/>
          <p:nvPr/>
        </p:nvSpPr>
        <p:spPr>
          <a:xfrm>
            <a:off x="1722120" y="311353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12-line250"/>
          <p:cNvSpPr/>
          <p:nvPr/>
        </p:nvSpPr>
        <p:spPr>
          <a:xfrm>
            <a:off x="1722120" y="331470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12-line251"/>
          <p:cNvSpPr/>
          <p:nvPr/>
        </p:nvSpPr>
        <p:spPr>
          <a:xfrm>
            <a:off x="1722120" y="351586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12-line252"/>
          <p:cNvSpPr/>
          <p:nvPr/>
        </p:nvSpPr>
        <p:spPr>
          <a:xfrm>
            <a:off x="1722120" y="371703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12-line253"/>
          <p:cNvSpPr/>
          <p:nvPr/>
        </p:nvSpPr>
        <p:spPr>
          <a:xfrm>
            <a:off x="1722120" y="3918204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12-line254"/>
          <p:cNvSpPr/>
          <p:nvPr/>
        </p:nvSpPr>
        <p:spPr>
          <a:xfrm>
            <a:off x="1722120" y="411937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12-line255"/>
          <p:cNvSpPr/>
          <p:nvPr/>
        </p:nvSpPr>
        <p:spPr>
          <a:xfrm>
            <a:off x="1722120" y="432054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12-line256"/>
          <p:cNvSpPr/>
          <p:nvPr/>
        </p:nvSpPr>
        <p:spPr>
          <a:xfrm>
            <a:off x="1722120" y="452170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12-line257"/>
          <p:cNvSpPr/>
          <p:nvPr/>
        </p:nvSpPr>
        <p:spPr>
          <a:xfrm>
            <a:off x="1722120" y="472287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12-rod258"/>
          <p:cNvSpPr/>
          <p:nvPr/>
        </p:nvSpPr>
        <p:spPr>
          <a:xfrm>
            <a:off x="2043989" y="2912364"/>
            <a:ext cx="201168" cy="20116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8" name="S12-line259"/>
          <p:cNvSpPr/>
          <p:nvPr/>
        </p:nvSpPr>
        <p:spPr>
          <a:xfrm>
            <a:off x="2043989" y="311353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12-line260"/>
          <p:cNvSpPr/>
          <p:nvPr/>
        </p:nvSpPr>
        <p:spPr>
          <a:xfrm>
            <a:off x="2043989" y="331470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12-line261"/>
          <p:cNvSpPr/>
          <p:nvPr/>
        </p:nvSpPr>
        <p:spPr>
          <a:xfrm>
            <a:off x="2043989" y="351586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12-line262"/>
          <p:cNvSpPr/>
          <p:nvPr/>
        </p:nvSpPr>
        <p:spPr>
          <a:xfrm>
            <a:off x="2043989" y="371703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12-line263"/>
          <p:cNvSpPr/>
          <p:nvPr/>
        </p:nvSpPr>
        <p:spPr>
          <a:xfrm>
            <a:off x="2043989" y="3918204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12-line264"/>
          <p:cNvSpPr/>
          <p:nvPr/>
        </p:nvSpPr>
        <p:spPr>
          <a:xfrm>
            <a:off x="2043989" y="411937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12-line265"/>
          <p:cNvSpPr/>
          <p:nvPr/>
        </p:nvSpPr>
        <p:spPr>
          <a:xfrm>
            <a:off x="2043989" y="432054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12-line266"/>
          <p:cNvSpPr/>
          <p:nvPr/>
        </p:nvSpPr>
        <p:spPr>
          <a:xfrm>
            <a:off x="2043989" y="452170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12-line267"/>
          <p:cNvSpPr/>
          <p:nvPr/>
        </p:nvSpPr>
        <p:spPr>
          <a:xfrm>
            <a:off x="2043989" y="472287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12-rod268"/>
          <p:cNvSpPr/>
          <p:nvPr/>
        </p:nvSpPr>
        <p:spPr>
          <a:xfrm>
            <a:off x="2365858" y="2912364"/>
            <a:ext cx="201168" cy="20116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8" name="S12-line269"/>
          <p:cNvSpPr/>
          <p:nvPr/>
        </p:nvSpPr>
        <p:spPr>
          <a:xfrm>
            <a:off x="2365858" y="311353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12-line270"/>
          <p:cNvSpPr/>
          <p:nvPr/>
        </p:nvSpPr>
        <p:spPr>
          <a:xfrm>
            <a:off x="2365858" y="331470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12-line271"/>
          <p:cNvSpPr/>
          <p:nvPr/>
        </p:nvSpPr>
        <p:spPr>
          <a:xfrm>
            <a:off x="2365858" y="351586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12-line272"/>
          <p:cNvSpPr/>
          <p:nvPr/>
        </p:nvSpPr>
        <p:spPr>
          <a:xfrm>
            <a:off x="2365858" y="371703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12-line273"/>
          <p:cNvSpPr/>
          <p:nvPr/>
        </p:nvSpPr>
        <p:spPr>
          <a:xfrm>
            <a:off x="2365858" y="3918204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12-line274"/>
          <p:cNvSpPr/>
          <p:nvPr/>
        </p:nvSpPr>
        <p:spPr>
          <a:xfrm>
            <a:off x="2365858" y="411937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12-line275"/>
          <p:cNvSpPr/>
          <p:nvPr/>
        </p:nvSpPr>
        <p:spPr>
          <a:xfrm>
            <a:off x="2365858" y="432054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12-line276"/>
          <p:cNvSpPr/>
          <p:nvPr/>
        </p:nvSpPr>
        <p:spPr>
          <a:xfrm>
            <a:off x="2365858" y="452170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12-line277"/>
          <p:cNvSpPr/>
          <p:nvPr/>
        </p:nvSpPr>
        <p:spPr>
          <a:xfrm>
            <a:off x="2365858" y="472287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12-unit278"/>
          <p:cNvSpPr/>
          <p:nvPr/>
        </p:nvSpPr>
        <p:spPr>
          <a:xfrm>
            <a:off x="2687726" y="467258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8" name="S12-unit279"/>
          <p:cNvSpPr/>
          <p:nvPr/>
        </p:nvSpPr>
        <p:spPr>
          <a:xfrm>
            <a:off x="2687726" y="442112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9" name="S12-unit280"/>
          <p:cNvSpPr/>
          <p:nvPr/>
        </p:nvSpPr>
        <p:spPr>
          <a:xfrm>
            <a:off x="2687726" y="416966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0" name="S12-unit281"/>
          <p:cNvSpPr/>
          <p:nvPr/>
        </p:nvSpPr>
        <p:spPr>
          <a:xfrm>
            <a:off x="2687726" y="391820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1" name="S12-unit282"/>
          <p:cNvSpPr/>
          <p:nvPr/>
        </p:nvSpPr>
        <p:spPr>
          <a:xfrm>
            <a:off x="2687726" y="366674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2" name="S12-unit283"/>
          <p:cNvSpPr/>
          <p:nvPr/>
        </p:nvSpPr>
        <p:spPr>
          <a:xfrm>
            <a:off x="2949245" y="467258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3" name="S12-unit284"/>
          <p:cNvSpPr/>
          <p:nvPr/>
        </p:nvSpPr>
        <p:spPr>
          <a:xfrm>
            <a:off x="2949245" y="442112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4" name="S12-unit285"/>
          <p:cNvSpPr/>
          <p:nvPr/>
        </p:nvSpPr>
        <p:spPr>
          <a:xfrm>
            <a:off x="2949245" y="416966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5" name="S12-unit286"/>
          <p:cNvSpPr/>
          <p:nvPr/>
        </p:nvSpPr>
        <p:spPr>
          <a:xfrm>
            <a:off x="2949245" y="391820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6" name="S12-unit287"/>
          <p:cNvSpPr/>
          <p:nvPr/>
        </p:nvSpPr>
        <p:spPr>
          <a:xfrm>
            <a:off x="2949245" y="366674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7" name="S12-unit288"/>
          <p:cNvSpPr/>
          <p:nvPr/>
        </p:nvSpPr>
        <p:spPr>
          <a:xfrm>
            <a:off x="3210763" y="467258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8" name="S12-figure289" descr="십 모형 5개와 일 모형 11개"/>
          <p:cNvSpPr/>
          <p:nvPr/>
        </p:nvSpPr>
        <p:spPr>
          <a:xfrm>
            <a:off x="548640" y="2912364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12-chip290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70" name="S12-rod291"/>
          <p:cNvSpPr/>
          <p:nvPr/>
        </p:nvSpPr>
        <p:spPr>
          <a:xfrm>
            <a:off x="4736592" y="2912364"/>
            <a:ext cx="201168" cy="20116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1" name="S12-line292"/>
          <p:cNvSpPr/>
          <p:nvPr/>
        </p:nvSpPr>
        <p:spPr>
          <a:xfrm>
            <a:off x="4736592" y="311353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2" name="S12-line293"/>
          <p:cNvSpPr/>
          <p:nvPr/>
        </p:nvSpPr>
        <p:spPr>
          <a:xfrm>
            <a:off x="4736592" y="331470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3" name="S12-line294"/>
          <p:cNvSpPr/>
          <p:nvPr/>
        </p:nvSpPr>
        <p:spPr>
          <a:xfrm>
            <a:off x="4736592" y="351586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4" name="S12-line295"/>
          <p:cNvSpPr/>
          <p:nvPr/>
        </p:nvSpPr>
        <p:spPr>
          <a:xfrm>
            <a:off x="4736592" y="371703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5" name="S12-line296"/>
          <p:cNvSpPr/>
          <p:nvPr/>
        </p:nvSpPr>
        <p:spPr>
          <a:xfrm>
            <a:off x="4736592" y="3918204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6" name="S12-line297"/>
          <p:cNvSpPr/>
          <p:nvPr/>
        </p:nvSpPr>
        <p:spPr>
          <a:xfrm>
            <a:off x="4736592" y="411937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7" name="S12-line298"/>
          <p:cNvSpPr/>
          <p:nvPr/>
        </p:nvSpPr>
        <p:spPr>
          <a:xfrm>
            <a:off x="4736592" y="432054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8" name="S12-line299"/>
          <p:cNvSpPr/>
          <p:nvPr/>
        </p:nvSpPr>
        <p:spPr>
          <a:xfrm>
            <a:off x="4736592" y="452170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9" name="S12-line300"/>
          <p:cNvSpPr/>
          <p:nvPr/>
        </p:nvSpPr>
        <p:spPr>
          <a:xfrm>
            <a:off x="4736592" y="472287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0" name="S12-rod301"/>
          <p:cNvSpPr/>
          <p:nvPr/>
        </p:nvSpPr>
        <p:spPr>
          <a:xfrm>
            <a:off x="5058461" y="2912364"/>
            <a:ext cx="201168" cy="20116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1" name="S12-line302"/>
          <p:cNvSpPr/>
          <p:nvPr/>
        </p:nvSpPr>
        <p:spPr>
          <a:xfrm>
            <a:off x="5058461" y="311353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2" name="S12-line303"/>
          <p:cNvSpPr/>
          <p:nvPr/>
        </p:nvSpPr>
        <p:spPr>
          <a:xfrm>
            <a:off x="5058461" y="331470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3" name="S12-line304"/>
          <p:cNvSpPr/>
          <p:nvPr/>
        </p:nvSpPr>
        <p:spPr>
          <a:xfrm>
            <a:off x="5058461" y="351586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4" name="S12-line305"/>
          <p:cNvSpPr/>
          <p:nvPr/>
        </p:nvSpPr>
        <p:spPr>
          <a:xfrm>
            <a:off x="5058461" y="371703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5" name="S12-line306"/>
          <p:cNvSpPr/>
          <p:nvPr/>
        </p:nvSpPr>
        <p:spPr>
          <a:xfrm>
            <a:off x="5058461" y="3918204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6" name="S12-line307"/>
          <p:cNvSpPr/>
          <p:nvPr/>
        </p:nvSpPr>
        <p:spPr>
          <a:xfrm>
            <a:off x="5058461" y="411937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12-line308"/>
          <p:cNvSpPr/>
          <p:nvPr/>
        </p:nvSpPr>
        <p:spPr>
          <a:xfrm>
            <a:off x="5058461" y="432054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8" name="S12-line309"/>
          <p:cNvSpPr/>
          <p:nvPr/>
        </p:nvSpPr>
        <p:spPr>
          <a:xfrm>
            <a:off x="5058461" y="452170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9" name="S12-line310"/>
          <p:cNvSpPr/>
          <p:nvPr/>
        </p:nvSpPr>
        <p:spPr>
          <a:xfrm>
            <a:off x="5058461" y="472287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0" name="S12-rod311"/>
          <p:cNvSpPr/>
          <p:nvPr/>
        </p:nvSpPr>
        <p:spPr>
          <a:xfrm>
            <a:off x="5380330" y="2912364"/>
            <a:ext cx="201168" cy="20116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1" name="S12-line312"/>
          <p:cNvSpPr/>
          <p:nvPr/>
        </p:nvSpPr>
        <p:spPr>
          <a:xfrm>
            <a:off x="5380330" y="311353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2" name="S12-line313"/>
          <p:cNvSpPr/>
          <p:nvPr/>
        </p:nvSpPr>
        <p:spPr>
          <a:xfrm>
            <a:off x="5380330" y="331470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3" name="S12-line314"/>
          <p:cNvSpPr/>
          <p:nvPr/>
        </p:nvSpPr>
        <p:spPr>
          <a:xfrm>
            <a:off x="5380330" y="351586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4" name="S12-line315"/>
          <p:cNvSpPr/>
          <p:nvPr/>
        </p:nvSpPr>
        <p:spPr>
          <a:xfrm>
            <a:off x="5380330" y="371703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5" name="S12-line316"/>
          <p:cNvSpPr/>
          <p:nvPr/>
        </p:nvSpPr>
        <p:spPr>
          <a:xfrm>
            <a:off x="5380330" y="3918204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6" name="S12-line317"/>
          <p:cNvSpPr/>
          <p:nvPr/>
        </p:nvSpPr>
        <p:spPr>
          <a:xfrm>
            <a:off x="5380330" y="411937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12-line318"/>
          <p:cNvSpPr/>
          <p:nvPr/>
        </p:nvSpPr>
        <p:spPr>
          <a:xfrm>
            <a:off x="5380330" y="432054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8" name="S12-line319"/>
          <p:cNvSpPr/>
          <p:nvPr/>
        </p:nvSpPr>
        <p:spPr>
          <a:xfrm>
            <a:off x="5380330" y="452170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9" name="S12-line320"/>
          <p:cNvSpPr/>
          <p:nvPr/>
        </p:nvSpPr>
        <p:spPr>
          <a:xfrm>
            <a:off x="5380330" y="472287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0" name="S12-rod321"/>
          <p:cNvSpPr/>
          <p:nvPr/>
        </p:nvSpPr>
        <p:spPr>
          <a:xfrm>
            <a:off x="5702198" y="2912364"/>
            <a:ext cx="201168" cy="20116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1" name="S12-line322"/>
          <p:cNvSpPr/>
          <p:nvPr/>
        </p:nvSpPr>
        <p:spPr>
          <a:xfrm>
            <a:off x="5702198" y="311353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2" name="S12-line323"/>
          <p:cNvSpPr/>
          <p:nvPr/>
        </p:nvSpPr>
        <p:spPr>
          <a:xfrm>
            <a:off x="5702198" y="331470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3" name="S12-line324"/>
          <p:cNvSpPr/>
          <p:nvPr/>
        </p:nvSpPr>
        <p:spPr>
          <a:xfrm>
            <a:off x="5702198" y="351586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4" name="S12-line325"/>
          <p:cNvSpPr/>
          <p:nvPr/>
        </p:nvSpPr>
        <p:spPr>
          <a:xfrm>
            <a:off x="5702198" y="371703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5" name="S12-line326"/>
          <p:cNvSpPr/>
          <p:nvPr/>
        </p:nvSpPr>
        <p:spPr>
          <a:xfrm>
            <a:off x="5702198" y="3918204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6" name="S12-line327"/>
          <p:cNvSpPr/>
          <p:nvPr/>
        </p:nvSpPr>
        <p:spPr>
          <a:xfrm>
            <a:off x="5702198" y="411937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12-line328"/>
          <p:cNvSpPr/>
          <p:nvPr/>
        </p:nvSpPr>
        <p:spPr>
          <a:xfrm>
            <a:off x="5702198" y="432054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8" name="S12-line329"/>
          <p:cNvSpPr/>
          <p:nvPr/>
        </p:nvSpPr>
        <p:spPr>
          <a:xfrm>
            <a:off x="5702198" y="452170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9" name="S12-line330"/>
          <p:cNvSpPr/>
          <p:nvPr/>
        </p:nvSpPr>
        <p:spPr>
          <a:xfrm>
            <a:off x="5702198" y="472287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0" name="S12-rod331"/>
          <p:cNvSpPr/>
          <p:nvPr/>
        </p:nvSpPr>
        <p:spPr>
          <a:xfrm>
            <a:off x="6024067" y="2912364"/>
            <a:ext cx="201168" cy="20116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1" name="S12-line332"/>
          <p:cNvSpPr/>
          <p:nvPr/>
        </p:nvSpPr>
        <p:spPr>
          <a:xfrm>
            <a:off x="6024067" y="311353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2" name="S12-line333"/>
          <p:cNvSpPr/>
          <p:nvPr/>
        </p:nvSpPr>
        <p:spPr>
          <a:xfrm>
            <a:off x="6024067" y="331470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3" name="S12-line334"/>
          <p:cNvSpPr/>
          <p:nvPr/>
        </p:nvSpPr>
        <p:spPr>
          <a:xfrm>
            <a:off x="6024067" y="351586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4" name="S12-line335"/>
          <p:cNvSpPr/>
          <p:nvPr/>
        </p:nvSpPr>
        <p:spPr>
          <a:xfrm>
            <a:off x="6024067" y="371703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5" name="S12-line336"/>
          <p:cNvSpPr/>
          <p:nvPr/>
        </p:nvSpPr>
        <p:spPr>
          <a:xfrm>
            <a:off x="6024067" y="3918204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6" name="S12-line337"/>
          <p:cNvSpPr/>
          <p:nvPr/>
        </p:nvSpPr>
        <p:spPr>
          <a:xfrm>
            <a:off x="6024067" y="411937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7" name="S12-line338"/>
          <p:cNvSpPr/>
          <p:nvPr/>
        </p:nvSpPr>
        <p:spPr>
          <a:xfrm>
            <a:off x="6024067" y="432054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8" name="S12-line339"/>
          <p:cNvSpPr/>
          <p:nvPr/>
        </p:nvSpPr>
        <p:spPr>
          <a:xfrm>
            <a:off x="6024067" y="452170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9" name="S12-line340"/>
          <p:cNvSpPr/>
          <p:nvPr/>
        </p:nvSpPr>
        <p:spPr>
          <a:xfrm>
            <a:off x="6024067" y="472287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0" name="S12-rod341"/>
          <p:cNvSpPr/>
          <p:nvPr/>
        </p:nvSpPr>
        <p:spPr>
          <a:xfrm>
            <a:off x="6345936" y="2912364"/>
            <a:ext cx="201168" cy="20116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1" name="S12-line342"/>
          <p:cNvSpPr/>
          <p:nvPr/>
        </p:nvSpPr>
        <p:spPr>
          <a:xfrm>
            <a:off x="6345936" y="311353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2" name="S12-line343"/>
          <p:cNvSpPr/>
          <p:nvPr/>
        </p:nvSpPr>
        <p:spPr>
          <a:xfrm>
            <a:off x="6345936" y="331470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3" name="S12-line344"/>
          <p:cNvSpPr/>
          <p:nvPr/>
        </p:nvSpPr>
        <p:spPr>
          <a:xfrm>
            <a:off x="6345936" y="351586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4" name="S12-line345"/>
          <p:cNvSpPr/>
          <p:nvPr/>
        </p:nvSpPr>
        <p:spPr>
          <a:xfrm>
            <a:off x="6345936" y="371703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5" name="S12-line346"/>
          <p:cNvSpPr/>
          <p:nvPr/>
        </p:nvSpPr>
        <p:spPr>
          <a:xfrm>
            <a:off x="6345936" y="3918204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6" name="S12-line347"/>
          <p:cNvSpPr/>
          <p:nvPr/>
        </p:nvSpPr>
        <p:spPr>
          <a:xfrm>
            <a:off x="6345936" y="411937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7" name="S12-line348"/>
          <p:cNvSpPr/>
          <p:nvPr/>
        </p:nvSpPr>
        <p:spPr>
          <a:xfrm>
            <a:off x="6345936" y="432054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8" name="S12-line349"/>
          <p:cNvSpPr/>
          <p:nvPr/>
        </p:nvSpPr>
        <p:spPr>
          <a:xfrm>
            <a:off x="6345936" y="452170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9" name="S12-line350"/>
          <p:cNvSpPr/>
          <p:nvPr/>
        </p:nvSpPr>
        <p:spPr>
          <a:xfrm>
            <a:off x="6345936" y="472287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0" name="S12-unit351"/>
          <p:cNvSpPr/>
          <p:nvPr/>
        </p:nvSpPr>
        <p:spPr>
          <a:xfrm>
            <a:off x="6667805" y="467258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1" name="S12-unit352"/>
          <p:cNvSpPr/>
          <p:nvPr/>
        </p:nvSpPr>
        <p:spPr>
          <a:xfrm>
            <a:off x="6667805" y="442112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2" name="S12-unit353"/>
          <p:cNvSpPr/>
          <p:nvPr/>
        </p:nvSpPr>
        <p:spPr>
          <a:xfrm>
            <a:off x="6667805" y="416966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3" name="S12-unit354"/>
          <p:cNvSpPr/>
          <p:nvPr/>
        </p:nvSpPr>
        <p:spPr>
          <a:xfrm>
            <a:off x="6667805" y="391820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4" name="S12-unit355"/>
          <p:cNvSpPr/>
          <p:nvPr/>
        </p:nvSpPr>
        <p:spPr>
          <a:xfrm>
            <a:off x="6667805" y="366674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5" name="S12-unit356"/>
          <p:cNvSpPr/>
          <p:nvPr/>
        </p:nvSpPr>
        <p:spPr>
          <a:xfrm>
            <a:off x="6929323" y="467258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6" name="S12-unit357"/>
          <p:cNvSpPr/>
          <p:nvPr/>
        </p:nvSpPr>
        <p:spPr>
          <a:xfrm>
            <a:off x="6929323" y="442112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7" name="S12-unit358"/>
          <p:cNvSpPr/>
          <p:nvPr/>
        </p:nvSpPr>
        <p:spPr>
          <a:xfrm>
            <a:off x="6929323" y="416966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8" name="S12-unit359"/>
          <p:cNvSpPr/>
          <p:nvPr/>
        </p:nvSpPr>
        <p:spPr>
          <a:xfrm>
            <a:off x="6929323" y="391820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9" name="S12-unit360"/>
          <p:cNvSpPr/>
          <p:nvPr/>
        </p:nvSpPr>
        <p:spPr>
          <a:xfrm>
            <a:off x="6929323" y="366674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0" name="S12-unit361"/>
          <p:cNvSpPr/>
          <p:nvPr/>
        </p:nvSpPr>
        <p:spPr>
          <a:xfrm>
            <a:off x="7190842" y="467258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1" name="S12-figure362" descr="십 모형 6개와 일 모형 11개"/>
          <p:cNvSpPr/>
          <p:nvPr/>
        </p:nvSpPr>
        <p:spPr>
          <a:xfrm>
            <a:off x="4367784" y="2912364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2" name="S12-chip363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43" name="S12-rod364"/>
          <p:cNvSpPr/>
          <p:nvPr/>
        </p:nvSpPr>
        <p:spPr>
          <a:xfrm>
            <a:off x="8978189" y="2912364"/>
            <a:ext cx="201168" cy="20116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4" name="S12-line365"/>
          <p:cNvSpPr/>
          <p:nvPr/>
        </p:nvSpPr>
        <p:spPr>
          <a:xfrm>
            <a:off x="8978189" y="311353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5" name="S12-line366"/>
          <p:cNvSpPr/>
          <p:nvPr/>
        </p:nvSpPr>
        <p:spPr>
          <a:xfrm>
            <a:off x="8978189" y="331470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6" name="S12-line367"/>
          <p:cNvSpPr/>
          <p:nvPr/>
        </p:nvSpPr>
        <p:spPr>
          <a:xfrm>
            <a:off x="8978189" y="351586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7" name="S12-line368"/>
          <p:cNvSpPr/>
          <p:nvPr/>
        </p:nvSpPr>
        <p:spPr>
          <a:xfrm>
            <a:off x="8978189" y="371703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8" name="S12-line369"/>
          <p:cNvSpPr/>
          <p:nvPr/>
        </p:nvSpPr>
        <p:spPr>
          <a:xfrm>
            <a:off x="8978189" y="3918204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9" name="S12-line370"/>
          <p:cNvSpPr/>
          <p:nvPr/>
        </p:nvSpPr>
        <p:spPr>
          <a:xfrm>
            <a:off x="8978189" y="411937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0" name="S12-line371"/>
          <p:cNvSpPr/>
          <p:nvPr/>
        </p:nvSpPr>
        <p:spPr>
          <a:xfrm>
            <a:off x="8978189" y="432054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1" name="S12-line372"/>
          <p:cNvSpPr/>
          <p:nvPr/>
        </p:nvSpPr>
        <p:spPr>
          <a:xfrm>
            <a:off x="8978189" y="452170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2" name="S12-line373"/>
          <p:cNvSpPr/>
          <p:nvPr/>
        </p:nvSpPr>
        <p:spPr>
          <a:xfrm>
            <a:off x="8978189" y="472287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3" name="S12-rod374"/>
          <p:cNvSpPr/>
          <p:nvPr/>
        </p:nvSpPr>
        <p:spPr>
          <a:xfrm>
            <a:off x="9300058" y="2912364"/>
            <a:ext cx="201168" cy="20116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4" name="S12-line375"/>
          <p:cNvSpPr/>
          <p:nvPr/>
        </p:nvSpPr>
        <p:spPr>
          <a:xfrm>
            <a:off x="9300058" y="311353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5" name="S12-line376"/>
          <p:cNvSpPr/>
          <p:nvPr/>
        </p:nvSpPr>
        <p:spPr>
          <a:xfrm>
            <a:off x="9300058" y="331470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6" name="S12-line377"/>
          <p:cNvSpPr/>
          <p:nvPr/>
        </p:nvSpPr>
        <p:spPr>
          <a:xfrm>
            <a:off x="9300058" y="351586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7" name="S12-line378"/>
          <p:cNvSpPr/>
          <p:nvPr/>
        </p:nvSpPr>
        <p:spPr>
          <a:xfrm>
            <a:off x="9300058" y="371703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8" name="S12-line379"/>
          <p:cNvSpPr/>
          <p:nvPr/>
        </p:nvSpPr>
        <p:spPr>
          <a:xfrm>
            <a:off x="9300058" y="3918204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9" name="S12-line380"/>
          <p:cNvSpPr/>
          <p:nvPr/>
        </p:nvSpPr>
        <p:spPr>
          <a:xfrm>
            <a:off x="9300058" y="411937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0" name="S12-line381"/>
          <p:cNvSpPr/>
          <p:nvPr/>
        </p:nvSpPr>
        <p:spPr>
          <a:xfrm>
            <a:off x="9300058" y="432054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1" name="S12-line382"/>
          <p:cNvSpPr/>
          <p:nvPr/>
        </p:nvSpPr>
        <p:spPr>
          <a:xfrm>
            <a:off x="9300058" y="452170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2" name="S12-line383"/>
          <p:cNvSpPr/>
          <p:nvPr/>
        </p:nvSpPr>
        <p:spPr>
          <a:xfrm>
            <a:off x="9300058" y="472287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3" name="S12-rod384"/>
          <p:cNvSpPr/>
          <p:nvPr/>
        </p:nvSpPr>
        <p:spPr>
          <a:xfrm>
            <a:off x="9621926" y="2912364"/>
            <a:ext cx="201168" cy="20116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4" name="S12-line385"/>
          <p:cNvSpPr/>
          <p:nvPr/>
        </p:nvSpPr>
        <p:spPr>
          <a:xfrm>
            <a:off x="9621926" y="311353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5" name="S12-line386"/>
          <p:cNvSpPr/>
          <p:nvPr/>
        </p:nvSpPr>
        <p:spPr>
          <a:xfrm>
            <a:off x="9621926" y="331470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6" name="S12-line387"/>
          <p:cNvSpPr/>
          <p:nvPr/>
        </p:nvSpPr>
        <p:spPr>
          <a:xfrm>
            <a:off x="9621926" y="351586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7" name="S12-line388"/>
          <p:cNvSpPr/>
          <p:nvPr/>
        </p:nvSpPr>
        <p:spPr>
          <a:xfrm>
            <a:off x="9621926" y="371703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8" name="S12-line389"/>
          <p:cNvSpPr/>
          <p:nvPr/>
        </p:nvSpPr>
        <p:spPr>
          <a:xfrm>
            <a:off x="9621926" y="3918204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9" name="S12-line390"/>
          <p:cNvSpPr/>
          <p:nvPr/>
        </p:nvSpPr>
        <p:spPr>
          <a:xfrm>
            <a:off x="9621926" y="411937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0" name="S12-line391"/>
          <p:cNvSpPr/>
          <p:nvPr/>
        </p:nvSpPr>
        <p:spPr>
          <a:xfrm>
            <a:off x="9621926" y="432054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1" name="S12-line392"/>
          <p:cNvSpPr/>
          <p:nvPr/>
        </p:nvSpPr>
        <p:spPr>
          <a:xfrm>
            <a:off x="9621926" y="452170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2" name="S12-line393"/>
          <p:cNvSpPr/>
          <p:nvPr/>
        </p:nvSpPr>
        <p:spPr>
          <a:xfrm>
            <a:off x="9621926" y="472287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3" name="S12-rod394"/>
          <p:cNvSpPr/>
          <p:nvPr/>
        </p:nvSpPr>
        <p:spPr>
          <a:xfrm>
            <a:off x="9943795" y="2912364"/>
            <a:ext cx="201168" cy="20116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4" name="S12-line395"/>
          <p:cNvSpPr/>
          <p:nvPr/>
        </p:nvSpPr>
        <p:spPr>
          <a:xfrm>
            <a:off x="9943795" y="311353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5" name="S12-line396"/>
          <p:cNvSpPr/>
          <p:nvPr/>
        </p:nvSpPr>
        <p:spPr>
          <a:xfrm>
            <a:off x="9943795" y="331470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6" name="S12-line397"/>
          <p:cNvSpPr/>
          <p:nvPr/>
        </p:nvSpPr>
        <p:spPr>
          <a:xfrm>
            <a:off x="9943795" y="351586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7" name="S12-line398"/>
          <p:cNvSpPr/>
          <p:nvPr/>
        </p:nvSpPr>
        <p:spPr>
          <a:xfrm>
            <a:off x="9943795" y="371703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8" name="S12-line399"/>
          <p:cNvSpPr/>
          <p:nvPr/>
        </p:nvSpPr>
        <p:spPr>
          <a:xfrm>
            <a:off x="9943795" y="3918204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9" name="S12-line400"/>
          <p:cNvSpPr/>
          <p:nvPr/>
        </p:nvSpPr>
        <p:spPr>
          <a:xfrm>
            <a:off x="9943795" y="411937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0" name="S12-line401"/>
          <p:cNvSpPr/>
          <p:nvPr/>
        </p:nvSpPr>
        <p:spPr>
          <a:xfrm>
            <a:off x="9943795" y="432054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1" name="S12-line402"/>
          <p:cNvSpPr/>
          <p:nvPr/>
        </p:nvSpPr>
        <p:spPr>
          <a:xfrm>
            <a:off x="9943795" y="452170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2" name="S12-line403"/>
          <p:cNvSpPr/>
          <p:nvPr/>
        </p:nvSpPr>
        <p:spPr>
          <a:xfrm>
            <a:off x="9943795" y="472287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3" name="S12-rod404"/>
          <p:cNvSpPr/>
          <p:nvPr/>
        </p:nvSpPr>
        <p:spPr>
          <a:xfrm>
            <a:off x="10265664" y="2912364"/>
            <a:ext cx="201168" cy="20116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4" name="S12-line405"/>
          <p:cNvSpPr/>
          <p:nvPr/>
        </p:nvSpPr>
        <p:spPr>
          <a:xfrm>
            <a:off x="10265664" y="311353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5" name="S12-line406"/>
          <p:cNvSpPr/>
          <p:nvPr/>
        </p:nvSpPr>
        <p:spPr>
          <a:xfrm>
            <a:off x="10265664" y="331470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6" name="S12-line407"/>
          <p:cNvSpPr/>
          <p:nvPr/>
        </p:nvSpPr>
        <p:spPr>
          <a:xfrm>
            <a:off x="10265664" y="351586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7" name="S12-line408"/>
          <p:cNvSpPr/>
          <p:nvPr/>
        </p:nvSpPr>
        <p:spPr>
          <a:xfrm>
            <a:off x="10265664" y="371703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8" name="S12-line409"/>
          <p:cNvSpPr/>
          <p:nvPr/>
        </p:nvSpPr>
        <p:spPr>
          <a:xfrm>
            <a:off x="10265664" y="3918204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9" name="S12-line410"/>
          <p:cNvSpPr/>
          <p:nvPr/>
        </p:nvSpPr>
        <p:spPr>
          <a:xfrm>
            <a:off x="10265664" y="411937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0" name="S12-line411"/>
          <p:cNvSpPr/>
          <p:nvPr/>
        </p:nvSpPr>
        <p:spPr>
          <a:xfrm>
            <a:off x="10265664" y="432054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1" name="S12-line412"/>
          <p:cNvSpPr/>
          <p:nvPr/>
        </p:nvSpPr>
        <p:spPr>
          <a:xfrm>
            <a:off x="10265664" y="452170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2" name="S12-line413"/>
          <p:cNvSpPr/>
          <p:nvPr/>
        </p:nvSpPr>
        <p:spPr>
          <a:xfrm>
            <a:off x="10265664" y="472287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3" name="S12-unit414"/>
          <p:cNvSpPr/>
          <p:nvPr/>
        </p:nvSpPr>
        <p:spPr>
          <a:xfrm>
            <a:off x="10587533" y="467258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4" name="S12-figure415" descr="십 모형 5개와 일 모형 1개"/>
          <p:cNvSpPr/>
          <p:nvPr/>
        </p:nvSpPr>
        <p:spPr>
          <a:xfrm>
            <a:off x="8186928" y="2912364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3-card416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417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뺄 수 없으면 십 1개를 일 10개로 바꿔요.</a:t>
            </a:r>
            <a:endParaRPr lang="ko-KR" sz="3200" dirty="0"/>
          </a:p>
        </p:txBody>
      </p:sp>
      <p:sp>
        <p:nvSpPr>
          <p:cNvPr id="5" name="S13-chip418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십의 자리 숫자 1 줄이기</a:t>
            </a:r>
            <a:endParaRPr lang="ko-KR" sz="2600" dirty="0"/>
          </a:p>
        </p:txBody>
      </p:sp>
      <p:sp>
        <p:nvSpPr>
          <p:cNvPr id="6" name="S13-chip419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아래 숫자에서 위 숫자 빼기</a:t>
            </a:r>
            <a:endParaRPr lang="ko-KR" sz="2600" dirty="0"/>
          </a:p>
        </p:txBody>
      </p:sp>
      <p:sp>
        <p:nvSpPr>
          <p:cNvPr id="7" name="S13-text420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3-eqtext421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42 − 6 = □</a:t>
            </a:r>
            <a:endParaRPr lang="ko-KR" sz="3000" dirty="0"/>
          </a:p>
        </p:txBody>
      </p:sp>
      <p:sp>
        <p:nvSpPr>
          <p:cNvPr id="9" name="S13-eqtext422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60 − 27 = □</a:t>
            </a:r>
            <a:endParaRPr lang="ko-KR" sz="3000" dirty="0"/>
          </a:p>
        </p:txBody>
      </p:sp>
      <p:sp>
        <p:nvSpPr>
          <p:cNvPr id="10" name="S13-eqtext423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73 − 48 = □</a:t>
            </a:r>
            <a:endParaRPr lang="ko-KR" sz="3000" dirty="0"/>
          </a:p>
        </p:txBody>
      </p:sp>
      <p:sp>
        <p:nvSpPr>
          <p:cNvPr id="11" name="S13-text424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덧셈과 뺄셈의 관계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10에서 빼기</a:t>
            </a:r>
            <a:endParaRPr lang="ko-KR" sz="4400" dirty="0"/>
          </a:p>
        </p:txBody>
      </p:sp>
      <p:sp>
        <p:nvSpPr>
          <p:cNvPr id="3" name="S14-text42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13 − 5를 10에서 빼서 계산해요.</a:t>
            </a:r>
            <a:endParaRPr lang="ko-KR" sz="3200" dirty="0"/>
          </a:p>
        </p:txBody>
      </p:sp>
      <p:sp>
        <p:nvSpPr>
          <p:cNvPr id="4" name="S14-card426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4-cardtext427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13 − 5 = 8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10에서 5를 빼고, 남은 3을 더해요.</a:t>
            </a:r>
            <a:endParaRPr lang="ko-KR" sz="3200" dirty="0"/>
          </a:p>
        </p:txBody>
      </p:sp>
      <p:sp>
        <p:nvSpPr>
          <p:cNvPr id="6" name="S14-line428"/>
          <p:cNvSpPr/>
          <p:nvPr/>
        </p:nvSpPr>
        <p:spPr>
          <a:xfrm flipH="1">
            <a:off x="1984650" y="2909464"/>
            <a:ext cx="1256898" cy="359114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7" name="S14-line429"/>
          <p:cNvSpPr/>
          <p:nvPr/>
        </p:nvSpPr>
        <p:spPr>
          <a:xfrm>
            <a:off x="3241548" y="2909464"/>
            <a:ext cx="1256898" cy="359114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8" name="S14-figure430" descr="13을 10과 3으로 가르기"/>
          <p:cNvSpPr txBox="1"/>
          <p:nvPr/>
        </p:nvSpPr>
        <p:spPr>
          <a:xfrm>
            <a:off x="2792656" y="2011680"/>
            <a:ext cx="897784" cy="897784"/>
          </a:xfrm>
          <a:prstGeom prst="ellipse">
            <a:avLst/>
          </a:prstGeom>
          <a:solidFill>
            <a:srgbClr val="FDEBDD"/>
          </a:solidFill>
          <a:ln w="31750">
            <a:solidFill>
              <a:srgbClr val="E976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ko-KR" sz="3500" dirty="0"/>
          </a:p>
        </p:txBody>
      </p:sp>
      <p:sp>
        <p:nvSpPr>
          <p:cNvPr id="9" name="S14-bondpart431"/>
          <p:cNvSpPr txBox="1"/>
          <p:nvPr/>
        </p:nvSpPr>
        <p:spPr>
          <a:xfrm>
            <a:off x="1535758" y="3268578"/>
            <a:ext cx="897784" cy="897784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3500" dirty="0"/>
          </a:p>
        </p:txBody>
      </p:sp>
      <p:sp>
        <p:nvSpPr>
          <p:cNvPr id="10" name="S14-bondpart432"/>
          <p:cNvSpPr txBox="1"/>
          <p:nvPr/>
        </p:nvSpPr>
        <p:spPr>
          <a:xfrm>
            <a:off x="4049554" y="3268578"/>
            <a:ext cx="897784" cy="897784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500" dirty="0"/>
          </a:p>
        </p:txBody>
      </p:sp>
      <p:sp>
        <p:nvSpPr>
          <p:cNvPr id="11" name="S14-label433"/>
          <p:cNvSpPr txBox="1"/>
          <p:nvPr/>
        </p:nvSpPr>
        <p:spPr>
          <a:xfrm>
            <a:off x="548640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13을 10과 3으로</a:t>
            </a:r>
            <a:endParaRPr lang="ko-KR" sz="2600" dirty="0"/>
          </a:p>
        </p:txBody>
      </p:sp>
      <p:sp>
        <p:nvSpPr>
          <p:cNvPr id="12" name="S14-dot434"/>
          <p:cNvSpPr/>
          <p:nvPr/>
        </p:nvSpPr>
        <p:spPr>
          <a:xfrm>
            <a:off x="7363206" y="25335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14-dot435"/>
          <p:cNvSpPr/>
          <p:nvPr/>
        </p:nvSpPr>
        <p:spPr>
          <a:xfrm>
            <a:off x="8049006" y="25335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14-dot436"/>
          <p:cNvSpPr/>
          <p:nvPr/>
        </p:nvSpPr>
        <p:spPr>
          <a:xfrm>
            <a:off x="8734806" y="25335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14-dot437"/>
          <p:cNvSpPr/>
          <p:nvPr/>
        </p:nvSpPr>
        <p:spPr>
          <a:xfrm>
            <a:off x="9420606" y="25335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14-dot438"/>
          <p:cNvSpPr/>
          <p:nvPr/>
        </p:nvSpPr>
        <p:spPr>
          <a:xfrm>
            <a:off x="10106406" y="25335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14-dot439"/>
          <p:cNvSpPr/>
          <p:nvPr/>
        </p:nvSpPr>
        <p:spPr>
          <a:xfrm>
            <a:off x="7363206" y="32193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14-line440"/>
          <p:cNvSpPr/>
          <p:nvPr/>
        </p:nvSpPr>
        <p:spPr>
          <a:xfrm>
            <a:off x="7312182" y="3168299"/>
            <a:ext cx="527243" cy="527243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19" name="S14-line441"/>
          <p:cNvSpPr/>
          <p:nvPr/>
        </p:nvSpPr>
        <p:spPr>
          <a:xfrm flipV="1">
            <a:off x="7312182" y="3168299"/>
            <a:ext cx="527243" cy="527243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0" name="S14-dot442"/>
          <p:cNvSpPr/>
          <p:nvPr/>
        </p:nvSpPr>
        <p:spPr>
          <a:xfrm>
            <a:off x="8049006" y="32193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14-line443"/>
          <p:cNvSpPr/>
          <p:nvPr/>
        </p:nvSpPr>
        <p:spPr>
          <a:xfrm>
            <a:off x="7997982" y="3168299"/>
            <a:ext cx="527243" cy="527243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2" name="S14-line444"/>
          <p:cNvSpPr/>
          <p:nvPr/>
        </p:nvSpPr>
        <p:spPr>
          <a:xfrm flipV="1">
            <a:off x="7997982" y="3168299"/>
            <a:ext cx="527243" cy="527243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3" name="S14-dot445"/>
          <p:cNvSpPr/>
          <p:nvPr/>
        </p:nvSpPr>
        <p:spPr>
          <a:xfrm>
            <a:off x="8734806" y="32193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14-line446"/>
          <p:cNvSpPr/>
          <p:nvPr/>
        </p:nvSpPr>
        <p:spPr>
          <a:xfrm>
            <a:off x="8683782" y="3168299"/>
            <a:ext cx="527243" cy="527243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5" name="S14-line447"/>
          <p:cNvSpPr/>
          <p:nvPr/>
        </p:nvSpPr>
        <p:spPr>
          <a:xfrm flipV="1">
            <a:off x="8683782" y="3168299"/>
            <a:ext cx="527243" cy="527243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6" name="S14-dot448"/>
          <p:cNvSpPr/>
          <p:nvPr/>
        </p:nvSpPr>
        <p:spPr>
          <a:xfrm>
            <a:off x="9420606" y="32193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14-line449"/>
          <p:cNvSpPr/>
          <p:nvPr/>
        </p:nvSpPr>
        <p:spPr>
          <a:xfrm>
            <a:off x="9369582" y="3168299"/>
            <a:ext cx="527243" cy="527243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8" name="S14-line450"/>
          <p:cNvSpPr/>
          <p:nvPr/>
        </p:nvSpPr>
        <p:spPr>
          <a:xfrm flipV="1">
            <a:off x="9369582" y="3168299"/>
            <a:ext cx="527243" cy="527243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9" name="S14-dot451"/>
          <p:cNvSpPr/>
          <p:nvPr/>
        </p:nvSpPr>
        <p:spPr>
          <a:xfrm>
            <a:off x="10106406" y="32193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14-line452"/>
          <p:cNvSpPr/>
          <p:nvPr/>
        </p:nvSpPr>
        <p:spPr>
          <a:xfrm>
            <a:off x="10055382" y="3168299"/>
            <a:ext cx="527243" cy="527243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31" name="S14-line453"/>
          <p:cNvSpPr/>
          <p:nvPr/>
        </p:nvSpPr>
        <p:spPr>
          <a:xfrm flipV="1">
            <a:off x="10055382" y="3168299"/>
            <a:ext cx="527243" cy="527243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32" name="S14-figure454" descr="점 10개 중 5개에 × 표시"/>
          <p:cNvSpPr/>
          <p:nvPr/>
        </p:nvSpPr>
        <p:spPr>
          <a:xfrm>
            <a:off x="7232904" y="2403221"/>
            <a:ext cx="3429000" cy="13716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14-label455"/>
          <p:cNvSpPr txBox="1"/>
          <p:nvPr/>
        </p:nvSpPr>
        <p:spPr>
          <a:xfrm>
            <a:off x="6254496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10 − 5 = 5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초2 수학 받아내림이 있는 두 자리 수 뺄셈</dc:title>
  <dc:subject>KR22-G02-MAT-SUB2D-L01</dc:subject>
  <dc:creator>education-ppt</dc:creator>
  <cp:lastModifiedBy>education-ppt</cp:lastModifiedBy>
  <cp:revision>1</cp:revision>
  <dcterms:created xsi:type="dcterms:W3CDTF">2026-10-26T06:57:51Z</dcterms:created>
  <dcterms:modified xsi:type="dcterms:W3CDTF">2026-10-26T06:57:51Z</dcterms:modified>
</cp:coreProperties>
</file>