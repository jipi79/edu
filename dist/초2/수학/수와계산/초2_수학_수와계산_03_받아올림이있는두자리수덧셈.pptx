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8a91c33-5f63-897d-4f08-f6d200a1d4f5}">
          <p14:sldIdLst>
            <p14:sldId id="256"/>
            <p14:sldId id="257"/>
          </p14:sldIdLst>
        </p14:section>
        <p14:section name="개념" id="{8232b4c8-be9f-ca43-6bbb-8ccfac654978}">
          <p14:sldIdLst>
            <p14:sldId id="258"/>
            <p14:sldId id="259"/>
            <p14:sldId id="260"/>
            <p14:sldId id="263"/>
          </p14:sldIdLst>
        </p14:section>
        <p14:section name="연습" id="{df13a8ba-865c-26dd-1ae4-7adac77357c2}">
          <p14:sldIdLst>
            <p14:sldId id="261"/>
            <p14:sldId id="262"/>
            <p14:sldId id="264"/>
          </p14:sldIdLst>
        </p14:section>
        <p14:section name="개념" id="{01423791-8934-b3c9-f685-069980c3c4a3}">
          <p14:sldIdLst/>
        </p14:section>
        <p14:section name="연습" id="{7bb9c98e-f7c9-4721-9f13-649a4d2246d4}">
          <p14:sldIdLst/>
        </p14:section>
        <p14:section name="확인" id="{54878d93-e38e-6f0d-062a-178eeb854bb8}">
          <p14:sldIdLst>
            <p14:sldId id="265"/>
            <p14:sldId id="266"/>
            <p14:sldId id="267"/>
          </p14:sldIdLst>
        </p14:section>
        <p14:section name="정리" id="{a1462df0-50c9-d014-c10a-2506d79d8a94}">
          <p14:sldIdLst>
            <p14:sldId id="268"/>
          </p14:sldIdLst>
        </p14:section>
        <p14:section name="보충" id="{d61ace85-5bd5-daab-ab98-c4089a6c458b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일의 자리끼리 더한 값이 10을 넘을 때 어떻게 하는지 궁금하게 합니다.
시간: 약 2분
이렇게 말해 보세요
- “1학년 때 34 + 25처럼 두 자리 수끼리 더했지? 오늘은 일의 자리끼리 더하면 10이 넘는 덧셈을 해 볼 거야.”
- “오른쪽 세로셈에서 일의 자리 6 + 7은 얼마야? 한 칸에 13을 쓸 수 있을까?”
예상 답
- “13이요.” “한 칸에는 못 써요.” 또는 “잘 모르겠어요.”
막히면
- 답을 확인하지 않고 넘어갑니다. S05에서 같은 문제를 함께 풉니다.
주의
- 세로셈은 자리를 맞추어 위아래로 쓰는 계산 방법입니다. 표의 ‘십’, ‘일’은 십의 자리, 일의 자리를 뜻합니다.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확인(10 만들기, 두 자리 수 덧셈)]
목적: 받아올림이 있는 한 자리 수 덧셈, 받아올림이 없는 두 자리 수 덧셈, 10과 몇으로 가르기가 되는지 확인합니다.
시간: 약 3분
이렇게 말해 보세요
- “①은 8 + 5야. 어떻게 계산했는지도 말해 줘.”
- “②는 34 + 25, ③은 14는 10과 몇인지 말해 볼래?”
정답
- ① 13
- ② 59
- ③ 4
막히면
- ①은 바둑돌 8개에 2개를 더 놓아 10을 만든 뒤 남은 3개를 더하게 합니다.
- 두 문제 이상 틀리면 S14(보충)를 먼저 합니다. 보충으로도 어려우면 초1 10차시 ‘받아올림이 있는 덧셈’(KR22-G01-MAT-CARRY-L01)과 초1 12차시 ‘두 자리 수의 덧셈과 뺄셈’(KR22-G01-MAT-ADD2D-L01)을 먼저 합니다.
주의
- ①을 손가락으로 하나씩 세어 맞혀도 괜찮습니다. 다만 ‘10을 만든다’는 생각을 오늘 계속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(두 자리 수)+(한 자리 수)의 받아올림을 수 모형으로]
목적: 일 모형이 10개 넘게 모이면 10개를 십 모형 1개로 바꾼다는 것(받아올림)을 수 모형으로 봅니다.
시간: 약 3분
이렇게 말해 보세요
- “28은 십 모형 2개, 일 모형 8개야. 일 모형 5개를 더 놓으면 일 모형이 몇 개가 돼?”
- “일 모형 10개를 막대 하나로 바꿀 수 있지? 바꾸면 십 모형 몇 개, 일 모형 몇 개야?”
예상 답
- “일 모형 13개요.” “십 모형 3개, 일 모형 3개. 33이에요.”
막히면
- 종이 수 모형으로 직접 해 봅니다. 일 모형 10개를 십 모형 막대 위에 하나씩 올려 길이가 같은지 확인한 뒤 바꿉니다.
주의
- 이렇게 일 10개를 십 1개로 바꾸어 윗자리로 보내는 것을 ‘받아올림’이라고 합니다. 말을 외우기보다 바꾸는 장면을 기억하게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(두 자리 수)+(두 자리 수)의 받아올림을 수 모형으로]
목적: 두 자리 수끼리 더할 때도 일 모형 10개를 십 모형 1개로 바꾸어 계산한다는 것을 압니다.
시간: 약 3분
이렇게 말해 보세요
- “36과 47을 모으면 십 모형은 몇 개, 일 모형은 몇 개야?”
- “일 모형 13개 중 10개를 십 모형 1개로 바꾸면? 그러면 모두 얼마야?”
예상 답
- “십 7개, 일 13개요.” “십 8개, 일 3개. 83이에요.”
막히면
- 십 모형은 십 모형끼리, 일 모형은 일 모형끼리 따로 모아 세게 합니다.
주의
- 왼쪽(바꾸기 전)과 오른쪽(바꾼 뒤)은 모양만 다르고 같은 수 83입니다. “바꾸어도 수는 그대로야.”라고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세로셈 시범(받아올림 한 번)]
목적: S04에서 수 모형으로 한 일을 세로셈으로 쓰는 방법을 시범으로 보여 줍니다.
시간: 약 4분
이렇게 말해 보세요
- “일의 자리부터 더해. 6 + 7 = 13이지? 13은 십 1개와 일 3개야. 일의 자리에는 3만 쓰고, 십 1개는 십의 자리 위에 작은 1로 올려 써.”
- “이제 십의 자리를 더해. 올린 1까지 1 + 3 + 4 = 8. 그래서 83이야.”
예상 답
- “일의 자리에 3, 십의 자리에 8. 83이에요.”
막히면
- S04의 수 모형과 나란히 놓고 ‘작은 1 = 바꾼 십 모형 1개’라고 짚어 줍니다.
- 칸 공책에 함께 따라 쓰게 합니다.
주의
- 표 맨 윗줄의 1이 받아올린 1입니다. 공책에는 십의 자리 숫자 위에 작게 쓰게 합니다.
-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연습(받아올림 한 번)]
목적: 도움을 받으며 받아올림이 한 번 있는 덧셈을 세로셈으로 계산합니다.
시간: 약 4분
이렇게 말해 보세요
- “①은 19 + 6이야. 6을 어느 자리 아래에 쓸까? 일의 자리부터 더해 봐.”
- “②는 오른쪽 세로셈 칸에 써 보자. 맨 위 □에는 무엇을 쓸까?”
정답
- ① 25(9 + 6 = 15, 1 + 1 = 2)
- ② 75(6 + 9 = 15, 1 + 4 + 2 = 7, 맨 위 □는 1)
- ③ 54(7 + 7 = 14, 1 + 2 + 2 = 5)
막히면
- 수 모형으로 같은 덧셈을 해 보고, 바꾼 십 모형 1개를 작은 1로 쓰게 합니다.
- ①에서 6을 십의 자리 아래에 쓰면 “6은 십이 몇 개야?”라고 묻습니다(M3).
주의
- 답만 맞히기보다 “1을 왜 올렸어?”라고 물어 설명하게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비교(받아올린 1 빠뜨리기)]
목적: 받아올린 1을 더하지 않는 실수를 찾고, 수 모형으로 까닭을 설명합니다(M1).
시간: 약 3분
이렇게 말해 보세요
- “토끼와 곰의 답이 달라. 누가 맞았을까?”
- “13의 1은 무엇이었지? 토끼는 그 1을 어떻게 했어?”
예상 답
- “곰이요. 토끼는 올린 1을 안 더했어요.”
정답
- 곰이 맞습니다. 38 + 25 = 63입니다.
- 13은 십 1개와 일 3개입니다. 토끼는 일 모형 10개를 바꾼 십 모형 1개를 빠뜨렸습니다.
막히면
- 수 모형으로 38과 25를 놓고 모두 세어 63인 것을 확인합니다.
주의
- 513이라고 쓰는 아이도 있습니다(M2). 일의 자리 칸에 숫자 두 개를 쓸 수 없다는 것을 S05의 표로 다시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십의 자리에서도 받아올림(합이 세 자리 수)]
목적: 십의 자리끼리 더한 값도 10을 넘으면 백의 자리로 받아올려 세 자리 수가 된다는 것을 압니다.
시간: 약 3분
이렇게 말해 보세요
- “일의 자리는 아까처럼 해. 5 + 8 = 13, 3을 쓰고 1을 올려.”
- “십의 자리는 1 + 7 + 4 = 12야. 십 모형 12개 중 10개는 백 모형 1개로 바꿀 수 있지? 그래서 십의 자리에 2, 백의 자리에 1을 써. 123이야.”
예상 답
- “123이에요.”
막히면
- 지난 시간의 ‘10이 10개면 100’을 떠올리게 합니다. 십 모형 10개를 백 모형 판 위에 올려 봅니다(M4).
주의
- 처음 배우는 아이에게는 어려운 내용입니다. S09 ②, ③과 S10 ④가 어려우면 기록표에 적고, 다음 수업 복습에서 한 번 더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연습(여러 가지 받아올림)]
목적: 도움을 받으며 (두 자리 수)+(한 자리 수)와 십의 자리에서 받아올림이 있는 덧셈을 계산합니다.
시간: 약 4분
이렇게 말해 보세요
- “①은 7을 어느 자리 아래에 쓸까?”
- “②는 일의 자리가 받아올림이 없어. 십의 자리 6 + 8은 얼마야? 그러면 어떻게 쓸까?”
정답
- ① 63(6 + 7 = 13, 1 + 5 = 6)
- ② 146(4 + 2 = 6, 6 + 8 = 14)
- ③ 125(7 + 8 = 15, 1 + 6 + 5 = 12)
막히면
- ①은 S03처럼 수 모형으로 다시 해 봅니다.
- ②, ③은 S08을 다시 보며 따라 하게 합니다.
주의
- ①을 126처럼 쓰면 7을 십의 자리 아래에 쓴 것입니다(M3).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받아올림이 있는 덧셈을 세로셈으로 계산하는지 확인합니다.
시간: 약 5분
이렇게 말해 보세요
- “이번에는 혼자 공책에 세로셈으로 풀어 볼래? 다 풀면 1을 어디로 올렸는지 말해 줘.”
정답
- ① 53
- ② 83
- ③ 76
- ④ 143
막히면
- 바로 알려 주지 말고 “일의 자리부터 더하면 얼마야? 10이 넘었어?”라고만 묻습니다.
- 도움을 받아 해결했다면 기록표에 ‘도움’으로 표시합니다.
주의
- ④는 십의 자리에서도 받아올림이 있습니다. ①~③을 모두 맞히고 ④만 틀렸다면 오늘 목표의 핵심은 이룬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어디서 달라졌는지 같이 찾아보자.”
정답
- ① 53 ② 83 ③ 76 ④ 143
막히면
- 1을 빠뜨렸으면 S07로, 한 칸에 두 숫자를 썼으면 S05로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확인(받아올림의 뜻)]
목적: 처음 보는 그림에서 받아올림 전과 후가 같은 수임을 알고, 받아올림을 빠뜨린 그림을 찾아 설명하는지 확인합니다.
시간: 약 2분
이렇게 말해 보세요
- “가, 나, 다는 각각 얼마야? 45 + 38과 같은 것을 모두 골라 볼래? 왜 그렇게 생각해?”
정답
- 가와 나. 가는 십 7개, 일 13개로 83이고, 나는 일 10개를 십 1개로 바꾼 83입니다. 다는 일 10개를 없애기만 하고 십 모형으로 바꾸지 않아서 73입니다.
막히면
- 각 그림의 십 모형과 일 모형을 세어 수로 먼저 말하게 합니다.
주의
- 나만 고르면 “가도 얼마인지 세어 볼까?”라고 묻습니다. 가와 나가 같은 수라는 것을 말하면 목표 A를 이룬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“오늘 배운 것을 말해 볼래? 받아올린 1은 무엇을 뜻해?”
예상 답
- “일 모형 10개를 바꾼 십 모형 1개요.”
정답
- ① 44 ② 81 ③ 123
막히면
- S04와 S05를 나란히 보여 주며 수 모형과 세로셈을 연결해 말합니다.
주의
- 다음 차시(받아내림이 있는 뺄셈)는 오늘과 반대로 십 모형 1개를 일 모형 10개로 바꿉니다.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보충(10을 만들어 더하기)]
목적: S02에서 받아올림이 있는 한 자리 수 덧셈이 흔들리면, 10을 만들어 더하는 방법을 다시 익힙니다.
시간: 약 5분
이렇게 말해 보세요
- “십 칸 틀에 바둑돌이 8개 있어. 몇 개를 더 놓으면 10이 될까?”
- “5를 2와 3으로 가르면, 2는 틀을 채우고 3이 남아. 10과 3이면 얼마야?”
정답
- 2개를 더 놓으면 10, 8 + 5 = 13
막히면
- 바둑돌을 실제 십 칸 틀(종이에 그린 2×5 칸)에 놓으며 합니다. 7 + 6, 9 + 4로도 해 봅니다(13, 13).
주의
- 보충으로도 어려우면 초1 10차시 ‘받아올림이 있는 덧셈’(KR22-G01-MAT-CARRY-L01)과 초1 12차시 ‘두 자리 수의 덧셈과 뺄셈’(KR22-G01-MAT-ADD2D-L01)을 먼저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수와계산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받아올림이 있는 두 자리 수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받아올림이 있는 두 자리 수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받아올림이 있는 두 자리 수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받아올림이 있는 덧셈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 합이 10을 넘으면?</a:t>
            </a:r>
            <a:endParaRPr lang="ko-KR" sz="32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922020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받아올림을 수 모형으로 설명해요.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세로셈으로 덧셈을 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4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+ 5 = □</a:t>
            </a:r>
            <a:endParaRPr lang="ko-KR" sz="36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 + 25 = □</a:t>
            </a:r>
            <a:endParaRPr lang="ko-KR" sz="36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= 10 +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10개를 십 1개로</a:t>
            </a:r>
            <a:endParaRPr lang="ko-KR" sz="44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+ 5를 수 모형으로 해요.</a:t>
            </a:r>
            <a:endParaRPr lang="ko-KR" sz="3200" dirty="0"/>
          </a:p>
        </p:txBody>
      </p:sp>
      <p:sp>
        <p:nvSpPr>
          <p:cNvPr id="4" name="S03-card11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+ 5 = 33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모형 10개를 십 모형 1개로 바꿔요.</a:t>
            </a:r>
            <a:endParaRPr lang="ko-KR" sz="3200" dirty="0"/>
          </a:p>
        </p:txBody>
      </p:sp>
      <p:sp>
        <p:nvSpPr>
          <p:cNvPr id="6" name="S03-rod13"/>
          <p:cNvSpPr/>
          <p:nvPr/>
        </p:nvSpPr>
        <p:spPr>
          <a:xfrm>
            <a:off x="2506056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line14"/>
          <p:cNvSpPr/>
          <p:nvPr/>
        </p:nvSpPr>
        <p:spPr>
          <a:xfrm>
            <a:off x="2506056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3-line15"/>
          <p:cNvSpPr/>
          <p:nvPr/>
        </p:nvSpPr>
        <p:spPr>
          <a:xfrm>
            <a:off x="2506056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3-line16"/>
          <p:cNvSpPr/>
          <p:nvPr/>
        </p:nvSpPr>
        <p:spPr>
          <a:xfrm>
            <a:off x="2506056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3-line17"/>
          <p:cNvSpPr/>
          <p:nvPr/>
        </p:nvSpPr>
        <p:spPr>
          <a:xfrm>
            <a:off x="2506056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line18"/>
          <p:cNvSpPr/>
          <p:nvPr/>
        </p:nvSpPr>
        <p:spPr>
          <a:xfrm>
            <a:off x="2506056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3-line19"/>
          <p:cNvSpPr/>
          <p:nvPr/>
        </p:nvSpPr>
        <p:spPr>
          <a:xfrm>
            <a:off x="2506056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3-line20"/>
          <p:cNvSpPr/>
          <p:nvPr/>
        </p:nvSpPr>
        <p:spPr>
          <a:xfrm>
            <a:off x="2506056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21"/>
          <p:cNvSpPr/>
          <p:nvPr/>
        </p:nvSpPr>
        <p:spPr>
          <a:xfrm>
            <a:off x="2506056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line22"/>
          <p:cNvSpPr/>
          <p:nvPr/>
        </p:nvSpPr>
        <p:spPr>
          <a:xfrm>
            <a:off x="2506056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rod23"/>
          <p:cNvSpPr/>
          <p:nvPr/>
        </p:nvSpPr>
        <p:spPr>
          <a:xfrm>
            <a:off x="2837545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line24"/>
          <p:cNvSpPr/>
          <p:nvPr/>
        </p:nvSpPr>
        <p:spPr>
          <a:xfrm>
            <a:off x="2837545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line25"/>
          <p:cNvSpPr/>
          <p:nvPr/>
        </p:nvSpPr>
        <p:spPr>
          <a:xfrm>
            <a:off x="2837545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26"/>
          <p:cNvSpPr/>
          <p:nvPr/>
        </p:nvSpPr>
        <p:spPr>
          <a:xfrm>
            <a:off x="2837545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line27"/>
          <p:cNvSpPr/>
          <p:nvPr/>
        </p:nvSpPr>
        <p:spPr>
          <a:xfrm>
            <a:off x="2837545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28"/>
          <p:cNvSpPr/>
          <p:nvPr/>
        </p:nvSpPr>
        <p:spPr>
          <a:xfrm>
            <a:off x="2837545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line29"/>
          <p:cNvSpPr/>
          <p:nvPr/>
        </p:nvSpPr>
        <p:spPr>
          <a:xfrm>
            <a:off x="2837545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line30"/>
          <p:cNvSpPr/>
          <p:nvPr/>
        </p:nvSpPr>
        <p:spPr>
          <a:xfrm>
            <a:off x="2837545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31"/>
          <p:cNvSpPr/>
          <p:nvPr/>
        </p:nvSpPr>
        <p:spPr>
          <a:xfrm>
            <a:off x="2837545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line32"/>
          <p:cNvSpPr/>
          <p:nvPr/>
        </p:nvSpPr>
        <p:spPr>
          <a:xfrm>
            <a:off x="2837545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3-unit33"/>
          <p:cNvSpPr/>
          <p:nvPr/>
        </p:nvSpPr>
        <p:spPr>
          <a:xfrm>
            <a:off x="3169035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3-unit34"/>
          <p:cNvSpPr/>
          <p:nvPr/>
        </p:nvSpPr>
        <p:spPr>
          <a:xfrm>
            <a:off x="3169035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3-unit35"/>
          <p:cNvSpPr/>
          <p:nvPr/>
        </p:nvSpPr>
        <p:spPr>
          <a:xfrm>
            <a:off x="3169035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3-unit36"/>
          <p:cNvSpPr/>
          <p:nvPr/>
        </p:nvSpPr>
        <p:spPr>
          <a:xfrm>
            <a:off x="3169035" y="3089021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3-unit37"/>
          <p:cNvSpPr/>
          <p:nvPr/>
        </p:nvSpPr>
        <p:spPr>
          <a:xfrm>
            <a:off x="3169035" y="2830045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3-unit38"/>
          <p:cNvSpPr/>
          <p:nvPr/>
        </p:nvSpPr>
        <p:spPr>
          <a:xfrm>
            <a:off x="3438370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3-unit39"/>
          <p:cNvSpPr/>
          <p:nvPr/>
        </p:nvSpPr>
        <p:spPr>
          <a:xfrm>
            <a:off x="3438370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3-unit40"/>
          <p:cNvSpPr/>
          <p:nvPr/>
        </p:nvSpPr>
        <p:spPr>
          <a:xfrm>
            <a:off x="3438370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3-unit41"/>
          <p:cNvSpPr/>
          <p:nvPr/>
        </p:nvSpPr>
        <p:spPr>
          <a:xfrm>
            <a:off x="3438370" y="3089021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unit42"/>
          <p:cNvSpPr/>
          <p:nvPr/>
        </p:nvSpPr>
        <p:spPr>
          <a:xfrm>
            <a:off x="3438370" y="2830045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3-unit43"/>
          <p:cNvSpPr/>
          <p:nvPr/>
        </p:nvSpPr>
        <p:spPr>
          <a:xfrm>
            <a:off x="3707705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3-unit44"/>
          <p:cNvSpPr/>
          <p:nvPr/>
        </p:nvSpPr>
        <p:spPr>
          <a:xfrm>
            <a:off x="3707705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3-unit45"/>
          <p:cNvSpPr/>
          <p:nvPr/>
        </p:nvSpPr>
        <p:spPr>
          <a:xfrm>
            <a:off x="3707705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3-figure46" descr="십 모형 2개와 일 모형 13개"/>
          <p:cNvSpPr/>
          <p:nvPr/>
        </p:nvSpPr>
        <p:spPr>
          <a:xfrm>
            <a:off x="548640" y="205311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03-label47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모으면 일 13개</a:t>
            </a:r>
            <a:endParaRPr lang="ko-KR" sz="2600" dirty="0"/>
          </a:p>
        </p:txBody>
      </p:sp>
      <p:sp>
        <p:nvSpPr>
          <p:cNvPr id="41" name="S03-rod48"/>
          <p:cNvSpPr/>
          <p:nvPr/>
        </p:nvSpPr>
        <p:spPr>
          <a:xfrm>
            <a:off x="8315502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3-line49"/>
          <p:cNvSpPr/>
          <p:nvPr/>
        </p:nvSpPr>
        <p:spPr>
          <a:xfrm>
            <a:off x="8315502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3-line50"/>
          <p:cNvSpPr/>
          <p:nvPr/>
        </p:nvSpPr>
        <p:spPr>
          <a:xfrm>
            <a:off x="8315502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line51"/>
          <p:cNvSpPr/>
          <p:nvPr/>
        </p:nvSpPr>
        <p:spPr>
          <a:xfrm>
            <a:off x="8315502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3-line52"/>
          <p:cNvSpPr/>
          <p:nvPr/>
        </p:nvSpPr>
        <p:spPr>
          <a:xfrm>
            <a:off x="8315502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3-line53"/>
          <p:cNvSpPr/>
          <p:nvPr/>
        </p:nvSpPr>
        <p:spPr>
          <a:xfrm>
            <a:off x="8315502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3-line54"/>
          <p:cNvSpPr/>
          <p:nvPr/>
        </p:nvSpPr>
        <p:spPr>
          <a:xfrm>
            <a:off x="8315502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3-line55"/>
          <p:cNvSpPr/>
          <p:nvPr/>
        </p:nvSpPr>
        <p:spPr>
          <a:xfrm>
            <a:off x="8315502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3-line56"/>
          <p:cNvSpPr/>
          <p:nvPr/>
        </p:nvSpPr>
        <p:spPr>
          <a:xfrm>
            <a:off x="8315502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3-line57"/>
          <p:cNvSpPr/>
          <p:nvPr/>
        </p:nvSpPr>
        <p:spPr>
          <a:xfrm>
            <a:off x="8315502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3-rod58"/>
          <p:cNvSpPr/>
          <p:nvPr/>
        </p:nvSpPr>
        <p:spPr>
          <a:xfrm>
            <a:off x="8646992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3-line59"/>
          <p:cNvSpPr/>
          <p:nvPr/>
        </p:nvSpPr>
        <p:spPr>
          <a:xfrm>
            <a:off x="8646992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3-line60"/>
          <p:cNvSpPr/>
          <p:nvPr/>
        </p:nvSpPr>
        <p:spPr>
          <a:xfrm>
            <a:off x="8646992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line61"/>
          <p:cNvSpPr/>
          <p:nvPr/>
        </p:nvSpPr>
        <p:spPr>
          <a:xfrm>
            <a:off x="8646992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3-line62"/>
          <p:cNvSpPr/>
          <p:nvPr/>
        </p:nvSpPr>
        <p:spPr>
          <a:xfrm>
            <a:off x="8646992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3-line63"/>
          <p:cNvSpPr/>
          <p:nvPr/>
        </p:nvSpPr>
        <p:spPr>
          <a:xfrm>
            <a:off x="8646992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3-line64"/>
          <p:cNvSpPr/>
          <p:nvPr/>
        </p:nvSpPr>
        <p:spPr>
          <a:xfrm>
            <a:off x="8646992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3-line65"/>
          <p:cNvSpPr/>
          <p:nvPr/>
        </p:nvSpPr>
        <p:spPr>
          <a:xfrm>
            <a:off x="8646992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3-line66"/>
          <p:cNvSpPr/>
          <p:nvPr/>
        </p:nvSpPr>
        <p:spPr>
          <a:xfrm>
            <a:off x="8646992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3-line67"/>
          <p:cNvSpPr/>
          <p:nvPr/>
        </p:nvSpPr>
        <p:spPr>
          <a:xfrm>
            <a:off x="8646992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3-rod68"/>
          <p:cNvSpPr/>
          <p:nvPr/>
        </p:nvSpPr>
        <p:spPr>
          <a:xfrm>
            <a:off x="8978481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3-line69"/>
          <p:cNvSpPr/>
          <p:nvPr/>
        </p:nvSpPr>
        <p:spPr>
          <a:xfrm>
            <a:off x="8978481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3-line70"/>
          <p:cNvSpPr/>
          <p:nvPr/>
        </p:nvSpPr>
        <p:spPr>
          <a:xfrm>
            <a:off x="8978481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3-line71"/>
          <p:cNvSpPr/>
          <p:nvPr/>
        </p:nvSpPr>
        <p:spPr>
          <a:xfrm>
            <a:off x="8978481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3-line72"/>
          <p:cNvSpPr/>
          <p:nvPr/>
        </p:nvSpPr>
        <p:spPr>
          <a:xfrm>
            <a:off x="8978481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3-line73"/>
          <p:cNvSpPr/>
          <p:nvPr/>
        </p:nvSpPr>
        <p:spPr>
          <a:xfrm>
            <a:off x="8978481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3-line74"/>
          <p:cNvSpPr/>
          <p:nvPr/>
        </p:nvSpPr>
        <p:spPr>
          <a:xfrm>
            <a:off x="8978481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3-line75"/>
          <p:cNvSpPr/>
          <p:nvPr/>
        </p:nvSpPr>
        <p:spPr>
          <a:xfrm>
            <a:off x="8978481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3-line76"/>
          <p:cNvSpPr/>
          <p:nvPr/>
        </p:nvSpPr>
        <p:spPr>
          <a:xfrm>
            <a:off x="8978481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3-line77"/>
          <p:cNvSpPr/>
          <p:nvPr/>
        </p:nvSpPr>
        <p:spPr>
          <a:xfrm>
            <a:off x="8978481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3-unit78"/>
          <p:cNvSpPr/>
          <p:nvPr/>
        </p:nvSpPr>
        <p:spPr>
          <a:xfrm>
            <a:off x="9309971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03-unit79"/>
          <p:cNvSpPr/>
          <p:nvPr/>
        </p:nvSpPr>
        <p:spPr>
          <a:xfrm>
            <a:off x="9309971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03-unit80"/>
          <p:cNvSpPr/>
          <p:nvPr/>
        </p:nvSpPr>
        <p:spPr>
          <a:xfrm>
            <a:off x="9309971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03-figure81" descr="십 모형 3개와 일 모형 3개"/>
          <p:cNvSpPr/>
          <p:nvPr/>
        </p:nvSpPr>
        <p:spPr>
          <a:xfrm>
            <a:off x="6254496" y="205311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03-label82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바꾸면 33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 + 47도 같아요</a:t>
            </a:r>
            <a:endParaRPr lang="ko-KR" sz="4400" dirty="0"/>
          </a:p>
        </p:txBody>
      </p:sp>
      <p:sp>
        <p:nvSpPr>
          <p:cNvPr id="3" name="S04-text8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36과 47을 수 모형으로 모아요.</a:t>
            </a:r>
            <a:endParaRPr lang="ko-KR" sz="3200" dirty="0"/>
          </a:p>
        </p:txBody>
      </p:sp>
      <p:sp>
        <p:nvSpPr>
          <p:cNvPr id="4" name="S04-card84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85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 + 47 = 83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10개를 바꾸어 십이 8개가 돼요.</a:t>
            </a:r>
            <a:endParaRPr lang="ko-KR" sz="3200" dirty="0"/>
          </a:p>
        </p:txBody>
      </p:sp>
      <p:sp>
        <p:nvSpPr>
          <p:cNvPr id="6" name="S04-rod86"/>
          <p:cNvSpPr/>
          <p:nvPr/>
        </p:nvSpPr>
        <p:spPr>
          <a:xfrm>
            <a:off x="1677332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line87"/>
          <p:cNvSpPr/>
          <p:nvPr/>
        </p:nvSpPr>
        <p:spPr>
          <a:xfrm>
            <a:off x="1677332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4-line88"/>
          <p:cNvSpPr/>
          <p:nvPr/>
        </p:nvSpPr>
        <p:spPr>
          <a:xfrm>
            <a:off x="1677332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4-line89"/>
          <p:cNvSpPr/>
          <p:nvPr/>
        </p:nvSpPr>
        <p:spPr>
          <a:xfrm>
            <a:off x="1677332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4-line90"/>
          <p:cNvSpPr/>
          <p:nvPr/>
        </p:nvSpPr>
        <p:spPr>
          <a:xfrm>
            <a:off x="1677332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4-line91"/>
          <p:cNvSpPr/>
          <p:nvPr/>
        </p:nvSpPr>
        <p:spPr>
          <a:xfrm>
            <a:off x="1677332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4-line92"/>
          <p:cNvSpPr/>
          <p:nvPr/>
        </p:nvSpPr>
        <p:spPr>
          <a:xfrm>
            <a:off x="1677332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4-line93"/>
          <p:cNvSpPr/>
          <p:nvPr/>
        </p:nvSpPr>
        <p:spPr>
          <a:xfrm>
            <a:off x="1677332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4-line94"/>
          <p:cNvSpPr/>
          <p:nvPr/>
        </p:nvSpPr>
        <p:spPr>
          <a:xfrm>
            <a:off x="1677332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4-line95"/>
          <p:cNvSpPr/>
          <p:nvPr/>
        </p:nvSpPr>
        <p:spPr>
          <a:xfrm>
            <a:off x="1677332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4-rod96"/>
          <p:cNvSpPr/>
          <p:nvPr/>
        </p:nvSpPr>
        <p:spPr>
          <a:xfrm>
            <a:off x="2008821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line97"/>
          <p:cNvSpPr/>
          <p:nvPr/>
        </p:nvSpPr>
        <p:spPr>
          <a:xfrm>
            <a:off x="2008821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4-line98"/>
          <p:cNvSpPr/>
          <p:nvPr/>
        </p:nvSpPr>
        <p:spPr>
          <a:xfrm>
            <a:off x="2008821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4-line99"/>
          <p:cNvSpPr/>
          <p:nvPr/>
        </p:nvSpPr>
        <p:spPr>
          <a:xfrm>
            <a:off x="2008821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4-line100"/>
          <p:cNvSpPr/>
          <p:nvPr/>
        </p:nvSpPr>
        <p:spPr>
          <a:xfrm>
            <a:off x="2008821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4-line101"/>
          <p:cNvSpPr/>
          <p:nvPr/>
        </p:nvSpPr>
        <p:spPr>
          <a:xfrm>
            <a:off x="2008821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4-line102"/>
          <p:cNvSpPr/>
          <p:nvPr/>
        </p:nvSpPr>
        <p:spPr>
          <a:xfrm>
            <a:off x="2008821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4-line103"/>
          <p:cNvSpPr/>
          <p:nvPr/>
        </p:nvSpPr>
        <p:spPr>
          <a:xfrm>
            <a:off x="2008821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4-line104"/>
          <p:cNvSpPr/>
          <p:nvPr/>
        </p:nvSpPr>
        <p:spPr>
          <a:xfrm>
            <a:off x="2008821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4-line105"/>
          <p:cNvSpPr/>
          <p:nvPr/>
        </p:nvSpPr>
        <p:spPr>
          <a:xfrm>
            <a:off x="2008821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4-rod106"/>
          <p:cNvSpPr/>
          <p:nvPr/>
        </p:nvSpPr>
        <p:spPr>
          <a:xfrm>
            <a:off x="2340311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4-line107"/>
          <p:cNvSpPr/>
          <p:nvPr/>
        </p:nvSpPr>
        <p:spPr>
          <a:xfrm>
            <a:off x="2340311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4-line108"/>
          <p:cNvSpPr/>
          <p:nvPr/>
        </p:nvSpPr>
        <p:spPr>
          <a:xfrm>
            <a:off x="2340311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4-line109"/>
          <p:cNvSpPr/>
          <p:nvPr/>
        </p:nvSpPr>
        <p:spPr>
          <a:xfrm>
            <a:off x="2340311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4-line110"/>
          <p:cNvSpPr/>
          <p:nvPr/>
        </p:nvSpPr>
        <p:spPr>
          <a:xfrm>
            <a:off x="2340311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4-line111"/>
          <p:cNvSpPr/>
          <p:nvPr/>
        </p:nvSpPr>
        <p:spPr>
          <a:xfrm>
            <a:off x="2340311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4-line112"/>
          <p:cNvSpPr/>
          <p:nvPr/>
        </p:nvSpPr>
        <p:spPr>
          <a:xfrm>
            <a:off x="2340311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4-line113"/>
          <p:cNvSpPr/>
          <p:nvPr/>
        </p:nvSpPr>
        <p:spPr>
          <a:xfrm>
            <a:off x="2340311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4-line114"/>
          <p:cNvSpPr/>
          <p:nvPr/>
        </p:nvSpPr>
        <p:spPr>
          <a:xfrm>
            <a:off x="2340311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4-line115"/>
          <p:cNvSpPr/>
          <p:nvPr/>
        </p:nvSpPr>
        <p:spPr>
          <a:xfrm>
            <a:off x="2340311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4-rod116"/>
          <p:cNvSpPr/>
          <p:nvPr/>
        </p:nvSpPr>
        <p:spPr>
          <a:xfrm>
            <a:off x="2671800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4-line117"/>
          <p:cNvSpPr/>
          <p:nvPr/>
        </p:nvSpPr>
        <p:spPr>
          <a:xfrm>
            <a:off x="2671800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4-line118"/>
          <p:cNvSpPr/>
          <p:nvPr/>
        </p:nvSpPr>
        <p:spPr>
          <a:xfrm>
            <a:off x="2671800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4-line119"/>
          <p:cNvSpPr/>
          <p:nvPr/>
        </p:nvSpPr>
        <p:spPr>
          <a:xfrm>
            <a:off x="2671800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4-line120"/>
          <p:cNvSpPr/>
          <p:nvPr/>
        </p:nvSpPr>
        <p:spPr>
          <a:xfrm>
            <a:off x="2671800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4-line121"/>
          <p:cNvSpPr/>
          <p:nvPr/>
        </p:nvSpPr>
        <p:spPr>
          <a:xfrm>
            <a:off x="2671800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4-line122"/>
          <p:cNvSpPr/>
          <p:nvPr/>
        </p:nvSpPr>
        <p:spPr>
          <a:xfrm>
            <a:off x="2671800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4-line123"/>
          <p:cNvSpPr/>
          <p:nvPr/>
        </p:nvSpPr>
        <p:spPr>
          <a:xfrm>
            <a:off x="2671800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4-line124"/>
          <p:cNvSpPr/>
          <p:nvPr/>
        </p:nvSpPr>
        <p:spPr>
          <a:xfrm>
            <a:off x="2671800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4-line125"/>
          <p:cNvSpPr/>
          <p:nvPr/>
        </p:nvSpPr>
        <p:spPr>
          <a:xfrm>
            <a:off x="2671800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4-rod126"/>
          <p:cNvSpPr/>
          <p:nvPr/>
        </p:nvSpPr>
        <p:spPr>
          <a:xfrm>
            <a:off x="3003290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4-line127"/>
          <p:cNvSpPr/>
          <p:nvPr/>
        </p:nvSpPr>
        <p:spPr>
          <a:xfrm>
            <a:off x="3003290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4-line128"/>
          <p:cNvSpPr/>
          <p:nvPr/>
        </p:nvSpPr>
        <p:spPr>
          <a:xfrm>
            <a:off x="3003290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4-line129"/>
          <p:cNvSpPr/>
          <p:nvPr/>
        </p:nvSpPr>
        <p:spPr>
          <a:xfrm>
            <a:off x="3003290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4-line130"/>
          <p:cNvSpPr/>
          <p:nvPr/>
        </p:nvSpPr>
        <p:spPr>
          <a:xfrm>
            <a:off x="3003290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4-line131"/>
          <p:cNvSpPr/>
          <p:nvPr/>
        </p:nvSpPr>
        <p:spPr>
          <a:xfrm>
            <a:off x="3003290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4-line132"/>
          <p:cNvSpPr/>
          <p:nvPr/>
        </p:nvSpPr>
        <p:spPr>
          <a:xfrm>
            <a:off x="3003290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4-line133"/>
          <p:cNvSpPr/>
          <p:nvPr/>
        </p:nvSpPr>
        <p:spPr>
          <a:xfrm>
            <a:off x="3003290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4-line134"/>
          <p:cNvSpPr/>
          <p:nvPr/>
        </p:nvSpPr>
        <p:spPr>
          <a:xfrm>
            <a:off x="3003290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4-line135"/>
          <p:cNvSpPr/>
          <p:nvPr/>
        </p:nvSpPr>
        <p:spPr>
          <a:xfrm>
            <a:off x="3003290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4-rod136"/>
          <p:cNvSpPr/>
          <p:nvPr/>
        </p:nvSpPr>
        <p:spPr>
          <a:xfrm>
            <a:off x="3334779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4-line137"/>
          <p:cNvSpPr/>
          <p:nvPr/>
        </p:nvSpPr>
        <p:spPr>
          <a:xfrm>
            <a:off x="3334779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4-line138"/>
          <p:cNvSpPr/>
          <p:nvPr/>
        </p:nvSpPr>
        <p:spPr>
          <a:xfrm>
            <a:off x="3334779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4-line139"/>
          <p:cNvSpPr/>
          <p:nvPr/>
        </p:nvSpPr>
        <p:spPr>
          <a:xfrm>
            <a:off x="3334779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4-line140"/>
          <p:cNvSpPr/>
          <p:nvPr/>
        </p:nvSpPr>
        <p:spPr>
          <a:xfrm>
            <a:off x="3334779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4-line141"/>
          <p:cNvSpPr/>
          <p:nvPr/>
        </p:nvSpPr>
        <p:spPr>
          <a:xfrm>
            <a:off x="3334779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4-line142"/>
          <p:cNvSpPr/>
          <p:nvPr/>
        </p:nvSpPr>
        <p:spPr>
          <a:xfrm>
            <a:off x="3334779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4-line143"/>
          <p:cNvSpPr/>
          <p:nvPr/>
        </p:nvSpPr>
        <p:spPr>
          <a:xfrm>
            <a:off x="3334779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4-line144"/>
          <p:cNvSpPr/>
          <p:nvPr/>
        </p:nvSpPr>
        <p:spPr>
          <a:xfrm>
            <a:off x="3334779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4-line145"/>
          <p:cNvSpPr/>
          <p:nvPr/>
        </p:nvSpPr>
        <p:spPr>
          <a:xfrm>
            <a:off x="3334779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4-rod146"/>
          <p:cNvSpPr/>
          <p:nvPr/>
        </p:nvSpPr>
        <p:spPr>
          <a:xfrm>
            <a:off x="3666269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4-line147"/>
          <p:cNvSpPr/>
          <p:nvPr/>
        </p:nvSpPr>
        <p:spPr>
          <a:xfrm>
            <a:off x="3666269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4-line148"/>
          <p:cNvSpPr/>
          <p:nvPr/>
        </p:nvSpPr>
        <p:spPr>
          <a:xfrm>
            <a:off x="3666269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4-line149"/>
          <p:cNvSpPr/>
          <p:nvPr/>
        </p:nvSpPr>
        <p:spPr>
          <a:xfrm>
            <a:off x="3666269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4-line150"/>
          <p:cNvSpPr/>
          <p:nvPr/>
        </p:nvSpPr>
        <p:spPr>
          <a:xfrm>
            <a:off x="3666269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4-line151"/>
          <p:cNvSpPr/>
          <p:nvPr/>
        </p:nvSpPr>
        <p:spPr>
          <a:xfrm>
            <a:off x="3666269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4-line152"/>
          <p:cNvSpPr/>
          <p:nvPr/>
        </p:nvSpPr>
        <p:spPr>
          <a:xfrm>
            <a:off x="3666269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4-line153"/>
          <p:cNvSpPr/>
          <p:nvPr/>
        </p:nvSpPr>
        <p:spPr>
          <a:xfrm>
            <a:off x="3666269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4-line154"/>
          <p:cNvSpPr/>
          <p:nvPr/>
        </p:nvSpPr>
        <p:spPr>
          <a:xfrm>
            <a:off x="3666269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4-line155"/>
          <p:cNvSpPr/>
          <p:nvPr/>
        </p:nvSpPr>
        <p:spPr>
          <a:xfrm>
            <a:off x="3666269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4-unit156"/>
          <p:cNvSpPr/>
          <p:nvPr/>
        </p:nvSpPr>
        <p:spPr>
          <a:xfrm>
            <a:off x="3997759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4-unit157"/>
          <p:cNvSpPr/>
          <p:nvPr/>
        </p:nvSpPr>
        <p:spPr>
          <a:xfrm>
            <a:off x="3997759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04-unit158"/>
          <p:cNvSpPr/>
          <p:nvPr/>
        </p:nvSpPr>
        <p:spPr>
          <a:xfrm>
            <a:off x="3997759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9" name="S04-unit159"/>
          <p:cNvSpPr/>
          <p:nvPr/>
        </p:nvSpPr>
        <p:spPr>
          <a:xfrm>
            <a:off x="3997759" y="3089021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0" name="S04-unit160"/>
          <p:cNvSpPr/>
          <p:nvPr/>
        </p:nvSpPr>
        <p:spPr>
          <a:xfrm>
            <a:off x="3997759" y="2830045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04-unit161"/>
          <p:cNvSpPr/>
          <p:nvPr/>
        </p:nvSpPr>
        <p:spPr>
          <a:xfrm>
            <a:off x="4267094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04-unit162"/>
          <p:cNvSpPr/>
          <p:nvPr/>
        </p:nvSpPr>
        <p:spPr>
          <a:xfrm>
            <a:off x="4267094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3" name="S04-unit163"/>
          <p:cNvSpPr/>
          <p:nvPr/>
        </p:nvSpPr>
        <p:spPr>
          <a:xfrm>
            <a:off x="4267094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4-unit164"/>
          <p:cNvSpPr/>
          <p:nvPr/>
        </p:nvSpPr>
        <p:spPr>
          <a:xfrm>
            <a:off x="4267094" y="3089021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04-unit165"/>
          <p:cNvSpPr/>
          <p:nvPr/>
        </p:nvSpPr>
        <p:spPr>
          <a:xfrm>
            <a:off x="4267094" y="2830045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4-unit166"/>
          <p:cNvSpPr/>
          <p:nvPr/>
        </p:nvSpPr>
        <p:spPr>
          <a:xfrm>
            <a:off x="4536429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7" name="S04-unit167"/>
          <p:cNvSpPr/>
          <p:nvPr/>
        </p:nvSpPr>
        <p:spPr>
          <a:xfrm>
            <a:off x="4536429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04-unit168"/>
          <p:cNvSpPr/>
          <p:nvPr/>
        </p:nvSpPr>
        <p:spPr>
          <a:xfrm>
            <a:off x="4536429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9" name="S04-figure169" descr="십 모형 7개와 일 모형 13개"/>
          <p:cNvSpPr/>
          <p:nvPr/>
        </p:nvSpPr>
        <p:spPr>
          <a:xfrm>
            <a:off x="548640" y="205311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04-label170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7개, 일 13개</a:t>
            </a:r>
            <a:endParaRPr lang="ko-KR" sz="2600" dirty="0"/>
          </a:p>
        </p:txBody>
      </p:sp>
      <p:sp>
        <p:nvSpPr>
          <p:cNvPr id="91" name="S04-rod171"/>
          <p:cNvSpPr/>
          <p:nvPr/>
        </p:nvSpPr>
        <p:spPr>
          <a:xfrm>
            <a:off x="7486778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2" name="S04-line172"/>
          <p:cNvSpPr/>
          <p:nvPr/>
        </p:nvSpPr>
        <p:spPr>
          <a:xfrm>
            <a:off x="7486778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4-line173"/>
          <p:cNvSpPr/>
          <p:nvPr/>
        </p:nvSpPr>
        <p:spPr>
          <a:xfrm>
            <a:off x="7486778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4-line174"/>
          <p:cNvSpPr/>
          <p:nvPr/>
        </p:nvSpPr>
        <p:spPr>
          <a:xfrm>
            <a:off x="7486778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4-line175"/>
          <p:cNvSpPr/>
          <p:nvPr/>
        </p:nvSpPr>
        <p:spPr>
          <a:xfrm>
            <a:off x="7486778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4-line176"/>
          <p:cNvSpPr/>
          <p:nvPr/>
        </p:nvSpPr>
        <p:spPr>
          <a:xfrm>
            <a:off x="7486778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4-line177"/>
          <p:cNvSpPr/>
          <p:nvPr/>
        </p:nvSpPr>
        <p:spPr>
          <a:xfrm>
            <a:off x="7486778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4-line178"/>
          <p:cNvSpPr/>
          <p:nvPr/>
        </p:nvSpPr>
        <p:spPr>
          <a:xfrm>
            <a:off x="7486778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4-line179"/>
          <p:cNvSpPr/>
          <p:nvPr/>
        </p:nvSpPr>
        <p:spPr>
          <a:xfrm>
            <a:off x="7486778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4-line180"/>
          <p:cNvSpPr/>
          <p:nvPr/>
        </p:nvSpPr>
        <p:spPr>
          <a:xfrm>
            <a:off x="7486778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4-rod181"/>
          <p:cNvSpPr/>
          <p:nvPr/>
        </p:nvSpPr>
        <p:spPr>
          <a:xfrm>
            <a:off x="7818268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2" name="S04-line182"/>
          <p:cNvSpPr/>
          <p:nvPr/>
        </p:nvSpPr>
        <p:spPr>
          <a:xfrm>
            <a:off x="7818268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4-line183"/>
          <p:cNvSpPr/>
          <p:nvPr/>
        </p:nvSpPr>
        <p:spPr>
          <a:xfrm>
            <a:off x="7818268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4-line184"/>
          <p:cNvSpPr/>
          <p:nvPr/>
        </p:nvSpPr>
        <p:spPr>
          <a:xfrm>
            <a:off x="7818268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4-line185"/>
          <p:cNvSpPr/>
          <p:nvPr/>
        </p:nvSpPr>
        <p:spPr>
          <a:xfrm>
            <a:off x="7818268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4-line186"/>
          <p:cNvSpPr/>
          <p:nvPr/>
        </p:nvSpPr>
        <p:spPr>
          <a:xfrm>
            <a:off x="7818268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4-line187"/>
          <p:cNvSpPr/>
          <p:nvPr/>
        </p:nvSpPr>
        <p:spPr>
          <a:xfrm>
            <a:off x="7818268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4-line188"/>
          <p:cNvSpPr/>
          <p:nvPr/>
        </p:nvSpPr>
        <p:spPr>
          <a:xfrm>
            <a:off x="7818268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4-line189"/>
          <p:cNvSpPr/>
          <p:nvPr/>
        </p:nvSpPr>
        <p:spPr>
          <a:xfrm>
            <a:off x="7818268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4-line190"/>
          <p:cNvSpPr/>
          <p:nvPr/>
        </p:nvSpPr>
        <p:spPr>
          <a:xfrm>
            <a:off x="7818268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4-rod191"/>
          <p:cNvSpPr/>
          <p:nvPr/>
        </p:nvSpPr>
        <p:spPr>
          <a:xfrm>
            <a:off x="8149757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2" name="S04-line192"/>
          <p:cNvSpPr/>
          <p:nvPr/>
        </p:nvSpPr>
        <p:spPr>
          <a:xfrm>
            <a:off x="8149757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4-line193"/>
          <p:cNvSpPr/>
          <p:nvPr/>
        </p:nvSpPr>
        <p:spPr>
          <a:xfrm>
            <a:off x="8149757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4-line194"/>
          <p:cNvSpPr/>
          <p:nvPr/>
        </p:nvSpPr>
        <p:spPr>
          <a:xfrm>
            <a:off x="8149757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4-line195"/>
          <p:cNvSpPr/>
          <p:nvPr/>
        </p:nvSpPr>
        <p:spPr>
          <a:xfrm>
            <a:off x="8149757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4-line196"/>
          <p:cNvSpPr/>
          <p:nvPr/>
        </p:nvSpPr>
        <p:spPr>
          <a:xfrm>
            <a:off x="8149757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4-line197"/>
          <p:cNvSpPr/>
          <p:nvPr/>
        </p:nvSpPr>
        <p:spPr>
          <a:xfrm>
            <a:off x="8149757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4-line198"/>
          <p:cNvSpPr/>
          <p:nvPr/>
        </p:nvSpPr>
        <p:spPr>
          <a:xfrm>
            <a:off x="8149757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4-line199"/>
          <p:cNvSpPr/>
          <p:nvPr/>
        </p:nvSpPr>
        <p:spPr>
          <a:xfrm>
            <a:off x="8149757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4-line200"/>
          <p:cNvSpPr/>
          <p:nvPr/>
        </p:nvSpPr>
        <p:spPr>
          <a:xfrm>
            <a:off x="8149757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4-rod201"/>
          <p:cNvSpPr/>
          <p:nvPr/>
        </p:nvSpPr>
        <p:spPr>
          <a:xfrm>
            <a:off x="8481247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2" name="S04-line202"/>
          <p:cNvSpPr/>
          <p:nvPr/>
        </p:nvSpPr>
        <p:spPr>
          <a:xfrm>
            <a:off x="8481247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4-line203"/>
          <p:cNvSpPr/>
          <p:nvPr/>
        </p:nvSpPr>
        <p:spPr>
          <a:xfrm>
            <a:off x="8481247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4-line204"/>
          <p:cNvSpPr/>
          <p:nvPr/>
        </p:nvSpPr>
        <p:spPr>
          <a:xfrm>
            <a:off x="8481247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4-line205"/>
          <p:cNvSpPr/>
          <p:nvPr/>
        </p:nvSpPr>
        <p:spPr>
          <a:xfrm>
            <a:off x="8481247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4-line206"/>
          <p:cNvSpPr/>
          <p:nvPr/>
        </p:nvSpPr>
        <p:spPr>
          <a:xfrm>
            <a:off x="8481247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4-line207"/>
          <p:cNvSpPr/>
          <p:nvPr/>
        </p:nvSpPr>
        <p:spPr>
          <a:xfrm>
            <a:off x="8481247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4-line208"/>
          <p:cNvSpPr/>
          <p:nvPr/>
        </p:nvSpPr>
        <p:spPr>
          <a:xfrm>
            <a:off x="8481247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4-line209"/>
          <p:cNvSpPr/>
          <p:nvPr/>
        </p:nvSpPr>
        <p:spPr>
          <a:xfrm>
            <a:off x="8481247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4-line210"/>
          <p:cNvSpPr/>
          <p:nvPr/>
        </p:nvSpPr>
        <p:spPr>
          <a:xfrm>
            <a:off x="8481247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4-rod211"/>
          <p:cNvSpPr/>
          <p:nvPr/>
        </p:nvSpPr>
        <p:spPr>
          <a:xfrm>
            <a:off x="8812736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2" name="S04-line212"/>
          <p:cNvSpPr/>
          <p:nvPr/>
        </p:nvSpPr>
        <p:spPr>
          <a:xfrm>
            <a:off x="8812736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4-line213"/>
          <p:cNvSpPr/>
          <p:nvPr/>
        </p:nvSpPr>
        <p:spPr>
          <a:xfrm>
            <a:off x="8812736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4-line214"/>
          <p:cNvSpPr/>
          <p:nvPr/>
        </p:nvSpPr>
        <p:spPr>
          <a:xfrm>
            <a:off x="8812736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4-line215"/>
          <p:cNvSpPr/>
          <p:nvPr/>
        </p:nvSpPr>
        <p:spPr>
          <a:xfrm>
            <a:off x="8812736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4-line216"/>
          <p:cNvSpPr/>
          <p:nvPr/>
        </p:nvSpPr>
        <p:spPr>
          <a:xfrm>
            <a:off x="8812736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4-line217"/>
          <p:cNvSpPr/>
          <p:nvPr/>
        </p:nvSpPr>
        <p:spPr>
          <a:xfrm>
            <a:off x="8812736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4-line218"/>
          <p:cNvSpPr/>
          <p:nvPr/>
        </p:nvSpPr>
        <p:spPr>
          <a:xfrm>
            <a:off x="8812736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4-line219"/>
          <p:cNvSpPr/>
          <p:nvPr/>
        </p:nvSpPr>
        <p:spPr>
          <a:xfrm>
            <a:off x="8812736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4-line220"/>
          <p:cNvSpPr/>
          <p:nvPr/>
        </p:nvSpPr>
        <p:spPr>
          <a:xfrm>
            <a:off x="8812736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4-rod221"/>
          <p:cNvSpPr/>
          <p:nvPr/>
        </p:nvSpPr>
        <p:spPr>
          <a:xfrm>
            <a:off x="9144226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2" name="S04-line222"/>
          <p:cNvSpPr/>
          <p:nvPr/>
        </p:nvSpPr>
        <p:spPr>
          <a:xfrm>
            <a:off x="9144226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4-line223"/>
          <p:cNvSpPr/>
          <p:nvPr/>
        </p:nvSpPr>
        <p:spPr>
          <a:xfrm>
            <a:off x="9144226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4-line224"/>
          <p:cNvSpPr/>
          <p:nvPr/>
        </p:nvSpPr>
        <p:spPr>
          <a:xfrm>
            <a:off x="9144226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04-line225"/>
          <p:cNvSpPr/>
          <p:nvPr/>
        </p:nvSpPr>
        <p:spPr>
          <a:xfrm>
            <a:off x="9144226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6" name="S04-line226"/>
          <p:cNvSpPr/>
          <p:nvPr/>
        </p:nvSpPr>
        <p:spPr>
          <a:xfrm>
            <a:off x="9144226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7" name="S04-line227"/>
          <p:cNvSpPr/>
          <p:nvPr/>
        </p:nvSpPr>
        <p:spPr>
          <a:xfrm>
            <a:off x="9144226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8" name="S04-line228"/>
          <p:cNvSpPr/>
          <p:nvPr/>
        </p:nvSpPr>
        <p:spPr>
          <a:xfrm>
            <a:off x="9144226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9" name="S04-line229"/>
          <p:cNvSpPr/>
          <p:nvPr/>
        </p:nvSpPr>
        <p:spPr>
          <a:xfrm>
            <a:off x="9144226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0" name="S04-line230"/>
          <p:cNvSpPr/>
          <p:nvPr/>
        </p:nvSpPr>
        <p:spPr>
          <a:xfrm>
            <a:off x="9144226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1" name="S04-rod231"/>
          <p:cNvSpPr/>
          <p:nvPr/>
        </p:nvSpPr>
        <p:spPr>
          <a:xfrm>
            <a:off x="9475715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2" name="S04-line232"/>
          <p:cNvSpPr/>
          <p:nvPr/>
        </p:nvSpPr>
        <p:spPr>
          <a:xfrm>
            <a:off x="9475715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3" name="S04-line233"/>
          <p:cNvSpPr/>
          <p:nvPr/>
        </p:nvSpPr>
        <p:spPr>
          <a:xfrm>
            <a:off x="9475715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4" name="S04-line234"/>
          <p:cNvSpPr/>
          <p:nvPr/>
        </p:nvSpPr>
        <p:spPr>
          <a:xfrm>
            <a:off x="9475715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5" name="S04-line235"/>
          <p:cNvSpPr/>
          <p:nvPr/>
        </p:nvSpPr>
        <p:spPr>
          <a:xfrm>
            <a:off x="9475715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6" name="S04-line236"/>
          <p:cNvSpPr/>
          <p:nvPr/>
        </p:nvSpPr>
        <p:spPr>
          <a:xfrm>
            <a:off x="9475715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7" name="S04-line237"/>
          <p:cNvSpPr/>
          <p:nvPr/>
        </p:nvSpPr>
        <p:spPr>
          <a:xfrm>
            <a:off x="9475715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8" name="S04-line238"/>
          <p:cNvSpPr/>
          <p:nvPr/>
        </p:nvSpPr>
        <p:spPr>
          <a:xfrm>
            <a:off x="9475715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9" name="S04-line239"/>
          <p:cNvSpPr/>
          <p:nvPr/>
        </p:nvSpPr>
        <p:spPr>
          <a:xfrm>
            <a:off x="9475715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0" name="S04-line240"/>
          <p:cNvSpPr/>
          <p:nvPr/>
        </p:nvSpPr>
        <p:spPr>
          <a:xfrm>
            <a:off x="9475715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1" name="S04-rod241"/>
          <p:cNvSpPr/>
          <p:nvPr/>
        </p:nvSpPr>
        <p:spPr>
          <a:xfrm>
            <a:off x="9807205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2" name="S04-line242"/>
          <p:cNvSpPr/>
          <p:nvPr/>
        </p:nvSpPr>
        <p:spPr>
          <a:xfrm>
            <a:off x="9807205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04-line243"/>
          <p:cNvSpPr/>
          <p:nvPr/>
        </p:nvSpPr>
        <p:spPr>
          <a:xfrm>
            <a:off x="9807205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04-line244"/>
          <p:cNvSpPr/>
          <p:nvPr/>
        </p:nvSpPr>
        <p:spPr>
          <a:xfrm>
            <a:off x="9807205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04-line245"/>
          <p:cNvSpPr/>
          <p:nvPr/>
        </p:nvSpPr>
        <p:spPr>
          <a:xfrm>
            <a:off x="9807205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04-line246"/>
          <p:cNvSpPr/>
          <p:nvPr/>
        </p:nvSpPr>
        <p:spPr>
          <a:xfrm>
            <a:off x="9807205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04-line247"/>
          <p:cNvSpPr/>
          <p:nvPr/>
        </p:nvSpPr>
        <p:spPr>
          <a:xfrm>
            <a:off x="9807205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04-line248"/>
          <p:cNvSpPr/>
          <p:nvPr/>
        </p:nvSpPr>
        <p:spPr>
          <a:xfrm>
            <a:off x="9807205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04-line249"/>
          <p:cNvSpPr/>
          <p:nvPr/>
        </p:nvSpPr>
        <p:spPr>
          <a:xfrm>
            <a:off x="9807205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04-line250"/>
          <p:cNvSpPr/>
          <p:nvPr/>
        </p:nvSpPr>
        <p:spPr>
          <a:xfrm>
            <a:off x="9807205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04-unit251"/>
          <p:cNvSpPr/>
          <p:nvPr/>
        </p:nvSpPr>
        <p:spPr>
          <a:xfrm>
            <a:off x="10138695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2" name="S04-unit252"/>
          <p:cNvSpPr/>
          <p:nvPr/>
        </p:nvSpPr>
        <p:spPr>
          <a:xfrm>
            <a:off x="10138695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3" name="S04-unit253"/>
          <p:cNvSpPr/>
          <p:nvPr/>
        </p:nvSpPr>
        <p:spPr>
          <a:xfrm>
            <a:off x="10138695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4" name="S04-figure254" descr="십 모형 8개와 일 모형 3개"/>
          <p:cNvSpPr/>
          <p:nvPr/>
        </p:nvSpPr>
        <p:spPr>
          <a:xfrm>
            <a:off x="6254496" y="205311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04-label255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8개, 일 3개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더해요</a:t>
            </a:r>
            <a:endParaRPr lang="ko-KR" sz="4400" dirty="0"/>
          </a:p>
        </p:txBody>
      </p:sp>
      <p:sp>
        <p:nvSpPr>
          <p:cNvPr id="3" name="S05-text2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 + 47을 세로셈으로 해요.</a:t>
            </a:r>
            <a:endParaRPr lang="ko-KR" sz="3200" dirty="0"/>
          </a:p>
        </p:txBody>
      </p:sp>
      <p:sp>
        <p:nvSpPr>
          <p:cNvPr id="4" name="S05-card2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받아올린 1을 꼭 더해요.</a:t>
            </a:r>
            <a:endParaRPr lang="ko-KR" sz="3200" dirty="0"/>
          </a:p>
        </p:txBody>
      </p:sp>
      <p:graphicFrame>
        <p:nvGraphicFramePr>
          <p:cNvPr id="6" name="S05-table2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6469" y="2089785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5-stepno260"/>
          <p:cNvSpPr txBox="1"/>
          <p:nvPr/>
        </p:nvSpPr>
        <p:spPr>
          <a:xfrm>
            <a:off x="548640" y="23571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261"/>
          <p:cNvSpPr txBox="1"/>
          <p:nvPr/>
        </p:nvSpPr>
        <p:spPr>
          <a:xfrm>
            <a:off x="1325880" y="2357120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자리: 6 + 7 = 13</a:t>
            </a:r>
            <a:endParaRPr lang="ko-KR" sz="3200" dirty="0"/>
          </a:p>
        </p:txBody>
      </p:sp>
      <p:sp>
        <p:nvSpPr>
          <p:cNvPr id="9" name="S05-stepno262"/>
          <p:cNvSpPr txBox="1"/>
          <p:nvPr/>
        </p:nvSpPr>
        <p:spPr>
          <a:xfrm>
            <a:off x="548640" y="3116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263"/>
          <p:cNvSpPr txBox="1"/>
          <p:nvPr/>
        </p:nvSpPr>
        <p:spPr>
          <a:xfrm>
            <a:off x="1325880" y="3070352"/>
            <a:ext cx="5872825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3을 쓰고, 1은 십의 자리 위에 작게 써요.</a:t>
            </a:r>
            <a:endParaRPr lang="ko-KR" sz="3200" dirty="0"/>
          </a:p>
        </p:txBody>
      </p:sp>
      <p:sp>
        <p:nvSpPr>
          <p:cNvPr id="11" name="S05-stepno264"/>
          <p:cNvSpPr txBox="1"/>
          <p:nvPr/>
        </p:nvSpPr>
        <p:spPr>
          <a:xfrm>
            <a:off x="548640" y="4226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265"/>
          <p:cNvSpPr txBox="1"/>
          <p:nvPr/>
        </p:nvSpPr>
        <p:spPr>
          <a:xfrm>
            <a:off x="1325880" y="4226560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자리: 1 + 3 + 4 = 8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 해 보기</a:t>
            </a:r>
            <a:endParaRPr lang="ko-KR" sz="4400" dirty="0"/>
          </a:p>
        </p:txBody>
      </p:sp>
      <p:sp>
        <p:nvSpPr>
          <p:cNvPr id="3" name="S06-text2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계산해요.</a:t>
            </a:r>
            <a:endParaRPr lang="ko-KR" sz="3200" dirty="0"/>
          </a:p>
        </p:txBody>
      </p:sp>
      <p:sp>
        <p:nvSpPr>
          <p:cNvPr id="4" name="S06-card2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2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넘으면 1을 올려요.</a:t>
            </a:r>
            <a:endParaRPr lang="ko-KR" sz="3200" dirty="0"/>
          </a:p>
        </p:txBody>
      </p:sp>
      <p:graphicFrame>
        <p:nvGraphicFramePr>
          <p:cNvPr id="7" name="S06-table2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2914" y="2027174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6-label270"/>
          <p:cNvSpPr txBox="1"/>
          <p:nvPr/>
        </p:nvSpPr>
        <p:spPr>
          <a:xfrm>
            <a:off x="6277356" y="4674870"/>
            <a:ext cx="536295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②를 세로셈으로</a:t>
            </a:r>
            <a:endParaRPr lang="ko-KR" sz="2600" dirty="0"/>
          </a:p>
        </p:txBody>
      </p:sp>
      <p:sp>
        <p:nvSpPr>
          <p:cNvPr id="8" name="S06-chip27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9" name="S06-eqtext272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+ 6 = □</a:t>
            </a:r>
            <a:endParaRPr lang="ko-KR" sz="3600" dirty="0"/>
          </a:p>
        </p:txBody>
      </p:sp>
      <p:sp>
        <p:nvSpPr>
          <p:cNvPr id="10" name="S06-chip27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1" name="S06-eqtext274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 + 29 = □</a:t>
            </a:r>
            <a:endParaRPr lang="ko-KR" sz="3600" dirty="0"/>
          </a:p>
        </p:txBody>
      </p:sp>
      <p:sp>
        <p:nvSpPr>
          <p:cNvPr id="12" name="S06-chip27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3" name="S06-eqtext276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+ 27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7-card27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27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 + 25를 세로셈으로 했어요.</a:t>
            </a:r>
            <a:endParaRPr lang="ko-KR" sz="3200" dirty="0"/>
          </a:p>
        </p:txBody>
      </p:sp>
      <p:sp>
        <p:nvSpPr>
          <p:cNvPr id="5" name="S07-card2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2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7-chip28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53</a:t>
            </a:r>
            <a:endParaRPr lang="ko-KR" sz="2600" dirty="0"/>
          </a:p>
        </p:txBody>
      </p:sp>
      <p:sp>
        <p:nvSpPr>
          <p:cNvPr id="8" name="S07-text28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+ 5 = 13에서 3을 쓰고,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+ 2 = 5를 썼어요.</a:t>
            </a:r>
            <a:endParaRPr lang="ko-KR" sz="3200" dirty="0"/>
          </a:p>
        </p:txBody>
      </p:sp>
      <p:sp>
        <p:nvSpPr>
          <p:cNvPr id="9" name="S07-chip28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63</a:t>
            </a:r>
            <a:endParaRPr lang="ko-KR" sz="2600" dirty="0"/>
          </a:p>
        </p:txBody>
      </p:sp>
      <p:sp>
        <p:nvSpPr>
          <p:cNvPr id="10" name="S07-text28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3을 쓰고 1을 올려서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+ 3 + 2 = 6을 썼어요.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자리도 넘으면</a:t>
            </a:r>
            <a:endParaRPr lang="ko-KR" sz="4400" dirty="0"/>
          </a:p>
        </p:txBody>
      </p:sp>
      <p:sp>
        <p:nvSpPr>
          <p:cNvPr id="3" name="S08-text2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 + 48을 세로셈으로 해요.</a:t>
            </a:r>
            <a:endParaRPr lang="ko-KR" sz="3200" dirty="0"/>
          </a:p>
        </p:txBody>
      </p:sp>
      <p:sp>
        <p:nvSpPr>
          <p:cNvPr id="4" name="S08-card2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2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 합이 10을 넘으면 백의 자리에 1을 써요.</a:t>
            </a:r>
            <a:endParaRPr lang="ko-KR" sz="3200" dirty="0"/>
          </a:p>
        </p:txBody>
      </p:sp>
      <p:graphicFrame>
        <p:nvGraphicFramePr>
          <p:cNvPr id="9" name="S08-table2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089785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8-stepno289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8-text290"/>
          <p:cNvSpPr txBox="1"/>
          <p:nvPr/>
        </p:nvSpPr>
        <p:spPr>
          <a:xfrm>
            <a:off x="1325880" y="257860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5 + 8 = 13, 1을 올려요.</a:t>
            </a:r>
            <a:endParaRPr lang="ko-KR" sz="3200" dirty="0"/>
          </a:p>
        </p:txBody>
      </p:sp>
      <p:sp>
        <p:nvSpPr>
          <p:cNvPr id="9" name="S08-stepno291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8-text292"/>
          <p:cNvSpPr txBox="1"/>
          <p:nvPr/>
        </p:nvSpPr>
        <p:spPr>
          <a:xfrm>
            <a:off x="1325880" y="329184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1 + 7 + 4 = 12</a:t>
            </a:r>
            <a:endParaRPr lang="ko-KR" sz="3200" dirty="0"/>
          </a:p>
        </p:txBody>
      </p:sp>
      <p:sp>
        <p:nvSpPr>
          <p:cNvPr id="11" name="S08-stepno293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8-text294"/>
          <p:cNvSpPr txBox="1"/>
          <p:nvPr/>
        </p:nvSpPr>
        <p:spPr>
          <a:xfrm>
            <a:off x="1325880" y="400507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10개는 백 1개: 123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덧셈</a:t>
            </a:r>
            <a:endParaRPr lang="ko-KR" sz="4400" dirty="0"/>
          </a:p>
        </p:txBody>
      </p:sp>
      <p:sp>
        <p:nvSpPr>
          <p:cNvPr id="3" name="S09-text29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공책에 세로셈으로 계산해요.</a:t>
            </a:r>
            <a:endParaRPr lang="ko-KR" sz="3200" dirty="0"/>
          </a:p>
        </p:txBody>
      </p:sp>
      <p:sp>
        <p:nvSpPr>
          <p:cNvPr id="4" name="S09-card29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29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자리를 맞추어 쓰고 일의 자리부터 더해요.</a:t>
            </a:r>
            <a:endParaRPr lang="ko-KR" sz="3200" dirty="0"/>
          </a:p>
        </p:txBody>
      </p:sp>
      <p:sp>
        <p:nvSpPr>
          <p:cNvPr id="6" name="S09-chip29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eqtext29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 + 7 = □</a:t>
            </a:r>
            <a:endParaRPr lang="ko-KR" sz="3600" dirty="0"/>
          </a:p>
        </p:txBody>
      </p:sp>
      <p:sp>
        <p:nvSpPr>
          <p:cNvPr id="8" name="S09-chip30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eqtext30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 + 82 = □</a:t>
            </a:r>
            <a:endParaRPr lang="ko-KR" sz="3600" dirty="0"/>
          </a:p>
        </p:txBody>
      </p:sp>
      <p:sp>
        <p:nvSpPr>
          <p:cNvPr id="10" name="S09-chip30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eqtext30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 + 58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30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풀고, 받아올림을 말해요.</a:t>
            </a:r>
            <a:endParaRPr lang="ko-KR" sz="3200" dirty="0"/>
          </a:p>
        </p:txBody>
      </p:sp>
      <p:sp>
        <p:nvSpPr>
          <p:cNvPr id="4" name="S10-chip30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eqtext30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 + 6 = □</a:t>
            </a:r>
            <a:endParaRPr lang="ko-KR" sz="3600" dirty="0"/>
          </a:p>
        </p:txBody>
      </p:sp>
      <p:sp>
        <p:nvSpPr>
          <p:cNvPr id="6" name="S10-chip30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eqtext30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 + 54 = □</a:t>
            </a:r>
            <a:endParaRPr lang="ko-KR" sz="3600" dirty="0"/>
          </a:p>
        </p:txBody>
      </p:sp>
      <p:sp>
        <p:nvSpPr>
          <p:cNvPr id="8" name="S10-chip30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eqtext310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 + 38 = □</a:t>
            </a:r>
            <a:endParaRPr lang="ko-KR" sz="3600" dirty="0"/>
          </a:p>
        </p:txBody>
      </p:sp>
      <p:sp>
        <p:nvSpPr>
          <p:cNvPr id="10" name="S10-chip311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0-eqtext312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86 + 57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1-card3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3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수 모형으로 다시 놓아 보게 하세요.</a:t>
            </a:r>
            <a:endParaRPr lang="ko-KR" sz="3200" dirty="0"/>
          </a:p>
        </p:txBody>
      </p:sp>
      <p:sp>
        <p:nvSpPr>
          <p:cNvPr id="5" name="S11-chip31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316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53</a:t>
            </a:r>
            <a:endParaRPr lang="ko-KR" sz="3200" dirty="0"/>
          </a:p>
        </p:txBody>
      </p:sp>
      <p:sp>
        <p:nvSpPr>
          <p:cNvPr id="7" name="S11-text317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+ 6 = 13</a:t>
            </a:r>
            <a:endParaRPr lang="ko-KR" sz="2600" dirty="0"/>
          </a:p>
        </p:txBody>
      </p:sp>
      <p:sp>
        <p:nvSpPr>
          <p:cNvPr id="8" name="S11-text318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83</a:t>
            </a:r>
            <a:endParaRPr lang="ko-KR" sz="3200" dirty="0"/>
          </a:p>
        </p:txBody>
      </p:sp>
      <p:sp>
        <p:nvSpPr>
          <p:cNvPr id="9" name="S11-text319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+ 4 = 13</a:t>
            </a:r>
            <a:endParaRPr lang="ko-KR" sz="2600" dirty="0"/>
          </a:p>
        </p:txBody>
      </p:sp>
      <p:sp>
        <p:nvSpPr>
          <p:cNvPr id="10" name="S11-text320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76</a:t>
            </a:r>
            <a:endParaRPr lang="ko-KR" sz="3200" dirty="0"/>
          </a:p>
        </p:txBody>
      </p:sp>
      <p:sp>
        <p:nvSpPr>
          <p:cNvPr id="11" name="S11-text321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+ 8 = 16</a:t>
            </a:r>
            <a:endParaRPr lang="ko-KR" sz="2600" dirty="0"/>
          </a:p>
        </p:txBody>
      </p:sp>
      <p:sp>
        <p:nvSpPr>
          <p:cNvPr id="12" name="S11-text322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143</a:t>
            </a:r>
            <a:endParaRPr lang="ko-KR" sz="3200" dirty="0"/>
          </a:p>
        </p:txBody>
      </p:sp>
      <p:sp>
        <p:nvSpPr>
          <p:cNvPr id="13" name="S11-text323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14</a:t>
            </a:r>
            <a:endParaRPr lang="ko-KR" sz="2600" dirty="0"/>
          </a:p>
        </p:txBody>
      </p:sp>
      <p:sp>
        <p:nvSpPr>
          <p:cNvPr id="14" name="S11-chip324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5" name="S11-text325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73</a:t>
            </a:r>
            <a:endParaRPr lang="ko-KR" sz="3200" dirty="0"/>
          </a:p>
        </p:txBody>
      </p:sp>
      <p:sp>
        <p:nvSpPr>
          <p:cNvPr id="16" name="S11-text326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1을 빠뜨림</a:t>
            </a:r>
            <a:endParaRPr lang="ko-KR" sz="2600" dirty="0"/>
          </a:p>
        </p:txBody>
      </p:sp>
      <p:sp>
        <p:nvSpPr>
          <p:cNvPr id="17" name="S11-text327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1313</a:t>
            </a:r>
            <a:endParaRPr lang="ko-KR" sz="3200" dirty="0"/>
          </a:p>
        </p:txBody>
      </p:sp>
      <p:sp>
        <p:nvSpPr>
          <p:cNvPr id="18" name="S11-text328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13을 그대로 씀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 + 38과 같은 것</a:t>
            </a:r>
            <a:endParaRPr lang="ko-KR" sz="4400" dirty="0"/>
          </a:p>
        </p:txBody>
      </p:sp>
      <p:sp>
        <p:nvSpPr>
          <p:cNvPr id="3" name="S12-text3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 + 38을 수 모형으로 나타냈어요.</a:t>
            </a:r>
            <a:endParaRPr lang="ko-KR" sz="3200" dirty="0"/>
          </a:p>
        </p:txBody>
      </p:sp>
      <p:sp>
        <p:nvSpPr>
          <p:cNvPr id="4" name="S12-card3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3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 + 38과 같은 것을 모두 고르고, 까닭을 말해요.</a:t>
            </a:r>
            <a:endParaRPr lang="ko-KR" sz="3200" dirty="0"/>
          </a:p>
        </p:txBody>
      </p:sp>
      <p:sp>
        <p:nvSpPr>
          <p:cNvPr id="6" name="S12-chip332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rod333"/>
          <p:cNvSpPr/>
          <p:nvPr/>
        </p:nvSpPr>
        <p:spPr>
          <a:xfrm>
            <a:off x="756514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2-line334"/>
          <p:cNvSpPr/>
          <p:nvPr/>
        </p:nvSpPr>
        <p:spPr>
          <a:xfrm>
            <a:off x="756514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2-line335"/>
          <p:cNvSpPr/>
          <p:nvPr/>
        </p:nvSpPr>
        <p:spPr>
          <a:xfrm>
            <a:off x="756514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2-line336"/>
          <p:cNvSpPr/>
          <p:nvPr/>
        </p:nvSpPr>
        <p:spPr>
          <a:xfrm>
            <a:off x="756514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2-line337"/>
          <p:cNvSpPr/>
          <p:nvPr/>
        </p:nvSpPr>
        <p:spPr>
          <a:xfrm>
            <a:off x="756514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2-line338"/>
          <p:cNvSpPr/>
          <p:nvPr/>
        </p:nvSpPr>
        <p:spPr>
          <a:xfrm>
            <a:off x="756514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2-line339"/>
          <p:cNvSpPr/>
          <p:nvPr/>
        </p:nvSpPr>
        <p:spPr>
          <a:xfrm>
            <a:off x="756514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2-line340"/>
          <p:cNvSpPr/>
          <p:nvPr/>
        </p:nvSpPr>
        <p:spPr>
          <a:xfrm>
            <a:off x="756514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2-line341"/>
          <p:cNvSpPr/>
          <p:nvPr/>
        </p:nvSpPr>
        <p:spPr>
          <a:xfrm>
            <a:off x="756514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2-line342"/>
          <p:cNvSpPr/>
          <p:nvPr/>
        </p:nvSpPr>
        <p:spPr>
          <a:xfrm>
            <a:off x="756514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2-rod343"/>
          <p:cNvSpPr/>
          <p:nvPr/>
        </p:nvSpPr>
        <p:spPr>
          <a:xfrm>
            <a:off x="1078382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2-line344"/>
          <p:cNvSpPr/>
          <p:nvPr/>
        </p:nvSpPr>
        <p:spPr>
          <a:xfrm>
            <a:off x="1078382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2-line345"/>
          <p:cNvSpPr/>
          <p:nvPr/>
        </p:nvSpPr>
        <p:spPr>
          <a:xfrm>
            <a:off x="1078382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2-line346"/>
          <p:cNvSpPr/>
          <p:nvPr/>
        </p:nvSpPr>
        <p:spPr>
          <a:xfrm>
            <a:off x="1078382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2-line347"/>
          <p:cNvSpPr/>
          <p:nvPr/>
        </p:nvSpPr>
        <p:spPr>
          <a:xfrm>
            <a:off x="1078382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2-line348"/>
          <p:cNvSpPr/>
          <p:nvPr/>
        </p:nvSpPr>
        <p:spPr>
          <a:xfrm>
            <a:off x="1078382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2-line349"/>
          <p:cNvSpPr/>
          <p:nvPr/>
        </p:nvSpPr>
        <p:spPr>
          <a:xfrm>
            <a:off x="1078382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2-line350"/>
          <p:cNvSpPr/>
          <p:nvPr/>
        </p:nvSpPr>
        <p:spPr>
          <a:xfrm>
            <a:off x="1078382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2-line351"/>
          <p:cNvSpPr/>
          <p:nvPr/>
        </p:nvSpPr>
        <p:spPr>
          <a:xfrm>
            <a:off x="1078382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2-line352"/>
          <p:cNvSpPr/>
          <p:nvPr/>
        </p:nvSpPr>
        <p:spPr>
          <a:xfrm>
            <a:off x="1078382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2-rod353"/>
          <p:cNvSpPr/>
          <p:nvPr/>
        </p:nvSpPr>
        <p:spPr>
          <a:xfrm>
            <a:off x="1400251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2-line354"/>
          <p:cNvSpPr/>
          <p:nvPr/>
        </p:nvSpPr>
        <p:spPr>
          <a:xfrm>
            <a:off x="1400251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2-line355"/>
          <p:cNvSpPr/>
          <p:nvPr/>
        </p:nvSpPr>
        <p:spPr>
          <a:xfrm>
            <a:off x="1400251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2-line356"/>
          <p:cNvSpPr/>
          <p:nvPr/>
        </p:nvSpPr>
        <p:spPr>
          <a:xfrm>
            <a:off x="1400251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2-line357"/>
          <p:cNvSpPr/>
          <p:nvPr/>
        </p:nvSpPr>
        <p:spPr>
          <a:xfrm>
            <a:off x="1400251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2-line358"/>
          <p:cNvSpPr/>
          <p:nvPr/>
        </p:nvSpPr>
        <p:spPr>
          <a:xfrm>
            <a:off x="1400251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2-line359"/>
          <p:cNvSpPr/>
          <p:nvPr/>
        </p:nvSpPr>
        <p:spPr>
          <a:xfrm>
            <a:off x="1400251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2-line360"/>
          <p:cNvSpPr/>
          <p:nvPr/>
        </p:nvSpPr>
        <p:spPr>
          <a:xfrm>
            <a:off x="1400251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2-line361"/>
          <p:cNvSpPr/>
          <p:nvPr/>
        </p:nvSpPr>
        <p:spPr>
          <a:xfrm>
            <a:off x="1400251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2-line362"/>
          <p:cNvSpPr/>
          <p:nvPr/>
        </p:nvSpPr>
        <p:spPr>
          <a:xfrm>
            <a:off x="1400251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2-rod363"/>
          <p:cNvSpPr/>
          <p:nvPr/>
        </p:nvSpPr>
        <p:spPr>
          <a:xfrm>
            <a:off x="1722120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12-line364"/>
          <p:cNvSpPr/>
          <p:nvPr/>
        </p:nvSpPr>
        <p:spPr>
          <a:xfrm>
            <a:off x="1722120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2-line365"/>
          <p:cNvSpPr/>
          <p:nvPr/>
        </p:nvSpPr>
        <p:spPr>
          <a:xfrm>
            <a:off x="1722120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2-line366"/>
          <p:cNvSpPr/>
          <p:nvPr/>
        </p:nvSpPr>
        <p:spPr>
          <a:xfrm>
            <a:off x="1722120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2-line367"/>
          <p:cNvSpPr/>
          <p:nvPr/>
        </p:nvSpPr>
        <p:spPr>
          <a:xfrm>
            <a:off x="1722120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2-line368"/>
          <p:cNvSpPr/>
          <p:nvPr/>
        </p:nvSpPr>
        <p:spPr>
          <a:xfrm>
            <a:off x="1722120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2-line369"/>
          <p:cNvSpPr/>
          <p:nvPr/>
        </p:nvSpPr>
        <p:spPr>
          <a:xfrm>
            <a:off x="1722120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2-line370"/>
          <p:cNvSpPr/>
          <p:nvPr/>
        </p:nvSpPr>
        <p:spPr>
          <a:xfrm>
            <a:off x="1722120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2-line371"/>
          <p:cNvSpPr/>
          <p:nvPr/>
        </p:nvSpPr>
        <p:spPr>
          <a:xfrm>
            <a:off x="1722120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2-line372"/>
          <p:cNvSpPr/>
          <p:nvPr/>
        </p:nvSpPr>
        <p:spPr>
          <a:xfrm>
            <a:off x="1722120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2-rod373"/>
          <p:cNvSpPr/>
          <p:nvPr/>
        </p:nvSpPr>
        <p:spPr>
          <a:xfrm>
            <a:off x="2043989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12-line374"/>
          <p:cNvSpPr/>
          <p:nvPr/>
        </p:nvSpPr>
        <p:spPr>
          <a:xfrm>
            <a:off x="2043989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2-line375"/>
          <p:cNvSpPr/>
          <p:nvPr/>
        </p:nvSpPr>
        <p:spPr>
          <a:xfrm>
            <a:off x="2043989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2-line376"/>
          <p:cNvSpPr/>
          <p:nvPr/>
        </p:nvSpPr>
        <p:spPr>
          <a:xfrm>
            <a:off x="2043989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2-line377"/>
          <p:cNvSpPr/>
          <p:nvPr/>
        </p:nvSpPr>
        <p:spPr>
          <a:xfrm>
            <a:off x="2043989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2-line378"/>
          <p:cNvSpPr/>
          <p:nvPr/>
        </p:nvSpPr>
        <p:spPr>
          <a:xfrm>
            <a:off x="2043989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2-line379"/>
          <p:cNvSpPr/>
          <p:nvPr/>
        </p:nvSpPr>
        <p:spPr>
          <a:xfrm>
            <a:off x="2043989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2-line380"/>
          <p:cNvSpPr/>
          <p:nvPr/>
        </p:nvSpPr>
        <p:spPr>
          <a:xfrm>
            <a:off x="2043989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2-line381"/>
          <p:cNvSpPr/>
          <p:nvPr/>
        </p:nvSpPr>
        <p:spPr>
          <a:xfrm>
            <a:off x="2043989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2-line382"/>
          <p:cNvSpPr/>
          <p:nvPr/>
        </p:nvSpPr>
        <p:spPr>
          <a:xfrm>
            <a:off x="2043989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2-rod383"/>
          <p:cNvSpPr/>
          <p:nvPr/>
        </p:nvSpPr>
        <p:spPr>
          <a:xfrm>
            <a:off x="2365858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12-line384"/>
          <p:cNvSpPr/>
          <p:nvPr/>
        </p:nvSpPr>
        <p:spPr>
          <a:xfrm>
            <a:off x="2365858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2-line385"/>
          <p:cNvSpPr/>
          <p:nvPr/>
        </p:nvSpPr>
        <p:spPr>
          <a:xfrm>
            <a:off x="2365858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2-line386"/>
          <p:cNvSpPr/>
          <p:nvPr/>
        </p:nvSpPr>
        <p:spPr>
          <a:xfrm>
            <a:off x="2365858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2-line387"/>
          <p:cNvSpPr/>
          <p:nvPr/>
        </p:nvSpPr>
        <p:spPr>
          <a:xfrm>
            <a:off x="2365858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2-line388"/>
          <p:cNvSpPr/>
          <p:nvPr/>
        </p:nvSpPr>
        <p:spPr>
          <a:xfrm>
            <a:off x="2365858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2-line389"/>
          <p:cNvSpPr/>
          <p:nvPr/>
        </p:nvSpPr>
        <p:spPr>
          <a:xfrm>
            <a:off x="2365858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2-line390"/>
          <p:cNvSpPr/>
          <p:nvPr/>
        </p:nvSpPr>
        <p:spPr>
          <a:xfrm>
            <a:off x="2365858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2-line391"/>
          <p:cNvSpPr/>
          <p:nvPr/>
        </p:nvSpPr>
        <p:spPr>
          <a:xfrm>
            <a:off x="2365858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2-line392"/>
          <p:cNvSpPr/>
          <p:nvPr/>
        </p:nvSpPr>
        <p:spPr>
          <a:xfrm>
            <a:off x="2365858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2-rod393"/>
          <p:cNvSpPr/>
          <p:nvPr/>
        </p:nvSpPr>
        <p:spPr>
          <a:xfrm>
            <a:off x="2687726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12-line394"/>
          <p:cNvSpPr/>
          <p:nvPr/>
        </p:nvSpPr>
        <p:spPr>
          <a:xfrm>
            <a:off x="2687726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12-line395"/>
          <p:cNvSpPr/>
          <p:nvPr/>
        </p:nvSpPr>
        <p:spPr>
          <a:xfrm>
            <a:off x="2687726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12-line396"/>
          <p:cNvSpPr/>
          <p:nvPr/>
        </p:nvSpPr>
        <p:spPr>
          <a:xfrm>
            <a:off x="2687726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12-line397"/>
          <p:cNvSpPr/>
          <p:nvPr/>
        </p:nvSpPr>
        <p:spPr>
          <a:xfrm>
            <a:off x="2687726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12-line398"/>
          <p:cNvSpPr/>
          <p:nvPr/>
        </p:nvSpPr>
        <p:spPr>
          <a:xfrm>
            <a:off x="2687726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12-line399"/>
          <p:cNvSpPr/>
          <p:nvPr/>
        </p:nvSpPr>
        <p:spPr>
          <a:xfrm>
            <a:off x="2687726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12-line400"/>
          <p:cNvSpPr/>
          <p:nvPr/>
        </p:nvSpPr>
        <p:spPr>
          <a:xfrm>
            <a:off x="2687726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12-line401"/>
          <p:cNvSpPr/>
          <p:nvPr/>
        </p:nvSpPr>
        <p:spPr>
          <a:xfrm>
            <a:off x="2687726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12-line402"/>
          <p:cNvSpPr/>
          <p:nvPr/>
        </p:nvSpPr>
        <p:spPr>
          <a:xfrm>
            <a:off x="2687726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12-unit403"/>
          <p:cNvSpPr/>
          <p:nvPr/>
        </p:nvSpPr>
        <p:spPr>
          <a:xfrm>
            <a:off x="3009595" y="467258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12-unit404"/>
          <p:cNvSpPr/>
          <p:nvPr/>
        </p:nvSpPr>
        <p:spPr>
          <a:xfrm>
            <a:off x="3009595" y="442112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9" name="S12-unit405"/>
          <p:cNvSpPr/>
          <p:nvPr/>
        </p:nvSpPr>
        <p:spPr>
          <a:xfrm>
            <a:off x="3009595" y="416966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0" name="S12-unit406"/>
          <p:cNvSpPr/>
          <p:nvPr/>
        </p:nvSpPr>
        <p:spPr>
          <a:xfrm>
            <a:off x="3009595" y="391820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12-unit407"/>
          <p:cNvSpPr/>
          <p:nvPr/>
        </p:nvSpPr>
        <p:spPr>
          <a:xfrm>
            <a:off x="3009595" y="366674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12-unit408"/>
          <p:cNvSpPr/>
          <p:nvPr/>
        </p:nvSpPr>
        <p:spPr>
          <a:xfrm>
            <a:off x="3271114" y="467258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3" name="S12-unit409"/>
          <p:cNvSpPr/>
          <p:nvPr/>
        </p:nvSpPr>
        <p:spPr>
          <a:xfrm>
            <a:off x="3271114" y="442112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12-unit410"/>
          <p:cNvSpPr/>
          <p:nvPr/>
        </p:nvSpPr>
        <p:spPr>
          <a:xfrm>
            <a:off x="3271114" y="416966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12-unit411"/>
          <p:cNvSpPr/>
          <p:nvPr/>
        </p:nvSpPr>
        <p:spPr>
          <a:xfrm>
            <a:off x="3271114" y="391820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12-unit412"/>
          <p:cNvSpPr/>
          <p:nvPr/>
        </p:nvSpPr>
        <p:spPr>
          <a:xfrm>
            <a:off x="3271114" y="366674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7" name="S12-unit413"/>
          <p:cNvSpPr/>
          <p:nvPr/>
        </p:nvSpPr>
        <p:spPr>
          <a:xfrm>
            <a:off x="3532632" y="467258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12-unit414"/>
          <p:cNvSpPr/>
          <p:nvPr/>
        </p:nvSpPr>
        <p:spPr>
          <a:xfrm>
            <a:off x="3532632" y="442112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9" name="S12-unit415"/>
          <p:cNvSpPr/>
          <p:nvPr/>
        </p:nvSpPr>
        <p:spPr>
          <a:xfrm>
            <a:off x="3532632" y="416966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0" name="S12-figure416" descr="십 모형 7개와 일 모형 13개"/>
          <p:cNvSpPr/>
          <p:nvPr/>
        </p:nvSpPr>
        <p:spPr>
          <a:xfrm>
            <a:off x="548640" y="291236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12-chip417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92" name="S12-rod418"/>
          <p:cNvSpPr/>
          <p:nvPr/>
        </p:nvSpPr>
        <p:spPr>
          <a:xfrm>
            <a:off x="4676242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3" name="S12-line419"/>
          <p:cNvSpPr/>
          <p:nvPr/>
        </p:nvSpPr>
        <p:spPr>
          <a:xfrm>
            <a:off x="4676242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2-line420"/>
          <p:cNvSpPr/>
          <p:nvPr/>
        </p:nvSpPr>
        <p:spPr>
          <a:xfrm>
            <a:off x="4676242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2-line421"/>
          <p:cNvSpPr/>
          <p:nvPr/>
        </p:nvSpPr>
        <p:spPr>
          <a:xfrm>
            <a:off x="4676242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2-line422"/>
          <p:cNvSpPr/>
          <p:nvPr/>
        </p:nvSpPr>
        <p:spPr>
          <a:xfrm>
            <a:off x="4676242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2-line423"/>
          <p:cNvSpPr/>
          <p:nvPr/>
        </p:nvSpPr>
        <p:spPr>
          <a:xfrm>
            <a:off x="4676242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2-line424"/>
          <p:cNvSpPr/>
          <p:nvPr/>
        </p:nvSpPr>
        <p:spPr>
          <a:xfrm>
            <a:off x="4676242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2-line425"/>
          <p:cNvSpPr/>
          <p:nvPr/>
        </p:nvSpPr>
        <p:spPr>
          <a:xfrm>
            <a:off x="4676242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12-line426"/>
          <p:cNvSpPr/>
          <p:nvPr/>
        </p:nvSpPr>
        <p:spPr>
          <a:xfrm>
            <a:off x="4676242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2-line427"/>
          <p:cNvSpPr/>
          <p:nvPr/>
        </p:nvSpPr>
        <p:spPr>
          <a:xfrm>
            <a:off x="4676242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2-rod428"/>
          <p:cNvSpPr/>
          <p:nvPr/>
        </p:nvSpPr>
        <p:spPr>
          <a:xfrm>
            <a:off x="4998110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3" name="S12-line429"/>
          <p:cNvSpPr/>
          <p:nvPr/>
        </p:nvSpPr>
        <p:spPr>
          <a:xfrm>
            <a:off x="4998110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2-line430"/>
          <p:cNvSpPr/>
          <p:nvPr/>
        </p:nvSpPr>
        <p:spPr>
          <a:xfrm>
            <a:off x="4998110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2-line431"/>
          <p:cNvSpPr/>
          <p:nvPr/>
        </p:nvSpPr>
        <p:spPr>
          <a:xfrm>
            <a:off x="4998110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2-line432"/>
          <p:cNvSpPr/>
          <p:nvPr/>
        </p:nvSpPr>
        <p:spPr>
          <a:xfrm>
            <a:off x="4998110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2-line433"/>
          <p:cNvSpPr/>
          <p:nvPr/>
        </p:nvSpPr>
        <p:spPr>
          <a:xfrm>
            <a:off x="4998110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2-line434"/>
          <p:cNvSpPr/>
          <p:nvPr/>
        </p:nvSpPr>
        <p:spPr>
          <a:xfrm>
            <a:off x="4998110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2-line435"/>
          <p:cNvSpPr/>
          <p:nvPr/>
        </p:nvSpPr>
        <p:spPr>
          <a:xfrm>
            <a:off x="4998110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2-line436"/>
          <p:cNvSpPr/>
          <p:nvPr/>
        </p:nvSpPr>
        <p:spPr>
          <a:xfrm>
            <a:off x="4998110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2-line437"/>
          <p:cNvSpPr/>
          <p:nvPr/>
        </p:nvSpPr>
        <p:spPr>
          <a:xfrm>
            <a:off x="4998110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2-rod438"/>
          <p:cNvSpPr/>
          <p:nvPr/>
        </p:nvSpPr>
        <p:spPr>
          <a:xfrm>
            <a:off x="5319979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3" name="S12-line439"/>
          <p:cNvSpPr/>
          <p:nvPr/>
        </p:nvSpPr>
        <p:spPr>
          <a:xfrm>
            <a:off x="5319979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2-line440"/>
          <p:cNvSpPr/>
          <p:nvPr/>
        </p:nvSpPr>
        <p:spPr>
          <a:xfrm>
            <a:off x="5319979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2-line441"/>
          <p:cNvSpPr/>
          <p:nvPr/>
        </p:nvSpPr>
        <p:spPr>
          <a:xfrm>
            <a:off x="5319979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2-line442"/>
          <p:cNvSpPr/>
          <p:nvPr/>
        </p:nvSpPr>
        <p:spPr>
          <a:xfrm>
            <a:off x="5319979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2-line443"/>
          <p:cNvSpPr/>
          <p:nvPr/>
        </p:nvSpPr>
        <p:spPr>
          <a:xfrm>
            <a:off x="5319979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2-line444"/>
          <p:cNvSpPr/>
          <p:nvPr/>
        </p:nvSpPr>
        <p:spPr>
          <a:xfrm>
            <a:off x="5319979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12-line445"/>
          <p:cNvSpPr/>
          <p:nvPr/>
        </p:nvSpPr>
        <p:spPr>
          <a:xfrm>
            <a:off x="5319979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12-line446"/>
          <p:cNvSpPr/>
          <p:nvPr/>
        </p:nvSpPr>
        <p:spPr>
          <a:xfrm>
            <a:off x="5319979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12-line447"/>
          <p:cNvSpPr/>
          <p:nvPr/>
        </p:nvSpPr>
        <p:spPr>
          <a:xfrm>
            <a:off x="5319979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2-rod448"/>
          <p:cNvSpPr/>
          <p:nvPr/>
        </p:nvSpPr>
        <p:spPr>
          <a:xfrm>
            <a:off x="5641848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3" name="S12-line449"/>
          <p:cNvSpPr/>
          <p:nvPr/>
        </p:nvSpPr>
        <p:spPr>
          <a:xfrm>
            <a:off x="5641848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12-line450"/>
          <p:cNvSpPr/>
          <p:nvPr/>
        </p:nvSpPr>
        <p:spPr>
          <a:xfrm>
            <a:off x="5641848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12-line451"/>
          <p:cNvSpPr/>
          <p:nvPr/>
        </p:nvSpPr>
        <p:spPr>
          <a:xfrm>
            <a:off x="5641848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2-line452"/>
          <p:cNvSpPr/>
          <p:nvPr/>
        </p:nvSpPr>
        <p:spPr>
          <a:xfrm>
            <a:off x="5641848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2-line453"/>
          <p:cNvSpPr/>
          <p:nvPr/>
        </p:nvSpPr>
        <p:spPr>
          <a:xfrm>
            <a:off x="5641848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2-line454"/>
          <p:cNvSpPr/>
          <p:nvPr/>
        </p:nvSpPr>
        <p:spPr>
          <a:xfrm>
            <a:off x="5641848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12-line455"/>
          <p:cNvSpPr/>
          <p:nvPr/>
        </p:nvSpPr>
        <p:spPr>
          <a:xfrm>
            <a:off x="5641848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12-line456"/>
          <p:cNvSpPr/>
          <p:nvPr/>
        </p:nvSpPr>
        <p:spPr>
          <a:xfrm>
            <a:off x="5641848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12-line457"/>
          <p:cNvSpPr/>
          <p:nvPr/>
        </p:nvSpPr>
        <p:spPr>
          <a:xfrm>
            <a:off x="5641848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2-rod458"/>
          <p:cNvSpPr/>
          <p:nvPr/>
        </p:nvSpPr>
        <p:spPr>
          <a:xfrm>
            <a:off x="5963717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3" name="S12-line459"/>
          <p:cNvSpPr/>
          <p:nvPr/>
        </p:nvSpPr>
        <p:spPr>
          <a:xfrm>
            <a:off x="5963717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12-line460"/>
          <p:cNvSpPr/>
          <p:nvPr/>
        </p:nvSpPr>
        <p:spPr>
          <a:xfrm>
            <a:off x="5963717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12-line461"/>
          <p:cNvSpPr/>
          <p:nvPr/>
        </p:nvSpPr>
        <p:spPr>
          <a:xfrm>
            <a:off x="5963717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12-line462"/>
          <p:cNvSpPr/>
          <p:nvPr/>
        </p:nvSpPr>
        <p:spPr>
          <a:xfrm>
            <a:off x="5963717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2-line463"/>
          <p:cNvSpPr/>
          <p:nvPr/>
        </p:nvSpPr>
        <p:spPr>
          <a:xfrm>
            <a:off x="5963717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2-line464"/>
          <p:cNvSpPr/>
          <p:nvPr/>
        </p:nvSpPr>
        <p:spPr>
          <a:xfrm>
            <a:off x="5963717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12-line465"/>
          <p:cNvSpPr/>
          <p:nvPr/>
        </p:nvSpPr>
        <p:spPr>
          <a:xfrm>
            <a:off x="5963717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12-line466"/>
          <p:cNvSpPr/>
          <p:nvPr/>
        </p:nvSpPr>
        <p:spPr>
          <a:xfrm>
            <a:off x="5963717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12-line467"/>
          <p:cNvSpPr/>
          <p:nvPr/>
        </p:nvSpPr>
        <p:spPr>
          <a:xfrm>
            <a:off x="5963717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2-rod468"/>
          <p:cNvSpPr/>
          <p:nvPr/>
        </p:nvSpPr>
        <p:spPr>
          <a:xfrm>
            <a:off x="6285586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3" name="S12-line469"/>
          <p:cNvSpPr/>
          <p:nvPr/>
        </p:nvSpPr>
        <p:spPr>
          <a:xfrm>
            <a:off x="6285586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12-line470"/>
          <p:cNvSpPr/>
          <p:nvPr/>
        </p:nvSpPr>
        <p:spPr>
          <a:xfrm>
            <a:off x="6285586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12-line471"/>
          <p:cNvSpPr/>
          <p:nvPr/>
        </p:nvSpPr>
        <p:spPr>
          <a:xfrm>
            <a:off x="6285586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6" name="S12-line472"/>
          <p:cNvSpPr/>
          <p:nvPr/>
        </p:nvSpPr>
        <p:spPr>
          <a:xfrm>
            <a:off x="6285586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7" name="S12-line473"/>
          <p:cNvSpPr/>
          <p:nvPr/>
        </p:nvSpPr>
        <p:spPr>
          <a:xfrm>
            <a:off x="6285586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8" name="S12-line474"/>
          <p:cNvSpPr/>
          <p:nvPr/>
        </p:nvSpPr>
        <p:spPr>
          <a:xfrm>
            <a:off x="6285586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9" name="S12-line475"/>
          <p:cNvSpPr/>
          <p:nvPr/>
        </p:nvSpPr>
        <p:spPr>
          <a:xfrm>
            <a:off x="6285586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0" name="S12-line476"/>
          <p:cNvSpPr/>
          <p:nvPr/>
        </p:nvSpPr>
        <p:spPr>
          <a:xfrm>
            <a:off x="6285586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1" name="S12-line477"/>
          <p:cNvSpPr/>
          <p:nvPr/>
        </p:nvSpPr>
        <p:spPr>
          <a:xfrm>
            <a:off x="6285586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2" name="S12-rod478"/>
          <p:cNvSpPr/>
          <p:nvPr/>
        </p:nvSpPr>
        <p:spPr>
          <a:xfrm>
            <a:off x="6607454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3" name="S12-line479"/>
          <p:cNvSpPr/>
          <p:nvPr/>
        </p:nvSpPr>
        <p:spPr>
          <a:xfrm>
            <a:off x="6607454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4" name="S12-line480"/>
          <p:cNvSpPr/>
          <p:nvPr/>
        </p:nvSpPr>
        <p:spPr>
          <a:xfrm>
            <a:off x="6607454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5" name="S12-line481"/>
          <p:cNvSpPr/>
          <p:nvPr/>
        </p:nvSpPr>
        <p:spPr>
          <a:xfrm>
            <a:off x="6607454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6" name="S12-line482"/>
          <p:cNvSpPr/>
          <p:nvPr/>
        </p:nvSpPr>
        <p:spPr>
          <a:xfrm>
            <a:off x="6607454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7" name="S12-line483"/>
          <p:cNvSpPr/>
          <p:nvPr/>
        </p:nvSpPr>
        <p:spPr>
          <a:xfrm>
            <a:off x="6607454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8" name="S12-line484"/>
          <p:cNvSpPr/>
          <p:nvPr/>
        </p:nvSpPr>
        <p:spPr>
          <a:xfrm>
            <a:off x="6607454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9" name="S12-line485"/>
          <p:cNvSpPr/>
          <p:nvPr/>
        </p:nvSpPr>
        <p:spPr>
          <a:xfrm>
            <a:off x="6607454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0" name="S12-line486"/>
          <p:cNvSpPr/>
          <p:nvPr/>
        </p:nvSpPr>
        <p:spPr>
          <a:xfrm>
            <a:off x="6607454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1" name="S12-line487"/>
          <p:cNvSpPr/>
          <p:nvPr/>
        </p:nvSpPr>
        <p:spPr>
          <a:xfrm>
            <a:off x="6607454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2" name="S12-rod488"/>
          <p:cNvSpPr/>
          <p:nvPr/>
        </p:nvSpPr>
        <p:spPr>
          <a:xfrm>
            <a:off x="6929323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3" name="S12-line489"/>
          <p:cNvSpPr/>
          <p:nvPr/>
        </p:nvSpPr>
        <p:spPr>
          <a:xfrm>
            <a:off x="6929323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12-line490"/>
          <p:cNvSpPr/>
          <p:nvPr/>
        </p:nvSpPr>
        <p:spPr>
          <a:xfrm>
            <a:off x="6929323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12-line491"/>
          <p:cNvSpPr/>
          <p:nvPr/>
        </p:nvSpPr>
        <p:spPr>
          <a:xfrm>
            <a:off x="6929323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12-line492"/>
          <p:cNvSpPr/>
          <p:nvPr/>
        </p:nvSpPr>
        <p:spPr>
          <a:xfrm>
            <a:off x="6929323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12-line493"/>
          <p:cNvSpPr/>
          <p:nvPr/>
        </p:nvSpPr>
        <p:spPr>
          <a:xfrm>
            <a:off x="6929323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12-line494"/>
          <p:cNvSpPr/>
          <p:nvPr/>
        </p:nvSpPr>
        <p:spPr>
          <a:xfrm>
            <a:off x="6929323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12-line495"/>
          <p:cNvSpPr/>
          <p:nvPr/>
        </p:nvSpPr>
        <p:spPr>
          <a:xfrm>
            <a:off x="6929323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12-line496"/>
          <p:cNvSpPr/>
          <p:nvPr/>
        </p:nvSpPr>
        <p:spPr>
          <a:xfrm>
            <a:off x="6929323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12-line497"/>
          <p:cNvSpPr/>
          <p:nvPr/>
        </p:nvSpPr>
        <p:spPr>
          <a:xfrm>
            <a:off x="6929323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12-unit498"/>
          <p:cNvSpPr/>
          <p:nvPr/>
        </p:nvSpPr>
        <p:spPr>
          <a:xfrm>
            <a:off x="7251192" y="467258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3" name="S12-unit499"/>
          <p:cNvSpPr/>
          <p:nvPr/>
        </p:nvSpPr>
        <p:spPr>
          <a:xfrm>
            <a:off x="7251192" y="442112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4" name="S12-unit500"/>
          <p:cNvSpPr/>
          <p:nvPr/>
        </p:nvSpPr>
        <p:spPr>
          <a:xfrm>
            <a:off x="7251192" y="416966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5" name="S12-figure501" descr="십 모형 8개와 일 모형 3개"/>
          <p:cNvSpPr/>
          <p:nvPr/>
        </p:nvSpPr>
        <p:spPr>
          <a:xfrm>
            <a:off x="4367784" y="291236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12-chip502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77" name="S12-rod503"/>
          <p:cNvSpPr/>
          <p:nvPr/>
        </p:nvSpPr>
        <p:spPr>
          <a:xfrm>
            <a:off x="8656320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8" name="S12-line504"/>
          <p:cNvSpPr/>
          <p:nvPr/>
        </p:nvSpPr>
        <p:spPr>
          <a:xfrm>
            <a:off x="8656320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12-line505"/>
          <p:cNvSpPr/>
          <p:nvPr/>
        </p:nvSpPr>
        <p:spPr>
          <a:xfrm>
            <a:off x="8656320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12-line506"/>
          <p:cNvSpPr/>
          <p:nvPr/>
        </p:nvSpPr>
        <p:spPr>
          <a:xfrm>
            <a:off x="8656320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12-line507"/>
          <p:cNvSpPr/>
          <p:nvPr/>
        </p:nvSpPr>
        <p:spPr>
          <a:xfrm>
            <a:off x="8656320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12-line508"/>
          <p:cNvSpPr/>
          <p:nvPr/>
        </p:nvSpPr>
        <p:spPr>
          <a:xfrm>
            <a:off x="8656320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12-line509"/>
          <p:cNvSpPr/>
          <p:nvPr/>
        </p:nvSpPr>
        <p:spPr>
          <a:xfrm>
            <a:off x="8656320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12-line510"/>
          <p:cNvSpPr/>
          <p:nvPr/>
        </p:nvSpPr>
        <p:spPr>
          <a:xfrm>
            <a:off x="8656320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12-line511"/>
          <p:cNvSpPr/>
          <p:nvPr/>
        </p:nvSpPr>
        <p:spPr>
          <a:xfrm>
            <a:off x="8656320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12-line512"/>
          <p:cNvSpPr/>
          <p:nvPr/>
        </p:nvSpPr>
        <p:spPr>
          <a:xfrm>
            <a:off x="8656320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12-rod513"/>
          <p:cNvSpPr/>
          <p:nvPr/>
        </p:nvSpPr>
        <p:spPr>
          <a:xfrm>
            <a:off x="8978189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8" name="S12-line514"/>
          <p:cNvSpPr/>
          <p:nvPr/>
        </p:nvSpPr>
        <p:spPr>
          <a:xfrm>
            <a:off x="8978189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12-line515"/>
          <p:cNvSpPr/>
          <p:nvPr/>
        </p:nvSpPr>
        <p:spPr>
          <a:xfrm>
            <a:off x="8978189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12-line516"/>
          <p:cNvSpPr/>
          <p:nvPr/>
        </p:nvSpPr>
        <p:spPr>
          <a:xfrm>
            <a:off x="8978189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12-line517"/>
          <p:cNvSpPr/>
          <p:nvPr/>
        </p:nvSpPr>
        <p:spPr>
          <a:xfrm>
            <a:off x="8978189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12-line518"/>
          <p:cNvSpPr/>
          <p:nvPr/>
        </p:nvSpPr>
        <p:spPr>
          <a:xfrm>
            <a:off x="8978189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12-line519"/>
          <p:cNvSpPr/>
          <p:nvPr/>
        </p:nvSpPr>
        <p:spPr>
          <a:xfrm>
            <a:off x="8978189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12-line520"/>
          <p:cNvSpPr/>
          <p:nvPr/>
        </p:nvSpPr>
        <p:spPr>
          <a:xfrm>
            <a:off x="8978189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12-line521"/>
          <p:cNvSpPr/>
          <p:nvPr/>
        </p:nvSpPr>
        <p:spPr>
          <a:xfrm>
            <a:off x="8978189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6" name="S12-line522"/>
          <p:cNvSpPr/>
          <p:nvPr/>
        </p:nvSpPr>
        <p:spPr>
          <a:xfrm>
            <a:off x="8978189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12-rod523"/>
          <p:cNvSpPr/>
          <p:nvPr/>
        </p:nvSpPr>
        <p:spPr>
          <a:xfrm>
            <a:off x="9300058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8" name="S12-line524"/>
          <p:cNvSpPr/>
          <p:nvPr/>
        </p:nvSpPr>
        <p:spPr>
          <a:xfrm>
            <a:off x="9300058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12-line525"/>
          <p:cNvSpPr/>
          <p:nvPr/>
        </p:nvSpPr>
        <p:spPr>
          <a:xfrm>
            <a:off x="9300058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12-line526"/>
          <p:cNvSpPr/>
          <p:nvPr/>
        </p:nvSpPr>
        <p:spPr>
          <a:xfrm>
            <a:off x="9300058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1" name="S12-line527"/>
          <p:cNvSpPr/>
          <p:nvPr/>
        </p:nvSpPr>
        <p:spPr>
          <a:xfrm>
            <a:off x="9300058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12-line528"/>
          <p:cNvSpPr/>
          <p:nvPr/>
        </p:nvSpPr>
        <p:spPr>
          <a:xfrm>
            <a:off x="9300058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12-line529"/>
          <p:cNvSpPr/>
          <p:nvPr/>
        </p:nvSpPr>
        <p:spPr>
          <a:xfrm>
            <a:off x="9300058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12-line530"/>
          <p:cNvSpPr/>
          <p:nvPr/>
        </p:nvSpPr>
        <p:spPr>
          <a:xfrm>
            <a:off x="9300058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12-line531"/>
          <p:cNvSpPr/>
          <p:nvPr/>
        </p:nvSpPr>
        <p:spPr>
          <a:xfrm>
            <a:off x="9300058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6" name="S12-line532"/>
          <p:cNvSpPr/>
          <p:nvPr/>
        </p:nvSpPr>
        <p:spPr>
          <a:xfrm>
            <a:off x="9300058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12-rod533"/>
          <p:cNvSpPr/>
          <p:nvPr/>
        </p:nvSpPr>
        <p:spPr>
          <a:xfrm>
            <a:off x="9621926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8" name="S12-line534"/>
          <p:cNvSpPr/>
          <p:nvPr/>
        </p:nvSpPr>
        <p:spPr>
          <a:xfrm>
            <a:off x="9621926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12-line535"/>
          <p:cNvSpPr/>
          <p:nvPr/>
        </p:nvSpPr>
        <p:spPr>
          <a:xfrm>
            <a:off x="9621926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12-line536"/>
          <p:cNvSpPr/>
          <p:nvPr/>
        </p:nvSpPr>
        <p:spPr>
          <a:xfrm>
            <a:off x="9621926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1" name="S12-line537"/>
          <p:cNvSpPr/>
          <p:nvPr/>
        </p:nvSpPr>
        <p:spPr>
          <a:xfrm>
            <a:off x="9621926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2" name="S12-line538"/>
          <p:cNvSpPr/>
          <p:nvPr/>
        </p:nvSpPr>
        <p:spPr>
          <a:xfrm>
            <a:off x="9621926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12-line539"/>
          <p:cNvSpPr/>
          <p:nvPr/>
        </p:nvSpPr>
        <p:spPr>
          <a:xfrm>
            <a:off x="9621926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12-line540"/>
          <p:cNvSpPr/>
          <p:nvPr/>
        </p:nvSpPr>
        <p:spPr>
          <a:xfrm>
            <a:off x="9621926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12-line541"/>
          <p:cNvSpPr/>
          <p:nvPr/>
        </p:nvSpPr>
        <p:spPr>
          <a:xfrm>
            <a:off x="9621926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6" name="S12-line542"/>
          <p:cNvSpPr/>
          <p:nvPr/>
        </p:nvSpPr>
        <p:spPr>
          <a:xfrm>
            <a:off x="9621926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7" name="S12-rod543"/>
          <p:cNvSpPr/>
          <p:nvPr/>
        </p:nvSpPr>
        <p:spPr>
          <a:xfrm>
            <a:off x="9943795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8" name="S12-line544"/>
          <p:cNvSpPr/>
          <p:nvPr/>
        </p:nvSpPr>
        <p:spPr>
          <a:xfrm>
            <a:off x="9943795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12-line545"/>
          <p:cNvSpPr/>
          <p:nvPr/>
        </p:nvSpPr>
        <p:spPr>
          <a:xfrm>
            <a:off x="9943795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12-line546"/>
          <p:cNvSpPr/>
          <p:nvPr/>
        </p:nvSpPr>
        <p:spPr>
          <a:xfrm>
            <a:off x="9943795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1" name="S12-line547"/>
          <p:cNvSpPr/>
          <p:nvPr/>
        </p:nvSpPr>
        <p:spPr>
          <a:xfrm>
            <a:off x="9943795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2" name="S12-line548"/>
          <p:cNvSpPr/>
          <p:nvPr/>
        </p:nvSpPr>
        <p:spPr>
          <a:xfrm>
            <a:off x="9943795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3" name="S12-line549"/>
          <p:cNvSpPr/>
          <p:nvPr/>
        </p:nvSpPr>
        <p:spPr>
          <a:xfrm>
            <a:off x="9943795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4" name="S12-line550"/>
          <p:cNvSpPr/>
          <p:nvPr/>
        </p:nvSpPr>
        <p:spPr>
          <a:xfrm>
            <a:off x="9943795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5" name="S12-line551"/>
          <p:cNvSpPr/>
          <p:nvPr/>
        </p:nvSpPr>
        <p:spPr>
          <a:xfrm>
            <a:off x="9943795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6" name="S12-line552"/>
          <p:cNvSpPr/>
          <p:nvPr/>
        </p:nvSpPr>
        <p:spPr>
          <a:xfrm>
            <a:off x="9943795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7" name="S12-rod553"/>
          <p:cNvSpPr/>
          <p:nvPr/>
        </p:nvSpPr>
        <p:spPr>
          <a:xfrm>
            <a:off x="10265664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8" name="S12-line554"/>
          <p:cNvSpPr/>
          <p:nvPr/>
        </p:nvSpPr>
        <p:spPr>
          <a:xfrm>
            <a:off x="10265664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9" name="S12-line555"/>
          <p:cNvSpPr/>
          <p:nvPr/>
        </p:nvSpPr>
        <p:spPr>
          <a:xfrm>
            <a:off x="10265664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0" name="S12-line556"/>
          <p:cNvSpPr/>
          <p:nvPr/>
        </p:nvSpPr>
        <p:spPr>
          <a:xfrm>
            <a:off x="10265664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1" name="S12-line557"/>
          <p:cNvSpPr/>
          <p:nvPr/>
        </p:nvSpPr>
        <p:spPr>
          <a:xfrm>
            <a:off x="10265664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2" name="S12-line558"/>
          <p:cNvSpPr/>
          <p:nvPr/>
        </p:nvSpPr>
        <p:spPr>
          <a:xfrm>
            <a:off x="10265664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3" name="S12-line559"/>
          <p:cNvSpPr/>
          <p:nvPr/>
        </p:nvSpPr>
        <p:spPr>
          <a:xfrm>
            <a:off x="10265664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4" name="S12-line560"/>
          <p:cNvSpPr/>
          <p:nvPr/>
        </p:nvSpPr>
        <p:spPr>
          <a:xfrm>
            <a:off x="10265664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5" name="S12-line561"/>
          <p:cNvSpPr/>
          <p:nvPr/>
        </p:nvSpPr>
        <p:spPr>
          <a:xfrm>
            <a:off x="10265664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6" name="S12-line562"/>
          <p:cNvSpPr/>
          <p:nvPr/>
        </p:nvSpPr>
        <p:spPr>
          <a:xfrm>
            <a:off x="10265664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7" name="S12-rod563"/>
          <p:cNvSpPr/>
          <p:nvPr/>
        </p:nvSpPr>
        <p:spPr>
          <a:xfrm>
            <a:off x="10587533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8" name="S12-line564"/>
          <p:cNvSpPr/>
          <p:nvPr/>
        </p:nvSpPr>
        <p:spPr>
          <a:xfrm>
            <a:off x="10587533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9" name="S12-line565"/>
          <p:cNvSpPr/>
          <p:nvPr/>
        </p:nvSpPr>
        <p:spPr>
          <a:xfrm>
            <a:off x="10587533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0" name="S12-line566"/>
          <p:cNvSpPr/>
          <p:nvPr/>
        </p:nvSpPr>
        <p:spPr>
          <a:xfrm>
            <a:off x="10587533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1" name="S12-line567"/>
          <p:cNvSpPr/>
          <p:nvPr/>
        </p:nvSpPr>
        <p:spPr>
          <a:xfrm>
            <a:off x="10587533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2" name="S12-line568"/>
          <p:cNvSpPr/>
          <p:nvPr/>
        </p:nvSpPr>
        <p:spPr>
          <a:xfrm>
            <a:off x="10587533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3" name="S12-line569"/>
          <p:cNvSpPr/>
          <p:nvPr/>
        </p:nvSpPr>
        <p:spPr>
          <a:xfrm>
            <a:off x="10587533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4" name="S12-line570"/>
          <p:cNvSpPr/>
          <p:nvPr/>
        </p:nvSpPr>
        <p:spPr>
          <a:xfrm>
            <a:off x="10587533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5" name="S12-line571"/>
          <p:cNvSpPr/>
          <p:nvPr/>
        </p:nvSpPr>
        <p:spPr>
          <a:xfrm>
            <a:off x="10587533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6" name="S12-line572"/>
          <p:cNvSpPr/>
          <p:nvPr/>
        </p:nvSpPr>
        <p:spPr>
          <a:xfrm>
            <a:off x="10587533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7" name="S12-unit573"/>
          <p:cNvSpPr/>
          <p:nvPr/>
        </p:nvSpPr>
        <p:spPr>
          <a:xfrm>
            <a:off x="10909402" y="467258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8" name="S12-unit574"/>
          <p:cNvSpPr/>
          <p:nvPr/>
        </p:nvSpPr>
        <p:spPr>
          <a:xfrm>
            <a:off x="10909402" y="442112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9" name="S12-unit575"/>
          <p:cNvSpPr/>
          <p:nvPr/>
        </p:nvSpPr>
        <p:spPr>
          <a:xfrm>
            <a:off x="10909402" y="416966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0" name="S12-figure576" descr="십 모형 7개와 일 모형 3개"/>
          <p:cNvSpPr/>
          <p:nvPr/>
        </p:nvSpPr>
        <p:spPr>
          <a:xfrm>
            <a:off x="8186928" y="291236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57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57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 합이 10을 넘으면 1을 올려요.</a:t>
            </a:r>
            <a:endParaRPr lang="ko-KR" sz="3200" dirty="0"/>
          </a:p>
        </p:txBody>
      </p:sp>
      <p:sp>
        <p:nvSpPr>
          <p:cNvPr id="5" name="S13-chip579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받아올린 1 더하기</a:t>
            </a:r>
            <a:endParaRPr lang="ko-KR" sz="2600" dirty="0"/>
          </a:p>
        </p:txBody>
      </p:sp>
      <p:sp>
        <p:nvSpPr>
          <p:cNvPr id="6" name="S13-chip580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받아올린 1 빠뜨리기</a:t>
            </a:r>
            <a:endParaRPr lang="ko-KR" sz="2600" dirty="0"/>
          </a:p>
        </p:txBody>
      </p:sp>
      <p:sp>
        <p:nvSpPr>
          <p:cNvPr id="7" name="S13-text581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eqtext582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39 + 5 = □</a:t>
            </a:r>
            <a:endParaRPr lang="ko-KR" sz="3000" dirty="0"/>
          </a:p>
        </p:txBody>
      </p:sp>
      <p:sp>
        <p:nvSpPr>
          <p:cNvPr id="9" name="S13-eqtext583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46 + 35 = □</a:t>
            </a:r>
            <a:endParaRPr lang="ko-KR" sz="3000" dirty="0"/>
          </a:p>
        </p:txBody>
      </p:sp>
      <p:sp>
        <p:nvSpPr>
          <p:cNvPr id="10" name="S13-eqtext584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58 + 65 = □</a:t>
            </a:r>
            <a:endParaRPr lang="ko-KR" sz="3000" dirty="0"/>
          </a:p>
        </p:txBody>
      </p:sp>
      <p:sp>
        <p:nvSpPr>
          <p:cNvPr id="11" name="S13-text58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받아내림이 있는 두 자리 수 뺄셈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10 만들어 더하기</a:t>
            </a:r>
            <a:endParaRPr lang="ko-KR" sz="4400" dirty="0"/>
          </a:p>
        </p:txBody>
      </p:sp>
      <p:sp>
        <p:nvSpPr>
          <p:cNvPr id="3" name="S14-text58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+ 5를 10을 만들어 계산해요.</a:t>
            </a:r>
            <a:endParaRPr lang="ko-KR" sz="3200" dirty="0"/>
          </a:p>
        </p:txBody>
      </p:sp>
      <p:sp>
        <p:nvSpPr>
          <p:cNvPr id="4" name="S14-card587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588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+ 5 = 13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8에 2를 더해 10, 남은 3을 더해요.</a:t>
            </a:r>
            <a:endParaRPr lang="ko-KR" sz="3200" dirty="0"/>
          </a:p>
        </p:txBody>
      </p:sp>
      <p:sp>
        <p:nvSpPr>
          <p:cNvPr id="6" name="S14-cell589"/>
          <p:cNvSpPr/>
          <p:nvPr/>
        </p:nvSpPr>
        <p:spPr>
          <a:xfrm>
            <a:off x="1298448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4-dot590"/>
          <p:cNvSpPr/>
          <p:nvPr/>
        </p:nvSpPr>
        <p:spPr>
          <a:xfrm>
            <a:off x="1430579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4-cell591"/>
          <p:cNvSpPr/>
          <p:nvPr/>
        </p:nvSpPr>
        <p:spPr>
          <a:xfrm>
            <a:off x="2075688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4-dot592"/>
          <p:cNvSpPr/>
          <p:nvPr/>
        </p:nvSpPr>
        <p:spPr>
          <a:xfrm>
            <a:off x="2207819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4-cell593"/>
          <p:cNvSpPr/>
          <p:nvPr/>
        </p:nvSpPr>
        <p:spPr>
          <a:xfrm>
            <a:off x="2852928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4-dot594"/>
          <p:cNvSpPr/>
          <p:nvPr/>
        </p:nvSpPr>
        <p:spPr>
          <a:xfrm>
            <a:off x="2985059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4-cell595"/>
          <p:cNvSpPr/>
          <p:nvPr/>
        </p:nvSpPr>
        <p:spPr>
          <a:xfrm>
            <a:off x="3630168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4-dot596"/>
          <p:cNvSpPr/>
          <p:nvPr/>
        </p:nvSpPr>
        <p:spPr>
          <a:xfrm>
            <a:off x="3762299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4-cell597"/>
          <p:cNvSpPr/>
          <p:nvPr/>
        </p:nvSpPr>
        <p:spPr>
          <a:xfrm>
            <a:off x="4407408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4-dot598"/>
          <p:cNvSpPr/>
          <p:nvPr/>
        </p:nvSpPr>
        <p:spPr>
          <a:xfrm>
            <a:off x="4539539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4-cell599"/>
          <p:cNvSpPr/>
          <p:nvPr/>
        </p:nvSpPr>
        <p:spPr>
          <a:xfrm>
            <a:off x="1298448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4-dot600"/>
          <p:cNvSpPr/>
          <p:nvPr/>
        </p:nvSpPr>
        <p:spPr>
          <a:xfrm>
            <a:off x="1430579" y="322115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4-cell601"/>
          <p:cNvSpPr/>
          <p:nvPr/>
        </p:nvSpPr>
        <p:spPr>
          <a:xfrm>
            <a:off x="2075688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4-dot602"/>
          <p:cNvSpPr/>
          <p:nvPr/>
        </p:nvSpPr>
        <p:spPr>
          <a:xfrm>
            <a:off x="2207819" y="322115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4-cell603"/>
          <p:cNvSpPr/>
          <p:nvPr/>
        </p:nvSpPr>
        <p:spPr>
          <a:xfrm>
            <a:off x="2852928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4-dot604"/>
          <p:cNvSpPr/>
          <p:nvPr/>
        </p:nvSpPr>
        <p:spPr>
          <a:xfrm>
            <a:off x="2985059" y="322115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4-cell605"/>
          <p:cNvSpPr/>
          <p:nvPr/>
        </p:nvSpPr>
        <p:spPr>
          <a:xfrm>
            <a:off x="3630168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4-cell606"/>
          <p:cNvSpPr/>
          <p:nvPr/>
        </p:nvSpPr>
        <p:spPr>
          <a:xfrm>
            <a:off x="4407408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4-figure607" descr="1개의 십 칸 틀 중 1번째: 모두 8개"/>
          <p:cNvSpPr/>
          <p:nvPr/>
        </p:nvSpPr>
        <p:spPr>
          <a:xfrm>
            <a:off x="1298448" y="2311781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14-label608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6" name="S14-line609"/>
          <p:cNvSpPr/>
          <p:nvPr/>
        </p:nvSpPr>
        <p:spPr>
          <a:xfrm flipH="1">
            <a:off x="7690506" y="2909464"/>
            <a:ext cx="1256898" cy="359114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7" name="S14-line610"/>
          <p:cNvSpPr/>
          <p:nvPr/>
        </p:nvSpPr>
        <p:spPr>
          <a:xfrm>
            <a:off x="8947404" y="2909464"/>
            <a:ext cx="1256898" cy="359114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8" name="S14-figure611" descr="5를 2와 3으로 가르기"/>
          <p:cNvSpPr txBox="1"/>
          <p:nvPr/>
        </p:nvSpPr>
        <p:spPr>
          <a:xfrm>
            <a:off x="8498512" y="2011680"/>
            <a:ext cx="897784" cy="897784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500" dirty="0"/>
          </a:p>
        </p:txBody>
      </p:sp>
      <p:sp>
        <p:nvSpPr>
          <p:cNvPr id="29" name="S14-bondpart612"/>
          <p:cNvSpPr txBox="1"/>
          <p:nvPr/>
        </p:nvSpPr>
        <p:spPr>
          <a:xfrm>
            <a:off x="7241614" y="3268578"/>
            <a:ext cx="897784" cy="897784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500" dirty="0"/>
          </a:p>
        </p:txBody>
      </p:sp>
      <p:sp>
        <p:nvSpPr>
          <p:cNvPr id="30" name="S14-bondpart613"/>
          <p:cNvSpPr txBox="1"/>
          <p:nvPr/>
        </p:nvSpPr>
        <p:spPr>
          <a:xfrm>
            <a:off x="9755410" y="3268578"/>
            <a:ext cx="897784" cy="897784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500" dirty="0"/>
          </a:p>
        </p:txBody>
      </p:sp>
      <p:sp>
        <p:nvSpPr>
          <p:cNvPr id="31" name="S14-label614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2와 3으로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받아올림이 있는 두 자리 수 덧셈</dc:title>
  <dc:subject>KR22-G02-MAT-ADD2D-L01</dc:subject>
  <dc:creator>education-ppt</dc:creator>
  <cp:lastModifiedBy>education-ppt</cp:lastModifiedBy>
  <cp:revision>1</cp:revision>
  <dcterms:created xsi:type="dcterms:W3CDTF">2026-10-26T07:46:24Z</dcterms:created>
  <dcterms:modified xsi:type="dcterms:W3CDTF">2026-10-26T07:46:24Z</dcterms:modified>
</cp:coreProperties>
</file>