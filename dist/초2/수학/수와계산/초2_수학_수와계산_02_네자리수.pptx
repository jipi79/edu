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41957fb-07a0-727c-f540-c99d2e638f31}">
          <p14:sldIdLst>
            <p14:sldId id="256"/>
            <p14:sldId id="257"/>
          </p14:sldIdLst>
        </p14:section>
        <p14:section name="개념" id="{4570bfc1-35eb-9077-fbed-66bddaafe402}">
          <p14:sldIdLst>
            <p14:sldId id="258"/>
            <p14:sldId id="259"/>
            <p14:sldId id="260"/>
            <p14:sldId id="261"/>
            <p14:sldId id="263"/>
            <p14:sldId id="264"/>
          </p14:sldIdLst>
        </p14:section>
        <p14:section name="연습" id="{a6053cdc-4b3c-449d-d3cd-0e7b69b274d5}">
          <p14:sldIdLst>
            <p14:sldId id="262"/>
            <p14:sldId id="265"/>
            <p14:sldId id="266"/>
          </p14:sldIdLst>
        </p14:section>
        <p14:section name="개념" id="{9eb117d3-ed3d-c365-97c9-4ebe52d7d67f}">
          <p14:sldIdLst/>
        </p14:section>
        <p14:section name="연습" id="{1f536ef7-074a-7ef6-76ef-7cc8c7bbe165}">
          <p14:sldIdLst/>
        </p14:section>
        <p14:section name="확인" id="{b11643da-101b-f29e-a79c-e86031afb875}">
          <p14:sldIdLst>
            <p14:sldId id="267"/>
            <p14:sldId id="268"/>
            <p14:sldId id="269"/>
          </p14:sldIdLst>
        </p14:section>
        <p14:section name="정리" id="{6592d90b-8ece-c6f9-d676-faf31ce5298d}">
          <p14:sldIdLst>
            <p14:sldId id="270"/>
          </p14:sldIdLst>
        </p14:section>
        <p14:section name="보충" id="{392c5e14-3f88-b6ce-5133-99391bd7d818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지난 시간의 세 자리 수를 천의 자리까지 넓힌다는 것을 알려 줍니다.
시간: 약 2분
이렇게 말해 보세요
- “지난 시간에 백의 자리까지 배웠지? 오늘은 한 자리가 더 늘어난 수를 배울 거야.”
- “오른쪽 표에서 처음 보는 자리는 어디야?”
예상 답
- “천이요.”
막히면
- 읽지 못해도 괜찮습니다. S05에서 이 수를 함께 읽습니다.
주의
- 표의 수는 2354(이천삼백오십사)입니다. S05까지 배운 뒤 다시 읽게 하면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확인(세 자리 수)]
목적: 지난 차시(세 자리 수)의 쓰기, 자리의 값, 크기 비교가 되는지 확인합니다.
시간: 약 3분
이렇게 말해 보세요
- “①은 십 모형이 없어. 어떻게 쓸까?”
- “②의 8은 어느 자리에 있어? ③은 &gt; 와 &lt; 중 무엇을 넣을까?”
정답
- ① 407
- ② 80
- ③ 639 &lt; 693(십의 자리 3 &lt; 9)
막히면
- 자릿값 표에 숫자 카드를 놓아 보게 합니다.
- 두 문제 이상 틀리면 S16(보충)을 먼저 합니다. 보충으로도 어려우면 1차시 ‘세 자리 수’(KR22-G02-MAT-NUM1000-L01)를 다시 합니다.
주의
- ①을 47로 쓰면 0이 있는 자리를 아직 헷갈리는 것입니다. S06에서 다시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1000 알아보기]
목적: 100이 10개인 수가 1000이고, 900보다 100, 999보다 1 큰 수라는 것을 압니다.
시간: 약 2분
이렇게 말해 보세요
- “백 모형을 하나씩 세어 볼까? 백, 이백 … 구백, 그다음은?”
- “100이 10개면 1000, 천이라고 읽어. 999보다 1 큰 수도 1000이야.”
예상 답
- “구백 다음은 천이에요.”
막히면
- 백 원짜리 동전 10개를 세어 천 원짜리 지폐 한 장과 같다는 것을 보여 주어도 좋습니다.
주의
- 1000은 ‘일천’이 아니라 ‘천’으로 읽습니다.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몇천 쓰고 읽기]
목적: 1000이 2개, 3개 … 9개인 수를 몇천으로 쓰고 읽습니다.
시간: 약 2분
이렇게 말해 보세요
- “1000이 2개면 2000, 이천이야. 3개면?”
- “같이 천씩 세어 보자. 천, 이천, 삼천 … 구천!”
예상 답
- “3000, 삼천이요.”
막히면
- 1000 카드를 한 장씩 늘리며 함께 소리 내어 셉니다.
주의
- 천 원짜리 지폐가 있으면 3장을 놓고 “모두 얼마야?”라고 물어 생활과 연결합니다.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네 자리 수 쓰고 읽기, 자리의 값]
목적: 1000, 100, 10, 1의 개수를 천·백·십·일의 자리에 차례로 써서 네 자리 수를 쓰고 읽고, 각 숫자가 나타내는 값을 압니다.
시간: 약 3분
이렇게 말해 보세요
- “1000이 2개니까 천의 자리에 2, 100이 3개니까 백의 자리에 3 … 2354, 이천삼백오십사라고 읽어.”
- “3은 백의 자리에 있으니까 얼마를 나타낼까?”
예상 답
- “300이요.”
막히면
- 자릿값 카드(1000 2장, 100 3장, 10 5장, 1 4장)를 표의 칸 위에 놓고 개수를 세어 쓰게 합니다.
주의
- 세 자리 수와 같은 방법에 천의 자리 하나만 더해진 것이라고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0이 있는 네 자리 수]
목적: 100이나 1이 없는 자리에 0을 쓰고, 읽을 때는 0인 자리를 읽지 않습니다.
시간: 약 3분
이렇게 말해 보세요
- “100은 하나도 없어. 그러면 백의 자리에는 무엇을 쓸까? 일의 자리는?”
- “3050은 삼천오십이라고 읽어.”
예상 답
- “0이요.” “삼천오십.”
막히면
- 자릿값 표의 네 칸에 숫자 카드를 놓게 하고, 빈 칸에는 0 카드를 놓게 합니다(M1).
주의
- 350이나 300050으로 쓰면 “천의 자리, 백의 자리, 십의 자리, 일의 자리 네 칸에 하나씩만 써”라고 말해 줍니다.
- 지치면 여기서 쉬고, 다음에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안내받는 연습(쓰기·읽기·자리의 값)]
목적: 도움을 받으며 네 자리 수를 쓰고 읽고, 각 자리의 숫자가 나타내는 값을 말합니다.
시간: 약 4분
이렇게 말해 보세요
- “①은 십의 자리에 무엇을 쓸까? 종이에 써 볼래?”
- “④에서 4는 어느 자리에 있어? 그러면 얼마를 나타낼까?”
정답
- ① 1207
- ② 오천삼백팔십
- ③ 4060
- ④ 400(백의 자리 숫자라서 100이 4개)
막히면
- 자릿값 표에 숫자 카드를 놓고 빈 자리를 0으로 채우게 합니다.
- ④는 S05의 표를 다시 보여 줍니다.
주의
- ①을 10207처럼 쓰면 들리는 대로 쓴 것입니다(M1). 네 칸 표에 다시 쓰게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1000·100·10·1씩 뛰어 세기]
목적: 1000씩, 100씩, 10씩, 1씩 뛰어 세면 그 자리의 숫자만 1씩 커진다는 것을 압니다.
시간: 약 3분
이렇게 말해 보세요
- “1000씩 뛰어 세면 어느 자리 숫자가 바뀌어? 100씩은?”
- “2345에 100 카드를 한 장 더 놓으면 얼마야? 또 한 장 놓으면?”
예상 답
- “1000씩은 천의 자리, 100씩은 백의 자리가 1씩 커져요.” “2445, 2545요.”
막히면
- 2345를 자릿값 카드로 놓고, 100 카드를 한 장씩 더하며 표의 백의 자리 숫자만 바꾸어 씁니다(M3).
주의
- 바뀌는 자리를 손가락으로 짚게 하면 다른 자리를 바꾸는 실수가 줄어듭니다.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천의 자리부터 크기 비교]
목적: 네 자리 수도 천의 자리부터 비교하고, 같으면 다음 자리를 비교한다는 것을 압니다.
시간: 약 3분
이렇게 말해 보세요
- “천의 자리는 둘 다 3이야. 그다음은 어느 자리를 볼까?”
- “백의 자리 2가 1보다 크니까 3254가 커. 3254 &gt; 3198 이라고 써.”
예상 답
- “백의 자리요. 3254가 더 커요.”
막히면
- 표의 천의 자리 칸을 손으로 가리고 백의 자리만 비교하게 합니다.
주의
- 3198의 9와 8이 커 보여 헷갈릴 수 있습니다. 백의 자리에서 이미 정해지면 그 뒤 자리는 보지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안내받는 연습(뛰어 세기·크기 비교)]
목적: 도움을 받으며 뛰어 세기를 하고, 두 네 자리 수의 크기를 비교합니다.
시간: 약 4분
이렇게 말해 보세요
- “①은 100씩 뛰어 세. 어느 자리 숫자가 바뀌지?”
- “③, ④는 &gt; 와 &lt; 중 무엇을 넣을까? 어느 자리에서 결정됐어?”
정답
- ① 4700
- ② 8080
- ③ 5432 &gt; 5423(십의 자리 3 &gt; 2)
- ④ 2999 &lt; 3001(천의 자리 2 &lt; 3)
막히면
- ①, ②는 자릿값 카드로 직접 한 장씩 더해 봅니다.
- ④는 두 수를 위아래로 자리를 맞추어 쓰고 천의 자리부터 짚습니다.
주의
- ④에서 9가 많은 2999를 고르면 S09로 돌아가 천의 자리부터 비교합니다(M4).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오개념 비교(9 다음 윗자리로 넘어가기)]
목적: 백의 자리가 9에서 넘어갈 때 10을 그대로 붙여 쓰는 실수를 바로잡습니다(M2).
시간: 약 2분
이렇게 말해 보세요
- “2900에 100을 더하면 100이 몇 개가 될까? 100이 10개면 얼마였지?”
- “토끼처럼 21000이라고 쓰면 몇 자리 수가 될까?”
예상 답
- “곰이요. 100이 10개면 1000이니까 천의 자리가 3이 돼요.”
정답
- 곰이 맞습니다. 2900 다음은 3000입니다.
- 100이 10개가 되면 1000이 되어 천의 자리 숫자가 1 커지고 백의 자리는 0이 됩니다.
막히면
- 자릿값 카드로 2900을 놓고 100 카드를 한 장 더 놓은 뒤, 100 카드 10장을 1000 카드 한 장으로 바꿉니다.
주의
- 21000은 다섯 자리 수라서 2900보다 훨씬 큰 수라는 것도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혼자 해결]
목적: 도움 없이 네 자리 수를 쓰고, 자리의 값을 말하고, 뛰어 세고, 크기를 비교하는지 확인합니다.
시간: 약 4분
이렇게 말해 보세요
- “이번에는 혼자 해 볼래? 답을 쓰고 어떻게 알았는지 말해 줘.”
정답
- ① 4070
- ② 600
- ③ 5000
- ④ 6201 &lt; 6210(천, 백이 같고 십의 자리 0 &lt; 1)
막히면
- 바로 알려 주지 말고 “어느 자리를 보면 될까?”라고만 묻습니다.
- 도움을 받아 해결했다면 기록표에 ‘도움’으로 표시합니다.
주의
- ③을 41000이나 4910으로 쓰면 S11로, ①을 470으로 쓰면 S06으로 돌아갑니다.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정답과 피드백]
목적: 아이의 답을 함께 확인하고 흔한 실수를 바로잡습니다. 수업용에만 있는 장입니다.
시간: 약 2분
이렇게 말해 보세요
- “네 답과 같은지 볼까? 다르면 카드로 다시 해 보자.”
정답
- ① 4070 ② 600 ③ 5000 ④ &lt;
막히면
- ③이 틀렸으면 S11로, ④가 틀렸으면 S09로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마무리 확인(가장 큰 수 찾기)]
목적: 처음 보는 세 수에서 높은 자리부터 비교해 가장 큰 수를 찾는지 확인합니다.
시간: 약 2분
이렇게 말해 보세요
- “세 수 중 가장 큰 수는 무엇일까? 어느 자리부터 보았어?”
정답
- 나(3910). 천의 자리는 모두 3, 백의 자리 9가 가장 큰 것은 나와 다, 그중 십의 자리 1 &gt; 0이라서 나가 가장 큽니다.
막히면
- 세 수를 자릿값 표에 위아래로 써서 천의 자리부터 차례로 비교하게 합니다.
주의
- 가(3099)를 고르면 9가 많은 수를 고른 것입니다(M4). 기록표에 적고 다음 수업 복습에서 다시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정리와 다음 수업 복습]
목적: 핵심을 정리하고 다음 수업 첫 5분에 풀 복습 문제를 알려 줍니다.
시간: 약 2분
이렇게 말해 보세요
- “오늘 배운 것을 말해 볼래? 100씩 뛰어 세면 어느 자리가 변해? 두 수는 어느 자리부터 비교해?”
예상 답
- “백의 자리가 1씩 커져요.” “천의 자리부터 비교해요.”
정답
- ① 3005 ② 6900 ③ 4123 &lt; 4132
막히면
- S08과 S09를 다시 보여 주며 함께 말합니다.
주의
- 다음 차시(받아올림이 있는 두 자리 수 덧셈)에서는 ‘10이 10개면 100’, ‘일 10개는 십 1개’라는 오늘의 생각을 계산에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[S16 · 선수 학습 보충(세 자리 수)]
목적: S02에서 세 자리 수가 흔들리면, 수 모형과 자릿값 표로 세 자리 수를 다시 익힙니다.
시간: 약 5분
이렇게 말해 보세요
- “백 모형, 십 모형, 일 모형이 각각 몇 개야? 그럼 얼마야? 어떻게 읽어?”
- “4는 십의 자리에 있으니까 얼마를 나타내?”
정답
- 243(이백사십삼). 4는 40을 나타냅니다.
막히면
- 종이 수 모형을 직접 세어 자릿값 표에 숫자 카드로 놓게 합니다.
주의
- 보충으로도 어려우면 1차시 ‘세 자리 수’(KR22-G02-MAT-NUM1000-L01)를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수와계산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네 자리 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네 자리 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수학 · 네 자리 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자리 수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수는 어떻게 읽을까?</a:t>
            </a:r>
            <a:endParaRPr lang="ko-KR" sz="3200" dirty="0"/>
          </a:p>
        </p:txBody>
      </p:sp>
      <p:graphicFrame>
        <p:nvGraphicFramePr>
          <p:cNvPr id="2" name="S01-table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452880"/>
          <a:ext cx="3931920" cy="914400"/>
        </p:xfrm>
        <a:graphic>
          <a:graphicData uri="http://schemas.openxmlformats.org/drawingml/2006/table">
            <a:tbl>
              <a:tblPr/>
              <a:tblGrid>
                <a:gridCol w="982980"/>
                <a:gridCol w="982980"/>
                <a:gridCol w="982980"/>
                <a:gridCol w="982980"/>
              </a:tblGrid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천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1-card2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네 자리 수를 읽고 써요.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뛰어 세고, 크기를 비교해요.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chip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text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100이 4개, 1이 7개인 수는?</a:t>
            </a:r>
            <a:endParaRPr lang="ko-KR" sz="3200" dirty="0"/>
          </a:p>
        </p:txBody>
      </p:sp>
      <p:sp>
        <p:nvSpPr>
          <p:cNvPr id="5" name="S02-chip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text7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582에서 8은 얼마일까요?</a:t>
            </a:r>
            <a:endParaRPr lang="ko-KR" sz="3200" dirty="0"/>
          </a:p>
        </p:txBody>
      </p:sp>
      <p:sp>
        <p:nvSpPr>
          <p:cNvPr id="7" name="S02-chip8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eqtext9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639 ○ 693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100이 10개면 1000</a:t>
            </a:r>
            <a:endParaRPr lang="ko-KR" sz="4400" dirty="0"/>
          </a:p>
        </p:txBody>
      </p:sp>
      <p:sp>
        <p:nvSpPr>
          <p:cNvPr id="3" name="S03-card10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천이라고 읽어요.</a:t>
            </a:r>
            <a:endParaRPr lang="ko-KR" sz="3200" dirty="0"/>
          </a:p>
        </p:txBody>
      </p:sp>
      <p:sp>
        <p:nvSpPr>
          <p:cNvPr id="5" name="S03-card12"/>
          <p:cNvSpPr/>
          <p:nvPr/>
        </p:nvSpPr>
        <p:spPr>
          <a:xfrm>
            <a:off x="548640" y="3816604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3"/>
          <p:cNvSpPr txBox="1"/>
          <p:nvPr/>
        </p:nvSpPr>
        <p:spPr>
          <a:xfrm>
            <a:off x="822960" y="3953764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900보다 100 큰 수</a:t>
            </a:r>
            <a:endParaRPr lang="ko-KR" sz="3200" dirty="0"/>
          </a:p>
        </p:txBody>
      </p:sp>
      <p:sp>
        <p:nvSpPr>
          <p:cNvPr id="7" name="S03-card14"/>
          <p:cNvSpPr/>
          <p:nvPr/>
        </p:nvSpPr>
        <p:spPr>
          <a:xfrm>
            <a:off x="6208776" y="3816604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5"/>
          <p:cNvSpPr txBox="1"/>
          <p:nvPr/>
        </p:nvSpPr>
        <p:spPr>
          <a:xfrm>
            <a:off x="6483096" y="3953764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999보다 1 큰 수</a:t>
            </a:r>
            <a:endParaRPr lang="ko-KR" sz="3200" dirty="0"/>
          </a:p>
        </p:txBody>
      </p:sp>
      <p:sp>
        <p:nvSpPr>
          <p:cNvPr id="9" name="S03-flat16"/>
          <p:cNvSpPr/>
          <p:nvPr/>
        </p:nvSpPr>
        <p:spPr>
          <a:xfrm>
            <a:off x="600470" y="1938640"/>
            <a:ext cx="1036605" cy="1036605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3-line17"/>
          <p:cNvSpPr/>
          <p:nvPr/>
        </p:nvSpPr>
        <p:spPr>
          <a:xfrm>
            <a:off x="704131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3-line18"/>
          <p:cNvSpPr/>
          <p:nvPr/>
        </p:nvSpPr>
        <p:spPr>
          <a:xfrm>
            <a:off x="600470" y="2042300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3-line19"/>
          <p:cNvSpPr/>
          <p:nvPr/>
        </p:nvSpPr>
        <p:spPr>
          <a:xfrm>
            <a:off x="807791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3-line20"/>
          <p:cNvSpPr/>
          <p:nvPr/>
        </p:nvSpPr>
        <p:spPr>
          <a:xfrm>
            <a:off x="600470" y="2145961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3-line21"/>
          <p:cNvSpPr/>
          <p:nvPr/>
        </p:nvSpPr>
        <p:spPr>
          <a:xfrm>
            <a:off x="911452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3-line22"/>
          <p:cNvSpPr/>
          <p:nvPr/>
        </p:nvSpPr>
        <p:spPr>
          <a:xfrm>
            <a:off x="600470" y="2249621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3-line23"/>
          <p:cNvSpPr/>
          <p:nvPr/>
        </p:nvSpPr>
        <p:spPr>
          <a:xfrm>
            <a:off x="1015112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3-line24"/>
          <p:cNvSpPr/>
          <p:nvPr/>
        </p:nvSpPr>
        <p:spPr>
          <a:xfrm>
            <a:off x="600470" y="235328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3-line25"/>
          <p:cNvSpPr/>
          <p:nvPr/>
        </p:nvSpPr>
        <p:spPr>
          <a:xfrm>
            <a:off x="1118773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3-line26"/>
          <p:cNvSpPr/>
          <p:nvPr/>
        </p:nvSpPr>
        <p:spPr>
          <a:xfrm>
            <a:off x="600470" y="245694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3-line27"/>
          <p:cNvSpPr/>
          <p:nvPr/>
        </p:nvSpPr>
        <p:spPr>
          <a:xfrm>
            <a:off x="1222433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3-line28"/>
          <p:cNvSpPr/>
          <p:nvPr/>
        </p:nvSpPr>
        <p:spPr>
          <a:xfrm>
            <a:off x="600470" y="256060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3-line29"/>
          <p:cNvSpPr/>
          <p:nvPr/>
        </p:nvSpPr>
        <p:spPr>
          <a:xfrm>
            <a:off x="1326094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3-line30"/>
          <p:cNvSpPr/>
          <p:nvPr/>
        </p:nvSpPr>
        <p:spPr>
          <a:xfrm>
            <a:off x="600470" y="2664263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3-line31"/>
          <p:cNvSpPr/>
          <p:nvPr/>
        </p:nvSpPr>
        <p:spPr>
          <a:xfrm>
            <a:off x="1429754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3-line32"/>
          <p:cNvSpPr/>
          <p:nvPr/>
        </p:nvSpPr>
        <p:spPr>
          <a:xfrm>
            <a:off x="600470" y="2767923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3-line33"/>
          <p:cNvSpPr/>
          <p:nvPr/>
        </p:nvSpPr>
        <p:spPr>
          <a:xfrm>
            <a:off x="1533415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3-line34"/>
          <p:cNvSpPr/>
          <p:nvPr/>
        </p:nvSpPr>
        <p:spPr>
          <a:xfrm>
            <a:off x="600470" y="2871584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3-flat35"/>
          <p:cNvSpPr/>
          <p:nvPr/>
        </p:nvSpPr>
        <p:spPr>
          <a:xfrm>
            <a:off x="1699271" y="1938640"/>
            <a:ext cx="1036605" cy="1036605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3-line36"/>
          <p:cNvSpPr/>
          <p:nvPr/>
        </p:nvSpPr>
        <p:spPr>
          <a:xfrm>
            <a:off x="1802932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3-line37"/>
          <p:cNvSpPr/>
          <p:nvPr/>
        </p:nvSpPr>
        <p:spPr>
          <a:xfrm>
            <a:off x="1699271" y="2042300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3-line38"/>
          <p:cNvSpPr/>
          <p:nvPr/>
        </p:nvSpPr>
        <p:spPr>
          <a:xfrm>
            <a:off x="1906592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3-line39"/>
          <p:cNvSpPr/>
          <p:nvPr/>
        </p:nvSpPr>
        <p:spPr>
          <a:xfrm>
            <a:off x="1699271" y="2145961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3-line40"/>
          <p:cNvSpPr/>
          <p:nvPr/>
        </p:nvSpPr>
        <p:spPr>
          <a:xfrm>
            <a:off x="2010253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3-line41"/>
          <p:cNvSpPr/>
          <p:nvPr/>
        </p:nvSpPr>
        <p:spPr>
          <a:xfrm>
            <a:off x="1699271" y="2249621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3-line42"/>
          <p:cNvSpPr/>
          <p:nvPr/>
        </p:nvSpPr>
        <p:spPr>
          <a:xfrm>
            <a:off x="2113913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3-line43"/>
          <p:cNvSpPr/>
          <p:nvPr/>
        </p:nvSpPr>
        <p:spPr>
          <a:xfrm>
            <a:off x="1699271" y="235328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3-line44"/>
          <p:cNvSpPr/>
          <p:nvPr/>
        </p:nvSpPr>
        <p:spPr>
          <a:xfrm>
            <a:off x="2217574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3-line45"/>
          <p:cNvSpPr/>
          <p:nvPr/>
        </p:nvSpPr>
        <p:spPr>
          <a:xfrm>
            <a:off x="1699271" y="245694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3-line46"/>
          <p:cNvSpPr/>
          <p:nvPr/>
        </p:nvSpPr>
        <p:spPr>
          <a:xfrm>
            <a:off x="2321234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3-line47"/>
          <p:cNvSpPr/>
          <p:nvPr/>
        </p:nvSpPr>
        <p:spPr>
          <a:xfrm>
            <a:off x="1699271" y="256060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3-line48"/>
          <p:cNvSpPr/>
          <p:nvPr/>
        </p:nvSpPr>
        <p:spPr>
          <a:xfrm>
            <a:off x="2424895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3-line49"/>
          <p:cNvSpPr/>
          <p:nvPr/>
        </p:nvSpPr>
        <p:spPr>
          <a:xfrm>
            <a:off x="1699271" y="2664263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3-line50"/>
          <p:cNvSpPr/>
          <p:nvPr/>
        </p:nvSpPr>
        <p:spPr>
          <a:xfrm>
            <a:off x="2528555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3-line51"/>
          <p:cNvSpPr/>
          <p:nvPr/>
        </p:nvSpPr>
        <p:spPr>
          <a:xfrm>
            <a:off x="1699271" y="2767923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3-line52"/>
          <p:cNvSpPr/>
          <p:nvPr/>
        </p:nvSpPr>
        <p:spPr>
          <a:xfrm>
            <a:off x="2632216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3-line53"/>
          <p:cNvSpPr/>
          <p:nvPr/>
        </p:nvSpPr>
        <p:spPr>
          <a:xfrm>
            <a:off x="1699271" y="2871584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3-flat54"/>
          <p:cNvSpPr/>
          <p:nvPr/>
        </p:nvSpPr>
        <p:spPr>
          <a:xfrm>
            <a:off x="2798073" y="1938640"/>
            <a:ext cx="1036605" cy="1036605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03-line55"/>
          <p:cNvSpPr/>
          <p:nvPr/>
        </p:nvSpPr>
        <p:spPr>
          <a:xfrm>
            <a:off x="2901733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3-line56"/>
          <p:cNvSpPr/>
          <p:nvPr/>
        </p:nvSpPr>
        <p:spPr>
          <a:xfrm>
            <a:off x="2798073" y="2042300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3-line57"/>
          <p:cNvSpPr/>
          <p:nvPr/>
        </p:nvSpPr>
        <p:spPr>
          <a:xfrm>
            <a:off x="3005394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3-line58"/>
          <p:cNvSpPr/>
          <p:nvPr/>
        </p:nvSpPr>
        <p:spPr>
          <a:xfrm>
            <a:off x="2798073" y="2145961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3-line59"/>
          <p:cNvSpPr/>
          <p:nvPr/>
        </p:nvSpPr>
        <p:spPr>
          <a:xfrm>
            <a:off x="3109054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3-line60"/>
          <p:cNvSpPr/>
          <p:nvPr/>
        </p:nvSpPr>
        <p:spPr>
          <a:xfrm>
            <a:off x="2798073" y="2249621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3-line61"/>
          <p:cNvSpPr/>
          <p:nvPr/>
        </p:nvSpPr>
        <p:spPr>
          <a:xfrm>
            <a:off x="3212714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3-line62"/>
          <p:cNvSpPr/>
          <p:nvPr/>
        </p:nvSpPr>
        <p:spPr>
          <a:xfrm>
            <a:off x="2798073" y="235328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3-line63"/>
          <p:cNvSpPr/>
          <p:nvPr/>
        </p:nvSpPr>
        <p:spPr>
          <a:xfrm>
            <a:off x="3316375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3-line64"/>
          <p:cNvSpPr/>
          <p:nvPr/>
        </p:nvSpPr>
        <p:spPr>
          <a:xfrm>
            <a:off x="2798073" y="245694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3-line65"/>
          <p:cNvSpPr/>
          <p:nvPr/>
        </p:nvSpPr>
        <p:spPr>
          <a:xfrm>
            <a:off x="3420035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3-line66"/>
          <p:cNvSpPr/>
          <p:nvPr/>
        </p:nvSpPr>
        <p:spPr>
          <a:xfrm>
            <a:off x="2798073" y="256060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3-line67"/>
          <p:cNvSpPr/>
          <p:nvPr/>
        </p:nvSpPr>
        <p:spPr>
          <a:xfrm>
            <a:off x="3523696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3-line68"/>
          <p:cNvSpPr/>
          <p:nvPr/>
        </p:nvSpPr>
        <p:spPr>
          <a:xfrm>
            <a:off x="2798073" y="2664263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3-line69"/>
          <p:cNvSpPr/>
          <p:nvPr/>
        </p:nvSpPr>
        <p:spPr>
          <a:xfrm>
            <a:off x="3627356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3-line70"/>
          <p:cNvSpPr/>
          <p:nvPr/>
        </p:nvSpPr>
        <p:spPr>
          <a:xfrm>
            <a:off x="2798073" y="2767923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3-line71"/>
          <p:cNvSpPr/>
          <p:nvPr/>
        </p:nvSpPr>
        <p:spPr>
          <a:xfrm>
            <a:off x="3731017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3-line72"/>
          <p:cNvSpPr/>
          <p:nvPr/>
        </p:nvSpPr>
        <p:spPr>
          <a:xfrm>
            <a:off x="2798073" y="2871584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3-flat73"/>
          <p:cNvSpPr/>
          <p:nvPr/>
        </p:nvSpPr>
        <p:spPr>
          <a:xfrm>
            <a:off x="3896874" y="1938640"/>
            <a:ext cx="1036605" cy="1036605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7" name="S03-line74"/>
          <p:cNvSpPr/>
          <p:nvPr/>
        </p:nvSpPr>
        <p:spPr>
          <a:xfrm>
            <a:off x="4000534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03-line75"/>
          <p:cNvSpPr/>
          <p:nvPr/>
        </p:nvSpPr>
        <p:spPr>
          <a:xfrm>
            <a:off x="3896874" y="2042300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03-line76"/>
          <p:cNvSpPr/>
          <p:nvPr/>
        </p:nvSpPr>
        <p:spPr>
          <a:xfrm>
            <a:off x="4104195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03-line77"/>
          <p:cNvSpPr/>
          <p:nvPr/>
        </p:nvSpPr>
        <p:spPr>
          <a:xfrm>
            <a:off x="3896874" y="2145961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03-line78"/>
          <p:cNvSpPr/>
          <p:nvPr/>
        </p:nvSpPr>
        <p:spPr>
          <a:xfrm>
            <a:off x="4207855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03-line79"/>
          <p:cNvSpPr/>
          <p:nvPr/>
        </p:nvSpPr>
        <p:spPr>
          <a:xfrm>
            <a:off x="3896874" y="2249621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03-line80"/>
          <p:cNvSpPr/>
          <p:nvPr/>
        </p:nvSpPr>
        <p:spPr>
          <a:xfrm>
            <a:off x="4311516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4" name="S03-line81"/>
          <p:cNvSpPr/>
          <p:nvPr/>
        </p:nvSpPr>
        <p:spPr>
          <a:xfrm>
            <a:off x="3896874" y="235328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03-line82"/>
          <p:cNvSpPr/>
          <p:nvPr/>
        </p:nvSpPr>
        <p:spPr>
          <a:xfrm>
            <a:off x="4415176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6" name="S03-line83"/>
          <p:cNvSpPr/>
          <p:nvPr/>
        </p:nvSpPr>
        <p:spPr>
          <a:xfrm>
            <a:off x="3896874" y="245694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7" name="S03-line84"/>
          <p:cNvSpPr/>
          <p:nvPr/>
        </p:nvSpPr>
        <p:spPr>
          <a:xfrm>
            <a:off x="4518837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8" name="S03-line85"/>
          <p:cNvSpPr/>
          <p:nvPr/>
        </p:nvSpPr>
        <p:spPr>
          <a:xfrm>
            <a:off x="3896874" y="256060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9" name="S03-line86"/>
          <p:cNvSpPr/>
          <p:nvPr/>
        </p:nvSpPr>
        <p:spPr>
          <a:xfrm>
            <a:off x="4622497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0" name="S03-line87"/>
          <p:cNvSpPr/>
          <p:nvPr/>
        </p:nvSpPr>
        <p:spPr>
          <a:xfrm>
            <a:off x="3896874" y="2664263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1" name="S03-line88"/>
          <p:cNvSpPr/>
          <p:nvPr/>
        </p:nvSpPr>
        <p:spPr>
          <a:xfrm>
            <a:off x="4726158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2" name="S03-line89"/>
          <p:cNvSpPr/>
          <p:nvPr/>
        </p:nvSpPr>
        <p:spPr>
          <a:xfrm>
            <a:off x="3896874" y="2767923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3" name="S03-line90"/>
          <p:cNvSpPr/>
          <p:nvPr/>
        </p:nvSpPr>
        <p:spPr>
          <a:xfrm>
            <a:off x="4829818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4" name="S03-line91"/>
          <p:cNvSpPr/>
          <p:nvPr/>
        </p:nvSpPr>
        <p:spPr>
          <a:xfrm>
            <a:off x="3896874" y="2871584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3-flat92"/>
          <p:cNvSpPr/>
          <p:nvPr/>
        </p:nvSpPr>
        <p:spPr>
          <a:xfrm>
            <a:off x="4995675" y="1938640"/>
            <a:ext cx="1036605" cy="1036605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6" name="S03-line93"/>
          <p:cNvSpPr/>
          <p:nvPr/>
        </p:nvSpPr>
        <p:spPr>
          <a:xfrm>
            <a:off x="5099335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3-line94"/>
          <p:cNvSpPr/>
          <p:nvPr/>
        </p:nvSpPr>
        <p:spPr>
          <a:xfrm>
            <a:off x="4995675" y="2042300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3-line95"/>
          <p:cNvSpPr/>
          <p:nvPr/>
        </p:nvSpPr>
        <p:spPr>
          <a:xfrm>
            <a:off x="5202996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03-line96"/>
          <p:cNvSpPr/>
          <p:nvPr/>
        </p:nvSpPr>
        <p:spPr>
          <a:xfrm>
            <a:off x="4995675" y="2145961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3-line97"/>
          <p:cNvSpPr/>
          <p:nvPr/>
        </p:nvSpPr>
        <p:spPr>
          <a:xfrm>
            <a:off x="5306656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03-line98"/>
          <p:cNvSpPr/>
          <p:nvPr/>
        </p:nvSpPr>
        <p:spPr>
          <a:xfrm>
            <a:off x="4995675" y="2249621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3-line99"/>
          <p:cNvSpPr/>
          <p:nvPr/>
        </p:nvSpPr>
        <p:spPr>
          <a:xfrm>
            <a:off x="5410317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3-line100"/>
          <p:cNvSpPr/>
          <p:nvPr/>
        </p:nvSpPr>
        <p:spPr>
          <a:xfrm>
            <a:off x="4995675" y="235328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03-line101"/>
          <p:cNvSpPr/>
          <p:nvPr/>
        </p:nvSpPr>
        <p:spPr>
          <a:xfrm>
            <a:off x="5513977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3-line102"/>
          <p:cNvSpPr/>
          <p:nvPr/>
        </p:nvSpPr>
        <p:spPr>
          <a:xfrm>
            <a:off x="4995675" y="245694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03-line103"/>
          <p:cNvSpPr/>
          <p:nvPr/>
        </p:nvSpPr>
        <p:spPr>
          <a:xfrm>
            <a:off x="5617638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3-line104"/>
          <p:cNvSpPr/>
          <p:nvPr/>
        </p:nvSpPr>
        <p:spPr>
          <a:xfrm>
            <a:off x="4995675" y="256060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3-line105"/>
          <p:cNvSpPr/>
          <p:nvPr/>
        </p:nvSpPr>
        <p:spPr>
          <a:xfrm>
            <a:off x="5721298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03-line106"/>
          <p:cNvSpPr/>
          <p:nvPr/>
        </p:nvSpPr>
        <p:spPr>
          <a:xfrm>
            <a:off x="4995675" y="2664263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3-line107"/>
          <p:cNvSpPr/>
          <p:nvPr/>
        </p:nvSpPr>
        <p:spPr>
          <a:xfrm>
            <a:off x="5824959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03-line108"/>
          <p:cNvSpPr/>
          <p:nvPr/>
        </p:nvSpPr>
        <p:spPr>
          <a:xfrm>
            <a:off x="4995675" y="2767923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03-line109"/>
          <p:cNvSpPr/>
          <p:nvPr/>
        </p:nvSpPr>
        <p:spPr>
          <a:xfrm>
            <a:off x="5928619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03-line110"/>
          <p:cNvSpPr/>
          <p:nvPr/>
        </p:nvSpPr>
        <p:spPr>
          <a:xfrm>
            <a:off x="4995675" y="2871584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03-flat111"/>
          <p:cNvSpPr/>
          <p:nvPr/>
        </p:nvSpPr>
        <p:spPr>
          <a:xfrm>
            <a:off x="6094476" y="1938640"/>
            <a:ext cx="1036605" cy="1036605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5" name="S03-line112"/>
          <p:cNvSpPr/>
          <p:nvPr/>
        </p:nvSpPr>
        <p:spPr>
          <a:xfrm>
            <a:off x="6198136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03-line113"/>
          <p:cNvSpPr/>
          <p:nvPr/>
        </p:nvSpPr>
        <p:spPr>
          <a:xfrm>
            <a:off x="6094476" y="2042300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3-line114"/>
          <p:cNvSpPr/>
          <p:nvPr/>
        </p:nvSpPr>
        <p:spPr>
          <a:xfrm>
            <a:off x="6301797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03-line115"/>
          <p:cNvSpPr/>
          <p:nvPr/>
        </p:nvSpPr>
        <p:spPr>
          <a:xfrm>
            <a:off x="6094476" y="2145961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03-line116"/>
          <p:cNvSpPr/>
          <p:nvPr/>
        </p:nvSpPr>
        <p:spPr>
          <a:xfrm>
            <a:off x="6405457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3-line117"/>
          <p:cNvSpPr/>
          <p:nvPr/>
        </p:nvSpPr>
        <p:spPr>
          <a:xfrm>
            <a:off x="6094476" y="2249621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03-line118"/>
          <p:cNvSpPr/>
          <p:nvPr/>
        </p:nvSpPr>
        <p:spPr>
          <a:xfrm>
            <a:off x="6509118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03-line119"/>
          <p:cNvSpPr/>
          <p:nvPr/>
        </p:nvSpPr>
        <p:spPr>
          <a:xfrm>
            <a:off x="6094476" y="235328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03-line120"/>
          <p:cNvSpPr/>
          <p:nvPr/>
        </p:nvSpPr>
        <p:spPr>
          <a:xfrm>
            <a:off x="6612778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03-line121"/>
          <p:cNvSpPr/>
          <p:nvPr/>
        </p:nvSpPr>
        <p:spPr>
          <a:xfrm>
            <a:off x="6094476" y="245694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3-line122"/>
          <p:cNvSpPr/>
          <p:nvPr/>
        </p:nvSpPr>
        <p:spPr>
          <a:xfrm>
            <a:off x="6716439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03-line123"/>
          <p:cNvSpPr/>
          <p:nvPr/>
        </p:nvSpPr>
        <p:spPr>
          <a:xfrm>
            <a:off x="6094476" y="256060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3-line124"/>
          <p:cNvSpPr/>
          <p:nvPr/>
        </p:nvSpPr>
        <p:spPr>
          <a:xfrm>
            <a:off x="6820099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03-line125"/>
          <p:cNvSpPr/>
          <p:nvPr/>
        </p:nvSpPr>
        <p:spPr>
          <a:xfrm>
            <a:off x="6094476" y="2664263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03-line126"/>
          <p:cNvSpPr/>
          <p:nvPr/>
        </p:nvSpPr>
        <p:spPr>
          <a:xfrm>
            <a:off x="6923760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3-line127"/>
          <p:cNvSpPr/>
          <p:nvPr/>
        </p:nvSpPr>
        <p:spPr>
          <a:xfrm>
            <a:off x="6094476" y="2767923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03-line128"/>
          <p:cNvSpPr/>
          <p:nvPr/>
        </p:nvSpPr>
        <p:spPr>
          <a:xfrm>
            <a:off x="7027420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03-line129"/>
          <p:cNvSpPr/>
          <p:nvPr/>
        </p:nvSpPr>
        <p:spPr>
          <a:xfrm>
            <a:off x="6094476" y="2871584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03-flat130"/>
          <p:cNvSpPr/>
          <p:nvPr/>
        </p:nvSpPr>
        <p:spPr>
          <a:xfrm>
            <a:off x="7193277" y="1938640"/>
            <a:ext cx="1036605" cy="1036605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4" name="S03-line131"/>
          <p:cNvSpPr/>
          <p:nvPr/>
        </p:nvSpPr>
        <p:spPr>
          <a:xfrm>
            <a:off x="7296938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3-line132"/>
          <p:cNvSpPr/>
          <p:nvPr/>
        </p:nvSpPr>
        <p:spPr>
          <a:xfrm>
            <a:off x="7193277" y="2042300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03-line133"/>
          <p:cNvSpPr/>
          <p:nvPr/>
        </p:nvSpPr>
        <p:spPr>
          <a:xfrm>
            <a:off x="7400598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03-line134"/>
          <p:cNvSpPr/>
          <p:nvPr/>
        </p:nvSpPr>
        <p:spPr>
          <a:xfrm>
            <a:off x="7193277" y="2145961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03-line135"/>
          <p:cNvSpPr/>
          <p:nvPr/>
        </p:nvSpPr>
        <p:spPr>
          <a:xfrm>
            <a:off x="7504259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03-line136"/>
          <p:cNvSpPr/>
          <p:nvPr/>
        </p:nvSpPr>
        <p:spPr>
          <a:xfrm>
            <a:off x="7193277" y="2249621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3-line137"/>
          <p:cNvSpPr/>
          <p:nvPr/>
        </p:nvSpPr>
        <p:spPr>
          <a:xfrm>
            <a:off x="7607919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03-line138"/>
          <p:cNvSpPr/>
          <p:nvPr/>
        </p:nvSpPr>
        <p:spPr>
          <a:xfrm>
            <a:off x="7193277" y="235328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03-line139"/>
          <p:cNvSpPr/>
          <p:nvPr/>
        </p:nvSpPr>
        <p:spPr>
          <a:xfrm>
            <a:off x="7711580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03-line140"/>
          <p:cNvSpPr/>
          <p:nvPr/>
        </p:nvSpPr>
        <p:spPr>
          <a:xfrm>
            <a:off x="7193277" y="245694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03-line141"/>
          <p:cNvSpPr/>
          <p:nvPr/>
        </p:nvSpPr>
        <p:spPr>
          <a:xfrm>
            <a:off x="7815240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03-line142"/>
          <p:cNvSpPr/>
          <p:nvPr/>
        </p:nvSpPr>
        <p:spPr>
          <a:xfrm>
            <a:off x="7193277" y="256060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03-line143"/>
          <p:cNvSpPr/>
          <p:nvPr/>
        </p:nvSpPr>
        <p:spPr>
          <a:xfrm>
            <a:off x="7918901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03-line144"/>
          <p:cNvSpPr/>
          <p:nvPr/>
        </p:nvSpPr>
        <p:spPr>
          <a:xfrm>
            <a:off x="7193277" y="2664263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03-line145"/>
          <p:cNvSpPr/>
          <p:nvPr/>
        </p:nvSpPr>
        <p:spPr>
          <a:xfrm>
            <a:off x="8022561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03-line146"/>
          <p:cNvSpPr/>
          <p:nvPr/>
        </p:nvSpPr>
        <p:spPr>
          <a:xfrm>
            <a:off x="7193277" y="2767923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3-line147"/>
          <p:cNvSpPr/>
          <p:nvPr/>
        </p:nvSpPr>
        <p:spPr>
          <a:xfrm>
            <a:off x="8126222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03-line148"/>
          <p:cNvSpPr/>
          <p:nvPr/>
        </p:nvSpPr>
        <p:spPr>
          <a:xfrm>
            <a:off x="7193277" y="2871584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03-flat149"/>
          <p:cNvSpPr/>
          <p:nvPr/>
        </p:nvSpPr>
        <p:spPr>
          <a:xfrm>
            <a:off x="8292078" y="1938640"/>
            <a:ext cx="1036605" cy="1036605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3" name="S03-line150"/>
          <p:cNvSpPr/>
          <p:nvPr/>
        </p:nvSpPr>
        <p:spPr>
          <a:xfrm>
            <a:off x="8395739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03-line151"/>
          <p:cNvSpPr/>
          <p:nvPr/>
        </p:nvSpPr>
        <p:spPr>
          <a:xfrm>
            <a:off x="8292078" y="2042300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5" name="S03-line152"/>
          <p:cNvSpPr/>
          <p:nvPr/>
        </p:nvSpPr>
        <p:spPr>
          <a:xfrm>
            <a:off x="8499399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6" name="S03-line153"/>
          <p:cNvSpPr/>
          <p:nvPr/>
        </p:nvSpPr>
        <p:spPr>
          <a:xfrm>
            <a:off x="8292078" y="2145961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7" name="S03-line154"/>
          <p:cNvSpPr/>
          <p:nvPr/>
        </p:nvSpPr>
        <p:spPr>
          <a:xfrm>
            <a:off x="8603060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8" name="S03-line155"/>
          <p:cNvSpPr/>
          <p:nvPr/>
        </p:nvSpPr>
        <p:spPr>
          <a:xfrm>
            <a:off x="8292078" y="2249621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9" name="S03-line156"/>
          <p:cNvSpPr/>
          <p:nvPr/>
        </p:nvSpPr>
        <p:spPr>
          <a:xfrm>
            <a:off x="8706720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0" name="S03-line157"/>
          <p:cNvSpPr/>
          <p:nvPr/>
        </p:nvSpPr>
        <p:spPr>
          <a:xfrm>
            <a:off x="8292078" y="235328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1" name="S03-line158"/>
          <p:cNvSpPr/>
          <p:nvPr/>
        </p:nvSpPr>
        <p:spPr>
          <a:xfrm>
            <a:off x="8810381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2" name="S03-line159"/>
          <p:cNvSpPr/>
          <p:nvPr/>
        </p:nvSpPr>
        <p:spPr>
          <a:xfrm>
            <a:off x="8292078" y="245694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3" name="S03-line160"/>
          <p:cNvSpPr/>
          <p:nvPr/>
        </p:nvSpPr>
        <p:spPr>
          <a:xfrm>
            <a:off x="8914041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4" name="S03-line161"/>
          <p:cNvSpPr/>
          <p:nvPr/>
        </p:nvSpPr>
        <p:spPr>
          <a:xfrm>
            <a:off x="8292078" y="256060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5" name="S03-line162"/>
          <p:cNvSpPr/>
          <p:nvPr/>
        </p:nvSpPr>
        <p:spPr>
          <a:xfrm>
            <a:off x="9017702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6" name="S03-line163"/>
          <p:cNvSpPr/>
          <p:nvPr/>
        </p:nvSpPr>
        <p:spPr>
          <a:xfrm>
            <a:off x="8292078" y="2664263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7" name="S03-line164"/>
          <p:cNvSpPr/>
          <p:nvPr/>
        </p:nvSpPr>
        <p:spPr>
          <a:xfrm>
            <a:off x="9121362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8" name="S03-line165"/>
          <p:cNvSpPr/>
          <p:nvPr/>
        </p:nvSpPr>
        <p:spPr>
          <a:xfrm>
            <a:off x="8292078" y="2767923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9" name="S03-line166"/>
          <p:cNvSpPr/>
          <p:nvPr/>
        </p:nvSpPr>
        <p:spPr>
          <a:xfrm>
            <a:off x="9225023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0" name="S03-line167"/>
          <p:cNvSpPr/>
          <p:nvPr/>
        </p:nvSpPr>
        <p:spPr>
          <a:xfrm>
            <a:off x="8292078" y="2871584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1" name="S03-flat168"/>
          <p:cNvSpPr/>
          <p:nvPr/>
        </p:nvSpPr>
        <p:spPr>
          <a:xfrm>
            <a:off x="9390879" y="1938640"/>
            <a:ext cx="1036605" cy="1036605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2" name="S03-line169"/>
          <p:cNvSpPr/>
          <p:nvPr/>
        </p:nvSpPr>
        <p:spPr>
          <a:xfrm>
            <a:off x="9494540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3" name="S03-line170"/>
          <p:cNvSpPr/>
          <p:nvPr/>
        </p:nvSpPr>
        <p:spPr>
          <a:xfrm>
            <a:off x="9390879" y="2042300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4" name="S03-line171"/>
          <p:cNvSpPr/>
          <p:nvPr/>
        </p:nvSpPr>
        <p:spPr>
          <a:xfrm>
            <a:off x="9598200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5" name="S03-line172"/>
          <p:cNvSpPr/>
          <p:nvPr/>
        </p:nvSpPr>
        <p:spPr>
          <a:xfrm>
            <a:off x="9390879" y="2145961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6" name="S03-line173"/>
          <p:cNvSpPr/>
          <p:nvPr/>
        </p:nvSpPr>
        <p:spPr>
          <a:xfrm>
            <a:off x="9701861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7" name="S03-line174"/>
          <p:cNvSpPr/>
          <p:nvPr/>
        </p:nvSpPr>
        <p:spPr>
          <a:xfrm>
            <a:off x="9390879" y="2249621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8" name="S03-line175"/>
          <p:cNvSpPr/>
          <p:nvPr/>
        </p:nvSpPr>
        <p:spPr>
          <a:xfrm>
            <a:off x="9805521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9" name="S03-line176"/>
          <p:cNvSpPr/>
          <p:nvPr/>
        </p:nvSpPr>
        <p:spPr>
          <a:xfrm>
            <a:off x="9390879" y="235328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0" name="S03-line177"/>
          <p:cNvSpPr/>
          <p:nvPr/>
        </p:nvSpPr>
        <p:spPr>
          <a:xfrm>
            <a:off x="9909182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1" name="S03-line178"/>
          <p:cNvSpPr/>
          <p:nvPr/>
        </p:nvSpPr>
        <p:spPr>
          <a:xfrm>
            <a:off x="9390879" y="245694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2" name="S03-line179"/>
          <p:cNvSpPr/>
          <p:nvPr/>
        </p:nvSpPr>
        <p:spPr>
          <a:xfrm>
            <a:off x="10012842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3" name="S03-line180"/>
          <p:cNvSpPr/>
          <p:nvPr/>
        </p:nvSpPr>
        <p:spPr>
          <a:xfrm>
            <a:off x="9390879" y="256060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4" name="S03-line181"/>
          <p:cNvSpPr/>
          <p:nvPr/>
        </p:nvSpPr>
        <p:spPr>
          <a:xfrm>
            <a:off x="10116503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5" name="S03-line182"/>
          <p:cNvSpPr/>
          <p:nvPr/>
        </p:nvSpPr>
        <p:spPr>
          <a:xfrm>
            <a:off x="9390879" y="2664263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6" name="S03-line183"/>
          <p:cNvSpPr/>
          <p:nvPr/>
        </p:nvSpPr>
        <p:spPr>
          <a:xfrm>
            <a:off x="10220163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7" name="S03-line184"/>
          <p:cNvSpPr/>
          <p:nvPr/>
        </p:nvSpPr>
        <p:spPr>
          <a:xfrm>
            <a:off x="9390879" y="2767923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8" name="S03-line185"/>
          <p:cNvSpPr/>
          <p:nvPr/>
        </p:nvSpPr>
        <p:spPr>
          <a:xfrm>
            <a:off x="10323824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9" name="S03-line186"/>
          <p:cNvSpPr/>
          <p:nvPr/>
        </p:nvSpPr>
        <p:spPr>
          <a:xfrm>
            <a:off x="9390879" y="2871584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0" name="S03-flat187"/>
          <p:cNvSpPr/>
          <p:nvPr/>
        </p:nvSpPr>
        <p:spPr>
          <a:xfrm>
            <a:off x="10489681" y="1938640"/>
            <a:ext cx="1036605" cy="1036605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1" name="S03-line188"/>
          <p:cNvSpPr/>
          <p:nvPr/>
        </p:nvSpPr>
        <p:spPr>
          <a:xfrm>
            <a:off x="10593341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2" name="S03-line189"/>
          <p:cNvSpPr/>
          <p:nvPr/>
        </p:nvSpPr>
        <p:spPr>
          <a:xfrm>
            <a:off x="10489681" y="2042300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3" name="S03-line190"/>
          <p:cNvSpPr/>
          <p:nvPr/>
        </p:nvSpPr>
        <p:spPr>
          <a:xfrm>
            <a:off x="10697002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4" name="S03-line191"/>
          <p:cNvSpPr/>
          <p:nvPr/>
        </p:nvSpPr>
        <p:spPr>
          <a:xfrm>
            <a:off x="10489681" y="2145961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5" name="S03-line192"/>
          <p:cNvSpPr/>
          <p:nvPr/>
        </p:nvSpPr>
        <p:spPr>
          <a:xfrm>
            <a:off x="10800662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6" name="S03-line193"/>
          <p:cNvSpPr/>
          <p:nvPr/>
        </p:nvSpPr>
        <p:spPr>
          <a:xfrm>
            <a:off x="10489681" y="2249621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7" name="S03-line194"/>
          <p:cNvSpPr/>
          <p:nvPr/>
        </p:nvSpPr>
        <p:spPr>
          <a:xfrm>
            <a:off x="10904323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8" name="S03-line195"/>
          <p:cNvSpPr/>
          <p:nvPr/>
        </p:nvSpPr>
        <p:spPr>
          <a:xfrm>
            <a:off x="10489681" y="235328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9" name="S03-line196"/>
          <p:cNvSpPr/>
          <p:nvPr/>
        </p:nvSpPr>
        <p:spPr>
          <a:xfrm>
            <a:off x="11007983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0" name="S03-line197"/>
          <p:cNvSpPr/>
          <p:nvPr/>
        </p:nvSpPr>
        <p:spPr>
          <a:xfrm>
            <a:off x="10489681" y="245694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1" name="S03-line198"/>
          <p:cNvSpPr/>
          <p:nvPr/>
        </p:nvSpPr>
        <p:spPr>
          <a:xfrm>
            <a:off x="11111644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2" name="S03-line199"/>
          <p:cNvSpPr/>
          <p:nvPr/>
        </p:nvSpPr>
        <p:spPr>
          <a:xfrm>
            <a:off x="10489681" y="256060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3" name="S03-line200"/>
          <p:cNvSpPr/>
          <p:nvPr/>
        </p:nvSpPr>
        <p:spPr>
          <a:xfrm>
            <a:off x="11215304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4" name="S03-line201"/>
          <p:cNvSpPr/>
          <p:nvPr/>
        </p:nvSpPr>
        <p:spPr>
          <a:xfrm>
            <a:off x="10489681" y="2664263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5" name="S03-line202"/>
          <p:cNvSpPr/>
          <p:nvPr/>
        </p:nvSpPr>
        <p:spPr>
          <a:xfrm>
            <a:off x="11318964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6" name="S03-line203"/>
          <p:cNvSpPr/>
          <p:nvPr/>
        </p:nvSpPr>
        <p:spPr>
          <a:xfrm>
            <a:off x="10489681" y="2767923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7" name="S03-line204"/>
          <p:cNvSpPr/>
          <p:nvPr/>
        </p:nvSpPr>
        <p:spPr>
          <a:xfrm>
            <a:off x="11422625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8" name="S03-line205"/>
          <p:cNvSpPr/>
          <p:nvPr/>
        </p:nvSpPr>
        <p:spPr>
          <a:xfrm>
            <a:off x="10489681" y="2871584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9" name="S03-figure206" descr="백 모형 10개"/>
          <p:cNvSpPr/>
          <p:nvPr/>
        </p:nvSpPr>
        <p:spPr>
          <a:xfrm>
            <a:off x="548640" y="193864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1000이 몇 개?</a:t>
            </a:r>
            <a:endParaRPr lang="ko-KR" sz="4400" dirty="0"/>
          </a:p>
        </p:txBody>
      </p:sp>
      <p:sp>
        <p:nvSpPr>
          <p:cNvPr id="3" name="S04-text20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1000이 하나씩 늘어나요.</a:t>
            </a:r>
            <a:endParaRPr lang="ko-KR" sz="3200" dirty="0"/>
          </a:p>
        </p:txBody>
      </p:sp>
      <p:sp>
        <p:nvSpPr>
          <p:cNvPr id="4" name="S04-card20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0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1000이 3개면 3000, 삼천이에요.</a:t>
            </a:r>
            <a:endParaRPr lang="ko-KR" sz="3200" dirty="0"/>
          </a:p>
        </p:txBody>
      </p:sp>
      <p:graphicFrame>
        <p:nvGraphicFramePr>
          <p:cNvPr id="5" name="S04-table2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436876" y="2042160"/>
          <a:ext cx="7315200" cy="914400"/>
        </p:xfrm>
        <a:graphic>
          <a:graphicData uri="http://schemas.openxmlformats.org/drawingml/2006/table">
            <a:tbl>
              <a:tblPr/>
              <a:tblGrid>
                <a:gridCol w="2487168"/>
                <a:gridCol w="2414016"/>
                <a:gridCol w="2414016"/>
              </a:tblGrid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1000이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읽기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3000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삼천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9000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자리 수</a:t>
            </a:r>
            <a:endParaRPr lang="ko-KR" sz="4400" dirty="0"/>
          </a:p>
        </p:txBody>
      </p:sp>
      <p:sp>
        <p:nvSpPr>
          <p:cNvPr id="3" name="S05-text21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1000이 2개, 100이 3개, 10이 5개, 1이 4개</a:t>
            </a:r>
            <a:endParaRPr lang="ko-KR" sz="3200" dirty="0"/>
          </a:p>
        </p:txBody>
      </p:sp>
      <p:sp>
        <p:nvSpPr>
          <p:cNvPr id="4" name="S05-card212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213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2354 = 2000 + 300 + 50 + 4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이천삼백오십사라고 읽어요.</a:t>
            </a:r>
            <a:endParaRPr lang="ko-KR" sz="3200" dirty="0"/>
          </a:p>
        </p:txBody>
      </p:sp>
      <p:graphicFrame>
        <p:nvGraphicFramePr>
          <p:cNvPr id="6" name="S05-table2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85516" y="2556002"/>
          <a:ext cx="62179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  <a:gridCol w="1554480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천의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백의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십의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일의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0이 있는 수</a:t>
            </a:r>
            <a:endParaRPr lang="ko-KR" sz="4400" dirty="0"/>
          </a:p>
        </p:txBody>
      </p:sp>
      <p:sp>
        <p:nvSpPr>
          <p:cNvPr id="3" name="S06-text21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1000이 3개, 10이 5개인 수</a:t>
            </a:r>
            <a:endParaRPr lang="ko-KR" sz="3200" dirty="0"/>
          </a:p>
        </p:txBody>
      </p:sp>
      <p:sp>
        <p:nvSpPr>
          <p:cNvPr id="4" name="S06-card216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217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3050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삼천오십이라고 읽어요. 0인 자리는 읽지 않아요.</a:t>
            </a:r>
            <a:endParaRPr lang="ko-KR" sz="3200" dirty="0"/>
          </a:p>
        </p:txBody>
      </p:sp>
      <p:graphicFrame>
        <p:nvGraphicFramePr>
          <p:cNvPr id="7" name="S06-table2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85516" y="2820162"/>
          <a:ext cx="62179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  <a:gridCol w="1554480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천의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백의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십의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일의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쓰고 읽어 봐요</a:t>
            </a:r>
            <a:endParaRPr lang="ko-KR" sz="4400" dirty="0"/>
          </a:p>
        </p:txBody>
      </p:sp>
      <p:sp>
        <p:nvSpPr>
          <p:cNvPr id="3" name="S07-card2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7-cardtext2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0인 자리에는 0을 꼭 써요.</a:t>
            </a:r>
            <a:endParaRPr lang="ko-KR" sz="3200" dirty="0"/>
          </a:p>
        </p:txBody>
      </p:sp>
      <p:sp>
        <p:nvSpPr>
          <p:cNvPr id="5" name="S07-chip221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7-text222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천이백칠을 숫자로 써요.</a:t>
            </a:r>
            <a:endParaRPr lang="ko-KR" sz="3200" dirty="0"/>
          </a:p>
        </p:txBody>
      </p:sp>
      <p:sp>
        <p:nvSpPr>
          <p:cNvPr id="7" name="S07-chip223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7-text224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5380을 읽어요.</a:t>
            </a:r>
            <a:endParaRPr lang="ko-KR" sz="3200" dirty="0"/>
          </a:p>
        </p:txBody>
      </p:sp>
      <p:sp>
        <p:nvSpPr>
          <p:cNvPr id="9" name="S07-chip225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07-text226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1000이 4개, 10이 6개인 수는?</a:t>
            </a:r>
            <a:endParaRPr lang="ko-KR" sz="3200" dirty="0"/>
          </a:p>
        </p:txBody>
      </p:sp>
      <p:sp>
        <p:nvSpPr>
          <p:cNvPr id="11" name="S07-chip227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2" name="S07-text228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7425에서 4는 얼마일까요?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뛰어 세기</a:t>
            </a:r>
            <a:endParaRPr lang="ko-KR" sz="4400" dirty="0"/>
          </a:p>
        </p:txBody>
      </p:sp>
      <p:sp>
        <p:nvSpPr>
          <p:cNvPr id="3" name="S08-text22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2345에서 뛰어 세어요.</a:t>
            </a:r>
            <a:endParaRPr lang="ko-KR" sz="3200" dirty="0"/>
          </a:p>
        </p:txBody>
      </p:sp>
      <p:sp>
        <p:nvSpPr>
          <p:cNvPr id="4" name="S08-card2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2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뛰어 센 자리의 숫자가 1씩 커져요.</a:t>
            </a:r>
            <a:endParaRPr lang="ko-KR" sz="3200" dirty="0"/>
          </a:p>
        </p:txBody>
      </p:sp>
      <p:graphicFrame>
        <p:nvGraphicFramePr>
          <p:cNvPr id="9" name="S08-table2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2476" y="2042160"/>
          <a:ext cx="9144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6858000"/>
              </a:tblGrid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몇씩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뛰어 세기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1000씩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2345 → 3345 → 4345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100씩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2345 → 2445 → 2545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10씩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2345 → 2355 → 2365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1씩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2345 → 2346 → 2347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천의 자리부터 비교</a:t>
            </a:r>
            <a:endParaRPr lang="ko-KR" sz="4400" dirty="0"/>
          </a:p>
        </p:txBody>
      </p:sp>
      <p:sp>
        <p:nvSpPr>
          <p:cNvPr id="3" name="S09-text23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자리부터 차례로 비교해요.</a:t>
            </a:r>
            <a:endParaRPr lang="ko-KR" sz="3200" dirty="0"/>
          </a:p>
        </p:txBody>
      </p:sp>
      <p:sp>
        <p:nvSpPr>
          <p:cNvPr id="4" name="S09-card234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235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3254 &gt; 3198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천이 같으니 백의 자리를 봐요.</a:t>
            </a:r>
            <a:endParaRPr lang="ko-KR" sz="3200" dirty="0"/>
          </a:p>
        </p:txBody>
      </p:sp>
      <p:graphicFrame>
        <p:nvGraphicFramePr>
          <p:cNvPr id="10" name="S09-table2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08276" y="2373122"/>
          <a:ext cx="7772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  <a:gridCol w="1554480"/>
                <a:gridCol w="1554480"/>
              </a:tblGrid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천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3254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3198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뛰어 세고 비교해요</a:t>
            </a:r>
            <a:endParaRPr lang="ko-KR" sz="4400" dirty="0"/>
          </a:p>
        </p:txBody>
      </p:sp>
      <p:sp>
        <p:nvSpPr>
          <p:cNvPr id="3" name="S10-text23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100씩, ②는 1000씩 뛰어 세요.</a:t>
            </a:r>
            <a:endParaRPr lang="ko-KR" sz="3200" dirty="0"/>
          </a:p>
        </p:txBody>
      </p:sp>
      <p:sp>
        <p:nvSpPr>
          <p:cNvPr id="4" name="S10-card2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2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자리가 변하는지 봐요.</a:t>
            </a:r>
            <a:endParaRPr lang="ko-KR" sz="3200" dirty="0"/>
          </a:p>
        </p:txBody>
      </p:sp>
      <p:sp>
        <p:nvSpPr>
          <p:cNvPr id="6" name="S10-chip240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10-eqtext241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4500 → 4600 → □</a:t>
            </a:r>
            <a:endParaRPr lang="ko-KR" sz="3600" dirty="0"/>
          </a:p>
        </p:txBody>
      </p:sp>
      <p:sp>
        <p:nvSpPr>
          <p:cNvPr id="8" name="S10-chip242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10-eqtext243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6080 → 7080 → □</a:t>
            </a:r>
            <a:endParaRPr lang="ko-KR" sz="3600" dirty="0"/>
          </a:p>
        </p:txBody>
      </p:sp>
      <p:sp>
        <p:nvSpPr>
          <p:cNvPr id="10" name="S10-chip244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10-eqtext245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5432 ○ 5423</a:t>
            </a:r>
            <a:endParaRPr lang="ko-KR" sz="3600" dirty="0"/>
          </a:p>
        </p:txBody>
      </p:sp>
      <p:sp>
        <p:nvSpPr>
          <p:cNvPr id="12" name="S10-chip246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3" name="S10-eqtext247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2999 ○ 3001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11-card24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24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2800에서 100씩 뛰어 세었어요.</a:t>
            </a:r>
            <a:endParaRPr lang="ko-KR" sz="3200" dirty="0"/>
          </a:p>
        </p:txBody>
      </p:sp>
      <p:sp>
        <p:nvSpPr>
          <p:cNvPr id="5" name="S11-card25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1-cardtext25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200" dirty="0"/>
          </a:p>
        </p:txBody>
      </p:sp>
      <p:sp>
        <p:nvSpPr>
          <p:cNvPr id="7" name="S11-chip25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21000</a:t>
            </a:r>
            <a:endParaRPr lang="ko-KR" sz="2600" dirty="0"/>
          </a:p>
        </p:txBody>
      </p:sp>
      <p:sp>
        <p:nvSpPr>
          <p:cNvPr id="8" name="S11-text253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2900 다음은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21000이에요.</a:t>
            </a:r>
            <a:endParaRPr lang="ko-KR" sz="3200" dirty="0"/>
          </a:p>
        </p:txBody>
      </p:sp>
      <p:sp>
        <p:nvSpPr>
          <p:cNvPr id="9" name="S11-chip25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3000</a:t>
            </a:r>
            <a:endParaRPr lang="ko-KR" sz="2600" dirty="0"/>
          </a:p>
        </p:txBody>
      </p:sp>
      <p:sp>
        <p:nvSpPr>
          <p:cNvPr id="10" name="S11-text255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2900 다음은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3000이에요.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2-text25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어떻게 알았는지 말해요.</a:t>
            </a:r>
            <a:endParaRPr lang="ko-KR" sz="3200" dirty="0"/>
          </a:p>
        </p:txBody>
      </p:sp>
      <p:sp>
        <p:nvSpPr>
          <p:cNvPr id="4" name="S12-chip257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2-text258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사천칠십을 숫자로 써요.</a:t>
            </a:r>
            <a:endParaRPr lang="ko-KR" sz="3200" dirty="0"/>
          </a:p>
        </p:txBody>
      </p:sp>
      <p:sp>
        <p:nvSpPr>
          <p:cNvPr id="6" name="S12-chip259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2-text260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8603에서 6은 얼마일까요?</a:t>
            </a:r>
            <a:endParaRPr lang="ko-KR" sz="3200" dirty="0"/>
          </a:p>
        </p:txBody>
      </p:sp>
      <p:sp>
        <p:nvSpPr>
          <p:cNvPr id="8" name="S12-chip261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2-text262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100씩: 4800, 4900, □</a:t>
            </a:r>
            <a:endParaRPr lang="ko-KR" sz="3200" dirty="0"/>
          </a:p>
        </p:txBody>
      </p:sp>
      <p:sp>
        <p:nvSpPr>
          <p:cNvPr id="10" name="S12-chip263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1" name="S12-eqtext264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6201 ○ 6210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400" dirty="0"/>
          </a:p>
        </p:txBody>
      </p:sp>
      <p:sp>
        <p:nvSpPr>
          <p:cNvPr id="3" name="S13-card26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26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자릿값 카드로 다시 놓아 보게 하세요.</a:t>
            </a:r>
            <a:endParaRPr lang="ko-KR" sz="3200" dirty="0"/>
          </a:p>
        </p:txBody>
      </p:sp>
      <p:sp>
        <p:nvSpPr>
          <p:cNvPr id="5" name="S13-chip267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3-text268"/>
          <p:cNvSpPr txBox="1"/>
          <p:nvPr/>
        </p:nvSpPr>
        <p:spPr>
          <a:xfrm>
            <a:off x="548640" y="20574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4070</a:t>
            </a:r>
            <a:endParaRPr lang="ko-KR" sz="3200" dirty="0"/>
          </a:p>
        </p:txBody>
      </p:sp>
      <p:sp>
        <p:nvSpPr>
          <p:cNvPr id="7" name="S13-text269"/>
          <p:cNvSpPr txBox="1"/>
          <p:nvPr/>
        </p:nvSpPr>
        <p:spPr>
          <a:xfrm>
            <a:off x="3367278" y="20574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자리 두 곳</a:t>
            </a:r>
            <a:endParaRPr lang="ko-KR" sz="2600" dirty="0"/>
          </a:p>
        </p:txBody>
      </p:sp>
      <p:sp>
        <p:nvSpPr>
          <p:cNvPr id="8" name="S13-text270"/>
          <p:cNvSpPr txBox="1"/>
          <p:nvPr/>
        </p:nvSpPr>
        <p:spPr>
          <a:xfrm>
            <a:off x="548640" y="28575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600</a:t>
            </a:r>
            <a:endParaRPr lang="ko-KR" sz="3200" dirty="0"/>
          </a:p>
        </p:txBody>
      </p:sp>
      <p:sp>
        <p:nvSpPr>
          <p:cNvPr id="9" name="S13-text271"/>
          <p:cNvSpPr txBox="1"/>
          <p:nvPr/>
        </p:nvSpPr>
        <p:spPr>
          <a:xfrm>
            <a:off x="3367278" y="28575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100이 6개</a:t>
            </a:r>
            <a:endParaRPr lang="ko-KR" sz="2600" dirty="0"/>
          </a:p>
        </p:txBody>
      </p:sp>
      <p:sp>
        <p:nvSpPr>
          <p:cNvPr id="10" name="S13-text272"/>
          <p:cNvSpPr txBox="1"/>
          <p:nvPr/>
        </p:nvSpPr>
        <p:spPr>
          <a:xfrm>
            <a:off x="548640" y="36576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5000</a:t>
            </a:r>
            <a:endParaRPr lang="ko-KR" sz="3200" dirty="0"/>
          </a:p>
        </p:txBody>
      </p:sp>
      <p:sp>
        <p:nvSpPr>
          <p:cNvPr id="11" name="S13-text273"/>
          <p:cNvSpPr txBox="1"/>
          <p:nvPr/>
        </p:nvSpPr>
        <p:spPr>
          <a:xfrm>
            <a:off x="3367278" y="36576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100이 10개</a:t>
            </a:r>
            <a:endParaRPr lang="ko-KR" sz="2600" dirty="0"/>
          </a:p>
        </p:txBody>
      </p:sp>
      <p:sp>
        <p:nvSpPr>
          <p:cNvPr id="12" name="S13-text274"/>
          <p:cNvSpPr txBox="1"/>
          <p:nvPr/>
        </p:nvSpPr>
        <p:spPr>
          <a:xfrm>
            <a:off x="548640" y="44577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6201 &lt; 6210</a:t>
            </a:r>
            <a:endParaRPr lang="ko-KR" sz="2600" dirty="0"/>
          </a:p>
        </p:txBody>
      </p:sp>
      <p:sp>
        <p:nvSpPr>
          <p:cNvPr id="13" name="S13-text275"/>
          <p:cNvSpPr txBox="1"/>
          <p:nvPr/>
        </p:nvSpPr>
        <p:spPr>
          <a:xfrm>
            <a:off x="3367278" y="44577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0 &lt; 1</a:t>
            </a:r>
            <a:endParaRPr lang="ko-KR" sz="2600" dirty="0"/>
          </a:p>
        </p:txBody>
      </p:sp>
      <p:sp>
        <p:nvSpPr>
          <p:cNvPr id="14" name="S13-chip276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5" name="S13-text277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41000</a:t>
            </a:r>
            <a:endParaRPr lang="ko-KR" sz="3200" dirty="0"/>
          </a:p>
        </p:txBody>
      </p:sp>
      <p:sp>
        <p:nvSpPr>
          <p:cNvPr id="16" name="S13-text278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10을 붙여 씀</a:t>
            </a:r>
            <a:endParaRPr lang="ko-KR" sz="2600" dirty="0"/>
          </a:p>
        </p:txBody>
      </p:sp>
      <p:sp>
        <p:nvSpPr>
          <p:cNvPr id="17" name="S13-text279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&gt;</a:t>
            </a:r>
            <a:endParaRPr lang="ko-KR" sz="3200" dirty="0"/>
          </a:p>
        </p:txBody>
      </p:sp>
      <p:sp>
        <p:nvSpPr>
          <p:cNvPr id="18" name="S13-text280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자리만 봄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큰 수는?</a:t>
            </a:r>
            <a:endParaRPr lang="ko-KR" sz="4400" dirty="0"/>
          </a:p>
        </p:txBody>
      </p:sp>
      <p:sp>
        <p:nvSpPr>
          <p:cNvPr id="3" name="S14-card28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28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큰 수를 고르고, 어떻게 알았는지 말해요.</a:t>
            </a:r>
            <a:endParaRPr lang="ko-KR" sz="3200" dirty="0"/>
          </a:p>
        </p:txBody>
      </p:sp>
      <p:sp>
        <p:nvSpPr>
          <p:cNvPr id="5" name="S14-chip283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6" name="S14-card284"/>
          <p:cNvSpPr/>
          <p:nvPr/>
        </p:nvSpPr>
        <p:spPr>
          <a:xfrm>
            <a:off x="548640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4-cardtext285"/>
          <p:cNvSpPr txBox="1"/>
          <p:nvPr/>
        </p:nvSpPr>
        <p:spPr>
          <a:xfrm>
            <a:off x="822960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3099</a:t>
            </a:r>
            <a:endParaRPr lang="ko-KR" sz="3200" dirty="0"/>
          </a:p>
        </p:txBody>
      </p:sp>
      <p:sp>
        <p:nvSpPr>
          <p:cNvPr id="8" name="S14-chip286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9" name="S14-card287"/>
          <p:cNvSpPr/>
          <p:nvPr/>
        </p:nvSpPr>
        <p:spPr>
          <a:xfrm>
            <a:off x="4367784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4-cardtext288"/>
          <p:cNvSpPr txBox="1"/>
          <p:nvPr/>
        </p:nvSpPr>
        <p:spPr>
          <a:xfrm>
            <a:off x="4642104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3910</a:t>
            </a:r>
            <a:endParaRPr lang="ko-KR" sz="3200" dirty="0"/>
          </a:p>
        </p:txBody>
      </p:sp>
      <p:sp>
        <p:nvSpPr>
          <p:cNvPr id="11" name="S14-chip289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2" name="S14-card290"/>
          <p:cNvSpPr/>
          <p:nvPr/>
        </p:nvSpPr>
        <p:spPr>
          <a:xfrm>
            <a:off x="8186928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4-cardtext291"/>
          <p:cNvSpPr txBox="1"/>
          <p:nvPr/>
        </p:nvSpPr>
        <p:spPr>
          <a:xfrm>
            <a:off x="8461248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3901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5-card29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5-cardtext29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천, 백, 십, 일의 자리 차례로 생각해요.</a:t>
            </a:r>
            <a:endParaRPr lang="ko-KR" sz="3200" dirty="0"/>
          </a:p>
        </p:txBody>
      </p:sp>
      <p:sp>
        <p:nvSpPr>
          <p:cNvPr id="5" name="S15-chip294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0인 자리에 0 쓰기</a:t>
            </a:r>
            <a:endParaRPr lang="ko-KR" sz="2600" dirty="0"/>
          </a:p>
        </p:txBody>
      </p:sp>
      <p:sp>
        <p:nvSpPr>
          <p:cNvPr id="6" name="S15-chip295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9 다음에 10을 붙여 쓰기</a:t>
            </a:r>
            <a:endParaRPr lang="ko-KR" sz="2600" dirty="0"/>
          </a:p>
        </p:txBody>
      </p:sp>
      <p:sp>
        <p:nvSpPr>
          <p:cNvPr id="7" name="S15-text296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5-text297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1000이 3개,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1이 5개인 수</a:t>
            </a:r>
            <a:endParaRPr lang="ko-KR" sz="2600" dirty="0"/>
          </a:p>
        </p:txBody>
      </p:sp>
      <p:sp>
        <p:nvSpPr>
          <p:cNvPr id="9" name="S15-text298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100씩: 6700,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6800, □</a:t>
            </a:r>
            <a:endParaRPr lang="ko-KR" sz="2600" dirty="0"/>
          </a:p>
        </p:txBody>
      </p:sp>
      <p:sp>
        <p:nvSpPr>
          <p:cNvPr id="10" name="S15-eqtext299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4123 ○ 4132</a:t>
            </a:r>
            <a:endParaRPr lang="ko-KR" sz="3000" dirty="0"/>
          </a:p>
        </p:txBody>
      </p:sp>
      <p:sp>
        <p:nvSpPr>
          <p:cNvPr id="11" name="S15-text30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받아올림이 있는 두 자리 수 덧셈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세 자리 수</a:t>
            </a:r>
            <a:endParaRPr lang="ko-KR" sz="4400" dirty="0"/>
          </a:p>
        </p:txBody>
      </p:sp>
      <p:sp>
        <p:nvSpPr>
          <p:cNvPr id="3" name="S16-card30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6-cardtext30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243 = 200 + 40 + 3</a:t>
            </a:r>
            <a:endParaRPr lang="ko-KR" sz="3200" dirty="0"/>
          </a:p>
        </p:txBody>
      </p:sp>
      <p:sp>
        <p:nvSpPr>
          <p:cNvPr id="5" name="S16-flat303"/>
          <p:cNvSpPr/>
          <p:nvPr/>
        </p:nvSpPr>
        <p:spPr>
          <a:xfrm>
            <a:off x="638704" y="2322622"/>
            <a:ext cx="1801276" cy="180127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16-line304"/>
          <p:cNvSpPr/>
          <p:nvPr/>
        </p:nvSpPr>
        <p:spPr>
          <a:xfrm>
            <a:off x="818831" y="2322622"/>
            <a:ext cx="0" cy="1801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16-line305"/>
          <p:cNvSpPr/>
          <p:nvPr/>
        </p:nvSpPr>
        <p:spPr>
          <a:xfrm>
            <a:off x="638704" y="2502749"/>
            <a:ext cx="180127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16-line306"/>
          <p:cNvSpPr/>
          <p:nvPr/>
        </p:nvSpPr>
        <p:spPr>
          <a:xfrm>
            <a:off x="998959" y="2322622"/>
            <a:ext cx="0" cy="1801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6-line307"/>
          <p:cNvSpPr/>
          <p:nvPr/>
        </p:nvSpPr>
        <p:spPr>
          <a:xfrm>
            <a:off x="638704" y="2682877"/>
            <a:ext cx="180127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6-line308"/>
          <p:cNvSpPr/>
          <p:nvPr/>
        </p:nvSpPr>
        <p:spPr>
          <a:xfrm>
            <a:off x="1179087" y="2322622"/>
            <a:ext cx="0" cy="1801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6-line309"/>
          <p:cNvSpPr/>
          <p:nvPr/>
        </p:nvSpPr>
        <p:spPr>
          <a:xfrm>
            <a:off x="638704" y="2863005"/>
            <a:ext cx="180127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6-line310"/>
          <p:cNvSpPr/>
          <p:nvPr/>
        </p:nvSpPr>
        <p:spPr>
          <a:xfrm>
            <a:off x="1359214" y="2322622"/>
            <a:ext cx="0" cy="1801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6-line311"/>
          <p:cNvSpPr/>
          <p:nvPr/>
        </p:nvSpPr>
        <p:spPr>
          <a:xfrm>
            <a:off x="638704" y="3043132"/>
            <a:ext cx="180127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6-line312"/>
          <p:cNvSpPr/>
          <p:nvPr/>
        </p:nvSpPr>
        <p:spPr>
          <a:xfrm>
            <a:off x="1539342" y="2322622"/>
            <a:ext cx="0" cy="1801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6-line313"/>
          <p:cNvSpPr/>
          <p:nvPr/>
        </p:nvSpPr>
        <p:spPr>
          <a:xfrm>
            <a:off x="638704" y="3223260"/>
            <a:ext cx="180127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6-line314"/>
          <p:cNvSpPr/>
          <p:nvPr/>
        </p:nvSpPr>
        <p:spPr>
          <a:xfrm>
            <a:off x="1719470" y="2322622"/>
            <a:ext cx="0" cy="1801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16-line315"/>
          <p:cNvSpPr/>
          <p:nvPr/>
        </p:nvSpPr>
        <p:spPr>
          <a:xfrm>
            <a:off x="638704" y="3403388"/>
            <a:ext cx="180127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16-line316"/>
          <p:cNvSpPr/>
          <p:nvPr/>
        </p:nvSpPr>
        <p:spPr>
          <a:xfrm>
            <a:off x="1899597" y="2322622"/>
            <a:ext cx="0" cy="1801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6-line317"/>
          <p:cNvSpPr/>
          <p:nvPr/>
        </p:nvSpPr>
        <p:spPr>
          <a:xfrm>
            <a:off x="638704" y="3583515"/>
            <a:ext cx="180127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6-line318"/>
          <p:cNvSpPr/>
          <p:nvPr/>
        </p:nvSpPr>
        <p:spPr>
          <a:xfrm>
            <a:off x="2079725" y="2322622"/>
            <a:ext cx="0" cy="1801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6-line319"/>
          <p:cNvSpPr/>
          <p:nvPr/>
        </p:nvSpPr>
        <p:spPr>
          <a:xfrm>
            <a:off x="638704" y="3763643"/>
            <a:ext cx="180127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6-line320"/>
          <p:cNvSpPr/>
          <p:nvPr/>
        </p:nvSpPr>
        <p:spPr>
          <a:xfrm>
            <a:off x="2259852" y="2322622"/>
            <a:ext cx="0" cy="1801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16-line321"/>
          <p:cNvSpPr/>
          <p:nvPr/>
        </p:nvSpPr>
        <p:spPr>
          <a:xfrm>
            <a:off x="638704" y="3943771"/>
            <a:ext cx="180127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6-flat322"/>
          <p:cNvSpPr/>
          <p:nvPr/>
        </p:nvSpPr>
        <p:spPr>
          <a:xfrm>
            <a:off x="2548057" y="2322622"/>
            <a:ext cx="1801276" cy="180127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16-line323"/>
          <p:cNvSpPr/>
          <p:nvPr/>
        </p:nvSpPr>
        <p:spPr>
          <a:xfrm>
            <a:off x="2728184" y="2322622"/>
            <a:ext cx="0" cy="1801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6-line324"/>
          <p:cNvSpPr/>
          <p:nvPr/>
        </p:nvSpPr>
        <p:spPr>
          <a:xfrm>
            <a:off x="2548057" y="2502749"/>
            <a:ext cx="180127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16-line325"/>
          <p:cNvSpPr/>
          <p:nvPr/>
        </p:nvSpPr>
        <p:spPr>
          <a:xfrm>
            <a:off x="2908312" y="2322622"/>
            <a:ext cx="0" cy="1801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16-line326"/>
          <p:cNvSpPr/>
          <p:nvPr/>
        </p:nvSpPr>
        <p:spPr>
          <a:xfrm>
            <a:off x="2548057" y="2682877"/>
            <a:ext cx="180127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6-line327"/>
          <p:cNvSpPr/>
          <p:nvPr/>
        </p:nvSpPr>
        <p:spPr>
          <a:xfrm>
            <a:off x="3088440" y="2322622"/>
            <a:ext cx="0" cy="1801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6-line328"/>
          <p:cNvSpPr/>
          <p:nvPr/>
        </p:nvSpPr>
        <p:spPr>
          <a:xfrm>
            <a:off x="2548057" y="2863005"/>
            <a:ext cx="180127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6-line329"/>
          <p:cNvSpPr/>
          <p:nvPr/>
        </p:nvSpPr>
        <p:spPr>
          <a:xfrm>
            <a:off x="3268567" y="2322622"/>
            <a:ext cx="0" cy="1801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16-line330"/>
          <p:cNvSpPr/>
          <p:nvPr/>
        </p:nvSpPr>
        <p:spPr>
          <a:xfrm>
            <a:off x="2548057" y="3043132"/>
            <a:ext cx="180127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16-line331"/>
          <p:cNvSpPr/>
          <p:nvPr/>
        </p:nvSpPr>
        <p:spPr>
          <a:xfrm>
            <a:off x="3448695" y="2322622"/>
            <a:ext cx="0" cy="1801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6-line332"/>
          <p:cNvSpPr/>
          <p:nvPr/>
        </p:nvSpPr>
        <p:spPr>
          <a:xfrm>
            <a:off x="2548057" y="3223260"/>
            <a:ext cx="180127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6-line333"/>
          <p:cNvSpPr/>
          <p:nvPr/>
        </p:nvSpPr>
        <p:spPr>
          <a:xfrm>
            <a:off x="3628822" y="2322622"/>
            <a:ext cx="0" cy="1801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6-line334"/>
          <p:cNvSpPr/>
          <p:nvPr/>
        </p:nvSpPr>
        <p:spPr>
          <a:xfrm>
            <a:off x="2548057" y="3403388"/>
            <a:ext cx="180127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16-line335"/>
          <p:cNvSpPr/>
          <p:nvPr/>
        </p:nvSpPr>
        <p:spPr>
          <a:xfrm>
            <a:off x="3808950" y="2322622"/>
            <a:ext cx="0" cy="1801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16-line336"/>
          <p:cNvSpPr/>
          <p:nvPr/>
        </p:nvSpPr>
        <p:spPr>
          <a:xfrm>
            <a:off x="2548057" y="3583515"/>
            <a:ext cx="180127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6-line337"/>
          <p:cNvSpPr/>
          <p:nvPr/>
        </p:nvSpPr>
        <p:spPr>
          <a:xfrm>
            <a:off x="3989078" y="2322622"/>
            <a:ext cx="0" cy="1801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6-line338"/>
          <p:cNvSpPr/>
          <p:nvPr/>
        </p:nvSpPr>
        <p:spPr>
          <a:xfrm>
            <a:off x="2548057" y="3763643"/>
            <a:ext cx="180127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6-line339"/>
          <p:cNvSpPr/>
          <p:nvPr/>
        </p:nvSpPr>
        <p:spPr>
          <a:xfrm>
            <a:off x="4169205" y="2322622"/>
            <a:ext cx="0" cy="1801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16-line340"/>
          <p:cNvSpPr/>
          <p:nvPr/>
        </p:nvSpPr>
        <p:spPr>
          <a:xfrm>
            <a:off x="2548057" y="3943771"/>
            <a:ext cx="180127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16-rod341"/>
          <p:cNvSpPr/>
          <p:nvPr/>
        </p:nvSpPr>
        <p:spPr>
          <a:xfrm>
            <a:off x="4457409" y="2322622"/>
            <a:ext cx="180128" cy="180127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16-line342"/>
          <p:cNvSpPr/>
          <p:nvPr/>
        </p:nvSpPr>
        <p:spPr>
          <a:xfrm>
            <a:off x="4457409" y="2502749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16-line343"/>
          <p:cNvSpPr/>
          <p:nvPr/>
        </p:nvSpPr>
        <p:spPr>
          <a:xfrm>
            <a:off x="4457409" y="2682877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6-line344"/>
          <p:cNvSpPr/>
          <p:nvPr/>
        </p:nvSpPr>
        <p:spPr>
          <a:xfrm>
            <a:off x="4457409" y="2863005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16-line345"/>
          <p:cNvSpPr/>
          <p:nvPr/>
        </p:nvSpPr>
        <p:spPr>
          <a:xfrm>
            <a:off x="4457409" y="3043132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16-line346"/>
          <p:cNvSpPr/>
          <p:nvPr/>
        </p:nvSpPr>
        <p:spPr>
          <a:xfrm>
            <a:off x="4457409" y="3223260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16-line347"/>
          <p:cNvSpPr/>
          <p:nvPr/>
        </p:nvSpPr>
        <p:spPr>
          <a:xfrm>
            <a:off x="4457409" y="3403388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16-line348"/>
          <p:cNvSpPr/>
          <p:nvPr/>
        </p:nvSpPr>
        <p:spPr>
          <a:xfrm>
            <a:off x="4457409" y="3583515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16-line349"/>
          <p:cNvSpPr/>
          <p:nvPr/>
        </p:nvSpPr>
        <p:spPr>
          <a:xfrm>
            <a:off x="4457409" y="3763643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16-line350"/>
          <p:cNvSpPr/>
          <p:nvPr/>
        </p:nvSpPr>
        <p:spPr>
          <a:xfrm>
            <a:off x="4457409" y="3943771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16-rod351"/>
          <p:cNvSpPr/>
          <p:nvPr/>
        </p:nvSpPr>
        <p:spPr>
          <a:xfrm>
            <a:off x="4745614" y="2322622"/>
            <a:ext cx="180128" cy="180127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4" name="S16-line352"/>
          <p:cNvSpPr/>
          <p:nvPr/>
        </p:nvSpPr>
        <p:spPr>
          <a:xfrm>
            <a:off x="4745614" y="2502749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16-line353"/>
          <p:cNvSpPr/>
          <p:nvPr/>
        </p:nvSpPr>
        <p:spPr>
          <a:xfrm>
            <a:off x="4745614" y="2682877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6-line354"/>
          <p:cNvSpPr/>
          <p:nvPr/>
        </p:nvSpPr>
        <p:spPr>
          <a:xfrm>
            <a:off x="4745614" y="2863005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16-line355"/>
          <p:cNvSpPr/>
          <p:nvPr/>
        </p:nvSpPr>
        <p:spPr>
          <a:xfrm>
            <a:off x="4745614" y="3043132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16-line356"/>
          <p:cNvSpPr/>
          <p:nvPr/>
        </p:nvSpPr>
        <p:spPr>
          <a:xfrm>
            <a:off x="4745614" y="3223260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16-line357"/>
          <p:cNvSpPr/>
          <p:nvPr/>
        </p:nvSpPr>
        <p:spPr>
          <a:xfrm>
            <a:off x="4745614" y="3403388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16-line358"/>
          <p:cNvSpPr/>
          <p:nvPr/>
        </p:nvSpPr>
        <p:spPr>
          <a:xfrm>
            <a:off x="4745614" y="3583515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16-line359"/>
          <p:cNvSpPr/>
          <p:nvPr/>
        </p:nvSpPr>
        <p:spPr>
          <a:xfrm>
            <a:off x="4745614" y="3763643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16-line360"/>
          <p:cNvSpPr/>
          <p:nvPr/>
        </p:nvSpPr>
        <p:spPr>
          <a:xfrm>
            <a:off x="4745614" y="3943771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16-rod361"/>
          <p:cNvSpPr/>
          <p:nvPr/>
        </p:nvSpPr>
        <p:spPr>
          <a:xfrm>
            <a:off x="5033818" y="2322622"/>
            <a:ext cx="180128" cy="180127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4" name="S16-line362"/>
          <p:cNvSpPr/>
          <p:nvPr/>
        </p:nvSpPr>
        <p:spPr>
          <a:xfrm>
            <a:off x="5033818" y="2502749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16-line363"/>
          <p:cNvSpPr/>
          <p:nvPr/>
        </p:nvSpPr>
        <p:spPr>
          <a:xfrm>
            <a:off x="5033818" y="2682877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16-line364"/>
          <p:cNvSpPr/>
          <p:nvPr/>
        </p:nvSpPr>
        <p:spPr>
          <a:xfrm>
            <a:off x="5033818" y="2863005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16-line365"/>
          <p:cNvSpPr/>
          <p:nvPr/>
        </p:nvSpPr>
        <p:spPr>
          <a:xfrm>
            <a:off x="5033818" y="3043132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16-line366"/>
          <p:cNvSpPr/>
          <p:nvPr/>
        </p:nvSpPr>
        <p:spPr>
          <a:xfrm>
            <a:off x="5033818" y="3223260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16-line367"/>
          <p:cNvSpPr/>
          <p:nvPr/>
        </p:nvSpPr>
        <p:spPr>
          <a:xfrm>
            <a:off x="5033818" y="3403388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16-line368"/>
          <p:cNvSpPr/>
          <p:nvPr/>
        </p:nvSpPr>
        <p:spPr>
          <a:xfrm>
            <a:off x="5033818" y="3583515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16-line369"/>
          <p:cNvSpPr/>
          <p:nvPr/>
        </p:nvSpPr>
        <p:spPr>
          <a:xfrm>
            <a:off x="5033818" y="3763643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16-line370"/>
          <p:cNvSpPr/>
          <p:nvPr/>
        </p:nvSpPr>
        <p:spPr>
          <a:xfrm>
            <a:off x="5033818" y="3943771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16-rod371"/>
          <p:cNvSpPr/>
          <p:nvPr/>
        </p:nvSpPr>
        <p:spPr>
          <a:xfrm>
            <a:off x="5322022" y="2322622"/>
            <a:ext cx="180128" cy="180127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4" name="S16-line372"/>
          <p:cNvSpPr/>
          <p:nvPr/>
        </p:nvSpPr>
        <p:spPr>
          <a:xfrm>
            <a:off x="5322022" y="2502749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16-line373"/>
          <p:cNvSpPr/>
          <p:nvPr/>
        </p:nvSpPr>
        <p:spPr>
          <a:xfrm>
            <a:off x="5322022" y="2682877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6" name="S16-line374"/>
          <p:cNvSpPr/>
          <p:nvPr/>
        </p:nvSpPr>
        <p:spPr>
          <a:xfrm>
            <a:off x="5322022" y="2863005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7" name="S16-line375"/>
          <p:cNvSpPr/>
          <p:nvPr/>
        </p:nvSpPr>
        <p:spPr>
          <a:xfrm>
            <a:off x="5322022" y="3043132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8" name="S16-line376"/>
          <p:cNvSpPr/>
          <p:nvPr/>
        </p:nvSpPr>
        <p:spPr>
          <a:xfrm>
            <a:off x="5322022" y="3223260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9" name="S16-line377"/>
          <p:cNvSpPr/>
          <p:nvPr/>
        </p:nvSpPr>
        <p:spPr>
          <a:xfrm>
            <a:off x="5322022" y="3403388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0" name="S16-line378"/>
          <p:cNvSpPr/>
          <p:nvPr/>
        </p:nvSpPr>
        <p:spPr>
          <a:xfrm>
            <a:off x="5322022" y="3583515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1" name="S16-line379"/>
          <p:cNvSpPr/>
          <p:nvPr/>
        </p:nvSpPr>
        <p:spPr>
          <a:xfrm>
            <a:off x="5322022" y="3763643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2" name="S16-line380"/>
          <p:cNvSpPr/>
          <p:nvPr/>
        </p:nvSpPr>
        <p:spPr>
          <a:xfrm>
            <a:off x="5322022" y="3943771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3" name="S16-unit381"/>
          <p:cNvSpPr/>
          <p:nvPr/>
        </p:nvSpPr>
        <p:spPr>
          <a:xfrm>
            <a:off x="5610226" y="3898739"/>
            <a:ext cx="180128" cy="18012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4" name="S16-unit382"/>
          <p:cNvSpPr/>
          <p:nvPr/>
        </p:nvSpPr>
        <p:spPr>
          <a:xfrm>
            <a:off x="5610226" y="3673579"/>
            <a:ext cx="180128" cy="18012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5" name="S16-unit383"/>
          <p:cNvSpPr/>
          <p:nvPr/>
        </p:nvSpPr>
        <p:spPr>
          <a:xfrm>
            <a:off x="5610226" y="3448420"/>
            <a:ext cx="180128" cy="18012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6" name="S16-figure384" descr="백 모형 2개, 십 모형 4개, 일 모형 3개"/>
          <p:cNvSpPr/>
          <p:nvPr/>
        </p:nvSpPr>
        <p:spPr>
          <a:xfrm>
            <a:off x="548640" y="2322622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aphicFrame>
        <p:nvGraphicFramePr>
          <p:cNvPr id="17" name="S16-table3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5684" y="2430780"/>
          <a:ext cx="46634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백의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십의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일의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수학 네 자리 수</dc:title>
  <dc:subject>KR22-G02-MAT-NUM4D-L01</dc:subject>
  <dc:creator>education-ppt</dc:creator>
  <cp:lastModifiedBy>education-ppt</cp:lastModifiedBy>
  <cp:revision>1</cp:revision>
  <dcterms:created xsi:type="dcterms:W3CDTF">2026-10-26T06:50:06Z</dcterms:created>
  <dcterms:modified xsi:type="dcterms:W3CDTF">2026-10-26T06:50:06Z</dcterms:modified>
</cp:coreProperties>
</file>