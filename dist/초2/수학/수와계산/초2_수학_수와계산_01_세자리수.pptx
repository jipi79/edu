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ba0573a-85b4-447e-17ba-238a78925b11}">
          <p14:sldIdLst>
            <p14:sldId id="256"/>
            <p14:sldId id="257"/>
          </p14:sldIdLst>
        </p14:section>
        <p14:section name="개념" id="{a1e4a943-8421-d45d-d80a-fd94617c5bb1}">
          <p14:sldIdLst>
            <p14:sldId id="258"/>
            <p14:sldId id="259"/>
            <p14:sldId id="260"/>
            <p14:sldId id="261"/>
            <p14:sldId id="262"/>
            <p14:sldId id="264"/>
            <p14:sldId id="265"/>
          </p14:sldIdLst>
        </p14:section>
        <p14:section name="연습" id="{cea77072-be22-a8f8-fcb0-b211b6c6a5ee}">
          <p14:sldIdLst>
            <p14:sldId id="263"/>
            <p14:sldId id="266"/>
            <p14:sldId id="267"/>
          </p14:sldIdLst>
        </p14:section>
        <p14:section name="개념" id="{028623fc-406b-b528-39cd-a84103176508}">
          <p14:sldIdLst/>
        </p14:section>
        <p14:section name="연습" id="{42d5dad6-6da0-0e01-c269-a7b429754f73}">
          <p14:sldIdLst/>
        </p14:section>
        <p14:section name="확인" id="{3c2b8320-b5d8-c221-d230-b2162888dc55}">
          <p14:sldIdLst>
            <p14:sldId id="268"/>
            <p14:sldId id="269"/>
            <p14:sldId id="270"/>
          </p14:sldIdLst>
        </p14:section>
        <p14:section name="정리" id="{a22bd0d9-8b5a-a8e2-c74d-88f5933b8ff8}">
          <p14:sldIdLst>
            <p14:sldId id="271"/>
          </p14:sldIdLst>
        </p14:section>
        <p14:section name="보충" id="{e92756c9-8116-94b8-2c54-35d6328b8c18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1학년 때 배운 100까지의 수를 세 자리 수로 넓힌다는 것을 알려 줍니다.
시간: 약 2분
이렇게 말해 보세요
- “1학년 때 100까지 셌지? 오늘은 100보다 큰 수를 읽고 쓰고, 어느 수가 더 큰지 비교해 볼 거야.”
- “오른쪽 그림에서 큰 판, 막대, 작은 칸이 각각 몇 개야?”
예상 답
- “큰 판 2개, 막대 3개, 작은 칸 5개요.”
막히면
- 수를 몰라도 괜찮습니다. 개수만 세어 보게 하고 넘어갑니다.
주의
- 큰 판(백 모형) 한 장은 100, 막대(십 모형) 하나는 10입니다. S03에서 자세히 봅니다.
- 그림의 수(235)는 S05까지 배운 뒤 다시 물어보면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확인(100까지의 수)]
목적: 1학년 ‘100까지의 수’의 묶음·낱개, 100, 크기 비교가 되는지 확인합니다.
시간: 약 3분
이렇게 말해 보세요
- “①은 10개씩 묶음 7개와 낱개 3개야. 얼마일까?”
- “②는 99 다음 수, ③은 68과 86 중 더 큰 수를 말하고 왜 그런지 말해 줘.”
정답
- ① 73
- ② 100
- ③ 86(묶음 8개가 6개보다 많아요.)
막히면
- 종이 수 모형의 막대와 낱개로 놓아 보게 합니다.
- 두 문제 이상 틀리면 S17(보충)을 먼저 합니다. 보충으로도 어려우면 초1 7차시 ‘100까지의 수’(KR22-G01-MAT-NUM100-L01)를 다시 합니다.
주의
- ③에서 68을 고르면 낱개(8)만 본 것입니다. 오늘 S12에서 같은 실수를 다시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100 알아보기(십 모형 10개 = 백 모형 1개)]
목적: 십 모형 10개가 백 모형 1개와 같고, 이 수가 100임을 압니다.
시간: 약 2분
이렇게 말해 보세요
- “막대(십 모형) 하나는 10이야. 막대 10개를 나란히 붙이면 오른쪽 판과 크기가 같아. 그래서 판 하나는 100이야.”
- “100은 90보다 10만큼 더 큰 수, 99보다 1만큼 더 큰 수야.”
예상 답
- “10이 10개면 100이에요.”
막히면
- 모눈종이 수 모형의 막대 10개를 판 위에 하나씩 겹쳐 놓아 봅니다.
주의
- 이제부터 판을 ‘백 모형’, 막대를 ‘십 모형’, 작은 칸을 ‘일 모형’이라고 부릅니다.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몇백 쓰고 읽기]
목적: 100이 2개, 3개 … 9개인 수를 몇백으로 쓰고 읽습니다.
시간: 약 2분
이렇게 말해 보세요
- “백 모형이 2개면 200, 이백이야. 3개면?”
- “같이 백씩 세어 보자. 백, 이백, 삼백 … 구백!”
예상 답
- “300, 삼백이요.” “백, 이백, 삼백, 사백, 오백, 육백, 칠백, 팔백, 구백.”
막히면
- 백 모형 판을 한 장씩 늘리며 함께 소리 내어 셉니다.
주의
- 100은 ‘일백’이 아니라 ‘백’으로 읽습니다.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세 자리 수 쓰고 읽기]
목적: 백 모형·십 모형·일 모형의 개수를 백의 자리, 십의 자리, 일의 자리에 차례로 써서 세 자리 수를 쓰고 읽습니다.
시간: 약 3분
이렇게 말해 보세요
- “백 모형이 몇 개야? 십 모형은? 일 모형은?”
- “백 모형 2개는 백의 자리에 2, 십 모형 4개는 십의 자리에 4, 일 모형 7개는 일의 자리에 7을 써. 247, 이백사십칠이라고 읽어.”
예상 답
- “백 2개, 십 4개, 일 7개요. 247, 이백사십칠.”
막히면
- 종이 수 모형을 자릿값 표의 칸 위에 올려놓고, 개수를 칸 아래에 숫자 카드로 놓게 합니다.
주의
- 세 자리 수는 ‘이백사십칠’처럼 백, 십, 일을 붙여 읽습니다.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각 자리의 숫자가 나타내는 값]
목적: 같은 숫자라도 어느 자리에 있느냐에 따라 나타내는 값이 다르다는 것을 압니다.
시간: 약 2분
이렇게 말해 보세요
- “2는 백의 자리에 있으니까 100이 2개, 200을 나타내. 4는 무엇을 나타낼까?”
- “555는 숫자가 모두 5인데, 나타내는 값은 500, 50, 5로 달라. 자리가 값을 정해.”
예상 답
- “4는 십의 자리라서 40이에요. 7은 7이에요.”
막히면
- S05의 수 모형을 다시 보고 “십 모형 4개는 얼마야?”라고 묻습니다(M3).
주의
- ‘숫자’는 쓰인 글자(4), ‘나타내는 값’은 자리를 생각한 크기(40)입니다. 두 말을 구별해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0이 있는 세 자리 수]
목적: 어떤 자리에 수 모형이 없으면 그 자리에 0을 쓰고, 읽을 때는 0인 자리를 읽지 않습니다.
시간: 약 3분
이렇게 말해 보세요
- “십 모형이 하나도 없네. 그러면 십의 자리에는 무엇을 쓸까?”
- “305는 삼백오라고 읽어. 0인 자리는 읽지 않아.”
예상 답
- “0이요.” “삼백오.”
막히면
- 자릿값 표의 세 칸에 숫자 카드를 놓게 하고, 빈 칸에는 0 카드를 놓게 합니다(M1).
- 35라고 쓰면 “백 모형이 3개인데 35가 맞을까?”라고 묻습니다.
주의
- ‘삼백오’를 들은 대로 3005로 쓰는 실수가 많습니다(M1). ‘삼백영오’로 읽으면 바로잡아 줍니다(M2).
- 지치면 여기서 쉬고, 다음에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안내받는 연습(쓰기·읽기·자리의 값)]
목적: 도움을 받으며 세 자리 수를 쓰고 읽고, 각 자리의 숫자가 나타내는 값을 말합니다.
시간: 약 4분
이렇게 말해 보세요
- “①은 십 모형이 없어. 십의 자리에는 무엇을 쓸까? 종이에 써 볼래?”
- “④에서 3은 어느 자리에 있어? 그러면 얼마를 나타낼까?”
정답
- ① 402
- ② 오백십팔
- ③ 630
- ④ 30(십의 자리 숫자라서 10이 3개)
막히면
- ①을 42로 쓰면 자릿값 표에 숫자 카드를 놓게 합니다.
- ④는 S06의 표를 다시 보여 줍니다.
주의
- 십의 자리가 1이면 ‘일십’이 아니라 ‘십’으로 읽습니다(518 → 오백십팔).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백의 자리부터 크기 비교, &gt; 기호]
목적: 세 자리 수의 크기는 백의 자리부터 비교한다는 것을 알고, 기호 &gt;로 나타냅니다.
시간: 약 3분
이렇게 말해 보세요
- “231과 198 중 어느 수가 클까? 백 모형이 몇 개씩이야?”
- “백 모형 하나는 십 모형 10개보다 커. 그래서 백의 자리부터 비교해.”
- “231 &gt; 198 이라고 쓰고 ‘231은 198보다 커요’라고 읽어. 벌어진 입이 큰 수 쪽을 보고 있지?”
예상 답
- “231이요. 백 모형이 2개라서요.”
막히면
- 198의 십 모형 9개와 일 모형 8개를 모아도 백 모형 1개(100)가 안 된다는 것을 판 위에 올려 보여 줍니다.
주의
- &gt;, &lt;는 오늘 처음 배우는 기호입니다. 손가락으로 &gt; 모양을 만들어 큰 수 쪽으로 벌리게 하면 방향을 기억하기 쉽습니다(M5).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백의 자리가 같을 때 비교, &lt; 기호]
목적: 높은 자리의 숫자가 같으면 바로 다음 자리를 비교한다는 것을 알고, &lt;도 씁니다.
시간: 약 2분
이렇게 말해 보세요
- “백의 자리는 둘 다 3이야. 그러면 어느 자리를 볼까?”
- “십의 자리 5가 4보다 크니까 352가 커. 347 &lt; 352 는 ‘347은 352보다 작아요’라고 읽어.”
예상 답
- “십의 자리요. 352가 더 커요.”
막히면
- 표의 백의 자리 칸을 손으로 가리고 십의 자리만 비교하게 합니다.
주의
- 일의 자리(2와 7)를 보고 347이 크다고 하면, 십의 자리에서 이미 결정된다는 것을 다시 짚어 줍니다. 십의 자리까지 같을 때만 일의 자리를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안내받는 연습(크기 비교)]
목적: 도움을 받으며 높은 자리부터 차례로 비교해 &gt;, &lt;로 나타냅니다.
시간: 약 3분
이렇게 말해 보세요
- “①은 백의 자리가 4와 5야. 어느 쪽이 커? 벌어진 쪽이 큰 수를 보게 기호를 써 볼래?”
- “②는 오른쪽 표처럼 백의 자리가 같아. 다음은 어느 자리를 볼까?”
정답
- ① 498 &lt; 512(백의 자리 4 &lt; 5)
- ② 364 &gt; 346(백이 같고, 십의 자리 6 &gt; 4)
- ③ 725 &lt; 729(백, 십이 같고, 일의 자리 5 &lt; 9)
막히면
- 종이에 두 수를 위아래로 자리를 맞추어 쓰고 왼쪽 자리부터 손가락으로 짚으며 비교합니다.
주의
- 답을 말할 때 “498은 512보다 작아요”처럼 문장으로도 읽게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오개념 비교(큰 숫자가 많으면 크다)]
목적: 큰 숫자가 많은 수를 크다고 생각하는 실수를 바로잡습니다(M4).
시간: 약 2분
이렇게 말해 보세요
- “토끼는 9가 많다고 하고, 곰은 백의 자리를 봤어. 누가 맞았을까?”
- “299에 1을 더하면 얼마야? 그다음 수는?”
예상 답
- “곰이요. 백의 자리가 더 크니까요.”
정답
- 곰이 맞습니다. 301 &gt; 299입니다.
- 백 모형 3개(300)는 백 모형 2개와 십 모형 9개, 일 모형 9개(299)보다 많습니다. 높은 자리부터 비교합니다.
막히면
- 299, 300, 301을 차례로 세어 301이 299보다 뒤에 오는 수라는 것을 확인합니다.
주의
- 토끼처럼 생각해도 혼내지 않고 “숫자의 개수가 아니라 자리를 봐야 해”라고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혼자 해결]
목적: 도움 없이 세 자리 수를 쓰고, 자리의 값을 말하고, 두 수의 크기를 비교하는지 확인합니다.
시간: 약 4분
이렇게 말해 보세요
- “이번에는 혼자 해 볼래? ③, ④는 왜 그렇게 생각했는지도 말해 줘.”
정답
- ① 608
- ② 80
- ③ 563 &gt; 536(십의 자리 6 &gt; 3)
- ④ 907 &lt; 970(십의 자리 0 &lt; 7)
막히면
- 바로 알려 주지 말고 “백의 자리는 같아? 그다음은?”이라고만 묻습니다.
- 도움을 받아 해결했다면 기록표에 ‘도움’으로 표시합니다.
주의
- ①을 6008이나 68로 쓰면 S07로, ②를 8이라고 하면 S06으로 돌아갑니다.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정답과 피드백]
목적: 아이의 답을 함께 확인하고 흔한 실수를 바로잡습니다. 수업용에만 있는 장입니다.
시간: 약 2분
이렇게 말해 보세요
- “네 답과 같은지 볼까? 다르면 수 모형으로 다시 해 보자.”
정답
- ① 608 ② 80 ③ &gt; ④ &lt;
막히면
- ④가 틀렸으면 S10으로, ①이 틀렸으면 S07로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마무리 확인(그림을 수로 쓰고 비교)]
목적: 처음 보는 그림에서 세 자리 수를 쓰고, 높은 자리부터 비교해 기호로 나타내는지 확인합니다.
시간: 약 2분
이렇게 말해 보세요
- “가와 나는 각각 얼마야? 종이에 쓰고 &gt; 나 &lt; 로 비교해 봐. 어떻게 알았어?”
정답
- 가 315, 나 298. 315 &gt; 298(또는 298 &lt; 315). 백의 자리 3이 2보다 큽니다.
막히면
- 백 모형, 십 모형, 일 모형을 차례로 세어 자릿값 표에 쓰게 합니다.
주의
- 나(298)가 크다고 하면 십 모형과 일 모형의 개수만 본 것입니다(M4). 기록표에 적고 다음 수업 복습에서 다시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정리와 다음 수업 복습]
목적: 핵심을 정리하고 다음 수업 첫 5분에 풀 복습 문제를 알려 줍니다.
시간: 약 2분
이렇게 말해 보세요
- “오늘 배운 것을 말해 볼래? 두 세 자리 수 중 어느 수가 큰지 어떻게 알 수 있어?”
예상 답
- “백의 자리부터 비교하고, 같으면 십의 자리, 그다음 일의 자리를 봐요.”
정답
- ① 503 ② 290 ③ 418 &lt; 481
막히면
- S09와 S10을 다시 보여 주며 비교 순서를 함께 말합니다.
주의
- 다음 차시(네 자리 수)는 오늘과 같은 방법을 천의 자리까지 넓힙니다. 복습 세 문제는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[S17 · 선수 학습 보충(10개씩 묶음과 낱개)]
목적: S02에서 100까지의 수가 흔들리면, 10개씩 묶음과 낱개로 두 자리 수를 다시 익힙니다.
시간: 약 5분
이렇게 말해 보세요
- “막대는 10개씩 묶음이야. 막대 몇 개, 낱개 몇 개야? 그럼 얼마야?”
- “막대를 하나 더 놓으면 얼마가 될까? 낱개를 하나 더 놓으면?”
정답
- 46(사십육, 마흔여섯). 막대를 하나 더 놓으면 56, 낱개를 하나 더 놓으면 47
막히면
- 막대를 “십, 이십, 삼십, 사십”으로 센 뒤 낱개를 “사십일 … 사십육”으로 이어 셉니다.
주의
- 보충으로도 어려우면 초1 7차시 ‘100까지의 수’(KR22-G01-MAT-NUM100-L01)를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수와계산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세 자리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세 자리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세 자리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자리 수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수는 얼마일까?</a:t>
            </a:r>
            <a:endParaRPr lang="ko-KR" sz="3200" dirty="0"/>
          </a:p>
        </p:txBody>
      </p:sp>
      <p:sp>
        <p:nvSpPr>
          <p:cNvPr id="4" name="S01-flat1"/>
          <p:cNvSpPr/>
          <p:nvPr/>
        </p:nvSpPr>
        <p:spPr>
          <a:xfrm>
            <a:off x="7750429" y="1408434"/>
            <a:ext cx="1389371" cy="138937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line2"/>
          <p:cNvSpPr/>
          <p:nvPr/>
        </p:nvSpPr>
        <p:spPr>
          <a:xfrm>
            <a:off x="7889366" y="1408434"/>
            <a:ext cx="0" cy="1389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" name="S01-line3"/>
          <p:cNvSpPr/>
          <p:nvPr/>
        </p:nvSpPr>
        <p:spPr>
          <a:xfrm>
            <a:off x="7750429" y="1547372"/>
            <a:ext cx="138937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1-line4"/>
          <p:cNvSpPr/>
          <p:nvPr/>
        </p:nvSpPr>
        <p:spPr>
          <a:xfrm>
            <a:off x="8028303" y="1408434"/>
            <a:ext cx="0" cy="1389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1-line5"/>
          <p:cNvSpPr/>
          <p:nvPr/>
        </p:nvSpPr>
        <p:spPr>
          <a:xfrm>
            <a:off x="7750429" y="1686309"/>
            <a:ext cx="138937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1-line6"/>
          <p:cNvSpPr/>
          <p:nvPr/>
        </p:nvSpPr>
        <p:spPr>
          <a:xfrm>
            <a:off x="8167240" y="1408434"/>
            <a:ext cx="0" cy="1389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1-line7"/>
          <p:cNvSpPr/>
          <p:nvPr/>
        </p:nvSpPr>
        <p:spPr>
          <a:xfrm>
            <a:off x="7750429" y="1825246"/>
            <a:ext cx="138937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1-line8"/>
          <p:cNvSpPr/>
          <p:nvPr/>
        </p:nvSpPr>
        <p:spPr>
          <a:xfrm>
            <a:off x="8306177" y="1408434"/>
            <a:ext cx="0" cy="1389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1-line9"/>
          <p:cNvSpPr/>
          <p:nvPr/>
        </p:nvSpPr>
        <p:spPr>
          <a:xfrm>
            <a:off x="7750429" y="1964183"/>
            <a:ext cx="138937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1-line10"/>
          <p:cNvSpPr/>
          <p:nvPr/>
        </p:nvSpPr>
        <p:spPr>
          <a:xfrm>
            <a:off x="8445114" y="1408434"/>
            <a:ext cx="0" cy="1389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1-line11"/>
          <p:cNvSpPr/>
          <p:nvPr/>
        </p:nvSpPr>
        <p:spPr>
          <a:xfrm>
            <a:off x="7750429" y="2103120"/>
            <a:ext cx="138937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1-line12"/>
          <p:cNvSpPr/>
          <p:nvPr/>
        </p:nvSpPr>
        <p:spPr>
          <a:xfrm>
            <a:off x="8584051" y="1408434"/>
            <a:ext cx="0" cy="1389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1-line13"/>
          <p:cNvSpPr/>
          <p:nvPr/>
        </p:nvSpPr>
        <p:spPr>
          <a:xfrm>
            <a:off x="7750429" y="2242057"/>
            <a:ext cx="138937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1-line14"/>
          <p:cNvSpPr/>
          <p:nvPr/>
        </p:nvSpPr>
        <p:spPr>
          <a:xfrm>
            <a:off x="8722988" y="1408434"/>
            <a:ext cx="0" cy="1389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1-line15"/>
          <p:cNvSpPr/>
          <p:nvPr/>
        </p:nvSpPr>
        <p:spPr>
          <a:xfrm>
            <a:off x="7750429" y="2380994"/>
            <a:ext cx="138937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1-line16"/>
          <p:cNvSpPr/>
          <p:nvPr/>
        </p:nvSpPr>
        <p:spPr>
          <a:xfrm>
            <a:off x="8861925" y="1408434"/>
            <a:ext cx="0" cy="1389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1-line17"/>
          <p:cNvSpPr/>
          <p:nvPr/>
        </p:nvSpPr>
        <p:spPr>
          <a:xfrm>
            <a:off x="7750429" y="2519931"/>
            <a:ext cx="138937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1-line18"/>
          <p:cNvSpPr/>
          <p:nvPr/>
        </p:nvSpPr>
        <p:spPr>
          <a:xfrm>
            <a:off x="9000862" y="1408434"/>
            <a:ext cx="0" cy="1389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1-line19"/>
          <p:cNvSpPr/>
          <p:nvPr/>
        </p:nvSpPr>
        <p:spPr>
          <a:xfrm>
            <a:off x="7750429" y="2658868"/>
            <a:ext cx="138937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1-flat20"/>
          <p:cNvSpPr/>
          <p:nvPr/>
        </p:nvSpPr>
        <p:spPr>
          <a:xfrm>
            <a:off x="9223162" y="1408434"/>
            <a:ext cx="1389371" cy="138937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1-line21"/>
          <p:cNvSpPr/>
          <p:nvPr/>
        </p:nvSpPr>
        <p:spPr>
          <a:xfrm>
            <a:off x="9362099" y="1408434"/>
            <a:ext cx="0" cy="1389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1-line22"/>
          <p:cNvSpPr/>
          <p:nvPr/>
        </p:nvSpPr>
        <p:spPr>
          <a:xfrm>
            <a:off x="9223162" y="1547372"/>
            <a:ext cx="138937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1-line23"/>
          <p:cNvSpPr/>
          <p:nvPr/>
        </p:nvSpPr>
        <p:spPr>
          <a:xfrm>
            <a:off x="9501036" y="1408434"/>
            <a:ext cx="0" cy="1389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1-line24"/>
          <p:cNvSpPr/>
          <p:nvPr/>
        </p:nvSpPr>
        <p:spPr>
          <a:xfrm>
            <a:off x="9223162" y="1686309"/>
            <a:ext cx="138937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1-line25"/>
          <p:cNvSpPr/>
          <p:nvPr/>
        </p:nvSpPr>
        <p:spPr>
          <a:xfrm>
            <a:off x="9639973" y="1408434"/>
            <a:ext cx="0" cy="1389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1-line26"/>
          <p:cNvSpPr/>
          <p:nvPr/>
        </p:nvSpPr>
        <p:spPr>
          <a:xfrm>
            <a:off x="9223162" y="1825246"/>
            <a:ext cx="138937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1-line27"/>
          <p:cNvSpPr/>
          <p:nvPr/>
        </p:nvSpPr>
        <p:spPr>
          <a:xfrm>
            <a:off x="9778910" y="1408434"/>
            <a:ext cx="0" cy="1389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1-line28"/>
          <p:cNvSpPr/>
          <p:nvPr/>
        </p:nvSpPr>
        <p:spPr>
          <a:xfrm>
            <a:off x="9223162" y="1964183"/>
            <a:ext cx="138937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1-line29"/>
          <p:cNvSpPr/>
          <p:nvPr/>
        </p:nvSpPr>
        <p:spPr>
          <a:xfrm>
            <a:off x="9917847" y="1408434"/>
            <a:ext cx="0" cy="1389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1-line30"/>
          <p:cNvSpPr/>
          <p:nvPr/>
        </p:nvSpPr>
        <p:spPr>
          <a:xfrm>
            <a:off x="9223162" y="2103120"/>
            <a:ext cx="138937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1-line31"/>
          <p:cNvSpPr/>
          <p:nvPr/>
        </p:nvSpPr>
        <p:spPr>
          <a:xfrm>
            <a:off x="10056784" y="1408434"/>
            <a:ext cx="0" cy="1389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1-line32"/>
          <p:cNvSpPr/>
          <p:nvPr/>
        </p:nvSpPr>
        <p:spPr>
          <a:xfrm>
            <a:off x="9223162" y="2242057"/>
            <a:ext cx="138937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1-line33"/>
          <p:cNvSpPr/>
          <p:nvPr/>
        </p:nvSpPr>
        <p:spPr>
          <a:xfrm>
            <a:off x="10195722" y="1408434"/>
            <a:ext cx="0" cy="1389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1-line34"/>
          <p:cNvSpPr/>
          <p:nvPr/>
        </p:nvSpPr>
        <p:spPr>
          <a:xfrm>
            <a:off x="9223162" y="2380994"/>
            <a:ext cx="138937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1-line35"/>
          <p:cNvSpPr/>
          <p:nvPr/>
        </p:nvSpPr>
        <p:spPr>
          <a:xfrm>
            <a:off x="10334659" y="1408434"/>
            <a:ext cx="0" cy="1389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1-line36"/>
          <p:cNvSpPr/>
          <p:nvPr/>
        </p:nvSpPr>
        <p:spPr>
          <a:xfrm>
            <a:off x="9223162" y="2519931"/>
            <a:ext cx="138937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1-line37"/>
          <p:cNvSpPr/>
          <p:nvPr/>
        </p:nvSpPr>
        <p:spPr>
          <a:xfrm>
            <a:off x="10473596" y="1408434"/>
            <a:ext cx="0" cy="1389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1-line38"/>
          <p:cNvSpPr/>
          <p:nvPr/>
        </p:nvSpPr>
        <p:spPr>
          <a:xfrm>
            <a:off x="9223162" y="2658868"/>
            <a:ext cx="138937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1-rod39"/>
          <p:cNvSpPr/>
          <p:nvPr/>
        </p:nvSpPr>
        <p:spPr>
          <a:xfrm>
            <a:off x="10695895" y="1408434"/>
            <a:ext cx="138937" cy="138937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1-line40"/>
          <p:cNvSpPr/>
          <p:nvPr/>
        </p:nvSpPr>
        <p:spPr>
          <a:xfrm>
            <a:off x="10695895" y="1547372"/>
            <a:ext cx="1389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1-line41"/>
          <p:cNvSpPr/>
          <p:nvPr/>
        </p:nvSpPr>
        <p:spPr>
          <a:xfrm>
            <a:off x="10695895" y="1686309"/>
            <a:ext cx="1389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1-line42"/>
          <p:cNvSpPr/>
          <p:nvPr/>
        </p:nvSpPr>
        <p:spPr>
          <a:xfrm>
            <a:off x="10695895" y="1825246"/>
            <a:ext cx="1389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1-line43"/>
          <p:cNvSpPr/>
          <p:nvPr/>
        </p:nvSpPr>
        <p:spPr>
          <a:xfrm>
            <a:off x="10695895" y="1964183"/>
            <a:ext cx="1389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1-line44"/>
          <p:cNvSpPr/>
          <p:nvPr/>
        </p:nvSpPr>
        <p:spPr>
          <a:xfrm>
            <a:off x="10695895" y="2103120"/>
            <a:ext cx="1389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1-line45"/>
          <p:cNvSpPr/>
          <p:nvPr/>
        </p:nvSpPr>
        <p:spPr>
          <a:xfrm>
            <a:off x="10695895" y="2242057"/>
            <a:ext cx="1389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1-line46"/>
          <p:cNvSpPr/>
          <p:nvPr/>
        </p:nvSpPr>
        <p:spPr>
          <a:xfrm>
            <a:off x="10695895" y="2380994"/>
            <a:ext cx="1389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1-line47"/>
          <p:cNvSpPr/>
          <p:nvPr/>
        </p:nvSpPr>
        <p:spPr>
          <a:xfrm>
            <a:off x="10695895" y="2519931"/>
            <a:ext cx="1389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1-line48"/>
          <p:cNvSpPr/>
          <p:nvPr/>
        </p:nvSpPr>
        <p:spPr>
          <a:xfrm>
            <a:off x="10695895" y="2658868"/>
            <a:ext cx="1389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1-rod49"/>
          <p:cNvSpPr/>
          <p:nvPr/>
        </p:nvSpPr>
        <p:spPr>
          <a:xfrm>
            <a:off x="10918194" y="1408434"/>
            <a:ext cx="138937" cy="138937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01-line50"/>
          <p:cNvSpPr/>
          <p:nvPr/>
        </p:nvSpPr>
        <p:spPr>
          <a:xfrm>
            <a:off x="10918194" y="1547372"/>
            <a:ext cx="1389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1-line51"/>
          <p:cNvSpPr/>
          <p:nvPr/>
        </p:nvSpPr>
        <p:spPr>
          <a:xfrm>
            <a:off x="10918194" y="1686309"/>
            <a:ext cx="1389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1-line52"/>
          <p:cNvSpPr/>
          <p:nvPr/>
        </p:nvSpPr>
        <p:spPr>
          <a:xfrm>
            <a:off x="10918194" y="1825246"/>
            <a:ext cx="1389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1-line53"/>
          <p:cNvSpPr/>
          <p:nvPr/>
        </p:nvSpPr>
        <p:spPr>
          <a:xfrm>
            <a:off x="10918194" y="1964183"/>
            <a:ext cx="1389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1-line54"/>
          <p:cNvSpPr/>
          <p:nvPr/>
        </p:nvSpPr>
        <p:spPr>
          <a:xfrm>
            <a:off x="10918194" y="2103120"/>
            <a:ext cx="1389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1-line55"/>
          <p:cNvSpPr/>
          <p:nvPr/>
        </p:nvSpPr>
        <p:spPr>
          <a:xfrm>
            <a:off x="10918194" y="2242057"/>
            <a:ext cx="1389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1-line56"/>
          <p:cNvSpPr/>
          <p:nvPr/>
        </p:nvSpPr>
        <p:spPr>
          <a:xfrm>
            <a:off x="10918194" y="2380994"/>
            <a:ext cx="1389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1-line57"/>
          <p:cNvSpPr/>
          <p:nvPr/>
        </p:nvSpPr>
        <p:spPr>
          <a:xfrm>
            <a:off x="10918194" y="2519931"/>
            <a:ext cx="1389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1-line58"/>
          <p:cNvSpPr/>
          <p:nvPr/>
        </p:nvSpPr>
        <p:spPr>
          <a:xfrm>
            <a:off x="10918194" y="2658868"/>
            <a:ext cx="1389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1-rod59"/>
          <p:cNvSpPr/>
          <p:nvPr/>
        </p:nvSpPr>
        <p:spPr>
          <a:xfrm>
            <a:off x="11140494" y="1408434"/>
            <a:ext cx="138937" cy="138937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3" name="S01-line60"/>
          <p:cNvSpPr/>
          <p:nvPr/>
        </p:nvSpPr>
        <p:spPr>
          <a:xfrm>
            <a:off x="11140494" y="1547372"/>
            <a:ext cx="1389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1-line61"/>
          <p:cNvSpPr/>
          <p:nvPr/>
        </p:nvSpPr>
        <p:spPr>
          <a:xfrm>
            <a:off x="11140494" y="1686309"/>
            <a:ext cx="1389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1-line62"/>
          <p:cNvSpPr/>
          <p:nvPr/>
        </p:nvSpPr>
        <p:spPr>
          <a:xfrm>
            <a:off x="11140494" y="1825246"/>
            <a:ext cx="1389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1-line63"/>
          <p:cNvSpPr/>
          <p:nvPr/>
        </p:nvSpPr>
        <p:spPr>
          <a:xfrm>
            <a:off x="11140494" y="1964183"/>
            <a:ext cx="1389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1-line64"/>
          <p:cNvSpPr/>
          <p:nvPr/>
        </p:nvSpPr>
        <p:spPr>
          <a:xfrm>
            <a:off x="11140494" y="2103120"/>
            <a:ext cx="1389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01-line65"/>
          <p:cNvSpPr/>
          <p:nvPr/>
        </p:nvSpPr>
        <p:spPr>
          <a:xfrm>
            <a:off x="11140494" y="2242057"/>
            <a:ext cx="1389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01-line66"/>
          <p:cNvSpPr/>
          <p:nvPr/>
        </p:nvSpPr>
        <p:spPr>
          <a:xfrm>
            <a:off x="11140494" y="2380994"/>
            <a:ext cx="1389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01-line67"/>
          <p:cNvSpPr/>
          <p:nvPr/>
        </p:nvSpPr>
        <p:spPr>
          <a:xfrm>
            <a:off x="11140494" y="2519931"/>
            <a:ext cx="1389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01-line68"/>
          <p:cNvSpPr/>
          <p:nvPr/>
        </p:nvSpPr>
        <p:spPr>
          <a:xfrm>
            <a:off x="11140494" y="2658868"/>
            <a:ext cx="1389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01-unit69"/>
          <p:cNvSpPr/>
          <p:nvPr/>
        </p:nvSpPr>
        <p:spPr>
          <a:xfrm>
            <a:off x="11362793" y="2624134"/>
            <a:ext cx="138937" cy="1389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3" name="S01-unit70"/>
          <p:cNvSpPr/>
          <p:nvPr/>
        </p:nvSpPr>
        <p:spPr>
          <a:xfrm>
            <a:off x="11362793" y="2450463"/>
            <a:ext cx="138937" cy="1389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4" name="S01-unit71"/>
          <p:cNvSpPr/>
          <p:nvPr/>
        </p:nvSpPr>
        <p:spPr>
          <a:xfrm>
            <a:off x="11362793" y="2276791"/>
            <a:ext cx="138937" cy="1389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5" name="S01-unit72"/>
          <p:cNvSpPr/>
          <p:nvPr/>
        </p:nvSpPr>
        <p:spPr>
          <a:xfrm>
            <a:off x="11362793" y="2103120"/>
            <a:ext cx="138937" cy="1389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6" name="S01-unit73"/>
          <p:cNvSpPr/>
          <p:nvPr/>
        </p:nvSpPr>
        <p:spPr>
          <a:xfrm>
            <a:off x="11362793" y="1929449"/>
            <a:ext cx="138937" cy="1389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01-figure74" descr="백 모형 2개, 십 모형 3개, 일 모형 5개"/>
          <p:cNvSpPr/>
          <p:nvPr/>
        </p:nvSpPr>
        <p:spPr>
          <a:xfrm>
            <a:off x="7680960" y="140843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8" name="S01-card75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79" name="S01-cardtext76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세 자리 수를 읽고 써요.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두 수의 크기를 비교해요.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학년 기억하기</a:t>
            </a:r>
            <a:endParaRPr lang="ko-KR" sz="4400" dirty="0"/>
          </a:p>
        </p:txBody>
      </p:sp>
      <p:sp>
        <p:nvSpPr>
          <p:cNvPr id="3" name="S02-chip7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text78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7개, 낱개 3개는?</a:t>
            </a:r>
            <a:endParaRPr lang="ko-KR" sz="3200" dirty="0"/>
          </a:p>
        </p:txBody>
      </p:sp>
      <p:sp>
        <p:nvSpPr>
          <p:cNvPr id="5" name="S02-chip7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text80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99 다음 수는?</a:t>
            </a:r>
            <a:endParaRPr lang="ko-KR" sz="3200" dirty="0"/>
          </a:p>
        </p:txBody>
      </p:sp>
      <p:sp>
        <p:nvSpPr>
          <p:cNvPr id="7" name="S02-chip8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82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68과 86 중 큰 수는?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10이 10개면 100</a:t>
            </a:r>
            <a:endParaRPr lang="ko-KR" sz="4400" dirty="0"/>
          </a:p>
        </p:txBody>
      </p:sp>
      <p:sp>
        <p:nvSpPr>
          <p:cNvPr id="3" name="S03-card83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84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백이라고 읽어요.</a:t>
            </a:r>
            <a:endParaRPr lang="ko-KR" sz="3200" dirty="0"/>
          </a:p>
        </p:txBody>
      </p:sp>
      <p:sp>
        <p:nvSpPr>
          <p:cNvPr id="5" name="S03-rod85"/>
          <p:cNvSpPr/>
          <p:nvPr/>
        </p:nvSpPr>
        <p:spPr>
          <a:xfrm>
            <a:off x="1056562" y="1380505"/>
            <a:ext cx="27312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3-line86"/>
          <p:cNvSpPr/>
          <p:nvPr/>
        </p:nvSpPr>
        <p:spPr>
          <a:xfrm>
            <a:off x="1056562" y="165362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3-line87"/>
          <p:cNvSpPr/>
          <p:nvPr/>
        </p:nvSpPr>
        <p:spPr>
          <a:xfrm>
            <a:off x="1056562" y="192675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3-line88"/>
          <p:cNvSpPr/>
          <p:nvPr/>
        </p:nvSpPr>
        <p:spPr>
          <a:xfrm>
            <a:off x="1056562" y="219987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3-line89"/>
          <p:cNvSpPr/>
          <p:nvPr/>
        </p:nvSpPr>
        <p:spPr>
          <a:xfrm>
            <a:off x="1056562" y="247299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3-line90"/>
          <p:cNvSpPr/>
          <p:nvPr/>
        </p:nvSpPr>
        <p:spPr>
          <a:xfrm>
            <a:off x="1056562" y="274612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3-line91"/>
          <p:cNvSpPr/>
          <p:nvPr/>
        </p:nvSpPr>
        <p:spPr>
          <a:xfrm>
            <a:off x="1056562" y="301924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3-line92"/>
          <p:cNvSpPr/>
          <p:nvPr/>
        </p:nvSpPr>
        <p:spPr>
          <a:xfrm>
            <a:off x="1056562" y="329236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3-line93"/>
          <p:cNvSpPr/>
          <p:nvPr/>
        </p:nvSpPr>
        <p:spPr>
          <a:xfrm>
            <a:off x="1056562" y="356549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3-line94"/>
          <p:cNvSpPr/>
          <p:nvPr/>
        </p:nvSpPr>
        <p:spPr>
          <a:xfrm>
            <a:off x="1056562" y="383861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3-rod95"/>
          <p:cNvSpPr/>
          <p:nvPr/>
        </p:nvSpPr>
        <p:spPr>
          <a:xfrm>
            <a:off x="1493559" y="1380505"/>
            <a:ext cx="27312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3-line96"/>
          <p:cNvSpPr/>
          <p:nvPr/>
        </p:nvSpPr>
        <p:spPr>
          <a:xfrm>
            <a:off x="1493559" y="165362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3-line97"/>
          <p:cNvSpPr/>
          <p:nvPr/>
        </p:nvSpPr>
        <p:spPr>
          <a:xfrm>
            <a:off x="1493559" y="192675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3-line98"/>
          <p:cNvSpPr/>
          <p:nvPr/>
        </p:nvSpPr>
        <p:spPr>
          <a:xfrm>
            <a:off x="1493559" y="219987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3-line99"/>
          <p:cNvSpPr/>
          <p:nvPr/>
        </p:nvSpPr>
        <p:spPr>
          <a:xfrm>
            <a:off x="1493559" y="247299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3-line100"/>
          <p:cNvSpPr/>
          <p:nvPr/>
        </p:nvSpPr>
        <p:spPr>
          <a:xfrm>
            <a:off x="1493559" y="274612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3-line101"/>
          <p:cNvSpPr/>
          <p:nvPr/>
        </p:nvSpPr>
        <p:spPr>
          <a:xfrm>
            <a:off x="1493559" y="301924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3-line102"/>
          <p:cNvSpPr/>
          <p:nvPr/>
        </p:nvSpPr>
        <p:spPr>
          <a:xfrm>
            <a:off x="1493559" y="329236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3-line103"/>
          <p:cNvSpPr/>
          <p:nvPr/>
        </p:nvSpPr>
        <p:spPr>
          <a:xfrm>
            <a:off x="1493559" y="356549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3-line104"/>
          <p:cNvSpPr/>
          <p:nvPr/>
        </p:nvSpPr>
        <p:spPr>
          <a:xfrm>
            <a:off x="1493559" y="383861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3-rod105"/>
          <p:cNvSpPr/>
          <p:nvPr/>
        </p:nvSpPr>
        <p:spPr>
          <a:xfrm>
            <a:off x="1930556" y="1380505"/>
            <a:ext cx="27312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3-line106"/>
          <p:cNvSpPr/>
          <p:nvPr/>
        </p:nvSpPr>
        <p:spPr>
          <a:xfrm>
            <a:off x="1930556" y="165362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3-line107"/>
          <p:cNvSpPr/>
          <p:nvPr/>
        </p:nvSpPr>
        <p:spPr>
          <a:xfrm>
            <a:off x="1930556" y="192675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3-line108"/>
          <p:cNvSpPr/>
          <p:nvPr/>
        </p:nvSpPr>
        <p:spPr>
          <a:xfrm>
            <a:off x="1930556" y="219987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3-line109"/>
          <p:cNvSpPr/>
          <p:nvPr/>
        </p:nvSpPr>
        <p:spPr>
          <a:xfrm>
            <a:off x="1930556" y="247299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3-line110"/>
          <p:cNvSpPr/>
          <p:nvPr/>
        </p:nvSpPr>
        <p:spPr>
          <a:xfrm>
            <a:off x="1930556" y="274612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3-line111"/>
          <p:cNvSpPr/>
          <p:nvPr/>
        </p:nvSpPr>
        <p:spPr>
          <a:xfrm>
            <a:off x="1930556" y="301924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3-line112"/>
          <p:cNvSpPr/>
          <p:nvPr/>
        </p:nvSpPr>
        <p:spPr>
          <a:xfrm>
            <a:off x="1930556" y="329236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3-line113"/>
          <p:cNvSpPr/>
          <p:nvPr/>
        </p:nvSpPr>
        <p:spPr>
          <a:xfrm>
            <a:off x="1930556" y="356549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3-line114"/>
          <p:cNvSpPr/>
          <p:nvPr/>
        </p:nvSpPr>
        <p:spPr>
          <a:xfrm>
            <a:off x="1930556" y="383861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3-rod115"/>
          <p:cNvSpPr/>
          <p:nvPr/>
        </p:nvSpPr>
        <p:spPr>
          <a:xfrm>
            <a:off x="2367554" y="1380505"/>
            <a:ext cx="27312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3-line116"/>
          <p:cNvSpPr/>
          <p:nvPr/>
        </p:nvSpPr>
        <p:spPr>
          <a:xfrm>
            <a:off x="2367554" y="165362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3-line117"/>
          <p:cNvSpPr/>
          <p:nvPr/>
        </p:nvSpPr>
        <p:spPr>
          <a:xfrm>
            <a:off x="2367554" y="192675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3-line118"/>
          <p:cNvSpPr/>
          <p:nvPr/>
        </p:nvSpPr>
        <p:spPr>
          <a:xfrm>
            <a:off x="2367554" y="219987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3-line119"/>
          <p:cNvSpPr/>
          <p:nvPr/>
        </p:nvSpPr>
        <p:spPr>
          <a:xfrm>
            <a:off x="2367554" y="247299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3-line120"/>
          <p:cNvSpPr/>
          <p:nvPr/>
        </p:nvSpPr>
        <p:spPr>
          <a:xfrm>
            <a:off x="2367554" y="274612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3-line121"/>
          <p:cNvSpPr/>
          <p:nvPr/>
        </p:nvSpPr>
        <p:spPr>
          <a:xfrm>
            <a:off x="2367554" y="301924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3-line122"/>
          <p:cNvSpPr/>
          <p:nvPr/>
        </p:nvSpPr>
        <p:spPr>
          <a:xfrm>
            <a:off x="2367554" y="329236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3-line123"/>
          <p:cNvSpPr/>
          <p:nvPr/>
        </p:nvSpPr>
        <p:spPr>
          <a:xfrm>
            <a:off x="2367554" y="356549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3-line124"/>
          <p:cNvSpPr/>
          <p:nvPr/>
        </p:nvSpPr>
        <p:spPr>
          <a:xfrm>
            <a:off x="2367554" y="383861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3-rod125"/>
          <p:cNvSpPr/>
          <p:nvPr/>
        </p:nvSpPr>
        <p:spPr>
          <a:xfrm>
            <a:off x="2804551" y="1380505"/>
            <a:ext cx="27312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3-line126"/>
          <p:cNvSpPr/>
          <p:nvPr/>
        </p:nvSpPr>
        <p:spPr>
          <a:xfrm>
            <a:off x="2804551" y="165362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3-line127"/>
          <p:cNvSpPr/>
          <p:nvPr/>
        </p:nvSpPr>
        <p:spPr>
          <a:xfrm>
            <a:off x="2804551" y="192675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3-line128"/>
          <p:cNvSpPr/>
          <p:nvPr/>
        </p:nvSpPr>
        <p:spPr>
          <a:xfrm>
            <a:off x="2804551" y="219987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3-line129"/>
          <p:cNvSpPr/>
          <p:nvPr/>
        </p:nvSpPr>
        <p:spPr>
          <a:xfrm>
            <a:off x="2804551" y="247299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3-line130"/>
          <p:cNvSpPr/>
          <p:nvPr/>
        </p:nvSpPr>
        <p:spPr>
          <a:xfrm>
            <a:off x="2804551" y="274612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3-line131"/>
          <p:cNvSpPr/>
          <p:nvPr/>
        </p:nvSpPr>
        <p:spPr>
          <a:xfrm>
            <a:off x="2804551" y="301924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3-line132"/>
          <p:cNvSpPr/>
          <p:nvPr/>
        </p:nvSpPr>
        <p:spPr>
          <a:xfrm>
            <a:off x="2804551" y="329236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3-line133"/>
          <p:cNvSpPr/>
          <p:nvPr/>
        </p:nvSpPr>
        <p:spPr>
          <a:xfrm>
            <a:off x="2804551" y="356549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3-line134"/>
          <p:cNvSpPr/>
          <p:nvPr/>
        </p:nvSpPr>
        <p:spPr>
          <a:xfrm>
            <a:off x="2804551" y="383861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3-rod135"/>
          <p:cNvSpPr/>
          <p:nvPr/>
        </p:nvSpPr>
        <p:spPr>
          <a:xfrm>
            <a:off x="3241548" y="1380505"/>
            <a:ext cx="27312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3-line136"/>
          <p:cNvSpPr/>
          <p:nvPr/>
        </p:nvSpPr>
        <p:spPr>
          <a:xfrm>
            <a:off x="3241548" y="165362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3-line137"/>
          <p:cNvSpPr/>
          <p:nvPr/>
        </p:nvSpPr>
        <p:spPr>
          <a:xfrm>
            <a:off x="3241548" y="192675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3-line138"/>
          <p:cNvSpPr/>
          <p:nvPr/>
        </p:nvSpPr>
        <p:spPr>
          <a:xfrm>
            <a:off x="3241548" y="219987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3-line139"/>
          <p:cNvSpPr/>
          <p:nvPr/>
        </p:nvSpPr>
        <p:spPr>
          <a:xfrm>
            <a:off x="3241548" y="247299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3-line140"/>
          <p:cNvSpPr/>
          <p:nvPr/>
        </p:nvSpPr>
        <p:spPr>
          <a:xfrm>
            <a:off x="3241548" y="274612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3-line141"/>
          <p:cNvSpPr/>
          <p:nvPr/>
        </p:nvSpPr>
        <p:spPr>
          <a:xfrm>
            <a:off x="3241548" y="301924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3-line142"/>
          <p:cNvSpPr/>
          <p:nvPr/>
        </p:nvSpPr>
        <p:spPr>
          <a:xfrm>
            <a:off x="3241548" y="329236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3-line143"/>
          <p:cNvSpPr/>
          <p:nvPr/>
        </p:nvSpPr>
        <p:spPr>
          <a:xfrm>
            <a:off x="3241548" y="356549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3-line144"/>
          <p:cNvSpPr/>
          <p:nvPr/>
        </p:nvSpPr>
        <p:spPr>
          <a:xfrm>
            <a:off x="3241548" y="383861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3-rod145"/>
          <p:cNvSpPr/>
          <p:nvPr/>
        </p:nvSpPr>
        <p:spPr>
          <a:xfrm>
            <a:off x="3678545" y="1380505"/>
            <a:ext cx="27312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3-line146"/>
          <p:cNvSpPr/>
          <p:nvPr/>
        </p:nvSpPr>
        <p:spPr>
          <a:xfrm>
            <a:off x="3678545" y="165362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3-line147"/>
          <p:cNvSpPr/>
          <p:nvPr/>
        </p:nvSpPr>
        <p:spPr>
          <a:xfrm>
            <a:off x="3678545" y="192675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03-line148"/>
          <p:cNvSpPr/>
          <p:nvPr/>
        </p:nvSpPr>
        <p:spPr>
          <a:xfrm>
            <a:off x="3678545" y="219987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03-line149"/>
          <p:cNvSpPr/>
          <p:nvPr/>
        </p:nvSpPr>
        <p:spPr>
          <a:xfrm>
            <a:off x="3678545" y="247299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03-line150"/>
          <p:cNvSpPr/>
          <p:nvPr/>
        </p:nvSpPr>
        <p:spPr>
          <a:xfrm>
            <a:off x="3678545" y="274612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03-line151"/>
          <p:cNvSpPr/>
          <p:nvPr/>
        </p:nvSpPr>
        <p:spPr>
          <a:xfrm>
            <a:off x="3678545" y="301924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03-line152"/>
          <p:cNvSpPr/>
          <p:nvPr/>
        </p:nvSpPr>
        <p:spPr>
          <a:xfrm>
            <a:off x="3678545" y="329236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03-line153"/>
          <p:cNvSpPr/>
          <p:nvPr/>
        </p:nvSpPr>
        <p:spPr>
          <a:xfrm>
            <a:off x="3678545" y="356549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03-line154"/>
          <p:cNvSpPr/>
          <p:nvPr/>
        </p:nvSpPr>
        <p:spPr>
          <a:xfrm>
            <a:off x="3678545" y="383861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3-rod155"/>
          <p:cNvSpPr/>
          <p:nvPr/>
        </p:nvSpPr>
        <p:spPr>
          <a:xfrm>
            <a:off x="4115542" y="1380505"/>
            <a:ext cx="27312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6" name="S03-line156"/>
          <p:cNvSpPr/>
          <p:nvPr/>
        </p:nvSpPr>
        <p:spPr>
          <a:xfrm>
            <a:off x="4115542" y="165362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03-line157"/>
          <p:cNvSpPr/>
          <p:nvPr/>
        </p:nvSpPr>
        <p:spPr>
          <a:xfrm>
            <a:off x="4115542" y="192675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8" name="S03-line158"/>
          <p:cNvSpPr/>
          <p:nvPr/>
        </p:nvSpPr>
        <p:spPr>
          <a:xfrm>
            <a:off x="4115542" y="219987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03-line159"/>
          <p:cNvSpPr/>
          <p:nvPr/>
        </p:nvSpPr>
        <p:spPr>
          <a:xfrm>
            <a:off x="4115542" y="247299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03-line160"/>
          <p:cNvSpPr/>
          <p:nvPr/>
        </p:nvSpPr>
        <p:spPr>
          <a:xfrm>
            <a:off x="4115542" y="274612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03-line161"/>
          <p:cNvSpPr/>
          <p:nvPr/>
        </p:nvSpPr>
        <p:spPr>
          <a:xfrm>
            <a:off x="4115542" y="301924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03-line162"/>
          <p:cNvSpPr/>
          <p:nvPr/>
        </p:nvSpPr>
        <p:spPr>
          <a:xfrm>
            <a:off x="4115542" y="329236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03-line163"/>
          <p:cNvSpPr/>
          <p:nvPr/>
        </p:nvSpPr>
        <p:spPr>
          <a:xfrm>
            <a:off x="4115542" y="356549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03-line164"/>
          <p:cNvSpPr/>
          <p:nvPr/>
        </p:nvSpPr>
        <p:spPr>
          <a:xfrm>
            <a:off x="4115542" y="383861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3-rod165"/>
          <p:cNvSpPr/>
          <p:nvPr/>
        </p:nvSpPr>
        <p:spPr>
          <a:xfrm>
            <a:off x="4552540" y="1380505"/>
            <a:ext cx="27312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6" name="S03-line166"/>
          <p:cNvSpPr/>
          <p:nvPr/>
        </p:nvSpPr>
        <p:spPr>
          <a:xfrm>
            <a:off x="4552540" y="165362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3-line167"/>
          <p:cNvSpPr/>
          <p:nvPr/>
        </p:nvSpPr>
        <p:spPr>
          <a:xfrm>
            <a:off x="4552540" y="192675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3-line168"/>
          <p:cNvSpPr/>
          <p:nvPr/>
        </p:nvSpPr>
        <p:spPr>
          <a:xfrm>
            <a:off x="4552540" y="219987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3-line169"/>
          <p:cNvSpPr/>
          <p:nvPr/>
        </p:nvSpPr>
        <p:spPr>
          <a:xfrm>
            <a:off x="4552540" y="247299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3-line170"/>
          <p:cNvSpPr/>
          <p:nvPr/>
        </p:nvSpPr>
        <p:spPr>
          <a:xfrm>
            <a:off x="4552540" y="274612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3-line171"/>
          <p:cNvSpPr/>
          <p:nvPr/>
        </p:nvSpPr>
        <p:spPr>
          <a:xfrm>
            <a:off x="4552540" y="301924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3-line172"/>
          <p:cNvSpPr/>
          <p:nvPr/>
        </p:nvSpPr>
        <p:spPr>
          <a:xfrm>
            <a:off x="4552540" y="329236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3-line173"/>
          <p:cNvSpPr/>
          <p:nvPr/>
        </p:nvSpPr>
        <p:spPr>
          <a:xfrm>
            <a:off x="4552540" y="356549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3-line174"/>
          <p:cNvSpPr/>
          <p:nvPr/>
        </p:nvSpPr>
        <p:spPr>
          <a:xfrm>
            <a:off x="4552540" y="383861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3-rod175"/>
          <p:cNvSpPr/>
          <p:nvPr/>
        </p:nvSpPr>
        <p:spPr>
          <a:xfrm>
            <a:off x="4989537" y="1380505"/>
            <a:ext cx="27312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6" name="S03-line176"/>
          <p:cNvSpPr/>
          <p:nvPr/>
        </p:nvSpPr>
        <p:spPr>
          <a:xfrm>
            <a:off x="4989537" y="165362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3-line177"/>
          <p:cNvSpPr/>
          <p:nvPr/>
        </p:nvSpPr>
        <p:spPr>
          <a:xfrm>
            <a:off x="4989537" y="192675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3-line178"/>
          <p:cNvSpPr/>
          <p:nvPr/>
        </p:nvSpPr>
        <p:spPr>
          <a:xfrm>
            <a:off x="4989537" y="219987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3-line179"/>
          <p:cNvSpPr/>
          <p:nvPr/>
        </p:nvSpPr>
        <p:spPr>
          <a:xfrm>
            <a:off x="4989537" y="247299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3-line180"/>
          <p:cNvSpPr/>
          <p:nvPr/>
        </p:nvSpPr>
        <p:spPr>
          <a:xfrm>
            <a:off x="4989537" y="274612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3-line181"/>
          <p:cNvSpPr/>
          <p:nvPr/>
        </p:nvSpPr>
        <p:spPr>
          <a:xfrm>
            <a:off x="4989537" y="301924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3-line182"/>
          <p:cNvSpPr/>
          <p:nvPr/>
        </p:nvSpPr>
        <p:spPr>
          <a:xfrm>
            <a:off x="4989537" y="329236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3-line183"/>
          <p:cNvSpPr/>
          <p:nvPr/>
        </p:nvSpPr>
        <p:spPr>
          <a:xfrm>
            <a:off x="4989537" y="356549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3-line184"/>
          <p:cNvSpPr/>
          <p:nvPr/>
        </p:nvSpPr>
        <p:spPr>
          <a:xfrm>
            <a:off x="4989537" y="383861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3-figure185" descr="십 모형 10개"/>
          <p:cNvSpPr/>
          <p:nvPr/>
        </p:nvSpPr>
        <p:spPr>
          <a:xfrm>
            <a:off x="548640" y="1380505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6" name="S03-label186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10이 10개</a:t>
            </a:r>
            <a:endParaRPr lang="ko-KR" sz="2600" dirty="0"/>
          </a:p>
        </p:txBody>
      </p:sp>
      <p:sp>
        <p:nvSpPr>
          <p:cNvPr id="107" name="S03-flat187"/>
          <p:cNvSpPr/>
          <p:nvPr/>
        </p:nvSpPr>
        <p:spPr>
          <a:xfrm>
            <a:off x="7499851" y="1380505"/>
            <a:ext cx="273123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8" name="S03-line188"/>
          <p:cNvSpPr/>
          <p:nvPr/>
        </p:nvSpPr>
        <p:spPr>
          <a:xfrm>
            <a:off x="7772974" y="1380505"/>
            <a:ext cx="0" cy="273123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3-line189"/>
          <p:cNvSpPr/>
          <p:nvPr/>
        </p:nvSpPr>
        <p:spPr>
          <a:xfrm>
            <a:off x="7499851" y="1653628"/>
            <a:ext cx="273123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3-line190"/>
          <p:cNvSpPr/>
          <p:nvPr/>
        </p:nvSpPr>
        <p:spPr>
          <a:xfrm>
            <a:off x="8046097" y="1380505"/>
            <a:ext cx="0" cy="273123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3-line191"/>
          <p:cNvSpPr/>
          <p:nvPr/>
        </p:nvSpPr>
        <p:spPr>
          <a:xfrm>
            <a:off x="7499851" y="1926751"/>
            <a:ext cx="273123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3-line192"/>
          <p:cNvSpPr/>
          <p:nvPr/>
        </p:nvSpPr>
        <p:spPr>
          <a:xfrm>
            <a:off x="8319220" y="1380505"/>
            <a:ext cx="0" cy="273123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3-line193"/>
          <p:cNvSpPr/>
          <p:nvPr/>
        </p:nvSpPr>
        <p:spPr>
          <a:xfrm>
            <a:off x="7499851" y="2199874"/>
            <a:ext cx="273123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3-line194"/>
          <p:cNvSpPr/>
          <p:nvPr/>
        </p:nvSpPr>
        <p:spPr>
          <a:xfrm>
            <a:off x="8592344" y="1380505"/>
            <a:ext cx="0" cy="273123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3-line195"/>
          <p:cNvSpPr/>
          <p:nvPr/>
        </p:nvSpPr>
        <p:spPr>
          <a:xfrm>
            <a:off x="7499851" y="2472998"/>
            <a:ext cx="273123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3-line196"/>
          <p:cNvSpPr/>
          <p:nvPr/>
        </p:nvSpPr>
        <p:spPr>
          <a:xfrm>
            <a:off x="8865467" y="1380505"/>
            <a:ext cx="0" cy="273123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3-line197"/>
          <p:cNvSpPr/>
          <p:nvPr/>
        </p:nvSpPr>
        <p:spPr>
          <a:xfrm>
            <a:off x="7499851" y="2746121"/>
            <a:ext cx="273123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3-line198"/>
          <p:cNvSpPr/>
          <p:nvPr/>
        </p:nvSpPr>
        <p:spPr>
          <a:xfrm>
            <a:off x="9138590" y="1380505"/>
            <a:ext cx="0" cy="273123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3-line199"/>
          <p:cNvSpPr/>
          <p:nvPr/>
        </p:nvSpPr>
        <p:spPr>
          <a:xfrm>
            <a:off x="7499851" y="3019244"/>
            <a:ext cx="273123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3-line200"/>
          <p:cNvSpPr/>
          <p:nvPr/>
        </p:nvSpPr>
        <p:spPr>
          <a:xfrm>
            <a:off x="9411714" y="1380505"/>
            <a:ext cx="0" cy="273123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3-line201"/>
          <p:cNvSpPr/>
          <p:nvPr/>
        </p:nvSpPr>
        <p:spPr>
          <a:xfrm>
            <a:off x="7499851" y="3292368"/>
            <a:ext cx="273123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3-line202"/>
          <p:cNvSpPr/>
          <p:nvPr/>
        </p:nvSpPr>
        <p:spPr>
          <a:xfrm>
            <a:off x="9684837" y="1380505"/>
            <a:ext cx="0" cy="273123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3-line203"/>
          <p:cNvSpPr/>
          <p:nvPr/>
        </p:nvSpPr>
        <p:spPr>
          <a:xfrm>
            <a:off x="7499851" y="3565491"/>
            <a:ext cx="273123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3-line204"/>
          <p:cNvSpPr/>
          <p:nvPr/>
        </p:nvSpPr>
        <p:spPr>
          <a:xfrm>
            <a:off x="9957960" y="1380505"/>
            <a:ext cx="0" cy="273123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3-line205"/>
          <p:cNvSpPr/>
          <p:nvPr/>
        </p:nvSpPr>
        <p:spPr>
          <a:xfrm>
            <a:off x="7499851" y="3838614"/>
            <a:ext cx="273123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3-figure206" descr="백 모형 1개"/>
          <p:cNvSpPr/>
          <p:nvPr/>
        </p:nvSpPr>
        <p:spPr>
          <a:xfrm>
            <a:off x="6254496" y="1380505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7" name="S03-label207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 모형 1개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100이 몇 개?</a:t>
            </a:r>
            <a:endParaRPr lang="ko-KR" sz="4400" dirty="0"/>
          </a:p>
        </p:txBody>
      </p:sp>
      <p:sp>
        <p:nvSpPr>
          <p:cNvPr id="3" name="S04-text20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100이 하나씩 늘어나요.</a:t>
            </a:r>
            <a:endParaRPr lang="ko-KR" sz="3200" dirty="0"/>
          </a:p>
        </p:txBody>
      </p:sp>
      <p:sp>
        <p:nvSpPr>
          <p:cNvPr id="4" name="S04-card20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100이 3개면 300, 삼백이에요.</a:t>
            </a:r>
            <a:endParaRPr lang="ko-KR" sz="3200" dirty="0"/>
          </a:p>
        </p:txBody>
      </p:sp>
      <p:graphicFrame>
        <p:nvGraphicFramePr>
          <p:cNvPr id="5" name="S04-table2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436876" y="2089785"/>
          <a:ext cx="7315200" cy="914400"/>
        </p:xfrm>
        <a:graphic>
          <a:graphicData uri="http://schemas.openxmlformats.org/drawingml/2006/table">
            <a:tbl>
              <a:tblPr/>
              <a:tblGrid>
                <a:gridCol w="2487168"/>
                <a:gridCol w="2414016"/>
                <a:gridCol w="2414016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100이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읽기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자리 수</a:t>
            </a:r>
            <a:endParaRPr lang="ko-KR" sz="4400" dirty="0"/>
          </a:p>
        </p:txBody>
      </p:sp>
      <p:sp>
        <p:nvSpPr>
          <p:cNvPr id="3" name="S05-card212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13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247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이백사십칠이라고 읽어요.</a:t>
            </a:r>
            <a:endParaRPr lang="ko-KR" sz="3200" dirty="0"/>
          </a:p>
        </p:txBody>
      </p:sp>
      <p:sp>
        <p:nvSpPr>
          <p:cNvPr id="5" name="S05-flat214"/>
          <p:cNvSpPr/>
          <p:nvPr/>
        </p:nvSpPr>
        <p:spPr>
          <a:xfrm>
            <a:off x="634951" y="2142470"/>
            <a:ext cx="1726223" cy="17262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5-line215"/>
          <p:cNvSpPr/>
          <p:nvPr/>
        </p:nvSpPr>
        <p:spPr>
          <a:xfrm>
            <a:off x="807573" y="2142470"/>
            <a:ext cx="0" cy="1726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5-line216"/>
          <p:cNvSpPr/>
          <p:nvPr/>
        </p:nvSpPr>
        <p:spPr>
          <a:xfrm>
            <a:off x="634951" y="2315093"/>
            <a:ext cx="17262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5-line217"/>
          <p:cNvSpPr/>
          <p:nvPr/>
        </p:nvSpPr>
        <p:spPr>
          <a:xfrm>
            <a:off x="980196" y="2142470"/>
            <a:ext cx="0" cy="1726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5-line218"/>
          <p:cNvSpPr/>
          <p:nvPr/>
        </p:nvSpPr>
        <p:spPr>
          <a:xfrm>
            <a:off x="634951" y="2487715"/>
            <a:ext cx="17262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5-line219"/>
          <p:cNvSpPr/>
          <p:nvPr/>
        </p:nvSpPr>
        <p:spPr>
          <a:xfrm>
            <a:off x="1152818" y="2142470"/>
            <a:ext cx="0" cy="1726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5-line220"/>
          <p:cNvSpPr/>
          <p:nvPr/>
        </p:nvSpPr>
        <p:spPr>
          <a:xfrm>
            <a:off x="634951" y="2660337"/>
            <a:ext cx="17262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5-line221"/>
          <p:cNvSpPr/>
          <p:nvPr/>
        </p:nvSpPr>
        <p:spPr>
          <a:xfrm>
            <a:off x="1325440" y="2142470"/>
            <a:ext cx="0" cy="1726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5-line222"/>
          <p:cNvSpPr/>
          <p:nvPr/>
        </p:nvSpPr>
        <p:spPr>
          <a:xfrm>
            <a:off x="634951" y="2832960"/>
            <a:ext cx="17262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5-line223"/>
          <p:cNvSpPr/>
          <p:nvPr/>
        </p:nvSpPr>
        <p:spPr>
          <a:xfrm>
            <a:off x="1498063" y="2142470"/>
            <a:ext cx="0" cy="1726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5-line224"/>
          <p:cNvSpPr/>
          <p:nvPr/>
        </p:nvSpPr>
        <p:spPr>
          <a:xfrm>
            <a:off x="634951" y="3005582"/>
            <a:ext cx="17262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5-line225"/>
          <p:cNvSpPr/>
          <p:nvPr/>
        </p:nvSpPr>
        <p:spPr>
          <a:xfrm>
            <a:off x="1670685" y="2142470"/>
            <a:ext cx="0" cy="1726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5-line226"/>
          <p:cNvSpPr/>
          <p:nvPr/>
        </p:nvSpPr>
        <p:spPr>
          <a:xfrm>
            <a:off x="634951" y="3178204"/>
            <a:ext cx="17262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5-line227"/>
          <p:cNvSpPr/>
          <p:nvPr/>
        </p:nvSpPr>
        <p:spPr>
          <a:xfrm>
            <a:off x="1843307" y="2142470"/>
            <a:ext cx="0" cy="1726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5-line228"/>
          <p:cNvSpPr/>
          <p:nvPr/>
        </p:nvSpPr>
        <p:spPr>
          <a:xfrm>
            <a:off x="634951" y="3350827"/>
            <a:ext cx="17262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5-line229"/>
          <p:cNvSpPr/>
          <p:nvPr/>
        </p:nvSpPr>
        <p:spPr>
          <a:xfrm>
            <a:off x="2015930" y="2142470"/>
            <a:ext cx="0" cy="1726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5-line230"/>
          <p:cNvSpPr/>
          <p:nvPr/>
        </p:nvSpPr>
        <p:spPr>
          <a:xfrm>
            <a:off x="634951" y="3523449"/>
            <a:ext cx="17262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5-line231"/>
          <p:cNvSpPr/>
          <p:nvPr/>
        </p:nvSpPr>
        <p:spPr>
          <a:xfrm>
            <a:off x="2188552" y="2142470"/>
            <a:ext cx="0" cy="1726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5-line232"/>
          <p:cNvSpPr/>
          <p:nvPr/>
        </p:nvSpPr>
        <p:spPr>
          <a:xfrm>
            <a:off x="634951" y="3696071"/>
            <a:ext cx="17262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5-flat233"/>
          <p:cNvSpPr/>
          <p:nvPr/>
        </p:nvSpPr>
        <p:spPr>
          <a:xfrm>
            <a:off x="2464748" y="2142470"/>
            <a:ext cx="1726223" cy="17262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5-line234"/>
          <p:cNvSpPr/>
          <p:nvPr/>
        </p:nvSpPr>
        <p:spPr>
          <a:xfrm>
            <a:off x="2637370" y="2142470"/>
            <a:ext cx="0" cy="1726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5-line235"/>
          <p:cNvSpPr/>
          <p:nvPr/>
        </p:nvSpPr>
        <p:spPr>
          <a:xfrm>
            <a:off x="2464748" y="2315093"/>
            <a:ext cx="17262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5-line236"/>
          <p:cNvSpPr/>
          <p:nvPr/>
        </p:nvSpPr>
        <p:spPr>
          <a:xfrm>
            <a:off x="2809992" y="2142470"/>
            <a:ext cx="0" cy="1726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5-line237"/>
          <p:cNvSpPr/>
          <p:nvPr/>
        </p:nvSpPr>
        <p:spPr>
          <a:xfrm>
            <a:off x="2464748" y="2487715"/>
            <a:ext cx="17262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5-line238"/>
          <p:cNvSpPr/>
          <p:nvPr/>
        </p:nvSpPr>
        <p:spPr>
          <a:xfrm>
            <a:off x="2982615" y="2142470"/>
            <a:ext cx="0" cy="1726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5-line239"/>
          <p:cNvSpPr/>
          <p:nvPr/>
        </p:nvSpPr>
        <p:spPr>
          <a:xfrm>
            <a:off x="2464748" y="2660337"/>
            <a:ext cx="17262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5-line240"/>
          <p:cNvSpPr/>
          <p:nvPr/>
        </p:nvSpPr>
        <p:spPr>
          <a:xfrm>
            <a:off x="3155237" y="2142470"/>
            <a:ext cx="0" cy="1726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5-line241"/>
          <p:cNvSpPr/>
          <p:nvPr/>
        </p:nvSpPr>
        <p:spPr>
          <a:xfrm>
            <a:off x="2464748" y="2832960"/>
            <a:ext cx="17262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5-line242"/>
          <p:cNvSpPr/>
          <p:nvPr/>
        </p:nvSpPr>
        <p:spPr>
          <a:xfrm>
            <a:off x="3327859" y="2142470"/>
            <a:ext cx="0" cy="1726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5-line243"/>
          <p:cNvSpPr/>
          <p:nvPr/>
        </p:nvSpPr>
        <p:spPr>
          <a:xfrm>
            <a:off x="2464748" y="3005582"/>
            <a:ext cx="17262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5-line244"/>
          <p:cNvSpPr/>
          <p:nvPr/>
        </p:nvSpPr>
        <p:spPr>
          <a:xfrm>
            <a:off x="3500481" y="2142470"/>
            <a:ext cx="0" cy="1726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5-line245"/>
          <p:cNvSpPr/>
          <p:nvPr/>
        </p:nvSpPr>
        <p:spPr>
          <a:xfrm>
            <a:off x="2464748" y="3178204"/>
            <a:ext cx="17262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5-line246"/>
          <p:cNvSpPr/>
          <p:nvPr/>
        </p:nvSpPr>
        <p:spPr>
          <a:xfrm>
            <a:off x="3673104" y="2142470"/>
            <a:ext cx="0" cy="1726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5-line247"/>
          <p:cNvSpPr/>
          <p:nvPr/>
        </p:nvSpPr>
        <p:spPr>
          <a:xfrm>
            <a:off x="2464748" y="3350827"/>
            <a:ext cx="17262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5-line248"/>
          <p:cNvSpPr/>
          <p:nvPr/>
        </p:nvSpPr>
        <p:spPr>
          <a:xfrm>
            <a:off x="3845726" y="2142470"/>
            <a:ext cx="0" cy="1726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5-line249"/>
          <p:cNvSpPr/>
          <p:nvPr/>
        </p:nvSpPr>
        <p:spPr>
          <a:xfrm>
            <a:off x="2464748" y="3523449"/>
            <a:ext cx="17262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5-line250"/>
          <p:cNvSpPr/>
          <p:nvPr/>
        </p:nvSpPr>
        <p:spPr>
          <a:xfrm>
            <a:off x="4018348" y="2142470"/>
            <a:ext cx="0" cy="1726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5-line251"/>
          <p:cNvSpPr/>
          <p:nvPr/>
        </p:nvSpPr>
        <p:spPr>
          <a:xfrm>
            <a:off x="2464748" y="3696071"/>
            <a:ext cx="17262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5-rod252"/>
          <p:cNvSpPr/>
          <p:nvPr/>
        </p:nvSpPr>
        <p:spPr>
          <a:xfrm>
            <a:off x="4294544" y="2142470"/>
            <a:ext cx="172622" cy="17262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5-line253"/>
          <p:cNvSpPr/>
          <p:nvPr/>
        </p:nvSpPr>
        <p:spPr>
          <a:xfrm>
            <a:off x="4294544" y="2315093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5-line254"/>
          <p:cNvSpPr/>
          <p:nvPr/>
        </p:nvSpPr>
        <p:spPr>
          <a:xfrm>
            <a:off x="4294544" y="2487715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5-line255"/>
          <p:cNvSpPr/>
          <p:nvPr/>
        </p:nvSpPr>
        <p:spPr>
          <a:xfrm>
            <a:off x="4294544" y="2660337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5-line256"/>
          <p:cNvSpPr/>
          <p:nvPr/>
        </p:nvSpPr>
        <p:spPr>
          <a:xfrm>
            <a:off x="4294544" y="2832960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5-line257"/>
          <p:cNvSpPr/>
          <p:nvPr/>
        </p:nvSpPr>
        <p:spPr>
          <a:xfrm>
            <a:off x="4294544" y="3005582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5-line258"/>
          <p:cNvSpPr/>
          <p:nvPr/>
        </p:nvSpPr>
        <p:spPr>
          <a:xfrm>
            <a:off x="4294544" y="3178204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5-line259"/>
          <p:cNvSpPr/>
          <p:nvPr/>
        </p:nvSpPr>
        <p:spPr>
          <a:xfrm>
            <a:off x="4294544" y="3350827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5-line260"/>
          <p:cNvSpPr/>
          <p:nvPr/>
        </p:nvSpPr>
        <p:spPr>
          <a:xfrm>
            <a:off x="4294544" y="3523449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5-line261"/>
          <p:cNvSpPr/>
          <p:nvPr/>
        </p:nvSpPr>
        <p:spPr>
          <a:xfrm>
            <a:off x="4294544" y="3696071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5-rod262"/>
          <p:cNvSpPr/>
          <p:nvPr/>
        </p:nvSpPr>
        <p:spPr>
          <a:xfrm>
            <a:off x="4570740" y="2142470"/>
            <a:ext cx="172622" cy="17262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4" name="S05-line263"/>
          <p:cNvSpPr/>
          <p:nvPr/>
        </p:nvSpPr>
        <p:spPr>
          <a:xfrm>
            <a:off x="4570740" y="2315093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5-line264"/>
          <p:cNvSpPr/>
          <p:nvPr/>
        </p:nvSpPr>
        <p:spPr>
          <a:xfrm>
            <a:off x="4570740" y="2487715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5-line265"/>
          <p:cNvSpPr/>
          <p:nvPr/>
        </p:nvSpPr>
        <p:spPr>
          <a:xfrm>
            <a:off x="4570740" y="2660337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5-line266"/>
          <p:cNvSpPr/>
          <p:nvPr/>
        </p:nvSpPr>
        <p:spPr>
          <a:xfrm>
            <a:off x="4570740" y="2832960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5-line267"/>
          <p:cNvSpPr/>
          <p:nvPr/>
        </p:nvSpPr>
        <p:spPr>
          <a:xfrm>
            <a:off x="4570740" y="3005582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5-line268"/>
          <p:cNvSpPr/>
          <p:nvPr/>
        </p:nvSpPr>
        <p:spPr>
          <a:xfrm>
            <a:off x="4570740" y="3178204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5-line269"/>
          <p:cNvSpPr/>
          <p:nvPr/>
        </p:nvSpPr>
        <p:spPr>
          <a:xfrm>
            <a:off x="4570740" y="3350827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5-line270"/>
          <p:cNvSpPr/>
          <p:nvPr/>
        </p:nvSpPr>
        <p:spPr>
          <a:xfrm>
            <a:off x="4570740" y="3523449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5-line271"/>
          <p:cNvSpPr/>
          <p:nvPr/>
        </p:nvSpPr>
        <p:spPr>
          <a:xfrm>
            <a:off x="4570740" y="3696071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5-rod272"/>
          <p:cNvSpPr/>
          <p:nvPr/>
        </p:nvSpPr>
        <p:spPr>
          <a:xfrm>
            <a:off x="4846935" y="2142470"/>
            <a:ext cx="172622" cy="17262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4" name="S05-line273"/>
          <p:cNvSpPr/>
          <p:nvPr/>
        </p:nvSpPr>
        <p:spPr>
          <a:xfrm>
            <a:off x="4846935" y="2315093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5-line274"/>
          <p:cNvSpPr/>
          <p:nvPr/>
        </p:nvSpPr>
        <p:spPr>
          <a:xfrm>
            <a:off x="4846935" y="2487715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5-line275"/>
          <p:cNvSpPr/>
          <p:nvPr/>
        </p:nvSpPr>
        <p:spPr>
          <a:xfrm>
            <a:off x="4846935" y="2660337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5-line276"/>
          <p:cNvSpPr/>
          <p:nvPr/>
        </p:nvSpPr>
        <p:spPr>
          <a:xfrm>
            <a:off x="4846935" y="2832960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05-line277"/>
          <p:cNvSpPr/>
          <p:nvPr/>
        </p:nvSpPr>
        <p:spPr>
          <a:xfrm>
            <a:off x="4846935" y="3005582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05-line278"/>
          <p:cNvSpPr/>
          <p:nvPr/>
        </p:nvSpPr>
        <p:spPr>
          <a:xfrm>
            <a:off x="4846935" y="3178204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05-line279"/>
          <p:cNvSpPr/>
          <p:nvPr/>
        </p:nvSpPr>
        <p:spPr>
          <a:xfrm>
            <a:off x="4846935" y="3350827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05-line280"/>
          <p:cNvSpPr/>
          <p:nvPr/>
        </p:nvSpPr>
        <p:spPr>
          <a:xfrm>
            <a:off x="4846935" y="3523449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05-line281"/>
          <p:cNvSpPr/>
          <p:nvPr/>
        </p:nvSpPr>
        <p:spPr>
          <a:xfrm>
            <a:off x="4846935" y="3696071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05-rod282"/>
          <p:cNvSpPr/>
          <p:nvPr/>
        </p:nvSpPr>
        <p:spPr>
          <a:xfrm>
            <a:off x="5123131" y="2142470"/>
            <a:ext cx="172622" cy="17262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4" name="S05-line283"/>
          <p:cNvSpPr/>
          <p:nvPr/>
        </p:nvSpPr>
        <p:spPr>
          <a:xfrm>
            <a:off x="5123131" y="2315093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5-line284"/>
          <p:cNvSpPr/>
          <p:nvPr/>
        </p:nvSpPr>
        <p:spPr>
          <a:xfrm>
            <a:off x="5123131" y="2487715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05-line285"/>
          <p:cNvSpPr/>
          <p:nvPr/>
        </p:nvSpPr>
        <p:spPr>
          <a:xfrm>
            <a:off x="5123131" y="2660337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05-line286"/>
          <p:cNvSpPr/>
          <p:nvPr/>
        </p:nvSpPr>
        <p:spPr>
          <a:xfrm>
            <a:off x="5123131" y="2832960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8" name="S05-line287"/>
          <p:cNvSpPr/>
          <p:nvPr/>
        </p:nvSpPr>
        <p:spPr>
          <a:xfrm>
            <a:off x="5123131" y="3005582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05-line288"/>
          <p:cNvSpPr/>
          <p:nvPr/>
        </p:nvSpPr>
        <p:spPr>
          <a:xfrm>
            <a:off x="5123131" y="3178204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05-line289"/>
          <p:cNvSpPr/>
          <p:nvPr/>
        </p:nvSpPr>
        <p:spPr>
          <a:xfrm>
            <a:off x="5123131" y="3350827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05-line290"/>
          <p:cNvSpPr/>
          <p:nvPr/>
        </p:nvSpPr>
        <p:spPr>
          <a:xfrm>
            <a:off x="5123131" y="3523449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05-line291"/>
          <p:cNvSpPr/>
          <p:nvPr/>
        </p:nvSpPr>
        <p:spPr>
          <a:xfrm>
            <a:off x="5123131" y="3696071"/>
            <a:ext cx="17262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05-unit292"/>
          <p:cNvSpPr/>
          <p:nvPr/>
        </p:nvSpPr>
        <p:spPr>
          <a:xfrm>
            <a:off x="5399327" y="3652916"/>
            <a:ext cx="172622" cy="172622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4" name="S05-unit293"/>
          <p:cNvSpPr/>
          <p:nvPr/>
        </p:nvSpPr>
        <p:spPr>
          <a:xfrm>
            <a:off x="5399327" y="3437138"/>
            <a:ext cx="172622" cy="172622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5" name="S05-unit294"/>
          <p:cNvSpPr/>
          <p:nvPr/>
        </p:nvSpPr>
        <p:spPr>
          <a:xfrm>
            <a:off x="5399327" y="3221360"/>
            <a:ext cx="172622" cy="172622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6" name="S05-unit295"/>
          <p:cNvSpPr/>
          <p:nvPr/>
        </p:nvSpPr>
        <p:spPr>
          <a:xfrm>
            <a:off x="5399327" y="3005582"/>
            <a:ext cx="172622" cy="172622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7" name="S05-unit296"/>
          <p:cNvSpPr/>
          <p:nvPr/>
        </p:nvSpPr>
        <p:spPr>
          <a:xfrm>
            <a:off x="5399327" y="2789804"/>
            <a:ext cx="172622" cy="172622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8" name="S05-unit297"/>
          <p:cNvSpPr/>
          <p:nvPr/>
        </p:nvSpPr>
        <p:spPr>
          <a:xfrm>
            <a:off x="5623736" y="3652916"/>
            <a:ext cx="172622" cy="172622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9" name="S05-unit298"/>
          <p:cNvSpPr/>
          <p:nvPr/>
        </p:nvSpPr>
        <p:spPr>
          <a:xfrm>
            <a:off x="5623736" y="3437138"/>
            <a:ext cx="172622" cy="172622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0" name="S05-figure299" descr="백 모형 2개, 십 모형 4개, 일 모형 7개"/>
          <p:cNvSpPr/>
          <p:nvPr/>
        </p:nvSpPr>
        <p:spPr>
          <a:xfrm>
            <a:off x="548640" y="214247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graphicFrame>
        <p:nvGraphicFramePr>
          <p:cNvPr id="6" name="S05-table30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5684" y="2493772"/>
          <a:ext cx="46634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554480"/>
                <a:gridCol w="155448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백의 자리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십의 자리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일의 자리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자리마다 값이 달라요</a:t>
            </a:r>
            <a:endParaRPr lang="ko-KR" sz="4400" dirty="0"/>
          </a:p>
        </p:txBody>
      </p:sp>
      <p:sp>
        <p:nvSpPr>
          <p:cNvPr id="3" name="S06-text30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247의 숫자는 얼마를 나타낼까요?</a:t>
            </a:r>
            <a:endParaRPr lang="ko-KR" sz="3200" dirty="0"/>
          </a:p>
        </p:txBody>
      </p:sp>
      <p:sp>
        <p:nvSpPr>
          <p:cNvPr id="4" name="S06-card30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30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247 = 200 + 40 + 7</a:t>
            </a:r>
            <a:endParaRPr lang="ko-KR" sz="3200" dirty="0"/>
          </a:p>
        </p:txBody>
      </p:sp>
      <p:graphicFrame>
        <p:nvGraphicFramePr>
          <p:cNvPr id="7" name="S06-table3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762756" y="2798445"/>
          <a:ext cx="46634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554480"/>
                <a:gridCol w="155448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백의 자리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십의 자리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일의 자리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0이 있는 수</a:t>
            </a:r>
            <a:endParaRPr lang="ko-KR" sz="4400" dirty="0"/>
          </a:p>
        </p:txBody>
      </p:sp>
      <p:sp>
        <p:nvSpPr>
          <p:cNvPr id="3" name="S07-card30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0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305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삼백오라고 읽어요. 0인 자리는 읽지 않아요.</a:t>
            </a:r>
            <a:endParaRPr lang="ko-KR" sz="3200" dirty="0"/>
          </a:p>
        </p:txBody>
      </p:sp>
      <p:sp>
        <p:nvSpPr>
          <p:cNvPr id="5" name="S07-flat307"/>
          <p:cNvSpPr/>
          <p:nvPr/>
        </p:nvSpPr>
        <p:spPr>
          <a:xfrm>
            <a:off x="627611" y="2215873"/>
            <a:ext cx="1579418" cy="157941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7-line308"/>
          <p:cNvSpPr/>
          <p:nvPr/>
        </p:nvSpPr>
        <p:spPr>
          <a:xfrm>
            <a:off x="785553" y="2215873"/>
            <a:ext cx="0" cy="15794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7-line309"/>
          <p:cNvSpPr/>
          <p:nvPr/>
        </p:nvSpPr>
        <p:spPr>
          <a:xfrm>
            <a:off x="627611" y="2373815"/>
            <a:ext cx="157941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7-line310"/>
          <p:cNvSpPr/>
          <p:nvPr/>
        </p:nvSpPr>
        <p:spPr>
          <a:xfrm>
            <a:off x="943495" y="2215873"/>
            <a:ext cx="0" cy="15794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7-line311"/>
          <p:cNvSpPr/>
          <p:nvPr/>
        </p:nvSpPr>
        <p:spPr>
          <a:xfrm>
            <a:off x="627611" y="2531757"/>
            <a:ext cx="157941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7-line312"/>
          <p:cNvSpPr/>
          <p:nvPr/>
        </p:nvSpPr>
        <p:spPr>
          <a:xfrm>
            <a:off x="1101436" y="2215873"/>
            <a:ext cx="0" cy="15794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7-line313"/>
          <p:cNvSpPr/>
          <p:nvPr/>
        </p:nvSpPr>
        <p:spPr>
          <a:xfrm>
            <a:off x="627611" y="2689698"/>
            <a:ext cx="157941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7-line314"/>
          <p:cNvSpPr/>
          <p:nvPr/>
        </p:nvSpPr>
        <p:spPr>
          <a:xfrm>
            <a:off x="1259378" y="2215873"/>
            <a:ext cx="0" cy="15794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7-line315"/>
          <p:cNvSpPr/>
          <p:nvPr/>
        </p:nvSpPr>
        <p:spPr>
          <a:xfrm>
            <a:off x="627611" y="2847640"/>
            <a:ext cx="157941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7-line316"/>
          <p:cNvSpPr/>
          <p:nvPr/>
        </p:nvSpPr>
        <p:spPr>
          <a:xfrm>
            <a:off x="1417320" y="2215873"/>
            <a:ext cx="0" cy="15794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7-line317"/>
          <p:cNvSpPr/>
          <p:nvPr/>
        </p:nvSpPr>
        <p:spPr>
          <a:xfrm>
            <a:off x="627611" y="3005582"/>
            <a:ext cx="157941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7-line318"/>
          <p:cNvSpPr/>
          <p:nvPr/>
        </p:nvSpPr>
        <p:spPr>
          <a:xfrm>
            <a:off x="1575262" y="2215873"/>
            <a:ext cx="0" cy="15794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7-line319"/>
          <p:cNvSpPr/>
          <p:nvPr/>
        </p:nvSpPr>
        <p:spPr>
          <a:xfrm>
            <a:off x="627611" y="3163524"/>
            <a:ext cx="157941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7-line320"/>
          <p:cNvSpPr/>
          <p:nvPr/>
        </p:nvSpPr>
        <p:spPr>
          <a:xfrm>
            <a:off x="1733204" y="2215873"/>
            <a:ext cx="0" cy="15794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7-line321"/>
          <p:cNvSpPr/>
          <p:nvPr/>
        </p:nvSpPr>
        <p:spPr>
          <a:xfrm>
            <a:off x="627611" y="3321466"/>
            <a:ext cx="157941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7-line322"/>
          <p:cNvSpPr/>
          <p:nvPr/>
        </p:nvSpPr>
        <p:spPr>
          <a:xfrm>
            <a:off x="1891145" y="2215873"/>
            <a:ext cx="0" cy="15794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7-line323"/>
          <p:cNvSpPr/>
          <p:nvPr/>
        </p:nvSpPr>
        <p:spPr>
          <a:xfrm>
            <a:off x="627611" y="3479407"/>
            <a:ext cx="157941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7-line324"/>
          <p:cNvSpPr/>
          <p:nvPr/>
        </p:nvSpPr>
        <p:spPr>
          <a:xfrm>
            <a:off x="2049087" y="2215873"/>
            <a:ext cx="0" cy="15794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7-line325"/>
          <p:cNvSpPr/>
          <p:nvPr/>
        </p:nvSpPr>
        <p:spPr>
          <a:xfrm>
            <a:off x="627611" y="3637349"/>
            <a:ext cx="157941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7-flat326"/>
          <p:cNvSpPr/>
          <p:nvPr/>
        </p:nvSpPr>
        <p:spPr>
          <a:xfrm>
            <a:off x="2301794" y="2215873"/>
            <a:ext cx="1579418" cy="157941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7-line327"/>
          <p:cNvSpPr/>
          <p:nvPr/>
        </p:nvSpPr>
        <p:spPr>
          <a:xfrm>
            <a:off x="2459736" y="2215873"/>
            <a:ext cx="0" cy="15794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7-line328"/>
          <p:cNvSpPr/>
          <p:nvPr/>
        </p:nvSpPr>
        <p:spPr>
          <a:xfrm>
            <a:off x="2301794" y="2373815"/>
            <a:ext cx="157941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7-line329"/>
          <p:cNvSpPr/>
          <p:nvPr/>
        </p:nvSpPr>
        <p:spPr>
          <a:xfrm>
            <a:off x="2617678" y="2215873"/>
            <a:ext cx="0" cy="15794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7-line330"/>
          <p:cNvSpPr/>
          <p:nvPr/>
        </p:nvSpPr>
        <p:spPr>
          <a:xfrm>
            <a:off x="2301794" y="2531757"/>
            <a:ext cx="157941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7-line331"/>
          <p:cNvSpPr/>
          <p:nvPr/>
        </p:nvSpPr>
        <p:spPr>
          <a:xfrm>
            <a:off x="2775620" y="2215873"/>
            <a:ext cx="0" cy="15794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7-line332"/>
          <p:cNvSpPr/>
          <p:nvPr/>
        </p:nvSpPr>
        <p:spPr>
          <a:xfrm>
            <a:off x="2301794" y="2689698"/>
            <a:ext cx="157941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7-line333"/>
          <p:cNvSpPr/>
          <p:nvPr/>
        </p:nvSpPr>
        <p:spPr>
          <a:xfrm>
            <a:off x="2933561" y="2215873"/>
            <a:ext cx="0" cy="15794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7-line334"/>
          <p:cNvSpPr/>
          <p:nvPr/>
        </p:nvSpPr>
        <p:spPr>
          <a:xfrm>
            <a:off x="2301794" y="2847640"/>
            <a:ext cx="157941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7-line335"/>
          <p:cNvSpPr/>
          <p:nvPr/>
        </p:nvSpPr>
        <p:spPr>
          <a:xfrm>
            <a:off x="3091503" y="2215873"/>
            <a:ext cx="0" cy="15794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7-line336"/>
          <p:cNvSpPr/>
          <p:nvPr/>
        </p:nvSpPr>
        <p:spPr>
          <a:xfrm>
            <a:off x="2301794" y="3005582"/>
            <a:ext cx="157941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7-line337"/>
          <p:cNvSpPr/>
          <p:nvPr/>
        </p:nvSpPr>
        <p:spPr>
          <a:xfrm>
            <a:off x="3249445" y="2215873"/>
            <a:ext cx="0" cy="15794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7-line338"/>
          <p:cNvSpPr/>
          <p:nvPr/>
        </p:nvSpPr>
        <p:spPr>
          <a:xfrm>
            <a:off x="2301794" y="3163524"/>
            <a:ext cx="157941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7-line339"/>
          <p:cNvSpPr/>
          <p:nvPr/>
        </p:nvSpPr>
        <p:spPr>
          <a:xfrm>
            <a:off x="3407387" y="2215873"/>
            <a:ext cx="0" cy="15794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7-line340"/>
          <p:cNvSpPr/>
          <p:nvPr/>
        </p:nvSpPr>
        <p:spPr>
          <a:xfrm>
            <a:off x="2301794" y="3321466"/>
            <a:ext cx="157941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7-line341"/>
          <p:cNvSpPr/>
          <p:nvPr/>
        </p:nvSpPr>
        <p:spPr>
          <a:xfrm>
            <a:off x="3565329" y="2215873"/>
            <a:ext cx="0" cy="15794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7-line342"/>
          <p:cNvSpPr/>
          <p:nvPr/>
        </p:nvSpPr>
        <p:spPr>
          <a:xfrm>
            <a:off x="2301794" y="3479407"/>
            <a:ext cx="157941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7-line343"/>
          <p:cNvSpPr/>
          <p:nvPr/>
        </p:nvSpPr>
        <p:spPr>
          <a:xfrm>
            <a:off x="3723271" y="2215873"/>
            <a:ext cx="0" cy="15794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7-line344"/>
          <p:cNvSpPr/>
          <p:nvPr/>
        </p:nvSpPr>
        <p:spPr>
          <a:xfrm>
            <a:off x="2301794" y="3637349"/>
            <a:ext cx="157941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7-flat345"/>
          <p:cNvSpPr/>
          <p:nvPr/>
        </p:nvSpPr>
        <p:spPr>
          <a:xfrm>
            <a:off x="3975977" y="2215873"/>
            <a:ext cx="1579418" cy="157941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7-line346"/>
          <p:cNvSpPr/>
          <p:nvPr/>
        </p:nvSpPr>
        <p:spPr>
          <a:xfrm>
            <a:off x="4133919" y="2215873"/>
            <a:ext cx="0" cy="15794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7-line347"/>
          <p:cNvSpPr/>
          <p:nvPr/>
        </p:nvSpPr>
        <p:spPr>
          <a:xfrm>
            <a:off x="3975977" y="2373815"/>
            <a:ext cx="157941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7-line348"/>
          <p:cNvSpPr/>
          <p:nvPr/>
        </p:nvSpPr>
        <p:spPr>
          <a:xfrm>
            <a:off x="4291861" y="2215873"/>
            <a:ext cx="0" cy="15794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7-line349"/>
          <p:cNvSpPr/>
          <p:nvPr/>
        </p:nvSpPr>
        <p:spPr>
          <a:xfrm>
            <a:off x="3975977" y="2531757"/>
            <a:ext cx="157941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7-line350"/>
          <p:cNvSpPr/>
          <p:nvPr/>
        </p:nvSpPr>
        <p:spPr>
          <a:xfrm>
            <a:off x="4449803" y="2215873"/>
            <a:ext cx="0" cy="15794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7-line351"/>
          <p:cNvSpPr/>
          <p:nvPr/>
        </p:nvSpPr>
        <p:spPr>
          <a:xfrm>
            <a:off x="3975977" y="2689698"/>
            <a:ext cx="157941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7-line352"/>
          <p:cNvSpPr/>
          <p:nvPr/>
        </p:nvSpPr>
        <p:spPr>
          <a:xfrm>
            <a:off x="4607745" y="2215873"/>
            <a:ext cx="0" cy="15794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7-line353"/>
          <p:cNvSpPr/>
          <p:nvPr/>
        </p:nvSpPr>
        <p:spPr>
          <a:xfrm>
            <a:off x="3975977" y="2847640"/>
            <a:ext cx="157941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7-line354"/>
          <p:cNvSpPr/>
          <p:nvPr/>
        </p:nvSpPr>
        <p:spPr>
          <a:xfrm>
            <a:off x="4765687" y="2215873"/>
            <a:ext cx="0" cy="15794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7-line355"/>
          <p:cNvSpPr/>
          <p:nvPr/>
        </p:nvSpPr>
        <p:spPr>
          <a:xfrm>
            <a:off x="3975977" y="3005582"/>
            <a:ext cx="157941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7-line356"/>
          <p:cNvSpPr/>
          <p:nvPr/>
        </p:nvSpPr>
        <p:spPr>
          <a:xfrm>
            <a:off x="4923628" y="2215873"/>
            <a:ext cx="0" cy="15794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7-line357"/>
          <p:cNvSpPr/>
          <p:nvPr/>
        </p:nvSpPr>
        <p:spPr>
          <a:xfrm>
            <a:off x="3975977" y="3163524"/>
            <a:ext cx="157941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7-line358"/>
          <p:cNvSpPr/>
          <p:nvPr/>
        </p:nvSpPr>
        <p:spPr>
          <a:xfrm>
            <a:off x="5081570" y="2215873"/>
            <a:ext cx="0" cy="15794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7-line359"/>
          <p:cNvSpPr/>
          <p:nvPr/>
        </p:nvSpPr>
        <p:spPr>
          <a:xfrm>
            <a:off x="3975977" y="3321466"/>
            <a:ext cx="157941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7-line360"/>
          <p:cNvSpPr/>
          <p:nvPr/>
        </p:nvSpPr>
        <p:spPr>
          <a:xfrm>
            <a:off x="5239512" y="2215873"/>
            <a:ext cx="0" cy="15794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7-line361"/>
          <p:cNvSpPr/>
          <p:nvPr/>
        </p:nvSpPr>
        <p:spPr>
          <a:xfrm>
            <a:off x="3975977" y="3479407"/>
            <a:ext cx="157941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7-line362"/>
          <p:cNvSpPr/>
          <p:nvPr/>
        </p:nvSpPr>
        <p:spPr>
          <a:xfrm>
            <a:off x="5397454" y="2215873"/>
            <a:ext cx="0" cy="15794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7-line363"/>
          <p:cNvSpPr/>
          <p:nvPr/>
        </p:nvSpPr>
        <p:spPr>
          <a:xfrm>
            <a:off x="3975977" y="3637349"/>
            <a:ext cx="157941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7-unit364"/>
          <p:cNvSpPr/>
          <p:nvPr/>
        </p:nvSpPr>
        <p:spPr>
          <a:xfrm>
            <a:off x="5650161" y="3597864"/>
            <a:ext cx="157942" cy="157942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3" name="S07-unit365"/>
          <p:cNvSpPr/>
          <p:nvPr/>
        </p:nvSpPr>
        <p:spPr>
          <a:xfrm>
            <a:off x="5650161" y="3400437"/>
            <a:ext cx="157942" cy="157942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4" name="S07-unit366"/>
          <p:cNvSpPr/>
          <p:nvPr/>
        </p:nvSpPr>
        <p:spPr>
          <a:xfrm>
            <a:off x="5650161" y="3203009"/>
            <a:ext cx="157942" cy="157942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5" name="S07-unit367"/>
          <p:cNvSpPr/>
          <p:nvPr/>
        </p:nvSpPr>
        <p:spPr>
          <a:xfrm>
            <a:off x="5650161" y="3005582"/>
            <a:ext cx="157942" cy="157942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7-unit368"/>
          <p:cNvSpPr/>
          <p:nvPr/>
        </p:nvSpPr>
        <p:spPr>
          <a:xfrm>
            <a:off x="5650161" y="2808155"/>
            <a:ext cx="157942" cy="157942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7" name="S07-figure369" descr="백 모형 3개, 일 모형 5개, 십 모형은 없음"/>
          <p:cNvSpPr/>
          <p:nvPr/>
        </p:nvSpPr>
        <p:spPr>
          <a:xfrm>
            <a:off x="548640" y="2215873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graphicFrame>
        <p:nvGraphicFramePr>
          <p:cNvPr id="8" name="S07-table37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5684" y="2493772"/>
          <a:ext cx="46634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554480"/>
                <a:gridCol w="155448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백의 자리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십의 자리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일의 자리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쓰고 읽어 봐요</a:t>
            </a:r>
            <a:endParaRPr lang="ko-KR" sz="4400" dirty="0"/>
          </a:p>
        </p:txBody>
      </p:sp>
      <p:sp>
        <p:nvSpPr>
          <p:cNvPr id="3" name="S08-card37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8-cardtext37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백, 십, 일의 자리 차례로 써요.</a:t>
            </a:r>
            <a:endParaRPr lang="ko-KR" sz="3200" dirty="0"/>
          </a:p>
        </p:txBody>
      </p:sp>
      <p:sp>
        <p:nvSpPr>
          <p:cNvPr id="5" name="S08-chip37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8-text374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100이 4개, 1이 2개인 수는?</a:t>
            </a:r>
            <a:endParaRPr lang="ko-KR" sz="3200" dirty="0"/>
          </a:p>
        </p:txBody>
      </p:sp>
      <p:sp>
        <p:nvSpPr>
          <p:cNvPr id="7" name="S08-chip375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8-text376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518을 읽어요.</a:t>
            </a:r>
            <a:endParaRPr lang="ko-KR" sz="3200" dirty="0"/>
          </a:p>
        </p:txBody>
      </p:sp>
      <p:sp>
        <p:nvSpPr>
          <p:cNvPr id="9" name="S08-chip377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8-text378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육백삼십을 숫자로 써요.</a:t>
            </a:r>
            <a:endParaRPr lang="ko-KR" sz="3200" dirty="0"/>
          </a:p>
        </p:txBody>
      </p:sp>
      <p:sp>
        <p:nvSpPr>
          <p:cNvPr id="11" name="S08-chip379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8-text380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736에서 3은 얼마일까요?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백의 자리부터 비교</a:t>
            </a:r>
            <a:endParaRPr lang="ko-KR" sz="4400" dirty="0"/>
          </a:p>
        </p:txBody>
      </p:sp>
      <p:sp>
        <p:nvSpPr>
          <p:cNvPr id="3" name="S09-card381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382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231 &gt; 198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231은 198보다 커요.</a:t>
            </a:r>
            <a:endParaRPr lang="ko-KR" sz="3200" dirty="0"/>
          </a:p>
        </p:txBody>
      </p:sp>
      <p:sp>
        <p:nvSpPr>
          <p:cNvPr id="5" name="S09-flat383"/>
          <p:cNvSpPr/>
          <p:nvPr/>
        </p:nvSpPr>
        <p:spPr>
          <a:xfrm>
            <a:off x="870052" y="1877441"/>
            <a:ext cx="1737360" cy="17373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9-line384"/>
          <p:cNvSpPr/>
          <p:nvPr/>
        </p:nvSpPr>
        <p:spPr>
          <a:xfrm>
            <a:off x="1043788" y="1877441"/>
            <a:ext cx="0" cy="17373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9-line385"/>
          <p:cNvSpPr/>
          <p:nvPr/>
        </p:nvSpPr>
        <p:spPr>
          <a:xfrm>
            <a:off x="870052" y="2051177"/>
            <a:ext cx="17373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9-line386"/>
          <p:cNvSpPr/>
          <p:nvPr/>
        </p:nvSpPr>
        <p:spPr>
          <a:xfrm>
            <a:off x="1217524" y="1877441"/>
            <a:ext cx="0" cy="17373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9-line387"/>
          <p:cNvSpPr/>
          <p:nvPr/>
        </p:nvSpPr>
        <p:spPr>
          <a:xfrm>
            <a:off x="870052" y="2224913"/>
            <a:ext cx="17373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9-line388"/>
          <p:cNvSpPr/>
          <p:nvPr/>
        </p:nvSpPr>
        <p:spPr>
          <a:xfrm>
            <a:off x="1391260" y="1877441"/>
            <a:ext cx="0" cy="17373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9-line389"/>
          <p:cNvSpPr/>
          <p:nvPr/>
        </p:nvSpPr>
        <p:spPr>
          <a:xfrm>
            <a:off x="870052" y="2398649"/>
            <a:ext cx="17373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9-line390"/>
          <p:cNvSpPr/>
          <p:nvPr/>
        </p:nvSpPr>
        <p:spPr>
          <a:xfrm>
            <a:off x="1564996" y="1877441"/>
            <a:ext cx="0" cy="17373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9-line391"/>
          <p:cNvSpPr/>
          <p:nvPr/>
        </p:nvSpPr>
        <p:spPr>
          <a:xfrm>
            <a:off x="870052" y="2572385"/>
            <a:ext cx="17373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9-line392"/>
          <p:cNvSpPr/>
          <p:nvPr/>
        </p:nvSpPr>
        <p:spPr>
          <a:xfrm>
            <a:off x="1738732" y="1877441"/>
            <a:ext cx="0" cy="17373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9-line393"/>
          <p:cNvSpPr/>
          <p:nvPr/>
        </p:nvSpPr>
        <p:spPr>
          <a:xfrm>
            <a:off x="870052" y="2746121"/>
            <a:ext cx="17373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9-line394"/>
          <p:cNvSpPr/>
          <p:nvPr/>
        </p:nvSpPr>
        <p:spPr>
          <a:xfrm>
            <a:off x="1912468" y="1877441"/>
            <a:ext cx="0" cy="17373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9-line395"/>
          <p:cNvSpPr/>
          <p:nvPr/>
        </p:nvSpPr>
        <p:spPr>
          <a:xfrm>
            <a:off x="870052" y="2919857"/>
            <a:ext cx="17373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9-line396"/>
          <p:cNvSpPr/>
          <p:nvPr/>
        </p:nvSpPr>
        <p:spPr>
          <a:xfrm>
            <a:off x="2086204" y="1877441"/>
            <a:ext cx="0" cy="17373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9-line397"/>
          <p:cNvSpPr/>
          <p:nvPr/>
        </p:nvSpPr>
        <p:spPr>
          <a:xfrm>
            <a:off x="870052" y="3093593"/>
            <a:ext cx="17373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9-line398"/>
          <p:cNvSpPr/>
          <p:nvPr/>
        </p:nvSpPr>
        <p:spPr>
          <a:xfrm>
            <a:off x="2259940" y="1877441"/>
            <a:ext cx="0" cy="17373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9-line399"/>
          <p:cNvSpPr/>
          <p:nvPr/>
        </p:nvSpPr>
        <p:spPr>
          <a:xfrm>
            <a:off x="870052" y="3267329"/>
            <a:ext cx="17373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9-line400"/>
          <p:cNvSpPr/>
          <p:nvPr/>
        </p:nvSpPr>
        <p:spPr>
          <a:xfrm>
            <a:off x="2433676" y="1877441"/>
            <a:ext cx="0" cy="17373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9-line401"/>
          <p:cNvSpPr/>
          <p:nvPr/>
        </p:nvSpPr>
        <p:spPr>
          <a:xfrm>
            <a:off x="870052" y="3441065"/>
            <a:ext cx="17373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9-flat402"/>
          <p:cNvSpPr/>
          <p:nvPr/>
        </p:nvSpPr>
        <p:spPr>
          <a:xfrm>
            <a:off x="2711653" y="1877441"/>
            <a:ext cx="1737360" cy="17373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9-line403"/>
          <p:cNvSpPr/>
          <p:nvPr/>
        </p:nvSpPr>
        <p:spPr>
          <a:xfrm>
            <a:off x="2885389" y="1877441"/>
            <a:ext cx="0" cy="17373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9-line404"/>
          <p:cNvSpPr/>
          <p:nvPr/>
        </p:nvSpPr>
        <p:spPr>
          <a:xfrm>
            <a:off x="2711653" y="2051177"/>
            <a:ext cx="17373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9-line405"/>
          <p:cNvSpPr/>
          <p:nvPr/>
        </p:nvSpPr>
        <p:spPr>
          <a:xfrm>
            <a:off x="3059125" y="1877441"/>
            <a:ext cx="0" cy="17373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9-line406"/>
          <p:cNvSpPr/>
          <p:nvPr/>
        </p:nvSpPr>
        <p:spPr>
          <a:xfrm>
            <a:off x="2711653" y="2224913"/>
            <a:ext cx="17373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9-line407"/>
          <p:cNvSpPr/>
          <p:nvPr/>
        </p:nvSpPr>
        <p:spPr>
          <a:xfrm>
            <a:off x="3232861" y="1877441"/>
            <a:ext cx="0" cy="17373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9-line408"/>
          <p:cNvSpPr/>
          <p:nvPr/>
        </p:nvSpPr>
        <p:spPr>
          <a:xfrm>
            <a:off x="2711653" y="2398649"/>
            <a:ext cx="17373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9-line409"/>
          <p:cNvSpPr/>
          <p:nvPr/>
        </p:nvSpPr>
        <p:spPr>
          <a:xfrm>
            <a:off x="3406597" y="1877441"/>
            <a:ext cx="0" cy="17373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9-line410"/>
          <p:cNvSpPr/>
          <p:nvPr/>
        </p:nvSpPr>
        <p:spPr>
          <a:xfrm>
            <a:off x="2711653" y="2572385"/>
            <a:ext cx="17373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9-line411"/>
          <p:cNvSpPr/>
          <p:nvPr/>
        </p:nvSpPr>
        <p:spPr>
          <a:xfrm>
            <a:off x="3580333" y="1877441"/>
            <a:ext cx="0" cy="17373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9-line412"/>
          <p:cNvSpPr/>
          <p:nvPr/>
        </p:nvSpPr>
        <p:spPr>
          <a:xfrm>
            <a:off x="2711653" y="2746121"/>
            <a:ext cx="17373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9-line413"/>
          <p:cNvSpPr/>
          <p:nvPr/>
        </p:nvSpPr>
        <p:spPr>
          <a:xfrm>
            <a:off x="3754069" y="1877441"/>
            <a:ext cx="0" cy="17373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9-line414"/>
          <p:cNvSpPr/>
          <p:nvPr/>
        </p:nvSpPr>
        <p:spPr>
          <a:xfrm>
            <a:off x="2711653" y="2919857"/>
            <a:ext cx="17373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9-line415"/>
          <p:cNvSpPr/>
          <p:nvPr/>
        </p:nvSpPr>
        <p:spPr>
          <a:xfrm>
            <a:off x="3927805" y="1877441"/>
            <a:ext cx="0" cy="17373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9-line416"/>
          <p:cNvSpPr/>
          <p:nvPr/>
        </p:nvSpPr>
        <p:spPr>
          <a:xfrm>
            <a:off x="2711653" y="3093593"/>
            <a:ext cx="17373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9-line417"/>
          <p:cNvSpPr/>
          <p:nvPr/>
        </p:nvSpPr>
        <p:spPr>
          <a:xfrm>
            <a:off x="4101541" y="1877441"/>
            <a:ext cx="0" cy="17373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9-line418"/>
          <p:cNvSpPr/>
          <p:nvPr/>
        </p:nvSpPr>
        <p:spPr>
          <a:xfrm>
            <a:off x="2711653" y="3267329"/>
            <a:ext cx="17373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9-line419"/>
          <p:cNvSpPr/>
          <p:nvPr/>
        </p:nvSpPr>
        <p:spPr>
          <a:xfrm>
            <a:off x="4275277" y="1877441"/>
            <a:ext cx="0" cy="17373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9-line420"/>
          <p:cNvSpPr/>
          <p:nvPr/>
        </p:nvSpPr>
        <p:spPr>
          <a:xfrm>
            <a:off x="2711653" y="3441065"/>
            <a:ext cx="17373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9-rod421"/>
          <p:cNvSpPr/>
          <p:nvPr/>
        </p:nvSpPr>
        <p:spPr>
          <a:xfrm>
            <a:off x="4553255" y="1877441"/>
            <a:ext cx="173736" cy="17373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9-line422"/>
          <p:cNvSpPr/>
          <p:nvPr/>
        </p:nvSpPr>
        <p:spPr>
          <a:xfrm>
            <a:off x="4553255" y="2051177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9-line423"/>
          <p:cNvSpPr/>
          <p:nvPr/>
        </p:nvSpPr>
        <p:spPr>
          <a:xfrm>
            <a:off x="4553255" y="2224913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9-line424"/>
          <p:cNvSpPr/>
          <p:nvPr/>
        </p:nvSpPr>
        <p:spPr>
          <a:xfrm>
            <a:off x="4553255" y="2398649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9-line425"/>
          <p:cNvSpPr/>
          <p:nvPr/>
        </p:nvSpPr>
        <p:spPr>
          <a:xfrm>
            <a:off x="4553255" y="2572385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9-line426"/>
          <p:cNvSpPr/>
          <p:nvPr/>
        </p:nvSpPr>
        <p:spPr>
          <a:xfrm>
            <a:off x="4553255" y="2746121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9-line427"/>
          <p:cNvSpPr/>
          <p:nvPr/>
        </p:nvSpPr>
        <p:spPr>
          <a:xfrm>
            <a:off x="4553255" y="2919857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9-line428"/>
          <p:cNvSpPr/>
          <p:nvPr/>
        </p:nvSpPr>
        <p:spPr>
          <a:xfrm>
            <a:off x="4553255" y="3093593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9-line429"/>
          <p:cNvSpPr/>
          <p:nvPr/>
        </p:nvSpPr>
        <p:spPr>
          <a:xfrm>
            <a:off x="4553255" y="3267329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9-line430"/>
          <p:cNvSpPr/>
          <p:nvPr/>
        </p:nvSpPr>
        <p:spPr>
          <a:xfrm>
            <a:off x="4553255" y="3441065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9-rod431"/>
          <p:cNvSpPr/>
          <p:nvPr/>
        </p:nvSpPr>
        <p:spPr>
          <a:xfrm>
            <a:off x="4831232" y="1877441"/>
            <a:ext cx="173736" cy="17373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4" name="S09-line432"/>
          <p:cNvSpPr/>
          <p:nvPr/>
        </p:nvSpPr>
        <p:spPr>
          <a:xfrm>
            <a:off x="4831232" y="2051177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9-line433"/>
          <p:cNvSpPr/>
          <p:nvPr/>
        </p:nvSpPr>
        <p:spPr>
          <a:xfrm>
            <a:off x="4831232" y="2224913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9-line434"/>
          <p:cNvSpPr/>
          <p:nvPr/>
        </p:nvSpPr>
        <p:spPr>
          <a:xfrm>
            <a:off x="4831232" y="2398649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9-line435"/>
          <p:cNvSpPr/>
          <p:nvPr/>
        </p:nvSpPr>
        <p:spPr>
          <a:xfrm>
            <a:off x="4831232" y="2572385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9-line436"/>
          <p:cNvSpPr/>
          <p:nvPr/>
        </p:nvSpPr>
        <p:spPr>
          <a:xfrm>
            <a:off x="4831232" y="2746121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9-line437"/>
          <p:cNvSpPr/>
          <p:nvPr/>
        </p:nvSpPr>
        <p:spPr>
          <a:xfrm>
            <a:off x="4831232" y="2919857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9-line438"/>
          <p:cNvSpPr/>
          <p:nvPr/>
        </p:nvSpPr>
        <p:spPr>
          <a:xfrm>
            <a:off x="4831232" y="3093593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9-line439"/>
          <p:cNvSpPr/>
          <p:nvPr/>
        </p:nvSpPr>
        <p:spPr>
          <a:xfrm>
            <a:off x="4831232" y="3267329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9-line440"/>
          <p:cNvSpPr/>
          <p:nvPr/>
        </p:nvSpPr>
        <p:spPr>
          <a:xfrm>
            <a:off x="4831232" y="3441065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9-rod441"/>
          <p:cNvSpPr/>
          <p:nvPr/>
        </p:nvSpPr>
        <p:spPr>
          <a:xfrm>
            <a:off x="5109210" y="1877441"/>
            <a:ext cx="173736" cy="17373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4" name="S09-line442"/>
          <p:cNvSpPr/>
          <p:nvPr/>
        </p:nvSpPr>
        <p:spPr>
          <a:xfrm>
            <a:off x="5109210" y="2051177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9-line443"/>
          <p:cNvSpPr/>
          <p:nvPr/>
        </p:nvSpPr>
        <p:spPr>
          <a:xfrm>
            <a:off x="5109210" y="2224913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9-line444"/>
          <p:cNvSpPr/>
          <p:nvPr/>
        </p:nvSpPr>
        <p:spPr>
          <a:xfrm>
            <a:off x="5109210" y="2398649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9-line445"/>
          <p:cNvSpPr/>
          <p:nvPr/>
        </p:nvSpPr>
        <p:spPr>
          <a:xfrm>
            <a:off x="5109210" y="2572385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09-line446"/>
          <p:cNvSpPr/>
          <p:nvPr/>
        </p:nvSpPr>
        <p:spPr>
          <a:xfrm>
            <a:off x="5109210" y="2746121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09-line447"/>
          <p:cNvSpPr/>
          <p:nvPr/>
        </p:nvSpPr>
        <p:spPr>
          <a:xfrm>
            <a:off x="5109210" y="2919857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09-line448"/>
          <p:cNvSpPr/>
          <p:nvPr/>
        </p:nvSpPr>
        <p:spPr>
          <a:xfrm>
            <a:off x="5109210" y="3093593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09-line449"/>
          <p:cNvSpPr/>
          <p:nvPr/>
        </p:nvSpPr>
        <p:spPr>
          <a:xfrm>
            <a:off x="5109210" y="3267329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09-line450"/>
          <p:cNvSpPr/>
          <p:nvPr/>
        </p:nvSpPr>
        <p:spPr>
          <a:xfrm>
            <a:off x="5109210" y="3441065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09-unit451"/>
          <p:cNvSpPr/>
          <p:nvPr/>
        </p:nvSpPr>
        <p:spPr>
          <a:xfrm>
            <a:off x="5387188" y="3397631"/>
            <a:ext cx="173736" cy="17373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4" name="S09-figure452" descr="백 모형 2개, 십 모형 3개, 일 모형 1개"/>
          <p:cNvSpPr/>
          <p:nvPr/>
        </p:nvSpPr>
        <p:spPr>
          <a:xfrm>
            <a:off x="548640" y="1877441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5" name="S09-label453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231</a:t>
            </a:r>
            <a:endParaRPr lang="ko-KR" sz="2600" dirty="0"/>
          </a:p>
        </p:txBody>
      </p:sp>
      <p:sp>
        <p:nvSpPr>
          <p:cNvPr id="76" name="S09-flat454"/>
          <p:cNvSpPr/>
          <p:nvPr/>
        </p:nvSpPr>
        <p:spPr>
          <a:xfrm>
            <a:off x="6549847" y="1877441"/>
            <a:ext cx="1737360" cy="17373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09-line455"/>
          <p:cNvSpPr/>
          <p:nvPr/>
        </p:nvSpPr>
        <p:spPr>
          <a:xfrm>
            <a:off x="6723583" y="1877441"/>
            <a:ext cx="0" cy="17373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8" name="S09-line456"/>
          <p:cNvSpPr/>
          <p:nvPr/>
        </p:nvSpPr>
        <p:spPr>
          <a:xfrm>
            <a:off x="6549847" y="2051177"/>
            <a:ext cx="17373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09-line457"/>
          <p:cNvSpPr/>
          <p:nvPr/>
        </p:nvSpPr>
        <p:spPr>
          <a:xfrm>
            <a:off x="6897319" y="1877441"/>
            <a:ext cx="0" cy="17373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09-line458"/>
          <p:cNvSpPr/>
          <p:nvPr/>
        </p:nvSpPr>
        <p:spPr>
          <a:xfrm>
            <a:off x="6549847" y="2224913"/>
            <a:ext cx="17373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09-line459"/>
          <p:cNvSpPr/>
          <p:nvPr/>
        </p:nvSpPr>
        <p:spPr>
          <a:xfrm>
            <a:off x="7071055" y="1877441"/>
            <a:ext cx="0" cy="17373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09-line460"/>
          <p:cNvSpPr/>
          <p:nvPr/>
        </p:nvSpPr>
        <p:spPr>
          <a:xfrm>
            <a:off x="6549847" y="2398649"/>
            <a:ext cx="17373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09-line461"/>
          <p:cNvSpPr/>
          <p:nvPr/>
        </p:nvSpPr>
        <p:spPr>
          <a:xfrm>
            <a:off x="7244791" y="1877441"/>
            <a:ext cx="0" cy="17373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09-line462"/>
          <p:cNvSpPr/>
          <p:nvPr/>
        </p:nvSpPr>
        <p:spPr>
          <a:xfrm>
            <a:off x="6549847" y="2572385"/>
            <a:ext cx="17373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9-line463"/>
          <p:cNvSpPr/>
          <p:nvPr/>
        </p:nvSpPr>
        <p:spPr>
          <a:xfrm>
            <a:off x="7418527" y="1877441"/>
            <a:ext cx="0" cy="17373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9-line464"/>
          <p:cNvSpPr/>
          <p:nvPr/>
        </p:nvSpPr>
        <p:spPr>
          <a:xfrm>
            <a:off x="6549847" y="2746121"/>
            <a:ext cx="17373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9-line465"/>
          <p:cNvSpPr/>
          <p:nvPr/>
        </p:nvSpPr>
        <p:spPr>
          <a:xfrm>
            <a:off x="7592263" y="1877441"/>
            <a:ext cx="0" cy="17373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9-line466"/>
          <p:cNvSpPr/>
          <p:nvPr/>
        </p:nvSpPr>
        <p:spPr>
          <a:xfrm>
            <a:off x="6549847" y="2919857"/>
            <a:ext cx="17373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9-line467"/>
          <p:cNvSpPr/>
          <p:nvPr/>
        </p:nvSpPr>
        <p:spPr>
          <a:xfrm>
            <a:off x="7765999" y="1877441"/>
            <a:ext cx="0" cy="17373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9-line468"/>
          <p:cNvSpPr/>
          <p:nvPr/>
        </p:nvSpPr>
        <p:spPr>
          <a:xfrm>
            <a:off x="6549847" y="3093593"/>
            <a:ext cx="17373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9-line469"/>
          <p:cNvSpPr/>
          <p:nvPr/>
        </p:nvSpPr>
        <p:spPr>
          <a:xfrm>
            <a:off x="7939735" y="1877441"/>
            <a:ext cx="0" cy="17373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9-line470"/>
          <p:cNvSpPr/>
          <p:nvPr/>
        </p:nvSpPr>
        <p:spPr>
          <a:xfrm>
            <a:off x="6549847" y="3267329"/>
            <a:ext cx="17373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9-line471"/>
          <p:cNvSpPr/>
          <p:nvPr/>
        </p:nvSpPr>
        <p:spPr>
          <a:xfrm>
            <a:off x="8113471" y="1877441"/>
            <a:ext cx="0" cy="17373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9-line472"/>
          <p:cNvSpPr/>
          <p:nvPr/>
        </p:nvSpPr>
        <p:spPr>
          <a:xfrm>
            <a:off x="6549847" y="3441065"/>
            <a:ext cx="17373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9-rod473"/>
          <p:cNvSpPr/>
          <p:nvPr/>
        </p:nvSpPr>
        <p:spPr>
          <a:xfrm>
            <a:off x="8391449" y="1877441"/>
            <a:ext cx="173736" cy="17373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6" name="S09-line474"/>
          <p:cNvSpPr/>
          <p:nvPr/>
        </p:nvSpPr>
        <p:spPr>
          <a:xfrm>
            <a:off x="8391449" y="2051177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9-line475"/>
          <p:cNvSpPr/>
          <p:nvPr/>
        </p:nvSpPr>
        <p:spPr>
          <a:xfrm>
            <a:off x="8391449" y="2224913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9-line476"/>
          <p:cNvSpPr/>
          <p:nvPr/>
        </p:nvSpPr>
        <p:spPr>
          <a:xfrm>
            <a:off x="8391449" y="2398649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9-line477"/>
          <p:cNvSpPr/>
          <p:nvPr/>
        </p:nvSpPr>
        <p:spPr>
          <a:xfrm>
            <a:off x="8391449" y="2572385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9-line478"/>
          <p:cNvSpPr/>
          <p:nvPr/>
        </p:nvSpPr>
        <p:spPr>
          <a:xfrm>
            <a:off x="8391449" y="2746121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9-line479"/>
          <p:cNvSpPr/>
          <p:nvPr/>
        </p:nvSpPr>
        <p:spPr>
          <a:xfrm>
            <a:off x="8391449" y="2919857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9-line480"/>
          <p:cNvSpPr/>
          <p:nvPr/>
        </p:nvSpPr>
        <p:spPr>
          <a:xfrm>
            <a:off x="8391449" y="3093593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9-line481"/>
          <p:cNvSpPr/>
          <p:nvPr/>
        </p:nvSpPr>
        <p:spPr>
          <a:xfrm>
            <a:off x="8391449" y="3267329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9-line482"/>
          <p:cNvSpPr/>
          <p:nvPr/>
        </p:nvSpPr>
        <p:spPr>
          <a:xfrm>
            <a:off x="8391449" y="3441065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9-rod483"/>
          <p:cNvSpPr/>
          <p:nvPr/>
        </p:nvSpPr>
        <p:spPr>
          <a:xfrm>
            <a:off x="8669426" y="1877441"/>
            <a:ext cx="173736" cy="17373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6" name="S09-line484"/>
          <p:cNvSpPr/>
          <p:nvPr/>
        </p:nvSpPr>
        <p:spPr>
          <a:xfrm>
            <a:off x="8669426" y="2051177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9-line485"/>
          <p:cNvSpPr/>
          <p:nvPr/>
        </p:nvSpPr>
        <p:spPr>
          <a:xfrm>
            <a:off x="8669426" y="2224913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9-line486"/>
          <p:cNvSpPr/>
          <p:nvPr/>
        </p:nvSpPr>
        <p:spPr>
          <a:xfrm>
            <a:off x="8669426" y="2398649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9-line487"/>
          <p:cNvSpPr/>
          <p:nvPr/>
        </p:nvSpPr>
        <p:spPr>
          <a:xfrm>
            <a:off x="8669426" y="2572385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9-line488"/>
          <p:cNvSpPr/>
          <p:nvPr/>
        </p:nvSpPr>
        <p:spPr>
          <a:xfrm>
            <a:off x="8669426" y="2746121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9-line489"/>
          <p:cNvSpPr/>
          <p:nvPr/>
        </p:nvSpPr>
        <p:spPr>
          <a:xfrm>
            <a:off x="8669426" y="2919857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9-line490"/>
          <p:cNvSpPr/>
          <p:nvPr/>
        </p:nvSpPr>
        <p:spPr>
          <a:xfrm>
            <a:off x="8669426" y="3093593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9-line491"/>
          <p:cNvSpPr/>
          <p:nvPr/>
        </p:nvSpPr>
        <p:spPr>
          <a:xfrm>
            <a:off x="8669426" y="3267329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9-line492"/>
          <p:cNvSpPr/>
          <p:nvPr/>
        </p:nvSpPr>
        <p:spPr>
          <a:xfrm>
            <a:off x="8669426" y="3441065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9-rod493"/>
          <p:cNvSpPr/>
          <p:nvPr/>
        </p:nvSpPr>
        <p:spPr>
          <a:xfrm>
            <a:off x="8947404" y="1877441"/>
            <a:ext cx="173736" cy="17373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6" name="S09-line494"/>
          <p:cNvSpPr/>
          <p:nvPr/>
        </p:nvSpPr>
        <p:spPr>
          <a:xfrm>
            <a:off x="8947404" y="2051177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9-line495"/>
          <p:cNvSpPr/>
          <p:nvPr/>
        </p:nvSpPr>
        <p:spPr>
          <a:xfrm>
            <a:off x="8947404" y="2224913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9-line496"/>
          <p:cNvSpPr/>
          <p:nvPr/>
        </p:nvSpPr>
        <p:spPr>
          <a:xfrm>
            <a:off x="8947404" y="2398649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9-line497"/>
          <p:cNvSpPr/>
          <p:nvPr/>
        </p:nvSpPr>
        <p:spPr>
          <a:xfrm>
            <a:off x="8947404" y="2572385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9-line498"/>
          <p:cNvSpPr/>
          <p:nvPr/>
        </p:nvSpPr>
        <p:spPr>
          <a:xfrm>
            <a:off x="8947404" y="2746121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9-line499"/>
          <p:cNvSpPr/>
          <p:nvPr/>
        </p:nvSpPr>
        <p:spPr>
          <a:xfrm>
            <a:off x="8947404" y="2919857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9-line500"/>
          <p:cNvSpPr/>
          <p:nvPr/>
        </p:nvSpPr>
        <p:spPr>
          <a:xfrm>
            <a:off x="8947404" y="3093593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9-line501"/>
          <p:cNvSpPr/>
          <p:nvPr/>
        </p:nvSpPr>
        <p:spPr>
          <a:xfrm>
            <a:off x="8947404" y="3267329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9-line502"/>
          <p:cNvSpPr/>
          <p:nvPr/>
        </p:nvSpPr>
        <p:spPr>
          <a:xfrm>
            <a:off x="8947404" y="3441065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9-rod503"/>
          <p:cNvSpPr/>
          <p:nvPr/>
        </p:nvSpPr>
        <p:spPr>
          <a:xfrm>
            <a:off x="9225382" y="1877441"/>
            <a:ext cx="173736" cy="17373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6" name="S09-line504"/>
          <p:cNvSpPr/>
          <p:nvPr/>
        </p:nvSpPr>
        <p:spPr>
          <a:xfrm>
            <a:off x="9225382" y="2051177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9-line505"/>
          <p:cNvSpPr/>
          <p:nvPr/>
        </p:nvSpPr>
        <p:spPr>
          <a:xfrm>
            <a:off x="9225382" y="2224913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9-line506"/>
          <p:cNvSpPr/>
          <p:nvPr/>
        </p:nvSpPr>
        <p:spPr>
          <a:xfrm>
            <a:off x="9225382" y="2398649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9-line507"/>
          <p:cNvSpPr/>
          <p:nvPr/>
        </p:nvSpPr>
        <p:spPr>
          <a:xfrm>
            <a:off x="9225382" y="2572385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9-line508"/>
          <p:cNvSpPr/>
          <p:nvPr/>
        </p:nvSpPr>
        <p:spPr>
          <a:xfrm>
            <a:off x="9225382" y="2746121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9-line509"/>
          <p:cNvSpPr/>
          <p:nvPr/>
        </p:nvSpPr>
        <p:spPr>
          <a:xfrm>
            <a:off x="9225382" y="2919857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9-line510"/>
          <p:cNvSpPr/>
          <p:nvPr/>
        </p:nvSpPr>
        <p:spPr>
          <a:xfrm>
            <a:off x="9225382" y="3093593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9-line511"/>
          <p:cNvSpPr/>
          <p:nvPr/>
        </p:nvSpPr>
        <p:spPr>
          <a:xfrm>
            <a:off x="9225382" y="3267329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9-line512"/>
          <p:cNvSpPr/>
          <p:nvPr/>
        </p:nvSpPr>
        <p:spPr>
          <a:xfrm>
            <a:off x="9225382" y="3441065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9-rod513"/>
          <p:cNvSpPr/>
          <p:nvPr/>
        </p:nvSpPr>
        <p:spPr>
          <a:xfrm>
            <a:off x="9503359" y="1877441"/>
            <a:ext cx="173736" cy="17373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6" name="S09-line514"/>
          <p:cNvSpPr/>
          <p:nvPr/>
        </p:nvSpPr>
        <p:spPr>
          <a:xfrm>
            <a:off x="9503359" y="2051177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9-line515"/>
          <p:cNvSpPr/>
          <p:nvPr/>
        </p:nvSpPr>
        <p:spPr>
          <a:xfrm>
            <a:off x="9503359" y="2224913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9-line516"/>
          <p:cNvSpPr/>
          <p:nvPr/>
        </p:nvSpPr>
        <p:spPr>
          <a:xfrm>
            <a:off x="9503359" y="2398649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09-line517"/>
          <p:cNvSpPr/>
          <p:nvPr/>
        </p:nvSpPr>
        <p:spPr>
          <a:xfrm>
            <a:off x="9503359" y="2572385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9-line518"/>
          <p:cNvSpPr/>
          <p:nvPr/>
        </p:nvSpPr>
        <p:spPr>
          <a:xfrm>
            <a:off x="9503359" y="2746121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9-line519"/>
          <p:cNvSpPr/>
          <p:nvPr/>
        </p:nvSpPr>
        <p:spPr>
          <a:xfrm>
            <a:off x="9503359" y="2919857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9-line520"/>
          <p:cNvSpPr/>
          <p:nvPr/>
        </p:nvSpPr>
        <p:spPr>
          <a:xfrm>
            <a:off x="9503359" y="3093593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9-line521"/>
          <p:cNvSpPr/>
          <p:nvPr/>
        </p:nvSpPr>
        <p:spPr>
          <a:xfrm>
            <a:off x="9503359" y="3267329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09-line522"/>
          <p:cNvSpPr/>
          <p:nvPr/>
        </p:nvSpPr>
        <p:spPr>
          <a:xfrm>
            <a:off x="9503359" y="3441065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09-rod523"/>
          <p:cNvSpPr/>
          <p:nvPr/>
        </p:nvSpPr>
        <p:spPr>
          <a:xfrm>
            <a:off x="9781337" y="1877441"/>
            <a:ext cx="173736" cy="17373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6" name="S09-line524"/>
          <p:cNvSpPr/>
          <p:nvPr/>
        </p:nvSpPr>
        <p:spPr>
          <a:xfrm>
            <a:off x="9781337" y="2051177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7" name="S09-line525"/>
          <p:cNvSpPr/>
          <p:nvPr/>
        </p:nvSpPr>
        <p:spPr>
          <a:xfrm>
            <a:off x="9781337" y="2224913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8" name="S09-line526"/>
          <p:cNvSpPr/>
          <p:nvPr/>
        </p:nvSpPr>
        <p:spPr>
          <a:xfrm>
            <a:off x="9781337" y="2398649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9" name="S09-line527"/>
          <p:cNvSpPr/>
          <p:nvPr/>
        </p:nvSpPr>
        <p:spPr>
          <a:xfrm>
            <a:off x="9781337" y="2572385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0" name="S09-line528"/>
          <p:cNvSpPr/>
          <p:nvPr/>
        </p:nvSpPr>
        <p:spPr>
          <a:xfrm>
            <a:off x="9781337" y="2746121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1" name="S09-line529"/>
          <p:cNvSpPr/>
          <p:nvPr/>
        </p:nvSpPr>
        <p:spPr>
          <a:xfrm>
            <a:off x="9781337" y="2919857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2" name="S09-line530"/>
          <p:cNvSpPr/>
          <p:nvPr/>
        </p:nvSpPr>
        <p:spPr>
          <a:xfrm>
            <a:off x="9781337" y="3093593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3" name="S09-line531"/>
          <p:cNvSpPr/>
          <p:nvPr/>
        </p:nvSpPr>
        <p:spPr>
          <a:xfrm>
            <a:off x="9781337" y="3267329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4" name="S09-line532"/>
          <p:cNvSpPr/>
          <p:nvPr/>
        </p:nvSpPr>
        <p:spPr>
          <a:xfrm>
            <a:off x="9781337" y="3441065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5" name="S09-rod533"/>
          <p:cNvSpPr/>
          <p:nvPr/>
        </p:nvSpPr>
        <p:spPr>
          <a:xfrm>
            <a:off x="10059314" y="1877441"/>
            <a:ext cx="173736" cy="17373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6" name="S09-line534"/>
          <p:cNvSpPr/>
          <p:nvPr/>
        </p:nvSpPr>
        <p:spPr>
          <a:xfrm>
            <a:off x="10059314" y="2051177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7" name="S09-line535"/>
          <p:cNvSpPr/>
          <p:nvPr/>
        </p:nvSpPr>
        <p:spPr>
          <a:xfrm>
            <a:off x="10059314" y="2224913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8" name="S09-line536"/>
          <p:cNvSpPr/>
          <p:nvPr/>
        </p:nvSpPr>
        <p:spPr>
          <a:xfrm>
            <a:off x="10059314" y="2398649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9" name="S09-line537"/>
          <p:cNvSpPr/>
          <p:nvPr/>
        </p:nvSpPr>
        <p:spPr>
          <a:xfrm>
            <a:off x="10059314" y="2572385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0" name="S09-line538"/>
          <p:cNvSpPr/>
          <p:nvPr/>
        </p:nvSpPr>
        <p:spPr>
          <a:xfrm>
            <a:off x="10059314" y="2746121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1" name="S09-line539"/>
          <p:cNvSpPr/>
          <p:nvPr/>
        </p:nvSpPr>
        <p:spPr>
          <a:xfrm>
            <a:off x="10059314" y="2919857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2" name="S09-line540"/>
          <p:cNvSpPr/>
          <p:nvPr/>
        </p:nvSpPr>
        <p:spPr>
          <a:xfrm>
            <a:off x="10059314" y="3093593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3" name="S09-line541"/>
          <p:cNvSpPr/>
          <p:nvPr/>
        </p:nvSpPr>
        <p:spPr>
          <a:xfrm>
            <a:off x="10059314" y="3267329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4" name="S09-line542"/>
          <p:cNvSpPr/>
          <p:nvPr/>
        </p:nvSpPr>
        <p:spPr>
          <a:xfrm>
            <a:off x="10059314" y="3441065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09-rod543"/>
          <p:cNvSpPr/>
          <p:nvPr/>
        </p:nvSpPr>
        <p:spPr>
          <a:xfrm>
            <a:off x="10337292" y="1877441"/>
            <a:ext cx="173736" cy="17373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6" name="S09-line544"/>
          <p:cNvSpPr/>
          <p:nvPr/>
        </p:nvSpPr>
        <p:spPr>
          <a:xfrm>
            <a:off x="10337292" y="2051177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7" name="S09-line545"/>
          <p:cNvSpPr/>
          <p:nvPr/>
        </p:nvSpPr>
        <p:spPr>
          <a:xfrm>
            <a:off x="10337292" y="2224913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09-line546"/>
          <p:cNvSpPr/>
          <p:nvPr/>
        </p:nvSpPr>
        <p:spPr>
          <a:xfrm>
            <a:off x="10337292" y="2398649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9" name="S09-line547"/>
          <p:cNvSpPr/>
          <p:nvPr/>
        </p:nvSpPr>
        <p:spPr>
          <a:xfrm>
            <a:off x="10337292" y="2572385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09-line548"/>
          <p:cNvSpPr/>
          <p:nvPr/>
        </p:nvSpPr>
        <p:spPr>
          <a:xfrm>
            <a:off x="10337292" y="2746121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1" name="S09-line549"/>
          <p:cNvSpPr/>
          <p:nvPr/>
        </p:nvSpPr>
        <p:spPr>
          <a:xfrm>
            <a:off x="10337292" y="2919857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2" name="S09-line550"/>
          <p:cNvSpPr/>
          <p:nvPr/>
        </p:nvSpPr>
        <p:spPr>
          <a:xfrm>
            <a:off x="10337292" y="3093593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3" name="S09-line551"/>
          <p:cNvSpPr/>
          <p:nvPr/>
        </p:nvSpPr>
        <p:spPr>
          <a:xfrm>
            <a:off x="10337292" y="3267329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4" name="S09-line552"/>
          <p:cNvSpPr/>
          <p:nvPr/>
        </p:nvSpPr>
        <p:spPr>
          <a:xfrm>
            <a:off x="10337292" y="3441065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5" name="S09-rod553"/>
          <p:cNvSpPr/>
          <p:nvPr/>
        </p:nvSpPr>
        <p:spPr>
          <a:xfrm>
            <a:off x="10615270" y="1877441"/>
            <a:ext cx="173736" cy="17373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6" name="S09-line554"/>
          <p:cNvSpPr/>
          <p:nvPr/>
        </p:nvSpPr>
        <p:spPr>
          <a:xfrm>
            <a:off x="10615270" y="2051177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7" name="S09-line555"/>
          <p:cNvSpPr/>
          <p:nvPr/>
        </p:nvSpPr>
        <p:spPr>
          <a:xfrm>
            <a:off x="10615270" y="2224913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8" name="S09-line556"/>
          <p:cNvSpPr/>
          <p:nvPr/>
        </p:nvSpPr>
        <p:spPr>
          <a:xfrm>
            <a:off x="10615270" y="2398649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9" name="S09-line557"/>
          <p:cNvSpPr/>
          <p:nvPr/>
        </p:nvSpPr>
        <p:spPr>
          <a:xfrm>
            <a:off x="10615270" y="2572385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09-line558"/>
          <p:cNvSpPr/>
          <p:nvPr/>
        </p:nvSpPr>
        <p:spPr>
          <a:xfrm>
            <a:off x="10615270" y="2746121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1" name="S09-line559"/>
          <p:cNvSpPr/>
          <p:nvPr/>
        </p:nvSpPr>
        <p:spPr>
          <a:xfrm>
            <a:off x="10615270" y="2919857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2" name="S09-line560"/>
          <p:cNvSpPr/>
          <p:nvPr/>
        </p:nvSpPr>
        <p:spPr>
          <a:xfrm>
            <a:off x="10615270" y="3093593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3" name="S09-line561"/>
          <p:cNvSpPr/>
          <p:nvPr/>
        </p:nvSpPr>
        <p:spPr>
          <a:xfrm>
            <a:off x="10615270" y="3267329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4" name="S09-line562"/>
          <p:cNvSpPr/>
          <p:nvPr/>
        </p:nvSpPr>
        <p:spPr>
          <a:xfrm>
            <a:off x="10615270" y="3441065"/>
            <a:ext cx="17373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09-unit563"/>
          <p:cNvSpPr/>
          <p:nvPr/>
        </p:nvSpPr>
        <p:spPr>
          <a:xfrm>
            <a:off x="10893247" y="3397631"/>
            <a:ext cx="173736" cy="17373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6" name="S09-unit564"/>
          <p:cNvSpPr/>
          <p:nvPr/>
        </p:nvSpPr>
        <p:spPr>
          <a:xfrm>
            <a:off x="10893247" y="3180461"/>
            <a:ext cx="173736" cy="17373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7" name="S09-unit565"/>
          <p:cNvSpPr/>
          <p:nvPr/>
        </p:nvSpPr>
        <p:spPr>
          <a:xfrm>
            <a:off x="10893247" y="2963291"/>
            <a:ext cx="173736" cy="17373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8" name="S09-unit566"/>
          <p:cNvSpPr/>
          <p:nvPr/>
        </p:nvSpPr>
        <p:spPr>
          <a:xfrm>
            <a:off x="10893247" y="2746121"/>
            <a:ext cx="173736" cy="17373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9" name="S09-unit567"/>
          <p:cNvSpPr/>
          <p:nvPr/>
        </p:nvSpPr>
        <p:spPr>
          <a:xfrm>
            <a:off x="10893247" y="2528951"/>
            <a:ext cx="173736" cy="17373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0" name="S09-unit568"/>
          <p:cNvSpPr/>
          <p:nvPr/>
        </p:nvSpPr>
        <p:spPr>
          <a:xfrm>
            <a:off x="11119104" y="3397631"/>
            <a:ext cx="173736" cy="17373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1" name="S09-unit569"/>
          <p:cNvSpPr/>
          <p:nvPr/>
        </p:nvSpPr>
        <p:spPr>
          <a:xfrm>
            <a:off x="11119104" y="3180461"/>
            <a:ext cx="173736" cy="17373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2" name="S09-unit570"/>
          <p:cNvSpPr/>
          <p:nvPr/>
        </p:nvSpPr>
        <p:spPr>
          <a:xfrm>
            <a:off x="11119104" y="2963291"/>
            <a:ext cx="173736" cy="17373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3" name="S09-figure571" descr="백 모형 1개, 십 모형 9개, 일 모형 8개"/>
          <p:cNvSpPr/>
          <p:nvPr/>
        </p:nvSpPr>
        <p:spPr>
          <a:xfrm>
            <a:off x="6254496" y="1877441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4" name="S09-label572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198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같으면 다음 자리</a:t>
            </a:r>
            <a:endParaRPr lang="ko-KR" sz="4400" dirty="0"/>
          </a:p>
        </p:txBody>
      </p:sp>
      <p:sp>
        <p:nvSpPr>
          <p:cNvPr id="3" name="S10-text57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백의 자리가 같으면 십의 자리를 봐요.</a:t>
            </a:r>
            <a:endParaRPr lang="ko-KR" sz="3200" dirty="0"/>
          </a:p>
        </p:txBody>
      </p:sp>
      <p:sp>
        <p:nvSpPr>
          <p:cNvPr id="4" name="S10-card574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575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352 &gt; 347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347 &lt; 352 라고도 써요.</a:t>
            </a:r>
            <a:endParaRPr lang="ko-KR" sz="3200" dirty="0"/>
          </a:p>
        </p:txBody>
      </p:sp>
      <p:graphicFrame>
        <p:nvGraphicFramePr>
          <p:cNvPr id="11" name="S10-table57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85516" y="2403602"/>
          <a:ext cx="62179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554480"/>
                <a:gridCol w="1554480"/>
                <a:gridCol w="1554480"/>
              </a:tblGrid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352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347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&gt; 와 &lt; 넣기</a:t>
            </a:r>
            <a:endParaRPr lang="ko-KR" sz="4400" dirty="0"/>
          </a:p>
        </p:txBody>
      </p:sp>
      <p:sp>
        <p:nvSpPr>
          <p:cNvPr id="3" name="S11-text57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안에 &gt; 또는 &lt; 를 넣어요.</a:t>
            </a:r>
            <a:endParaRPr lang="ko-KR" sz="3200" dirty="0"/>
          </a:p>
        </p:txBody>
      </p:sp>
      <p:sp>
        <p:nvSpPr>
          <p:cNvPr id="4" name="S11-card57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1-cardtext57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 → 십 → 일 차례로 비교해요.</a:t>
            </a:r>
            <a:endParaRPr lang="ko-KR" sz="3200" dirty="0"/>
          </a:p>
        </p:txBody>
      </p:sp>
      <p:sp>
        <p:nvSpPr>
          <p:cNvPr id="6" name="S11-card580"/>
          <p:cNvSpPr/>
          <p:nvPr/>
        </p:nvSpPr>
        <p:spPr>
          <a:xfrm>
            <a:off x="6277356" y="2011680"/>
            <a:ext cx="5362956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1-cardtext581"/>
          <p:cNvSpPr txBox="1"/>
          <p:nvPr/>
        </p:nvSpPr>
        <p:spPr>
          <a:xfrm>
            <a:off x="6551676" y="2148840"/>
            <a:ext cx="481431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②를 자리별로 보면</a:t>
            </a:r>
            <a:endParaRPr lang="ko-KR" sz="3200" dirty="0"/>
          </a:p>
        </p:txBody>
      </p:sp>
      <p:graphicFrame>
        <p:nvGraphicFramePr>
          <p:cNvPr id="12" name="S11-table58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51676" y="2872740"/>
          <a:ext cx="4814316" cy="914400"/>
        </p:xfrm>
        <a:graphic>
          <a:graphicData uri="http://schemas.openxmlformats.org/drawingml/2006/table">
            <a:tbl>
              <a:tblPr/>
              <a:tblGrid>
                <a:gridCol w="1203579"/>
                <a:gridCol w="1203579"/>
                <a:gridCol w="1203579"/>
                <a:gridCol w="1203579"/>
              </a:tblGrid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364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346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11-chip58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10" name="S11-eqtext584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498 ○ 512</a:t>
            </a:r>
            <a:endParaRPr lang="ko-KR" sz="3600" dirty="0"/>
          </a:p>
        </p:txBody>
      </p:sp>
      <p:sp>
        <p:nvSpPr>
          <p:cNvPr id="11" name="S11-chip585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2" name="S11-eqtext586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364 ○ 346</a:t>
            </a:r>
            <a:endParaRPr lang="ko-KR" sz="3600" dirty="0"/>
          </a:p>
        </p:txBody>
      </p:sp>
      <p:sp>
        <p:nvSpPr>
          <p:cNvPr id="13" name="S11-chip58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4" name="S11-eqtext588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725 ○ 729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12-card58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59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299와 301 중 어느 수가 더 클까요?</a:t>
            </a:r>
            <a:endParaRPr lang="ko-KR" sz="3200" dirty="0"/>
          </a:p>
        </p:txBody>
      </p:sp>
      <p:sp>
        <p:nvSpPr>
          <p:cNvPr id="5" name="S12-card59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2-cardtext59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12-chip59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299</a:t>
            </a:r>
            <a:endParaRPr lang="ko-KR" sz="2600" dirty="0"/>
          </a:p>
        </p:txBody>
      </p:sp>
      <p:sp>
        <p:nvSpPr>
          <p:cNvPr id="8" name="S12-text59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9가 두 개나 있으니까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299가 커요.</a:t>
            </a:r>
            <a:endParaRPr lang="ko-KR" sz="3200" dirty="0"/>
          </a:p>
        </p:txBody>
      </p:sp>
      <p:sp>
        <p:nvSpPr>
          <p:cNvPr id="9" name="S12-chip59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301</a:t>
            </a:r>
            <a:endParaRPr lang="ko-KR" sz="2600" dirty="0"/>
          </a:p>
        </p:txBody>
      </p:sp>
      <p:sp>
        <p:nvSpPr>
          <p:cNvPr id="10" name="S12-text59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백의 자리 3이 2보다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크니까 301이 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3-text59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어떻게 알았는지 말해요.</a:t>
            </a:r>
            <a:endParaRPr lang="ko-KR" sz="3200" dirty="0"/>
          </a:p>
        </p:txBody>
      </p:sp>
      <p:sp>
        <p:nvSpPr>
          <p:cNvPr id="4" name="S13-chip59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3-text599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육백팔을 숫자로 써요.</a:t>
            </a:r>
            <a:endParaRPr lang="ko-KR" sz="3200" dirty="0"/>
          </a:p>
        </p:txBody>
      </p:sp>
      <p:sp>
        <p:nvSpPr>
          <p:cNvPr id="6" name="S13-chip600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3-text601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481에서 8은 얼마일까요?</a:t>
            </a:r>
            <a:endParaRPr lang="ko-KR" sz="3200" dirty="0"/>
          </a:p>
        </p:txBody>
      </p:sp>
      <p:sp>
        <p:nvSpPr>
          <p:cNvPr id="8" name="S13-chip602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3-eqtext603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563 ○ 536</a:t>
            </a:r>
            <a:endParaRPr lang="ko-KR" sz="3600" dirty="0"/>
          </a:p>
        </p:txBody>
      </p:sp>
      <p:sp>
        <p:nvSpPr>
          <p:cNvPr id="10" name="S13-chip604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13-eqtext605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907 ○ 970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4-card60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60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수 모형과 자릿값 표로 다시 해 보게 하세요.</a:t>
            </a:r>
            <a:endParaRPr lang="ko-KR" sz="3200" dirty="0"/>
          </a:p>
        </p:txBody>
      </p:sp>
      <p:sp>
        <p:nvSpPr>
          <p:cNvPr id="5" name="S14-chip608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4-text609"/>
          <p:cNvSpPr txBox="1"/>
          <p:nvPr/>
        </p:nvSpPr>
        <p:spPr>
          <a:xfrm>
            <a:off x="548640" y="20574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608</a:t>
            </a:r>
            <a:endParaRPr lang="ko-KR" sz="3200" dirty="0"/>
          </a:p>
        </p:txBody>
      </p:sp>
      <p:sp>
        <p:nvSpPr>
          <p:cNvPr id="7" name="S14-text610"/>
          <p:cNvSpPr txBox="1"/>
          <p:nvPr/>
        </p:nvSpPr>
        <p:spPr>
          <a:xfrm>
            <a:off x="3367278" y="20574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 0</a:t>
            </a:r>
            <a:endParaRPr lang="ko-KR" sz="2600" dirty="0"/>
          </a:p>
        </p:txBody>
      </p:sp>
      <p:sp>
        <p:nvSpPr>
          <p:cNvPr id="8" name="S14-text611"/>
          <p:cNvSpPr txBox="1"/>
          <p:nvPr/>
        </p:nvSpPr>
        <p:spPr>
          <a:xfrm>
            <a:off x="548640" y="28575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80</a:t>
            </a:r>
            <a:endParaRPr lang="ko-KR" sz="3200" dirty="0"/>
          </a:p>
        </p:txBody>
      </p:sp>
      <p:sp>
        <p:nvSpPr>
          <p:cNvPr id="9" name="S14-text612"/>
          <p:cNvSpPr txBox="1"/>
          <p:nvPr/>
        </p:nvSpPr>
        <p:spPr>
          <a:xfrm>
            <a:off x="3367278" y="28575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10이 8개</a:t>
            </a:r>
            <a:endParaRPr lang="ko-KR" sz="2600" dirty="0"/>
          </a:p>
        </p:txBody>
      </p:sp>
      <p:sp>
        <p:nvSpPr>
          <p:cNvPr id="10" name="S14-text613"/>
          <p:cNvSpPr txBox="1"/>
          <p:nvPr/>
        </p:nvSpPr>
        <p:spPr>
          <a:xfrm>
            <a:off x="548640" y="36576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563 &gt; 536</a:t>
            </a:r>
            <a:endParaRPr lang="ko-KR" sz="3200" dirty="0"/>
          </a:p>
        </p:txBody>
      </p:sp>
      <p:sp>
        <p:nvSpPr>
          <p:cNvPr id="11" name="S14-text614"/>
          <p:cNvSpPr txBox="1"/>
          <p:nvPr/>
        </p:nvSpPr>
        <p:spPr>
          <a:xfrm>
            <a:off x="3367278" y="36576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6 &gt; 3</a:t>
            </a:r>
            <a:endParaRPr lang="ko-KR" sz="2600" dirty="0"/>
          </a:p>
        </p:txBody>
      </p:sp>
      <p:sp>
        <p:nvSpPr>
          <p:cNvPr id="12" name="S14-text615"/>
          <p:cNvSpPr txBox="1"/>
          <p:nvPr/>
        </p:nvSpPr>
        <p:spPr>
          <a:xfrm>
            <a:off x="548640" y="44577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907 &lt; 970</a:t>
            </a:r>
            <a:endParaRPr lang="ko-KR" sz="3200" dirty="0"/>
          </a:p>
        </p:txBody>
      </p:sp>
      <p:sp>
        <p:nvSpPr>
          <p:cNvPr id="13" name="S14-text616"/>
          <p:cNvSpPr txBox="1"/>
          <p:nvPr/>
        </p:nvSpPr>
        <p:spPr>
          <a:xfrm>
            <a:off x="3367278" y="44577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0 &lt; 7</a:t>
            </a:r>
            <a:endParaRPr lang="ko-KR" sz="2600" dirty="0"/>
          </a:p>
        </p:txBody>
      </p:sp>
      <p:sp>
        <p:nvSpPr>
          <p:cNvPr id="14" name="S14-chip617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5" name="S14-text618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6008, 68</a:t>
            </a:r>
            <a:endParaRPr lang="ko-KR" sz="3200" dirty="0"/>
          </a:p>
        </p:txBody>
      </p:sp>
      <p:sp>
        <p:nvSpPr>
          <p:cNvPr id="16" name="S14-text619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자리 틀림</a:t>
            </a:r>
            <a:endParaRPr lang="ko-KR" sz="2600" dirty="0"/>
          </a:p>
        </p:txBody>
      </p:sp>
      <p:sp>
        <p:nvSpPr>
          <p:cNvPr id="17" name="S14-text620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907 &gt; 970</a:t>
            </a:r>
            <a:endParaRPr lang="ko-KR" sz="3200" dirty="0"/>
          </a:p>
        </p:txBody>
      </p:sp>
      <p:sp>
        <p:nvSpPr>
          <p:cNvPr id="18" name="S14-text621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일의 자리만 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수가 클까요?</a:t>
            </a:r>
            <a:endParaRPr lang="ko-KR" sz="4400" dirty="0"/>
          </a:p>
        </p:txBody>
      </p:sp>
      <p:sp>
        <p:nvSpPr>
          <p:cNvPr id="3" name="S15-card6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5-cardtext6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수를 쓰고, &gt; 나 &lt; 로 비교해요.</a:t>
            </a:r>
            <a:endParaRPr lang="ko-KR" sz="3200" dirty="0"/>
          </a:p>
        </p:txBody>
      </p:sp>
      <p:sp>
        <p:nvSpPr>
          <p:cNvPr id="5" name="S15-chip624"/>
          <p:cNvSpPr txBox="1"/>
          <p:nvPr/>
        </p:nvSpPr>
        <p:spPr>
          <a:xfrm>
            <a:off x="2946654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5-flat625"/>
          <p:cNvSpPr/>
          <p:nvPr/>
        </p:nvSpPr>
        <p:spPr>
          <a:xfrm>
            <a:off x="1009040" y="2935224"/>
            <a:ext cx="1280160" cy="12801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5-line626"/>
          <p:cNvSpPr/>
          <p:nvPr/>
        </p:nvSpPr>
        <p:spPr>
          <a:xfrm>
            <a:off x="1137056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15-line627"/>
          <p:cNvSpPr/>
          <p:nvPr/>
        </p:nvSpPr>
        <p:spPr>
          <a:xfrm>
            <a:off x="1009040" y="3063240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5-line628"/>
          <p:cNvSpPr/>
          <p:nvPr/>
        </p:nvSpPr>
        <p:spPr>
          <a:xfrm>
            <a:off x="1265072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5-line629"/>
          <p:cNvSpPr/>
          <p:nvPr/>
        </p:nvSpPr>
        <p:spPr>
          <a:xfrm>
            <a:off x="1009040" y="3191256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5-line630"/>
          <p:cNvSpPr/>
          <p:nvPr/>
        </p:nvSpPr>
        <p:spPr>
          <a:xfrm>
            <a:off x="1393088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5-line631"/>
          <p:cNvSpPr/>
          <p:nvPr/>
        </p:nvSpPr>
        <p:spPr>
          <a:xfrm>
            <a:off x="1009040" y="3319272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5-line632"/>
          <p:cNvSpPr/>
          <p:nvPr/>
        </p:nvSpPr>
        <p:spPr>
          <a:xfrm>
            <a:off x="1521104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5-line633"/>
          <p:cNvSpPr/>
          <p:nvPr/>
        </p:nvSpPr>
        <p:spPr>
          <a:xfrm>
            <a:off x="1009040" y="3447288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5-line634"/>
          <p:cNvSpPr/>
          <p:nvPr/>
        </p:nvSpPr>
        <p:spPr>
          <a:xfrm>
            <a:off x="1649120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5-line635"/>
          <p:cNvSpPr/>
          <p:nvPr/>
        </p:nvSpPr>
        <p:spPr>
          <a:xfrm>
            <a:off x="1009040" y="3575304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5-line636"/>
          <p:cNvSpPr/>
          <p:nvPr/>
        </p:nvSpPr>
        <p:spPr>
          <a:xfrm>
            <a:off x="1777136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5-line637"/>
          <p:cNvSpPr/>
          <p:nvPr/>
        </p:nvSpPr>
        <p:spPr>
          <a:xfrm>
            <a:off x="1009040" y="3703320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5-line638"/>
          <p:cNvSpPr/>
          <p:nvPr/>
        </p:nvSpPr>
        <p:spPr>
          <a:xfrm>
            <a:off x="1905152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5-line639"/>
          <p:cNvSpPr/>
          <p:nvPr/>
        </p:nvSpPr>
        <p:spPr>
          <a:xfrm>
            <a:off x="1009040" y="3831336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5-line640"/>
          <p:cNvSpPr/>
          <p:nvPr/>
        </p:nvSpPr>
        <p:spPr>
          <a:xfrm>
            <a:off x="2033168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5-line641"/>
          <p:cNvSpPr/>
          <p:nvPr/>
        </p:nvSpPr>
        <p:spPr>
          <a:xfrm>
            <a:off x="1009040" y="3959352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5-line642"/>
          <p:cNvSpPr/>
          <p:nvPr/>
        </p:nvSpPr>
        <p:spPr>
          <a:xfrm>
            <a:off x="2161184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5-line643"/>
          <p:cNvSpPr/>
          <p:nvPr/>
        </p:nvSpPr>
        <p:spPr>
          <a:xfrm>
            <a:off x="1009040" y="4087368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5-flat644"/>
          <p:cNvSpPr/>
          <p:nvPr/>
        </p:nvSpPr>
        <p:spPr>
          <a:xfrm>
            <a:off x="2366010" y="2935224"/>
            <a:ext cx="1280160" cy="12801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5-line645"/>
          <p:cNvSpPr/>
          <p:nvPr/>
        </p:nvSpPr>
        <p:spPr>
          <a:xfrm>
            <a:off x="2494026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5-line646"/>
          <p:cNvSpPr/>
          <p:nvPr/>
        </p:nvSpPr>
        <p:spPr>
          <a:xfrm>
            <a:off x="2366010" y="3063240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5-line647"/>
          <p:cNvSpPr/>
          <p:nvPr/>
        </p:nvSpPr>
        <p:spPr>
          <a:xfrm>
            <a:off x="2622042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5-line648"/>
          <p:cNvSpPr/>
          <p:nvPr/>
        </p:nvSpPr>
        <p:spPr>
          <a:xfrm>
            <a:off x="2366010" y="3191256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5-line649"/>
          <p:cNvSpPr/>
          <p:nvPr/>
        </p:nvSpPr>
        <p:spPr>
          <a:xfrm>
            <a:off x="2750058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5-line650"/>
          <p:cNvSpPr/>
          <p:nvPr/>
        </p:nvSpPr>
        <p:spPr>
          <a:xfrm>
            <a:off x="2366010" y="3319272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5-line651"/>
          <p:cNvSpPr/>
          <p:nvPr/>
        </p:nvSpPr>
        <p:spPr>
          <a:xfrm>
            <a:off x="2878074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5-line652"/>
          <p:cNvSpPr/>
          <p:nvPr/>
        </p:nvSpPr>
        <p:spPr>
          <a:xfrm>
            <a:off x="2366010" y="3447288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5-line653"/>
          <p:cNvSpPr/>
          <p:nvPr/>
        </p:nvSpPr>
        <p:spPr>
          <a:xfrm>
            <a:off x="3006090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5-line654"/>
          <p:cNvSpPr/>
          <p:nvPr/>
        </p:nvSpPr>
        <p:spPr>
          <a:xfrm>
            <a:off x="2366010" y="3575304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5-line655"/>
          <p:cNvSpPr/>
          <p:nvPr/>
        </p:nvSpPr>
        <p:spPr>
          <a:xfrm>
            <a:off x="3134106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5-line656"/>
          <p:cNvSpPr/>
          <p:nvPr/>
        </p:nvSpPr>
        <p:spPr>
          <a:xfrm>
            <a:off x="2366010" y="3703320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5-line657"/>
          <p:cNvSpPr/>
          <p:nvPr/>
        </p:nvSpPr>
        <p:spPr>
          <a:xfrm>
            <a:off x="3262122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5-line658"/>
          <p:cNvSpPr/>
          <p:nvPr/>
        </p:nvSpPr>
        <p:spPr>
          <a:xfrm>
            <a:off x="2366010" y="3831336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5-line659"/>
          <p:cNvSpPr/>
          <p:nvPr/>
        </p:nvSpPr>
        <p:spPr>
          <a:xfrm>
            <a:off x="3390138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5-line660"/>
          <p:cNvSpPr/>
          <p:nvPr/>
        </p:nvSpPr>
        <p:spPr>
          <a:xfrm>
            <a:off x="2366010" y="3959352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5-line661"/>
          <p:cNvSpPr/>
          <p:nvPr/>
        </p:nvSpPr>
        <p:spPr>
          <a:xfrm>
            <a:off x="3518154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5-line662"/>
          <p:cNvSpPr/>
          <p:nvPr/>
        </p:nvSpPr>
        <p:spPr>
          <a:xfrm>
            <a:off x="2366010" y="4087368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5-flat663"/>
          <p:cNvSpPr/>
          <p:nvPr/>
        </p:nvSpPr>
        <p:spPr>
          <a:xfrm>
            <a:off x="3722980" y="2935224"/>
            <a:ext cx="1280160" cy="12801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15-line664"/>
          <p:cNvSpPr/>
          <p:nvPr/>
        </p:nvSpPr>
        <p:spPr>
          <a:xfrm>
            <a:off x="3850996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5-line665"/>
          <p:cNvSpPr/>
          <p:nvPr/>
        </p:nvSpPr>
        <p:spPr>
          <a:xfrm>
            <a:off x="3722980" y="3063240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15-line666"/>
          <p:cNvSpPr/>
          <p:nvPr/>
        </p:nvSpPr>
        <p:spPr>
          <a:xfrm>
            <a:off x="3979012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15-line667"/>
          <p:cNvSpPr/>
          <p:nvPr/>
        </p:nvSpPr>
        <p:spPr>
          <a:xfrm>
            <a:off x="3722980" y="3191256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5-line668"/>
          <p:cNvSpPr/>
          <p:nvPr/>
        </p:nvSpPr>
        <p:spPr>
          <a:xfrm>
            <a:off x="4107028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5-line669"/>
          <p:cNvSpPr/>
          <p:nvPr/>
        </p:nvSpPr>
        <p:spPr>
          <a:xfrm>
            <a:off x="3722980" y="3319272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5-line670"/>
          <p:cNvSpPr/>
          <p:nvPr/>
        </p:nvSpPr>
        <p:spPr>
          <a:xfrm>
            <a:off x="4235044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5-line671"/>
          <p:cNvSpPr/>
          <p:nvPr/>
        </p:nvSpPr>
        <p:spPr>
          <a:xfrm>
            <a:off x="3722980" y="3447288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5-line672"/>
          <p:cNvSpPr/>
          <p:nvPr/>
        </p:nvSpPr>
        <p:spPr>
          <a:xfrm>
            <a:off x="4363060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5-line673"/>
          <p:cNvSpPr/>
          <p:nvPr/>
        </p:nvSpPr>
        <p:spPr>
          <a:xfrm>
            <a:off x="3722980" y="3575304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5-line674"/>
          <p:cNvSpPr/>
          <p:nvPr/>
        </p:nvSpPr>
        <p:spPr>
          <a:xfrm>
            <a:off x="4491076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5-line675"/>
          <p:cNvSpPr/>
          <p:nvPr/>
        </p:nvSpPr>
        <p:spPr>
          <a:xfrm>
            <a:off x="3722980" y="3703320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5-line676"/>
          <p:cNvSpPr/>
          <p:nvPr/>
        </p:nvSpPr>
        <p:spPr>
          <a:xfrm>
            <a:off x="4619092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5-line677"/>
          <p:cNvSpPr/>
          <p:nvPr/>
        </p:nvSpPr>
        <p:spPr>
          <a:xfrm>
            <a:off x="3722980" y="3831336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5-line678"/>
          <p:cNvSpPr/>
          <p:nvPr/>
        </p:nvSpPr>
        <p:spPr>
          <a:xfrm>
            <a:off x="4747108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5-line679"/>
          <p:cNvSpPr/>
          <p:nvPr/>
        </p:nvSpPr>
        <p:spPr>
          <a:xfrm>
            <a:off x="3722980" y="3959352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5-line680"/>
          <p:cNvSpPr/>
          <p:nvPr/>
        </p:nvSpPr>
        <p:spPr>
          <a:xfrm>
            <a:off x="4875124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5-line681"/>
          <p:cNvSpPr/>
          <p:nvPr/>
        </p:nvSpPr>
        <p:spPr>
          <a:xfrm>
            <a:off x="3722980" y="4087368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5-rod682"/>
          <p:cNvSpPr/>
          <p:nvPr/>
        </p:nvSpPr>
        <p:spPr>
          <a:xfrm>
            <a:off x="5079949" y="2935224"/>
            <a:ext cx="128016" cy="12801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4" name="S15-line683"/>
          <p:cNvSpPr/>
          <p:nvPr/>
        </p:nvSpPr>
        <p:spPr>
          <a:xfrm>
            <a:off x="5079949" y="3063240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5-line684"/>
          <p:cNvSpPr/>
          <p:nvPr/>
        </p:nvSpPr>
        <p:spPr>
          <a:xfrm>
            <a:off x="5079949" y="3191256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5-line685"/>
          <p:cNvSpPr/>
          <p:nvPr/>
        </p:nvSpPr>
        <p:spPr>
          <a:xfrm>
            <a:off x="5079949" y="3319272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5-line686"/>
          <p:cNvSpPr/>
          <p:nvPr/>
        </p:nvSpPr>
        <p:spPr>
          <a:xfrm>
            <a:off x="5079949" y="3447288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15-line687"/>
          <p:cNvSpPr/>
          <p:nvPr/>
        </p:nvSpPr>
        <p:spPr>
          <a:xfrm>
            <a:off x="5079949" y="3575304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15-line688"/>
          <p:cNvSpPr/>
          <p:nvPr/>
        </p:nvSpPr>
        <p:spPr>
          <a:xfrm>
            <a:off x="5079949" y="3703320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15-line689"/>
          <p:cNvSpPr/>
          <p:nvPr/>
        </p:nvSpPr>
        <p:spPr>
          <a:xfrm>
            <a:off x="5079949" y="3831336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15-line690"/>
          <p:cNvSpPr/>
          <p:nvPr/>
        </p:nvSpPr>
        <p:spPr>
          <a:xfrm>
            <a:off x="5079949" y="3959352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15-line691"/>
          <p:cNvSpPr/>
          <p:nvPr/>
        </p:nvSpPr>
        <p:spPr>
          <a:xfrm>
            <a:off x="5079949" y="4087368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15-unit692"/>
          <p:cNvSpPr/>
          <p:nvPr/>
        </p:nvSpPr>
        <p:spPr>
          <a:xfrm>
            <a:off x="5284775" y="4055364"/>
            <a:ext cx="128016" cy="12801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4" name="S15-unit693"/>
          <p:cNvSpPr/>
          <p:nvPr/>
        </p:nvSpPr>
        <p:spPr>
          <a:xfrm>
            <a:off x="5284775" y="3895344"/>
            <a:ext cx="128016" cy="12801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5" name="S15-unit694"/>
          <p:cNvSpPr/>
          <p:nvPr/>
        </p:nvSpPr>
        <p:spPr>
          <a:xfrm>
            <a:off x="5284775" y="3735324"/>
            <a:ext cx="128016" cy="12801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6" name="S15-unit695"/>
          <p:cNvSpPr/>
          <p:nvPr/>
        </p:nvSpPr>
        <p:spPr>
          <a:xfrm>
            <a:off x="5284775" y="3575304"/>
            <a:ext cx="128016" cy="12801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15-unit696"/>
          <p:cNvSpPr/>
          <p:nvPr/>
        </p:nvSpPr>
        <p:spPr>
          <a:xfrm>
            <a:off x="5284775" y="3415284"/>
            <a:ext cx="128016" cy="12801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8" name="S15-figure697" descr="백 모형 3개, 십 모형 1개, 일 모형 5개"/>
          <p:cNvSpPr/>
          <p:nvPr/>
        </p:nvSpPr>
        <p:spPr>
          <a:xfrm>
            <a:off x="548640" y="293522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S15-chip698"/>
          <p:cNvSpPr txBox="1"/>
          <p:nvPr/>
        </p:nvSpPr>
        <p:spPr>
          <a:xfrm>
            <a:off x="8675370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0" name="S15-flat699"/>
          <p:cNvSpPr/>
          <p:nvPr/>
        </p:nvSpPr>
        <p:spPr>
          <a:xfrm>
            <a:off x="6513728" y="2935224"/>
            <a:ext cx="1280160" cy="12801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1" name="S15-line700"/>
          <p:cNvSpPr/>
          <p:nvPr/>
        </p:nvSpPr>
        <p:spPr>
          <a:xfrm>
            <a:off x="6641744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15-line701"/>
          <p:cNvSpPr/>
          <p:nvPr/>
        </p:nvSpPr>
        <p:spPr>
          <a:xfrm>
            <a:off x="6513728" y="3063240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15-line702"/>
          <p:cNvSpPr/>
          <p:nvPr/>
        </p:nvSpPr>
        <p:spPr>
          <a:xfrm>
            <a:off x="6769760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15-line703"/>
          <p:cNvSpPr/>
          <p:nvPr/>
        </p:nvSpPr>
        <p:spPr>
          <a:xfrm>
            <a:off x="6513728" y="3191256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15-line704"/>
          <p:cNvSpPr/>
          <p:nvPr/>
        </p:nvSpPr>
        <p:spPr>
          <a:xfrm>
            <a:off x="6897776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5-line705"/>
          <p:cNvSpPr/>
          <p:nvPr/>
        </p:nvSpPr>
        <p:spPr>
          <a:xfrm>
            <a:off x="6513728" y="3319272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5-line706"/>
          <p:cNvSpPr/>
          <p:nvPr/>
        </p:nvSpPr>
        <p:spPr>
          <a:xfrm>
            <a:off x="7025792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5-line707"/>
          <p:cNvSpPr/>
          <p:nvPr/>
        </p:nvSpPr>
        <p:spPr>
          <a:xfrm>
            <a:off x="6513728" y="3447288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15-line708"/>
          <p:cNvSpPr/>
          <p:nvPr/>
        </p:nvSpPr>
        <p:spPr>
          <a:xfrm>
            <a:off x="7153808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15-line709"/>
          <p:cNvSpPr/>
          <p:nvPr/>
        </p:nvSpPr>
        <p:spPr>
          <a:xfrm>
            <a:off x="6513728" y="3575304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15-line710"/>
          <p:cNvSpPr/>
          <p:nvPr/>
        </p:nvSpPr>
        <p:spPr>
          <a:xfrm>
            <a:off x="7281824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5-line711"/>
          <p:cNvSpPr/>
          <p:nvPr/>
        </p:nvSpPr>
        <p:spPr>
          <a:xfrm>
            <a:off x="6513728" y="3703320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5-line712"/>
          <p:cNvSpPr/>
          <p:nvPr/>
        </p:nvSpPr>
        <p:spPr>
          <a:xfrm>
            <a:off x="7409840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15-line713"/>
          <p:cNvSpPr/>
          <p:nvPr/>
        </p:nvSpPr>
        <p:spPr>
          <a:xfrm>
            <a:off x="6513728" y="3831336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15-line714"/>
          <p:cNvSpPr/>
          <p:nvPr/>
        </p:nvSpPr>
        <p:spPr>
          <a:xfrm>
            <a:off x="7537856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15-line715"/>
          <p:cNvSpPr/>
          <p:nvPr/>
        </p:nvSpPr>
        <p:spPr>
          <a:xfrm>
            <a:off x="6513728" y="3959352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5-line716"/>
          <p:cNvSpPr/>
          <p:nvPr/>
        </p:nvSpPr>
        <p:spPr>
          <a:xfrm>
            <a:off x="7665872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5-line717"/>
          <p:cNvSpPr/>
          <p:nvPr/>
        </p:nvSpPr>
        <p:spPr>
          <a:xfrm>
            <a:off x="6513728" y="4087368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15-flat718"/>
          <p:cNvSpPr/>
          <p:nvPr/>
        </p:nvSpPr>
        <p:spPr>
          <a:xfrm>
            <a:off x="7870698" y="2935224"/>
            <a:ext cx="1280160" cy="12801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0" name="S15-line719"/>
          <p:cNvSpPr/>
          <p:nvPr/>
        </p:nvSpPr>
        <p:spPr>
          <a:xfrm>
            <a:off x="7998714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15-line720"/>
          <p:cNvSpPr/>
          <p:nvPr/>
        </p:nvSpPr>
        <p:spPr>
          <a:xfrm>
            <a:off x="7870698" y="3063240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5-line721"/>
          <p:cNvSpPr/>
          <p:nvPr/>
        </p:nvSpPr>
        <p:spPr>
          <a:xfrm>
            <a:off x="8126730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5-line722"/>
          <p:cNvSpPr/>
          <p:nvPr/>
        </p:nvSpPr>
        <p:spPr>
          <a:xfrm>
            <a:off x="7870698" y="3191256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15-line723"/>
          <p:cNvSpPr/>
          <p:nvPr/>
        </p:nvSpPr>
        <p:spPr>
          <a:xfrm>
            <a:off x="8254746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15-line724"/>
          <p:cNvSpPr/>
          <p:nvPr/>
        </p:nvSpPr>
        <p:spPr>
          <a:xfrm>
            <a:off x="7870698" y="3319272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15-line725"/>
          <p:cNvSpPr/>
          <p:nvPr/>
        </p:nvSpPr>
        <p:spPr>
          <a:xfrm>
            <a:off x="8382762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5-line726"/>
          <p:cNvSpPr/>
          <p:nvPr/>
        </p:nvSpPr>
        <p:spPr>
          <a:xfrm>
            <a:off x="7870698" y="3447288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5-line727"/>
          <p:cNvSpPr/>
          <p:nvPr/>
        </p:nvSpPr>
        <p:spPr>
          <a:xfrm>
            <a:off x="8510778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15-line728"/>
          <p:cNvSpPr/>
          <p:nvPr/>
        </p:nvSpPr>
        <p:spPr>
          <a:xfrm>
            <a:off x="7870698" y="3575304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15-line729"/>
          <p:cNvSpPr/>
          <p:nvPr/>
        </p:nvSpPr>
        <p:spPr>
          <a:xfrm>
            <a:off x="8638794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15-line730"/>
          <p:cNvSpPr/>
          <p:nvPr/>
        </p:nvSpPr>
        <p:spPr>
          <a:xfrm>
            <a:off x="7870698" y="3703320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5-line731"/>
          <p:cNvSpPr/>
          <p:nvPr/>
        </p:nvSpPr>
        <p:spPr>
          <a:xfrm>
            <a:off x="8766810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5-line732"/>
          <p:cNvSpPr/>
          <p:nvPr/>
        </p:nvSpPr>
        <p:spPr>
          <a:xfrm>
            <a:off x="7870698" y="3831336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15-line733"/>
          <p:cNvSpPr/>
          <p:nvPr/>
        </p:nvSpPr>
        <p:spPr>
          <a:xfrm>
            <a:off x="8894826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15-line734"/>
          <p:cNvSpPr/>
          <p:nvPr/>
        </p:nvSpPr>
        <p:spPr>
          <a:xfrm>
            <a:off x="7870698" y="3959352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15-line735"/>
          <p:cNvSpPr/>
          <p:nvPr/>
        </p:nvSpPr>
        <p:spPr>
          <a:xfrm>
            <a:off x="9022842" y="2935224"/>
            <a:ext cx="0" cy="1280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5-line736"/>
          <p:cNvSpPr/>
          <p:nvPr/>
        </p:nvSpPr>
        <p:spPr>
          <a:xfrm>
            <a:off x="7870698" y="4087368"/>
            <a:ext cx="128016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5-rod737"/>
          <p:cNvSpPr/>
          <p:nvPr/>
        </p:nvSpPr>
        <p:spPr>
          <a:xfrm>
            <a:off x="9227668" y="2935224"/>
            <a:ext cx="128016" cy="12801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9" name="S15-line738"/>
          <p:cNvSpPr/>
          <p:nvPr/>
        </p:nvSpPr>
        <p:spPr>
          <a:xfrm>
            <a:off x="9227668" y="3063240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15-line739"/>
          <p:cNvSpPr/>
          <p:nvPr/>
        </p:nvSpPr>
        <p:spPr>
          <a:xfrm>
            <a:off x="9227668" y="3191256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15-line740"/>
          <p:cNvSpPr/>
          <p:nvPr/>
        </p:nvSpPr>
        <p:spPr>
          <a:xfrm>
            <a:off x="9227668" y="3319272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5-line741"/>
          <p:cNvSpPr/>
          <p:nvPr/>
        </p:nvSpPr>
        <p:spPr>
          <a:xfrm>
            <a:off x="9227668" y="3447288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15-line742"/>
          <p:cNvSpPr/>
          <p:nvPr/>
        </p:nvSpPr>
        <p:spPr>
          <a:xfrm>
            <a:off x="9227668" y="3575304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15-line743"/>
          <p:cNvSpPr/>
          <p:nvPr/>
        </p:nvSpPr>
        <p:spPr>
          <a:xfrm>
            <a:off x="9227668" y="3703320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15-line744"/>
          <p:cNvSpPr/>
          <p:nvPr/>
        </p:nvSpPr>
        <p:spPr>
          <a:xfrm>
            <a:off x="9227668" y="3831336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15-line745"/>
          <p:cNvSpPr/>
          <p:nvPr/>
        </p:nvSpPr>
        <p:spPr>
          <a:xfrm>
            <a:off x="9227668" y="3959352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5-line746"/>
          <p:cNvSpPr/>
          <p:nvPr/>
        </p:nvSpPr>
        <p:spPr>
          <a:xfrm>
            <a:off x="9227668" y="4087368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5-rod747"/>
          <p:cNvSpPr/>
          <p:nvPr/>
        </p:nvSpPr>
        <p:spPr>
          <a:xfrm>
            <a:off x="9432493" y="2935224"/>
            <a:ext cx="128016" cy="12801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9" name="S15-line748"/>
          <p:cNvSpPr/>
          <p:nvPr/>
        </p:nvSpPr>
        <p:spPr>
          <a:xfrm>
            <a:off x="9432493" y="3063240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15-line749"/>
          <p:cNvSpPr/>
          <p:nvPr/>
        </p:nvSpPr>
        <p:spPr>
          <a:xfrm>
            <a:off x="9432493" y="3191256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15-line750"/>
          <p:cNvSpPr/>
          <p:nvPr/>
        </p:nvSpPr>
        <p:spPr>
          <a:xfrm>
            <a:off x="9432493" y="3319272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15-line751"/>
          <p:cNvSpPr/>
          <p:nvPr/>
        </p:nvSpPr>
        <p:spPr>
          <a:xfrm>
            <a:off x="9432493" y="3447288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15-line752"/>
          <p:cNvSpPr/>
          <p:nvPr/>
        </p:nvSpPr>
        <p:spPr>
          <a:xfrm>
            <a:off x="9432493" y="3575304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15-line753"/>
          <p:cNvSpPr/>
          <p:nvPr/>
        </p:nvSpPr>
        <p:spPr>
          <a:xfrm>
            <a:off x="9432493" y="3703320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15-line754"/>
          <p:cNvSpPr/>
          <p:nvPr/>
        </p:nvSpPr>
        <p:spPr>
          <a:xfrm>
            <a:off x="9432493" y="3831336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15-line755"/>
          <p:cNvSpPr/>
          <p:nvPr/>
        </p:nvSpPr>
        <p:spPr>
          <a:xfrm>
            <a:off x="9432493" y="3959352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15-line756"/>
          <p:cNvSpPr/>
          <p:nvPr/>
        </p:nvSpPr>
        <p:spPr>
          <a:xfrm>
            <a:off x="9432493" y="4087368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15-rod757"/>
          <p:cNvSpPr/>
          <p:nvPr/>
        </p:nvSpPr>
        <p:spPr>
          <a:xfrm>
            <a:off x="9637319" y="2935224"/>
            <a:ext cx="128016" cy="12801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9" name="S15-line758"/>
          <p:cNvSpPr/>
          <p:nvPr/>
        </p:nvSpPr>
        <p:spPr>
          <a:xfrm>
            <a:off x="9637319" y="3063240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15-line759"/>
          <p:cNvSpPr/>
          <p:nvPr/>
        </p:nvSpPr>
        <p:spPr>
          <a:xfrm>
            <a:off x="9637319" y="3191256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15-line760"/>
          <p:cNvSpPr/>
          <p:nvPr/>
        </p:nvSpPr>
        <p:spPr>
          <a:xfrm>
            <a:off x="9637319" y="3319272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15-line761"/>
          <p:cNvSpPr/>
          <p:nvPr/>
        </p:nvSpPr>
        <p:spPr>
          <a:xfrm>
            <a:off x="9637319" y="3447288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15-line762"/>
          <p:cNvSpPr/>
          <p:nvPr/>
        </p:nvSpPr>
        <p:spPr>
          <a:xfrm>
            <a:off x="9637319" y="3575304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15-line763"/>
          <p:cNvSpPr/>
          <p:nvPr/>
        </p:nvSpPr>
        <p:spPr>
          <a:xfrm>
            <a:off x="9637319" y="3703320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15-line764"/>
          <p:cNvSpPr/>
          <p:nvPr/>
        </p:nvSpPr>
        <p:spPr>
          <a:xfrm>
            <a:off x="9637319" y="3831336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6" name="S15-line765"/>
          <p:cNvSpPr/>
          <p:nvPr/>
        </p:nvSpPr>
        <p:spPr>
          <a:xfrm>
            <a:off x="9637319" y="3959352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7" name="S15-line766"/>
          <p:cNvSpPr/>
          <p:nvPr/>
        </p:nvSpPr>
        <p:spPr>
          <a:xfrm>
            <a:off x="9637319" y="4087368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8" name="S15-rod767"/>
          <p:cNvSpPr/>
          <p:nvPr/>
        </p:nvSpPr>
        <p:spPr>
          <a:xfrm>
            <a:off x="9842144" y="2935224"/>
            <a:ext cx="128016" cy="12801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9" name="S15-line768"/>
          <p:cNvSpPr/>
          <p:nvPr/>
        </p:nvSpPr>
        <p:spPr>
          <a:xfrm>
            <a:off x="9842144" y="3063240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0" name="S15-line769"/>
          <p:cNvSpPr/>
          <p:nvPr/>
        </p:nvSpPr>
        <p:spPr>
          <a:xfrm>
            <a:off x="9842144" y="3191256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1" name="S15-line770"/>
          <p:cNvSpPr/>
          <p:nvPr/>
        </p:nvSpPr>
        <p:spPr>
          <a:xfrm>
            <a:off x="9842144" y="3319272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2" name="S15-line771"/>
          <p:cNvSpPr/>
          <p:nvPr/>
        </p:nvSpPr>
        <p:spPr>
          <a:xfrm>
            <a:off x="9842144" y="3447288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3" name="S15-line772"/>
          <p:cNvSpPr/>
          <p:nvPr/>
        </p:nvSpPr>
        <p:spPr>
          <a:xfrm>
            <a:off x="9842144" y="3575304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4" name="S15-line773"/>
          <p:cNvSpPr/>
          <p:nvPr/>
        </p:nvSpPr>
        <p:spPr>
          <a:xfrm>
            <a:off x="9842144" y="3703320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5" name="S15-line774"/>
          <p:cNvSpPr/>
          <p:nvPr/>
        </p:nvSpPr>
        <p:spPr>
          <a:xfrm>
            <a:off x="9842144" y="3831336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6" name="S15-line775"/>
          <p:cNvSpPr/>
          <p:nvPr/>
        </p:nvSpPr>
        <p:spPr>
          <a:xfrm>
            <a:off x="9842144" y="3959352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7" name="S15-line776"/>
          <p:cNvSpPr/>
          <p:nvPr/>
        </p:nvSpPr>
        <p:spPr>
          <a:xfrm>
            <a:off x="9842144" y="4087368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8" name="S15-rod777"/>
          <p:cNvSpPr/>
          <p:nvPr/>
        </p:nvSpPr>
        <p:spPr>
          <a:xfrm>
            <a:off x="10046970" y="2935224"/>
            <a:ext cx="128016" cy="12801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9" name="S15-line778"/>
          <p:cNvSpPr/>
          <p:nvPr/>
        </p:nvSpPr>
        <p:spPr>
          <a:xfrm>
            <a:off x="10046970" y="3063240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0" name="S15-line779"/>
          <p:cNvSpPr/>
          <p:nvPr/>
        </p:nvSpPr>
        <p:spPr>
          <a:xfrm>
            <a:off x="10046970" y="3191256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1" name="S15-line780"/>
          <p:cNvSpPr/>
          <p:nvPr/>
        </p:nvSpPr>
        <p:spPr>
          <a:xfrm>
            <a:off x="10046970" y="3319272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2" name="S15-line781"/>
          <p:cNvSpPr/>
          <p:nvPr/>
        </p:nvSpPr>
        <p:spPr>
          <a:xfrm>
            <a:off x="10046970" y="3447288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3" name="S15-line782"/>
          <p:cNvSpPr/>
          <p:nvPr/>
        </p:nvSpPr>
        <p:spPr>
          <a:xfrm>
            <a:off x="10046970" y="3575304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4" name="S15-line783"/>
          <p:cNvSpPr/>
          <p:nvPr/>
        </p:nvSpPr>
        <p:spPr>
          <a:xfrm>
            <a:off x="10046970" y="3703320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15-line784"/>
          <p:cNvSpPr/>
          <p:nvPr/>
        </p:nvSpPr>
        <p:spPr>
          <a:xfrm>
            <a:off x="10046970" y="3831336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6" name="S15-line785"/>
          <p:cNvSpPr/>
          <p:nvPr/>
        </p:nvSpPr>
        <p:spPr>
          <a:xfrm>
            <a:off x="10046970" y="3959352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7" name="S15-line786"/>
          <p:cNvSpPr/>
          <p:nvPr/>
        </p:nvSpPr>
        <p:spPr>
          <a:xfrm>
            <a:off x="10046970" y="4087368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15-rod787"/>
          <p:cNvSpPr/>
          <p:nvPr/>
        </p:nvSpPr>
        <p:spPr>
          <a:xfrm>
            <a:off x="10251796" y="2935224"/>
            <a:ext cx="128016" cy="12801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9" name="S15-line788"/>
          <p:cNvSpPr/>
          <p:nvPr/>
        </p:nvSpPr>
        <p:spPr>
          <a:xfrm>
            <a:off x="10251796" y="3063240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15-line789"/>
          <p:cNvSpPr/>
          <p:nvPr/>
        </p:nvSpPr>
        <p:spPr>
          <a:xfrm>
            <a:off x="10251796" y="3191256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1" name="S15-line790"/>
          <p:cNvSpPr/>
          <p:nvPr/>
        </p:nvSpPr>
        <p:spPr>
          <a:xfrm>
            <a:off x="10251796" y="3319272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2" name="S15-line791"/>
          <p:cNvSpPr/>
          <p:nvPr/>
        </p:nvSpPr>
        <p:spPr>
          <a:xfrm>
            <a:off x="10251796" y="3447288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3" name="S15-line792"/>
          <p:cNvSpPr/>
          <p:nvPr/>
        </p:nvSpPr>
        <p:spPr>
          <a:xfrm>
            <a:off x="10251796" y="3575304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4" name="S15-line793"/>
          <p:cNvSpPr/>
          <p:nvPr/>
        </p:nvSpPr>
        <p:spPr>
          <a:xfrm>
            <a:off x="10251796" y="3703320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5" name="S15-line794"/>
          <p:cNvSpPr/>
          <p:nvPr/>
        </p:nvSpPr>
        <p:spPr>
          <a:xfrm>
            <a:off x="10251796" y="3831336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6" name="S15-line795"/>
          <p:cNvSpPr/>
          <p:nvPr/>
        </p:nvSpPr>
        <p:spPr>
          <a:xfrm>
            <a:off x="10251796" y="3959352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7" name="S15-line796"/>
          <p:cNvSpPr/>
          <p:nvPr/>
        </p:nvSpPr>
        <p:spPr>
          <a:xfrm>
            <a:off x="10251796" y="4087368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8" name="S15-rod797"/>
          <p:cNvSpPr/>
          <p:nvPr/>
        </p:nvSpPr>
        <p:spPr>
          <a:xfrm>
            <a:off x="10456621" y="2935224"/>
            <a:ext cx="128016" cy="12801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9" name="S15-line798"/>
          <p:cNvSpPr/>
          <p:nvPr/>
        </p:nvSpPr>
        <p:spPr>
          <a:xfrm>
            <a:off x="10456621" y="3063240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15-line799"/>
          <p:cNvSpPr/>
          <p:nvPr/>
        </p:nvSpPr>
        <p:spPr>
          <a:xfrm>
            <a:off x="10456621" y="3191256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1" name="S15-line800"/>
          <p:cNvSpPr/>
          <p:nvPr/>
        </p:nvSpPr>
        <p:spPr>
          <a:xfrm>
            <a:off x="10456621" y="3319272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2" name="S15-line801"/>
          <p:cNvSpPr/>
          <p:nvPr/>
        </p:nvSpPr>
        <p:spPr>
          <a:xfrm>
            <a:off x="10456621" y="3447288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3" name="S15-line802"/>
          <p:cNvSpPr/>
          <p:nvPr/>
        </p:nvSpPr>
        <p:spPr>
          <a:xfrm>
            <a:off x="10456621" y="3575304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4" name="S15-line803"/>
          <p:cNvSpPr/>
          <p:nvPr/>
        </p:nvSpPr>
        <p:spPr>
          <a:xfrm>
            <a:off x="10456621" y="3703320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15-line804"/>
          <p:cNvSpPr/>
          <p:nvPr/>
        </p:nvSpPr>
        <p:spPr>
          <a:xfrm>
            <a:off x="10456621" y="3831336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6" name="S15-line805"/>
          <p:cNvSpPr/>
          <p:nvPr/>
        </p:nvSpPr>
        <p:spPr>
          <a:xfrm>
            <a:off x="10456621" y="3959352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7" name="S15-line806"/>
          <p:cNvSpPr/>
          <p:nvPr/>
        </p:nvSpPr>
        <p:spPr>
          <a:xfrm>
            <a:off x="10456621" y="4087368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8" name="S15-rod807"/>
          <p:cNvSpPr/>
          <p:nvPr/>
        </p:nvSpPr>
        <p:spPr>
          <a:xfrm>
            <a:off x="10661447" y="2935224"/>
            <a:ext cx="128016" cy="12801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9" name="S15-line808"/>
          <p:cNvSpPr/>
          <p:nvPr/>
        </p:nvSpPr>
        <p:spPr>
          <a:xfrm>
            <a:off x="10661447" y="3063240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0" name="S15-line809"/>
          <p:cNvSpPr/>
          <p:nvPr/>
        </p:nvSpPr>
        <p:spPr>
          <a:xfrm>
            <a:off x="10661447" y="3191256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1" name="S15-line810"/>
          <p:cNvSpPr/>
          <p:nvPr/>
        </p:nvSpPr>
        <p:spPr>
          <a:xfrm>
            <a:off x="10661447" y="3319272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2" name="S15-line811"/>
          <p:cNvSpPr/>
          <p:nvPr/>
        </p:nvSpPr>
        <p:spPr>
          <a:xfrm>
            <a:off x="10661447" y="3447288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3" name="S15-line812"/>
          <p:cNvSpPr/>
          <p:nvPr/>
        </p:nvSpPr>
        <p:spPr>
          <a:xfrm>
            <a:off x="10661447" y="3575304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4" name="S15-line813"/>
          <p:cNvSpPr/>
          <p:nvPr/>
        </p:nvSpPr>
        <p:spPr>
          <a:xfrm>
            <a:off x="10661447" y="3703320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5" name="S15-line814"/>
          <p:cNvSpPr/>
          <p:nvPr/>
        </p:nvSpPr>
        <p:spPr>
          <a:xfrm>
            <a:off x="10661447" y="3831336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6" name="S15-line815"/>
          <p:cNvSpPr/>
          <p:nvPr/>
        </p:nvSpPr>
        <p:spPr>
          <a:xfrm>
            <a:off x="10661447" y="3959352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7" name="S15-line816"/>
          <p:cNvSpPr/>
          <p:nvPr/>
        </p:nvSpPr>
        <p:spPr>
          <a:xfrm>
            <a:off x="10661447" y="4087368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8" name="S15-rod817"/>
          <p:cNvSpPr/>
          <p:nvPr/>
        </p:nvSpPr>
        <p:spPr>
          <a:xfrm>
            <a:off x="10866272" y="2935224"/>
            <a:ext cx="128016" cy="128016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9" name="S15-line818"/>
          <p:cNvSpPr/>
          <p:nvPr/>
        </p:nvSpPr>
        <p:spPr>
          <a:xfrm>
            <a:off x="10866272" y="3063240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0" name="S15-line819"/>
          <p:cNvSpPr/>
          <p:nvPr/>
        </p:nvSpPr>
        <p:spPr>
          <a:xfrm>
            <a:off x="10866272" y="3191256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1" name="S15-line820"/>
          <p:cNvSpPr/>
          <p:nvPr/>
        </p:nvSpPr>
        <p:spPr>
          <a:xfrm>
            <a:off x="10866272" y="3319272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2" name="S15-line821"/>
          <p:cNvSpPr/>
          <p:nvPr/>
        </p:nvSpPr>
        <p:spPr>
          <a:xfrm>
            <a:off x="10866272" y="3447288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3" name="S15-line822"/>
          <p:cNvSpPr/>
          <p:nvPr/>
        </p:nvSpPr>
        <p:spPr>
          <a:xfrm>
            <a:off x="10866272" y="3575304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4" name="S15-line823"/>
          <p:cNvSpPr/>
          <p:nvPr/>
        </p:nvSpPr>
        <p:spPr>
          <a:xfrm>
            <a:off x="10866272" y="3703320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5" name="S15-line824"/>
          <p:cNvSpPr/>
          <p:nvPr/>
        </p:nvSpPr>
        <p:spPr>
          <a:xfrm>
            <a:off x="10866272" y="3831336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6" name="S15-line825"/>
          <p:cNvSpPr/>
          <p:nvPr/>
        </p:nvSpPr>
        <p:spPr>
          <a:xfrm>
            <a:off x="10866272" y="3959352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7" name="S15-line826"/>
          <p:cNvSpPr/>
          <p:nvPr/>
        </p:nvSpPr>
        <p:spPr>
          <a:xfrm>
            <a:off x="10866272" y="4087368"/>
            <a:ext cx="12801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8" name="S15-unit827"/>
          <p:cNvSpPr/>
          <p:nvPr/>
        </p:nvSpPr>
        <p:spPr>
          <a:xfrm>
            <a:off x="11071098" y="4055364"/>
            <a:ext cx="128016" cy="12801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9" name="S15-unit828"/>
          <p:cNvSpPr/>
          <p:nvPr/>
        </p:nvSpPr>
        <p:spPr>
          <a:xfrm>
            <a:off x="11071098" y="3895344"/>
            <a:ext cx="128016" cy="12801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0" name="S15-unit829"/>
          <p:cNvSpPr/>
          <p:nvPr/>
        </p:nvSpPr>
        <p:spPr>
          <a:xfrm>
            <a:off x="11071098" y="3735324"/>
            <a:ext cx="128016" cy="12801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1" name="S15-unit830"/>
          <p:cNvSpPr/>
          <p:nvPr/>
        </p:nvSpPr>
        <p:spPr>
          <a:xfrm>
            <a:off x="11071098" y="3575304"/>
            <a:ext cx="128016" cy="12801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2" name="S15-unit831"/>
          <p:cNvSpPr/>
          <p:nvPr/>
        </p:nvSpPr>
        <p:spPr>
          <a:xfrm>
            <a:off x="11071098" y="3415284"/>
            <a:ext cx="128016" cy="12801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3" name="S15-unit832"/>
          <p:cNvSpPr/>
          <p:nvPr/>
        </p:nvSpPr>
        <p:spPr>
          <a:xfrm>
            <a:off x="11237519" y="4055364"/>
            <a:ext cx="128016" cy="12801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4" name="S15-unit833"/>
          <p:cNvSpPr/>
          <p:nvPr/>
        </p:nvSpPr>
        <p:spPr>
          <a:xfrm>
            <a:off x="11237519" y="3895344"/>
            <a:ext cx="128016" cy="12801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5" name="S15-unit834"/>
          <p:cNvSpPr/>
          <p:nvPr/>
        </p:nvSpPr>
        <p:spPr>
          <a:xfrm>
            <a:off x="11237519" y="3735324"/>
            <a:ext cx="128016" cy="12801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6" name="S15-figure835" descr="백 모형 2개, 십 모형 9개, 일 모형 8개"/>
          <p:cNvSpPr/>
          <p:nvPr/>
        </p:nvSpPr>
        <p:spPr>
          <a:xfrm>
            <a:off x="6277356" y="293522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6-card83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6-cardtext83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백의 자리부터 차례로 비교해요.</a:t>
            </a:r>
            <a:endParaRPr lang="ko-KR" sz="3200" dirty="0"/>
          </a:p>
        </p:txBody>
      </p:sp>
      <p:sp>
        <p:nvSpPr>
          <p:cNvPr id="5" name="S16-chip838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0인 자리에 0 쓰기</a:t>
            </a:r>
            <a:endParaRPr lang="ko-KR" sz="2600" dirty="0"/>
          </a:p>
        </p:txBody>
      </p:sp>
      <p:sp>
        <p:nvSpPr>
          <p:cNvPr id="6" name="S16-chip839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큰 숫자만 보고 비교하기</a:t>
            </a:r>
            <a:endParaRPr lang="ko-KR" sz="2600" dirty="0"/>
          </a:p>
        </p:txBody>
      </p:sp>
      <p:sp>
        <p:nvSpPr>
          <p:cNvPr id="7" name="S16-text840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6-text841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100이 5개,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1이 3개인 수</a:t>
            </a:r>
            <a:endParaRPr lang="ko-KR" sz="2600" dirty="0"/>
          </a:p>
        </p:txBody>
      </p:sp>
      <p:sp>
        <p:nvSpPr>
          <p:cNvPr id="9" name="S16-text842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이백구십을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숫자로 쓰기</a:t>
            </a:r>
            <a:endParaRPr lang="ko-KR" sz="2600" dirty="0"/>
          </a:p>
        </p:txBody>
      </p:sp>
      <p:sp>
        <p:nvSpPr>
          <p:cNvPr id="10" name="S16-eqtext843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418 ○ 481</a:t>
            </a:r>
            <a:endParaRPr lang="ko-KR" sz="3000" dirty="0"/>
          </a:p>
        </p:txBody>
      </p:sp>
      <p:sp>
        <p:nvSpPr>
          <p:cNvPr id="11" name="S16-text84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네 자리 수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묶음과 낱개</a:t>
            </a:r>
            <a:endParaRPr lang="ko-KR" sz="4400" dirty="0"/>
          </a:p>
        </p:txBody>
      </p:sp>
      <p:sp>
        <p:nvSpPr>
          <p:cNvPr id="3" name="S17-text84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묶음과 낱개로 세어요.</a:t>
            </a:r>
            <a:endParaRPr lang="ko-KR" sz="3200" dirty="0"/>
          </a:p>
        </p:txBody>
      </p:sp>
      <p:sp>
        <p:nvSpPr>
          <p:cNvPr id="4" name="S17-card8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7-cardtext8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4개, 낱개 6개는 46이에요.</a:t>
            </a:r>
            <a:endParaRPr lang="ko-KR" sz="3200" dirty="0"/>
          </a:p>
        </p:txBody>
      </p:sp>
      <p:sp>
        <p:nvSpPr>
          <p:cNvPr id="6" name="S17-rod848"/>
          <p:cNvSpPr/>
          <p:nvPr/>
        </p:nvSpPr>
        <p:spPr>
          <a:xfrm>
            <a:off x="1896325" y="2071468"/>
            <a:ext cx="298938" cy="2989385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7-line849"/>
          <p:cNvSpPr/>
          <p:nvPr/>
        </p:nvSpPr>
        <p:spPr>
          <a:xfrm>
            <a:off x="1896325" y="2370406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17-line850"/>
          <p:cNvSpPr/>
          <p:nvPr/>
        </p:nvSpPr>
        <p:spPr>
          <a:xfrm>
            <a:off x="1896325" y="2669345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7-line851"/>
          <p:cNvSpPr/>
          <p:nvPr/>
        </p:nvSpPr>
        <p:spPr>
          <a:xfrm>
            <a:off x="1896325" y="2968283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7-line852"/>
          <p:cNvSpPr/>
          <p:nvPr/>
        </p:nvSpPr>
        <p:spPr>
          <a:xfrm>
            <a:off x="1896325" y="3267222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7-line853"/>
          <p:cNvSpPr/>
          <p:nvPr/>
        </p:nvSpPr>
        <p:spPr>
          <a:xfrm>
            <a:off x="1896325" y="3566160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7-line854"/>
          <p:cNvSpPr/>
          <p:nvPr/>
        </p:nvSpPr>
        <p:spPr>
          <a:xfrm>
            <a:off x="1896325" y="3865098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7-line855"/>
          <p:cNvSpPr/>
          <p:nvPr/>
        </p:nvSpPr>
        <p:spPr>
          <a:xfrm>
            <a:off x="1896325" y="4164037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7-line856"/>
          <p:cNvSpPr/>
          <p:nvPr/>
        </p:nvSpPr>
        <p:spPr>
          <a:xfrm>
            <a:off x="1896325" y="4462975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7-line857"/>
          <p:cNvSpPr/>
          <p:nvPr/>
        </p:nvSpPr>
        <p:spPr>
          <a:xfrm>
            <a:off x="1896325" y="4761914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7-rod858"/>
          <p:cNvSpPr/>
          <p:nvPr/>
        </p:nvSpPr>
        <p:spPr>
          <a:xfrm>
            <a:off x="2374626" y="2071468"/>
            <a:ext cx="298938" cy="2989385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7-line859"/>
          <p:cNvSpPr/>
          <p:nvPr/>
        </p:nvSpPr>
        <p:spPr>
          <a:xfrm>
            <a:off x="2374626" y="2370406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7-line860"/>
          <p:cNvSpPr/>
          <p:nvPr/>
        </p:nvSpPr>
        <p:spPr>
          <a:xfrm>
            <a:off x="2374626" y="2669345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7-line861"/>
          <p:cNvSpPr/>
          <p:nvPr/>
        </p:nvSpPr>
        <p:spPr>
          <a:xfrm>
            <a:off x="2374626" y="2968283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7-line862"/>
          <p:cNvSpPr/>
          <p:nvPr/>
        </p:nvSpPr>
        <p:spPr>
          <a:xfrm>
            <a:off x="2374626" y="3267222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7-line863"/>
          <p:cNvSpPr/>
          <p:nvPr/>
        </p:nvSpPr>
        <p:spPr>
          <a:xfrm>
            <a:off x="2374626" y="3566160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7-line864"/>
          <p:cNvSpPr/>
          <p:nvPr/>
        </p:nvSpPr>
        <p:spPr>
          <a:xfrm>
            <a:off x="2374626" y="3865098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7-line865"/>
          <p:cNvSpPr/>
          <p:nvPr/>
        </p:nvSpPr>
        <p:spPr>
          <a:xfrm>
            <a:off x="2374626" y="4164037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7-line866"/>
          <p:cNvSpPr/>
          <p:nvPr/>
        </p:nvSpPr>
        <p:spPr>
          <a:xfrm>
            <a:off x="2374626" y="4462975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7-line867"/>
          <p:cNvSpPr/>
          <p:nvPr/>
        </p:nvSpPr>
        <p:spPr>
          <a:xfrm>
            <a:off x="2374626" y="4761914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7-rod868"/>
          <p:cNvSpPr/>
          <p:nvPr/>
        </p:nvSpPr>
        <p:spPr>
          <a:xfrm>
            <a:off x="2852928" y="2071468"/>
            <a:ext cx="298938" cy="2989385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7-line869"/>
          <p:cNvSpPr/>
          <p:nvPr/>
        </p:nvSpPr>
        <p:spPr>
          <a:xfrm>
            <a:off x="2852928" y="2370406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7-line870"/>
          <p:cNvSpPr/>
          <p:nvPr/>
        </p:nvSpPr>
        <p:spPr>
          <a:xfrm>
            <a:off x="2852928" y="2669345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7-line871"/>
          <p:cNvSpPr/>
          <p:nvPr/>
        </p:nvSpPr>
        <p:spPr>
          <a:xfrm>
            <a:off x="2852928" y="2968283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7-line872"/>
          <p:cNvSpPr/>
          <p:nvPr/>
        </p:nvSpPr>
        <p:spPr>
          <a:xfrm>
            <a:off x="2852928" y="3267222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7-line873"/>
          <p:cNvSpPr/>
          <p:nvPr/>
        </p:nvSpPr>
        <p:spPr>
          <a:xfrm>
            <a:off x="2852928" y="3566160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7-line874"/>
          <p:cNvSpPr/>
          <p:nvPr/>
        </p:nvSpPr>
        <p:spPr>
          <a:xfrm>
            <a:off x="2852928" y="3865098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7-line875"/>
          <p:cNvSpPr/>
          <p:nvPr/>
        </p:nvSpPr>
        <p:spPr>
          <a:xfrm>
            <a:off x="2852928" y="4164037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7-line876"/>
          <p:cNvSpPr/>
          <p:nvPr/>
        </p:nvSpPr>
        <p:spPr>
          <a:xfrm>
            <a:off x="2852928" y="4462975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7-line877"/>
          <p:cNvSpPr/>
          <p:nvPr/>
        </p:nvSpPr>
        <p:spPr>
          <a:xfrm>
            <a:off x="2852928" y="4761914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7-rod878"/>
          <p:cNvSpPr/>
          <p:nvPr/>
        </p:nvSpPr>
        <p:spPr>
          <a:xfrm>
            <a:off x="3331230" y="2071468"/>
            <a:ext cx="298938" cy="2989385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7-line879"/>
          <p:cNvSpPr/>
          <p:nvPr/>
        </p:nvSpPr>
        <p:spPr>
          <a:xfrm>
            <a:off x="3331230" y="2370406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7-line880"/>
          <p:cNvSpPr/>
          <p:nvPr/>
        </p:nvSpPr>
        <p:spPr>
          <a:xfrm>
            <a:off x="3331230" y="2669345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7-line881"/>
          <p:cNvSpPr/>
          <p:nvPr/>
        </p:nvSpPr>
        <p:spPr>
          <a:xfrm>
            <a:off x="3331230" y="2968283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7-line882"/>
          <p:cNvSpPr/>
          <p:nvPr/>
        </p:nvSpPr>
        <p:spPr>
          <a:xfrm>
            <a:off x="3331230" y="3267222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7-line883"/>
          <p:cNvSpPr/>
          <p:nvPr/>
        </p:nvSpPr>
        <p:spPr>
          <a:xfrm>
            <a:off x="3331230" y="3566160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7-line884"/>
          <p:cNvSpPr/>
          <p:nvPr/>
        </p:nvSpPr>
        <p:spPr>
          <a:xfrm>
            <a:off x="3331230" y="3865098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7-line885"/>
          <p:cNvSpPr/>
          <p:nvPr/>
        </p:nvSpPr>
        <p:spPr>
          <a:xfrm>
            <a:off x="3331230" y="4164037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7-line886"/>
          <p:cNvSpPr/>
          <p:nvPr/>
        </p:nvSpPr>
        <p:spPr>
          <a:xfrm>
            <a:off x="3331230" y="4462975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7-line887"/>
          <p:cNvSpPr/>
          <p:nvPr/>
        </p:nvSpPr>
        <p:spPr>
          <a:xfrm>
            <a:off x="3331230" y="4761914"/>
            <a:ext cx="2989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7-unit888"/>
          <p:cNvSpPr/>
          <p:nvPr/>
        </p:nvSpPr>
        <p:spPr>
          <a:xfrm>
            <a:off x="3809531" y="4687179"/>
            <a:ext cx="298938" cy="2989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17-unit889"/>
          <p:cNvSpPr/>
          <p:nvPr/>
        </p:nvSpPr>
        <p:spPr>
          <a:xfrm>
            <a:off x="3809531" y="4313506"/>
            <a:ext cx="298938" cy="2989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17-unit890"/>
          <p:cNvSpPr/>
          <p:nvPr/>
        </p:nvSpPr>
        <p:spPr>
          <a:xfrm>
            <a:off x="3809531" y="3939833"/>
            <a:ext cx="298938" cy="2989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17-unit891"/>
          <p:cNvSpPr/>
          <p:nvPr/>
        </p:nvSpPr>
        <p:spPr>
          <a:xfrm>
            <a:off x="3809531" y="3566160"/>
            <a:ext cx="298938" cy="2989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17-unit892"/>
          <p:cNvSpPr/>
          <p:nvPr/>
        </p:nvSpPr>
        <p:spPr>
          <a:xfrm>
            <a:off x="3809531" y="3192487"/>
            <a:ext cx="298938" cy="2989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17-unit893"/>
          <p:cNvSpPr/>
          <p:nvPr/>
        </p:nvSpPr>
        <p:spPr>
          <a:xfrm>
            <a:off x="4198151" y="4687179"/>
            <a:ext cx="298938" cy="2989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17-figure894" descr="십 모형 4개와 일 모형 6개"/>
          <p:cNvSpPr/>
          <p:nvPr/>
        </p:nvSpPr>
        <p:spPr>
          <a:xfrm>
            <a:off x="548640" y="2071468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graphicFrame>
        <p:nvGraphicFramePr>
          <p:cNvPr id="18" name="S17-table89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78524" y="2936240"/>
          <a:ext cx="4937760" cy="914400"/>
        </p:xfrm>
        <a:graphic>
          <a:graphicData uri="http://schemas.openxmlformats.org/drawingml/2006/table">
            <a:tbl>
              <a:tblPr/>
              <a:tblGrid>
                <a:gridCol w="2962656"/>
                <a:gridCol w="1975104"/>
              </a:tblGrid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10개씩 묶음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낱개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세 자리 수</dc:title>
  <dc:subject>KR22-G02-MAT-NUM1000-L01</dc:subject>
  <dc:creator>education-ppt</dc:creator>
  <cp:lastModifiedBy>education-ppt</cp:lastModifiedBy>
  <cp:revision>1</cp:revision>
  <dcterms:created xsi:type="dcterms:W3CDTF">2026-10-26T07:46:31Z</dcterms:created>
  <dcterms:modified xsi:type="dcterms:W3CDTF">2026-10-26T07:46:31Z</dcterms:modified>
</cp:coreProperties>
</file>