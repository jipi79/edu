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7ecf7e5-e6f4-c22c-722c-ea99a824db5f}">
          <p14:sldIdLst>
            <p14:sldId id="256"/>
            <p14:sldId id="257"/>
          </p14:sldIdLst>
        </p14:section>
        <p14:section name="개념" id="{22e174a3-6001-189e-8da4-27d8125f58f3}">
          <p14:sldIdLst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  <p14:section name="연습" id="{d518c6a0-97bb-3b68-5cb3-f770482a8666}">
          <p14:sldIdLst>
            <p14:sldId id="263"/>
            <p14:sldId id="266"/>
            <p14:sldId id="267"/>
          </p14:sldIdLst>
        </p14:section>
        <p14:section name="개념" id="{f8bbd4df-b6bb-98fd-9711-a7609c71b2ab}">
          <p14:sldIdLst/>
        </p14:section>
        <p14:section name="연습" id="{3cdeb8c0-65dd-9c7e-56f1-a5007c306292}">
          <p14:sldIdLst/>
        </p14:section>
        <p14:section name="확인" id="{ab291589-d2a2-dfaa-d3d1-a7b695462d81}">
          <p14:sldIdLst>
            <p14:sldId id="268"/>
            <p14:sldId id="269"/>
            <p14:sldId id="270"/>
          </p14:sldIdLst>
        </p14:section>
        <p14:section name="정리" id="{81f343ca-8c26-b49a-9325-d8d774b425dc}">
          <p14:sldIdLst>
            <p14:sldId id="271"/>
          </p14:sldIdLst>
        </p14:section>
        <p14:section name="보충" id="{138b2770-1510-cbb6-a34a-def2df0fe54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1학년 때 배운 100까지의 수를 세 자리 수로 넓힌다는 것을 알려 줍니다.
시간: 약 2분
이렇게 말해 보세요
- “1학년 때 100까지 셌지? 오늘은 100보다 큰 수를 읽고 쓰고, 어느 수가 더 큰지 비교해 볼 거야.”
- “오른쪽 그림에서 큰 판, 막대, 작은 칸이 각각 몇 개야?”
예상 답
- “큰 판 2개, 막대 3개, 작은 칸 5개요.”
막히면
- 수를 몰라도 괜찮습니다. 개수만 세어 보게 하고 넘어갑니다.
주의
- 큰 판(백 모형) 한 장은 100, 막대(십 모형) 하나는 10입니다. S03에서 자세히 봅니다.
- 그림의 수(235)는 S05까지 배운 뒤 다시 물어보면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확인(100까지의 수)]
목적: 1학년 ‘100까지의 수’의 묶음·낱개, 100, 크기 비교가 되는지 확인합니다.
시간: 약 3분
이렇게 말해 보세요
- “①은 10개씩 묶음 7개와 낱개 3개야. 얼마일까?”
- “②는 99 다음 수, ③은 68과 86 중 더 큰 수를 말하고 왜 그런지 말해 줘.”
정답
- ① 73
- ② 100
- ③ 86(묶음 8개가 6개보다 많아요.)
막히면
- 종이 수 모형의 막대와 낱개로 놓아 보게 합니다.
- 두 문제 이상 틀리면 S17(보충)을 먼저 합니다. 보충으로도 어려우면 초1 7차시 ‘100까지의 수’(KR22-G01-MAT-NUM100-L01)를 다시 합니다.
주의
- ③에서 68을 고르면 낱개(8)만 본 것입니다. 오늘 S12에서 같은 실수를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100 알아보기(십 모형 10개 = 백 모형 1개)]
목적: 십 모형 10개가 백 모형 1개와 같고, 이 수가 100임을 압니다.
시간: 약 2분
이렇게 말해 보세요
- “막대(십 모형) 하나는 10이야. 막대 10개를 나란히 붙이면 오른쪽 판과 크기가 같아. 그래서 판 하나는 100이야.”
- “100은 90보다 10만큼 더 큰 수, 99보다 1만큼 더 큰 수야.”
예상 답
- “10이 10개면 100이에요.”
막히면
- 모눈종이 수 모형의 막대 10개를 판 위에 하나씩 겹쳐 놓아 봅니다.
주의
- 이제부터 판을 ‘백 모형’, 막대를 ‘십 모형’, 작은 칸을 ‘일 모형’이라고 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몇백 쓰고 읽기]
목적: 100이 2개, 3개 … 9개인 수를 몇백으로 쓰고 읽습니다.
시간: 약 2분
이렇게 말해 보세요
- “백 모형이 2개면 200, 이백이야. 3개면?”
- “같이 백씩 세어 보자. 백, 이백, 삼백 … 구백!”
예상 답
- “300, 삼백이요.” “백, 이백, 삼백, 사백, 오백, 육백, 칠백, 팔백, 구백.”
막히면
- 백 모형 판을 한 장씩 늘리며 함께 소리 내어 셉니다.
주의
- 100은 ‘일백’이 아니라 ‘백’으로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 자리 수 쓰고 읽기]
목적: 백 모형·십 모형·일 모형의 개수를 백의 자리, 십의 자리, 일의 자리에 차례로 써서 세 자리 수를 쓰고 읽습니다.
시간: 약 3분
이렇게 말해 보세요
- “백 모형이 몇 개야? 십 모형은? 일 모형은?”
- “백 모형 2개는 백의 자리에 2, 십 모형 4개는 십의 자리에 4, 일 모형 7개는 일의 자리에 7을 써. 247, 이백사십칠이라고 읽어.”
예상 답
- “백 2개, 십 4개, 일 7개요. 247, 이백사십칠.”
막히면
- 종이 수 모형을 자릿값 표의 칸 위에 올려놓고, 개수를 칸 아래에 숫자 카드로 놓게 합니다.
주의
- 세 자리 수는 ‘이백사십칠’처럼 백, 십, 일을 붙여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각 자리의 숫자가 나타내는 값]
목적: 같은 숫자라도 어느 자리에 있느냐에 따라 나타내는 값이 다르다는 것을 압니다.
시간: 약 2분
이렇게 말해 보세요
- “2는 백의 자리에 있으니까 100이 2개, 200을 나타내. 4는 무엇을 나타낼까?”
- “555는 숫자가 모두 5인데, 나타내는 값은 500, 50, 5로 달라. 자리가 값을 정해.”
예상 답
- “4는 십의 자리라서 40이에요. 7은 7이에요.”
막히면
- S05의 수 모형을 다시 보고 “십 모형 4개는 얼마야?”라고 묻습니다(M3).
주의
- ‘숫자’는 쓰인 글자(4), ‘나타내는 값’은 자리를 생각한 크기(40)입니다. 두 말을 구별해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0이 있는 세 자리 수]
목적: 어떤 자리에 수 모형이 없으면 그 자리에 0을 쓰고, 읽을 때는 0인 자리를 읽지 않습니다.
시간: 약 3분
이렇게 말해 보세요
- “십 모형이 하나도 없네. 그러면 십의 자리에는 무엇을 쓸까?”
- “305는 삼백오라고 읽어. 0인 자리는 읽지 않아.”
예상 답
- “0이요.” “삼백오.”
막히면
- 자릿값 표의 세 칸에 숫자 카드를 놓게 하고, 빈 칸에는 0 카드를 놓게 합니다(M1).
- 35라고 쓰면 “백 모형이 3개인데 35가 맞을까?”라고 묻습니다.
주의
- ‘삼백오’를 들은 대로 3005로 쓰는 실수가 많습니다(M1). ‘삼백영오’로 읽으면 바로잡아 줍니다(M2).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연습(쓰기·읽기·자리의 값)]
목적: 도움을 받으며 세 자리 수를 쓰고 읽고, 각 자리의 숫자가 나타내는 값을 말합니다.
시간: 약 4분
이렇게 말해 보세요
- “①은 십 모형이 없어. 십의 자리에는 무엇을 쓸까? 종이에 써 볼래?”
- “④에서 3은 어느 자리에 있어? 그러면 얼마를 나타낼까?”
정답
- ① 402
- ② 오백십팔
- ③ 630
- ④ 30(십의 자리 숫자라서 10이 3개)
막히면
- ①을 42로 쓰면 자릿값 표에 숫자 카드를 놓게 합니다.
- ④는 S06의 표를 다시 보여 줍니다.
주의
- 십의 자리가 1이면 ‘일십’이 아니라 ‘십’으로 읽습니다(518 → 오백십팔).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백의 자리부터 크기 비교, &gt; 기호]
목적: 세 자리 수의 크기는 백의 자리부터 비교한다는 것을 알고, 기호 &gt;로 나타냅니다.
시간: 약 3분
이렇게 말해 보세요
- “231과 198 중 어느 수가 클까? 백 모형이 몇 개씩이야?”
- “백 모형 하나는 십 모형 10개보다 커. 그래서 백의 자리부터 비교해.”
- “231 &gt; 198 이라고 쓰고 ‘231은 198보다 커요’라고 읽어. 벌어진 입이 큰 수 쪽을 보고 있지?”
예상 답
- “231이요. 백 모형이 2개라서요.”
막히면
- 198의 십 모형 9개와 일 모형 8개를 모아도 백 모형 1개(100)가 안 된다는 것을 판 위에 올려 보여 줍니다.
주의
- &gt;, &lt;는 오늘 처음 배우는 기호입니다. 손가락으로 &gt; 모양을 만들어 큰 수 쪽으로 벌리게 하면 방향을 기억하기 쉽습니다(M5).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백의 자리가 같을 때 비교, &lt; 기호]
목적: 높은 자리의 숫자가 같으면 바로 다음 자리를 비교한다는 것을 알고, &lt;도 씁니다.
시간: 약 2분
이렇게 말해 보세요
- “백의 자리는 둘 다 3이야. 그러면 어느 자리를 볼까?”
- “십의 자리 5가 4보다 크니까 352가 커. 347 &lt; 352 는 ‘347은 352보다 작아요’라고 읽어.”
예상 답
- “십의 자리요. 352가 더 커요.”
막히면
- 표의 백의 자리 칸을 손으로 가리고 십의 자리만 비교하게 합니다.
주의
- 일의 자리(2와 7)를 보고 347이 크다고 하면, 십의 자리에서 이미 결정된다는 것을 다시 짚어 줍니다. 십의 자리까지 같을 때만 일의 자리를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연습(크기 비교)]
목적: 도움을 받으며 높은 자리부터 차례로 비교해 &gt;, &lt;로 나타냅니다.
시간: 약 3분
이렇게 말해 보세요
- “①은 백의 자리가 4와 5야. 어느 쪽이 커? 벌어진 쪽이 큰 수를 보게 기호를 써 볼래?”
- “②는 오른쪽 표처럼 백의 자리가 같아. 다음은 어느 자리를 볼까?”
정답
- ① 498 &lt; 512(백의 자리 4 &lt; 5)
- ② 364 &gt; 346(백이 같고, 십의 자리 6 &gt; 4)
- ③ 725 &lt; 729(백, 십이 같고, 일의 자리 5 &lt; 9)
막히면
- 종이에 두 수를 위아래로 자리를 맞추어 쓰고 왼쪽 자리부터 손가락으로 짚으며 비교합니다.
주의
- 답을 말할 때 “498은 512보다 작아요”처럼 문장으로도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오개념 비교(큰 숫자가 많으면 크다)]
목적: 큰 숫자가 많은 수를 크다고 생각하는 실수를 바로잡습니다(M4).
시간: 약 2분
이렇게 말해 보세요
- “토끼는 9가 많다고 하고, 곰은 백의 자리를 봤어. 누가 맞았을까?”
- “299에 1을 더하면 얼마야? 그다음 수는?”
예상 답
- “곰이요. 백의 자리가 더 크니까요.”
정답
- 곰이 맞습니다. 301 &gt; 299입니다.
- 백 모형 3개(300)는 백 모형 2개와 십 모형 9개, 일 모형 9개(299)보다 많습니다. 높은 자리부터 비교합니다.
막히면
- 299, 300, 301을 차례로 세어 301이 299보다 뒤에 오는 수라는 것을 확인합니다.
주의
- 토끼처럼 생각해도 혼내지 않고 “숫자의 개수가 아니라 자리를 봐야 해”라고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해결]
목적: 도움 없이 세 자리 수를 쓰고, 자리의 값을 말하고, 두 수의 크기를 비교하는지 확인합니다.
시간: 약 4분
이렇게 말해 보세요
- “이번에는 혼자 해 볼래? ③, ④는 왜 그렇게 생각했는지도 말해 줘.”
정답
- ① 608
- ② 80
- ③ 563 &gt; 536(십의 자리 6 &gt; 3)
- ④ 907 &lt; 970(십의 자리 0 &lt; 7)
막히면
- 바로 알려 주지 말고 “백의 자리는 같아? 그다음은?”이라고만 묻습니다.
- 도움을 받아 해결했다면 기록표에 ‘도움’으로 표시합니다.
주의
- ①을 6008이나 68로 쓰면 S07로, ②를 8이라고 하면 S06으로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함께 확인하고 흔한 실수를 바로잡습니다. 수업용에만 있는 장입니다.
시간: 약 2분
이렇게 말해 보세요
- “네 답과 같은지 볼까? 다르면 수 모형으로 다시 해 보자.”
정답
- ① 608 ② 80 ③ &gt; ④ &lt;
막히면
- ④가 틀렸으면 S10으로, ①이 틀렸으면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확인(그림을 수로 쓰고 비교)]
목적: 처음 보는 그림에서 세 자리 수를 쓰고, 높은 자리부터 비교해 기호로 나타내는지 확인합니다.
시간: 약 2분
이렇게 말해 보세요
- “가와 나는 각각 얼마야? 종이에 쓰고 &gt; 나 &lt; 로 비교해 봐. 어떻게 알았어?”
정답
- 가 315, 나 298. 315 &gt; 298(또는 298 &lt; 315). 백의 자리 3이 2보다 큽니다.
막히면
- 백 모형, 십 모형, 일 모형을 차례로 세어 자릿값 표에 쓰게 합니다.
주의
- 나(298)가 크다고 하면 십 모형과 일 모형의 개수만 본 것입니다(M4). 기록표에 적고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2분
이렇게 말해 보세요
- “오늘 배운 것을 말해 볼래? 두 세 자리 수 중 어느 수가 큰지 어떻게 알 수 있어?”
예상 답
- “백의 자리부터 비교하고, 같으면 십의 자리, 그다음 일의 자리를 봐요.”
정답
- ① 503 ② 290 ③ 418 &lt; 481
막히면
- S09와 S10을 다시 보여 주며 비교 순서를 함께 말합니다.
주의
- 다음 차시(네 자리 수)는 오늘과 같은 방법을 천의 자리까지 넓힙니다.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보충(10개씩 묶음과 낱개)]
목적: S02에서 100까지의 수가 흔들리면, 10개씩 묶음과 낱개로 두 자리 수를 다시 익힙니다.
시간: 약 5분
이렇게 말해 보세요
- “막대는 10개씩 묶음이야. 막대 몇 개, 낱개 몇 개야? 그럼 얼마야?”
- “막대를 하나 더 놓으면 얼마가 될까? 낱개를 하나 더 놓으면?”
정답
- 46(사십육, 마흔여섯). 막대를 하나 더 놓으면 56, 낱개를 하나 더 놓으면 47
막히면
- 막대를 “십, 이십, 삼십, 사십”으로 센 뒤 낱개를 “사십일 … 사십육”으로 이어 셉니다.
주의
- 보충으로도 어려우면 초1 7차시 ‘100까지의 수’(KR22-G01-MAT-NUM100-L01)를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수는 얼마일까?</a:t>
            </a:r>
            <a:endParaRPr lang="ko-KR" sz="3200" dirty="0"/>
          </a:p>
        </p:txBody>
      </p:sp>
      <p:sp>
        <p:nvSpPr>
          <p:cNvPr id="4" name="S01-flat1"/>
          <p:cNvSpPr/>
          <p:nvPr/>
        </p:nvSpPr>
        <p:spPr>
          <a:xfrm>
            <a:off x="7750429" y="1408434"/>
            <a:ext cx="1389371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7889366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7750429" y="1547372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8028303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7750429" y="1686309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8167240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7750429" y="1825246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8306177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7750429" y="1964183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8445114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>
            <a:off x="7750429" y="2103120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8584051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7750429" y="2242057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8722988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7750429" y="2380994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8861925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7750429" y="2519931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9000862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7750429" y="2658868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flat20"/>
          <p:cNvSpPr/>
          <p:nvPr/>
        </p:nvSpPr>
        <p:spPr>
          <a:xfrm>
            <a:off x="9223162" y="1408434"/>
            <a:ext cx="1389371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>
            <a:off x="9362099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>
            <a:off x="9223162" y="1547372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>
            <a:off x="9501036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>
            <a:off x="9223162" y="1686309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>
            <a:off x="9639973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>
            <a:off x="9223162" y="1825246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>
            <a:off x="9778910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>
            <a:off x="9223162" y="1964183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>
            <a:off x="9917847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>
            <a:off x="9223162" y="2103120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>
            <a:off x="10056784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>
            <a:off x="9223162" y="2242057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>
            <a:off x="10195722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>
            <a:off x="9223162" y="2380994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>
            <a:off x="10334659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>
            <a:off x="9223162" y="2519931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>
            <a:off x="10473596" y="1408434"/>
            <a:ext cx="0" cy="1389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>
            <a:off x="9223162" y="2658868"/>
            <a:ext cx="138937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rod39"/>
          <p:cNvSpPr/>
          <p:nvPr/>
        </p:nvSpPr>
        <p:spPr>
          <a:xfrm>
            <a:off x="10695895" y="1408434"/>
            <a:ext cx="138937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>
            <a:off x="10695895" y="1547372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>
            <a:off x="10695895" y="1686309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>
            <a:off x="10695895" y="1825246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>
            <a:off x="10695895" y="1964183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>
            <a:off x="10695895" y="2103120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>
            <a:off x="10695895" y="2242057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>
            <a:off x="10695895" y="2380994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10695895" y="2519931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10695895" y="2658868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rod49"/>
          <p:cNvSpPr/>
          <p:nvPr/>
        </p:nvSpPr>
        <p:spPr>
          <a:xfrm>
            <a:off x="10918194" y="1408434"/>
            <a:ext cx="138937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10918194" y="1547372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10918194" y="1686309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10918194" y="1825246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10918194" y="1964183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10918194" y="2103120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10918194" y="2242057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10918194" y="2380994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10918194" y="2519931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10918194" y="2658868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rod59"/>
          <p:cNvSpPr/>
          <p:nvPr/>
        </p:nvSpPr>
        <p:spPr>
          <a:xfrm>
            <a:off x="11140494" y="1408434"/>
            <a:ext cx="138937" cy="138937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11140494" y="1547372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11140494" y="1686309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ine62"/>
          <p:cNvSpPr/>
          <p:nvPr/>
        </p:nvSpPr>
        <p:spPr>
          <a:xfrm>
            <a:off x="11140494" y="1825246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1-line63"/>
          <p:cNvSpPr/>
          <p:nvPr/>
        </p:nvSpPr>
        <p:spPr>
          <a:xfrm>
            <a:off x="11140494" y="1964183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1-line64"/>
          <p:cNvSpPr/>
          <p:nvPr/>
        </p:nvSpPr>
        <p:spPr>
          <a:xfrm>
            <a:off x="11140494" y="2103120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1-line65"/>
          <p:cNvSpPr/>
          <p:nvPr/>
        </p:nvSpPr>
        <p:spPr>
          <a:xfrm>
            <a:off x="11140494" y="2242057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1-line66"/>
          <p:cNvSpPr/>
          <p:nvPr/>
        </p:nvSpPr>
        <p:spPr>
          <a:xfrm>
            <a:off x="11140494" y="2380994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1-line67"/>
          <p:cNvSpPr/>
          <p:nvPr/>
        </p:nvSpPr>
        <p:spPr>
          <a:xfrm>
            <a:off x="11140494" y="2519931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1-line68"/>
          <p:cNvSpPr/>
          <p:nvPr/>
        </p:nvSpPr>
        <p:spPr>
          <a:xfrm>
            <a:off x="11140494" y="2658868"/>
            <a:ext cx="1389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1-unit69"/>
          <p:cNvSpPr/>
          <p:nvPr/>
        </p:nvSpPr>
        <p:spPr>
          <a:xfrm>
            <a:off x="11362793" y="2624134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1-unit70"/>
          <p:cNvSpPr/>
          <p:nvPr/>
        </p:nvSpPr>
        <p:spPr>
          <a:xfrm>
            <a:off x="11362793" y="2450463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1-unit71"/>
          <p:cNvSpPr/>
          <p:nvPr/>
        </p:nvSpPr>
        <p:spPr>
          <a:xfrm>
            <a:off x="11362793" y="2276791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1-unit72"/>
          <p:cNvSpPr/>
          <p:nvPr/>
        </p:nvSpPr>
        <p:spPr>
          <a:xfrm>
            <a:off x="11362793" y="2103120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1-unit73"/>
          <p:cNvSpPr/>
          <p:nvPr/>
        </p:nvSpPr>
        <p:spPr>
          <a:xfrm>
            <a:off x="11362793" y="1929449"/>
            <a:ext cx="138937" cy="138937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1-figure74" descr="백 모형 2개, 십 모형 3개, 일 모형 5개"/>
          <p:cNvSpPr/>
          <p:nvPr/>
        </p:nvSpPr>
        <p:spPr>
          <a:xfrm>
            <a:off x="7680960" y="140843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01-card7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9" name="S01-cardtext7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 자리 수를 읽고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수의 크기를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chip7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7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7개, 낱개 3개는?</a:t>
            </a:r>
            <a:endParaRPr lang="ko-KR" sz="3200" dirty="0"/>
          </a:p>
        </p:txBody>
      </p:sp>
      <p:sp>
        <p:nvSpPr>
          <p:cNvPr id="5" name="S02-chip7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8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다음 수는?</a:t>
            </a:r>
            <a:endParaRPr lang="ko-KR" sz="3200" dirty="0"/>
          </a:p>
        </p:txBody>
      </p:sp>
      <p:sp>
        <p:nvSpPr>
          <p:cNvPr id="7" name="S02-chip8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68과 86 중 큰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10개면 100</a:t>
            </a:r>
            <a:endParaRPr lang="ko-KR" sz="4400" dirty="0"/>
          </a:p>
        </p:txBody>
      </p:sp>
      <p:sp>
        <p:nvSpPr>
          <p:cNvPr id="3" name="S03-card8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백이라고 읽어요.</a:t>
            </a:r>
            <a:endParaRPr lang="ko-KR" sz="3200" dirty="0"/>
          </a:p>
        </p:txBody>
      </p:sp>
      <p:sp>
        <p:nvSpPr>
          <p:cNvPr id="5" name="S03-rod85"/>
          <p:cNvSpPr/>
          <p:nvPr/>
        </p:nvSpPr>
        <p:spPr>
          <a:xfrm>
            <a:off x="1056562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line86"/>
          <p:cNvSpPr/>
          <p:nvPr/>
        </p:nvSpPr>
        <p:spPr>
          <a:xfrm>
            <a:off x="1056562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line87"/>
          <p:cNvSpPr/>
          <p:nvPr/>
        </p:nvSpPr>
        <p:spPr>
          <a:xfrm>
            <a:off x="1056562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88"/>
          <p:cNvSpPr/>
          <p:nvPr/>
        </p:nvSpPr>
        <p:spPr>
          <a:xfrm>
            <a:off x="1056562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89"/>
          <p:cNvSpPr/>
          <p:nvPr/>
        </p:nvSpPr>
        <p:spPr>
          <a:xfrm>
            <a:off x="1056562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90"/>
          <p:cNvSpPr/>
          <p:nvPr/>
        </p:nvSpPr>
        <p:spPr>
          <a:xfrm>
            <a:off x="1056562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91"/>
          <p:cNvSpPr/>
          <p:nvPr/>
        </p:nvSpPr>
        <p:spPr>
          <a:xfrm>
            <a:off x="1056562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92"/>
          <p:cNvSpPr/>
          <p:nvPr/>
        </p:nvSpPr>
        <p:spPr>
          <a:xfrm>
            <a:off x="1056562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93"/>
          <p:cNvSpPr/>
          <p:nvPr/>
        </p:nvSpPr>
        <p:spPr>
          <a:xfrm>
            <a:off x="1056562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94"/>
          <p:cNvSpPr/>
          <p:nvPr/>
        </p:nvSpPr>
        <p:spPr>
          <a:xfrm>
            <a:off x="1056562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rod95"/>
          <p:cNvSpPr/>
          <p:nvPr/>
        </p:nvSpPr>
        <p:spPr>
          <a:xfrm>
            <a:off x="1493559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line96"/>
          <p:cNvSpPr/>
          <p:nvPr/>
        </p:nvSpPr>
        <p:spPr>
          <a:xfrm>
            <a:off x="1493559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97"/>
          <p:cNvSpPr/>
          <p:nvPr/>
        </p:nvSpPr>
        <p:spPr>
          <a:xfrm>
            <a:off x="1493559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98"/>
          <p:cNvSpPr/>
          <p:nvPr/>
        </p:nvSpPr>
        <p:spPr>
          <a:xfrm>
            <a:off x="1493559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99"/>
          <p:cNvSpPr/>
          <p:nvPr/>
        </p:nvSpPr>
        <p:spPr>
          <a:xfrm>
            <a:off x="1493559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100"/>
          <p:cNvSpPr/>
          <p:nvPr/>
        </p:nvSpPr>
        <p:spPr>
          <a:xfrm>
            <a:off x="1493559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101"/>
          <p:cNvSpPr/>
          <p:nvPr/>
        </p:nvSpPr>
        <p:spPr>
          <a:xfrm>
            <a:off x="1493559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102"/>
          <p:cNvSpPr/>
          <p:nvPr/>
        </p:nvSpPr>
        <p:spPr>
          <a:xfrm>
            <a:off x="1493559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103"/>
          <p:cNvSpPr/>
          <p:nvPr/>
        </p:nvSpPr>
        <p:spPr>
          <a:xfrm>
            <a:off x="1493559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104"/>
          <p:cNvSpPr/>
          <p:nvPr/>
        </p:nvSpPr>
        <p:spPr>
          <a:xfrm>
            <a:off x="1493559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rod105"/>
          <p:cNvSpPr/>
          <p:nvPr/>
        </p:nvSpPr>
        <p:spPr>
          <a:xfrm>
            <a:off x="1930556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106"/>
          <p:cNvSpPr/>
          <p:nvPr/>
        </p:nvSpPr>
        <p:spPr>
          <a:xfrm>
            <a:off x="1930556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107"/>
          <p:cNvSpPr/>
          <p:nvPr/>
        </p:nvSpPr>
        <p:spPr>
          <a:xfrm>
            <a:off x="1930556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108"/>
          <p:cNvSpPr/>
          <p:nvPr/>
        </p:nvSpPr>
        <p:spPr>
          <a:xfrm>
            <a:off x="1930556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109"/>
          <p:cNvSpPr/>
          <p:nvPr/>
        </p:nvSpPr>
        <p:spPr>
          <a:xfrm>
            <a:off x="1930556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110"/>
          <p:cNvSpPr/>
          <p:nvPr/>
        </p:nvSpPr>
        <p:spPr>
          <a:xfrm>
            <a:off x="1930556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111"/>
          <p:cNvSpPr/>
          <p:nvPr/>
        </p:nvSpPr>
        <p:spPr>
          <a:xfrm>
            <a:off x="1930556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112"/>
          <p:cNvSpPr/>
          <p:nvPr/>
        </p:nvSpPr>
        <p:spPr>
          <a:xfrm>
            <a:off x="1930556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113"/>
          <p:cNvSpPr/>
          <p:nvPr/>
        </p:nvSpPr>
        <p:spPr>
          <a:xfrm>
            <a:off x="1930556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114"/>
          <p:cNvSpPr/>
          <p:nvPr/>
        </p:nvSpPr>
        <p:spPr>
          <a:xfrm>
            <a:off x="1930556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rod115"/>
          <p:cNvSpPr/>
          <p:nvPr/>
        </p:nvSpPr>
        <p:spPr>
          <a:xfrm>
            <a:off x="2367554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line116"/>
          <p:cNvSpPr/>
          <p:nvPr/>
        </p:nvSpPr>
        <p:spPr>
          <a:xfrm>
            <a:off x="2367554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117"/>
          <p:cNvSpPr/>
          <p:nvPr/>
        </p:nvSpPr>
        <p:spPr>
          <a:xfrm>
            <a:off x="2367554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118"/>
          <p:cNvSpPr/>
          <p:nvPr/>
        </p:nvSpPr>
        <p:spPr>
          <a:xfrm>
            <a:off x="2367554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119"/>
          <p:cNvSpPr/>
          <p:nvPr/>
        </p:nvSpPr>
        <p:spPr>
          <a:xfrm>
            <a:off x="2367554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120"/>
          <p:cNvSpPr/>
          <p:nvPr/>
        </p:nvSpPr>
        <p:spPr>
          <a:xfrm>
            <a:off x="2367554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121"/>
          <p:cNvSpPr/>
          <p:nvPr/>
        </p:nvSpPr>
        <p:spPr>
          <a:xfrm>
            <a:off x="2367554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122"/>
          <p:cNvSpPr/>
          <p:nvPr/>
        </p:nvSpPr>
        <p:spPr>
          <a:xfrm>
            <a:off x="2367554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123"/>
          <p:cNvSpPr/>
          <p:nvPr/>
        </p:nvSpPr>
        <p:spPr>
          <a:xfrm>
            <a:off x="2367554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124"/>
          <p:cNvSpPr/>
          <p:nvPr/>
        </p:nvSpPr>
        <p:spPr>
          <a:xfrm>
            <a:off x="2367554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rod125"/>
          <p:cNvSpPr/>
          <p:nvPr/>
        </p:nvSpPr>
        <p:spPr>
          <a:xfrm>
            <a:off x="2804551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line126"/>
          <p:cNvSpPr/>
          <p:nvPr/>
        </p:nvSpPr>
        <p:spPr>
          <a:xfrm>
            <a:off x="2804551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127"/>
          <p:cNvSpPr/>
          <p:nvPr/>
        </p:nvSpPr>
        <p:spPr>
          <a:xfrm>
            <a:off x="2804551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128"/>
          <p:cNvSpPr/>
          <p:nvPr/>
        </p:nvSpPr>
        <p:spPr>
          <a:xfrm>
            <a:off x="2804551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129"/>
          <p:cNvSpPr/>
          <p:nvPr/>
        </p:nvSpPr>
        <p:spPr>
          <a:xfrm>
            <a:off x="2804551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130"/>
          <p:cNvSpPr/>
          <p:nvPr/>
        </p:nvSpPr>
        <p:spPr>
          <a:xfrm>
            <a:off x="2804551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131"/>
          <p:cNvSpPr/>
          <p:nvPr/>
        </p:nvSpPr>
        <p:spPr>
          <a:xfrm>
            <a:off x="2804551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132"/>
          <p:cNvSpPr/>
          <p:nvPr/>
        </p:nvSpPr>
        <p:spPr>
          <a:xfrm>
            <a:off x="2804551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133"/>
          <p:cNvSpPr/>
          <p:nvPr/>
        </p:nvSpPr>
        <p:spPr>
          <a:xfrm>
            <a:off x="2804551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134"/>
          <p:cNvSpPr/>
          <p:nvPr/>
        </p:nvSpPr>
        <p:spPr>
          <a:xfrm>
            <a:off x="2804551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rod135"/>
          <p:cNvSpPr/>
          <p:nvPr/>
        </p:nvSpPr>
        <p:spPr>
          <a:xfrm>
            <a:off x="3241548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line136"/>
          <p:cNvSpPr/>
          <p:nvPr/>
        </p:nvSpPr>
        <p:spPr>
          <a:xfrm>
            <a:off x="3241548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137"/>
          <p:cNvSpPr/>
          <p:nvPr/>
        </p:nvSpPr>
        <p:spPr>
          <a:xfrm>
            <a:off x="3241548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138"/>
          <p:cNvSpPr/>
          <p:nvPr/>
        </p:nvSpPr>
        <p:spPr>
          <a:xfrm>
            <a:off x="3241548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139"/>
          <p:cNvSpPr/>
          <p:nvPr/>
        </p:nvSpPr>
        <p:spPr>
          <a:xfrm>
            <a:off x="3241548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140"/>
          <p:cNvSpPr/>
          <p:nvPr/>
        </p:nvSpPr>
        <p:spPr>
          <a:xfrm>
            <a:off x="3241548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141"/>
          <p:cNvSpPr/>
          <p:nvPr/>
        </p:nvSpPr>
        <p:spPr>
          <a:xfrm>
            <a:off x="3241548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142"/>
          <p:cNvSpPr/>
          <p:nvPr/>
        </p:nvSpPr>
        <p:spPr>
          <a:xfrm>
            <a:off x="3241548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143"/>
          <p:cNvSpPr/>
          <p:nvPr/>
        </p:nvSpPr>
        <p:spPr>
          <a:xfrm>
            <a:off x="3241548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144"/>
          <p:cNvSpPr/>
          <p:nvPr/>
        </p:nvSpPr>
        <p:spPr>
          <a:xfrm>
            <a:off x="3241548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rod145"/>
          <p:cNvSpPr/>
          <p:nvPr/>
        </p:nvSpPr>
        <p:spPr>
          <a:xfrm>
            <a:off x="3678545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line146"/>
          <p:cNvSpPr/>
          <p:nvPr/>
        </p:nvSpPr>
        <p:spPr>
          <a:xfrm>
            <a:off x="3678545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ine147"/>
          <p:cNvSpPr/>
          <p:nvPr/>
        </p:nvSpPr>
        <p:spPr>
          <a:xfrm>
            <a:off x="3678545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148"/>
          <p:cNvSpPr/>
          <p:nvPr/>
        </p:nvSpPr>
        <p:spPr>
          <a:xfrm>
            <a:off x="3678545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149"/>
          <p:cNvSpPr/>
          <p:nvPr/>
        </p:nvSpPr>
        <p:spPr>
          <a:xfrm>
            <a:off x="3678545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line150"/>
          <p:cNvSpPr/>
          <p:nvPr/>
        </p:nvSpPr>
        <p:spPr>
          <a:xfrm>
            <a:off x="3678545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line151"/>
          <p:cNvSpPr/>
          <p:nvPr/>
        </p:nvSpPr>
        <p:spPr>
          <a:xfrm>
            <a:off x="3678545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3-line152"/>
          <p:cNvSpPr/>
          <p:nvPr/>
        </p:nvSpPr>
        <p:spPr>
          <a:xfrm>
            <a:off x="3678545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3-line153"/>
          <p:cNvSpPr/>
          <p:nvPr/>
        </p:nvSpPr>
        <p:spPr>
          <a:xfrm>
            <a:off x="3678545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3-line154"/>
          <p:cNvSpPr/>
          <p:nvPr/>
        </p:nvSpPr>
        <p:spPr>
          <a:xfrm>
            <a:off x="3678545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3-rod155"/>
          <p:cNvSpPr/>
          <p:nvPr/>
        </p:nvSpPr>
        <p:spPr>
          <a:xfrm>
            <a:off x="4115542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3-line156"/>
          <p:cNvSpPr/>
          <p:nvPr/>
        </p:nvSpPr>
        <p:spPr>
          <a:xfrm>
            <a:off x="4115542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3-line157"/>
          <p:cNvSpPr/>
          <p:nvPr/>
        </p:nvSpPr>
        <p:spPr>
          <a:xfrm>
            <a:off x="4115542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3-line158"/>
          <p:cNvSpPr/>
          <p:nvPr/>
        </p:nvSpPr>
        <p:spPr>
          <a:xfrm>
            <a:off x="4115542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3-line159"/>
          <p:cNvSpPr/>
          <p:nvPr/>
        </p:nvSpPr>
        <p:spPr>
          <a:xfrm>
            <a:off x="4115542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3-line160"/>
          <p:cNvSpPr/>
          <p:nvPr/>
        </p:nvSpPr>
        <p:spPr>
          <a:xfrm>
            <a:off x="4115542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3-line161"/>
          <p:cNvSpPr/>
          <p:nvPr/>
        </p:nvSpPr>
        <p:spPr>
          <a:xfrm>
            <a:off x="4115542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3-line162"/>
          <p:cNvSpPr/>
          <p:nvPr/>
        </p:nvSpPr>
        <p:spPr>
          <a:xfrm>
            <a:off x="4115542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3-line163"/>
          <p:cNvSpPr/>
          <p:nvPr/>
        </p:nvSpPr>
        <p:spPr>
          <a:xfrm>
            <a:off x="4115542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3-line164"/>
          <p:cNvSpPr/>
          <p:nvPr/>
        </p:nvSpPr>
        <p:spPr>
          <a:xfrm>
            <a:off x="4115542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rod165"/>
          <p:cNvSpPr/>
          <p:nvPr/>
        </p:nvSpPr>
        <p:spPr>
          <a:xfrm>
            <a:off x="4552540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line166"/>
          <p:cNvSpPr/>
          <p:nvPr/>
        </p:nvSpPr>
        <p:spPr>
          <a:xfrm>
            <a:off x="4552540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line167"/>
          <p:cNvSpPr/>
          <p:nvPr/>
        </p:nvSpPr>
        <p:spPr>
          <a:xfrm>
            <a:off x="4552540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line168"/>
          <p:cNvSpPr/>
          <p:nvPr/>
        </p:nvSpPr>
        <p:spPr>
          <a:xfrm>
            <a:off x="4552540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3-line169"/>
          <p:cNvSpPr/>
          <p:nvPr/>
        </p:nvSpPr>
        <p:spPr>
          <a:xfrm>
            <a:off x="4552540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3-line170"/>
          <p:cNvSpPr/>
          <p:nvPr/>
        </p:nvSpPr>
        <p:spPr>
          <a:xfrm>
            <a:off x="4552540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3-line171"/>
          <p:cNvSpPr/>
          <p:nvPr/>
        </p:nvSpPr>
        <p:spPr>
          <a:xfrm>
            <a:off x="4552540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3-line172"/>
          <p:cNvSpPr/>
          <p:nvPr/>
        </p:nvSpPr>
        <p:spPr>
          <a:xfrm>
            <a:off x="4552540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3-line173"/>
          <p:cNvSpPr/>
          <p:nvPr/>
        </p:nvSpPr>
        <p:spPr>
          <a:xfrm>
            <a:off x="4552540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3-line174"/>
          <p:cNvSpPr/>
          <p:nvPr/>
        </p:nvSpPr>
        <p:spPr>
          <a:xfrm>
            <a:off x="4552540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3-rod175"/>
          <p:cNvSpPr/>
          <p:nvPr/>
        </p:nvSpPr>
        <p:spPr>
          <a:xfrm>
            <a:off x="4989537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line176"/>
          <p:cNvSpPr/>
          <p:nvPr/>
        </p:nvSpPr>
        <p:spPr>
          <a:xfrm>
            <a:off x="4989537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3-line177"/>
          <p:cNvSpPr/>
          <p:nvPr/>
        </p:nvSpPr>
        <p:spPr>
          <a:xfrm>
            <a:off x="4989537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3-line178"/>
          <p:cNvSpPr/>
          <p:nvPr/>
        </p:nvSpPr>
        <p:spPr>
          <a:xfrm>
            <a:off x="4989537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3-line179"/>
          <p:cNvSpPr/>
          <p:nvPr/>
        </p:nvSpPr>
        <p:spPr>
          <a:xfrm>
            <a:off x="4989537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3-line180"/>
          <p:cNvSpPr/>
          <p:nvPr/>
        </p:nvSpPr>
        <p:spPr>
          <a:xfrm>
            <a:off x="4989537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3-line181"/>
          <p:cNvSpPr/>
          <p:nvPr/>
        </p:nvSpPr>
        <p:spPr>
          <a:xfrm>
            <a:off x="4989537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3-line182"/>
          <p:cNvSpPr/>
          <p:nvPr/>
        </p:nvSpPr>
        <p:spPr>
          <a:xfrm>
            <a:off x="4989537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3-line183"/>
          <p:cNvSpPr/>
          <p:nvPr/>
        </p:nvSpPr>
        <p:spPr>
          <a:xfrm>
            <a:off x="4989537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3-line184"/>
          <p:cNvSpPr/>
          <p:nvPr/>
        </p:nvSpPr>
        <p:spPr>
          <a:xfrm>
            <a:off x="4989537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3-figure185" descr="십 모형 10개"/>
          <p:cNvSpPr/>
          <p:nvPr/>
        </p:nvSpPr>
        <p:spPr>
          <a:xfrm>
            <a:off x="548640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03-label18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10개</a:t>
            </a:r>
            <a:endParaRPr lang="ko-KR" sz="2600" dirty="0"/>
          </a:p>
        </p:txBody>
      </p:sp>
      <p:sp>
        <p:nvSpPr>
          <p:cNvPr id="107" name="S03-flat187"/>
          <p:cNvSpPr/>
          <p:nvPr/>
        </p:nvSpPr>
        <p:spPr>
          <a:xfrm>
            <a:off x="7499851" y="1380505"/>
            <a:ext cx="273123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3-line188"/>
          <p:cNvSpPr/>
          <p:nvPr/>
        </p:nvSpPr>
        <p:spPr>
          <a:xfrm>
            <a:off x="7772974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3-line189"/>
          <p:cNvSpPr/>
          <p:nvPr/>
        </p:nvSpPr>
        <p:spPr>
          <a:xfrm>
            <a:off x="7499851" y="1653628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3-line190"/>
          <p:cNvSpPr/>
          <p:nvPr/>
        </p:nvSpPr>
        <p:spPr>
          <a:xfrm>
            <a:off x="8046097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3-line191"/>
          <p:cNvSpPr/>
          <p:nvPr/>
        </p:nvSpPr>
        <p:spPr>
          <a:xfrm>
            <a:off x="7499851" y="1926751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3-line192"/>
          <p:cNvSpPr/>
          <p:nvPr/>
        </p:nvSpPr>
        <p:spPr>
          <a:xfrm>
            <a:off x="8319220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3-line193"/>
          <p:cNvSpPr/>
          <p:nvPr/>
        </p:nvSpPr>
        <p:spPr>
          <a:xfrm>
            <a:off x="7499851" y="2199874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3-line194"/>
          <p:cNvSpPr/>
          <p:nvPr/>
        </p:nvSpPr>
        <p:spPr>
          <a:xfrm>
            <a:off x="8592344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3-line195"/>
          <p:cNvSpPr/>
          <p:nvPr/>
        </p:nvSpPr>
        <p:spPr>
          <a:xfrm>
            <a:off x="7499851" y="2472998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3-line196"/>
          <p:cNvSpPr/>
          <p:nvPr/>
        </p:nvSpPr>
        <p:spPr>
          <a:xfrm>
            <a:off x="8865467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3-line197"/>
          <p:cNvSpPr/>
          <p:nvPr/>
        </p:nvSpPr>
        <p:spPr>
          <a:xfrm>
            <a:off x="7499851" y="2746121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3-line198"/>
          <p:cNvSpPr/>
          <p:nvPr/>
        </p:nvSpPr>
        <p:spPr>
          <a:xfrm>
            <a:off x="9138590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3-line199"/>
          <p:cNvSpPr/>
          <p:nvPr/>
        </p:nvSpPr>
        <p:spPr>
          <a:xfrm>
            <a:off x="7499851" y="3019244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3-line200"/>
          <p:cNvSpPr/>
          <p:nvPr/>
        </p:nvSpPr>
        <p:spPr>
          <a:xfrm>
            <a:off x="9411714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3-line201"/>
          <p:cNvSpPr/>
          <p:nvPr/>
        </p:nvSpPr>
        <p:spPr>
          <a:xfrm>
            <a:off x="7499851" y="3292368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3-line202"/>
          <p:cNvSpPr/>
          <p:nvPr/>
        </p:nvSpPr>
        <p:spPr>
          <a:xfrm>
            <a:off x="9684837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3-line203"/>
          <p:cNvSpPr/>
          <p:nvPr/>
        </p:nvSpPr>
        <p:spPr>
          <a:xfrm>
            <a:off x="7499851" y="3565491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3-line204"/>
          <p:cNvSpPr/>
          <p:nvPr/>
        </p:nvSpPr>
        <p:spPr>
          <a:xfrm>
            <a:off x="9957960" y="1380505"/>
            <a:ext cx="0" cy="27312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3-line205"/>
          <p:cNvSpPr/>
          <p:nvPr/>
        </p:nvSpPr>
        <p:spPr>
          <a:xfrm>
            <a:off x="7499851" y="3838614"/>
            <a:ext cx="273123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3-figure206" descr="백 모형 1개"/>
          <p:cNvSpPr/>
          <p:nvPr/>
        </p:nvSpPr>
        <p:spPr>
          <a:xfrm>
            <a:off x="6254496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03-label207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모형 1개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몇 개?</a:t>
            </a:r>
            <a:endParaRPr lang="ko-KR" sz="4400" dirty="0"/>
          </a:p>
        </p:txBody>
      </p:sp>
      <p:sp>
        <p:nvSpPr>
          <p:cNvPr id="3" name="S04-text2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하나씩 늘어나요.</a:t>
            </a:r>
            <a:endParaRPr lang="ko-KR" sz="3200" dirty="0"/>
          </a:p>
        </p:txBody>
      </p:sp>
      <p:sp>
        <p:nvSpPr>
          <p:cNvPr id="4" name="S04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3개면 300, 삼백이에요.</a:t>
            </a:r>
            <a:endParaRPr lang="ko-KR" sz="3200" dirty="0"/>
          </a:p>
        </p:txBody>
      </p:sp>
      <p:graphicFrame>
        <p:nvGraphicFramePr>
          <p:cNvPr id="5" name="S04-table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042160"/>
          <a:ext cx="7315200" cy="914400"/>
        </p:xfrm>
        <a:graphic>
          <a:graphicData uri="http://schemas.openxmlformats.org/drawingml/2006/table">
            <a:tbl>
              <a:tblPr/>
              <a:tblGrid>
                <a:gridCol w="2487168"/>
                <a:gridCol w="2414016"/>
                <a:gridCol w="2414016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</a:t>
            </a:r>
            <a:endParaRPr lang="ko-KR" sz="4400" dirty="0"/>
          </a:p>
        </p:txBody>
      </p:sp>
      <p:sp>
        <p:nvSpPr>
          <p:cNvPr id="3" name="S05-card2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이백사십칠이라고 읽어요.</a:t>
            </a:r>
            <a:endParaRPr lang="ko-KR" sz="3200" dirty="0"/>
          </a:p>
        </p:txBody>
      </p:sp>
      <p:sp>
        <p:nvSpPr>
          <p:cNvPr id="5" name="S05-flat214"/>
          <p:cNvSpPr/>
          <p:nvPr/>
        </p:nvSpPr>
        <p:spPr>
          <a:xfrm>
            <a:off x="634951" y="2142470"/>
            <a:ext cx="1726223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line215"/>
          <p:cNvSpPr/>
          <p:nvPr/>
        </p:nvSpPr>
        <p:spPr>
          <a:xfrm>
            <a:off x="807573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5-line216"/>
          <p:cNvSpPr/>
          <p:nvPr/>
        </p:nvSpPr>
        <p:spPr>
          <a:xfrm>
            <a:off x="634951" y="2315093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217"/>
          <p:cNvSpPr/>
          <p:nvPr/>
        </p:nvSpPr>
        <p:spPr>
          <a:xfrm>
            <a:off x="980196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218"/>
          <p:cNvSpPr/>
          <p:nvPr/>
        </p:nvSpPr>
        <p:spPr>
          <a:xfrm>
            <a:off x="634951" y="2487715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219"/>
          <p:cNvSpPr/>
          <p:nvPr/>
        </p:nvSpPr>
        <p:spPr>
          <a:xfrm>
            <a:off x="1152818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220"/>
          <p:cNvSpPr/>
          <p:nvPr/>
        </p:nvSpPr>
        <p:spPr>
          <a:xfrm>
            <a:off x="634951" y="266033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221"/>
          <p:cNvSpPr/>
          <p:nvPr/>
        </p:nvSpPr>
        <p:spPr>
          <a:xfrm>
            <a:off x="1325440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222"/>
          <p:cNvSpPr/>
          <p:nvPr/>
        </p:nvSpPr>
        <p:spPr>
          <a:xfrm>
            <a:off x="634951" y="2832960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223"/>
          <p:cNvSpPr/>
          <p:nvPr/>
        </p:nvSpPr>
        <p:spPr>
          <a:xfrm>
            <a:off x="1498063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224"/>
          <p:cNvSpPr/>
          <p:nvPr/>
        </p:nvSpPr>
        <p:spPr>
          <a:xfrm>
            <a:off x="634951" y="3005582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225"/>
          <p:cNvSpPr/>
          <p:nvPr/>
        </p:nvSpPr>
        <p:spPr>
          <a:xfrm>
            <a:off x="1670685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226"/>
          <p:cNvSpPr/>
          <p:nvPr/>
        </p:nvSpPr>
        <p:spPr>
          <a:xfrm>
            <a:off x="634951" y="3178204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227"/>
          <p:cNvSpPr/>
          <p:nvPr/>
        </p:nvSpPr>
        <p:spPr>
          <a:xfrm>
            <a:off x="1843307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228"/>
          <p:cNvSpPr/>
          <p:nvPr/>
        </p:nvSpPr>
        <p:spPr>
          <a:xfrm>
            <a:off x="634951" y="335082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229"/>
          <p:cNvSpPr/>
          <p:nvPr/>
        </p:nvSpPr>
        <p:spPr>
          <a:xfrm>
            <a:off x="2015930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230"/>
          <p:cNvSpPr/>
          <p:nvPr/>
        </p:nvSpPr>
        <p:spPr>
          <a:xfrm>
            <a:off x="634951" y="3523449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231"/>
          <p:cNvSpPr/>
          <p:nvPr/>
        </p:nvSpPr>
        <p:spPr>
          <a:xfrm>
            <a:off x="2188552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232"/>
          <p:cNvSpPr/>
          <p:nvPr/>
        </p:nvSpPr>
        <p:spPr>
          <a:xfrm>
            <a:off x="634951" y="3696071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flat233"/>
          <p:cNvSpPr/>
          <p:nvPr/>
        </p:nvSpPr>
        <p:spPr>
          <a:xfrm>
            <a:off x="2464748" y="2142470"/>
            <a:ext cx="1726223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line234"/>
          <p:cNvSpPr/>
          <p:nvPr/>
        </p:nvSpPr>
        <p:spPr>
          <a:xfrm>
            <a:off x="2637370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235"/>
          <p:cNvSpPr/>
          <p:nvPr/>
        </p:nvSpPr>
        <p:spPr>
          <a:xfrm>
            <a:off x="2464748" y="2315093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236"/>
          <p:cNvSpPr/>
          <p:nvPr/>
        </p:nvSpPr>
        <p:spPr>
          <a:xfrm>
            <a:off x="2809992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237"/>
          <p:cNvSpPr/>
          <p:nvPr/>
        </p:nvSpPr>
        <p:spPr>
          <a:xfrm>
            <a:off x="2464748" y="2487715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238"/>
          <p:cNvSpPr/>
          <p:nvPr/>
        </p:nvSpPr>
        <p:spPr>
          <a:xfrm>
            <a:off x="2982615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239"/>
          <p:cNvSpPr/>
          <p:nvPr/>
        </p:nvSpPr>
        <p:spPr>
          <a:xfrm>
            <a:off x="2464748" y="266033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240"/>
          <p:cNvSpPr/>
          <p:nvPr/>
        </p:nvSpPr>
        <p:spPr>
          <a:xfrm>
            <a:off x="3155237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241"/>
          <p:cNvSpPr/>
          <p:nvPr/>
        </p:nvSpPr>
        <p:spPr>
          <a:xfrm>
            <a:off x="2464748" y="2832960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242"/>
          <p:cNvSpPr/>
          <p:nvPr/>
        </p:nvSpPr>
        <p:spPr>
          <a:xfrm>
            <a:off x="3327859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243"/>
          <p:cNvSpPr/>
          <p:nvPr/>
        </p:nvSpPr>
        <p:spPr>
          <a:xfrm>
            <a:off x="2464748" y="3005582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244"/>
          <p:cNvSpPr/>
          <p:nvPr/>
        </p:nvSpPr>
        <p:spPr>
          <a:xfrm>
            <a:off x="3500481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245"/>
          <p:cNvSpPr/>
          <p:nvPr/>
        </p:nvSpPr>
        <p:spPr>
          <a:xfrm>
            <a:off x="2464748" y="3178204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246"/>
          <p:cNvSpPr/>
          <p:nvPr/>
        </p:nvSpPr>
        <p:spPr>
          <a:xfrm>
            <a:off x="3673104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247"/>
          <p:cNvSpPr/>
          <p:nvPr/>
        </p:nvSpPr>
        <p:spPr>
          <a:xfrm>
            <a:off x="2464748" y="3350827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248"/>
          <p:cNvSpPr/>
          <p:nvPr/>
        </p:nvSpPr>
        <p:spPr>
          <a:xfrm>
            <a:off x="3845726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249"/>
          <p:cNvSpPr/>
          <p:nvPr/>
        </p:nvSpPr>
        <p:spPr>
          <a:xfrm>
            <a:off x="2464748" y="3523449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250"/>
          <p:cNvSpPr/>
          <p:nvPr/>
        </p:nvSpPr>
        <p:spPr>
          <a:xfrm>
            <a:off x="4018348" y="2142470"/>
            <a:ext cx="0" cy="1726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251"/>
          <p:cNvSpPr/>
          <p:nvPr/>
        </p:nvSpPr>
        <p:spPr>
          <a:xfrm>
            <a:off x="2464748" y="3696071"/>
            <a:ext cx="17262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rod252"/>
          <p:cNvSpPr/>
          <p:nvPr/>
        </p:nvSpPr>
        <p:spPr>
          <a:xfrm>
            <a:off x="4294544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5-line253"/>
          <p:cNvSpPr/>
          <p:nvPr/>
        </p:nvSpPr>
        <p:spPr>
          <a:xfrm>
            <a:off x="4294544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254"/>
          <p:cNvSpPr/>
          <p:nvPr/>
        </p:nvSpPr>
        <p:spPr>
          <a:xfrm>
            <a:off x="4294544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255"/>
          <p:cNvSpPr/>
          <p:nvPr/>
        </p:nvSpPr>
        <p:spPr>
          <a:xfrm>
            <a:off x="4294544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256"/>
          <p:cNvSpPr/>
          <p:nvPr/>
        </p:nvSpPr>
        <p:spPr>
          <a:xfrm>
            <a:off x="4294544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257"/>
          <p:cNvSpPr/>
          <p:nvPr/>
        </p:nvSpPr>
        <p:spPr>
          <a:xfrm>
            <a:off x="4294544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258"/>
          <p:cNvSpPr/>
          <p:nvPr/>
        </p:nvSpPr>
        <p:spPr>
          <a:xfrm>
            <a:off x="4294544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259"/>
          <p:cNvSpPr/>
          <p:nvPr/>
        </p:nvSpPr>
        <p:spPr>
          <a:xfrm>
            <a:off x="4294544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260"/>
          <p:cNvSpPr/>
          <p:nvPr/>
        </p:nvSpPr>
        <p:spPr>
          <a:xfrm>
            <a:off x="4294544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261"/>
          <p:cNvSpPr/>
          <p:nvPr/>
        </p:nvSpPr>
        <p:spPr>
          <a:xfrm>
            <a:off x="4294544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rod262"/>
          <p:cNvSpPr/>
          <p:nvPr/>
        </p:nvSpPr>
        <p:spPr>
          <a:xfrm>
            <a:off x="4570740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5-line263"/>
          <p:cNvSpPr/>
          <p:nvPr/>
        </p:nvSpPr>
        <p:spPr>
          <a:xfrm>
            <a:off x="4570740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264"/>
          <p:cNvSpPr/>
          <p:nvPr/>
        </p:nvSpPr>
        <p:spPr>
          <a:xfrm>
            <a:off x="4570740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265"/>
          <p:cNvSpPr/>
          <p:nvPr/>
        </p:nvSpPr>
        <p:spPr>
          <a:xfrm>
            <a:off x="4570740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266"/>
          <p:cNvSpPr/>
          <p:nvPr/>
        </p:nvSpPr>
        <p:spPr>
          <a:xfrm>
            <a:off x="4570740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267"/>
          <p:cNvSpPr/>
          <p:nvPr/>
        </p:nvSpPr>
        <p:spPr>
          <a:xfrm>
            <a:off x="4570740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268"/>
          <p:cNvSpPr/>
          <p:nvPr/>
        </p:nvSpPr>
        <p:spPr>
          <a:xfrm>
            <a:off x="4570740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269"/>
          <p:cNvSpPr/>
          <p:nvPr/>
        </p:nvSpPr>
        <p:spPr>
          <a:xfrm>
            <a:off x="4570740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270"/>
          <p:cNvSpPr/>
          <p:nvPr/>
        </p:nvSpPr>
        <p:spPr>
          <a:xfrm>
            <a:off x="4570740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271"/>
          <p:cNvSpPr/>
          <p:nvPr/>
        </p:nvSpPr>
        <p:spPr>
          <a:xfrm>
            <a:off x="4570740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rod272"/>
          <p:cNvSpPr/>
          <p:nvPr/>
        </p:nvSpPr>
        <p:spPr>
          <a:xfrm>
            <a:off x="4846935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5-line273"/>
          <p:cNvSpPr/>
          <p:nvPr/>
        </p:nvSpPr>
        <p:spPr>
          <a:xfrm>
            <a:off x="4846935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274"/>
          <p:cNvSpPr/>
          <p:nvPr/>
        </p:nvSpPr>
        <p:spPr>
          <a:xfrm>
            <a:off x="4846935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275"/>
          <p:cNvSpPr/>
          <p:nvPr/>
        </p:nvSpPr>
        <p:spPr>
          <a:xfrm>
            <a:off x="4846935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ine276"/>
          <p:cNvSpPr/>
          <p:nvPr/>
        </p:nvSpPr>
        <p:spPr>
          <a:xfrm>
            <a:off x="4846935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line277"/>
          <p:cNvSpPr/>
          <p:nvPr/>
        </p:nvSpPr>
        <p:spPr>
          <a:xfrm>
            <a:off x="4846935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line278"/>
          <p:cNvSpPr/>
          <p:nvPr/>
        </p:nvSpPr>
        <p:spPr>
          <a:xfrm>
            <a:off x="4846935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5-line279"/>
          <p:cNvSpPr/>
          <p:nvPr/>
        </p:nvSpPr>
        <p:spPr>
          <a:xfrm>
            <a:off x="4846935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5-line280"/>
          <p:cNvSpPr/>
          <p:nvPr/>
        </p:nvSpPr>
        <p:spPr>
          <a:xfrm>
            <a:off x="4846935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line281"/>
          <p:cNvSpPr/>
          <p:nvPr/>
        </p:nvSpPr>
        <p:spPr>
          <a:xfrm>
            <a:off x="4846935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rod282"/>
          <p:cNvSpPr/>
          <p:nvPr/>
        </p:nvSpPr>
        <p:spPr>
          <a:xfrm>
            <a:off x="5123131" y="2142470"/>
            <a:ext cx="172622" cy="17262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5-line283"/>
          <p:cNvSpPr/>
          <p:nvPr/>
        </p:nvSpPr>
        <p:spPr>
          <a:xfrm>
            <a:off x="5123131" y="2315093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line284"/>
          <p:cNvSpPr/>
          <p:nvPr/>
        </p:nvSpPr>
        <p:spPr>
          <a:xfrm>
            <a:off x="5123131" y="2487715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5-line285"/>
          <p:cNvSpPr/>
          <p:nvPr/>
        </p:nvSpPr>
        <p:spPr>
          <a:xfrm>
            <a:off x="5123131" y="266033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line286"/>
          <p:cNvSpPr/>
          <p:nvPr/>
        </p:nvSpPr>
        <p:spPr>
          <a:xfrm>
            <a:off x="5123131" y="2832960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5-line287"/>
          <p:cNvSpPr/>
          <p:nvPr/>
        </p:nvSpPr>
        <p:spPr>
          <a:xfrm>
            <a:off x="5123131" y="3005582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line288"/>
          <p:cNvSpPr/>
          <p:nvPr/>
        </p:nvSpPr>
        <p:spPr>
          <a:xfrm>
            <a:off x="5123131" y="3178204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5-line289"/>
          <p:cNvSpPr/>
          <p:nvPr/>
        </p:nvSpPr>
        <p:spPr>
          <a:xfrm>
            <a:off x="5123131" y="3350827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5-line290"/>
          <p:cNvSpPr/>
          <p:nvPr/>
        </p:nvSpPr>
        <p:spPr>
          <a:xfrm>
            <a:off x="5123131" y="3523449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5-line291"/>
          <p:cNvSpPr/>
          <p:nvPr/>
        </p:nvSpPr>
        <p:spPr>
          <a:xfrm>
            <a:off x="5123131" y="3696071"/>
            <a:ext cx="17262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unit292"/>
          <p:cNvSpPr/>
          <p:nvPr/>
        </p:nvSpPr>
        <p:spPr>
          <a:xfrm>
            <a:off x="5399327" y="3652916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5-unit293"/>
          <p:cNvSpPr/>
          <p:nvPr/>
        </p:nvSpPr>
        <p:spPr>
          <a:xfrm>
            <a:off x="5399327" y="3437138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5-unit294"/>
          <p:cNvSpPr/>
          <p:nvPr/>
        </p:nvSpPr>
        <p:spPr>
          <a:xfrm>
            <a:off x="5399327" y="3221360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5-unit295"/>
          <p:cNvSpPr/>
          <p:nvPr/>
        </p:nvSpPr>
        <p:spPr>
          <a:xfrm>
            <a:off x="5399327" y="3005582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5-unit296"/>
          <p:cNvSpPr/>
          <p:nvPr/>
        </p:nvSpPr>
        <p:spPr>
          <a:xfrm>
            <a:off x="5399327" y="2789804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5-unit297"/>
          <p:cNvSpPr/>
          <p:nvPr/>
        </p:nvSpPr>
        <p:spPr>
          <a:xfrm>
            <a:off x="5623736" y="3652916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5-unit298"/>
          <p:cNvSpPr/>
          <p:nvPr/>
        </p:nvSpPr>
        <p:spPr>
          <a:xfrm>
            <a:off x="5623736" y="3437138"/>
            <a:ext cx="172622" cy="17262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5-figure299" descr="백 모형 2개, 십 모형 4개, 일 모형 7개"/>
          <p:cNvSpPr/>
          <p:nvPr/>
        </p:nvSpPr>
        <p:spPr>
          <a:xfrm>
            <a:off x="548640" y="214247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S05-table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5684" y="2477262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자리마다 값이 달라요</a:t>
            </a:r>
            <a:endParaRPr lang="ko-KR" sz="4400" dirty="0"/>
          </a:p>
        </p:txBody>
      </p:sp>
      <p:sp>
        <p:nvSpPr>
          <p:cNvPr id="3" name="S06-text3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247의 숫자는 얼마를 나타낼까요?</a:t>
            </a:r>
            <a:endParaRPr lang="ko-KR" sz="3200" dirty="0"/>
          </a:p>
        </p:txBody>
      </p:sp>
      <p:sp>
        <p:nvSpPr>
          <p:cNvPr id="4" name="S06-card3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= 200 + 40 + 7</a:t>
            </a:r>
            <a:endParaRPr lang="ko-KR" sz="3200" dirty="0"/>
          </a:p>
        </p:txBody>
      </p:sp>
      <p:graphicFrame>
        <p:nvGraphicFramePr>
          <p:cNvPr id="7" name="S06-table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62756" y="277368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</a:t>
            </a:r>
            <a:endParaRPr lang="ko-KR" sz="4400" dirty="0"/>
          </a:p>
        </p:txBody>
      </p:sp>
      <p:sp>
        <p:nvSpPr>
          <p:cNvPr id="3" name="S07-card30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삼백오라고 읽어요. 0인 자리는 읽지 않아요.</a:t>
            </a:r>
            <a:endParaRPr lang="ko-KR" sz="3200" dirty="0"/>
          </a:p>
        </p:txBody>
      </p:sp>
      <p:sp>
        <p:nvSpPr>
          <p:cNvPr id="5" name="S07-flat307"/>
          <p:cNvSpPr/>
          <p:nvPr/>
        </p:nvSpPr>
        <p:spPr>
          <a:xfrm>
            <a:off x="627611" y="2215873"/>
            <a:ext cx="1579418" cy="157941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line308"/>
          <p:cNvSpPr/>
          <p:nvPr/>
        </p:nvSpPr>
        <p:spPr>
          <a:xfrm>
            <a:off x="785553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7-line309"/>
          <p:cNvSpPr/>
          <p:nvPr/>
        </p:nvSpPr>
        <p:spPr>
          <a:xfrm>
            <a:off x="627611" y="2373815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310"/>
          <p:cNvSpPr/>
          <p:nvPr/>
        </p:nvSpPr>
        <p:spPr>
          <a:xfrm>
            <a:off x="94349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311"/>
          <p:cNvSpPr/>
          <p:nvPr/>
        </p:nvSpPr>
        <p:spPr>
          <a:xfrm>
            <a:off x="627611" y="253175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312"/>
          <p:cNvSpPr/>
          <p:nvPr/>
        </p:nvSpPr>
        <p:spPr>
          <a:xfrm>
            <a:off x="1101436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313"/>
          <p:cNvSpPr/>
          <p:nvPr/>
        </p:nvSpPr>
        <p:spPr>
          <a:xfrm>
            <a:off x="627611" y="2689698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314"/>
          <p:cNvSpPr/>
          <p:nvPr/>
        </p:nvSpPr>
        <p:spPr>
          <a:xfrm>
            <a:off x="1259378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315"/>
          <p:cNvSpPr/>
          <p:nvPr/>
        </p:nvSpPr>
        <p:spPr>
          <a:xfrm>
            <a:off x="627611" y="2847640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316"/>
          <p:cNvSpPr/>
          <p:nvPr/>
        </p:nvSpPr>
        <p:spPr>
          <a:xfrm>
            <a:off x="1417320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317"/>
          <p:cNvSpPr/>
          <p:nvPr/>
        </p:nvSpPr>
        <p:spPr>
          <a:xfrm>
            <a:off x="627611" y="3005582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318"/>
          <p:cNvSpPr/>
          <p:nvPr/>
        </p:nvSpPr>
        <p:spPr>
          <a:xfrm>
            <a:off x="1575262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319"/>
          <p:cNvSpPr/>
          <p:nvPr/>
        </p:nvSpPr>
        <p:spPr>
          <a:xfrm>
            <a:off x="627611" y="3163524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320"/>
          <p:cNvSpPr/>
          <p:nvPr/>
        </p:nvSpPr>
        <p:spPr>
          <a:xfrm>
            <a:off x="1733204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321"/>
          <p:cNvSpPr/>
          <p:nvPr/>
        </p:nvSpPr>
        <p:spPr>
          <a:xfrm>
            <a:off x="627611" y="3321466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322"/>
          <p:cNvSpPr/>
          <p:nvPr/>
        </p:nvSpPr>
        <p:spPr>
          <a:xfrm>
            <a:off x="189114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323"/>
          <p:cNvSpPr/>
          <p:nvPr/>
        </p:nvSpPr>
        <p:spPr>
          <a:xfrm>
            <a:off x="627611" y="347940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324"/>
          <p:cNvSpPr/>
          <p:nvPr/>
        </p:nvSpPr>
        <p:spPr>
          <a:xfrm>
            <a:off x="2049087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325"/>
          <p:cNvSpPr/>
          <p:nvPr/>
        </p:nvSpPr>
        <p:spPr>
          <a:xfrm>
            <a:off x="627611" y="3637349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flat326"/>
          <p:cNvSpPr/>
          <p:nvPr/>
        </p:nvSpPr>
        <p:spPr>
          <a:xfrm>
            <a:off x="2301794" y="2215873"/>
            <a:ext cx="1579418" cy="157941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line327"/>
          <p:cNvSpPr/>
          <p:nvPr/>
        </p:nvSpPr>
        <p:spPr>
          <a:xfrm>
            <a:off x="2459736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328"/>
          <p:cNvSpPr/>
          <p:nvPr/>
        </p:nvSpPr>
        <p:spPr>
          <a:xfrm>
            <a:off x="2301794" y="2373815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329"/>
          <p:cNvSpPr/>
          <p:nvPr/>
        </p:nvSpPr>
        <p:spPr>
          <a:xfrm>
            <a:off x="2617678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330"/>
          <p:cNvSpPr/>
          <p:nvPr/>
        </p:nvSpPr>
        <p:spPr>
          <a:xfrm>
            <a:off x="2301794" y="253175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331"/>
          <p:cNvSpPr/>
          <p:nvPr/>
        </p:nvSpPr>
        <p:spPr>
          <a:xfrm>
            <a:off x="2775620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332"/>
          <p:cNvSpPr/>
          <p:nvPr/>
        </p:nvSpPr>
        <p:spPr>
          <a:xfrm>
            <a:off x="2301794" y="2689698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333"/>
          <p:cNvSpPr/>
          <p:nvPr/>
        </p:nvSpPr>
        <p:spPr>
          <a:xfrm>
            <a:off x="2933561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334"/>
          <p:cNvSpPr/>
          <p:nvPr/>
        </p:nvSpPr>
        <p:spPr>
          <a:xfrm>
            <a:off x="2301794" y="2847640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335"/>
          <p:cNvSpPr/>
          <p:nvPr/>
        </p:nvSpPr>
        <p:spPr>
          <a:xfrm>
            <a:off x="3091503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336"/>
          <p:cNvSpPr/>
          <p:nvPr/>
        </p:nvSpPr>
        <p:spPr>
          <a:xfrm>
            <a:off x="2301794" y="3005582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337"/>
          <p:cNvSpPr/>
          <p:nvPr/>
        </p:nvSpPr>
        <p:spPr>
          <a:xfrm>
            <a:off x="324944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338"/>
          <p:cNvSpPr/>
          <p:nvPr/>
        </p:nvSpPr>
        <p:spPr>
          <a:xfrm>
            <a:off x="2301794" y="3163524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339"/>
          <p:cNvSpPr/>
          <p:nvPr/>
        </p:nvSpPr>
        <p:spPr>
          <a:xfrm>
            <a:off x="3407387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340"/>
          <p:cNvSpPr/>
          <p:nvPr/>
        </p:nvSpPr>
        <p:spPr>
          <a:xfrm>
            <a:off x="2301794" y="3321466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341"/>
          <p:cNvSpPr/>
          <p:nvPr/>
        </p:nvSpPr>
        <p:spPr>
          <a:xfrm>
            <a:off x="3565329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342"/>
          <p:cNvSpPr/>
          <p:nvPr/>
        </p:nvSpPr>
        <p:spPr>
          <a:xfrm>
            <a:off x="2301794" y="347940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343"/>
          <p:cNvSpPr/>
          <p:nvPr/>
        </p:nvSpPr>
        <p:spPr>
          <a:xfrm>
            <a:off x="3723271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344"/>
          <p:cNvSpPr/>
          <p:nvPr/>
        </p:nvSpPr>
        <p:spPr>
          <a:xfrm>
            <a:off x="2301794" y="3637349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flat345"/>
          <p:cNvSpPr/>
          <p:nvPr/>
        </p:nvSpPr>
        <p:spPr>
          <a:xfrm>
            <a:off x="3975977" y="2215873"/>
            <a:ext cx="1579418" cy="157941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7-line346"/>
          <p:cNvSpPr/>
          <p:nvPr/>
        </p:nvSpPr>
        <p:spPr>
          <a:xfrm>
            <a:off x="4133919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347"/>
          <p:cNvSpPr/>
          <p:nvPr/>
        </p:nvSpPr>
        <p:spPr>
          <a:xfrm>
            <a:off x="3975977" y="2373815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348"/>
          <p:cNvSpPr/>
          <p:nvPr/>
        </p:nvSpPr>
        <p:spPr>
          <a:xfrm>
            <a:off x="4291861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349"/>
          <p:cNvSpPr/>
          <p:nvPr/>
        </p:nvSpPr>
        <p:spPr>
          <a:xfrm>
            <a:off x="3975977" y="253175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350"/>
          <p:cNvSpPr/>
          <p:nvPr/>
        </p:nvSpPr>
        <p:spPr>
          <a:xfrm>
            <a:off x="4449803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351"/>
          <p:cNvSpPr/>
          <p:nvPr/>
        </p:nvSpPr>
        <p:spPr>
          <a:xfrm>
            <a:off x="3975977" y="2689698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352"/>
          <p:cNvSpPr/>
          <p:nvPr/>
        </p:nvSpPr>
        <p:spPr>
          <a:xfrm>
            <a:off x="4607745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353"/>
          <p:cNvSpPr/>
          <p:nvPr/>
        </p:nvSpPr>
        <p:spPr>
          <a:xfrm>
            <a:off x="3975977" y="2847640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354"/>
          <p:cNvSpPr/>
          <p:nvPr/>
        </p:nvSpPr>
        <p:spPr>
          <a:xfrm>
            <a:off x="4765687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355"/>
          <p:cNvSpPr/>
          <p:nvPr/>
        </p:nvSpPr>
        <p:spPr>
          <a:xfrm>
            <a:off x="3975977" y="3005582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356"/>
          <p:cNvSpPr/>
          <p:nvPr/>
        </p:nvSpPr>
        <p:spPr>
          <a:xfrm>
            <a:off x="4923628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357"/>
          <p:cNvSpPr/>
          <p:nvPr/>
        </p:nvSpPr>
        <p:spPr>
          <a:xfrm>
            <a:off x="3975977" y="3163524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358"/>
          <p:cNvSpPr/>
          <p:nvPr/>
        </p:nvSpPr>
        <p:spPr>
          <a:xfrm>
            <a:off x="5081570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359"/>
          <p:cNvSpPr/>
          <p:nvPr/>
        </p:nvSpPr>
        <p:spPr>
          <a:xfrm>
            <a:off x="3975977" y="3321466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360"/>
          <p:cNvSpPr/>
          <p:nvPr/>
        </p:nvSpPr>
        <p:spPr>
          <a:xfrm>
            <a:off x="5239512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361"/>
          <p:cNvSpPr/>
          <p:nvPr/>
        </p:nvSpPr>
        <p:spPr>
          <a:xfrm>
            <a:off x="3975977" y="3479407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362"/>
          <p:cNvSpPr/>
          <p:nvPr/>
        </p:nvSpPr>
        <p:spPr>
          <a:xfrm>
            <a:off x="5397454" y="2215873"/>
            <a:ext cx="0" cy="15794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363"/>
          <p:cNvSpPr/>
          <p:nvPr/>
        </p:nvSpPr>
        <p:spPr>
          <a:xfrm>
            <a:off x="3975977" y="3637349"/>
            <a:ext cx="157941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unit364"/>
          <p:cNvSpPr/>
          <p:nvPr/>
        </p:nvSpPr>
        <p:spPr>
          <a:xfrm>
            <a:off x="5650161" y="3597864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7-unit365"/>
          <p:cNvSpPr/>
          <p:nvPr/>
        </p:nvSpPr>
        <p:spPr>
          <a:xfrm>
            <a:off x="5650161" y="3400437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7-unit366"/>
          <p:cNvSpPr/>
          <p:nvPr/>
        </p:nvSpPr>
        <p:spPr>
          <a:xfrm>
            <a:off x="5650161" y="3203009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unit367"/>
          <p:cNvSpPr/>
          <p:nvPr/>
        </p:nvSpPr>
        <p:spPr>
          <a:xfrm>
            <a:off x="5650161" y="3005582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unit368"/>
          <p:cNvSpPr/>
          <p:nvPr/>
        </p:nvSpPr>
        <p:spPr>
          <a:xfrm>
            <a:off x="5650161" y="2808155"/>
            <a:ext cx="157942" cy="157942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7-figure369" descr="백 모형 3개, 일 모형 5개, 십 모형은 없음"/>
          <p:cNvSpPr/>
          <p:nvPr/>
        </p:nvSpPr>
        <p:spPr>
          <a:xfrm>
            <a:off x="548640" y="2215873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8" name="S07-table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5684" y="2477262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 봐요</a:t>
            </a:r>
            <a:endParaRPr lang="ko-KR" sz="4400" dirty="0"/>
          </a:p>
        </p:txBody>
      </p:sp>
      <p:sp>
        <p:nvSpPr>
          <p:cNvPr id="3" name="S08-card3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3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백, 십, 일의 자리 차례로 써요.</a:t>
            </a:r>
            <a:endParaRPr lang="ko-KR" sz="3200" dirty="0"/>
          </a:p>
        </p:txBody>
      </p:sp>
      <p:sp>
        <p:nvSpPr>
          <p:cNvPr id="5" name="S08-chip37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text37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4개, 1이 2개인 수는?</a:t>
            </a:r>
            <a:endParaRPr lang="ko-KR" sz="3200" dirty="0"/>
          </a:p>
        </p:txBody>
      </p:sp>
      <p:sp>
        <p:nvSpPr>
          <p:cNvPr id="7" name="S08-chip37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text37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518을 읽어요.</a:t>
            </a:r>
            <a:endParaRPr lang="ko-KR" sz="3200" dirty="0"/>
          </a:p>
        </p:txBody>
      </p:sp>
      <p:sp>
        <p:nvSpPr>
          <p:cNvPr id="9" name="S08-chip37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text37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육백삼십을 숫자로 써요.</a:t>
            </a:r>
            <a:endParaRPr lang="ko-KR" sz="3200" dirty="0"/>
          </a:p>
        </p:txBody>
      </p:sp>
      <p:sp>
        <p:nvSpPr>
          <p:cNvPr id="11" name="S08-chip37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text38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736에서 3은 얼마일까요?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자리부터 비교</a:t>
            </a:r>
            <a:endParaRPr lang="ko-KR" sz="4400" dirty="0"/>
          </a:p>
        </p:txBody>
      </p:sp>
      <p:sp>
        <p:nvSpPr>
          <p:cNvPr id="3" name="S09-card38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38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231 &gt; 198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231은 198보다 커요.</a:t>
            </a:r>
            <a:endParaRPr lang="ko-KR" sz="3200" dirty="0"/>
          </a:p>
        </p:txBody>
      </p:sp>
      <p:sp>
        <p:nvSpPr>
          <p:cNvPr id="5" name="S09-flat383"/>
          <p:cNvSpPr/>
          <p:nvPr/>
        </p:nvSpPr>
        <p:spPr>
          <a:xfrm>
            <a:off x="870052" y="1877441"/>
            <a:ext cx="1737360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line384"/>
          <p:cNvSpPr/>
          <p:nvPr/>
        </p:nvSpPr>
        <p:spPr>
          <a:xfrm>
            <a:off x="1043788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9-line385"/>
          <p:cNvSpPr/>
          <p:nvPr/>
        </p:nvSpPr>
        <p:spPr>
          <a:xfrm>
            <a:off x="870052" y="205117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9-line386"/>
          <p:cNvSpPr/>
          <p:nvPr/>
        </p:nvSpPr>
        <p:spPr>
          <a:xfrm>
            <a:off x="1217524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9-line387"/>
          <p:cNvSpPr/>
          <p:nvPr/>
        </p:nvSpPr>
        <p:spPr>
          <a:xfrm>
            <a:off x="870052" y="222491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9-line388"/>
          <p:cNvSpPr/>
          <p:nvPr/>
        </p:nvSpPr>
        <p:spPr>
          <a:xfrm>
            <a:off x="1391260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9-line389"/>
          <p:cNvSpPr/>
          <p:nvPr/>
        </p:nvSpPr>
        <p:spPr>
          <a:xfrm>
            <a:off x="870052" y="239864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9-line390"/>
          <p:cNvSpPr/>
          <p:nvPr/>
        </p:nvSpPr>
        <p:spPr>
          <a:xfrm>
            <a:off x="1564996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9-line391"/>
          <p:cNvSpPr/>
          <p:nvPr/>
        </p:nvSpPr>
        <p:spPr>
          <a:xfrm>
            <a:off x="870052" y="257238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line392"/>
          <p:cNvSpPr/>
          <p:nvPr/>
        </p:nvSpPr>
        <p:spPr>
          <a:xfrm>
            <a:off x="1738732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9-line393"/>
          <p:cNvSpPr/>
          <p:nvPr/>
        </p:nvSpPr>
        <p:spPr>
          <a:xfrm>
            <a:off x="870052" y="2746121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9-line394"/>
          <p:cNvSpPr/>
          <p:nvPr/>
        </p:nvSpPr>
        <p:spPr>
          <a:xfrm>
            <a:off x="1912468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line395"/>
          <p:cNvSpPr/>
          <p:nvPr/>
        </p:nvSpPr>
        <p:spPr>
          <a:xfrm>
            <a:off x="870052" y="291985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9-line396"/>
          <p:cNvSpPr/>
          <p:nvPr/>
        </p:nvSpPr>
        <p:spPr>
          <a:xfrm>
            <a:off x="2086204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9-line397"/>
          <p:cNvSpPr/>
          <p:nvPr/>
        </p:nvSpPr>
        <p:spPr>
          <a:xfrm>
            <a:off x="870052" y="309359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line398"/>
          <p:cNvSpPr/>
          <p:nvPr/>
        </p:nvSpPr>
        <p:spPr>
          <a:xfrm>
            <a:off x="2259940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9-line399"/>
          <p:cNvSpPr/>
          <p:nvPr/>
        </p:nvSpPr>
        <p:spPr>
          <a:xfrm>
            <a:off x="870052" y="326732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9-line400"/>
          <p:cNvSpPr/>
          <p:nvPr/>
        </p:nvSpPr>
        <p:spPr>
          <a:xfrm>
            <a:off x="2433676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line401"/>
          <p:cNvSpPr/>
          <p:nvPr/>
        </p:nvSpPr>
        <p:spPr>
          <a:xfrm>
            <a:off x="870052" y="344106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9-flat402"/>
          <p:cNvSpPr/>
          <p:nvPr/>
        </p:nvSpPr>
        <p:spPr>
          <a:xfrm>
            <a:off x="2711653" y="1877441"/>
            <a:ext cx="1737360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line403"/>
          <p:cNvSpPr/>
          <p:nvPr/>
        </p:nvSpPr>
        <p:spPr>
          <a:xfrm>
            <a:off x="288538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9-line404"/>
          <p:cNvSpPr/>
          <p:nvPr/>
        </p:nvSpPr>
        <p:spPr>
          <a:xfrm>
            <a:off x="2711653" y="205117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9-line405"/>
          <p:cNvSpPr/>
          <p:nvPr/>
        </p:nvSpPr>
        <p:spPr>
          <a:xfrm>
            <a:off x="305912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9-line406"/>
          <p:cNvSpPr/>
          <p:nvPr/>
        </p:nvSpPr>
        <p:spPr>
          <a:xfrm>
            <a:off x="2711653" y="222491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9-line407"/>
          <p:cNvSpPr/>
          <p:nvPr/>
        </p:nvSpPr>
        <p:spPr>
          <a:xfrm>
            <a:off x="323286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9-line408"/>
          <p:cNvSpPr/>
          <p:nvPr/>
        </p:nvSpPr>
        <p:spPr>
          <a:xfrm>
            <a:off x="2711653" y="239864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9-line409"/>
          <p:cNvSpPr/>
          <p:nvPr/>
        </p:nvSpPr>
        <p:spPr>
          <a:xfrm>
            <a:off x="3406597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line410"/>
          <p:cNvSpPr/>
          <p:nvPr/>
        </p:nvSpPr>
        <p:spPr>
          <a:xfrm>
            <a:off x="2711653" y="257238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9-line411"/>
          <p:cNvSpPr/>
          <p:nvPr/>
        </p:nvSpPr>
        <p:spPr>
          <a:xfrm>
            <a:off x="3580333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9-line412"/>
          <p:cNvSpPr/>
          <p:nvPr/>
        </p:nvSpPr>
        <p:spPr>
          <a:xfrm>
            <a:off x="2711653" y="2746121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9-line413"/>
          <p:cNvSpPr/>
          <p:nvPr/>
        </p:nvSpPr>
        <p:spPr>
          <a:xfrm>
            <a:off x="375406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9-line414"/>
          <p:cNvSpPr/>
          <p:nvPr/>
        </p:nvSpPr>
        <p:spPr>
          <a:xfrm>
            <a:off x="2711653" y="291985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9-line415"/>
          <p:cNvSpPr/>
          <p:nvPr/>
        </p:nvSpPr>
        <p:spPr>
          <a:xfrm>
            <a:off x="392780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9-line416"/>
          <p:cNvSpPr/>
          <p:nvPr/>
        </p:nvSpPr>
        <p:spPr>
          <a:xfrm>
            <a:off x="2711653" y="309359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9-line417"/>
          <p:cNvSpPr/>
          <p:nvPr/>
        </p:nvSpPr>
        <p:spPr>
          <a:xfrm>
            <a:off x="410154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9-line418"/>
          <p:cNvSpPr/>
          <p:nvPr/>
        </p:nvSpPr>
        <p:spPr>
          <a:xfrm>
            <a:off x="2711653" y="326732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9-line419"/>
          <p:cNvSpPr/>
          <p:nvPr/>
        </p:nvSpPr>
        <p:spPr>
          <a:xfrm>
            <a:off x="4275277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9-line420"/>
          <p:cNvSpPr/>
          <p:nvPr/>
        </p:nvSpPr>
        <p:spPr>
          <a:xfrm>
            <a:off x="2711653" y="344106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9-rod421"/>
          <p:cNvSpPr/>
          <p:nvPr/>
        </p:nvSpPr>
        <p:spPr>
          <a:xfrm>
            <a:off x="4553255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9-line422"/>
          <p:cNvSpPr/>
          <p:nvPr/>
        </p:nvSpPr>
        <p:spPr>
          <a:xfrm>
            <a:off x="4553255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9-line423"/>
          <p:cNvSpPr/>
          <p:nvPr/>
        </p:nvSpPr>
        <p:spPr>
          <a:xfrm>
            <a:off x="4553255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9-line424"/>
          <p:cNvSpPr/>
          <p:nvPr/>
        </p:nvSpPr>
        <p:spPr>
          <a:xfrm>
            <a:off x="4553255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9-line425"/>
          <p:cNvSpPr/>
          <p:nvPr/>
        </p:nvSpPr>
        <p:spPr>
          <a:xfrm>
            <a:off x="4553255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9-line426"/>
          <p:cNvSpPr/>
          <p:nvPr/>
        </p:nvSpPr>
        <p:spPr>
          <a:xfrm>
            <a:off x="4553255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9-line427"/>
          <p:cNvSpPr/>
          <p:nvPr/>
        </p:nvSpPr>
        <p:spPr>
          <a:xfrm>
            <a:off x="4553255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9-line428"/>
          <p:cNvSpPr/>
          <p:nvPr/>
        </p:nvSpPr>
        <p:spPr>
          <a:xfrm>
            <a:off x="4553255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9-line429"/>
          <p:cNvSpPr/>
          <p:nvPr/>
        </p:nvSpPr>
        <p:spPr>
          <a:xfrm>
            <a:off x="4553255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9-line430"/>
          <p:cNvSpPr/>
          <p:nvPr/>
        </p:nvSpPr>
        <p:spPr>
          <a:xfrm>
            <a:off x="4553255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9-rod431"/>
          <p:cNvSpPr/>
          <p:nvPr/>
        </p:nvSpPr>
        <p:spPr>
          <a:xfrm>
            <a:off x="4831232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9-line432"/>
          <p:cNvSpPr/>
          <p:nvPr/>
        </p:nvSpPr>
        <p:spPr>
          <a:xfrm>
            <a:off x="4831232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9-line433"/>
          <p:cNvSpPr/>
          <p:nvPr/>
        </p:nvSpPr>
        <p:spPr>
          <a:xfrm>
            <a:off x="4831232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9-line434"/>
          <p:cNvSpPr/>
          <p:nvPr/>
        </p:nvSpPr>
        <p:spPr>
          <a:xfrm>
            <a:off x="4831232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9-line435"/>
          <p:cNvSpPr/>
          <p:nvPr/>
        </p:nvSpPr>
        <p:spPr>
          <a:xfrm>
            <a:off x="4831232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9-line436"/>
          <p:cNvSpPr/>
          <p:nvPr/>
        </p:nvSpPr>
        <p:spPr>
          <a:xfrm>
            <a:off x="4831232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9-line437"/>
          <p:cNvSpPr/>
          <p:nvPr/>
        </p:nvSpPr>
        <p:spPr>
          <a:xfrm>
            <a:off x="4831232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9-line438"/>
          <p:cNvSpPr/>
          <p:nvPr/>
        </p:nvSpPr>
        <p:spPr>
          <a:xfrm>
            <a:off x="4831232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9-line439"/>
          <p:cNvSpPr/>
          <p:nvPr/>
        </p:nvSpPr>
        <p:spPr>
          <a:xfrm>
            <a:off x="4831232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9-line440"/>
          <p:cNvSpPr/>
          <p:nvPr/>
        </p:nvSpPr>
        <p:spPr>
          <a:xfrm>
            <a:off x="4831232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9-rod441"/>
          <p:cNvSpPr/>
          <p:nvPr/>
        </p:nvSpPr>
        <p:spPr>
          <a:xfrm>
            <a:off x="5109210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9-line442"/>
          <p:cNvSpPr/>
          <p:nvPr/>
        </p:nvSpPr>
        <p:spPr>
          <a:xfrm>
            <a:off x="5109210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9-line443"/>
          <p:cNvSpPr/>
          <p:nvPr/>
        </p:nvSpPr>
        <p:spPr>
          <a:xfrm>
            <a:off x="5109210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9-line444"/>
          <p:cNvSpPr/>
          <p:nvPr/>
        </p:nvSpPr>
        <p:spPr>
          <a:xfrm>
            <a:off x="5109210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9-line445"/>
          <p:cNvSpPr/>
          <p:nvPr/>
        </p:nvSpPr>
        <p:spPr>
          <a:xfrm>
            <a:off x="5109210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9-line446"/>
          <p:cNvSpPr/>
          <p:nvPr/>
        </p:nvSpPr>
        <p:spPr>
          <a:xfrm>
            <a:off x="5109210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9-line447"/>
          <p:cNvSpPr/>
          <p:nvPr/>
        </p:nvSpPr>
        <p:spPr>
          <a:xfrm>
            <a:off x="5109210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9-line448"/>
          <p:cNvSpPr/>
          <p:nvPr/>
        </p:nvSpPr>
        <p:spPr>
          <a:xfrm>
            <a:off x="5109210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9-line449"/>
          <p:cNvSpPr/>
          <p:nvPr/>
        </p:nvSpPr>
        <p:spPr>
          <a:xfrm>
            <a:off x="5109210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9-line450"/>
          <p:cNvSpPr/>
          <p:nvPr/>
        </p:nvSpPr>
        <p:spPr>
          <a:xfrm>
            <a:off x="5109210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9-unit451"/>
          <p:cNvSpPr/>
          <p:nvPr/>
        </p:nvSpPr>
        <p:spPr>
          <a:xfrm>
            <a:off x="5387188" y="339763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9-figure452" descr="백 모형 2개, 십 모형 3개, 일 모형 1개"/>
          <p:cNvSpPr/>
          <p:nvPr/>
        </p:nvSpPr>
        <p:spPr>
          <a:xfrm>
            <a:off x="548640" y="187744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09-label45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231</a:t>
            </a:r>
            <a:endParaRPr lang="ko-KR" sz="2600" dirty="0"/>
          </a:p>
        </p:txBody>
      </p:sp>
      <p:sp>
        <p:nvSpPr>
          <p:cNvPr id="76" name="S09-flat454"/>
          <p:cNvSpPr/>
          <p:nvPr/>
        </p:nvSpPr>
        <p:spPr>
          <a:xfrm>
            <a:off x="6549847" y="1877441"/>
            <a:ext cx="1737360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9-line455"/>
          <p:cNvSpPr/>
          <p:nvPr/>
        </p:nvSpPr>
        <p:spPr>
          <a:xfrm>
            <a:off x="6723583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9-line456"/>
          <p:cNvSpPr/>
          <p:nvPr/>
        </p:nvSpPr>
        <p:spPr>
          <a:xfrm>
            <a:off x="6549847" y="205117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9-line457"/>
          <p:cNvSpPr/>
          <p:nvPr/>
        </p:nvSpPr>
        <p:spPr>
          <a:xfrm>
            <a:off x="689731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9-line458"/>
          <p:cNvSpPr/>
          <p:nvPr/>
        </p:nvSpPr>
        <p:spPr>
          <a:xfrm>
            <a:off x="6549847" y="222491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9-line459"/>
          <p:cNvSpPr/>
          <p:nvPr/>
        </p:nvSpPr>
        <p:spPr>
          <a:xfrm>
            <a:off x="707105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9-line460"/>
          <p:cNvSpPr/>
          <p:nvPr/>
        </p:nvSpPr>
        <p:spPr>
          <a:xfrm>
            <a:off x="6549847" y="239864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9-line461"/>
          <p:cNvSpPr/>
          <p:nvPr/>
        </p:nvSpPr>
        <p:spPr>
          <a:xfrm>
            <a:off x="724479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9-line462"/>
          <p:cNvSpPr/>
          <p:nvPr/>
        </p:nvSpPr>
        <p:spPr>
          <a:xfrm>
            <a:off x="6549847" y="257238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9-line463"/>
          <p:cNvSpPr/>
          <p:nvPr/>
        </p:nvSpPr>
        <p:spPr>
          <a:xfrm>
            <a:off x="7418527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9-line464"/>
          <p:cNvSpPr/>
          <p:nvPr/>
        </p:nvSpPr>
        <p:spPr>
          <a:xfrm>
            <a:off x="6549847" y="2746121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9-line465"/>
          <p:cNvSpPr/>
          <p:nvPr/>
        </p:nvSpPr>
        <p:spPr>
          <a:xfrm>
            <a:off x="7592263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9-line466"/>
          <p:cNvSpPr/>
          <p:nvPr/>
        </p:nvSpPr>
        <p:spPr>
          <a:xfrm>
            <a:off x="6549847" y="2919857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9-line467"/>
          <p:cNvSpPr/>
          <p:nvPr/>
        </p:nvSpPr>
        <p:spPr>
          <a:xfrm>
            <a:off x="7765999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9-line468"/>
          <p:cNvSpPr/>
          <p:nvPr/>
        </p:nvSpPr>
        <p:spPr>
          <a:xfrm>
            <a:off x="6549847" y="3093593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9-line469"/>
          <p:cNvSpPr/>
          <p:nvPr/>
        </p:nvSpPr>
        <p:spPr>
          <a:xfrm>
            <a:off x="7939735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9-line470"/>
          <p:cNvSpPr/>
          <p:nvPr/>
        </p:nvSpPr>
        <p:spPr>
          <a:xfrm>
            <a:off x="6549847" y="3267329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9-line471"/>
          <p:cNvSpPr/>
          <p:nvPr/>
        </p:nvSpPr>
        <p:spPr>
          <a:xfrm>
            <a:off x="8113471" y="1877441"/>
            <a:ext cx="0" cy="17373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9-line472"/>
          <p:cNvSpPr/>
          <p:nvPr/>
        </p:nvSpPr>
        <p:spPr>
          <a:xfrm>
            <a:off x="6549847" y="3441065"/>
            <a:ext cx="1737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9-rod473"/>
          <p:cNvSpPr/>
          <p:nvPr/>
        </p:nvSpPr>
        <p:spPr>
          <a:xfrm>
            <a:off x="8391449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9-line474"/>
          <p:cNvSpPr/>
          <p:nvPr/>
        </p:nvSpPr>
        <p:spPr>
          <a:xfrm>
            <a:off x="8391449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9-line475"/>
          <p:cNvSpPr/>
          <p:nvPr/>
        </p:nvSpPr>
        <p:spPr>
          <a:xfrm>
            <a:off x="8391449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9-line476"/>
          <p:cNvSpPr/>
          <p:nvPr/>
        </p:nvSpPr>
        <p:spPr>
          <a:xfrm>
            <a:off x="8391449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9-line477"/>
          <p:cNvSpPr/>
          <p:nvPr/>
        </p:nvSpPr>
        <p:spPr>
          <a:xfrm>
            <a:off x="8391449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9-line478"/>
          <p:cNvSpPr/>
          <p:nvPr/>
        </p:nvSpPr>
        <p:spPr>
          <a:xfrm>
            <a:off x="8391449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9-line479"/>
          <p:cNvSpPr/>
          <p:nvPr/>
        </p:nvSpPr>
        <p:spPr>
          <a:xfrm>
            <a:off x="8391449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9-line480"/>
          <p:cNvSpPr/>
          <p:nvPr/>
        </p:nvSpPr>
        <p:spPr>
          <a:xfrm>
            <a:off x="8391449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9-line481"/>
          <p:cNvSpPr/>
          <p:nvPr/>
        </p:nvSpPr>
        <p:spPr>
          <a:xfrm>
            <a:off x="8391449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9-line482"/>
          <p:cNvSpPr/>
          <p:nvPr/>
        </p:nvSpPr>
        <p:spPr>
          <a:xfrm>
            <a:off x="8391449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9-rod483"/>
          <p:cNvSpPr/>
          <p:nvPr/>
        </p:nvSpPr>
        <p:spPr>
          <a:xfrm>
            <a:off x="8669426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9-line484"/>
          <p:cNvSpPr/>
          <p:nvPr/>
        </p:nvSpPr>
        <p:spPr>
          <a:xfrm>
            <a:off x="8669426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9-line485"/>
          <p:cNvSpPr/>
          <p:nvPr/>
        </p:nvSpPr>
        <p:spPr>
          <a:xfrm>
            <a:off x="8669426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9-line486"/>
          <p:cNvSpPr/>
          <p:nvPr/>
        </p:nvSpPr>
        <p:spPr>
          <a:xfrm>
            <a:off x="8669426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9-line487"/>
          <p:cNvSpPr/>
          <p:nvPr/>
        </p:nvSpPr>
        <p:spPr>
          <a:xfrm>
            <a:off x="8669426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9-line488"/>
          <p:cNvSpPr/>
          <p:nvPr/>
        </p:nvSpPr>
        <p:spPr>
          <a:xfrm>
            <a:off x="8669426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9-line489"/>
          <p:cNvSpPr/>
          <p:nvPr/>
        </p:nvSpPr>
        <p:spPr>
          <a:xfrm>
            <a:off x="8669426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9-line490"/>
          <p:cNvSpPr/>
          <p:nvPr/>
        </p:nvSpPr>
        <p:spPr>
          <a:xfrm>
            <a:off x="8669426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9-line491"/>
          <p:cNvSpPr/>
          <p:nvPr/>
        </p:nvSpPr>
        <p:spPr>
          <a:xfrm>
            <a:off x="8669426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9-line492"/>
          <p:cNvSpPr/>
          <p:nvPr/>
        </p:nvSpPr>
        <p:spPr>
          <a:xfrm>
            <a:off x="8669426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9-rod493"/>
          <p:cNvSpPr/>
          <p:nvPr/>
        </p:nvSpPr>
        <p:spPr>
          <a:xfrm>
            <a:off x="8947404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9-line494"/>
          <p:cNvSpPr/>
          <p:nvPr/>
        </p:nvSpPr>
        <p:spPr>
          <a:xfrm>
            <a:off x="8947404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9-line495"/>
          <p:cNvSpPr/>
          <p:nvPr/>
        </p:nvSpPr>
        <p:spPr>
          <a:xfrm>
            <a:off x="8947404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9-line496"/>
          <p:cNvSpPr/>
          <p:nvPr/>
        </p:nvSpPr>
        <p:spPr>
          <a:xfrm>
            <a:off x="8947404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9-line497"/>
          <p:cNvSpPr/>
          <p:nvPr/>
        </p:nvSpPr>
        <p:spPr>
          <a:xfrm>
            <a:off x="8947404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9-line498"/>
          <p:cNvSpPr/>
          <p:nvPr/>
        </p:nvSpPr>
        <p:spPr>
          <a:xfrm>
            <a:off x="8947404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9-line499"/>
          <p:cNvSpPr/>
          <p:nvPr/>
        </p:nvSpPr>
        <p:spPr>
          <a:xfrm>
            <a:off x="8947404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9-line500"/>
          <p:cNvSpPr/>
          <p:nvPr/>
        </p:nvSpPr>
        <p:spPr>
          <a:xfrm>
            <a:off x="8947404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9-line501"/>
          <p:cNvSpPr/>
          <p:nvPr/>
        </p:nvSpPr>
        <p:spPr>
          <a:xfrm>
            <a:off x="8947404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9-line502"/>
          <p:cNvSpPr/>
          <p:nvPr/>
        </p:nvSpPr>
        <p:spPr>
          <a:xfrm>
            <a:off x="8947404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9-rod503"/>
          <p:cNvSpPr/>
          <p:nvPr/>
        </p:nvSpPr>
        <p:spPr>
          <a:xfrm>
            <a:off x="9225382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9-line504"/>
          <p:cNvSpPr/>
          <p:nvPr/>
        </p:nvSpPr>
        <p:spPr>
          <a:xfrm>
            <a:off x="9225382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9-line505"/>
          <p:cNvSpPr/>
          <p:nvPr/>
        </p:nvSpPr>
        <p:spPr>
          <a:xfrm>
            <a:off x="9225382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9-line506"/>
          <p:cNvSpPr/>
          <p:nvPr/>
        </p:nvSpPr>
        <p:spPr>
          <a:xfrm>
            <a:off x="9225382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9-line507"/>
          <p:cNvSpPr/>
          <p:nvPr/>
        </p:nvSpPr>
        <p:spPr>
          <a:xfrm>
            <a:off x="9225382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9-line508"/>
          <p:cNvSpPr/>
          <p:nvPr/>
        </p:nvSpPr>
        <p:spPr>
          <a:xfrm>
            <a:off x="9225382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9-line509"/>
          <p:cNvSpPr/>
          <p:nvPr/>
        </p:nvSpPr>
        <p:spPr>
          <a:xfrm>
            <a:off x="9225382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9-line510"/>
          <p:cNvSpPr/>
          <p:nvPr/>
        </p:nvSpPr>
        <p:spPr>
          <a:xfrm>
            <a:off x="9225382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9-line511"/>
          <p:cNvSpPr/>
          <p:nvPr/>
        </p:nvSpPr>
        <p:spPr>
          <a:xfrm>
            <a:off x="9225382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9-line512"/>
          <p:cNvSpPr/>
          <p:nvPr/>
        </p:nvSpPr>
        <p:spPr>
          <a:xfrm>
            <a:off x="9225382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9-rod513"/>
          <p:cNvSpPr/>
          <p:nvPr/>
        </p:nvSpPr>
        <p:spPr>
          <a:xfrm>
            <a:off x="9503359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9-line514"/>
          <p:cNvSpPr/>
          <p:nvPr/>
        </p:nvSpPr>
        <p:spPr>
          <a:xfrm>
            <a:off x="9503359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9-line515"/>
          <p:cNvSpPr/>
          <p:nvPr/>
        </p:nvSpPr>
        <p:spPr>
          <a:xfrm>
            <a:off x="9503359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9-line516"/>
          <p:cNvSpPr/>
          <p:nvPr/>
        </p:nvSpPr>
        <p:spPr>
          <a:xfrm>
            <a:off x="9503359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9-line517"/>
          <p:cNvSpPr/>
          <p:nvPr/>
        </p:nvSpPr>
        <p:spPr>
          <a:xfrm>
            <a:off x="9503359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9-line518"/>
          <p:cNvSpPr/>
          <p:nvPr/>
        </p:nvSpPr>
        <p:spPr>
          <a:xfrm>
            <a:off x="9503359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9-line519"/>
          <p:cNvSpPr/>
          <p:nvPr/>
        </p:nvSpPr>
        <p:spPr>
          <a:xfrm>
            <a:off x="9503359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9-line520"/>
          <p:cNvSpPr/>
          <p:nvPr/>
        </p:nvSpPr>
        <p:spPr>
          <a:xfrm>
            <a:off x="9503359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9-line521"/>
          <p:cNvSpPr/>
          <p:nvPr/>
        </p:nvSpPr>
        <p:spPr>
          <a:xfrm>
            <a:off x="9503359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9-line522"/>
          <p:cNvSpPr/>
          <p:nvPr/>
        </p:nvSpPr>
        <p:spPr>
          <a:xfrm>
            <a:off x="9503359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9-rod523"/>
          <p:cNvSpPr/>
          <p:nvPr/>
        </p:nvSpPr>
        <p:spPr>
          <a:xfrm>
            <a:off x="9781337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9-line524"/>
          <p:cNvSpPr/>
          <p:nvPr/>
        </p:nvSpPr>
        <p:spPr>
          <a:xfrm>
            <a:off x="9781337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9-line525"/>
          <p:cNvSpPr/>
          <p:nvPr/>
        </p:nvSpPr>
        <p:spPr>
          <a:xfrm>
            <a:off x="9781337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9-line526"/>
          <p:cNvSpPr/>
          <p:nvPr/>
        </p:nvSpPr>
        <p:spPr>
          <a:xfrm>
            <a:off x="9781337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9-line527"/>
          <p:cNvSpPr/>
          <p:nvPr/>
        </p:nvSpPr>
        <p:spPr>
          <a:xfrm>
            <a:off x="9781337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9-line528"/>
          <p:cNvSpPr/>
          <p:nvPr/>
        </p:nvSpPr>
        <p:spPr>
          <a:xfrm>
            <a:off x="9781337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9-line529"/>
          <p:cNvSpPr/>
          <p:nvPr/>
        </p:nvSpPr>
        <p:spPr>
          <a:xfrm>
            <a:off x="9781337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9-line530"/>
          <p:cNvSpPr/>
          <p:nvPr/>
        </p:nvSpPr>
        <p:spPr>
          <a:xfrm>
            <a:off x="9781337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09-line531"/>
          <p:cNvSpPr/>
          <p:nvPr/>
        </p:nvSpPr>
        <p:spPr>
          <a:xfrm>
            <a:off x="9781337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9-line532"/>
          <p:cNvSpPr/>
          <p:nvPr/>
        </p:nvSpPr>
        <p:spPr>
          <a:xfrm>
            <a:off x="9781337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09-rod533"/>
          <p:cNvSpPr/>
          <p:nvPr/>
        </p:nvSpPr>
        <p:spPr>
          <a:xfrm>
            <a:off x="10059314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9-line534"/>
          <p:cNvSpPr/>
          <p:nvPr/>
        </p:nvSpPr>
        <p:spPr>
          <a:xfrm>
            <a:off x="10059314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09-line535"/>
          <p:cNvSpPr/>
          <p:nvPr/>
        </p:nvSpPr>
        <p:spPr>
          <a:xfrm>
            <a:off x="10059314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9-line536"/>
          <p:cNvSpPr/>
          <p:nvPr/>
        </p:nvSpPr>
        <p:spPr>
          <a:xfrm>
            <a:off x="10059314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09-line537"/>
          <p:cNvSpPr/>
          <p:nvPr/>
        </p:nvSpPr>
        <p:spPr>
          <a:xfrm>
            <a:off x="10059314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9-line538"/>
          <p:cNvSpPr/>
          <p:nvPr/>
        </p:nvSpPr>
        <p:spPr>
          <a:xfrm>
            <a:off x="10059314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9-line539"/>
          <p:cNvSpPr/>
          <p:nvPr/>
        </p:nvSpPr>
        <p:spPr>
          <a:xfrm>
            <a:off x="10059314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9-line540"/>
          <p:cNvSpPr/>
          <p:nvPr/>
        </p:nvSpPr>
        <p:spPr>
          <a:xfrm>
            <a:off x="10059314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9-line541"/>
          <p:cNvSpPr/>
          <p:nvPr/>
        </p:nvSpPr>
        <p:spPr>
          <a:xfrm>
            <a:off x="10059314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9-line542"/>
          <p:cNvSpPr/>
          <p:nvPr/>
        </p:nvSpPr>
        <p:spPr>
          <a:xfrm>
            <a:off x="10059314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9-rod543"/>
          <p:cNvSpPr/>
          <p:nvPr/>
        </p:nvSpPr>
        <p:spPr>
          <a:xfrm>
            <a:off x="10337292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9-line544"/>
          <p:cNvSpPr/>
          <p:nvPr/>
        </p:nvSpPr>
        <p:spPr>
          <a:xfrm>
            <a:off x="10337292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9-line545"/>
          <p:cNvSpPr/>
          <p:nvPr/>
        </p:nvSpPr>
        <p:spPr>
          <a:xfrm>
            <a:off x="10337292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9-line546"/>
          <p:cNvSpPr/>
          <p:nvPr/>
        </p:nvSpPr>
        <p:spPr>
          <a:xfrm>
            <a:off x="10337292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9-line547"/>
          <p:cNvSpPr/>
          <p:nvPr/>
        </p:nvSpPr>
        <p:spPr>
          <a:xfrm>
            <a:off x="10337292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9-line548"/>
          <p:cNvSpPr/>
          <p:nvPr/>
        </p:nvSpPr>
        <p:spPr>
          <a:xfrm>
            <a:off x="10337292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9-line549"/>
          <p:cNvSpPr/>
          <p:nvPr/>
        </p:nvSpPr>
        <p:spPr>
          <a:xfrm>
            <a:off x="10337292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9-line550"/>
          <p:cNvSpPr/>
          <p:nvPr/>
        </p:nvSpPr>
        <p:spPr>
          <a:xfrm>
            <a:off x="10337292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9-line551"/>
          <p:cNvSpPr/>
          <p:nvPr/>
        </p:nvSpPr>
        <p:spPr>
          <a:xfrm>
            <a:off x="10337292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9-line552"/>
          <p:cNvSpPr/>
          <p:nvPr/>
        </p:nvSpPr>
        <p:spPr>
          <a:xfrm>
            <a:off x="10337292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9-rod553"/>
          <p:cNvSpPr/>
          <p:nvPr/>
        </p:nvSpPr>
        <p:spPr>
          <a:xfrm>
            <a:off x="10615270" y="1877441"/>
            <a:ext cx="173736" cy="17373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6" name="S09-line554"/>
          <p:cNvSpPr/>
          <p:nvPr/>
        </p:nvSpPr>
        <p:spPr>
          <a:xfrm>
            <a:off x="10615270" y="205117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9-line555"/>
          <p:cNvSpPr/>
          <p:nvPr/>
        </p:nvSpPr>
        <p:spPr>
          <a:xfrm>
            <a:off x="10615270" y="222491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9-line556"/>
          <p:cNvSpPr/>
          <p:nvPr/>
        </p:nvSpPr>
        <p:spPr>
          <a:xfrm>
            <a:off x="10615270" y="239864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9-line557"/>
          <p:cNvSpPr/>
          <p:nvPr/>
        </p:nvSpPr>
        <p:spPr>
          <a:xfrm>
            <a:off x="10615270" y="257238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9-line558"/>
          <p:cNvSpPr/>
          <p:nvPr/>
        </p:nvSpPr>
        <p:spPr>
          <a:xfrm>
            <a:off x="10615270" y="2746121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9-line559"/>
          <p:cNvSpPr/>
          <p:nvPr/>
        </p:nvSpPr>
        <p:spPr>
          <a:xfrm>
            <a:off x="10615270" y="2919857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9-line560"/>
          <p:cNvSpPr/>
          <p:nvPr/>
        </p:nvSpPr>
        <p:spPr>
          <a:xfrm>
            <a:off x="10615270" y="3093593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9-line561"/>
          <p:cNvSpPr/>
          <p:nvPr/>
        </p:nvSpPr>
        <p:spPr>
          <a:xfrm>
            <a:off x="10615270" y="3267329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9-line562"/>
          <p:cNvSpPr/>
          <p:nvPr/>
        </p:nvSpPr>
        <p:spPr>
          <a:xfrm>
            <a:off x="10615270" y="3441065"/>
            <a:ext cx="17373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9-unit563"/>
          <p:cNvSpPr/>
          <p:nvPr/>
        </p:nvSpPr>
        <p:spPr>
          <a:xfrm>
            <a:off x="10893247" y="339763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6" name="S09-unit564"/>
          <p:cNvSpPr/>
          <p:nvPr/>
        </p:nvSpPr>
        <p:spPr>
          <a:xfrm>
            <a:off x="10893247" y="318046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7" name="S09-unit565"/>
          <p:cNvSpPr/>
          <p:nvPr/>
        </p:nvSpPr>
        <p:spPr>
          <a:xfrm>
            <a:off x="10893247" y="296329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09-unit566"/>
          <p:cNvSpPr/>
          <p:nvPr/>
        </p:nvSpPr>
        <p:spPr>
          <a:xfrm>
            <a:off x="10893247" y="274612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09-unit567"/>
          <p:cNvSpPr/>
          <p:nvPr/>
        </p:nvSpPr>
        <p:spPr>
          <a:xfrm>
            <a:off x="10893247" y="252895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0" name="S09-unit568"/>
          <p:cNvSpPr/>
          <p:nvPr/>
        </p:nvSpPr>
        <p:spPr>
          <a:xfrm>
            <a:off x="11119104" y="339763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1" name="S09-unit569"/>
          <p:cNvSpPr/>
          <p:nvPr/>
        </p:nvSpPr>
        <p:spPr>
          <a:xfrm>
            <a:off x="11119104" y="318046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2" name="S09-unit570"/>
          <p:cNvSpPr/>
          <p:nvPr/>
        </p:nvSpPr>
        <p:spPr>
          <a:xfrm>
            <a:off x="11119104" y="2963291"/>
            <a:ext cx="173736" cy="17373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3" name="S09-figure571" descr="백 모형 1개, 십 모형 9개, 일 모형 8개"/>
          <p:cNvSpPr/>
          <p:nvPr/>
        </p:nvSpPr>
        <p:spPr>
          <a:xfrm>
            <a:off x="6254496" y="187744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09-label572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같으면 다음 자리</a:t>
            </a:r>
            <a:endParaRPr lang="ko-KR" sz="4400" dirty="0"/>
          </a:p>
        </p:txBody>
      </p:sp>
      <p:sp>
        <p:nvSpPr>
          <p:cNvPr id="3" name="S10-text5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자리가 같으면 십의 자리를 봐요.</a:t>
            </a:r>
            <a:endParaRPr lang="ko-KR" sz="3200" dirty="0"/>
          </a:p>
        </p:txBody>
      </p:sp>
      <p:sp>
        <p:nvSpPr>
          <p:cNvPr id="4" name="S10-card57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57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&gt; 347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347 &lt; 352 라고도 써요.</a:t>
            </a:r>
            <a:endParaRPr lang="ko-KR" sz="3200" dirty="0"/>
          </a:p>
        </p:txBody>
      </p:sp>
      <p:graphicFrame>
        <p:nvGraphicFramePr>
          <p:cNvPr id="11" name="S10-table5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373122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와 &lt; 넣기</a:t>
            </a:r>
            <a:endParaRPr lang="ko-KR" sz="4400" dirty="0"/>
          </a:p>
        </p:txBody>
      </p:sp>
      <p:sp>
        <p:nvSpPr>
          <p:cNvPr id="3" name="S11-text5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 또는 &lt; 를 넣어요.</a:t>
            </a:r>
            <a:endParaRPr lang="ko-KR" sz="3200" dirty="0"/>
          </a:p>
        </p:txBody>
      </p:sp>
      <p:sp>
        <p:nvSpPr>
          <p:cNvPr id="4" name="S11-card5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5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 비교해요.</a:t>
            </a:r>
            <a:endParaRPr lang="ko-KR" sz="3200" dirty="0"/>
          </a:p>
        </p:txBody>
      </p:sp>
      <p:sp>
        <p:nvSpPr>
          <p:cNvPr id="6" name="S11-card580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581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자리별로 보면</a:t>
            </a:r>
            <a:endParaRPr lang="ko-KR" sz="3200" dirty="0"/>
          </a:p>
        </p:txBody>
      </p:sp>
      <p:graphicFrame>
        <p:nvGraphicFramePr>
          <p:cNvPr id="12" name="S11-table5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676" y="2842260"/>
          <a:ext cx="4814316" cy="914400"/>
        </p:xfrm>
        <a:graphic>
          <a:graphicData uri="http://schemas.openxmlformats.org/drawingml/2006/table">
            <a:tbl>
              <a:tblPr/>
              <a:tblGrid>
                <a:gridCol w="1203579"/>
                <a:gridCol w="1203579"/>
                <a:gridCol w="1203579"/>
                <a:gridCol w="1203579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11-chip58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0" name="S11-eqtext58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498 ○ 512</a:t>
            </a:r>
            <a:endParaRPr lang="ko-KR" sz="3600" dirty="0"/>
          </a:p>
        </p:txBody>
      </p:sp>
      <p:sp>
        <p:nvSpPr>
          <p:cNvPr id="11" name="S11-chip58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11-eqtext58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364 ○ 346</a:t>
            </a:r>
            <a:endParaRPr lang="ko-KR" sz="3600" dirty="0"/>
          </a:p>
        </p:txBody>
      </p:sp>
      <p:sp>
        <p:nvSpPr>
          <p:cNvPr id="13" name="S11-chip58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11-eqtext58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725 ○ 729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2-card58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9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299와 301 중 어느 수가 더 클까요?</a:t>
            </a:r>
            <a:endParaRPr lang="ko-KR" sz="3200" dirty="0"/>
          </a:p>
        </p:txBody>
      </p:sp>
      <p:sp>
        <p:nvSpPr>
          <p:cNvPr id="5" name="S12-card5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5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2-chip59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299</a:t>
            </a:r>
            <a:endParaRPr lang="ko-KR" sz="2600" dirty="0"/>
          </a:p>
        </p:txBody>
      </p:sp>
      <p:sp>
        <p:nvSpPr>
          <p:cNvPr id="8" name="S12-text59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9가 두 개나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299가 커요.</a:t>
            </a:r>
            <a:endParaRPr lang="ko-KR" sz="3200" dirty="0"/>
          </a:p>
        </p:txBody>
      </p:sp>
      <p:sp>
        <p:nvSpPr>
          <p:cNvPr id="9" name="S12-chip59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301</a:t>
            </a:r>
            <a:endParaRPr lang="ko-KR" sz="2600" dirty="0"/>
          </a:p>
        </p:txBody>
      </p:sp>
      <p:sp>
        <p:nvSpPr>
          <p:cNvPr id="10" name="S12-text59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3이 2보다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크니까 301이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3-text5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3-chip59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3-text59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육백팔을 숫자로 써요.</a:t>
            </a:r>
            <a:endParaRPr lang="ko-KR" sz="3200" dirty="0"/>
          </a:p>
        </p:txBody>
      </p:sp>
      <p:sp>
        <p:nvSpPr>
          <p:cNvPr id="6" name="S13-chip60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3-text60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481에서 8은 얼마일까요?</a:t>
            </a:r>
            <a:endParaRPr lang="ko-KR" sz="3200" dirty="0"/>
          </a:p>
        </p:txBody>
      </p:sp>
      <p:sp>
        <p:nvSpPr>
          <p:cNvPr id="8" name="S13-chip60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3-eqtext60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563 ○ 536</a:t>
            </a:r>
            <a:endParaRPr lang="ko-KR" sz="3600" dirty="0"/>
          </a:p>
        </p:txBody>
      </p:sp>
      <p:sp>
        <p:nvSpPr>
          <p:cNvPr id="10" name="S13-chip60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3-eqtext60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907 ○ 970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4-card6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6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수 모형과 자릿값 표로 다시 해 보게 하세요.</a:t>
            </a:r>
            <a:endParaRPr lang="ko-KR" sz="3200" dirty="0"/>
          </a:p>
        </p:txBody>
      </p:sp>
      <p:sp>
        <p:nvSpPr>
          <p:cNvPr id="5" name="S14-chip60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4-text609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608</a:t>
            </a:r>
            <a:endParaRPr lang="ko-KR" sz="3200" dirty="0"/>
          </a:p>
        </p:txBody>
      </p:sp>
      <p:sp>
        <p:nvSpPr>
          <p:cNvPr id="7" name="S14-text610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0</a:t>
            </a:r>
            <a:endParaRPr lang="ko-KR" sz="2600" dirty="0"/>
          </a:p>
        </p:txBody>
      </p:sp>
      <p:sp>
        <p:nvSpPr>
          <p:cNvPr id="8" name="S14-text611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80</a:t>
            </a:r>
            <a:endParaRPr lang="ko-KR" sz="3200" dirty="0"/>
          </a:p>
        </p:txBody>
      </p:sp>
      <p:sp>
        <p:nvSpPr>
          <p:cNvPr id="9" name="S14-text612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8개</a:t>
            </a:r>
            <a:endParaRPr lang="ko-KR" sz="2600" dirty="0"/>
          </a:p>
        </p:txBody>
      </p:sp>
      <p:sp>
        <p:nvSpPr>
          <p:cNvPr id="10" name="S14-text613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563 &gt; 536</a:t>
            </a:r>
            <a:endParaRPr lang="ko-KR" sz="3200" dirty="0"/>
          </a:p>
        </p:txBody>
      </p:sp>
      <p:sp>
        <p:nvSpPr>
          <p:cNvPr id="11" name="S14-text614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6 &gt; 3</a:t>
            </a:r>
            <a:endParaRPr lang="ko-KR" sz="2600" dirty="0"/>
          </a:p>
        </p:txBody>
      </p:sp>
      <p:sp>
        <p:nvSpPr>
          <p:cNvPr id="12" name="S14-text615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907 &lt; 970</a:t>
            </a:r>
            <a:endParaRPr lang="ko-KR" sz="3200" dirty="0"/>
          </a:p>
        </p:txBody>
      </p:sp>
      <p:sp>
        <p:nvSpPr>
          <p:cNvPr id="13" name="S14-text616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0 &lt; 7</a:t>
            </a:r>
            <a:endParaRPr lang="ko-KR" sz="2600" dirty="0"/>
          </a:p>
        </p:txBody>
      </p:sp>
      <p:sp>
        <p:nvSpPr>
          <p:cNvPr id="14" name="S14-chip61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4-text61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6008, 68</a:t>
            </a:r>
            <a:endParaRPr lang="ko-KR" sz="3200" dirty="0"/>
          </a:p>
        </p:txBody>
      </p:sp>
      <p:sp>
        <p:nvSpPr>
          <p:cNvPr id="16" name="S14-text61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자리 틀림</a:t>
            </a:r>
            <a:endParaRPr lang="ko-KR" sz="2600" dirty="0"/>
          </a:p>
        </p:txBody>
      </p:sp>
      <p:sp>
        <p:nvSpPr>
          <p:cNvPr id="17" name="S14-text62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907 &gt; 970</a:t>
            </a:r>
            <a:endParaRPr lang="ko-KR" sz="3200" dirty="0"/>
          </a:p>
        </p:txBody>
      </p:sp>
      <p:sp>
        <p:nvSpPr>
          <p:cNvPr id="18" name="S14-text62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자리만 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수가 클까요?</a:t>
            </a:r>
            <a:endParaRPr lang="ko-KR" sz="4400" dirty="0"/>
          </a:p>
        </p:txBody>
      </p:sp>
      <p:sp>
        <p:nvSpPr>
          <p:cNvPr id="3" name="S15-card6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6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쓰고, &gt; 나 &lt; 로 비교해요.</a:t>
            </a:r>
            <a:endParaRPr lang="ko-KR" sz="3200" dirty="0"/>
          </a:p>
        </p:txBody>
      </p:sp>
      <p:sp>
        <p:nvSpPr>
          <p:cNvPr id="5" name="S15-chip624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5-flat625"/>
          <p:cNvSpPr/>
          <p:nvPr/>
        </p:nvSpPr>
        <p:spPr>
          <a:xfrm>
            <a:off x="1009040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line626"/>
          <p:cNvSpPr/>
          <p:nvPr/>
        </p:nvSpPr>
        <p:spPr>
          <a:xfrm>
            <a:off x="113705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5-line627"/>
          <p:cNvSpPr/>
          <p:nvPr/>
        </p:nvSpPr>
        <p:spPr>
          <a:xfrm>
            <a:off x="1009040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5-line628"/>
          <p:cNvSpPr/>
          <p:nvPr/>
        </p:nvSpPr>
        <p:spPr>
          <a:xfrm>
            <a:off x="126507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line629"/>
          <p:cNvSpPr/>
          <p:nvPr/>
        </p:nvSpPr>
        <p:spPr>
          <a:xfrm>
            <a:off x="1009040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5-line630"/>
          <p:cNvSpPr/>
          <p:nvPr/>
        </p:nvSpPr>
        <p:spPr>
          <a:xfrm>
            <a:off x="139308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631"/>
          <p:cNvSpPr/>
          <p:nvPr/>
        </p:nvSpPr>
        <p:spPr>
          <a:xfrm>
            <a:off x="1009040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632"/>
          <p:cNvSpPr/>
          <p:nvPr/>
        </p:nvSpPr>
        <p:spPr>
          <a:xfrm>
            <a:off x="152110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5-line633"/>
          <p:cNvSpPr/>
          <p:nvPr/>
        </p:nvSpPr>
        <p:spPr>
          <a:xfrm>
            <a:off x="1009040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634"/>
          <p:cNvSpPr/>
          <p:nvPr/>
        </p:nvSpPr>
        <p:spPr>
          <a:xfrm>
            <a:off x="164912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line635"/>
          <p:cNvSpPr/>
          <p:nvPr/>
        </p:nvSpPr>
        <p:spPr>
          <a:xfrm>
            <a:off x="1009040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5-line636"/>
          <p:cNvSpPr/>
          <p:nvPr/>
        </p:nvSpPr>
        <p:spPr>
          <a:xfrm>
            <a:off x="177713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637"/>
          <p:cNvSpPr/>
          <p:nvPr/>
        </p:nvSpPr>
        <p:spPr>
          <a:xfrm>
            <a:off x="1009040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line638"/>
          <p:cNvSpPr/>
          <p:nvPr/>
        </p:nvSpPr>
        <p:spPr>
          <a:xfrm>
            <a:off x="190515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line639"/>
          <p:cNvSpPr/>
          <p:nvPr/>
        </p:nvSpPr>
        <p:spPr>
          <a:xfrm>
            <a:off x="1009040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5-line640"/>
          <p:cNvSpPr/>
          <p:nvPr/>
        </p:nvSpPr>
        <p:spPr>
          <a:xfrm>
            <a:off x="203316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641"/>
          <p:cNvSpPr/>
          <p:nvPr/>
        </p:nvSpPr>
        <p:spPr>
          <a:xfrm>
            <a:off x="1009040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642"/>
          <p:cNvSpPr/>
          <p:nvPr/>
        </p:nvSpPr>
        <p:spPr>
          <a:xfrm>
            <a:off x="216118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5-line643"/>
          <p:cNvSpPr/>
          <p:nvPr/>
        </p:nvSpPr>
        <p:spPr>
          <a:xfrm>
            <a:off x="1009040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flat644"/>
          <p:cNvSpPr/>
          <p:nvPr/>
        </p:nvSpPr>
        <p:spPr>
          <a:xfrm>
            <a:off x="2366010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line645"/>
          <p:cNvSpPr/>
          <p:nvPr/>
        </p:nvSpPr>
        <p:spPr>
          <a:xfrm>
            <a:off x="249402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5-line646"/>
          <p:cNvSpPr/>
          <p:nvPr/>
        </p:nvSpPr>
        <p:spPr>
          <a:xfrm>
            <a:off x="2366010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647"/>
          <p:cNvSpPr/>
          <p:nvPr/>
        </p:nvSpPr>
        <p:spPr>
          <a:xfrm>
            <a:off x="262204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5-line648"/>
          <p:cNvSpPr/>
          <p:nvPr/>
        </p:nvSpPr>
        <p:spPr>
          <a:xfrm>
            <a:off x="2366010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line649"/>
          <p:cNvSpPr/>
          <p:nvPr/>
        </p:nvSpPr>
        <p:spPr>
          <a:xfrm>
            <a:off x="275005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5-line650"/>
          <p:cNvSpPr/>
          <p:nvPr/>
        </p:nvSpPr>
        <p:spPr>
          <a:xfrm>
            <a:off x="2366010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651"/>
          <p:cNvSpPr/>
          <p:nvPr/>
        </p:nvSpPr>
        <p:spPr>
          <a:xfrm>
            <a:off x="287807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652"/>
          <p:cNvSpPr/>
          <p:nvPr/>
        </p:nvSpPr>
        <p:spPr>
          <a:xfrm>
            <a:off x="2366010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653"/>
          <p:cNvSpPr/>
          <p:nvPr/>
        </p:nvSpPr>
        <p:spPr>
          <a:xfrm>
            <a:off x="300609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654"/>
          <p:cNvSpPr/>
          <p:nvPr/>
        </p:nvSpPr>
        <p:spPr>
          <a:xfrm>
            <a:off x="2366010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655"/>
          <p:cNvSpPr/>
          <p:nvPr/>
        </p:nvSpPr>
        <p:spPr>
          <a:xfrm>
            <a:off x="313410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656"/>
          <p:cNvSpPr/>
          <p:nvPr/>
        </p:nvSpPr>
        <p:spPr>
          <a:xfrm>
            <a:off x="2366010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657"/>
          <p:cNvSpPr/>
          <p:nvPr/>
        </p:nvSpPr>
        <p:spPr>
          <a:xfrm>
            <a:off x="326212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658"/>
          <p:cNvSpPr/>
          <p:nvPr/>
        </p:nvSpPr>
        <p:spPr>
          <a:xfrm>
            <a:off x="2366010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659"/>
          <p:cNvSpPr/>
          <p:nvPr/>
        </p:nvSpPr>
        <p:spPr>
          <a:xfrm>
            <a:off x="339013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660"/>
          <p:cNvSpPr/>
          <p:nvPr/>
        </p:nvSpPr>
        <p:spPr>
          <a:xfrm>
            <a:off x="2366010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661"/>
          <p:cNvSpPr/>
          <p:nvPr/>
        </p:nvSpPr>
        <p:spPr>
          <a:xfrm>
            <a:off x="351815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5-line662"/>
          <p:cNvSpPr/>
          <p:nvPr/>
        </p:nvSpPr>
        <p:spPr>
          <a:xfrm>
            <a:off x="2366010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5-flat663"/>
          <p:cNvSpPr/>
          <p:nvPr/>
        </p:nvSpPr>
        <p:spPr>
          <a:xfrm>
            <a:off x="3722980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5-line664"/>
          <p:cNvSpPr/>
          <p:nvPr/>
        </p:nvSpPr>
        <p:spPr>
          <a:xfrm>
            <a:off x="385099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line665"/>
          <p:cNvSpPr/>
          <p:nvPr/>
        </p:nvSpPr>
        <p:spPr>
          <a:xfrm>
            <a:off x="3722980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5-line666"/>
          <p:cNvSpPr/>
          <p:nvPr/>
        </p:nvSpPr>
        <p:spPr>
          <a:xfrm>
            <a:off x="397901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5-line667"/>
          <p:cNvSpPr/>
          <p:nvPr/>
        </p:nvSpPr>
        <p:spPr>
          <a:xfrm>
            <a:off x="3722980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5-line668"/>
          <p:cNvSpPr/>
          <p:nvPr/>
        </p:nvSpPr>
        <p:spPr>
          <a:xfrm>
            <a:off x="410702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5-line669"/>
          <p:cNvSpPr/>
          <p:nvPr/>
        </p:nvSpPr>
        <p:spPr>
          <a:xfrm>
            <a:off x="3722980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5-line670"/>
          <p:cNvSpPr/>
          <p:nvPr/>
        </p:nvSpPr>
        <p:spPr>
          <a:xfrm>
            <a:off x="423504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5-line671"/>
          <p:cNvSpPr/>
          <p:nvPr/>
        </p:nvSpPr>
        <p:spPr>
          <a:xfrm>
            <a:off x="3722980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5-line672"/>
          <p:cNvSpPr/>
          <p:nvPr/>
        </p:nvSpPr>
        <p:spPr>
          <a:xfrm>
            <a:off x="436306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5-line673"/>
          <p:cNvSpPr/>
          <p:nvPr/>
        </p:nvSpPr>
        <p:spPr>
          <a:xfrm>
            <a:off x="3722980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5-line674"/>
          <p:cNvSpPr/>
          <p:nvPr/>
        </p:nvSpPr>
        <p:spPr>
          <a:xfrm>
            <a:off x="449107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5-line675"/>
          <p:cNvSpPr/>
          <p:nvPr/>
        </p:nvSpPr>
        <p:spPr>
          <a:xfrm>
            <a:off x="3722980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5-line676"/>
          <p:cNvSpPr/>
          <p:nvPr/>
        </p:nvSpPr>
        <p:spPr>
          <a:xfrm>
            <a:off x="461909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5-line677"/>
          <p:cNvSpPr/>
          <p:nvPr/>
        </p:nvSpPr>
        <p:spPr>
          <a:xfrm>
            <a:off x="3722980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5-line678"/>
          <p:cNvSpPr/>
          <p:nvPr/>
        </p:nvSpPr>
        <p:spPr>
          <a:xfrm>
            <a:off x="474710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5-line679"/>
          <p:cNvSpPr/>
          <p:nvPr/>
        </p:nvSpPr>
        <p:spPr>
          <a:xfrm>
            <a:off x="3722980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5-line680"/>
          <p:cNvSpPr/>
          <p:nvPr/>
        </p:nvSpPr>
        <p:spPr>
          <a:xfrm>
            <a:off x="487512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681"/>
          <p:cNvSpPr/>
          <p:nvPr/>
        </p:nvSpPr>
        <p:spPr>
          <a:xfrm>
            <a:off x="3722980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5-rod682"/>
          <p:cNvSpPr/>
          <p:nvPr/>
        </p:nvSpPr>
        <p:spPr>
          <a:xfrm>
            <a:off x="5079949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5-line683"/>
          <p:cNvSpPr/>
          <p:nvPr/>
        </p:nvSpPr>
        <p:spPr>
          <a:xfrm>
            <a:off x="5079949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684"/>
          <p:cNvSpPr/>
          <p:nvPr/>
        </p:nvSpPr>
        <p:spPr>
          <a:xfrm>
            <a:off x="5079949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685"/>
          <p:cNvSpPr/>
          <p:nvPr/>
        </p:nvSpPr>
        <p:spPr>
          <a:xfrm>
            <a:off x="5079949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686"/>
          <p:cNvSpPr/>
          <p:nvPr/>
        </p:nvSpPr>
        <p:spPr>
          <a:xfrm>
            <a:off x="5079949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5-line687"/>
          <p:cNvSpPr/>
          <p:nvPr/>
        </p:nvSpPr>
        <p:spPr>
          <a:xfrm>
            <a:off x="5079949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5-line688"/>
          <p:cNvSpPr/>
          <p:nvPr/>
        </p:nvSpPr>
        <p:spPr>
          <a:xfrm>
            <a:off x="5079949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5-line689"/>
          <p:cNvSpPr/>
          <p:nvPr/>
        </p:nvSpPr>
        <p:spPr>
          <a:xfrm>
            <a:off x="5079949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5-line690"/>
          <p:cNvSpPr/>
          <p:nvPr/>
        </p:nvSpPr>
        <p:spPr>
          <a:xfrm>
            <a:off x="5079949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5-line691"/>
          <p:cNvSpPr/>
          <p:nvPr/>
        </p:nvSpPr>
        <p:spPr>
          <a:xfrm>
            <a:off x="5079949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5-unit692"/>
          <p:cNvSpPr/>
          <p:nvPr/>
        </p:nvSpPr>
        <p:spPr>
          <a:xfrm>
            <a:off x="5284775" y="405536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5-unit693"/>
          <p:cNvSpPr/>
          <p:nvPr/>
        </p:nvSpPr>
        <p:spPr>
          <a:xfrm>
            <a:off x="5284775" y="389534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5-unit694"/>
          <p:cNvSpPr/>
          <p:nvPr/>
        </p:nvSpPr>
        <p:spPr>
          <a:xfrm>
            <a:off x="5284775" y="373532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5-unit695"/>
          <p:cNvSpPr/>
          <p:nvPr/>
        </p:nvSpPr>
        <p:spPr>
          <a:xfrm>
            <a:off x="5284775" y="357530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15-unit696"/>
          <p:cNvSpPr/>
          <p:nvPr/>
        </p:nvSpPr>
        <p:spPr>
          <a:xfrm>
            <a:off x="5284775" y="341528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5-figure697" descr="백 모형 3개, 십 모형 1개, 일 모형 5개"/>
          <p:cNvSpPr/>
          <p:nvPr/>
        </p:nvSpPr>
        <p:spPr>
          <a:xfrm>
            <a:off x="548640" y="293522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15-chip698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0" name="S15-flat699"/>
          <p:cNvSpPr/>
          <p:nvPr/>
        </p:nvSpPr>
        <p:spPr>
          <a:xfrm>
            <a:off x="6513728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5-line700"/>
          <p:cNvSpPr/>
          <p:nvPr/>
        </p:nvSpPr>
        <p:spPr>
          <a:xfrm>
            <a:off x="664174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5-line701"/>
          <p:cNvSpPr/>
          <p:nvPr/>
        </p:nvSpPr>
        <p:spPr>
          <a:xfrm>
            <a:off x="6513728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5-line702"/>
          <p:cNvSpPr/>
          <p:nvPr/>
        </p:nvSpPr>
        <p:spPr>
          <a:xfrm>
            <a:off x="676976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5-line703"/>
          <p:cNvSpPr/>
          <p:nvPr/>
        </p:nvSpPr>
        <p:spPr>
          <a:xfrm>
            <a:off x="6513728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5-line704"/>
          <p:cNvSpPr/>
          <p:nvPr/>
        </p:nvSpPr>
        <p:spPr>
          <a:xfrm>
            <a:off x="689777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5-line705"/>
          <p:cNvSpPr/>
          <p:nvPr/>
        </p:nvSpPr>
        <p:spPr>
          <a:xfrm>
            <a:off x="6513728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706"/>
          <p:cNvSpPr/>
          <p:nvPr/>
        </p:nvSpPr>
        <p:spPr>
          <a:xfrm>
            <a:off x="702579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5-line707"/>
          <p:cNvSpPr/>
          <p:nvPr/>
        </p:nvSpPr>
        <p:spPr>
          <a:xfrm>
            <a:off x="6513728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708"/>
          <p:cNvSpPr/>
          <p:nvPr/>
        </p:nvSpPr>
        <p:spPr>
          <a:xfrm>
            <a:off x="715380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line709"/>
          <p:cNvSpPr/>
          <p:nvPr/>
        </p:nvSpPr>
        <p:spPr>
          <a:xfrm>
            <a:off x="6513728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5-line710"/>
          <p:cNvSpPr/>
          <p:nvPr/>
        </p:nvSpPr>
        <p:spPr>
          <a:xfrm>
            <a:off x="728182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5-line711"/>
          <p:cNvSpPr/>
          <p:nvPr/>
        </p:nvSpPr>
        <p:spPr>
          <a:xfrm>
            <a:off x="6513728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5-line712"/>
          <p:cNvSpPr/>
          <p:nvPr/>
        </p:nvSpPr>
        <p:spPr>
          <a:xfrm>
            <a:off x="740984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5-line713"/>
          <p:cNvSpPr/>
          <p:nvPr/>
        </p:nvSpPr>
        <p:spPr>
          <a:xfrm>
            <a:off x="6513728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5-line714"/>
          <p:cNvSpPr/>
          <p:nvPr/>
        </p:nvSpPr>
        <p:spPr>
          <a:xfrm>
            <a:off x="753785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5-line715"/>
          <p:cNvSpPr/>
          <p:nvPr/>
        </p:nvSpPr>
        <p:spPr>
          <a:xfrm>
            <a:off x="6513728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5-line716"/>
          <p:cNvSpPr/>
          <p:nvPr/>
        </p:nvSpPr>
        <p:spPr>
          <a:xfrm>
            <a:off x="766587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5-line717"/>
          <p:cNvSpPr/>
          <p:nvPr/>
        </p:nvSpPr>
        <p:spPr>
          <a:xfrm>
            <a:off x="6513728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5-flat718"/>
          <p:cNvSpPr/>
          <p:nvPr/>
        </p:nvSpPr>
        <p:spPr>
          <a:xfrm>
            <a:off x="7870698" y="2935224"/>
            <a:ext cx="1280160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15-line719"/>
          <p:cNvSpPr/>
          <p:nvPr/>
        </p:nvSpPr>
        <p:spPr>
          <a:xfrm>
            <a:off x="799871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5-line720"/>
          <p:cNvSpPr/>
          <p:nvPr/>
        </p:nvSpPr>
        <p:spPr>
          <a:xfrm>
            <a:off x="7870698" y="306324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5-line721"/>
          <p:cNvSpPr/>
          <p:nvPr/>
        </p:nvSpPr>
        <p:spPr>
          <a:xfrm>
            <a:off x="812673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5-line722"/>
          <p:cNvSpPr/>
          <p:nvPr/>
        </p:nvSpPr>
        <p:spPr>
          <a:xfrm>
            <a:off x="7870698" y="319125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5-line723"/>
          <p:cNvSpPr/>
          <p:nvPr/>
        </p:nvSpPr>
        <p:spPr>
          <a:xfrm>
            <a:off x="825474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5-line724"/>
          <p:cNvSpPr/>
          <p:nvPr/>
        </p:nvSpPr>
        <p:spPr>
          <a:xfrm>
            <a:off x="7870698" y="331927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5-line725"/>
          <p:cNvSpPr/>
          <p:nvPr/>
        </p:nvSpPr>
        <p:spPr>
          <a:xfrm>
            <a:off x="838276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5-line726"/>
          <p:cNvSpPr/>
          <p:nvPr/>
        </p:nvSpPr>
        <p:spPr>
          <a:xfrm>
            <a:off x="7870698" y="344728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5-line727"/>
          <p:cNvSpPr/>
          <p:nvPr/>
        </p:nvSpPr>
        <p:spPr>
          <a:xfrm>
            <a:off x="8510778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5-line728"/>
          <p:cNvSpPr/>
          <p:nvPr/>
        </p:nvSpPr>
        <p:spPr>
          <a:xfrm>
            <a:off x="7870698" y="3575304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5-line729"/>
          <p:cNvSpPr/>
          <p:nvPr/>
        </p:nvSpPr>
        <p:spPr>
          <a:xfrm>
            <a:off x="8638794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5-line730"/>
          <p:cNvSpPr/>
          <p:nvPr/>
        </p:nvSpPr>
        <p:spPr>
          <a:xfrm>
            <a:off x="7870698" y="3703320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5-line731"/>
          <p:cNvSpPr/>
          <p:nvPr/>
        </p:nvSpPr>
        <p:spPr>
          <a:xfrm>
            <a:off x="8766810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5-line732"/>
          <p:cNvSpPr/>
          <p:nvPr/>
        </p:nvSpPr>
        <p:spPr>
          <a:xfrm>
            <a:off x="7870698" y="3831336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5-line733"/>
          <p:cNvSpPr/>
          <p:nvPr/>
        </p:nvSpPr>
        <p:spPr>
          <a:xfrm>
            <a:off x="8894826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5-line734"/>
          <p:cNvSpPr/>
          <p:nvPr/>
        </p:nvSpPr>
        <p:spPr>
          <a:xfrm>
            <a:off x="7870698" y="3959352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5-line735"/>
          <p:cNvSpPr/>
          <p:nvPr/>
        </p:nvSpPr>
        <p:spPr>
          <a:xfrm>
            <a:off x="9022842" y="2935224"/>
            <a:ext cx="0" cy="1280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5-line736"/>
          <p:cNvSpPr/>
          <p:nvPr/>
        </p:nvSpPr>
        <p:spPr>
          <a:xfrm>
            <a:off x="7870698" y="4087368"/>
            <a:ext cx="12801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5-rod737"/>
          <p:cNvSpPr/>
          <p:nvPr/>
        </p:nvSpPr>
        <p:spPr>
          <a:xfrm>
            <a:off x="9227668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15-line738"/>
          <p:cNvSpPr/>
          <p:nvPr/>
        </p:nvSpPr>
        <p:spPr>
          <a:xfrm>
            <a:off x="9227668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5-line739"/>
          <p:cNvSpPr/>
          <p:nvPr/>
        </p:nvSpPr>
        <p:spPr>
          <a:xfrm>
            <a:off x="9227668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5-line740"/>
          <p:cNvSpPr/>
          <p:nvPr/>
        </p:nvSpPr>
        <p:spPr>
          <a:xfrm>
            <a:off x="9227668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5-line741"/>
          <p:cNvSpPr/>
          <p:nvPr/>
        </p:nvSpPr>
        <p:spPr>
          <a:xfrm>
            <a:off x="9227668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5-line742"/>
          <p:cNvSpPr/>
          <p:nvPr/>
        </p:nvSpPr>
        <p:spPr>
          <a:xfrm>
            <a:off x="9227668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5-line743"/>
          <p:cNvSpPr/>
          <p:nvPr/>
        </p:nvSpPr>
        <p:spPr>
          <a:xfrm>
            <a:off x="9227668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5-line744"/>
          <p:cNvSpPr/>
          <p:nvPr/>
        </p:nvSpPr>
        <p:spPr>
          <a:xfrm>
            <a:off x="9227668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5-line745"/>
          <p:cNvSpPr/>
          <p:nvPr/>
        </p:nvSpPr>
        <p:spPr>
          <a:xfrm>
            <a:off x="9227668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5-line746"/>
          <p:cNvSpPr/>
          <p:nvPr/>
        </p:nvSpPr>
        <p:spPr>
          <a:xfrm>
            <a:off x="9227668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5-rod747"/>
          <p:cNvSpPr/>
          <p:nvPr/>
        </p:nvSpPr>
        <p:spPr>
          <a:xfrm>
            <a:off x="9432493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15-line748"/>
          <p:cNvSpPr/>
          <p:nvPr/>
        </p:nvSpPr>
        <p:spPr>
          <a:xfrm>
            <a:off x="9432493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5-line749"/>
          <p:cNvSpPr/>
          <p:nvPr/>
        </p:nvSpPr>
        <p:spPr>
          <a:xfrm>
            <a:off x="9432493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5-line750"/>
          <p:cNvSpPr/>
          <p:nvPr/>
        </p:nvSpPr>
        <p:spPr>
          <a:xfrm>
            <a:off x="9432493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5-line751"/>
          <p:cNvSpPr/>
          <p:nvPr/>
        </p:nvSpPr>
        <p:spPr>
          <a:xfrm>
            <a:off x="9432493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5-line752"/>
          <p:cNvSpPr/>
          <p:nvPr/>
        </p:nvSpPr>
        <p:spPr>
          <a:xfrm>
            <a:off x="9432493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5-line753"/>
          <p:cNvSpPr/>
          <p:nvPr/>
        </p:nvSpPr>
        <p:spPr>
          <a:xfrm>
            <a:off x="9432493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5-line754"/>
          <p:cNvSpPr/>
          <p:nvPr/>
        </p:nvSpPr>
        <p:spPr>
          <a:xfrm>
            <a:off x="9432493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5-line755"/>
          <p:cNvSpPr/>
          <p:nvPr/>
        </p:nvSpPr>
        <p:spPr>
          <a:xfrm>
            <a:off x="9432493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5-line756"/>
          <p:cNvSpPr/>
          <p:nvPr/>
        </p:nvSpPr>
        <p:spPr>
          <a:xfrm>
            <a:off x="9432493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5-rod757"/>
          <p:cNvSpPr/>
          <p:nvPr/>
        </p:nvSpPr>
        <p:spPr>
          <a:xfrm>
            <a:off x="9637319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15-line758"/>
          <p:cNvSpPr/>
          <p:nvPr/>
        </p:nvSpPr>
        <p:spPr>
          <a:xfrm>
            <a:off x="9637319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5-line759"/>
          <p:cNvSpPr/>
          <p:nvPr/>
        </p:nvSpPr>
        <p:spPr>
          <a:xfrm>
            <a:off x="9637319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5-line760"/>
          <p:cNvSpPr/>
          <p:nvPr/>
        </p:nvSpPr>
        <p:spPr>
          <a:xfrm>
            <a:off x="9637319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5-line761"/>
          <p:cNvSpPr/>
          <p:nvPr/>
        </p:nvSpPr>
        <p:spPr>
          <a:xfrm>
            <a:off x="9637319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5-line762"/>
          <p:cNvSpPr/>
          <p:nvPr/>
        </p:nvSpPr>
        <p:spPr>
          <a:xfrm>
            <a:off x="9637319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5-line763"/>
          <p:cNvSpPr/>
          <p:nvPr/>
        </p:nvSpPr>
        <p:spPr>
          <a:xfrm>
            <a:off x="9637319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5-line764"/>
          <p:cNvSpPr/>
          <p:nvPr/>
        </p:nvSpPr>
        <p:spPr>
          <a:xfrm>
            <a:off x="9637319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5-line765"/>
          <p:cNvSpPr/>
          <p:nvPr/>
        </p:nvSpPr>
        <p:spPr>
          <a:xfrm>
            <a:off x="9637319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5-line766"/>
          <p:cNvSpPr/>
          <p:nvPr/>
        </p:nvSpPr>
        <p:spPr>
          <a:xfrm>
            <a:off x="9637319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5-rod767"/>
          <p:cNvSpPr/>
          <p:nvPr/>
        </p:nvSpPr>
        <p:spPr>
          <a:xfrm>
            <a:off x="9842144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15-line768"/>
          <p:cNvSpPr/>
          <p:nvPr/>
        </p:nvSpPr>
        <p:spPr>
          <a:xfrm>
            <a:off x="9842144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5-line769"/>
          <p:cNvSpPr/>
          <p:nvPr/>
        </p:nvSpPr>
        <p:spPr>
          <a:xfrm>
            <a:off x="9842144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15-line770"/>
          <p:cNvSpPr/>
          <p:nvPr/>
        </p:nvSpPr>
        <p:spPr>
          <a:xfrm>
            <a:off x="9842144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15-line771"/>
          <p:cNvSpPr/>
          <p:nvPr/>
        </p:nvSpPr>
        <p:spPr>
          <a:xfrm>
            <a:off x="9842144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15-line772"/>
          <p:cNvSpPr/>
          <p:nvPr/>
        </p:nvSpPr>
        <p:spPr>
          <a:xfrm>
            <a:off x="9842144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15-line773"/>
          <p:cNvSpPr/>
          <p:nvPr/>
        </p:nvSpPr>
        <p:spPr>
          <a:xfrm>
            <a:off x="9842144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15-line774"/>
          <p:cNvSpPr/>
          <p:nvPr/>
        </p:nvSpPr>
        <p:spPr>
          <a:xfrm>
            <a:off x="9842144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15-line775"/>
          <p:cNvSpPr/>
          <p:nvPr/>
        </p:nvSpPr>
        <p:spPr>
          <a:xfrm>
            <a:off x="9842144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15-line776"/>
          <p:cNvSpPr/>
          <p:nvPr/>
        </p:nvSpPr>
        <p:spPr>
          <a:xfrm>
            <a:off x="9842144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15-rod777"/>
          <p:cNvSpPr/>
          <p:nvPr/>
        </p:nvSpPr>
        <p:spPr>
          <a:xfrm>
            <a:off x="10046970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15-line778"/>
          <p:cNvSpPr/>
          <p:nvPr/>
        </p:nvSpPr>
        <p:spPr>
          <a:xfrm>
            <a:off x="10046970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15-line779"/>
          <p:cNvSpPr/>
          <p:nvPr/>
        </p:nvSpPr>
        <p:spPr>
          <a:xfrm>
            <a:off x="10046970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15-line780"/>
          <p:cNvSpPr/>
          <p:nvPr/>
        </p:nvSpPr>
        <p:spPr>
          <a:xfrm>
            <a:off x="10046970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5-line781"/>
          <p:cNvSpPr/>
          <p:nvPr/>
        </p:nvSpPr>
        <p:spPr>
          <a:xfrm>
            <a:off x="10046970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5-line782"/>
          <p:cNvSpPr/>
          <p:nvPr/>
        </p:nvSpPr>
        <p:spPr>
          <a:xfrm>
            <a:off x="10046970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5-line783"/>
          <p:cNvSpPr/>
          <p:nvPr/>
        </p:nvSpPr>
        <p:spPr>
          <a:xfrm>
            <a:off x="10046970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5-line784"/>
          <p:cNvSpPr/>
          <p:nvPr/>
        </p:nvSpPr>
        <p:spPr>
          <a:xfrm>
            <a:off x="10046970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5-line785"/>
          <p:cNvSpPr/>
          <p:nvPr/>
        </p:nvSpPr>
        <p:spPr>
          <a:xfrm>
            <a:off x="10046970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5-line786"/>
          <p:cNvSpPr/>
          <p:nvPr/>
        </p:nvSpPr>
        <p:spPr>
          <a:xfrm>
            <a:off x="10046970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5-rod787"/>
          <p:cNvSpPr/>
          <p:nvPr/>
        </p:nvSpPr>
        <p:spPr>
          <a:xfrm>
            <a:off x="10251796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15-line788"/>
          <p:cNvSpPr/>
          <p:nvPr/>
        </p:nvSpPr>
        <p:spPr>
          <a:xfrm>
            <a:off x="10251796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5-line789"/>
          <p:cNvSpPr/>
          <p:nvPr/>
        </p:nvSpPr>
        <p:spPr>
          <a:xfrm>
            <a:off x="10251796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5-line790"/>
          <p:cNvSpPr/>
          <p:nvPr/>
        </p:nvSpPr>
        <p:spPr>
          <a:xfrm>
            <a:off x="10251796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5-line791"/>
          <p:cNvSpPr/>
          <p:nvPr/>
        </p:nvSpPr>
        <p:spPr>
          <a:xfrm>
            <a:off x="10251796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5-line792"/>
          <p:cNvSpPr/>
          <p:nvPr/>
        </p:nvSpPr>
        <p:spPr>
          <a:xfrm>
            <a:off x="10251796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5-line793"/>
          <p:cNvSpPr/>
          <p:nvPr/>
        </p:nvSpPr>
        <p:spPr>
          <a:xfrm>
            <a:off x="10251796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5-line794"/>
          <p:cNvSpPr/>
          <p:nvPr/>
        </p:nvSpPr>
        <p:spPr>
          <a:xfrm>
            <a:off x="10251796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5-line795"/>
          <p:cNvSpPr/>
          <p:nvPr/>
        </p:nvSpPr>
        <p:spPr>
          <a:xfrm>
            <a:off x="10251796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5-line796"/>
          <p:cNvSpPr/>
          <p:nvPr/>
        </p:nvSpPr>
        <p:spPr>
          <a:xfrm>
            <a:off x="10251796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5-rod797"/>
          <p:cNvSpPr/>
          <p:nvPr/>
        </p:nvSpPr>
        <p:spPr>
          <a:xfrm>
            <a:off x="10456621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9" name="S15-line798"/>
          <p:cNvSpPr/>
          <p:nvPr/>
        </p:nvSpPr>
        <p:spPr>
          <a:xfrm>
            <a:off x="10456621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5-line799"/>
          <p:cNvSpPr/>
          <p:nvPr/>
        </p:nvSpPr>
        <p:spPr>
          <a:xfrm>
            <a:off x="10456621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5-line800"/>
          <p:cNvSpPr/>
          <p:nvPr/>
        </p:nvSpPr>
        <p:spPr>
          <a:xfrm>
            <a:off x="10456621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5-line801"/>
          <p:cNvSpPr/>
          <p:nvPr/>
        </p:nvSpPr>
        <p:spPr>
          <a:xfrm>
            <a:off x="10456621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5-line802"/>
          <p:cNvSpPr/>
          <p:nvPr/>
        </p:nvSpPr>
        <p:spPr>
          <a:xfrm>
            <a:off x="10456621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5-line803"/>
          <p:cNvSpPr/>
          <p:nvPr/>
        </p:nvSpPr>
        <p:spPr>
          <a:xfrm>
            <a:off x="10456621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5-line804"/>
          <p:cNvSpPr/>
          <p:nvPr/>
        </p:nvSpPr>
        <p:spPr>
          <a:xfrm>
            <a:off x="10456621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5-line805"/>
          <p:cNvSpPr/>
          <p:nvPr/>
        </p:nvSpPr>
        <p:spPr>
          <a:xfrm>
            <a:off x="10456621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5-line806"/>
          <p:cNvSpPr/>
          <p:nvPr/>
        </p:nvSpPr>
        <p:spPr>
          <a:xfrm>
            <a:off x="10456621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5-rod807"/>
          <p:cNvSpPr/>
          <p:nvPr/>
        </p:nvSpPr>
        <p:spPr>
          <a:xfrm>
            <a:off x="10661447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15-line808"/>
          <p:cNvSpPr/>
          <p:nvPr/>
        </p:nvSpPr>
        <p:spPr>
          <a:xfrm>
            <a:off x="10661447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5-line809"/>
          <p:cNvSpPr/>
          <p:nvPr/>
        </p:nvSpPr>
        <p:spPr>
          <a:xfrm>
            <a:off x="10661447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5-line810"/>
          <p:cNvSpPr/>
          <p:nvPr/>
        </p:nvSpPr>
        <p:spPr>
          <a:xfrm>
            <a:off x="10661447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5-line811"/>
          <p:cNvSpPr/>
          <p:nvPr/>
        </p:nvSpPr>
        <p:spPr>
          <a:xfrm>
            <a:off x="10661447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5-line812"/>
          <p:cNvSpPr/>
          <p:nvPr/>
        </p:nvSpPr>
        <p:spPr>
          <a:xfrm>
            <a:off x="10661447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5-line813"/>
          <p:cNvSpPr/>
          <p:nvPr/>
        </p:nvSpPr>
        <p:spPr>
          <a:xfrm>
            <a:off x="10661447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5-line814"/>
          <p:cNvSpPr/>
          <p:nvPr/>
        </p:nvSpPr>
        <p:spPr>
          <a:xfrm>
            <a:off x="10661447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5-line815"/>
          <p:cNvSpPr/>
          <p:nvPr/>
        </p:nvSpPr>
        <p:spPr>
          <a:xfrm>
            <a:off x="10661447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5-line816"/>
          <p:cNvSpPr/>
          <p:nvPr/>
        </p:nvSpPr>
        <p:spPr>
          <a:xfrm>
            <a:off x="10661447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5-rod817"/>
          <p:cNvSpPr/>
          <p:nvPr/>
        </p:nvSpPr>
        <p:spPr>
          <a:xfrm>
            <a:off x="10866272" y="2935224"/>
            <a:ext cx="128016" cy="128016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9" name="S15-line818"/>
          <p:cNvSpPr/>
          <p:nvPr/>
        </p:nvSpPr>
        <p:spPr>
          <a:xfrm>
            <a:off x="10866272" y="306324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5-line819"/>
          <p:cNvSpPr/>
          <p:nvPr/>
        </p:nvSpPr>
        <p:spPr>
          <a:xfrm>
            <a:off x="10866272" y="319125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5-line820"/>
          <p:cNvSpPr/>
          <p:nvPr/>
        </p:nvSpPr>
        <p:spPr>
          <a:xfrm>
            <a:off x="10866272" y="331927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5-line821"/>
          <p:cNvSpPr/>
          <p:nvPr/>
        </p:nvSpPr>
        <p:spPr>
          <a:xfrm>
            <a:off x="10866272" y="344728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5-line822"/>
          <p:cNvSpPr/>
          <p:nvPr/>
        </p:nvSpPr>
        <p:spPr>
          <a:xfrm>
            <a:off x="10866272" y="3575304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5-line823"/>
          <p:cNvSpPr/>
          <p:nvPr/>
        </p:nvSpPr>
        <p:spPr>
          <a:xfrm>
            <a:off x="10866272" y="3703320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5-line824"/>
          <p:cNvSpPr/>
          <p:nvPr/>
        </p:nvSpPr>
        <p:spPr>
          <a:xfrm>
            <a:off x="10866272" y="3831336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5-line825"/>
          <p:cNvSpPr/>
          <p:nvPr/>
        </p:nvSpPr>
        <p:spPr>
          <a:xfrm>
            <a:off x="10866272" y="3959352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5-line826"/>
          <p:cNvSpPr/>
          <p:nvPr/>
        </p:nvSpPr>
        <p:spPr>
          <a:xfrm>
            <a:off x="10866272" y="4087368"/>
            <a:ext cx="12801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5-unit827"/>
          <p:cNvSpPr/>
          <p:nvPr/>
        </p:nvSpPr>
        <p:spPr>
          <a:xfrm>
            <a:off x="11071098" y="405536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9" name="S15-unit828"/>
          <p:cNvSpPr/>
          <p:nvPr/>
        </p:nvSpPr>
        <p:spPr>
          <a:xfrm>
            <a:off x="11071098" y="389534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0" name="S15-unit829"/>
          <p:cNvSpPr/>
          <p:nvPr/>
        </p:nvSpPr>
        <p:spPr>
          <a:xfrm>
            <a:off x="11071098" y="373532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1" name="S15-unit830"/>
          <p:cNvSpPr/>
          <p:nvPr/>
        </p:nvSpPr>
        <p:spPr>
          <a:xfrm>
            <a:off x="11071098" y="357530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2" name="S15-unit831"/>
          <p:cNvSpPr/>
          <p:nvPr/>
        </p:nvSpPr>
        <p:spPr>
          <a:xfrm>
            <a:off x="11071098" y="341528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3" name="S15-unit832"/>
          <p:cNvSpPr/>
          <p:nvPr/>
        </p:nvSpPr>
        <p:spPr>
          <a:xfrm>
            <a:off x="11237519" y="405536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4" name="S15-unit833"/>
          <p:cNvSpPr/>
          <p:nvPr/>
        </p:nvSpPr>
        <p:spPr>
          <a:xfrm>
            <a:off x="11237519" y="389534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5" name="S15-unit834"/>
          <p:cNvSpPr/>
          <p:nvPr/>
        </p:nvSpPr>
        <p:spPr>
          <a:xfrm>
            <a:off x="11237519" y="3735324"/>
            <a:ext cx="128016" cy="12801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6" name="S15-figure835" descr="백 모형 2개, 십 모형 9개, 일 모형 8개"/>
          <p:cNvSpPr/>
          <p:nvPr/>
        </p:nvSpPr>
        <p:spPr>
          <a:xfrm>
            <a:off x="6277356" y="293522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6-card8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8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자리부터 차례로 비교해요.</a:t>
            </a:r>
            <a:endParaRPr lang="ko-KR" sz="3200" dirty="0"/>
          </a:p>
        </p:txBody>
      </p:sp>
      <p:sp>
        <p:nvSpPr>
          <p:cNvPr id="5" name="S16-chip83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자리에 0 쓰기</a:t>
            </a:r>
            <a:endParaRPr lang="ko-KR" sz="2600" dirty="0"/>
          </a:p>
        </p:txBody>
      </p:sp>
      <p:sp>
        <p:nvSpPr>
          <p:cNvPr id="6" name="S16-chip83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숫자만 보고 비교하기</a:t>
            </a:r>
            <a:endParaRPr lang="ko-KR" sz="2600" dirty="0"/>
          </a:p>
        </p:txBody>
      </p:sp>
      <p:sp>
        <p:nvSpPr>
          <p:cNvPr id="7" name="S16-text84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6-text84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100이 5개,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3개인 수</a:t>
            </a:r>
            <a:endParaRPr lang="ko-KR" sz="2600" dirty="0"/>
          </a:p>
        </p:txBody>
      </p:sp>
      <p:sp>
        <p:nvSpPr>
          <p:cNvPr id="9" name="S16-text84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이백구십을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쓰기</a:t>
            </a:r>
            <a:endParaRPr lang="ko-KR" sz="2600" dirty="0"/>
          </a:p>
        </p:txBody>
      </p:sp>
      <p:sp>
        <p:nvSpPr>
          <p:cNvPr id="10" name="S16-eqtext84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418 ○ 481</a:t>
            </a:r>
            <a:endParaRPr lang="ko-KR" sz="3000" dirty="0"/>
          </a:p>
        </p:txBody>
      </p:sp>
      <p:sp>
        <p:nvSpPr>
          <p:cNvPr id="11" name="S16-text84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네 자리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7-text8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묶음과 낱개로 세어요.</a:t>
            </a:r>
            <a:endParaRPr lang="ko-KR" sz="3200" dirty="0"/>
          </a:p>
        </p:txBody>
      </p:sp>
      <p:sp>
        <p:nvSpPr>
          <p:cNvPr id="4" name="S17-card8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8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4개, 낱개 6개는 46이에요.</a:t>
            </a:r>
            <a:endParaRPr lang="ko-KR" sz="3200" dirty="0"/>
          </a:p>
        </p:txBody>
      </p:sp>
      <p:sp>
        <p:nvSpPr>
          <p:cNvPr id="6" name="S17-rod848"/>
          <p:cNvSpPr/>
          <p:nvPr/>
        </p:nvSpPr>
        <p:spPr>
          <a:xfrm>
            <a:off x="1896325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7-line849"/>
          <p:cNvSpPr/>
          <p:nvPr/>
        </p:nvSpPr>
        <p:spPr>
          <a:xfrm>
            <a:off x="1896325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7-line850"/>
          <p:cNvSpPr/>
          <p:nvPr/>
        </p:nvSpPr>
        <p:spPr>
          <a:xfrm>
            <a:off x="1896325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7-line851"/>
          <p:cNvSpPr/>
          <p:nvPr/>
        </p:nvSpPr>
        <p:spPr>
          <a:xfrm>
            <a:off x="1896325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7-line852"/>
          <p:cNvSpPr/>
          <p:nvPr/>
        </p:nvSpPr>
        <p:spPr>
          <a:xfrm>
            <a:off x="1896325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7-line853"/>
          <p:cNvSpPr/>
          <p:nvPr/>
        </p:nvSpPr>
        <p:spPr>
          <a:xfrm>
            <a:off x="1896325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7-line854"/>
          <p:cNvSpPr/>
          <p:nvPr/>
        </p:nvSpPr>
        <p:spPr>
          <a:xfrm>
            <a:off x="1896325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7-line855"/>
          <p:cNvSpPr/>
          <p:nvPr/>
        </p:nvSpPr>
        <p:spPr>
          <a:xfrm>
            <a:off x="1896325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7-line856"/>
          <p:cNvSpPr/>
          <p:nvPr/>
        </p:nvSpPr>
        <p:spPr>
          <a:xfrm>
            <a:off x="1896325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7-line857"/>
          <p:cNvSpPr/>
          <p:nvPr/>
        </p:nvSpPr>
        <p:spPr>
          <a:xfrm>
            <a:off x="1896325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7-rod858"/>
          <p:cNvSpPr/>
          <p:nvPr/>
        </p:nvSpPr>
        <p:spPr>
          <a:xfrm>
            <a:off x="2374626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7-line859"/>
          <p:cNvSpPr/>
          <p:nvPr/>
        </p:nvSpPr>
        <p:spPr>
          <a:xfrm>
            <a:off x="2374626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7-line860"/>
          <p:cNvSpPr/>
          <p:nvPr/>
        </p:nvSpPr>
        <p:spPr>
          <a:xfrm>
            <a:off x="2374626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7-line861"/>
          <p:cNvSpPr/>
          <p:nvPr/>
        </p:nvSpPr>
        <p:spPr>
          <a:xfrm>
            <a:off x="2374626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7-line862"/>
          <p:cNvSpPr/>
          <p:nvPr/>
        </p:nvSpPr>
        <p:spPr>
          <a:xfrm>
            <a:off x="2374626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7-line863"/>
          <p:cNvSpPr/>
          <p:nvPr/>
        </p:nvSpPr>
        <p:spPr>
          <a:xfrm>
            <a:off x="2374626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7-line864"/>
          <p:cNvSpPr/>
          <p:nvPr/>
        </p:nvSpPr>
        <p:spPr>
          <a:xfrm>
            <a:off x="2374626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7-line865"/>
          <p:cNvSpPr/>
          <p:nvPr/>
        </p:nvSpPr>
        <p:spPr>
          <a:xfrm>
            <a:off x="2374626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7-line866"/>
          <p:cNvSpPr/>
          <p:nvPr/>
        </p:nvSpPr>
        <p:spPr>
          <a:xfrm>
            <a:off x="2374626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7-line867"/>
          <p:cNvSpPr/>
          <p:nvPr/>
        </p:nvSpPr>
        <p:spPr>
          <a:xfrm>
            <a:off x="2374626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7-rod868"/>
          <p:cNvSpPr/>
          <p:nvPr/>
        </p:nvSpPr>
        <p:spPr>
          <a:xfrm>
            <a:off x="2852928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7-line869"/>
          <p:cNvSpPr/>
          <p:nvPr/>
        </p:nvSpPr>
        <p:spPr>
          <a:xfrm>
            <a:off x="2852928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7-line870"/>
          <p:cNvSpPr/>
          <p:nvPr/>
        </p:nvSpPr>
        <p:spPr>
          <a:xfrm>
            <a:off x="2852928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7-line871"/>
          <p:cNvSpPr/>
          <p:nvPr/>
        </p:nvSpPr>
        <p:spPr>
          <a:xfrm>
            <a:off x="2852928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7-line872"/>
          <p:cNvSpPr/>
          <p:nvPr/>
        </p:nvSpPr>
        <p:spPr>
          <a:xfrm>
            <a:off x="2852928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7-line873"/>
          <p:cNvSpPr/>
          <p:nvPr/>
        </p:nvSpPr>
        <p:spPr>
          <a:xfrm>
            <a:off x="2852928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7-line874"/>
          <p:cNvSpPr/>
          <p:nvPr/>
        </p:nvSpPr>
        <p:spPr>
          <a:xfrm>
            <a:off x="2852928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7-line875"/>
          <p:cNvSpPr/>
          <p:nvPr/>
        </p:nvSpPr>
        <p:spPr>
          <a:xfrm>
            <a:off x="2852928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7-line876"/>
          <p:cNvSpPr/>
          <p:nvPr/>
        </p:nvSpPr>
        <p:spPr>
          <a:xfrm>
            <a:off x="2852928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7-line877"/>
          <p:cNvSpPr/>
          <p:nvPr/>
        </p:nvSpPr>
        <p:spPr>
          <a:xfrm>
            <a:off x="2852928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7-rod878"/>
          <p:cNvSpPr/>
          <p:nvPr/>
        </p:nvSpPr>
        <p:spPr>
          <a:xfrm>
            <a:off x="3331230" y="2071468"/>
            <a:ext cx="298938" cy="298938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7-line879"/>
          <p:cNvSpPr/>
          <p:nvPr/>
        </p:nvSpPr>
        <p:spPr>
          <a:xfrm>
            <a:off x="3331230" y="2370406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7-line880"/>
          <p:cNvSpPr/>
          <p:nvPr/>
        </p:nvSpPr>
        <p:spPr>
          <a:xfrm>
            <a:off x="3331230" y="266934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7-line881"/>
          <p:cNvSpPr/>
          <p:nvPr/>
        </p:nvSpPr>
        <p:spPr>
          <a:xfrm>
            <a:off x="3331230" y="2968283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7-line882"/>
          <p:cNvSpPr/>
          <p:nvPr/>
        </p:nvSpPr>
        <p:spPr>
          <a:xfrm>
            <a:off x="3331230" y="3267222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7-line883"/>
          <p:cNvSpPr/>
          <p:nvPr/>
        </p:nvSpPr>
        <p:spPr>
          <a:xfrm>
            <a:off x="3331230" y="3566160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7-line884"/>
          <p:cNvSpPr/>
          <p:nvPr/>
        </p:nvSpPr>
        <p:spPr>
          <a:xfrm>
            <a:off x="3331230" y="3865098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7-line885"/>
          <p:cNvSpPr/>
          <p:nvPr/>
        </p:nvSpPr>
        <p:spPr>
          <a:xfrm>
            <a:off x="3331230" y="4164037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7-line886"/>
          <p:cNvSpPr/>
          <p:nvPr/>
        </p:nvSpPr>
        <p:spPr>
          <a:xfrm>
            <a:off x="3331230" y="4462975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7-line887"/>
          <p:cNvSpPr/>
          <p:nvPr/>
        </p:nvSpPr>
        <p:spPr>
          <a:xfrm>
            <a:off x="3331230" y="4761914"/>
            <a:ext cx="29893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7-unit888"/>
          <p:cNvSpPr/>
          <p:nvPr/>
        </p:nvSpPr>
        <p:spPr>
          <a:xfrm>
            <a:off x="3809531" y="4687179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7-unit889"/>
          <p:cNvSpPr/>
          <p:nvPr/>
        </p:nvSpPr>
        <p:spPr>
          <a:xfrm>
            <a:off x="3809531" y="4313506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7-unit890"/>
          <p:cNvSpPr/>
          <p:nvPr/>
        </p:nvSpPr>
        <p:spPr>
          <a:xfrm>
            <a:off x="3809531" y="3939833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7-unit891"/>
          <p:cNvSpPr/>
          <p:nvPr/>
        </p:nvSpPr>
        <p:spPr>
          <a:xfrm>
            <a:off x="3809531" y="3566160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7-unit892"/>
          <p:cNvSpPr/>
          <p:nvPr/>
        </p:nvSpPr>
        <p:spPr>
          <a:xfrm>
            <a:off x="3809531" y="3192487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17-unit893"/>
          <p:cNvSpPr/>
          <p:nvPr/>
        </p:nvSpPr>
        <p:spPr>
          <a:xfrm>
            <a:off x="4198151" y="4687179"/>
            <a:ext cx="298938" cy="2989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7-figure894" descr="십 모형 4개와 일 모형 6개"/>
          <p:cNvSpPr/>
          <p:nvPr/>
        </p:nvSpPr>
        <p:spPr>
          <a:xfrm>
            <a:off x="548640" y="2071468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8" name="S17-table8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915920"/>
          <a:ext cx="493776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975104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세 자리 수</dc:title>
  <dc:subject>KR22-G02-MAT-NUM1000-L01</dc:subject>
  <dc:creator>education-ppt</dc:creator>
  <cp:lastModifiedBy>education-ppt</cp:lastModifiedBy>
  <cp:revision>1</cp:revision>
  <dcterms:created xsi:type="dcterms:W3CDTF">2026-10-26T06:46:53Z</dcterms:created>
  <dcterms:modified xsi:type="dcterms:W3CDTF">2026-10-26T06:46:53Z</dcterms:modified>
</cp:coreProperties>
</file>