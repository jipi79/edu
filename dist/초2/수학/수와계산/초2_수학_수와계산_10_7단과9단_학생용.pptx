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6af61f52-09fb-33f3-7dbb-70e3ec1075a4}">
          <p14:sldIdLst>
            <p14:sldId id="256"/>
            <p14:sldId id="257"/>
          </p14:sldIdLst>
        </p14:section>
        <p14:section name="개념" id="{d90f0758-5f18-0d30-4dff-040f35a3cfb5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연습" id="{b077b46f-c94c-1754-261d-041047ad1e24}">
          <p14:sldIdLst>
            <p14:sldId id="264"/>
            <p14:sldId id="265"/>
            <p14:sldId id="266"/>
          </p14:sldIdLst>
        </p14:section>
        <p14:section name="확인" id="{be73ad15-2803-c66d-fd7a-36e724cadfcf}">
          <p14:sldIdLst>
            <p14:sldId id="267"/>
            <p14:sldId id="268"/>
          </p14:sldIdLst>
        </p14:section>
        <p14:section name="정리" id="{e3da5708-43f3-f76f-810e-627b899cc4a9}">
          <p14:sldIdLst>
            <p14:sldId id="269"/>
          </p14:sldIdLst>
        </p14:section>
        <p14:section name="보충" id="{2a75e58b-3a12-6323-3fcb-83d9d27caf87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수학 · 수와계산 · 10차시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수학 · 7단과 9단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수학 · 7단과 9단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초2 수학 · 7단과 9단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7단과 9단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일주일이 3번이면 며칠일까?</a:t>
            </a:r>
            <a:endParaRPr lang="ko-KR" sz="3200" dirty="0"/>
          </a:p>
        </p:txBody>
      </p:sp>
      <p:sp>
        <p:nvSpPr>
          <p:cNvPr id="4" name="S01-dot1"/>
          <p:cNvSpPr/>
          <p:nvPr/>
        </p:nvSpPr>
        <p:spPr>
          <a:xfrm>
            <a:off x="8133588" y="150418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" name="S01-dot2"/>
          <p:cNvSpPr/>
          <p:nvPr/>
        </p:nvSpPr>
        <p:spPr>
          <a:xfrm>
            <a:off x="8590788" y="150418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S01-dot3"/>
          <p:cNvSpPr/>
          <p:nvPr/>
        </p:nvSpPr>
        <p:spPr>
          <a:xfrm>
            <a:off x="9047988" y="150418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1-dot4"/>
          <p:cNvSpPr/>
          <p:nvPr/>
        </p:nvSpPr>
        <p:spPr>
          <a:xfrm>
            <a:off x="9505188" y="150418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1-dot5"/>
          <p:cNvSpPr/>
          <p:nvPr/>
        </p:nvSpPr>
        <p:spPr>
          <a:xfrm>
            <a:off x="9962388" y="150418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1-dot6"/>
          <p:cNvSpPr/>
          <p:nvPr/>
        </p:nvSpPr>
        <p:spPr>
          <a:xfrm>
            <a:off x="10419588" y="150418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1-dot7"/>
          <p:cNvSpPr/>
          <p:nvPr/>
        </p:nvSpPr>
        <p:spPr>
          <a:xfrm>
            <a:off x="10876788" y="150418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1-dot8"/>
          <p:cNvSpPr/>
          <p:nvPr/>
        </p:nvSpPr>
        <p:spPr>
          <a:xfrm>
            <a:off x="8133588" y="196138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1-dot9"/>
          <p:cNvSpPr/>
          <p:nvPr/>
        </p:nvSpPr>
        <p:spPr>
          <a:xfrm>
            <a:off x="8590788" y="196138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1-dot10"/>
          <p:cNvSpPr/>
          <p:nvPr/>
        </p:nvSpPr>
        <p:spPr>
          <a:xfrm>
            <a:off x="9047988" y="196138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1-dot11"/>
          <p:cNvSpPr/>
          <p:nvPr/>
        </p:nvSpPr>
        <p:spPr>
          <a:xfrm>
            <a:off x="9505188" y="196138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1-dot12"/>
          <p:cNvSpPr/>
          <p:nvPr/>
        </p:nvSpPr>
        <p:spPr>
          <a:xfrm>
            <a:off x="9962388" y="196138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1-dot13"/>
          <p:cNvSpPr/>
          <p:nvPr/>
        </p:nvSpPr>
        <p:spPr>
          <a:xfrm>
            <a:off x="10419588" y="196138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01-dot14"/>
          <p:cNvSpPr/>
          <p:nvPr/>
        </p:nvSpPr>
        <p:spPr>
          <a:xfrm>
            <a:off x="10876788" y="196138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01-dot15"/>
          <p:cNvSpPr/>
          <p:nvPr/>
        </p:nvSpPr>
        <p:spPr>
          <a:xfrm>
            <a:off x="8133588" y="241858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01-dot16"/>
          <p:cNvSpPr/>
          <p:nvPr/>
        </p:nvSpPr>
        <p:spPr>
          <a:xfrm>
            <a:off x="8590788" y="241858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01-dot17"/>
          <p:cNvSpPr/>
          <p:nvPr/>
        </p:nvSpPr>
        <p:spPr>
          <a:xfrm>
            <a:off x="9047988" y="241858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01-dot18"/>
          <p:cNvSpPr/>
          <p:nvPr/>
        </p:nvSpPr>
        <p:spPr>
          <a:xfrm>
            <a:off x="9505188" y="241858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01-dot19"/>
          <p:cNvSpPr/>
          <p:nvPr/>
        </p:nvSpPr>
        <p:spPr>
          <a:xfrm>
            <a:off x="9962388" y="241858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S01-dot20"/>
          <p:cNvSpPr/>
          <p:nvPr/>
        </p:nvSpPr>
        <p:spPr>
          <a:xfrm>
            <a:off x="10419588" y="241858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01-dot21"/>
          <p:cNvSpPr/>
          <p:nvPr/>
        </p:nvSpPr>
        <p:spPr>
          <a:xfrm>
            <a:off x="10876788" y="241858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01-group22"/>
          <p:cNvSpPr/>
          <p:nvPr/>
        </p:nvSpPr>
        <p:spPr>
          <a:xfrm>
            <a:off x="8074152" y="1453896"/>
            <a:ext cx="3145536" cy="384048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6" name="S01-group23"/>
          <p:cNvSpPr/>
          <p:nvPr/>
        </p:nvSpPr>
        <p:spPr>
          <a:xfrm>
            <a:off x="8074152" y="1911096"/>
            <a:ext cx="3145536" cy="384048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7" name="S01-group24"/>
          <p:cNvSpPr/>
          <p:nvPr/>
        </p:nvSpPr>
        <p:spPr>
          <a:xfrm>
            <a:off x="8074152" y="2368296"/>
            <a:ext cx="3145536" cy="384048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8" name="S01-figure25" descr="7개씩 묶은 점 3줄, 21개"/>
          <p:cNvSpPr/>
          <p:nvPr/>
        </p:nvSpPr>
        <p:spPr>
          <a:xfrm>
            <a:off x="8046720" y="1417320"/>
            <a:ext cx="3200400" cy="13716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01-card26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30" name="S01-cardtext27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7씩, 9씩 묶어 세어 곱셈구구를 만들어요.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생활 속 문제를 곱셈으로 풀어요.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400" dirty="0"/>
          </a:p>
        </p:txBody>
      </p:sp>
      <p:sp>
        <p:nvSpPr>
          <p:cNvPr id="3" name="S02-chip28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4" name="S02-eqtext29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× 7 = □</a:t>
            </a:r>
            <a:endParaRPr lang="ko-KR" sz="3600" dirty="0"/>
          </a:p>
        </p:txBody>
      </p:sp>
      <p:sp>
        <p:nvSpPr>
          <p:cNvPr id="5" name="S02-chip30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6" name="S02-eqtext31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× 6 = □</a:t>
            </a:r>
            <a:endParaRPr lang="ko-KR" sz="3600" dirty="0"/>
          </a:p>
        </p:txBody>
      </p:sp>
      <p:sp>
        <p:nvSpPr>
          <p:cNvPr id="7" name="S02-chip32"/>
          <p:cNvSpPr txBox="1"/>
          <p:nvPr/>
        </p:nvSpPr>
        <p:spPr>
          <a:xfrm>
            <a:off x="548640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8" name="S02-eqtext33"/>
          <p:cNvSpPr txBox="1"/>
          <p:nvPr/>
        </p:nvSpPr>
        <p:spPr>
          <a:xfrm>
            <a:off x="1344168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× 4 = □</a:t>
            </a:r>
            <a:endParaRPr lang="ko-KR" sz="3600" dirty="0"/>
          </a:p>
        </p:txBody>
      </p:sp>
      <p:sp>
        <p:nvSpPr>
          <p:cNvPr id="9" name="S02-chip34"/>
          <p:cNvSpPr txBox="1"/>
          <p:nvPr/>
        </p:nvSpPr>
        <p:spPr>
          <a:xfrm>
            <a:off x="6277356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0" name="S02-eqtext35"/>
          <p:cNvSpPr txBox="1"/>
          <p:nvPr/>
        </p:nvSpPr>
        <p:spPr>
          <a:xfrm>
            <a:off x="7072884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× 4 = □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7씩 뛰어 세요</a:t>
            </a:r>
            <a:endParaRPr lang="ko-KR" sz="4400" dirty="0"/>
          </a:p>
        </p:txBody>
      </p:sp>
      <p:sp>
        <p:nvSpPr>
          <p:cNvPr id="3" name="S03-text3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일주일은 7일! 7씩 3번 뛰어요.</a:t>
            </a:r>
            <a:endParaRPr lang="ko-KR" sz="3200" dirty="0"/>
          </a:p>
        </p:txBody>
      </p:sp>
      <p:sp>
        <p:nvSpPr>
          <p:cNvPr id="4" name="S03-card37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38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× 3 = 21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3주는 21일이에요.</a:t>
            </a:r>
            <a:endParaRPr lang="ko-KR" sz="3200" dirty="0"/>
          </a:p>
        </p:txBody>
      </p:sp>
      <p:sp>
        <p:nvSpPr>
          <p:cNvPr id="6" name="S03-line39"/>
          <p:cNvSpPr/>
          <p:nvPr/>
        </p:nvSpPr>
        <p:spPr>
          <a:xfrm>
            <a:off x="685800" y="3669314"/>
            <a:ext cx="10817352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7" name="S03-line40"/>
          <p:cNvSpPr/>
          <p:nvPr/>
        </p:nvSpPr>
        <p:spPr>
          <a:xfrm>
            <a:off x="960120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8" name="S03-label41"/>
          <p:cNvSpPr txBox="1"/>
          <p:nvPr/>
        </p:nvSpPr>
        <p:spPr>
          <a:xfrm>
            <a:off x="502920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600" dirty="0"/>
          </a:p>
        </p:txBody>
      </p:sp>
      <p:sp>
        <p:nvSpPr>
          <p:cNvPr id="9" name="S03-line42"/>
          <p:cNvSpPr/>
          <p:nvPr/>
        </p:nvSpPr>
        <p:spPr>
          <a:xfrm>
            <a:off x="2101088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03-label43"/>
          <p:cNvSpPr txBox="1"/>
          <p:nvPr/>
        </p:nvSpPr>
        <p:spPr>
          <a:xfrm>
            <a:off x="1643888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600" dirty="0"/>
          </a:p>
        </p:txBody>
      </p:sp>
      <p:sp>
        <p:nvSpPr>
          <p:cNvPr id="11" name="S03-line44"/>
          <p:cNvSpPr/>
          <p:nvPr/>
        </p:nvSpPr>
        <p:spPr>
          <a:xfrm>
            <a:off x="3242056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03-label45"/>
          <p:cNvSpPr txBox="1"/>
          <p:nvPr/>
        </p:nvSpPr>
        <p:spPr>
          <a:xfrm>
            <a:off x="2784856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ko-KR" sz="2600" dirty="0"/>
          </a:p>
        </p:txBody>
      </p:sp>
      <p:sp>
        <p:nvSpPr>
          <p:cNvPr id="13" name="S03-line46"/>
          <p:cNvSpPr/>
          <p:nvPr/>
        </p:nvSpPr>
        <p:spPr>
          <a:xfrm>
            <a:off x="4383024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03-label47"/>
          <p:cNvSpPr txBox="1"/>
          <p:nvPr/>
        </p:nvSpPr>
        <p:spPr>
          <a:xfrm>
            <a:off x="3925824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</a:t>
            </a:r>
            <a:endParaRPr lang="ko-KR" sz="2600" dirty="0"/>
          </a:p>
        </p:txBody>
      </p:sp>
      <p:sp>
        <p:nvSpPr>
          <p:cNvPr id="15" name="S03-line48"/>
          <p:cNvSpPr/>
          <p:nvPr/>
        </p:nvSpPr>
        <p:spPr>
          <a:xfrm>
            <a:off x="5523992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03-label49"/>
          <p:cNvSpPr txBox="1"/>
          <p:nvPr/>
        </p:nvSpPr>
        <p:spPr>
          <a:xfrm>
            <a:off x="5066792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</a:t>
            </a:r>
            <a:endParaRPr lang="ko-KR" sz="2600" dirty="0"/>
          </a:p>
        </p:txBody>
      </p:sp>
      <p:sp>
        <p:nvSpPr>
          <p:cNvPr id="17" name="S03-line50"/>
          <p:cNvSpPr/>
          <p:nvPr/>
        </p:nvSpPr>
        <p:spPr>
          <a:xfrm>
            <a:off x="6664960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03-label51"/>
          <p:cNvSpPr txBox="1"/>
          <p:nvPr/>
        </p:nvSpPr>
        <p:spPr>
          <a:xfrm>
            <a:off x="6207760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</a:t>
            </a:r>
            <a:endParaRPr lang="ko-KR" sz="2600" dirty="0"/>
          </a:p>
        </p:txBody>
      </p:sp>
      <p:sp>
        <p:nvSpPr>
          <p:cNvPr id="19" name="S03-line52"/>
          <p:cNvSpPr/>
          <p:nvPr/>
        </p:nvSpPr>
        <p:spPr>
          <a:xfrm>
            <a:off x="7805928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0" name="S03-label53"/>
          <p:cNvSpPr txBox="1"/>
          <p:nvPr/>
        </p:nvSpPr>
        <p:spPr>
          <a:xfrm>
            <a:off x="7348728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42</a:t>
            </a:r>
            <a:endParaRPr lang="ko-KR" sz="2600" dirty="0"/>
          </a:p>
        </p:txBody>
      </p:sp>
      <p:sp>
        <p:nvSpPr>
          <p:cNvPr id="21" name="S03-line54"/>
          <p:cNvSpPr/>
          <p:nvPr/>
        </p:nvSpPr>
        <p:spPr>
          <a:xfrm>
            <a:off x="8946896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2" name="S03-label55"/>
          <p:cNvSpPr txBox="1"/>
          <p:nvPr/>
        </p:nvSpPr>
        <p:spPr>
          <a:xfrm>
            <a:off x="8489696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49</a:t>
            </a:r>
            <a:endParaRPr lang="ko-KR" sz="2600" dirty="0"/>
          </a:p>
        </p:txBody>
      </p:sp>
      <p:sp>
        <p:nvSpPr>
          <p:cNvPr id="23" name="S03-line56"/>
          <p:cNvSpPr/>
          <p:nvPr/>
        </p:nvSpPr>
        <p:spPr>
          <a:xfrm>
            <a:off x="10087864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4" name="S03-label57"/>
          <p:cNvSpPr txBox="1"/>
          <p:nvPr/>
        </p:nvSpPr>
        <p:spPr>
          <a:xfrm>
            <a:off x="9630664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56</a:t>
            </a:r>
            <a:endParaRPr lang="ko-KR" sz="2600" dirty="0"/>
          </a:p>
        </p:txBody>
      </p:sp>
      <p:sp>
        <p:nvSpPr>
          <p:cNvPr id="25" name="S03-line58"/>
          <p:cNvSpPr/>
          <p:nvPr/>
        </p:nvSpPr>
        <p:spPr>
          <a:xfrm>
            <a:off x="11228832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6" name="S03-label59"/>
          <p:cNvSpPr txBox="1"/>
          <p:nvPr/>
        </p:nvSpPr>
        <p:spPr>
          <a:xfrm>
            <a:off x="10771632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</a:t>
            </a:r>
            <a:endParaRPr lang="ko-KR" sz="2600" dirty="0"/>
          </a:p>
        </p:txBody>
      </p:sp>
      <p:sp>
        <p:nvSpPr>
          <p:cNvPr id="27" name="S03-mark60"/>
          <p:cNvSpPr/>
          <p:nvPr/>
        </p:nvSpPr>
        <p:spPr>
          <a:xfrm>
            <a:off x="4291584" y="3577874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28" name="S03-line61"/>
          <p:cNvSpPr/>
          <p:nvPr/>
        </p:nvSpPr>
        <p:spPr>
          <a:xfrm flipV="1">
            <a:off x="960120" y="3285266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29" name="S03-line62"/>
          <p:cNvSpPr/>
          <p:nvPr/>
        </p:nvSpPr>
        <p:spPr>
          <a:xfrm>
            <a:off x="960120" y="3285266"/>
            <a:ext cx="1140968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0" name="S03-label63"/>
          <p:cNvSpPr txBox="1"/>
          <p:nvPr/>
        </p:nvSpPr>
        <p:spPr>
          <a:xfrm>
            <a:off x="960120" y="2837718"/>
            <a:ext cx="1140968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31" name="S03-line64"/>
          <p:cNvSpPr/>
          <p:nvPr/>
        </p:nvSpPr>
        <p:spPr>
          <a:xfrm flipV="1">
            <a:off x="2101088" y="3285266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32" name="S03-line65"/>
          <p:cNvSpPr/>
          <p:nvPr/>
        </p:nvSpPr>
        <p:spPr>
          <a:xfrm>
            <a:off x="2101088" y="3285266"/>
            <a:ext cx="1140968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3" name="S03-label66"/>
          <p:cNvSpPr txBox="1"/>
          <p:nvPr/>
        </p:nvSpPr>
        <p:spPr>
          <a:xfrm>
            <a:off x="2101088" y="2837718"/>
            <a:ext cx="1140968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34" name="S03-line67"/>
          <p:cNvSpPr/>
          <p:nvPr/>
        </p:nvSpPr>
        <p:spPr>
          <a:xfrm flipV="1">
            <a:off x="3242056" y="3285266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35" name="S03-line68"/>
          <p:cNvSpPr/>
          <p:nvPr/>
        </p:nvSpPr>
        <p:spPr>
          <a:xfrm>
            <a:off x="3242056" y="3285266"/>
            <a:ext cx="1140968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6" name="S03-label69"/>
          <p:cNvSpPr txBox="1"/>
          <p:nvPr/>
        </p:nvSpPr>
        <p:spPr>
          <a:xfrm>
            <a:off x="3242056" y="2837718"/>
            <a:ext cx="1140968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37" name="S03-figure70" descr="0부터 63까지 7씩 눈금이 있는 수직선에서 0부터 7씩 3번 뛰어 21에 닿는 화살표"/>
          <p:cNvSpPr/>
          <p:nvPr/>
        </p:nvSpPr>
        <p:spPr>
          <a:xfrm>
            <a:off x="685800" y="3486434"/>
            <a:ext cx="10817352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5씩과 2씩으로</a:t>
            </a:r>
            <a:endParaRPr lang="ko-KR" sz="4400" dirty="0"/>
          </a:p>
        </p:txBody>
      </p:sp>
      <p:sp>
        <p:nvSpPr>
          <p:cNvPr id="3" name="S04-text7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7씩 4묶음을 5씩과 2씩으로 나눠요.</a:t>
            </a:r>
            <a:endParaRPr lang="ko-KR" sz="3200" dirty="0"/>
          </a:p>
        </p:txBody>
      </p:sp>
      <p:sp>
        <p:nvSpPr>
          <p:cNvPr id="4" name="S04-card72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73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× 4 = 28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× 4와 2 × 4를 더해요. 20 + 8 = 28</a:t>
            </a:r>
            <a:endParaRPr lang="ko-KR" sz="3200" dirty="0"/>
          </a:p>
        </p:txBody>
      </p:sp>
      <p:sp>
        <p:nvSpPr>
          <p:cNvPr id="6" name="S04-dot74"/>
          <p:cNvSpPr/>
          <p:nvPr/>
        </p:nvSpPr>
        <p:spPr>
          <a:xfrm>
            <a:off x="1340053" y="234424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4-dot75"/>
          <p:cNvSpPr/>
          <p:nvPr/>
        </p:nvSpPr>
        <p:spPr>
          <a:xfrm>
            <a:off x="1751533" y="234424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4-dot76"/>
          <p:cNvSpPr/>
          <p:nvPr/>
        </p:nvSpPr>
        <p:spPr>
          <a:xfrm>
            <a:off x="2163013" y="234424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4-dot77"/>
          <p:cNvSpPr/>
          <p:nvPr/>
        </p:nvSpPr>
        <p:spPr>
          <a:xfrm>
            <a:off x="2574493" y="234424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4-dot78"/>
          <p:cNvSpPr/>
          <p:nvPr/>
        </p:nvSpPr>
        <p:spPr>
          <a:xfrm>
            <a:off x="2985973" y="234424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4-dot79"/>
          <p:cNvSpPr/>
          <p:nvPr/>
        </p:nvSpPr>
        <p:spPr>
          <a:xfrm>
            <a:off x="1340053" y="275572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4-dot80"/>
          <p:cNvSpPr/>
          <p:nvPr/>
        </p:nvSpPr>
        <p:spPr>
          <a:xfrm>
            <a:off x="1751533" y="275572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4-dot81"/>
          <p:cNvSpPr/>
          <p:nvPr/>
        </p:nvSpPr>
        <p:spPr>
          <a:xfrm>
            <a:off x="2163013" y="275572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4-dot82"/>
          <p:cNvSpPr/>
          <p:nvPr/>
        </p:nvSpPr>
        <p:spPr>
          <a:xfrm>
            <a:off x="2574493" y="275572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4-dot83"/>
          <p:cNvSpPr/>
          <p:nvPr/>
        </p:nvSpPr>
        <p:spPr>
          <a:xfrm>
            <a:off x="2985973" y="275572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4-dot84"/>
          <p:cNvSpPr/>
          <p:nvPr/>
        </p:nvSpPr>
        <p:spPr>
          <a:xfrm>
            <a:off x="1340053" y="316720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04-dot85"/>
          <p:cNvSpPr/>
          <p:nvPr/>
        </p:nvSpPr>
        <p:spPr>
          <a:xfrm>
            <a:off x="1751533" y="316720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04-dot86"/>
          <p:cNvSpPr/>
          <p:nvPr/>
        </p:nvSpPr>
        <p:spPr>
          <a:xfrm>
            <a:off x="2163013" y="316720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04-dot87"/>
          <p:cNvSpPr/>
          <p:nvPr/>
        </p:nvSpPr>
        <p:spPr>
          <a:xfrm>
            <a:off x="2574493" y="316720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04-dot88"/>
          <p:cNvSpPr/>
          <p:nvPr/>
        </p:nvSpPr>
        <p:spPr>
          <a:xfrm>
            <a:off x="2985973" y="316720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04-dot89"/>
          <p:cNvSpPr/>
          <p:nvPr/>
        </p:nvSpPr>
        <p:spPr>
          <a:xfrm>
            <a:off x="1340053" y="357868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04-dot90"/>
          <p:cNvSpPr/>
          <p:nvPr/>
        </p:nvSpPr>
        <p:spPr>
          <a:xfrm>
            <a:off x="1751533" y="357868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S04-dot91"/>
          <p:cNvSpPr/>
          <p:nvPr/>
        </p:nvSpPr>
        <p:spPr>
          <a:xfrm>
            <a:off x="2163013" y="357868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04-dot92"/>
          <p:cNvSpPr/>
          <p:nvPr/>
        </p:nvSpPr>
        <p:spPr>
          <a:xfrm>
            <a:off x="2574493" y="357868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04-dot93"/>
          <p:cNvSpPr/>
          <p:nvPr/>
        </p:nvSpPr>
        <p:spPr>
          <a:xfrm>
            <a:off x="2985973" y="357868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S04-group94"/>
          <p:cNvSpPr/>
          <p:nvPr/>
        </p:nvSpPr>
        <p:spPr>
          <a:xfrm>
            <a:off x="1289304" y="2302637"/>
            <a:ext cx="2002536" cy="338328"/>
          </a:xfrm>
          <a:prstGeom prst="roundRect">
            <a:avLst>
              <a:gd name="adj" fmla="val 324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7" name="S04-group95"/>
          <p:cNvSpPr/>
          <p:nvPr/>
        </p:nvSpPr>
        <p:spPr>
          <a:xfrm>
            <a:off x="1289304" y="2714117"/>
            <a:ext cx="2002536" cy="338328"/>
          </a:xfrm>
          <a:prstGeom prst="roundRect">
            <a:avLst>
              <a:gd name="adj" fmla="val 324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8" name="S04-group96"/>
          <p:cNvSpPr/>
          <p:nvPr/>
        </p:nvSpPr>
        <p:spPr>
          <a:xfrm>
            <a:off x="1289304" y="3125597"/>
            <a:ext cx="2002536" cy="338328"/>
          </a:xfrm>
          <a:prstGeom prst="roundRect">
            <a:avLst>
              <a:gd name="adj" fmla="val 324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9" name="S04-group97"/>
          <p:cNvSpPr/>
          <p:nvPr/>
        </p:nvSpPr>
        <p:spPr>
          <a:xfrm>
            <a:off x="1289304" y="3537077"/>
            <a:ext cx="2002536" cy="338328"/>
          </a:xfrm>
          <a:prstGeom prst="roundRect">
            <a:avLst>
              <a:gd name="adj" fmla="val 324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30" name="S04-figure98" descr="주황 점 5개씩 4묶음, 20개"/>
          <p:cNvSpPr/>
          <p:nvPr/>
        </p:nvSpPr>
        <p:spPr>
          <a:xfrm>
            <a:off x="1261872" y="2266061"/>
            <a:ext cx="2057400" cy="16459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04-label99"/>
          <p:cNvSpPr txBox="1"/>
          <p:nvPr/>
        </p:nvSpPr>
        <p:spPr>
          <a:xfrm>
            <a:off x="548640" y="4239514"/>
            <a:ext cx="348386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× 4 = 20</a:t>
            </a:r>
            <a:endParaRPr lang="ko-KR" sz="2600" dirty="0"/>
          </a:p>
        </p:txBody>
      </p:sp>
      <p:sp>
        <p:nvSpPr>
          <p:cNvPr id="32" name="S04-dot100"/>
          <p:cNvSpPr/>
          <p:nvPr/>
        </p:nvSpPr>
        <p:spPr>
          <a:xfrm>
            <a:off x="5761177" y="2344242"/>
            <a:ext cx="255118" cy="255118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3" name="S04-dot101"/>
          <p:cNvSpPr/>
          <p:nvPr/>
        </p:nvSpPr>
        <p:spPr>
          <a:xfrm>
            <a:off x="6172657" y="2344242"/>
            <a:ext cx="255118" cy="255118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4" name="S04-dot102"/>
          <p:cNvSpPr/>
          <p:nvPr/>
        </p:nvSpPr>
        <p:spPr>
          <a:xfrm>
            <a:off x="5761177" y="2755722"/>
            <a:ext cx="255118" cy="255118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5" name="S04-dot103"/>
          <p:cNvSpPr/>
          <p:nvPr/>
        </p:nvSpPr>
        <p:spPr>
          <a:xfrm>
            <a:off x="6172657" y="2755722"/>
            <a:ext cx="255118" cy="255118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6" name="S04-dot104"/>
          <p:cNvSpPr/>
          <p:nvPr/>
        </p:nvSpPr>
        <p:spPr>
          <a:xfrm>
            <a:off x="5761177" y="3167202"/>
            <a:ext cx="255118" cy="255118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7" name="S04-dot105"/>
          <p:cNvSpPr/>
          <p:nvPr/>
        </p:nvSpPr>
        <p:spPr>
          <a:xfrm>
            <a:off x="6172657" y="3167202"/>
            <a:ext cx="255118" cy="255118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8" name="S04-dot106"/>
          <p:cNvSpPr/>
          <p:nvPr/>
        </p:nvSpPr>
        <p:spPr>
          <a:xfrm>
            <a:off x="5761177" y="3578682"/>
            <a:ext cx="255118" cy="255118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9" name="S04-dot107"/>
          <p:cNvSpPr/>
          <p:nvPr/>
        </p:nvSpPr>
        <p:spPr>
          <a:xfrm>
            <a:off x="6172657" y="3578682"/>
            <a:ext cx="255118" cy="255118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0" name="S04-group108"/>
          <p:cNvSpPr/>
          <p:nvPr/>
        </p:nvSpPr>
        <p:spPr>
          <a:xfrm>
            <a:off x="5710428" y="2302637"/>
            <a:ext cx="768096" cy="338328"/>
          </a:xfrm>
          <a:prstGeom prst="roundRect">
            <a:avLst>
              <a:gd name="adj" fmla="val 324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41" name="S04-group109"/>
          <p:cNvSpPr/>
          <p:nvPr/>
        </p:nvSpPr>
        <p:spPr>
          <a:xfrm>
            <a:off x="5710428" y="2714117"/>
            <a:ext cx="768096" cy="338328"/>
          </a:xfrm>
          <a:prstGeom prst="roundRect">
            <a:avLst>
              <a:gd name="adj" fmla="val 324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42" name="S04-group110"/>
          <p:cNvSpPr/>
          <p:nvPr/>
        </p:nvSpPr>
        <p:spPr>
          <a:xfrm>
            <a:off x="5710428" y="3125597"/>
            <a:ext cx="768096" cy="338328"/>
          </a:xfrm>
          <a:prstGeom prst="roundRect">
            <a:avLst>
              <a:gd name="adj" fmla="val 324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43" name="S04-group111"/>
          <p:cNvSpPr/>
          <p:nvPr/>
        </p:nvSpPr>
        <p:spPr>
          <a:xfrm>
            <a:off x="5710428" y="3537077"/>
            <a:ext cx="768096" cy="338328"/>
          </a:xfrm>
          <a:prstGeom prst="roundRect">
            <a:avLst>
              <a:gd name="adj" fmla="val 324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44" name="S04-figure112" descr="파란 점 2개씩 4묶음, 8개"/>
          <p:cNvSpPr/>
          <p:nvPr/>
        </p:nvSpPr>
        <p:spPr>
          <a:xfrm>
            <a:off x="5682996" y="2266061"/>
            <a:ext cx="822960" cy="16459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04-label113"/>
          <p:cNvSpPr txBox="1"/>
          <p:nvPr/>
        </p:nvSpPr>
        <p:spPr>
          <a:xfrm>
            <a:off x="4352544" y="4239514"/>
            <a:ext cx="348386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× 4 = 8</a:t>
            </a:r>
            <a:endParaRPr lang="ko-KR" sz="2600" dirty="0"/>
          </a:p>
        </p:txBody>
      </p:sp>
      <p:sp>
        <p:nvSpPr>
          <p:cNvPr id="46" name="S04-dot114"/>
          <p:cNvSpPr/>
          <p:nvPr/>
        </p:nvSpPr>
        <p:spPr>
          <a:xfrm>
            <a:off x="8536381" y="234424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7" name="S04-dot115"/>
          <p:cNvSpPr/>
          <p:nvPr/>
        </p:nvSpPr>
        <p:spPr>
          <a:xfrm>
            <a:off x="8947861" y="234424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8" name="S04-dot116"/>
          <p:cNvSpPr/>
          <p:nvPr/>
        </p:nvSpPr>
        <p:spPr>
          <a:xfrm>
            <a:off x="9359341" y="234424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9" name="S04-dot117"/>
          <p:cNvSpPr/>
          <p:nvPr/>
        </p:nvSpPr>
        <p:spPr>
          <a:xfrm>
            <a:off x="9770821" y="234424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0" name="S04-dot118"/>
          <p:cNvSpPr/>
          <p:nvPr/>
        </p:nvSpPr>
        <p:spPr>
          <a:xfrm>
            <a:off x="10182301" y="234424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1" name="S04-dot119"/>
          <p:cNvSpPr/>
          <p:nvPr/>
        </p:nvSpPr>
        <p:spPr>
          <a:xfrm>
            <a:off x="10593781" y="234424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2" name="S04-dot120"/>
          <p:cNvSpPr/>
          <p:nvPr/>
        </p:nvSpPr>
        <p:spPr>
          <a:xfrm>
            <a:off x="11005261" y="234424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3" name="S04-dot121"/>
          <p:cNvSpPr/>
          <p:nvPr/>
        </p:nvSpPr>
        <p:spPr>
          <a:xfrm>
            <a:off x="8536381" y="275572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4" name="S04-dot122"/>
          <p:cNvSpPr/>
          <p:nvPr/>
        </p:nvSpPr>
        <p:spPr>
          <a:xfrm>
            <a:off x="8947861" y="275572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5" name="S04-dot123"/>
          <p:cNvSpPr/>
          <p:nvPr/>
        </p:nvSpPr>
        <p:spPr>
          <a:xfrm>
            <a:off x="9359341" y="275572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6" name="S04-dot124"/>
          <p:cNvSpPr/>
          <p:nvPr/>
        </p:nvSpPr>
        <p:spPr>
          <a:xfrm>
            <a:off x="9770821" y="275572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7" name="S04-dot125"/>
          <p:cNvSpPr/>
          <p:nvPr/>
        </p:nvSpPr>
        <p:spPr>
          <a:xfrm>
            <a:off x="10182301" y="275572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8" name="S04-dot126"/>
          <p:cNvSpPr/>
          <p:nvPr/>
        </p:nvSpPr>
        <p:spPr>
          <a:xfrm>
            <a:off x="10593781" y="275572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9" name="S04-dot127"/>
          <p:cNvSpPr/>
          <p:nvPr/>
        </p:nvSpPr>
        <p:spPr>
          <a:xfrm>
            <a:off x="11005261" y="275572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0" name="S04-dot128"/>
          <p:cNvSpPr/>
          <p:nvPr/>
        </p:nvSpPr>
        <p:spPr>
          <a:xfrm>
            <a:off x="8536381" y="316720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1" name="S04-dot129"/>
          <p:cNvSpPr/>
          <p:nvPr/>
        </p:nvSpPr>
        <p:spPr>
          <a:xfrm>
            <a:off x="8947861" y="316720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2" name="S04-dot130"/>
          <p:cNvSpPr/>
          <p:nvPr/>
        </p:nvSpPr>
        <p:spPr>
          <a:xfrm>
            <a:off x="9359341" y="316720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3" name="S04-dot131"/>
          <p:cNvSpPr/>
          <p:nvPr/>
        </p:nvSpPr>
        <p:spPr>
          <a:xfrm>
            <a:off x="9770821" y="316720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4" name="S04-dot132"/>
          <p:cNvSpPr/>
          <p:nvPr/>
        </p:nvSpPr>
        <p:spPr>
          <a:xfrm>
            <a:off x="10182301" y="316720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5" name="S04-dot133"/>
          <p:cNvSpPr/>
          <p:nvPr/>
        </p:nvSpPr>
        <p:spPr>
          <a:xfrm>
            <a:off x="10593781" y="316720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6" name="S04-dot134"/>
          <p:cNvSpPr/>
          <p:nvPr/>
        </p:nvSpPr>
        <p:spPr>
          <a:xfrm>
            <a:off x="11005261" y="316720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7" name="S04-dot135"/>
          <p:cNvSpPr/>
          <p:nvPr/>
        </p:nvSpPr>
        <p:spPr>
          <a:xfrm>
            <a:off x="8536381" y="357868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8" name="S04-dot136"/>
          <p:cNvSpPr/>
          <p:nvPr/>
        </p:nvSpPr>
        <p:spPr>
          <a:xfrm>
            <a:off x="8947861" y="357868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9" name="S04-dot137"/>
          <p:cNvSpPr/>
          <p:nvPr/>
        </p:nvSpPr>
        <p:spPr>
          <a:xfrm>
            <a:off x="9359341" y="357868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0" name="S04-dot138"/>
          <p:cNvSpPr/>
          <p:nvPr/>
        </p:nvSpPr>
        <p:spPr>
          <a:xfrm>
            <a:off x="9770821" y="357868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1" name="S04-dot139"/>
          <p:cNvSpPr/>
          <p:nvPr/>
        </p:nvSpPr>
        <p:spPr>
          <a:xfrm>
            <a:off x="10182301" y="357868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2" name="S04-dot140"/>
          <p:cNvSpPr/>
          <p:nvPr/>
        </p:nvSpPr>
        <p:spPr>
          <a:xfrm>
            <a:off x="10593781" y="357868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3" name="S04-dot141"/>
          <p:cNvSpPr/>
          <p:nvPr/>
        </p:nvSpPr>
        <p:spPr>
          <a:xfrm>
            <a:off x="11005261" y="357868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4" name="S04-group142"/>
          <p:cNvSpPr/>
          <p:nvPr/>
        </p:nvSpPr>
        <p:spPr>
          <a:xfrm>
            <a:off x="8485632" y="2302637"/>
            <a:ext cx="2825496" cy="338328"/>
          </a:xfrm>
          <a:prstGeom prst="roundRect">
            <a:avLst>
              <a:gd name="adj" fmla="val 324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75" name="S04-group143"/>
          <p:cNvSpPr/>
          <p:nvPr/>
        </p:nvSpPr>
        <p:spPr>
          <a:xfrm>
            <a:off x="8485632" y="2714117"/>
            <a:ext cx="2825496" cy="338328"/>
          </a:xfrm>
          <a:prstGeom prst="roundRect">
            <a:avLst>
              <a:gd name="adj" fmla="val 324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76" name="S04-group144"/>
          <p:cNvSpPr/>
          <p:nvPr/>
        </p:nvSpPr>
        <p:spPr>
          <a:xfrm>
            <a:off x="8485632" y="3125597"/>
            <a:ext cx="2825496" cy="338328"/>
          </a:xfrm>
          <a:prstGeom prst="roundRect">
            <a:avLst>
              <a:gd name="adj" fmla="val 324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77" name="S04-group145"/>
          <p:cNvSpPr/>
          <p:nvPr/>
        </p:nvSpPr>
        <p:spPr>
          <a:xfrm>
            <a:off x="8485632" y="3537077"/>
            <a:ext cx="2825496" cy="338328"/>
          </a:xfrm>
          <a:prstGeom prst="roundRect">
            <a:avLst>
              <a:gd name="adj" fmla="val 324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78" name="S04-figure146" descr="점 7개씩 4묶음, 28개"/>
          <p:cNvSpPr/>
          <p:nvPr/>
        </p:nvSpPr>
        <p:spPr>
          <a:xfrm>
            <a:off x="8458200" y="2266061"/>
            <a:ext cx="2880360" cy="16459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" name="S04-label147"/>
          <p:cNvSpPr txBox="1"/>
          <p:nvPr/>
        </p:nvSpPr>
        <p:spPr>
          <a:xfrm>
            <a:off x="8156448" y="4239514"/>
            <a:ext cx="348386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× 4 = 28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7단을 완성해요</a:t>
            </a:r>
            <a:endParaRPr lang="ko-KR" sz="4400" dirty="0"/>
          </a:p>
        </p:txBody>
      </p:sp>
      <p:sp>
        <p:nvSpPr>
          <p:cNvPr id="3" name="S05-text14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5단과 2단의 곱을 더해 7단을 채워요.</a:t>
            </a:r>
            <a:endParaRPr lang="ko-KR" sz="3200" dirty="0"/>
          </a:p>
        </p:txBody>
      </p:sp>
      <p:sp>
        <p:nvSpPr>
          <p:cNvPr id="4" name="S05-card14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15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앞의 7단 곱에 7을 더해서 확인해요.</a:t>
            </a:r>
            <a:endParaRPr lang="ko-KR" sz="3200" dirty="0"/>
          </a:p>
        </p:txBody>
      </p:sp>
      <p:graphicFrame>
        <p:nvGraphicFramePr>
          <p:cNvPr id="6" name="S05-table15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542540"/>
          <a:ext cx="11091672" cy="914400"/>
        </p:xfrm>
        <a:graphic>
          <a:graphicData uri="http://schemas.openxmlformats.org/drawingml/2006/table">
            <a:tbl>
              <a:tblPr/>
              <a:tblGrid>
                <a:gridCol w="1109167"/>
                <a:gridCol w="1109167"/>
                <a:gridCol w="1109167"/>
                <a:gridCol w="1109167"/>
                <a:gridCol w="1109167"/>
                <a:gridCol w="1109167"/>
                <a:gridCol w="1109167"/>
                <a:gridCol w="1109167"/>
                <a:gridCol w="1109167"/>
                <a:gridCol w="1109167"/>
              </a:tblGrid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×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18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28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9씩 묶어 세요</a:t>
            </a:r>
            <a:endParaRPr lang="ko-KR" sz="4400" dirty="0"/>
          </a:p>
        </p:txBody>
      </p:sp>
      <p:sp>
        <p:nvSpPr>
          <p:cNvPr id="3" name="S06-text15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9씩 3묶음을 10칸 줄에 놓아요.</a:t>
            </a:r>
            <a:endParaRPr lang="ko-KR" sz="3200" dirty="0"/>
          </a:p>
        </p:txBody>
      </p:sp>
      <p:sp>
        <p:nvSpPr>
          <p:cNvPr id="4" name="S06-card153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154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× 3 = 27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30칸에서 줄마다 1칸씩 빼요. 30 − 3 = 27</a:t>
            </a:r>
            <a:endParaRPr lang="ko-KR" sz="3200" dirty="0"/>
          </a:p>
        </p:txBody>
      </p:sp>
      <p:sp>
        <p:nvSpPr>
          <p:cNvPr id="6" name="S06-dot155"/>
          <p:cNvSpPr/>
          <p:nvPr/>
        </p:nvSpPr>
        <p:spPr>
          <a:xfrm>
            <a:off x="1073963" y="243019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6-dot156"/>
          <p:cNvSpPr/>
          <p:nvPr/>
        </p:nvSpPr>
        <p:spPr>
          <a:xfrm>
            <a:off x="1576883" y="243019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6-dot157"/>
          <p:cNvSpPr/>
          <p:nvPr/>
        </p:nvSpPr>
        <p:spPr>
          <a:xfrm>
            <a:off x="2079803" y="243019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6-dot158"/>
          <p:cNvSpPr/>
          <p:nvPr/>
        </p:nvSpPr>
        <p:spPr>
          <a:xfrm>
            <a:off x="2582723" y="243019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6-dot159"/>
          <p:cNvSpPr/>
          <p:nvPr/>
        </p:nvSpPr>
        <p:spPr>
          <a:xfrm>
            <a:off x="3085643" y="243019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6-dot160"/>
          <p:cNvSpPr/>
          <p:nvPr/>
        </p:nvSpPr>
        <p:spPr>
          <a:xfrm>
            <a:off x="3588563" y="243019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6-dot161"/>
          <p:cNvSpPr/>
          <p:nvPr/>
        </p:nvSpPr>
        <p:spPr>
          <a:xfrm>
            <a:off x="4091483" y="243019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6-dot162"/>
          <p:cNvSpPr/>
          <p:nvPr/>
        </p:nvSpPr>
        <p:spPr>
          <a:xfrm>
            <a:off x="4594403" y="243019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6-dot163"/>
          <p:cNvSpPr/>
          <p:nvPr/>
        </p:nvSpPr>
        <p:spPr>
          <a:xfrm>
            <a:off x="5097323" y="243019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6-dot164"/>
          <p:cNvSpPr/>
          <p:nvPr/>
        </p:nvSpPr>
        <p:spPr>
          <a:xfrm>
            <a:off x="1073963" y="293311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6-dot165"/>
          <p:cNvSpPr/>
          <p:nvPr/>
        </p:nvSpPr>
        <p:spPr>
          <a:xfrm>
            <a:off x="1576883" y="293311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06-dot166"/>
          <p:cNvSpPr/>
          <p:nvPr/>
        </p:nvSpPr>
        <p:spPr>
          <a:xfrm>
            <a:off x="2079803" y="293311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06-dot167"/>
          <p:cNvSpPr/>
          <p:nvPr/>
        </p:nvSpPr>
        <p:spPr>
          <a:xfrm>
            <a:off x="2582723" y="293311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06-dot168"/>
          <p:cNvSpPr/>
          <p:nvPr/>
        </p:nvSpPr>
        <p:spPr>
          <a:xfrm>
            <a:off x="3085643" y="293311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06-dot169"/>
          <p:cNvSpPr/>
          <p:nvPr/>
        </p:nvSpPr>
        <p:spPr>
          <a:xfrm>
            <a:off x="3588563" y="293311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06-dot170"/>
          <p:cNvSpPr/>
          <p:nvPr/>
        </p:nvSpPr>
        <p:spPr>
          <a:xfrm>
            <a:off x="4091483" y="293311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06-dot171"/>
          <p:cNvSpPr/>
          <p:nvPr/>
        </p:nvSpPr>
        <p:spPr>
          <a:xfrm>
            <a:off x="4594403" y="293311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S06-dot172"/>
          <p:cNvSpPr/>
          <p:nvPr/>
        </p:nvSpPr>
        <p:spPr>
          <a:xfrm>
            <a:off x="5097323" y="293311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06-dot173"/>
          <p:cNvSpPr/>
          <p:nvPr/>
        </p:nvSpPr>
        <p:spPr>
          <a:xfrm>
            <a:off x="1073963" y="343603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06-dot174"/>
          <p:cNvSpPr/>
          <p:nvPr/>
        </p:nvSpPr>
        <p:spPr>
          <a:xfrm>
            <a:off x="1576883" y="343603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S06-dot175"/>
          <p:cNvSpPr/>
          <p:nvPr/>
        </p:nvSpPr>
        <p:spPr>
          <a:xfrm>
            <a:off x="2079803" y="343603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7" name="S06-dot176"/>
          <p:cNvSpPr/>
          <p:nvPr/>
        </p:nvSpPr>
        <p:spPr>
          <a:xfrm>
            <a:off x="2582723" y="343603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8" name="S06-dot177"/>
          <p:cNvSpPr/>
          <p:nvPr/>
        </p:nvSpPr>
        <p:spPr>
          <a:xfrm>
            <a:off x="3085643" y="343603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9" name="S06-dot178"/>
          <p:cNvSpPr/>
          <p:nvPr/>
        </p:nvSpPr>
        <p:spPr>
          <a:xfrm>
            <a:off x="3588563" y="343603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0" name="S06-dot179"/>
          <p:cNvSpPr/>
          <p:nvPr/>
        </p:nvSpPr>
        <p:spPr>
          <a:xfrm>
            <a:off x="4091483" y="343603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1" name="S06-dot180"/>
          <p:cNvSpPr/>
          <p:nvPr/>
        </p:nvSpPr>
        <p:spPr>
          <a:xfrm>
            <a:off x="4594403" y="343603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2" name="S06-dot181"/>
          <p:cNvSpPr/>
          <p:nvPr/>
        </p:nvSpPr>
        <p:spPr>
          <a:xfrm>
            <a:off x="5097323" y="343603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3" name="S06-group182"/>
          <p:cNvSpPr/>
          <p:nvPr/>
        </p:nvSpPr>
        <p:spPr>
          <a:xfrm>
            <a:off x="1005840" y="2371217"/>
            <a:ext cx="4471416" cy="429768"/>
          </a:xfrm>
          <a:prstGeom prst="roundRect">
            <a:avLst>
              <a:gd name="adj" fmla="val 255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34" name="S06-group183"/>
          <p:cNvSpPr/>
          <p:nvPr/>
        </p:nvSpPr>
        <p:spPr>
          <a:xfrm>
            <a:off x="1005840" y="2874137"/>
            <a:ext cx="4471416" cy="429768"/>
          </a:xfrm>
          <a:prstGeom prst="roundRect">
            <a:avLst>
              <a:gd name="adj" fmla="val 255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35" name="S06-group184"/>
          <p:cNvSpPr/>
          <p:nvPr/>
        </p:nvSpPr>
        <p:spPr>
          <a:xfrm>
            <a:off x="1005840" y="3377057"/>
            <a:ext cx="4471416" cy="429768"/>
          </a:xfrm>
          <a:prstGeom prst="roundRect">
            <a:avLst>
              <a:gd name="adj" fmla="val 255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36" name="S06-figure185" descr="점 9개씩 3묶음, 27개"/>
          <p:cNvSpPr/>
          <p:nvPr/>
        </p:nvSpPr>
        <p:spPr>
          <a:xfrm>
            <a:off x="978408" y="2334641"/>
            <a:ext cx="4526280" cy="1508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06-label186"/>
          <p:cNvSpPr txBox="1"/>
          <p:nvPr/>
        </p:nvSpPr>
        <p:spPr>
          <a:xfrm>
            <a:off x="548640" y="4239514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9씩 3묶음</a:t>
            </a:r>
            <a:endParaRPr lang="ko-KR" sz="2600" dirty="0"/>
          </a:p>
        </p:txBody>
      </p:sp>
      <p:sp>
        <p:nvSpPr>
          <p:cNvPr id="38" name="S06-cell187"/>
          <p:cNvSpPr/>
          <p:nvPr/>
        </p:nvSpPr>
        <p:spPr>
          <a:xfrm>
            <a:off x="6254496" y="2281149"/>
            <a:ext cx="538582" cy="53858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9" name="S06-cell188"/>
          <p:cNvSpPr/>
          <p:nvPr/>
        </p:nvSpPr>
        <p:spPr>
          <a:xfrm>
            <a:off x="6793078" y="2281149"/>
            <a:ext cx="538582" cy="53858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0" name="S06-cell189"/>
          <p:cNvSpPr/>
          <p:nvPr/>
        </p:nvSpPr>
        <p:spPr>
          <a:xfrm>
            <a:off x="7331659" y="2281149"/>
            <a:ext cx="538582" cy="53858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1" name="S06-cell190"/>
          <p:cNvSpPr/>
          <p:nvPr/>
        </p:nvSpPr>
        <p:spPr>
          <a:xfrm>
            <a:off x="7870241" y="2281149"/>
            <a:ext cx="538582" cy="53858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2" name="S06-cell191"/>
          <p:cNvSpPr/>
          <p:nvPr/>
        </p:nvSpPr>
        <p:spPr>
          <a:xfrm>
            <a:off x="8408822" y="2281149"/>
            <a:ext cx="538582" cy="53858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3" name="S06-cell192"/>
          <p:cNvSpPr/>
          <p:nvPr/>
        </p:nvSpPr>
        <p:spPr>
          <a:xfrm>
            <a:off x="8947404" y="2281149"/>
            <a:ext cx="538582" cy="53858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4" name="S06-cell193"/>
          <p:cNvSpPr/>
          <p:nvPr/>
        </p:nvSpPr>
        <p:spPr>
          <a:xfrm>
            <a:off x="9485986" y="2281149"/>
            <a:ext cx="538582" cy="53858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5" name="S06-cell194"/>
          <p:cNvSpPr/>
          <p:nvPr/>
        </p:nvSpPr>
        <p:spPr>
          <a:xfrm>
            <a:off x="10024567" y="2281149"/>
            <a:ext cx="538582" cy="53858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6" name="S06-cell195"/>
          <p:cNvSpPr/>
          <p:nvPr/>
        </p:nvSpPr>
        <p:spPr>
          <a:xfrm>
            <a:off x="10563149" y="2281149"/>
            <a:ext cx="538582" cy="53858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7" name="S06-cell196"/>
          <p:cNvSpPr/>
          <p:nvPr/>
        </p:nvSpPr>
        <p:spPr>
          <a:xfrm>
            <a:off x="11101730" y="2281149"/>
            <a:ext cx="538582" cy="538582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8" name="S06-cell197"/>
          <p:cNvSpPr/>
          <p:nvPr/>
        </p:nvSpPr>
        <p:spPr>
          <a:xfrm>
            <a:off x="6254496" y="2819730"/>
            <a:ext cx="538582" cy="53858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9" name="S06-cell198"/>
          <p:cNvSpPr/>
          <p:nvPr/>
        </p:nvSpPr>
        <p:spPr>
          <a:xfrm>
            <a:off x="6793078" y="2819730"/>
            <a:ext cx="538582" cy="53858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0" name="S06-cell199"/>
          <p:cNvSpPr/>
          <p:nvPr/>
        </p:nvSpPr>
        <p:spPr>
          <a:xfrm>
            <a:off x="7331659" y="2819730"/>
            <a:ext cx="538582" cy="53858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1" name="S06-cell200"/>
          <p:cNvSpPr/>
          <p:nvPr/>
        </p:nvSpPr>
        <p:spPr>
          <a:xfrm>
            <a:off x="7870241" y="2819730"/>
            <a:ext cx="538582" cy="53858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2" name="S06-cell201"/>
          <p:cNvSpPr/>
          <p:nvPr/>
        </p:nvSpPr>
        <p:spPr>
          <a:xfrm>
            <a:off x="8408822" y="2819730"/>
            <a:ext cx="538582" cy="53858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3" name="S06-cell202"/>
          <p:cNvSpPr/>
          <p:nvPr/>
        </p:nvSpPr>
        <p:spPr>
          <a:xfrm>
            <a:off x="8947404" y="2819730"/>
            <a:ext cx="538582" cy="53858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4" name="S06-cell203"/>
          <p:cNvSpPr/>
          <p:nvPr/>
        </p:nvSpPr>
        <p:spPr>
          <a:xfrm>
            <a:off x="9485986" y="2819730"/>
            <a:ext cx="538582" cy="53858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5" name="S06-cell204"/>
          <p:cNvSpPr/>
          <p:nvPr/>
        </p:nvSpPr>
        <p:spPr>
          <a:xfrm>
            <a:off x="10024567" y="2819730"/>
            <a:ext cx="538582" cy="53858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6" name="S06-cell205"/>
          <p:cNvSpPr/>
          <p:nvPr/>
        </p:nvSpPr>
        <p:spPr>
          <a:xfrm>
            <a:off x="10563149" y="2819730"/>
            <a:ext cx="538582" cy="53858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7" name="S06-cell206"/>
          <p:cNvSpPr/>
          <p:nvPr/>
        </p:nvSpPr>
        <p:spPr>
          <a:xfrm>
            <a:off x="11101730" y="2819730"/>
            <a:ext cx="538582" cy="538582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8" name="S06-cell207"/>
          <p:cNvSpPr/>
          <p:nvPr/>
        </p:nvSpPr>
        <p:spPr>
          <a:xfrm>
            <a:off x="6254496" y="3358312"/>
            <a:ext cx="538582" cy="53858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9" name="S06-cell208"/>
          <p:cNvSpPr/>
          <p:nvPr/>
        </p:nvSpPr>
        <p:spPr>
          <a:xfrm>
            <a:off x="6793078" y="3358312"/>
            <a:ext cx="538582" cy="53858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0" name="S06-cell209"/>
          <p:cNvSpPr/>
          <p:nvPr/>
        </p:nvSpPr>
        <p:spPr>
          <a:xfrm>
            <a:off x="7331659" y="3358312"/>
            <a:ext cx="538582" cy="53858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1" name="S06-cell210"/>
          <p:cNvSpPr/>
          <p:nvPr/>
        </p:nvSpPr>
        <p:spPr>
          <a:xfrm>
            <a:off x="7870241" y="3358312"/>
            <a:ext cx="538582" cy="53858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2" name="S06-cell211"/>
          <p:cNvSpPr/>
          <p:nvPr/>
        </p:nvSpPr>
        <p:spPr>
          <a:xfrm>
            <a:off x="8408822" y="3358312"/>
            <a:ext cx="538582" cy="53858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3" name="S06-cell212"/>
          <p:cNvSpPr/>
          <p:nvPr/>
        </p:nvSpPr>
        <p:spPr>
          <a:xfrm>
            <a:off x="8947404" y="3358312"/>
            <a:ext cx="538582" cy="53858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4" name="S06-cell213"/>
          <p:cNvSpPr/>
          <p:nvPr/>
        </p:nvSpPr>
        <p:spPr>
          <a:xfrm>
            <a:off x="9485986" y="3358312"/>
            <a:ext cx="538582" cy="53858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5" name="S06-cell214"/>
          <p:cNvSpPr/>
          <p:nvPr/>
        </p:nvSpPr>
        <p:spPr>
          <a:xfrm>
            <a:off x="10024567" y="3358312"/>
            <a:ext cx="538582" cy="53858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6" name="S06-cell215"/>
          <p:cNvSpPr/>
          <p:nvPr/>
        </p:nvSpPr>
        <p:spPr>
          <a:xfrm>
            <a:off x="10563149" y="3358312"/>
            <a:ext cx="538582" cy="53858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7" name="S06-cell216"/>
          <p:cNvSpPr/>
          <p:nvPr/>
        </p:nvSpPr>
        <p:spPr>
          <a:xfrm>
            <a:off x="11101730" y="3358312"/>
            <a:ext cx="538582" cy="538582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8" name="S06-figure217" descr="10칸씩 3줄 격자에서 줄마다 9칸 색칠, 1칸 빈칸. 색칠 27칸"/>
          <p:cNvSpPr/>
          <p:nvPr/>
        </p:nvSpPr>
        <p:spPr>
          <a:xfrm>
            <a:off x="6254496" y="2281149"/>
            <a:ext cx="5385816" cy="1615745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69" name="S06-label218"/>
          <p:cNvSpPr txBox="1"/>
          <p:nvPr/>
        </p:nvSpPr>
        <p:spPr>
          <a:xfrm>
            <a:off x="6254496" y="4239514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10칸씩 3줄에 색칠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9씩 뛰어 세요</a:t>
            </a:r>
            <a:endParaRPr lang="ko-KR" sz="4400" dirty="0"/>
          </a:p>
        </p:txBody>
      </p:sp>
      <p:sp>
        <p:nvSpPr>
          <p:cNvPr id="3" name="S07-text21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× 5는 0에서 9씩 5번 뛰어요.</a:t>
            </a:r>
            <a:endParaRPr lang="ko-KR" sz="3200" dirty="0"/>
          </a:p>
        </p:txBody>
      </p:sp>
      <p:sp>
        <p:nvSpPr>
          <p:cNvPr id="4" name="S07-card220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7-cardtext221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× 5 = 45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× 4 = 36보다 9 커요.</a:t>
            </a:r>
            <a:endParaRPr lang="ko-KR" sz="3200" dirty="0"/>
          </a:p>
        </p:txBody>
      </p:sp>
      <p:sp>
        <p:nvSpPr>
          <p:cNvPr id="6" name="S07-line222"/>
          <p:cNvSpPr/>
          <p:nvPr/>
        </p:nvSpPr>
        <p:spPr>
          <a:xfrm>
            <a:off x="685800" y="3669314"/>
            <a:ext cx="10817352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7" name="S07-line223"/>
          <p:cNvSpPr/>
          <p:nvPr/>
        </p:nvSpPr>
        <p:spPr>
          <a:xfrm>
            <a:off x="960120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8" name="S07-label224"/>
          <p:cNvSpPr txBox="1"/>
          <p:nvPr/>
        </p:nvSpPr>
        <p:spPr>
          <a:xfrm>
            <a:off x="502920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600" dirty="0"/>
          </a:p>
        </p:txBody>
      </p:sp>
      <p:sp>
        <p:nvSpPr>
          <p:cNvPr id="9" name="S07-line225"/>
          <p:cNvSpPr/>
          <p:nvPr/>
        </p:nvSpPr>
        <p:spPr>
          <a:xfrm>
            <a:off x="2101088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07-label226"/>
          <p:cNvSpPr txBox="1"/>
          <p:nvPr/>
        </p:nvSpPr>
        <p:spPr>
          <a:xfrm>
            <a:off x="1643888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600" dirty="0"/>
          </a:p>
        </p:txBody>
      </p:sp>
      <p:sp>
        <p:nvSpPr>
          <p:cNvPr id="11" name="S07-line227"/>
          <p:cNvSpPr/>
          <p:nvPr/>
        </p:nvSpPr>
        <p:spPr>
          <a:xfrm>
            <a:off x="3242056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07-label228"/>
          <p:cNvSpPr txBox="1"/>
          <p:nvPr/>
        </p:nvSpPr>
        <p:spPr>
          <a:xfrm>
            <a:off x="2784856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ko-KR" sz="2600" dirty="0"/>
          </a:p>
        </p:txBody>
      </p:sp>
      <p:sp>
        <p:nvSpPr>
          <p:cNvPr id="13" name="S07-line229"/>
          <p:cNvSpPr/>
          <p:nvPr/>
        </p:nvSpPr>
        <p:spPr>
          <a:xfrm>
            <a:off x="4383024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07-label230"/>
          <p:cNvSpPr txBox="1"/>
          <p:nvPr/>
        </p:nvSpPr>
        <p:spPr>
          <a:xfrm>
            <a:off x="3925824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</a:t>
            </a:r>
            <a:endParaRPr lang="ko-KR" sz="2600" dirty="0"/>
          </a:p>
        </p:txBody>
      </p:sp>
      <p:sp>
        <p:nvSpPr>
          <p:cNvPr id="15" name="S07-line231"/>
          <p:cNvSpPr/>
          <p:nvPr/>
        </p:nvSpPr>
        <p:spPr>
          <a:xfrm>
            <a:off x="5523992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07-label232"/>
          <p:cNvSpPr txBox="1"/>
          <p:nvPr/>
        </p:nvSpPr>
        <p:spPr>
          <a:xfrm>
            <a:off x="5066792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36</a:t>
            </a:r>
            <a:endParaRPr lang="ko-KR" sz="2600" dirty="0"/>
          </a:p>
        </p:txBody>
      </p:sp>
      <p:sp>
        <p:nvSpPr>
          <p:cNvPr id="17" name="S07-line233"/>
          <p:cNvSpPr/>
          <p:nvPr/>
        </p:nvSpPr>
        <p:spPr>
          <a:xfrm>
            <a:off x="6664960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07-label234"/>
          <p:cNvSpPr txBox="1"/>
          <p:nvPr/>
        </p:nvSpPr>
        <p:spPr>
          <a:xfrm>
            <a:off x="6207760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45</a:t>
            </a:r>
            <a:endParaRPr lang="ko-KR" sz="2600" dirty="0"/>
          </a:p>
        </p:txBody>
      </p:sp>
      <p:sp>
        <p:nvSpPr>
          <p:cNvPr id="19" name="S07-line235"/>
          <p:cNvSpPr/>
          <p:nvPr/>
        </p:nvSpPr>
        <p:spPr>
          <a:xfrm>
            <a:off x="7805928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0" name="S07-label236"/>
          <p:cNvSpPr txBox="1"/>
          <p:nvPr/>
        </p:nvSpPr>
        <p:spPr>
          <a:xfrm>
            <a:off x="7348728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54</a:t>
            </a:r>
            <a:endParaRPr lang="ko-KR" sz="2600" dirty="0"/>
          </a:p>
        </p:txBody>
      </p:sp>
      <p:sp>
        <p:nvSpPr>
          <p:cNvPr id="21" name="S07-line237"/>
          <p:cNvSpPr/>
          <p:nvPr/>
        </p:nvSpPr>
        <p:spPr>
          <a:xfrm>
            <a:off x="8946896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2" name="S07-label238"/>
          <p:cNvSpPr txBox="1"/>
          <p:nvPr/>
        </p:nvSpPr>
        <p:spPr>
          <a:xfrm>
            <a:off x="8489696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</a:t>
            </a:r>
            <a:endParaRPr lang="ko-KR" sz="2600" dirty="0"/>
          </a:p>
        </p:txBody>
      </p:sp>
      <p:sp>
        <p:nvSpPr>
          <p:cNvPr id="23" name="S07-line239"/>
          <p:cNvSpPr/>
          <p:nvPr/>
        </p:nvSpPr>
        <p:spPr>
          <a:xfrm>
            <a:off x="10087864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4" name="S07-label240"/>
          <p:cNvSpPr txBox="1"/>
          <p:nvPr/>
        </p:nvSpPr>
        <p:spPr>
          <a:xfrm>
            <a:off x="9630664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72</a:t>
            </a:r>
            <a:endParaRPr lang="ko-KR" sz="2600" dirty="0"/>
          </a:p>
        </p:txBody>
      </p:sp>
      <p:sp>
        <p:nvSpPr>
          <p:cNvPr id="25" name="S07-line241"/>
          <p:cNvSpPr/>
          <p:nvPr/>
        </p:nvSpPr>
        <p:spPr>
          <a:xfrm>
            <a:off x="11228832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6" name="S07-label242"/>
          <p:cNvSpPr txBox="1"/>
          <p:nvPr/>
        </p:nvSpPr>
        <p:spPr>
          <a:xfrm>
            <a:off x="10771632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81</a:t>
            </a:r>
            <a:endParaRPr lang="ko-KR" sz="2600" dirty="0"/>
          </a:p>
        </p:txBody>
      </p:sp>
      <p:sp>
        <p:nvSpPr>
          <p:cNvPr id="27" name="S07-mark243"/>
          <p:cNvSpPr/>
          <p:nvPr/>
        </p:nvSpPr>
        <p:spPr>
          <a:xfrm>
            <a:off x="6573520" y="3577874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28" name="S07-line244"/>
          <p:cNvSpPr/>
          <p:nvPr/>
        </p:nvSpPr>
        <p:spPr>
          <a:xfrm flipV="1">
            <a:off x="960120" y="3285266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29" name="S07-line245"/>
          <p:cNvSpPr/>
          <p:nvPr/>
        </p:nvSpPr>
        <p:spPr>
          <a:xfrm>
            <a:off x="960120" y="3285266"/>
            <a:ext cx="1140968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0" name="S07-label246"/>
          <p:cNvSpPr txBox="1"/>
          <p:nvPr/>
        </p:nvSpPr>
        <p:spPr>
          <a:xfrm>
            <a:off x="960120" y="2837718"/>
            <a:ext cx="1140968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31" name="S07-line247"/>
          <p:cNvSpPr/>
          <p:nvPr/>
        </p:nvSpPr>
        <p:spPr>
          <a:xfrm flipV="1">
            <a:off x="2101088" y="3285266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32" name="S07-line248"/>
          <p:cNvSpPr/>
          <p:nvPr/>
        </p:nvSpPr>
        <p:spPr>
          <a:xfrm>
            <a:off x="2101088" y="3285266"/>
            <a:ext cx="1140968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3" name="S07-label249"/>
          <p:cNvSpPr txBox="1"/>
          <p:nvPr/>
        </p:nvSpPr>
        <p:spPr>
          <a:xfrm>
            <a:off x="2101088" y="2837718"/>
            <a:ext cx="1140968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34" name="S07-line250"/>
          <p:cNvSpPr/>
          <p:nvPr/>
        </p:nvSpPr>
        <p:spPr>
          <a:xfrm flipV="1">
            <a:off x="3242056" y="3285266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35" name="S07-line251"/>
          <p:cNvSpPr/>
          <p:nvPr/>
        </p:nvSpPr>
        <p:spPr>
          <a:xfrm>
            <a:off x="3242056" y="3285266"/>
            <a:ext cx="1140968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6" name="S07-label252"/>
          <p:cNvSpPr txBox="1"/>
          <p:nvPr/>
        </p:nvSpPr>
        <p:spPr>
          <a:xfrm>
            <a:off x="3242056" y="2837718"/>
            <a:ext cx="1140968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37" name="S07-line253"/>
          <p:cNvSpPr/>
          <p:nvPr/>
        </p:nvSpPr>
        <p:spPr>
          <a:xfrm flipV="1">
            <a:off x="4383024" y="3285266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38" name="S07-line254"/>
          <p:cNvSpPr/>
          <p:nvPr/>
        </p:nvSpPr>
        <p:spPr>
          <a:xfrm>
            <a:off x="4383024" y="3285266"/>
            <a:ext cx="1140968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9" name="S07-label255"/>
          <p:cNvSpPr txBox="1"/>
          <p:nvPr/>
        </p:nvSpPr>
        <p:spPr>
          <a:xfrm>
            <a:off x="4383024" y="2837718"/>
            <a:ext cx="1140968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40" name="S07-line256"/>
          <p:cNvSpPr/>
          <p:nvPr/>
        </p:nvSpPr>
        <p:spPr>
          <a:xfrm flipV="1">
            <a:off x="5523992" y="3285266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41" name="S07-line257"/>
          <p:cNvSpPr/>
          <p:nvPr/>
        </p:nvSpPr>
        <p:spPr>
          <a:xfrm>
            <a:off x="5523992" y="3285266"/>
            <a:ext cx="1140968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42" name="S07-label258"/>
          <p:cNvSpPr txBox="1"/>
          <p:nvPr/>
        </p:nvSpPr>
        <p:spPr>
          <a:xfrm>
            <a:off x="5523992" y="2837718"/>
            <a:ext cx="1140968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</a:t>
            </a:r>
            <a:endParaRPr lang="ko-KR" sz="2600" dirty="0"/>
          </a:p>
        </p:txBody>
      </p:sp>
      <p:sp>
        <p:nvSpPr>
          <p:cNvPr id="43" name="S07-figure259" descr="0부터 81까지 9씩 눈금이 있는 수직선에서 0부터 9씩 5번 뛰어 45에 닿는 화살표"/>
          <p:cNvSpPr/>
          <p:nvPr/>
        </p:nvSpPr>
        <p:spPr>
          <a:xfrm>
            <a:off x="685800" y="3486434"/>
            <a:ext cx="10817352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9단의 규칙</a:t>
            </a:r>
            <a:endParaRPr lang="ko-KR" sz="4400" dirty="0"/>
          </a:p>
        </p:txBody>
      </p:sp>
      <p:sp>
        <p:nvSpPr>
          <p:cNvPr id="3" name="S08-text26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빈칸을 채우고 곱의 두 자리를 봐요.</a:t>
            </a:r>
            <a:endParaRPr lang="ko-KR" sz="3200" dirty="0"/>
          </a:p>
        </p:txBody>
      </p:sp>
      <p:sp>
        <p:nvSpPr>
          <p:cNvPr id="4" name="S08-card26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8-cardtext26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십의 자리와 일의 자리는 어떻게 바뀌나요?</a:t>
            </a:r>
            <a:endParaRPr lang="ko-KR" sz="3200" dirty="0"/>
          </a:p>
        </p:txBody>
      </p:sp>
      <p:graphicFrame>
        <p:nvGraphicFramePr>
          <p:cNvPr id="9" name="S08-table26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054350"/>
          <a:ext cx="11091672" cy="914400"/>
        </p:xfrm>
        <a:graphic>
          <a:graphicData uri="http://schemas.openxmlformats.org/drawingml/2006/table">
            <a:tbl>
              <a:tblPr/>
              <a:tblGrid>
                <a:gridCol w="1232408"/>
                <a:gridCol w="1232408"/>
                <a:gridCol w="1232408"/>
                <a:gridCol w="1232408"/>
                <a:gridCol w="1232408"/>
                <a:gridCol w="1232408"/>
                <a:gridCol w="1232408"/>
                <a:gridCol w="1232408"/>
                <a:gridCol w="1232408"/>
              </a:tblGrid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 × 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 × 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 × 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 × 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 × 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 × 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 × 7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 × 8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 × 9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18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27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곱셈으로 풀어요</a:t>
            </a:r>
            <a:endParaRPr lang="ko-KR" sz="4400" dirty="0"/>
          </a:p>
        </p:txBody>
      </p:sp>
      <p:sp>
        <p:nvSpPr>
          <p:cNvPr id="3" name="S09-text264"/>
          <p:cNvSpPr txBox="1"/>
          <p:nvPr/>
        </p:nvSpPr>
        <p:spPr>
          <a:xfrm>
            <a:off x="548640" y="13258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야구는 한 팀이 9명이에요. 4팀은 몇 명?</a:t>
            </a:r>
            <a:endParaRPr lang="ko-KR" sz="3200" dirty="0"/>
          </a:p>
        </p:txBody>
      </p:sp>
      <p:sp>
        <p:nvSpPr>
          <p:cNvPr id="4" name="S09-stepno265"/>
          <p:cNvSpPr txBox="1"/>
          <p:nvPr/>
        </p:nvSpPr>
        <p:spPr>
          <a:xfrm>
            <a:off x="548640" y="306781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5" name="S09-text266"/>
          <p:cNvSpPr txBox="1"/>
          <p:nvPr/>
        </p:nvSpPr>
        <p:spPr>
          <a:xfrm>
            <a:off x="1325880" y="306781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묶음에 몇 명? 9명</a:t>
            </a:r>
            <a:endParaRPr lang="ko-KR" sz="3200" dirty="0"/>
          </a:p>
        </p:txBody>
      </p:sp>
      <p:sp>
        <p:nvSpPr>
          <p:cNvPr id="6" name="S09-stepno267"/>
          <p:cNvSpPr txBox="1"/>
          <p:nvPr/>
        </p:nvSpPr>
        <p:spPr>
          <a:xfrm>
            <a:off x="548640" y="378104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7" name="S09-text268"/>
          <p:cNvSpPr txBox="1"/>
          <p:nvPr/>
        </p:nvSpPr>
        <p:spPr>
          <a:xfrm>
            <a:off x="1325880" y="3781044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묶음? 4팀</a:t>
            </a:r>
            <a:endParaRPr lang="ko-KR" sz="3200" dirty="0"/>
          </a:p>
        </p:txBody>
      </p:sp>
      <p:sp>
        <p:nvSpPr>
          <p:cNvPr id="8" name="S09-stepno269"/>
          <p:cNvSpPr txBox="1"/>
          <p:nvPr/>
        </p:nvSpPr>
        <p:spPr>
          <a:xfrm>
            <a:off x="548640" y="449427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9" name="S09-text270"/>
          <p:cNvSpPr txBox="1"/>
          <p:nvPr/>
        </p:nvSpPr>
        <p:spPr>
          <a:xfrm>
            <a:off x="1325880" y="4494276"/>
            <a:ext cx="56559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곱셈식을 써요.</a:t>
            </a:r>
            <a:endParaRPr lang="ko-KR" sz="3200" dirty="0"/>
          </a:p>
        </p:txBody>
      </p:sp>
      <p:sp>
        <p:nvSpPr>
          <p:cNvPr id="10" name="S09-eqtext271"/>
          <p:cNvSpPr txBox="1"/>
          <p:nvPr/>
        </p:nvSpPr>
        <p:spPr>
          <a:xfrm>
            <a:off x="6981810" y="4494276"/>
            <a:ext cx="465850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× 4 = 36</a:t>
            </a:r>
            <a:endParaRPr lang="ko-KR" sz="3200" dirty="0"/>
          </a:p>
        </p:txBody>
      </p:sp>
      <p:sp>
        <p:nvSpPr>
          <p:cNvPr id="11" name="S09-stepno272"/>
          <p:cNvSpPr txBox="1"/>
          <p:nvPr/>
        </p:nvSpPr>
        <p:spPr>
          <a:xfrm>
            <a:off x="548640" y="52075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2" name="S09-text273"/>
          <p:cNvSpPr txBox="1"/>
          <p:nvPr/>
        </p:nvSpPr>
        <p:spPr>
          <a:xfrm>
            <a:off x="1325880" y="520750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36명이에요.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생활 속 곱셈</a:t>
            </a:r>
            <a:endParaRPr lang="ko-KR" sz="4400" dirty="0"/>
          </a:p>
        </p:txBody>
      </p:sp>
      <p:sp>
        <p:nvSpPr>
          <p:cNvPr id="3" name="S10-text27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곱셈식을 말하고 답을 구해요.</a:t>
            </a:r>
            <a:endParaRPr lang="ko-KR" sz="3200" dirty="0"/>
          </a:p>
        </p:txBody>
      </p:sp>
      <p:sp>
        <p:nvSpPr>
          <p:cNvPr id="4" name="S10-card27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0-cardtext27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묶음에 몇? 몇 묶음?</a:t>
            </a:r>
            <a:endParaRPr lang="ko-KR" sz="3200" dirty="0"/>
          </a:p>
        </p:txBody>
      </p:sp>
      <p:sp>
        <p:nvSpPr>
          <p:cNvPr id="6" name="S10-chip277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10-text278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2주는 며칠일까요?</a:t>
            </a:r>
            <a:endParaRPr lang="ko-KR" sz="3200" dirty="0"/>
          </a:p>
        </p:txBody>
      </p:sp>
      <p:sp>
        <p:nvSpPr>
          <p:cNvPr id="8" name="S10-chip279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10-text280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야구 3팀은 모두 몇 명일까요?</a:t>
            </a:r>
            <a:endParaRPr lang="ko-KR" sz="3200" dirty="0"/>
          </a:p>
        </p:txBody>
      </p:sp>
      <p:sp>
        <p:nvSpPr>
          <p:cNvPr id="10" name="S10-chip281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10-text282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7개씩 5봉지는 몇 개일까요?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400" dirty="0"/>
          </a:p>
        </p:txBody>
      </p:sp>
      <p:sp>
        <p:nvSpPr>
          <p:cNvPr id="3" name="S11-card283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284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× 4를 10칸씩 4줄(40칸)로 구했어요.</a:t>
            </a:r>
            <a:endParaRPr lang="ko-KR" sz="3200" dirty="0"/>
          </a:p>
        </p:txBody>
      </p:sp>
      <p:sp>
        <p:nvSpPr>
          <p:cNvPr id="5" name="S11-card28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1-cardtext28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왜 그럴까요?</a:t>
            </a:r>
            <a:endParaRPr lang="ko-KR" sz="3200" dirty="0"/>
          </a:p>
        </p:txBody>
      </p:sp>
      <p:sp>
        <p:nvSpPr>
          <p:cNvPr id="7" name="S11-chip287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39</a:t>
            </a:r>
            <a:endParaRPr lang="ko-KR" sz="2600" dirty="0"/>
          </a:p>
        </p:txBody>
      </p:sp>
      <p:sp>
        <p:nvSpPr>
          <p:cNvPr id="8" name="S11-text288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“1칸 적으니까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40 − 1 = 39예요.”</a:t>
            </a:r>
            <a:endParaRPr lang="ko-KR" sz="3200" dirty="0"/>
          </a:p>
        </p:txBody>
      </p:sp>
      <p:sp>
        <p:nvSpPr>
          <p:cNvPr id="9" name="S11-chip289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36</a:t>
            </a:r>
            <a:endParaRPr lang="ko-KR" sz="2600" dirty="0"/>
          </a:p>
        </p:txBody>
      </p:sp>
      <p:sp>
        <p:nvSpPr>
          <p:cNvPr id="10" name="S11-cell290"/>
          <p:cNvSpPr/>
          <p:nvPr/>
        </p:nvSpPr>
        <p:spPr>
          <a:xfrm>
            <a:off x="7130034" y="3158998"/>
            <a:ext cx="365760" cy="3657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11-cell291"/>
          <p:cNvSpPr/>
          <p:nvPr/>
        </p:nvSpPr>
        <p:spPr>
          <a:xfrm>
            <a:off x="7495794" y="3158998"/>
            <a:ext cx="365760" cy="3657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11-cell292"/>
          <p:cNvSpPr/>
          <p:nvPr/>
        </p:nvSpPr>
        <p:spPr>
          <a:xfrm>
            <a:off x="7861554" y="3158998"/>
            <a:ext cx="365760" cy="3657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11-cell293"/>
          <p:cNvSpPr/>
          <p:nvPr/>
        </p:nvSpPr>
        <p:spPr>
          <a:xfrm>
            <a:off x="8227314" y="3158998"/>
            <a:ext cx="365760" cy="3657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11-cell294"/>
          <p:cNvSpPr/>
          <p:nvPr/>
        </p:nvSpPr>
        <p:spPr>
          <a:xfrm>
            <a:off x="8593074" y="3158998"/>
            <a:ext cx="365760" cy="3657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11-cell295"/>
          <p:cNvSpPr/>
          <p:nvPr/>
        </p:nvSpPr>
        <p:spPr>
          <a:xfrm>
            <a:off x="8958834" y="3158998"/>
            <a:ext cx="365760" cy="3657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11-cell296"/>
          <p:cNvSpPr/>
          <p:nvPr/>
        </p:nvSpPr>
        <p:spPr>
          <a:xfrm>
            <a:off x="9324594" y="3158998"/>
            <a:ext cx="365760" cy="3657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11-cell297"/>
          <p:cNvSpPr/>
          <p:nvPr/>
        </p:nvSpPr>
        <p:spPr>
          <a:xfrm>
            <a:off x="9690354" y="3158998"/>
            <a:ext cx="365760" cy="3657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11-cell298"/>
          <p:cNvSpPr/>
          <p:nvPr/>
        </p:nvSpPr>
        <p:spPr>
          <a:xfrm>
            <a:off x="10056114" y="3158998"/>
            <a:ext cx="365760" cy="3657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11-cell299"/>
          <p:cNvSpPr/>
          <p:nvPr/>
        </p:nvSpPr>
        <p:spPr>
          <a:xfrm>
            <a:off x="10421874" y="3158998"/>
            <a:ext cx="36576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11-cell300"/>
          <p:cNvSpPr/>
          <p:nvPr/>
        </p:nvSpPr>
        <p:spPr>
          <a:xfrm>
            <a:off x="7130034" y="3524758"/>
            <a:ext cx="365760" cy="3657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11-cell301"/>
          <p:cNvSpPr/>
          <p:nvPr/>
        </p:nvSpPr>
        <p:spPr>
          <a:xfrm>
            <a:off x="7495794" y="3524758"/>
            <a:ext cx="365760" cy="3657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11-cell302"/>
          <p:cNvSpPr/>
          <p:nvPr/>
        </p:nvSpPr>
        <p:spPr>
          <a:xfrm>
            <a:off x="7861554" y="3524758"/>
            <a:ext cx="365760" cy="3657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11-cell303"/>
          <p:cNvSpPr/>
          <p:nvPr/>
        </p:nvSpPr>
        <p:spPr>
          <a:xfrm>
            <a:off x="8227314" y="3524758"/>
            <a:ext cx="365760" cy="3657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4" name="S11-cell304"/>
          <p:cNvSpPr/>
          <p:nvPr/>
        </p:nvSpPr>
        <p:spPr>
          <a:xfrm>
            <a:off x="8593074" y="3524758"/>
            <a:ext cx="365760" cy="3657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11-cell305"/>
          <p:cNvSpPr/>
          <p:nvPr/>
        </p:nvSpPr>
        <p:spPr>
          <a:xfrm>
            <a:off x="8958834" y="3524758"/>
            <a:ext cx="365760" cy="3657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11-cell306"/>
          <p:cNvSpPr/>
          <p:nvPr/>
        </p:nvSpPr>
        <p:spPr>
          <a:xfrm>
            <a:off x="9324594" y="3524758"/>
            <a:ext cx="365760" cy="3657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11-cell307"/>
          <p:cNvSpPr/>
          <p:nvPr/>
        </p:nvSpPr>
        <p:spPr>
          <a:xfrm>
            <a:off x="9690354" y="3524758"/>
            <a:ext cx="365760" cy="3657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8" name="S11-cell308"/>
          <p:cNvSpPr/>
          <p:nvPr/>
        </p:nvSpPr>
        <p:spPr>
          <a:xfrm>
            <a:off x="10056114" y="3524758"/>
            <a:ext cx="365760" cy="3657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9" name="S11-cell309"/>
          <p:cNvSpPr/>
          <p:nvPr/>
        </p:nvSpPr>
        <p:spPr>
          <a:xfrm>
            <a:off x="10421874" y="3524758"/>
            <a:ext cx="36576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0" name="S11-cell310"/>
          <p:cNvSpPr/>
          <p:nvPr/>
        </p:nvSpPr>
        <p:spPr>
          <a:xfrm>
            <a:off x="7130034" y="3890518"/>
            <a:ext cx="365760" cy="3657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1" name="S11-cell311"/>
          <p:cNvSpPr/>
          <p:nvPr/>
        </p:nvSpPr>
        <p:spPr>
          <a:xfrm>
            <a:off x="7495794" y="3890518"/>
            <a:ext cx="365760" cy="3657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2" name="S11-cell312"/>
          <p:cNvSpPr/>
          <p:nvPr/>
        </p:nvSpPr>
        <p:spPr>
          <a:xfrm>
            <a:off x="7861554" y="3890518"/>
            <a:ext cx="365760" cy="3657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3" name="S11-cell313"/>
          <p:cNvSpPr/>
          <p:nvPr/>
        </p:nvSpPr>
        <p:spPr>
          <a:xfrm>
            <a:off x="8227314" y="3890518"/>
            <a:ext cx="365760" cy="3657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4" name="S11-cell314"/>
          <p:cNvSpPr/>
          <p:nvPr/>
        </p:nvSpPr>
        <p:spPr>
          <a:xfrm>
            <a:off x="8593074" y="3890518"/>
            <a:ext cx="365760" cy="3657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5" name="S11-cell315"/>
          <p:cNvSpPr/>
          <p:nvPr/>
        </p:nvSpPr>
        <p:spPr>
          <a:xfrm>
            <a:off x="8958834" y="3890518"/>
            <a:ext cx="365760" cy="3657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6" name="S11-cell316"/>
          <p:cNvSpPr/>
          <p:nvPr/>
        </p:nvSpPr>
        <p:spPr>
          <a:xfrm>
            <a:off x="9324594" y="3890518"/>
            <a:ext cx="365760" cy="3657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7" name="S11-cell317"/>
          <p:cNvSpPr/>
          <p:nvPr/>
        </p:nvSpPr>
        <p:spPr>
          <a:xfrm>
            <a:off x="9690354" y="3890518"/>
            <a:ext cx="365760" cy="3657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8" name="S11-cell318"/>
          <p:cNvSpPr/>
          <p:nvPr/>
        </p:nvSpPr>
        <p:spPr>
          <a:xfrm>
            <a:off x="10056114" y="3890518"/>
            <a:ext cx="365760" cy="3657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9" name="S11-cell319"/>
          <p:cNvSpPr/>
          <p:nvPr/>
        </p:nvSpPr>
        <p:spPr>
          <a:xfrm>
            <a:off x="10421874" y="3890518"/>
            <a:ext cx="36576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0" name="S11-cell320"/>
          <p:cNvSpPr/>
          <p:nvPr/>
        </p:nvSpPr>
        <p:spPr>
          <a:xfrm>
            <a:off x="7130034" y="4256278"/>
            <a:ext cx="365760" cy="3657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1" name="S11-cell321"/>
          <p:cNvSpPr/>
          <p:nvPr/>
        </p:nvSpPr>
        <p:spPr>
          <a:xfrm>
            <a:off x="7495794" y="4256278"/>
            <a:ext cx="365760" cy="3657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2" name="S11-cell322"/>
          <p:cNvSpPr/>
          <p:nvPr/>
        </p:nvSpPr>
        <p:spPr>
          <a:xfrm>
            <a:off x="7861554" y="4256278"/>
            <a:ext cx="365760" cy="3657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3" name="S11-cell323"/>
          <p:cNvSpPr/>
          <p:nvPr/>
        </p:nvSpPr>
        <p:spPr>
          <a:xfrm>
            <a:off x="8227314" y="4256278"/>
            <a:ext cx="365760" cy="3657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4" name="S11-cell324"/>
          <p:cNvSpPr/>
          <p:nvPr/>
        </p:nvSpPr>
        <p:spPr>
          <a:xfrm>
            <a:off x="8593074" y="4256278"/>
            <a:ext cx="365760" cy="3657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5" name="S11-cell325"/>
          <p:cNvSpPr/>
          <p:nvPr/>
        </p:nvSpPr>
        <p:spPr>
          <a:xfrm>
            <a:off x="8958834" y="4256278"/>
            <a:ext cx="365760" cy="3657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6" name="S11-cell326"/>
          <p:cNvSpPr/>
          <p:nvPr/>
        </p:nvSpPr>
        <p:spPr>
          <a:xfrm>
            <a:off x="9324594" y="4256278"/>
            <a:ext cx="365760" cy="3657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7" name="S11-cell327"/>
          <p:cNvSpPr/>
          <p:nvPr/>
        </p:nvSpPr>
        <p:spPr>
          <a:xfrm>
            <a:off x="9690354" y="4256278"/>
            <a:ext cx="365760" cy="3657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8" name="S11-cell328"/>
          <p:cNvSpPr/>
          <p:nvPr/>
        </p:nvSpPr>
        <p:spPr>
          <a:xfrm>
            <a:off x="10056114" y="4256278"/>
            <a:ext cx="365760" cy="3657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9" name="S11-cell329"/>
          <p:cNvSpPr/>
          <p:nvPr/>
        </p:nvSpPr>
        <p:spPr>
          <a:xfrm>
            <a:off x="10421874" y="4256278"/>
            <a:ext cx="36576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0" name="S11-figure330" descr="10칸씩 4줄 격자에서 줄마다 9칸 색칠, 색칠 36칸"/>
          <p:cNvSpPr/>
          <p:nvPr/>
        </p:nvSpPr>
        <p:spPr>
          <a:xfrm>
            <a:off x="7130034" y="3158998"/>
            <a:ext cx="3657600" cy="146304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51" name="S11-text331"/>
          <p:cNvSpPr txBox="1"/>
          <p:nvPr/>
        </p:nvSpPr>
        <p:spPr>
          <a:xfrm>
            <a:off x="6277356" y="4626356"/>
            <a:ext cx="5362956" cy="494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“줄마다 1칸씩: 40 − 4”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12-text33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곱을 구하고, 어떻게 구했는지 말해요.</a:t>
            </a:r>
            <a:endParaRPr lang="ko-KR" sz="3200" dirty="0"/>
          </a:p>
        </p:txBody>
      </p:sp>
      <p:sp>
        <p:nvSpPr>
          <p:cNvPr id="4" name="S12-chip333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12-eqtext334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× 8 = □</a:t>
            </a:r>
            <a:endParaRPr lang="ko-KR" sz="3600" dirty="0"/>
          </a:p>
        </p:txBody>
      </p:sp>
      <p:sp>
        <p:nvSpPr>
          <p:cNvPr id="6" name="S12-chip335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12-eqtext336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× 6 = □</a:t>
            </a:r>
            <a:endParaRPr lang="ko-KR" sz="3600" dirty="0"/>
          </a:p>
        </p:txBody>
      </p:sp>
      <p:sp>
        <p:nvSpPr>
          <p:cNvPr id="8" name="S12-chip337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9" name="S12-text338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9명씩 8줄은 몇 명?</a:t>
            </a:r>
            <a:endParaRPr lang="ko-KR" sz="3200" dirty="0"/>
          </a:p>
        </p:txBody>
      </p:sp>
      <p:sp>
        <p:nvSpPr>
          <p:cNvPr id="10" name="S12-chip339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1" name="S12-text340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6주는 며칠?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식은?</a:t>
            </a:r>
            <a:endParaRPr lang="ko-KR" sz="4400" dirty="0"/>
          </a:p>
        </p:txBody>
      </p:sp>
      <p:sp>
        <p:nvSpPr>
          <p:cNvPr id="3" name="S14-text34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공책이 한 묶음에 7권씩, 9묶음 있어요.</a:t>
            </a:r>
            <a:endParaRPr lang="ko-KR" sz="3200" dirty="0"/>
          </a:p>
        </p:txBody>
      </p:sp>
      <p:sp>
        <p:nvSpPr>
          <p:cNvPr id="4" name="S14-card34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4-cardtext34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식을 고르고, 모두 몇 권인지 말해요.</a:t>
            </a:r>
            <a:endParaRPr lang="ko-KR" sz="3200" dirty="0"/>
          </a:p>
        </p:txBody>
      </p:sp>
      <p:sp>
        <p:nvSpPr>
          <p:cNvPr id="6" name="S14-chip344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14-card345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4-cardtext346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+ 9</a:t>
            </a:r>
            <a:endParaRPr lang="ko-KR" sz="3200" dirty="0"/>
          </a:p>
        </p:txBody>
      </p:sp>
      <p:sp>
        <p:nvSpPr>
          <p:cNvPr id="9" name="S14-chip347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0" name="S14-card348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4-cardtext349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× 9</a:t>
            </a:r>
            <a:endParaRPr lang="ko-KR" sz="3200" dirty="0"/>
          </a:p>
        </p:txBody>
      </p:sp>
      <p:sp>
        <p:nvSpPr>
          <p:cNvPr id="12" name="S14-chip350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3" name="S14-card351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4-cardtext352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× 9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5-card353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5-cardtext354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어려운 곱은 아는 곱으로 나누어 구해요.</a:t>
            </a:r>
            <a:endParaRPr lang="ko-KR" sz="3200" dirty="0"/>
          </a:p>
        </p:txBody>
      </p:sp>
      <p:sp>
        <p:nvSpPr>
          <p:cNvPr id="5" name="S15-chip355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한 묶음에 몇? 몇 묶음?</a:t>
            </a:r>
            <a:endParaRPr lang="ko-KR" sz="2600" dirty="0"/>
          </a:p>
        </p:txBody>
      </p:sp>
      <p:sp>
        <p:nvSpPr>
          <p:cNvPr id="6" name="S15-chip356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9단에서 1만 빼기</a:t>
            </a:r>
            <a:endParaRPr lang="ko-KR" sz="2600" dirty="0"/>
          </a:p>
        </p:txBody>
      </p:sp>
      <p:sp>
        <p:nvSpPr>
          <p:cNvPr id="7" name="S15-text357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5-eqtext358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7 × 7 = □</a:t>
            </a:r>
            <a:endParaRPr lang="ko-KR" sz="3000" dirty="0"/>
          </a:p>
        </p:txBody>
      </p:sp>
      <p:sp>
        <p:nvSpPr>
          <p:cNvPr id="9" name="S15-eqtext359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9 × 4 = □</a:t>
            </a:r>
            <a:endParaRPr lang="ko-KR" sz="3000" dirty="0"/>
          </a:p>
        </p:txBody>
      </p:sp>
      <p:sp>
        <p:nvSpPr>
          <p:cNvPr id="10" name="S15-eqtext360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7 × 9 = □</a:t>
            </a:r>
            <a:endParaRPr lang="ko-KR" sz="3000" dirty="0"/>
          </a:p>
        </p:txBody>
      </p:sp>
      <p:sp>
        <p:nvSpPr>
          <p:cNvPr id="11" name="S15-text361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1과 0의 곱, 곱셈표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5씩, 2씩</a:t>
            </a:r>
            <a:endParaRPr lang="ko-KR" sz="4400" dirty="0"/>
          </a:p>
        </p:txBody>
      </p:sp>
      <p:sp>
        <p:nvSpPr>
          <p:cNvPr id="3" name="S16-text36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5씩 4번, 2씩 4번 뛰어 세어요.</a:t>
            </a:r>
            <a:endParaRPr lang="ko-KR" sz="3200" dirty="0"/>
          </a:p>
        </p:txBody>
      </p:sp>
      <p:sp>
        <p:nvSpPr>
          <p:cNvPr id="4" name="S16-card363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6-cardtext364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× 4 = 20, 2 × 4 = 8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둘을 더하면 7 × 4 = 28이에요.</a:t>
            </a:r>
            <a:endParaRPr lang="ko-KR" sz="3200" dirty="0"/>
          </a:p>
        </p:txBody>
      </p:sp>
      <p:sp>
        <p:nvSpPr>
          <p:cNvPr id="6" name="S16-line365"/>
          <p:cNvSpPr/>
          <p:nvPr/>
        </p:nvSpPr>
        <p:spPr>
          <a:xfrm>
            <a:off x="685800" y="3347583"/>
            <a:ext cx="5111496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7" name="S16-line366"/>
          <p:cNvSpPr/>
          <p:nvPr/>
        </p:nvSpPr>
        <p:spPr>
          <a:xfrm>
            <a:off x="960120" y="3201279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8" name="S16-label367"/>
          <p:cNvSpPr txBox="1"/>
          <p:nvPr/>
        </p:nvSpPr>
        <p:spPr>
          <a:xfrm>
            <a:off x="502920" y="3530463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600" dirty="0"/>
          </a:p>
        </p:txBody>
      </p:sp>
      <p:sp>
        <p:nvSpPr>
          <p:cNvPr id="9" name="S16-line368"/>
          <p:cNvSpPr/>
          <p:nvPr/>
        </p:nvSpPr>
        <p:spPr>
          <a:xfrm>
            <a:off x="2100834" y="3201279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16-label369"/>
          <p:cNvSpPr txBox="1"/>
          <p:nvPr/>
        </p:nvSpPr>
        <p:spPr>
          <a:xfrm>
            <a:off x="1643634" y="3530463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11" name="S16-line370"/>
          <p:cNvSpPr/>
          <p:nvPr/>
        </p:nvSpPr>
        <p:spPr>
          <a:xfrm>
            <a:off x="3241548" y="3201279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16-label371"/>
          <p:cNvSpPr txBox="1"/>
          <p:nvPr/>
        </p:nvSpPr>
        <p:spPr>
          <a:xfrm>
            <a:off x="2784348" y="3530463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600" dirty="0"/>
          </a:p>
        </p:txBody>
      </p:sp>
      <p:sp>
        <p:nvSpPr>
          <p:cNvPr id="13" name="S16-line372"/>
          <p:cNvSpPr/>
          <p:nvPr/>
        </p:nvSpPr>
        <p:spPr>
          <a:xfrm>
            <a:off x="4382262" y="3201279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16-label373"/>
          <p:cNvSpPr txBox="1"/>
          <p:nvPr/>
        </p:nvSpPr>
        <p:spPr>
          <a:xfrm>
            <a:off x="3925062" y="3530463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ko-KR" sz="2600" dirty="0"/>
          </a:p>
        </p:txBody>
      </p:sp>
      <p:sp>
        <p:nvSpPr>
          <p:cNvPr id="15" name="S16-line374"/>
          <p:cNvSpPr/>
          <p:nvPr/>
        </p:nvSpPr>
        <p:spPr>
          <a:xfrm>
            <a:off x="5522976" y="3201279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16-label375"/>
          <p:cNvSpPr txBox="1"/>
          <p:nvPr/>
        </p:nvSpPr>
        <p:spPr>
          <a:xfrm>
            <a:off x="5065776" y="3530463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2600" dirty="0"/>
          </a:p>
        </p:txBody>
      </p:sp>
      <p:sp>
        <p:nvSpPr>
          <p:cNvPr id="17" name="S16-mark376"/>
          <p:cNvSpPr/>
          <p:nvPr/>
        </p:nvSpPr>
        <p:spPr>
          <a:xfrm>
            <a:off x="5431536" y="3256143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18" name="S16-line377"/>
          <p:cNvSpPr/>
          <p:nvPr/>
        </p:nvSpPr>
        <p:spPr>
          <a:xfrm flipV="1">
            <a:off x="960120" y="2963535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19" name="S16-line378"/>
          <p:cNvSpPr/>
          <p:nvPr/>
        </p:nvSpPr>
        <p:spPr>
          <a:xfrm>
            <a:off x="960120" y="2963535"/>
            <a:ext cx="1140714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20" name="S16-line379"/>
          <p:cNvSpPr/>
          <p:nvPr/>
        </p:nvSpPr>
        <p:spPr>
          <a:xfrm flipV="1">
            <a:off x="2100834" y="2963535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21" name="S16-line380"/>
          <p:cNvSpPr/>
          <p:nvPr/>
        </p:nvSpPr>
        <p:spPr>
          <a:xfrm>
            <a:off x="2100834" y="2963535"/>
            <a:ext cx="1140714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22" name="S16-line381"/>
          <p:cNvSpPr/>
          <p:nvPr/>
        </p:nvSpPr>
        <p:spPr>
          <a:xfrm flipV="1">
            <a:off x="3241548" y="2963535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23" name="S16-line382"/>
          <p:cNvSpPr/>
          <p:nvPr/>
        </p:nvSpPr>
        <p:spPr>
          <a:xfrm>
            <a:off x="3241548" y="2963535"/>
            <a:ext cx="1140714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24" name="S16-line383"/>
          <p:cNvSpPr/>
          <p:nvPr/>
        </p:nvSpPr>
        <p:spPr>
          <a:xfrm flipV="1">
            <a:off x="4382262" y="2963535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25" name="S16-line384"/>
          <p:cNvSpPr/>
          <p:nvPr/>
        </p:nvSpPr>
        <p:spPr>
          <a:xfrm>
            <a:off x="4382262" y="2963535"/>
            <a:ext cx="1140714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26" name="S16-figure385" descr="0부터 20까지 5씩 눈금 수직선에서 5씩 4번 뛰어 20에 닿는 화살표"/>
          <p:cNvSpPr/>
          <p:nvPr/>
        </p:nvSpPr>
        <p:spPr>
          <a:xfrm>
            <a:off x="685800" y="3164703"/>
            <a:ext cx="5111496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16-label386"/>
          <p:cNvSpPr txBox="1"/>
          <p:nvPr/>
        </p:nvSpPr>
        <p:spPr>
          <a:xfrm>
            <a:off x="548640" y="4239514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× 4</a:t>
            </a:r>
            <a:endParaRPr lang="ko-KR" sz="2600" dirty="0"/>
          </a:p>
        </p:txBody>
      </p:sp>
      <p:sp>
        <p:nvSpPr>
          <p:cNvPr id="28" name="S16-line387"/>
          <p:cNvSpPr/>
          <p:nvPr/>
        </p:nvSpPr>
        <p:spPr>
          <a:xfrm>
            <a:off x="6391656" y="3347583"/>
            <a:ext cx="5111496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29" name="S16-line388"/>
          <p:cNvSpPr/>
          <p:nvPr/>
        </p:nvSpPr>
        <p:spPr>
          <a:xfrm>
            <a:off x="6665976" y="3201279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0" name="S16-label389"/>
          <p:cNvSpPr txBox="1"/>
          <p:nvPr/>
        </p:nvSpPr>
        <p:spPr>
          <a:xfrm>
            <a:off x="6208776" y="3530463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600" dirty="0"/>
          </a:p>
        </p:txBody>
      </p:sp>
      <p:sp>
        <p:nvSpPr>
          <p:cNvPr id="31" name="S16-line390"/>
          <p:cNvSpPr/>
          <p:nvPr/>
        </p:nvSpPr>
        <p:spPr>
          <a:xfrm>
            <a:off x="7578547" y="3201279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2" name="S16-label391"/>
          <p:cNvSpPr txBox="1"/>
          <p:nvPr/>
        </p:nvSpPr>
        <p:spPr>
          <a:xfrm>
            <a:off x="7121347" y="3530463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33" name="S16-line392"/>
          <p:cNvSpPr/>
          <p:nvPr/>
        </p:nvSpPr>
        <p:spPr>
          <a:xfrm>
            <a:off x="8491118" y="3201279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4" name="S16-label393"/>
          <p:cNvSpPr txBox="1"/>
          <p:nvPr/>
        </p:nvSpPr>
        <p:spPr>
          <a:xfrm>
            <a:off x="8033918" y="3530463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35" name="S16-line394"/>
          <p:cNvSpPr/>
          <p:nvPr/>
        </p:nvSpPr>
        <p:spPr>
          <a:xfrm>
            <a:off x="9403690" y="3201279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6" name="S16-label395"/>
          <p:cNvSpPr txBox="1"/>
          <p:nvPr/>
        </p:nvSpPr>
        <p:spPr>
          <a:xfrm>
            <a:off x="8946490" y="3530463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600" dirty="0"/>
          </a:p>
        </p:txBody>
      </p:sp>
      <p:sp>
        <p:nvSpPr>
          <p:cNvPr id="37" name="S16-line396"/>
          <p:cNvSpPr/>
          <p:nvPr/>
        </p:nvSpPr>
        <p:spPr>
          <a:xfrm>
            <a:off x="10316261" y="3201279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8" name="S16-label397"/>
          <p:cNvSpPr txBox="1"/>
          <p:nvPr/>
        </p:nvSpPr>
        <p:spPr>
          <a:xfrm>
            <a:off x="9859061" y="3530463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600" dirty="0"/>
          </a:p>
        </p:txBody>
      </p:sp>
      <p:sp>
        <p:nvSpPr>
          <p:cNvPr id="39" name="S16-line398"/>
          <p:cNvSpPr/>
          <p:nvPr/>
        </p:nvSpPr>
        <p:spPr>
          <a:xfrm>
            <a:off x="11228832" y="3201279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0" name="S16-label399"/>
          <p:cNvSpPr txBox="1"/>
          <p:nvPr/>
        </p:nvSpPr>
        <p:spPr>
          <a:xfrm>
            <a:off x="10771632" y="3530463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600" dirty="0"/>
          </a:p>
        </p:txBody>
      </p:sp>
      <p:sp>
        <p:nvSpPr>
          <p:cNvPr id="41" name="S16-mark400"/>
          <p:cNvSpPr/>
          <p:nvPr/>
        </p:nvSpPr>
        <p:spPr>
          <a:xfrm>
            <a:off x="10224821" y="3256143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42" name="S16-line401"/>
          <p:cNvSpPr/>
          <p:nvPr/>
        </p:nvSpPr>
        <p:spPr>
          <a:xfrm flipV="1">
            <a:off x="6665976" y="2963535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43" name="S16-line402"/>
          <p:cNvSpPr/>
          <p:nvPr/>
        </p:nvSpPr>
        <p:spPr>
          <a:xfrm>
            <a:off x="6665976" y="2963535"/>
            <a:ext cx="912571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44" name="S16-line403"/>
          <p:cNvSpPr/>
          <p:nvPr/>
        </p:nvSpPr>
        <p:spPr>
          <a:xfrm flipV="1">
            <a:off x="7578547" y="2963535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45" name="S16-line404"/>
          <p:cNvSpPr/>
          <p:nvPr/>
        </p:nvSpPr>
        <p:spPr>
          <a:xfrm>
            <a:off x="7578547" y="2963535"/>
            <a:ext cx="912571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46" name="S16-line405"/>
          <p:cNvSpPr/>
          <p:nvPr/>
        </p:nvSpPr>
        <p:spPr>
          <a:xfrm flipV="1">
            <a:off x="8491118" y="2963535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47" name="S16-line406"/>
          <p:cNvSpPr/>
          <p:nvPr/>
        </p:nvSpPr>
        <p:spPr>
          <a:xfrm>
            <a:off x="8491118" y="2963535"/>
            <a:ext cx="912571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48" name="S16-line407"/>
          <p:cNvSpPr/>
          <p:nvPr/>
        </p:nvSpPr>
        <p:spPr>
          <a:xfrm flipV="1">
            <a:off x="9403690" y="2963535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49" name="S16-line408"/>
          <p:cNvSpPr/>
          <p:nvPr/>
        </p:nvSpPr>
        <p:spPr>
          <a:xfrm>
            <a:off x="9403690" y="2963535"/>
            <a:ext cx="912571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50" name="S16-figure409" descr="0부터 10까지 2씩 눈금 수직선에서 2씩 4번 뛰어 8에 닿는 화살표"/>
          <p:cNvSpPr/>
          <p:nvPr/>
        </p:nvSpPr>
        <p:spPr>
          <a:xfrm>
            <a:off x="6391656" y="3164703"/>
            <a:ext cx="5111496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16-label410"/>
          <p:cNvSpPr txBox="1"/>
          <p:nvPr/>
        </p:nvSpPr>
        <p:spPr>
          <a:xfrm>
            <a:off x="6254496" y="4239514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× 4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초2 수학 7단과 9단</dc:title>
  <dc:subject>KR22-G02-MAT-TIMES79-L01</dc:subject>
  <dc:creator>education-ppt</dc:creator>
  <cp:lastModifiedBy>education-ppt</cp:lastModifiedBy>
  <cp:revision>1</cp:revision>
  <dcterms:created xsi:type="dcterms:W3CDTF">2026-10-26T07:46:51Z</dcterms:created>
  <dcterms:modified xsi:type="dcterms:W3CDTF">2026-10-26T07:46:51Z</dcterms:modified>
</cp:coreProperties>
</file>