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41d8856-dc1d-a19b-ccaa-696d97a32510}">
          <p14:sldIdLst>
            <p14:sldId id="256"/>
            <p14:sldId id="257"/>
          </p14:sldIdLst>
        </p14:section>
        <p14:section name="개념" id="{d62cb9f1-6099-8a24-40d9-1a11236a1e3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eace58ae-172d-bee7-6909-3c35f608e9af}">
          <p14:sldIdLst>
            <p14:sldId id="264"/>
            <p14:sldId id="265"/>
            <p14:sldId id="266"/>
          </p14:sldIdLst>
        </p14:section>
        <p14:section name="확인" id="{24093209-c1dd-2ed8-26c0-e8121cc3be24}">
          <p14:sldIdLst>
            <p14:sldId id="267"/>
            <p14:sldId id="268"/>
          </p14:sldIdLst>
        </p14:section>
        <p14:section name="정리" id="{c3d66d60-e38c-26d8-d56d-c83b4e07016c}">
          <p14:sldIdLst>
            <p14:sldId id="269"/>
          </p14:sldIdLst>
        </p14:section>
        <p14:section name="보충" id="{28b1d2ae-126a-cdd1-3a9d-5a0563bb6e2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7단과 9단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일주일이 3번이면 며칠일까?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133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590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0479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5051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9623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419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10876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133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590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0479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5051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9623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419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876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8133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590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0479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5051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99623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419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876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group22"/>
          <p:cNvSpPr/>
          <p:nvPr/>
        </p:nvSpPr>
        <p:spPr>
          <a:xfrm>
            <a:off x="8074152" y="14538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8074152" y="19110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8074152" y="23682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figure25" descr="7개씩 묶은 점 3줄, 21개"/>
          <p:cNvSpPr/>
          <p:nvPr/>
        </p:nvSpPr>
        <p:spPr>
          <a:xfrm>
            <a:off x="8046720" y="1417320"/>
            <a:ext cx="3200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7씩, 9씩 묶어 세어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속 문제를 곱셈으로 풀어요.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□</a:t>
            </a:r>
            <a:endParaRPr lang="ko-KR" sz="3600" dirty="0"/>
          </a:p>
        </p:txBody>
      </p:sp>
      <p:sp>
        <p:nvSpPr>
          <p:cNvPr id="5" name="S02-chip3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1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6 = □</a:t>
            </a:r>
            <a:endParaRPr lang="ko-KR" sz="3600" dirty="0"/>
          </a:p>
        </p:txBody>
      </p:sp>
      <p:sp>
        <p:nvSpPr>
          <p:cNvPr id="7" name="S02-chip3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3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600" dirty="0"/>
          </a:p>
        </p:txBody>
      </p:sp>
      <p:sp>
        <p:nvSpPr>
          <p:cNvPr id="9" name="S02-chip34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35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뛰어 세요</a:t>
            </a:r>
            <a:endParaRPr lang="ko-KR" sz="4400" dirty="0"/>
          </a:p>
        </p:txBody>
      </p:sp>
      <p:sp>
        <p:nvSpPr>
          <p:cNvPr id="3" name="S03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일주일은 7일! 7씩 3번 뛰어요.</a:t>
            </a:r>
            <a:endParaRPr lang="ko-KR" sz="3200" dirty="0"/>
          </a:p>
        </p:txBody>
      </p:sp>
      <p:sp>
        <p:nvSpPr>
          <p:cNvPr id="4" name="S03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3주는 21일이에요.</a:t>
            </a:r>
            <a:endParaRPr lang="ko-KR" sz="3200" dirty="0"/>
          </a:p>
        </p:txBody>
      </p:sp>
      <p:sp>
        <p:nvSpPr>
          <p:cNvPr id="6" name="S03-line3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4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41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42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43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1" name="S03-line44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45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3" name="S03-line4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4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5" name="S03-line48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49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7" name="S03-line5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51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19" name="S03-line52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53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1" name="S03-line54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55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3" name="S03-line5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57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5" name="S03-line5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5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7" name="S03-mark60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3-line61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3-line62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label63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3-line64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3-line65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3-label66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3-line67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3-line68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3-label69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3-figure70" descr="0부터 63까지 7씩 눈금이 있는 수직선에서 0부터 7씩 3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5씩과 2씩으로</a:t>
            </a:r>
            <a:endParaRPr lang="ko-KR" sz="4400" dirty="0"/>
          </a:p>
        </p:txBody>
      </p:sp>
      <p:sp>
        <p:nvSpPr>
          <p:cNvPr id="3" name="S04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4묶음을 5씩과 2씩으로 나눠요.</a:t>
            </a:r>
            <a:endParaRPr lang="ko-KR" sz="3200" dirty="0"/>
          </a:p>
        </p:txBody>
      </p:sp>
      <p:sp>
        <p:nvSpPr>
          <p:cNvPr id="4" name="S04-card7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4와 2 × 4를 더해요. 20 + 8 = 28</a:t>
            </a:r>
            <a:endParaRPr lang="ko-KR" sz="3200" dirty="0"/>
          </a:p>
        </p:txBody>
      </p:sp>
      <p:sp>
        <p:nvSpPr>
          <p:cNvPr id="6" name="S04-dot74"/>
          <p:cNvSpPr/>
          <p:nvPr/>
        </p:nvSpPr>
        <p:spPr>
          <a:xfrm>
            <a:off x="134005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5"/>
          <p:cNvSpPr/>
          <p:nvPr/>
        </p:nvSpPr>
        <p:spPr>
          <a:xfrm>
            <a:off x="175153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6"/>
          <p:cNvSpPr/>
          <p:nvPr/>
        </p:nvSpPr>
        <p:spPr>
          <a:xfrm>
            <a:off x="216301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7"/>
          <p:cNvSpPr/>
          <p:nvPr/>
        </p:nvSpPr>
        <p:spPr>
          <a:xfrm>
            <a:off x="257449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78"/>
          <p:cNvSpPr/>
          <p:nvPr/>
        </p:nvSpPr>
        <p:spPr>
          <a:xfrm>
            <a:off x="298597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79"/>
          <p:cNvSpPr/>
          <p:nvPr/>
        </p:nvSpPr>
        <p:spPr>
          <a:xfrm>
            <a:off x="134005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0"/>
          <p:cNvSpPr/>
          <p:nvPr/>
        </p:nvSpPr>
        <p:spPr>
          <a:xfrm>
            <a:off x="175153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81"/>
          <p:cNvSpPr/>
          <p:nvPr/>
        </p:nvSpPr>
        <p:spPr>
          <a:xfrm>
            <a:off x="216301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82"/>
          <p:cNvSpPr/>
          <p:nvPr/>
        </p:nvSpPr>
        <p:spPr>
          <a:xfrm>
            <a:off x="257449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83"/>
          <p:cNvSpPr/>
          <p:nvPr/>
        </p:nvSpPr>
        <p:spPr>
          <a:xfrm>
            <a:off x="298597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84"/>
          <p:cNvSpPr/>
          <p:nvPr/>
        </p:nvSpPr>
        <p:spPr>
          <a:xfrm>
            <a:off x="134005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85"/>
          <p:cNvSpPr/>
          <p:nvPr/>
        </p:nvSpPr>
        <p:spPr>
          <a:xfrm>
            <a:off x="175153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86"/>
          <p:cNvSpPr/>
          <p:nvPr/>
        </p:nvSpPr>
        <p:spPr>
          <a:xfrm>
            <a:off x="216301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87"/>
          <p:cNvSpPr/>
          <p:nvPr/>
        </p:nvSpPr>
        <p:spPr>
          <a:xfrm>
            <a:off x="257449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88"/>
          <p:cNvSpPr/>
          <p:nvPr/>
        </p:nvSpPr>
        <p:spPr>
          <a:xfrm>
            <a:off x="298597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89"/>
          <p:cNvSpPr/>
          <p:nvPr/>
        </p:nvSpPr>
        <p:spPr>
          <a:xfrm>
            <a:off x="134005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dot90"/>
          <p:cNvSpPr/>
          <p:nvPr/>
        </p:nvSpPr>
        <p:spPr>
          <a:xfrm>
            <a:off x="175153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91"/>
          <p:cNvSpPr/>
          <p:nvPr/>
        </p:nvSpPr>
        <p:spPr>
          <a:xfrm>
            <a:off x="216301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92"/>
          <p:cNvSpPr/>
          <p:nvPr/>
        </p:nvSpPr>
        <p:spPr>
          <a:xfrm>
            <a:off x="257449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93"/>
          <p:cNvSpPr/>
          <p:nvPr/>
        </p:nvSpPr>
        <p:spPr>
          <a:xfrm>
            <a:off x="298597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group94"/>
          <p:cNvSpPr/>
          <p:nvPr/>
        </p:nvSpPr>
        <p:spPr>
          <a:xfrm>
            <a:off x="1289304" y="230263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4-group95"/>
          <p:cNvSpPr/>
          <p:nvPr/>
        </p:nvSpPr>
        <p:spPr>
          <a:xfrm>
            <a:off x="1289304" y="271411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4-group96"/>
          <p:cNvSpPr/>
          <p:nvPr/>
        </p:nvSpPr>
        <p:spPr>
          <a:xfrm>
            <a:off x="1289304" y="312559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4-group97"/>
          <p:cNvSpPr/>
          <p:nvPr/>
        </p:nvSpPr>
        <p:spPr>
          <a:xfrm>
            <a:off x="1289304" y="353707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4-figure98" descr="주황 점 5개씩 4묶음, 20개"/>
          <p:cNvSpPr/>
          <p:nvPr/>
        </p:nvSpPr>
        <p:spPr>
          <a:xfrm>
            <a:off x="1261872" y="2266061"/>
            <a:ext cx="2057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99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2600" dirty="0"/>
          </a:p>
        </p:txBody>
      </p:sp>
      <p:sp>
        <p:nvSpPr>
          <p:cNvPr id="32" name="S04-dot100"/>
          <p:cNvSpPr/>
          <p:nvPr/>
        </p:nvSpPr>
        <p:spPr>
          <a:xfrm>
            <a:off x="576117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101"/>
          <p:cNvSpPr/>
          <p:nvPr/>
        </p:nvSpPr>
        <p:spPr>
          <a:xfrm>
            <a:off x="617265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102"/>
          <p:cNvSpPr/>
          <p:nvPr/>
        </p:nvSpPr>
        <p:spPr>
          <a:xfrm>
            <a:off x="576117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103"/>
          <p:cNvSpPr/>
          <p:nvPr/>
        </p:nvSpPr>
        <p:spPr>
          <a:xfrm>
            <a:off x="617265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104"/>
          <p:cNvSpPr/>
          <p:nvPr/>
        </p:nvSpPr>
        <p:spPr>
          <a:xfrm>
            <a:off x="576117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105"/>
          <p:cNvSpPr/>
          <p:nvPr/>
        </p:nvSpPr>
        <p:spPr>
          <a:xfrm>
            <a:off x="617265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106"/>
          <p:cNvSpPr/>
          <p:nvPr/>
        </p:nvSpPr>
        <p:spPr>
          <a:xfrm>
            <a:off x="576117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107"/>
          <p:cNvSpPr/>
          <p:nvPr/>
        </p:nvSpPr>
        <p:spPr>
          <a:xfrm>
            <a:off x="617265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group108"/>
          <p:cNvSpPr/>
          <p:nvPr/>
        </p:nvSpPr>
        <p:spPr>
          <a:xfrm>
            <a:off x="5710428" y="230263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4-group109"/>
          <p:cNvSpPr/>
          <p:nvPr/>
        </p:nvSpPr>
        <p:spPr>
          <a:xfrm>
            <a:off x="5710428" y="271411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4-group110"/>
          <p:cNvSpPr/>
          <p:nvPr/>
        </p:nvSpPr>
        <p:spPr>
          <a:xfrm>
            <a:off x="5710428" y="312559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4-group111"/>
          <p:cNvSpPr/>
          <p:nvPr/>
        </p:nvSpPr>
        <p:spPr>
          <a:xfrm>
            <a:off x="5710428" y="353707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4-figure112" descr="파란 점 2개씩 4묶음, 8개"/>
          <p:cNvSpPr/>
          <p:nvPr/>
        </p:nvSpPr>
        <p:spPr>
          <a:xfrm>
            <a:off x="5682996" y="2266061"/>
            <a:ext cx="8229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8</a:t>
            </a:r>
            <a:endParaRPr lang="ko-KR" sz="2600" dirty="0"/>
          </a:p>
        </p:txBody>
      </p:sp>
      <p:sp>
        <p:nvSpPr>
          <p:cNvPr id="46" name="S04-dot114"/>
          <p:cNvSpPr/>
          <p:nvPr/>
        </p:nvSpPr>
        <p:spPr>
          <a:xfrm>
            <a:off x="85363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115"/>
          <p:cNvSpPr/>
          <p:nvPr/>
        </p:nvSpPr>
        <p:spPr>
          <a:xfrm>
            <a:off x="89478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116"/>
          <p:cNvSpPr/>
          <p:nvPr/>
        </p:nvSpPr>
        <p:spPr>
          <a:xfrm>
            <a:off x="935934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117"/>
          <p:cNvSpPr/>
          <p:nvPr/>
        </p:nvSpPr>
        <p:spPr>
          <a:xfrm>
            <a:off x="977082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118"/>
          <p:cNvSpPr/>
          <p:nvPr/>
        </p:nvSpPr>
        <p:spPr>
          <a:xfrm>
            <a:off x="1018230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119"/>
          <p:cNvSpPr/>
          <p:nvPr/>
        </p:nvSpPr>
        <p:spPr>
          <a:xfrm>
            <a:off x="105937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120"/>
          <p:cNvSpPr/>
          <p:nvPr/>
        </p:nvSpPr>
        <p:spPr>
          <a:xfrm>
            <a:off x="110052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dot121"/>
          <p:cNvSpPr/>
          <p:nvPr/>
        </p:nvSpPr>
        <p:spPr>
          <a:xfrm>
            <a:off x="85363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4-dot122"/>
          <p:cNvSpPr/>
          <p:nvPr/>
        </p:nvSpPr>
        <p:spPr>
          <a:xfrm>
            <a:off x="89478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4-dot123"/>
          <p:cNvSpPr/>
          <p:nvPr/>
        </p:nvSpPr>
        <p:spPr>
          <a:xfrm>
            <a:off x="935934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4-dot124"/>
          <p:cNvSpPr/>
          <p:nvPr/>
        </p:nvSpPr>
        <p:spPr>
          <a:xfrm>
            <a:off x="977082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4-dot125"/>
          <p:cNvSpPr/>
          <p:nvPr/>
        </p:nvSpPr>
        <p:spPr>
          <a:xfrm>
            <a:off x="1018230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4-dot126"/>
          <p:cNvSpPr/>
          <p:nvPr/>
        </p:nvSpPr>
        <p:spPr>
          <a:xfrm>
            <a:off x="105937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4-dot127"/>
          <p:cNvSpPr/>
          <p:nvPr/>
        </p:nvSpPr>
        <p:spPr>
          <a:xfrm>
            <a:off x="110052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4-dot128"/>
          <p:cNvSpPr/>
          <p:nvPr/>
        </p:nvSpPr>
        <p:spPr>
          <a:xfrm>
            <a:off x="85363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4-dot129"/>
          <p:cNvSpPr/>
          <p:nvPr/>
        </p:nvSpPr>
        <p:spPr>
          <a:xfrm>
            <a:off x="89478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4-dot130"/>
          <p:cNvSpPr/>
          <p:nvPr/>
        </p:nvSpPr>
        <p:spPr>
          <a:xfrm>
            <a:off x="935934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4-dot131"/>
          <p:cNvSpPr/>
          <p:nvPr/>
        </p:nvSpPr>
        <p:spPr>
          <a:xfrm>
            <a:off x="977082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4-dot132"/>
          <p:cNvSpPr/>
          <p:nvPr/>
        </p:nvSpPr>
        <p:spPr>
          <a:xfrm>
            <a:off x="1018230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4-dot133"/>
          <p:cNvSpPr/>
          <p:nvPr/>
        </p:nvSpPr>
        <p:spPr>
          <a:xfrm>
            <a:off x="105937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4-dot134"/>
          <p:cNvSpPr/>
          <p:nvPr/>
        </p:nvSpPr>
        <p:spPr>
          <a:xfrm>
            <a:off x="110052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4-dot135"/>
          <p:cNvSpPr/>
          <p:nvPr/>
        </p:nvSpPr>
        <p:spPr>
          <a:xfrm>
            <a:off x="85363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4-dot136"/>
          <p:cNvSpPr/>
          <p:nvPr/>
        </p:nvSpPr>
        <p:spPr>
          <a:xfrm>
            <a:off x="89478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4-dot137"/>
          <p:cNvSpPr/>
          <p:nvPr/>
        </p:nvSpPr>
        <p:spPr>
          <a:xfrm>
            <a:off x="935934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4-dot138"/>
          <p:cNvSpPr/>
          <p:nvPr/>
        </p:nvSpPr>
        <p:spPr>
          <a:xfrm>
            <a:off x="977082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04-dot139"/>
          <p:cNvSpPr/>
          <p:nvPr/>
        </p:nvSpPr>
        <p:spPr>
          <a:xfrm>
            <a:off x="1018230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4-dot140"/>
          <p:cNvSpPr/>
          <p:nvPr/>
        </p:nvSpPr>
        <p:spPr>
          <a:xfrm>
            <a:off x="105937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4-dot141"/>
          <p:cNvSpPr/>
          <p:nvPr/>
        </p:nvSpPr>
        <p:spPr>
          <a:xfrm>
            <a:off x="110052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4-group142"/>
          <p:cNvSpPr/>
          <p:nvPr/>
        </p:nvSpPr>
        <p:spPr>
          <a:xfrm>
            <a:off x="8485632" y="230263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4-group143"/>
          <p:cNvSpPr/>
          <p:nvPr/>
        </p:nvSpPr>
        <p:spPr>
          <a:xfrm>
            <a:off x="8485632" y="271411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6" name="S04-group144"/>
          <p:cNvSpPr/>
          <p:nvPr/>
        </p:nvSpPr>
        <p:spPr>
          <a:xfrm>
            <a:off x="8485632" y="312559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7" name="S04-group145"/>
          <p:cNvSpPr/>
          <p:nvPr/>
        </p:nvSpPr>
        <p:spPr>
          <a:xfrm>
            <a:off x="8485632" y="353707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8" name="S04-figure146" descr="점 7개씩 4묶음, 28개"/>
          <p:cNvSpPr/>
          <p:nvPr/>
        </p:nvSpPr>
        <p:spPr>
          <a:xfrm>
            <a:off x="8458200" y="2266061"/>
            <a:ext cx="28803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4-label14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7단을 완성해요</a:t>
            </a:r>
            <a:endParaRPr lang="ko-KR" sz="4400" dirty="0"/>
          </a:p>
        </p:txBody>
      </p:sp>
      <p:sp>
        <p:nvSpPr>
          <p:cNvPr id="3" name="S05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5단과 2단의 곱을 더해 7단을 채워요.</a:t>
            </a:r>
            <a:endParaRPr lang="ko-KR" sz="3200" dirty="0"/>
          </a:p>
        </p:txBody>
      </p:sp>
      <p:sp>
        <p:nvSpPr>
          <p:cNvPr id="4" name="S05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7단 곱에 7을 더해서 확인해요.</a:t>
            </a:r>
            <a:endParaRPr lang="ko-KR" sz="3200" dirty="0"/>
          </a:p>
        </p:txBody>
      </p:sp>
      <p:graphicFrame>
        <p:nvGraphicFramePr>
          <p:cNvPr id="6" name="S05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0952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묶어 세요</a:t>
            </a:r>
            <a:endParaRPr lang="ko-KR" sz="4400" dirty="0"/>
          </a:p>
        </p:txBody>
      </p:sp>
      <p:sp>
        <p:nvSpPr>
          <p:cNvPr id="3" name="S06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3묶음을 10칸 줄에 놓아요.</a:t>
            </a:r>
            <a:endParaRPr lang="ko-KR" sz="3200" dirty="0"/>
          </a:p>
        </p:txBody>
      </p:sp>
      <p:sp>
        <p:nvSpPr>
          <p:cNvPr id="4" name="S06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3 = 27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30칸에서 줄마다 1칸씩 빼요. 30 − 3 = 27</a:t>
            </a:r>
            <a:endParaRPr lang="ko-KR" sz="3200" dirty="0"/>
          </a:p>
        </p:txBody>
      </p:sp>
      <p:sp>
        <p:nvSpPr>
          <p:cNvPr id="6" name="S06-dot155"/>
          <p:cNvSpPr/>
          <p:nvPr/>
        </p:nvSpPr>
        <p:spPr>
          <a:xfrm>
            <a:off x="10739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6"/>
          <p:cNvSpPr/>
          <p:nvPr/>
        </p:nvSpPr>
        <p:spPr>
          <a:xfrm>
            <a:off x="15768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7"/>
          <p:cNvSpPr/>
          <p:nvPr/>
        </p:nvSpPr>
        <p:spPr>
          <a:xfrm>
            <a:off x="20798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8"/>
          <p:cNvSpPr/>
          <p:nvPr/>
        </p:nvSpPr>
        <p:spPr>
          <a:xfrm>
            <a:off x="25827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9"/>
          <p:cNvSpPr/>
          <p:nvPr/>
        </p:nvSpPr>
        <p:spPr>
          <a:xfrm>
            <a:off x="308564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0"/>
          <p:cNvSpPr/>
          <p:nvPr/>
        </p:nvSpPr>
        <p:spPr>
          <a:xfrm>
            <a:off x="35885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1"/>
          <p:cNvSpPr/>
          <p:nvPr/>
        </p:nvSpPr>
        <p:spPr>
          <a:xfrm>
            <a:off x="40914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2"/>
          <p:cNvSpPr/>
          <p:nvPr/>
        </p:nvSpPr>
        <p:spPr>
          <a:xfrm>
            <a:off x="45944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3"/>
          <p:cNvSpPr/>
          <p:nvPr/>
        </p:nvSpPr>
        <p:spPr>
          <a:xfrm>
            <a:off x="50973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4"/>
          <p:cNvSpPr/>
          <p:nvPr/>
        </p:nvSpPr>
        <p:spPr>
          <a:xfrm>
            <a:off x="10739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5"/>
          <p:cNvSpPr/>
          <p:nvPr/>
        </p:nvSpPr>
        <p:spPr>
          <a:xfrm>
            <a:off x="15768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6"/>
          <p:cNvSpPr/>
          <p:nvPr/>
        </p:nvSpPr>
        <p:spPr>
          <a:xfrm>
            <a:off x="20798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7"/>
          <p:cNvSpPr/>
          <p:nvPr/>
        </p:nvSpPr>
        <p:spPr>
          <a:xfrm>
            <a:off x="25827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8"/>
          <p:cNvSpPr/>
          <p:nvPr/>
        </p:nvSpPr>
        <p:spPr>
          <a:xfrm>
            <a:off x="308564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9"/>
          <p:cNvSpPr/>
          <p:nvPr/>
        </p:nvSpPr>
        <p:spPr>
          <a:xfrm>
            <a:off x="35885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70"/>
          <p:cNvSpPr/>
          <p:nvPr/>
        </p:nvSpPr>
        <p:spPr>
          <a:xfrm>
            <a:off x="40914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1"/>
          <p:cNvSpPr/>
          <p:nvPr/>
        </p:nvSpPr>
        <p:spPr>
          <a:xfrm>
            <a:off x="45944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2"/>
          <p:cNvSpPr/>
          <p:nvPr/>
        </p:nvSpPr>
        <p:spPr>
          <a:xfrm>
            <a:off x="50973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73"/>
          <p:cNvSpPr/>
          <p:nvPr/>
        </p:nvSpPr>
        <p:spPr>
          <a:xfrm>
            <a:off x="10739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4"/>
          <p:cNvSpPr/>
          <p:nvPr/>
        </p:nvSpPr>
        <p:spPr>
          <a:xfrm>
            <a:off x="15768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5"/>
          <p:cNvSpPr/>
          <p:nvPr/>
        </p:nvSpPr>
        <p:spPr>
          <a:xfrm>
            <a:off x="20798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6"/>
          <p:cNvSpPr/>
          <p:nvPr/>
        </p:nvSpPr>
        <p:spPr>
          <a:xfrm>
            <a:off x="25827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77"/>
          <p:cNvSpPr/>
          <p:nvPr/>
        </p:nvSpPr>
        <p:spPr>
          <a:xfrm>
            <a:off x="308564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8"/>
          <p:cNvSpPr/>
          <p:nvPr/>
        </p:nvSpPr>
        <p:spPr>
          <a:xfrm>
            <a:off x="35885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9"/>
          <p:cNvSpPr/>
          <p:nvPr/>
        </p:nvSpPr>
        <p:spPr>
          <a:xfrm>
            <a:off x="40914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0"/>
          <p:cNvSpPr/>
          <p:nvPr/>
        </p:nvSpPr>
        <p:spPr>
          <a:xfrm>
            <a:off x="45944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1"/>
          <p:cNvSpPr/>
          <p:nvPr/>
        </p:nvSpPr>
        <p:spPr>
          <a:xfrm>
            <a:off x="50973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group182"/>
          <p:cNvSpPr/>
          <p:nvPr/>
        </p:nvSpPr>
        <p:spPr>
          <a:xfrm>
            <a:off x="1005840" y="237121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6-group183"/>
          <p:cNvSpPr/>
          <p:nvPr/>
        </p:nvSpPr>
        <p:spPr>
          <a:xfrm>
            <a:off x="1005840" y="287413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6-group184"/>
          <p:cNvSpPr/>
          <p:nvPr/>
        </p:nvSpPr>
        <p:spPr>
          <a:xfrm>
            <a:off x="1005840" y="337705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figure185" descr="점 9개씩 3묶음, 27개"/>
          <p:cNvSpPr/>
          <p:nvPr/>
        </p:nvSpPr>
        <p:spPr>
          <a:xfrm>
            <a:off x="978408" y="2334641"/>
            <a:ext cx="45262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6-label1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</a:t>
            </a:r>
            <a:endParaRPr lang="ko-KR" sz="2600" dirty="0"/>
          </a:p>
        </p:txBody>
      </p:sp>
      <p:sp>
        <p:nvSpPr>
          <p:cNvPr id="38" name="S06-cell187"/>
          <p:cNvSpPr/>
          <p:nvPr/>
        </p:nvSpPr>
        <p:spPr>
          <a:xfrm>
            <a:off x="625449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88"/>
          <p:cNvSpPr/>
          <p:nvPr/>
        </p:nvSpPr>
        <p:spPr>
          <a:xfrm>
            <a:off x="6793078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89"/>
          <p:cNvSpPr/>
          <p:nvPr/>
        </p:nvSpPr>
        <p:spPr>
          <a:xfrm>
            <a:off x="733165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90"/>
          <p:cNvSpPr/>
          <p:nvPr/>
        </p:nvSpPr>
        <p:spPr>
          <a:xfrm>
            <a:off x="7870241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91"/>
          <p:cNvSpPr/>
          <p:nvPr/>
        </p:nvSpPr>
        <p:spPr>
          <a:xfrm>
            <a:off x="8408822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92"/>
          <p:cNvSpPr/>
          <p:nvPr/>
        </p:nvSpPr>
        <p:spPr>
          <a:xfrm>
            <a:off x="8947404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93"/>
          <p:cNvSpPr/>
          <p:nvPr/>
        </p:nvSpPr>
        <p:spPr>
          <a:xfrm>
            <a:off x="948598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194"/>
          <p:cNvSpPr/>
          <p:nvPr/>
        </p:nvSpPr>
        <p:spPr>
          <a:xfrm>
            <a:off x="10024567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195"/>
          <p:cNvSpPr/>
          <p:nvPr/>
        </p:nvSpPr>
        <p:spPr>
          <a:xfrm>
            <a:off x="1056314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196"/>
          <p:cNvSpPr/>
          <p:nvPr/>
        </p:nvSpPr>
        <p:spPr>
          <a:xfrm>
            <a:off x="11101730" y="2281149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197"/>
          <p:cNvSpPr/>
          <p:nvPr/>
        </p:nvSpPr>
        <p:spPr>
          <a:xfrm>
            <a:off x="625449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198"/>
          <p:cNvSpPr/>
          <p:nvPr/>
        </p:nvSpPr>
        <p:spPr>
          <a:xfrm>
            <a:off x="6793078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199"/>
          <p:cNvSpPr/>
          <p:nvPr/>
        </p:nvSpPr>
        <p:spPr>
          <a:xfrm>
            <a:off x="733165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200"/>
          <p:cNvSpPr/>
          <p:nvPr/>
        </p:nvSpPr>
        <p:spPr>
          <a:xfrm>
            <a:off x="7870241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201"/>
          <p:cNvSpPr/>
          <p:nvPr/>
        </p:nvSpPr>
        <p:spPr>
          <a:xfrm>
            <a:off x="8408822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202"/>
          <p:cNvSpPr/>
          <p:nvPr/>
        </p:nvSpPr>
        <p:spPr>
          <a:xfrm>
            <a:off x="8947404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203"/>
          <p:cNvSpPr/>
          <p:nvPr/>
        </p:nvSpPr>
        <p:spPr>
          <a:xfrm>
            <a:off x="948598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204"/>
          <p:cNvSpPr/>
          <p:nvPr/>
        </p:nvSpPr>
        <p:spPr>
          <a:xfrm>
            <a:off x="10024567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205"/>
          <p:cNvSpPr/>
          <p:nvPr/>
        </p:nvSpPr>
        <p:spPr>
          <a:xfrm>
            <a:off x="1056314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206"/>
          <p:cNvSpPr/>
          <p:nvPr/>
        </p:nvSpPr>
        <p:spPr>
          <a:xfrm>
            <a:off x="11101730" y="2819730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207"/>
          <p:cNvSpPr/>
          <p:nvPr/>
        </p:nvSpPr>
        <p:spPr>
          <a:xfrm>
            <a:off x="625449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208"/>
          <p:cNvSpPr/>
          <p:nvPr/>
        </p:nvSpPr>
        <p:spPr>
          <a:xfrm>
            <a:off x="6793078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209"/>
          <p:cNvSpPr/>
          <p:nvPr/>
        </p:nvSpPr>
        <p:spPr>
          <a:xfrm>
            <a:off x="733165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210"/>
          <p:cNvSpPr/>
          <p:nvPr/>
        </p:nvSpPr>
        <p:spPr>
          <a:xfrm>
            <a:off x="7870241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211"/>
          <p:cNvSpPr/>
          <p:nvPr/>
        </p:nvSpPr>
        <p:spPr>
          <a:xfrm>
            <a:off x="8408822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212"/>
          <p:cNvSpPr/>
          <p:nvPr/>
        </p:nvSpPr>
        <p:spPr>
          <a:xfrm>
            <a:off x="8947404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213"/>
          <p:cNvSpPr/>
          <p:nvPr/>
        </p:nvSpPr>
        <p:spPr>
          <a:xfrm>
            <a:off x="948598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214"/>
          <p:cNvSpPr/>
          <p:nvPr/>
        </p:nvSpPr>
        <p:spPr>
          <a:xfrm>
            <a:off x="10024567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215"/>
          <p:cNvSpPr/>
          <p:nvPr/>
        </p:nvSpPr>
        <p:spPr>
          <a:xfrm>
            <a:off x="1056314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216"/>
          <p:cNvSpPr/>
          <p:nvPr/>
        </p:nvSpPr>
        <p:spPr>
          <a:xfrm>
            <a:off x="11101730" y="3358312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figure217" descr="10칸씩 3줄 격자에서 줄마다 9칸 색칠, 1칸 빈칸. 색칠 27칸"/>
          <p:cNvSpPr/>
          <p:nvPr/>
        </p:nvSpPr>
        <p:spPr>
          <a:xfrm>
            <a:off x="6254496" y="2281149"/>
            <a:ext cx="5385816" cy="161574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9" name="S06-label21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10칸씩 3줄에 색칠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뛰어 세요</a:t>
            </a:r>
            <a:endParaRPr lang="ko-KR" sz="4400" dirty="0"/>
          </a:p>
        </p:txBody>
      </p:sp>
      <p:sp>
        <p:nvSpPr>
          <p:cNvPr id="3" name="S07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5는 0에서 9씩 5번 뛰어요.</a:t>
            </a:r>
            <a:endParaRPr lang="ko-KR" sz="3200" dirty="0"/>
          </a:p>
        </p:txBody>
      </p:sp>
      <p:sp>
        <p:nvSpPr>
          <p:cNvPr id="4" name="S07-card22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 = 45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36보다 9 커요.</a:t>
            </a:r>
            <a:endParaRPr lang="ko-KR" sz="3200" dirty="0"/>
          </a:p>
        </p:txBody>
      </p:sp>
      <p:sp>
        <p:nvSpPr>
          <p:cNvPr id="6" name="S07-line222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3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4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5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6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1" name="S07-line22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2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3" name="S07-line229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0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2600" dirty="0"/>
          </a:p>
        </p:txBody>
      </p:sp>
      <p:sp>
        <p:nvSpPr>
          <p:cNvPr id="15" name="S07-line231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2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17" name="S07-line233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4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19" name="S07-line235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6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1" name="S07-line23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3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3" name="S07-line239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0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5" name="S07-line24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2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ko-KR" sz="2600" dirty="0"/>
          </a:p>
        </p:txBody>
      </p:sp>
      <p:sp>
        <p:nvSpPr>
          <p:cNvPr id="27" name="S07-mark243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6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4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4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49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2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5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5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58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59" descr="0부터 81까지 9씩 눈금이 있는 수직선에서 0부터 9씩 5번 뛰어 4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9단의 규칙</a:t>
            </a:r>
            <a:endParaRPr lang="ko-KR" sz="4400" dirty="0"/>
          </a:p>
        </p:txBody>
      </p:sp>
      <p:sp>
        <p:nvSpPr>
          <p:cNvPr id="3" name="S08-text2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곱의 두 자리를 봐요.</a:t>
            </a:r>
            <a:endParaRPr lang="ko-KR" sz="3200" dirty="0"/>
          </a:p>
        </p:txBody>
      </p:sp>
      <p:sp>
        <p:nvSpPr>
          <p:cNvPr id="4" name="S08-card2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자리와 일의 자리는 어떻게 바뀌나요?</a:t>
            </a:r>
            <a:endParaRPr lang="ko-KR" sz="3200" dirty="0"/>
          </a:p>
        </p:txBody>
      </p:sp>
      <p:graphicFrame>
        <p:nvGraphicFramePr>
          <p:cNvPr id="9" name="S08-table2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풀어요</a:t>
            </a:r>
            <a:endParaRPr lang="ko-KR" sz="4400" dirty="0"/>
          </a:p>
        </p:txBody>
      </p:sp>
      <p:sp>
        <p:nvSpPr>
          <p:cNvPr id="3" name="S09-text2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야구는 한 팀이 9명이에요. 4팀은 몇 명?</a:t>
            </a:r>
            <a:endParaRPr lang="ko-KR" sz="3200" dirty="0"/>
          </a:p>
        </p:txBody>
      </p:sp>
      <p:sp>
        <p:nvSpPr>
          <p:cNvPr id="4" name="S09-stepno26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9-text26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 명? 9명</a:t>
            </a:r>
            <a:endParaRPr lang="ko-KR" sz="3200" dirty="0"/>
          </a:p>
        </p:txBody>
      </p:sp>
      <p:sp>
        <p:nvSpPr>
          <p:cNvPr id="6" name="S09-stepno26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9-text26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묶음? 4팀</a:t>
            </a:r>
            <a:endParaRPr lang="ko-KR" sz="3200" dirty="0"/>
          </a:p>
        </p:txBody>
      </p:sp>
      <p:sp>
        <p:nvSpPr>
          <p:cNvPr id="8" name="S09-stepno26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9-text270"/>
          <p:cNvSpPr txBox="1"/>
          <p:nvPr/>
        </p:nvSpPr>
        <p:spPr>
          <a:xfrm>
            <a:off x="1325880" y="449427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써요.</a:t>
            </a:r>
            <a:endParaRPr lang="ko-KR" sz="3200" dirty="0"/>
          </a:p>
        </p:txBody>
      </p:sp>
      <p:sp>
        <p:nvSpPr>
          <p:cNvPr id="10" name="S09-eqtext271"/>
          <p:cNvSpPr txBox="1"/>
          <p:nvPr/>
        </p:nvSpPr>
        <p:spPr>
          <a:xfrm>
            <a:off x="6981810" y="449427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</a:t>
            </a:r>
            <a:endParaRPr lang="ko-KR" sz="3200" dirty="0"/>
          </a:p>
        </p:txBody>
      </p:sp>
      <p:sp>
        <p:nvSpPr>
          <p:cNvPr id="11" name="S09-stepno272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273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36명이에요.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곱셈</a:t>
            </a:r>
            <a:endParaRPr lang="ko-KR" sz="4400" dirty="0"/>
          </a:p>
        </p:txBody>
      </p:sp>
      <p:sp>
        <p:nvSpPr>
          <p:cNvPr id="3" name="S10-text2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말하고 답을 구해요.</a:t>
            </a:r>
            <a:endParaRPr lang="ko-KR" sz="3200" dirty="0"/>
          </a:p>
        </p:txBody>
      </p:sp>
      <p:sp>
        <p:nvSpPr>
          <p:cNvPr id="4" name="S10-card2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몇? 몇 묶음?</a:t>
            </a:r>
            <a:endParaRPr lang="ko-KR" sz="3200" dirty="0"/>
          </a:p>
        </p:txBody>
      </p:sp>
      <p:sp>
        <p:nvSpPr>
          <p:cNvPr id="6" name="S10-chip27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27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2주는 며칠일까요?</a:t>
            </a:r>
            <a:endParaRPr lang="ko-KR" sz="3200" dirty="0"/>
          </a:p>
        </p:txBody>
      </p:sp>
      <p:sp>
        <p:nvSpPr>
          <p:cNvPr id="8" name="S10-chip2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28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 3팀은 모두 몇 명일까요?</a:t>
            </a:r>
            <a:endParaRPr lang="ko-KR" sz="3200" dirty="0"/>
          </a:p>
        </p:txBody>
      </p:sp>
      <p:sp>
        <p:nvSpPr>
          <p:cNvPr id="10" name="S10-chip28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28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7개씩 5봉지는 몇 개일까요?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1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4를 10칸씩 4줄(40칸)로 구했어요.</a:t>
            </a:r>
            <a:endParaRPr lang="ko-KR" sz="3200" dirty="0"/>
          </a:p>
        </p:txBody>
      </p:sp>
      <p:sp>
        <p:nvSpPr>
          <p:cNvPr id="5" name="S11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</a:t>
            </a:r>
            <a:endParaRPr lang="ko-KR" sz="2600" dirty="0"/>
          </a:p>
        </p:txBody>
      </p:sp>
      <p:sp>
        <p:nvSpPr>
          <p:cNvPr id="8" name="S11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“1칸 적으니까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40 − 1 = 39예요.”</a:t>
            </a:r>
            <a:endParaRPr lang="ko-KR" sz="3200" dirty="0"/>
          </a:p>
        </p:txBody>
      </p:sp>
      <p:sp>
        <p:nvSpPr>
          <p:cNvPr id="9" name="S11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36</a:t>
            </a:r>
            <a:endParaRPr lang="ko-KR" sz="2600" dirty="0"/>
          </a:p>
        </p:txBody>
      </p:sp>
      <p:sp>
        <p:nvSpPr>
          <p:cNvPr id="10" name="S11-cell290"/>
          <p:cNvSpPr/>
          <p:nvPr/>
        </p:nvSpPr>
        <p:spPr>
          <a:xfrm>
            <a:off x="71300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cell291"/>
          <p:cNvSpPr/>
          <p:nvPr/>
        </p:nvSpPr>
        <p:spPr>
          <a:xfrm>
            <a:off x="74957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1-cell292"/>
          <p:cNvSpPr/>
          <p:nvPr/>
        </p:nvSpPr>
        <p:spPr>
          <a:xfrm>
            <a:off x="78615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cell293"/>
          <p:cNvSpPr/>
          <p:nvPr/>
        </p:nvSpPr>
        <p:spPr>
          <a:xfrm>
            <a:off x="82273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cell294"/>
          <p:cNvSpPr/>
          <p:nvPr/>
        </p:nvSpPr>
        <p:spPr>
          <a:xfrm>
            <a:off x="859307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cell295"/>
          <p:cNvSpPr/>
          <p:nvPr/>
        </p:nvSpPr>
        <p:spPr>
          <a:xfrm>
            <a:off x="89588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96"/>
          <p:cNvSpPr/>
          <p:nvPr/>
        </p:nvSpPr>
        <p:spPr>
          <a:xfrm>
            <a:off x="93245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97"/>
          <p:cNvSpPr/>
          <p:nvPr/>
        </p:nvSpPr>
        <p:spPr>
          <a:xfrm>
            <a:off x="96903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98"/>
          <p:cNvSpPr/>
          <p:nvPr/>
        </p:nvSpPr>
        <p:spPr>
          <a:xfrm>
            <a:off x="100561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99"/>
          <p:cNvSpPr/>
          <p:nvPr/>
        </p:nvSpPr>
        <p:spPr>
          <a:xfrm>
            <a:off x="10421874" y="315899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300"/>
          <p:cNvSpPr/>
          <p:nvPr/>
        </p:nvSpPr>
        <p:spPr>
          <a:xfrm>
            <a:off x="71300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301"/>
          <p:cNvSpPr/>
          <p:nvPr/>
        </p:nvSpPr>
        <p:spPr>
          <a:xfrm>
            <a:off x="74957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cell302"/>
          <p:cNvSpPr/>
          <p:nvPr/>
        </p:nvSpPr>
        <p:spPr>
          <a:xfrm>
            <a:off x="78615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cell303"/>
          <p:cNvSpPr/>
          <p:nvPr/>
        </p:nvSpPr>
        <p:spPr>
          <a:xfrm>
            <a:off x="82273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1-cell304"/>
          <p:cNvSpPr/>
          <p:nvPr/>
        </p:nvSpPr>
        <p:spPr>
          <a:xfrm>
            <a:off x="859307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cell305"/>
          <p:cNvSpPr/>
          <p:nvPr/>
        </p:nvSpPr>
        <p:spPr>
          <a:xfrm>
            <a:off x="89588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1-cell306"/>
          <p:cNvSpPr/>
          <p:nvPr/>
        </p:nvSpPr>
        <p:spPr>
          <a:xfrm>
            <a:off x="93245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cell307"/>
          <p:cNvSpPr/>
          <p:nvPr/>
        </p:nvSpPr>
        <p:spPr>
          <a:xfrm>
            <a:off x="96903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1-cell308"/>
          <p:cNvSpPr/>
          <p:nvPr/>
        </p:nvSpPr>
        <p:spPr>
          <a:xfrm>
            <a:off x="100561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cell309"/>
          <p:cNvSpPr/>
          <p:nvPr/>
        </p:nvSpPr>
        <p:spPr>
          <a:xfrm>
            <a:off x="10421874" y="352475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1-cell310"/>
          <p:cNvSpPr/>
          <p:nvPr/>
        </p:nvSpPr>
        <p:spPr>
          <a:xfrm>
            <a:off x="71300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cell311"/>
          <p:cNvSpPr/>
          <p:nvPr/>
        </p:nvSpPr>
        <p:spPr>
          <a:xfrm>
            <a:off x="74957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1-cell312"/>
          <p:cNvSpPr/>
          <p:nvPr/>
        </p:nvSpPr>
        <p:spPr>
          <a:xfrm>
            <a:off x="78615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cell313"/>
          <p:cNvSpPr/>
          <p:nvPr/>
        </p:nvSpPr>
        <p:spPr>
          <a:xfrm>
            <a:off x="82273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1-cell314"/>
          <p:cNvSpPr/>
          <p:nvPr/>
        </p:nvSpPr>
        <p:spPr>
          <a:xfrm>
            <a:off x="859307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cell315"/>
          <p:cNvSpPr/>
          <p:nvPr/>
        </p:nvSpPr>
        <p:spPr>
          <a:xfrm>
            <a:off x="89588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1-cell316"/>
          <p:cNvSpPr/>
          <p:nvPr/>
        </p:nvSpPr>
        <p:spPr>
          <a:xfrm>
            <a:off x="93245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cell317"/>
          <p:cNvSpPr/>
          <p:nvPr/>
        </p:nvSpPr>
        <p:spPr>
          <a:xfrm>
            <a:off x="96903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1-cell318"/>
          <p:cNvSpPr/>
          <p:nvPr/>
        </p:nvSpPr>
        <p:spPr>
          <a:xfrm>
            <a:off x="100561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cell319"/>
          <p:cNvSpPr/>
          <p:nvPr/>
        </p:nvSpPr>
        <p:spPr>
          <a:xfrm>
            <a:off x="10421874" y="389051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1-cell320"/>
          <p:cNvSpPr/>
          <p:nvPr/>
        </p:nvSpPr>
        <p:spPr>
          <a:xfrm>
            <a:off x="71300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cell321"/>
          <p:cNvSpPr/>
          <p:nvPr/>
        </p:nvSpPr>
        <p:spPr>
          <a:xfrm>
            <a:off x="74957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1-cell322"/>
          <p:cNvSpPr/>
          <p:nvPr/>
        </p:nvSpPr>
        <p:spPr>
          <a:xfrm>
            <a:off x="78615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cell323"/>
          <p:cNvSpPr/>
          <p:nvPr/>
        </p:nvSpPr>
        <p:spPr>
          <a:xfrm>
            <a:off x="82273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1-cell324"/>
          <p:cNvSpPr/>
          <p:nvPr/>
        </p:nvSpPr>
        <p:spPr>
          <a:xfrm>
            <a:off x="859307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1-cell325"/>
          <p:cNvSpPr/>
          <p:nvPr/>
        </p:nvSpPr>
        <p:spPr>
          <a:xfrm>
            <a:off x="89588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1-cell326"/>
          <p:cNvSpPr/>
          <p:nvPr/>
        </p:nvSpPr>
        <p:spPr>
          <a:xfrm>
            <a:off x="93245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1-cell327"/>
          <p:cNvSpPr/>
          <p:nvPr/>
        </p:nvSpPr>
        <p:spPr>
          <a:xfrm>
            <a:off x="96903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1-cell328"/>
          <p:cNvSpPr/>
          <p:nvPr/>
        </p:nvSpPr>
        <p:spPr>
          <a:xfrm>
            <a:off x="100561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1-cell329"/>
          <p:cNvSpPr/>
          <p:nvPr/>
        </p:nvSpPr>
        <p:spPr>
          <a:xfrm>
            <a:off x="10421874" y="425627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1-figure330" descr="10칸씩 4줄 격자에서 줄마다 9칸 색칠, 색칠 36칸"/>
          <p:cNvSpPr/>
          <p:nvPr/>
        </p:nvSpPr>
        <p:spPr>
          <a:xfrm>
            <a:off x="7130034" y="3158998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11-text331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“줄마다 1칸씩: 40 − 4”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2-chip33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eqtext33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□</a:t>
            </a:r>
            <a:endParaRPr lang="ko-KR" sz="3600" dirty="0"/>
          </a:p>
        </p:txBody>
      </p:sp>
      <p:sp>
        <p:nvSpPr>
          <p:cNvPr id="6" name="S12-chip33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eqtext33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6 = □</a:t>
            </a:r>
            <a:endParaRPr lang="ko-KR" sz="3600" dirty="0"/>
          </a:p>
        </p:txBody>
      </p:sp>
      <p:sp>
        <p:nvSpPr>
          <p:cNvPr id="8" name="S12-chip33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33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9명씩 8줄은 몇 명?</a:t>
            </a:r>
            <a:endParaRPr lang="ko-KR" sz="3200" dirty="0"/>
          </a:p>
        </p:txBody>
      </p:sp>
      <p:sp>
        <p:nvSpPr>
          <p:cNvPr id="10" name="S12-chip33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2-text34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6주는 며칠?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4-text3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한 묶음에 7권씩, 9묶음 있어요.</a:t>
            </a:r>
            <a:endParaRPr lang="ko-KR" sz="3200" dirty="0"/>
          </a:p>
        </p:txBody>
      </p:sp>
      <p:sp>
        <p:nvSpPr>
          <p:cNvPr id="4" name="S14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고르고, 모두 몇 권인지 말해요.</a:t>
            </a:r>
            <a:endParaRPr lang="ko-KR" sz="3200" dirty="0"/>
          </a:p>
        </p:txBody>
      </p:sp>
      <p:sp>
        <p:nvSpPr>
          <p:cNvPr id="6" name="S14-chip34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34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34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+ 9</a:t>
            </a:r>
            <a:endParaRPr lang="ko-KR" sz="3200" dirty="0"/>
          </a:p>
        </p:txBody>
      </p:sp>
      <p:sp>
        <p:nvSpPr>
          <p:cNvPr id="9" name="S14-chip34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34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34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9</a:t>
            </a:r>
            <a:endParaRPr lang="ko-KR" sz="3200" dirty="0"/>
          </a:p>
        </p:txBody>
      </p:sp>
      <p:sp>
        <p:nvSpPr>
          <p:cNvPr id="12" name="S14-chip35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35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35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35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35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곱은 아는 곱으로 나누어 구해요.</a:t>
            </a:r>
            <a:endParaRPr lang="ko-KR" sz="3200" dirty="0"/>
          </a:p>
        </p:txBody>
      </p:sp>
      <p:sp>
        <p:nvSpPr>
          <p:cNvPr id="5" name="S15-chip35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묶음에 몇? 몇 묶음?</a:t>
            </a:r>
            <a:endParaRPr lang="ko-KR" sz="2600" dirty="0"/>
          </a:p>
        </p:txBody>
      </p:sp>
      <p:sp>
        <p:nvSpPr>
          <p:cNvPr id="6" name="S15-chip35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9단에서 1만 빼기</a:t>
            </a:r>
            <a:endParaRPr lang="ko-KR" sz="2600" dirty="0"/>
          </a:p>
        </p:txBody>
      </p:sp>
      <p:sp>
        <p:nvSpPr>
          <p:cNvPr id="7" name="S15-text35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eqtext35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 × 7 = □</a:t>
            </a:r>
            <a:endParaRPr lang="ko-KR" sz="3000" dirty="0"/>
          </a:p>
        </p:txBody>
      </p:sp>
      <p:sp>
        <p:nvSpPr>
          <p:cNvPr id="9" name="S15-eqtext35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× 4 = □</a:t>
            </a:r>
            <a:endParaRPr lang="ko-KR" sz="3000" dirty="0"/>
          </a:p>
        </p:txBody>
      </p:sp>
      <p:sp>
        <p:nvSpPr>
          <p:cNvPr id="10" name="S15-eqtext36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× 9 = □</a:t>
            </a:r>
            <a:endParaRPr lang="ko-KR" sz="3000" dirty="0"/>
          </a:p>
        </p:txBody>
      </p:sp>
      <p:sp>
        <p:nvSpPr>
          <p:cNvPr id="11" name="S15-text36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1과 0의 곱, 곱셈표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5씩, 2씩</a:t>
            </a:r>
            <a:endParaRPr lang="ko-KR" sz="4400" dirty="0"/>
          </a:p>
        </p:txBody>
      </p:sp>
      <p:sp>
        <p:nvSpPr>
          <p:cNvPr id="3" name="S16-text3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4번, 2씩 4번 뛰어 세어요.</a:t>
            </a:r>
            <a:endParaRPr lang="ko-KR" sz="3200" dirty="0"/>
          </a:p>
        </p:txBody>
      </p:sp>
      <p:sp>
        <p:nvSpPr>
          <p:cNvPr id="4" name="S16-card36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36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20, 2 × 4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더하면 7 × 4 = 28이에요.</a:t>
            </a:r>
            <a:endParaRPr lang="ko-KR" sz="3200" dirty="0"/>
          </a:p>
        </p:txBody>
      </p:sp>
      <p:sp>
        <p:nvSpPr>
          <p:cNvPr id="6" name="S16-line365"/>
          <p:cNvSpPr/>
          <p:nvPr/>
        </p:nvSpPr>
        <p:spPr>
          <a:xfrm>
            <a:off x="685800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6-line366"/>
          <p:cNvSpPr/>
          <p:nvPr/>
        </p:nvSpPr>
        <p:spPr>
          <a:xfrm>
            <a:off x="96012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6-label367"/>
          <p:cNvSpPr txBox="1"/>
          <p:nvPr/>
        </p:nvSpPr>
        <p:spPr>
          <a:xfrm>
            <a:off x="50292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6-line368"/>
          <p:cNvSpPr/>
          <p:nvPr/>
        </p:nvSpPr>
        <p:spPr>
          <a:xfrm>
            <a:off x="210083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369"/>
          <p:cNvSpPr txBox="1"/>
          <p:nvPr/>
        </p:nvSpPr>
        <p:spPr>
          <a:xfrm>
            <a:off x="1643634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16-line370"/>
          <p:cNvSpPr/>
          <p:nvPr/>
        </p:nvSpPr>
        <p:spPr>
          <a:xfrm>
            <a:off x="32415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371"/>
          <p:cNvSpPr txBox="1"/>
          <p:nvPr/>
        </p:nvSpPr>
        <p:spPr>
          <a:xfrm>
            <a:off x="278434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372"/>
          <p:cNvSpPr/>
          <p:nvPr/>
        </p:nvSpPr>
        <p:spPr>
          <a:xfrm>
            <a:off x="438226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373"/>
          <p:cNvSpPr txBox="1"/>
          <p:nvPr/>
        </p:nvSpPr>
        <p:spPr>
          <a:xfrm>
            <a:off x="392506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16-line374"/>
          <p:cNvSpPr/>
          <p:nvPr/>
        </p:nvSpPr>
        <p:spPr>
          <a:xfrm>
            <a:off x="5522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375"/>
          <p:cNvSpPr txBox="1"/>
          <p:nvPr/>
        </p:nvSpPr>
        <p:spPr>
          <a:xfrm>
            <a:off x="5065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16-mark376"/>
          <p:cNvSpPr/>
          <p:nvPr/>
        </p:nvSpPr>
        <p:spPr>
          <a:xfrm>
            <a:off x="5431536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8" name="S16-line377"/>
          <p:cNvSpPr/>
          <p:nvPr/>
        </p:nvSpPr>
        <p:spPr>
          <a:xfrm flipV="1">
            <a:off x="96012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9" name="S16-line378"/>
          <p:cNvSpPr/>
          <p:nvPr/>
        </p:nvSpPr>
        <p:spPr>
          <a:xfrm>
            <a:off x="960120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16-line379"/>
          <p:cNvSpPr/>
          <p:nvPr/>
        </p:nvSpPr>
        <p:spPr>
          <a:xfrm flipV="1">
            <a:off x="210083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16-line380"/>
          <p:cNvSpPr/>
          <p:nvPr/>
        </p:nvSpPr>
        <p:spPr>
          <a:xfrm>
            <a:off x="2100834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16-line381"/>
          <p:cNvSpPr/>
          <p:nvPr/>
        </p:nvSpPr>
        <p:spPr>
          <a:xfrm flipV="1">
            <a:off x="324154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3" name="S16-line382"/>
          <p:cNvSpPr/>
          <p:nvPr/>
        </p:nvSpPr>
        <p:spPr>
          <a:xfrm>
            <a:off x="3241548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16-line383"/>
          <p:cNvSpPr/>
          <p:nvPr/>
        </p:nvSpPr>
        <p:spPr>
          <a:xfrm flipV="1">
            <a:off x="4382262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5" name="S16-line384"/>
          <p:cNvSpPr/>
          <p:nvPr/>
        </p:nvSpPr>
        <p:spPr>
          <a:xfrm>
            <a:off x="4382262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16-figure385" descr="0부터 20까지 5씩 눈금 수직선에서 5씩 4번 뛰어 20에 닿는 화살표"/>
          <p:cNvSpPr/>
          <p:nvPr/>
        </p:nvSpPr>
        <p:spPr>
          <a:xfrm>
            <a:off x="685800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16-label3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8" name="S16-line387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9" name="S16-line388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389"/>
          <p:cNvSpPr txBox="1"/>
          <p:nvPr/>
        </p:nvSpPr>
        <p:spPr>
          <a:xfrm>
            <a:off x="6208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31" name="S16-line390"/>
          <p:cNvSpPr/>
          <p:nvPr/>
        </p:nvSpPr>
        <p:spPr>
          <a:xfrm>
            <a:off x="7578547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6-label391"/>
          <p:cNvSpPr txBox="1"/>
          <p:nvPr/>
        </p:nvSpPr>
        <p:spPr>
          <a:xfrm>
            <a:off x="7121347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3" name="S16-line392"/>
          <p:cNvSpPr/>
          <p:nvPr/>
        </p:nvSpPr>
        <p:spPr>
          <a:xfrm>
            <a:off x="849111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6-label393"/>
          <p:cNvSpPr txBox="1"/>
          <p:nvPr/>
        </p:nvSpPr>
        <p:spPr>
          <a:xfrm>
            <a:off x="803391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5" name="S16-line394"/>
          <p:cNvSpPr/>
          <p:nvPr/>
        </p:nvSpPr>
        <p:spPr>
          <a:xfrm>
            <a:off x="940369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6-label395"/>
          <p:cNvSpPr txBox="1"/>
          <p:nvPr/>
        </p:nvSpPr>
        <p:spPr>
          <a:xfrm>
            <a:off x="894649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37" name="S16-line396"/>
          <p:cNvSpPr/>
          <p:nvPr/>
        </p:nvSpPr>
        <p:spPr>
          <a:xfrm>
            <a:off x="10316261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6-label397"/>
          <p:cNvSpPr txBox="1"/>
          <p:nvPr/>
        </p:nvSpPr>
        <p:spPr>
          <a:xfrm>
            <a:off x="9859061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9" name="S16-line398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6-label399"/>
          <p:cNvSpPr txBox="1"/>
          <p:nvPr/>
        </p:nvSpPr>
        <p:spPr>
          <a:xfrm>
            <a:off x="1077163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41" name="S16-mark400"/>
          <p:cNvSpPr/>
          <p:nvPr/>
        </p:nvSpPr>
        <p:spPr>
          <a:xfrm>
            <a:off x="10224821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16-line401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16-line402"/>
          <p:cNvSpPr/>
          <p:nvPr/>
        </p:nvSpPr>
        <p:spPr>
          <a:xfrm>
            <a:off x="6665976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16-line403"/>
          <p:cNvSpPr/>
          <p:nvPr/>
        </p:nvSpPr>
        <p:spPr>
          <a:xfrm flipV="1">
            <a:off x="7578547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16-line404"/>
          <p:cNvSpPr/>
          <p:nvPr/>
        </p:nvSpPr>
        <p:spPr>
          <a:xfrm>
            <a:off x="7578547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16-line405"/>
          <p:cNvSpPr/>
          <p:nvPr/>
        </p:nvSpPr>
        <p:spPr>
          <a:xfrm flipV="1">
            <a:off x="849111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406"/>
          <p:cNvSpPr/>
          <p:nvPr/>
        </p:nvSpPr>
        <p:spPr>
          <a:xfrm>
            <a:off x="8491118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ine407"/>
          <p:cNvSpPr/>
          <p:nvPr/>
        </p:nvSpPr>
        <p:spPr>
          <a:xfrm flipV="1">
            <a:off x="940369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16-line408"/>
          <p:cNvSpPr/>
          <p:nvPr/>
        </p:nvSpPr>
        <p:spPr>
          <a:xfrm>
            <a:off x="9403690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16-figure409" descr="0부터 10까지 2씩 눈금 수직선에서 2씩 4번 뛰어 8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16-label41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7단과 9단</dc:title>
  <dc:subject>KR22-G02-MAT-TIMES79-L01</dc:subject>
  <dc:creator>education-ppt</dc:creator>
  <cp:lastModifiedBy>education-ppt</cp:lastModifiedBy>
  <cp:revision>1</cp:revision>
  <dcterms:created xsi:type="dcterms:W3CDTF">2026-10-26T07:09:39Z</dcterms:created>
  <dcterms:modified xsi:type="dcterms:W3CDTF">2026-10-26T07:09:39Z</dcterms:modified>
</cp:coreProperties>
</file>