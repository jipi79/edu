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4d5d5e1-9345-b666-f238-c27dec61cf06}">
          <p14:sldIdLst>
            <p14:sldId id="256"/>
            <p14:sldId id="257"/>
          </p14:sldIdLst>
        </p14:section>
        <p14:section name="개념" id="{b9b4e4c8-11b6-c435-9476-712670c3cba5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1e3abff5-26f9-33aa-b2e8-2d0115c6eab4}">
          <p14:sldIdLst>
            <p14:sldId id="261"/>
            <p14:sldId id="262"/>
            <p14:sldId id="265"/>
          </p14:sldIdLst>
        </p14:section>
        <p14:section name="개념" id="{704f340a-83a8-9c35-1f6b-d018289ef620}">
          <p14:sldIdLst/>
        </p14:section>
        <p14:section name="연습" id="{8b3e6199-11b7-9e09-9e9e-fa8ff84366e4}">
          <p14:sldIdLst/>
        </p14:section>
        <p14:section name="확인" id="{38739b50-84ef-d795-dbe4-fc4e12979c44}">
          <p14:sldIdLst>
            <p14:sldId id="266"/>
            <p14:sldId id="267"/>
          </p14:sldIdLst>
        </p14:section>
        <p14:section name="정리" id="{bb589700-8440-296b-8751-753aead8dd5b}">
          <p14:sldIdLst>
            <p14:sldId id="268"/>
          </p14:sldIdLst>
        </p14:section>
        <p14:section name="보충" id="{167bd193-c341-64a6-0568-de066974c8e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덧셈과 뺄셈의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덧셈과 뺄셈의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덧셈과 뺄셈의 관계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덧셈과 뺄셈의 관계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덧셈식을 뺄셈식으로 바꿀 수 있을까?</a:t>
            </a:r>
            <a:endParaRPr lang="ko-KR" sz="3200" dirty="0"/>
          </a:p>
        </p:txBody>
      </p:sp>
      <p:sp>
        <p:nvSpPr>
          <p:cNvPr id="4" name="S01-line1"/>
          <p:cNvSpPr/>
          <p:nvPr/>
        </p:nvSpPr>
        <p:spPr>
          <a:xfrm flipH="1">
            <a:off x="8302752" y="1600200"/>
            <a:ext cx="1344168" cy="1005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1600200"/>
            <a:ext cx="1344168" cy="100584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1-figure3" descr="14를 8과 6으로 가르기"/>
          <p:cNvSpPr txBox="1"/>
          <p:nvPr/>
        </p:nvSpPr>
        <p:spPr>
          <a:xfrm>
            <a:off x="9166860" y="64008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3800" dirty="0"/>
          </a:p>
        </p:txBody>
      </p:sp>
      <p:sp>
        <p:nvSpPr>
          <p:cNvPr id="7" name="S01-bondpart4"/>
          <p:cNvSpPr txBox="1"/>
          <p:nvPr/>
        </p:nvSpPr>
        <p:spPr>
          <a:xfrm>
            <a:off x="7822692" y="260604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800" dirty="0"/>
          </a:p>
        </p:txBody>
      </p:sp>
      <p:sp>
        <p:nvSpPr>
          <p:cNvPr id="8" name="S01-bondpart5"/>
          <p:cNvSpPr txBox="1"/>
          <p:nvPr/>
        </p:nvSpPr>
        <p:spPr>
          <a:xfrm>
            <a:off x="10511028" y="260604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800" dirty="0"/>
          </a:p>
        </p:txBody>
      </p:sp>
      <p:sp>
        <p:nvSpPr>
          <p:cNvPr id="9" name="S01-card6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0" name="S01-cardtext7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덧셈식과 뺄셈식을 서로 바꿔요.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□의 값을 구해요.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9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+ 18 = □</a:t>
            </a:r>
            <a:endParaRPr lang="ko-KR" sz="3600" dirty="0"/>
          </a:p>
        </p:txBody>
      </p:sp>
      <p:sp>
        <p:nvSpPr>
          <p:cNvPr id="5" name="S02-chip1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11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52 − 18 = □</a:t>
            </a:r>
            <a:endParaRPr lang="ko-KR" sz="3600" dirty="0"/>
          </a:p>
        </p:txBody>
      </p:sp>
      <p:sp>
        <p:nvSpPr>
          <p:cNvPr id="7" name="S02-chip1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13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52 − 34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수의 관계</a:t>
            </a:r>
            <a:endParaRPr lang="ko-KR" sz="4400" dirty="0"/>
          </a:p>
        </p:txBody>
      </p:sp>
      <p:sp>
        <p:nvSpPr>
          <p:cNvPr id="3" name="S03-text1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 14개를 8개와 6개로 갈랐어요.</a:t>
            </a:r>
            <a:endParaRPr lang="ko-KR" sz="3200" dirty="0"/>
          </a:p>
        </p:txBody>
      </p:sp>
      <p:sp>
        <p:nvSpPr>
          <p:cNvPr id="4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수로 덧셈식과 뺄셈식을 만들어요.</a:t>
            </a:r>
            <a:endParaRPr lang="ko-KR" sz="3200" dirty="0"/>
          </a:p>
        </p:txBody>
      </p:sp>
      <p:sp>
        <p:nvSpPr>
          <p:cNvPr id="6" name="S03-line17"/>
          <p:cNvSpPr/>
          <p:nvPr/>
        </p:nvSpPr>
        <p:spPr>
          <a:xfrm flipH="1">
            <a:off x="1617802" y="303809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3-line18"/>
          <p:cNvSpPr/>
          <p:nvPr/>
        </p:nvSpPr>
        <p:spPr>
          <a:xfrm>
            <a:off x="2961970" y="3038094"/>
            <a:ext cx="1344168" cy="1056132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3-figure19" descr="14를 8과 6으로 가르기"/>
          <p:cNvSpPr txBox="1"/>
          <p:nvPr/>
        </p:nvSpPr>
        <p:spPr>
          <a:xfrm>
            <a:off x="2481910" y="2077974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3800" dirty="0"/>
          </a:p>
        </p:txBody>
      </p:sp>
      <p:sp>
        <p:nvSpPr>
          <p:cNvPr id="9" name="S03-bondpart20"/>
          <p:cNvSpPr txBox="1"/>
          <p:nvPr/>
        </p:nvSpPr>
        <p:spPr>
          <a:xfrm>
            <a:off x="1137742" y="409422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800" dirty="0"/>
          </a:p>
        </p:txBody>
      </p:sp>
      <p:sp>
        <p:nvSpPr>
          <p:cNvPr id="10" name="S03-bondpart21"/>
          <p:cNvSpPr txBox="1"/>
          <p:nvPr/>
        </p:nvSpPr>
        <p:spPr>
          <a:xfrm>
            <a:off x="3826078" y="4094226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800" dirty="0"/>
          </a:p>
        </p:txBody>
      </p:sp>
      <p:sp>
        <p:nvSpPr>
          <p:cNvPr id="11" name="S03-card22"/>
          <p:cNvSpPr/>
          <p:nvPr/>
        </p:nvSpPr>
        <p:spPr>
          <a:xfrm>
            <a:off x="5741060" y="203454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23"/>
          <p:cNvSpPr txBox="1"/>
          <p:nvPr/>
        </p:nvSpPr>
        <p:spPr>
          <a:xfrm>
            <a:off x="6015380" y="217170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+ 6 = 14</a:t>
            </a:r>
            <a:endParaRPr lang="ko-KR" sz="3200" dirty="0"/>
          </a:p>
        </p:txBody>
      </p:sp>
      <p:sp>
        <p:nvSpPr>
          <p:cNvPr id="13" name="S03-card24"/>
          <p:cNvSpPr/>
          <p:nvPr/>
        </p:nvSpPr>
        <p:spPr>
          <a:xfrm>
            <a:off x="5741060" y="313182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25"/>
          <p:cNvSpPr txBox="1"/>
          <p:nvPr/>
        </p:nvSpPr>
        <p:spPr>
          <a:xfrm>
            <a:off x="6015380" y="326898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14 − 6 = 8</a:t>
            </a:r>
            <a:endParaRPr lang="ko-KR" sz="3200" dirty="0"/>
          </a:p>
        </p:txBody>
      </p:sp>
      <p:sp>
        <p:nvSpPr>
          <p:cNvPr id="15" name="S03-card26"/>
          <p:cNvSpPr/>
          <p:nvPr/>
        </p:nvSpPr>
        <p:spPr>
          <a:xfrm>
            <a:off x="5741060" y="422910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03-cardtext27"/>
          <p:cNvSpPr txBox="1"/>
          <p:nvPr/>
        </p:nvSpPr>
        <p:spPr>
          <a:xfrm>
            <a:off x="6015380" y="436626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14 − 8 = 6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덧셈식을 뺄셈식으로</a:t>
            </a:r>
            <a:endParaRPr lang="ko-KR" sz="4400" dirty="0"/>
          </a:p>
        </p:txBody>
      </p:sp>
      <p:sp>
        <p:nvSpPr>
          <p:cNvPr id="3" name="S04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42가 뺄셈식 맨 앞에 와요.</a:t>
            </a:r>
            <a:endParaRPr lang="ko-KR" sz="3200" dirty="0"/>
          </a:p>
        </p:txBody>
      </p:sp>
      <p:sp>
        <p:nvSpPr>
          <p:cNvPr id="5" name="S04-eqtext30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+ 17 = 42</a:t>
            </a:r>
            <a:endParaRPr lang="ko-KR" sz="3600" dirty="0"/>
          </a:p>
        </p:txBody>
      </p:sp>
      <p:sp>
        <p:nvSpPr>
          <p:cNvPr id="6" name="S04-line31"/>
          <p:cNvSpPr/>
          <p:nvPr/>
        </p:nvSpPr>
        <p:spPr>
          <a:xfrm flipH="1">
            <a:off x="8365480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4-line32"/>
          <p:cNvSpPr/>
          <p:nvPr/>
        </p:nvSpPr>
        <p:spPr>
          <a:xfrm>
            <a:off x="9709648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4-figure33" descr="42를 25와 17로 가르기"/>
          <p:cNvSpPr txBox="1"/>
          <p:nvPr/>
        </p:nvSpPr>
        <p:spPr>
          <a:xfrm>
            <a:off x="9229588" y="260604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</a:t>
            </a:r>
            <a:endParaRPr lang="ko-KR" sz="3800" dirty="0"/>
          </a:p>
        </p:txBody>
      </p:sp>
      <p:sp>
        <p:nvSpPr>
          <p:cNvPr id="9" name="S04-bondpart34"/>
          <p:cNvSpPr txBox="1"/>
          <p:nvPr/>
        </p:nvSpPr>
        <p:spPr>
          <a:xfrm>
            <a:off x="788542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3800" dirty="0"/>
          </a:p>
        </p:txBody>
      </p:sp>
      <p:sp>
        <p:nvSpPr>
          <p:cNvPr id="10" name="S04-bondpart35"/>
          <p:cNvSpPr txBox="1"/>
          <p:nvPr/>
        </p:nvSpPr>
        <p:spPr>
          <a:xfrm>
            <a:off x="10573756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3800" dirty="0"/>
          </a:p>
        </p:txBody>
      </p:sp>
      <p:sp>
        <p:nvSpPr>
          <p:cNvPr id="11" name="S04-stepno36"/>
          <p:cNvSpPr txBox="1"/>
          <p:nvPr/>
        </p:nvSpPr>
        <p:spPr>
          <a:xfrm>
            <a:off x="548640" y="2835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4-text37"/>
          <p:cNvSpPr txBox="1"/>
          <p:nvPr/>
        </p:nvSpPr>
        <p:spPr>
          <a:xfrm>
            <a:off x="1325880" y="2789428"/>
            <a:ext cx="3204219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42에서 17을 빼면</a:t>
            </a:r>
            <a:endParaRPr lang="ko-KR" sz="3200" dirty="0"/>
          </a:p>
        </p:txBody>
      </p:sp>
      <p:sp>
        <p:nvSpPr>
          <p:cNvPr id="13" name="S04-eqtext38"/>
          <p:cNvSpPr txBox="1"/>
          <p:nvPr/>
        </p:nvSpPr>
        <p:spPr>
          <a:xfrm>
            <a:off x="4530099" y="2789428"/>
            <a:ext cx="28831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42 − 17 = 25</a:t>
            </a:r>
            <a:endParaRPr lang="ko-KR" sz="3200" dirty="0"/>
          </a:p>
        </p:txBody>
      </p:sp>
      <p:sp>
        <p:nvSpPr>
          <p:cNvPr id="14" name="S04-stepno39"/>
          <p:cNvSpPr txBox="1"/>
          <p:nvPr/>
        </p:nvSpPr>
        <p:spPr>
          <a:xfrm>
            <a:off x="548640" y="39913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4-text40"/>
          <p:cNvSpPr txBox="1"/>
          <p:nvPr/>
        </p:nvSpPr>
        <p:spPr>
          <a:xfrm>
            <a:off x="1325880" y="3945636"/>
            <a:ext cx="3204219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42에서 25를 빼면</a:t>
            </a:r>
            <a:endParaRPr lang="ko-KR" sz="3200" dirty="0"/>
          </a:p>
        </p:txBody>
      </p:sp>
      <p:sp>
        <p:nvSpPr>
          <p:cNvPr id="16" name="S04-eqtext41"/>
          <p:cNvSpPr txBox="1"/>
          <p:nvPr/>
        </p:nvSpPr>
        <p:spPr>
          <a:xfrm>
            <a:off x="4530099" y="3945636"/>
            <a:ext cx="28831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42 − 25 = 17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뺄셈식을 덧셈식으로</a:t>
            </a:r>
            <a:endParaRPr lang="ko-KR" sz="4400" dirty="0"/>
          </a:p>
        </p:txBody>
      </p:sp>
      <p:sp>
        <p:nvSpPr>
          <p:cNvPr id="3" name="S05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뺄셈식의 맨 앞 수가 전체예요.</a:t>
            </a:r>
            <a:endParaRPr lang="ko-KR" sz="3200" dirty="0"/>
          </a:p>
        </p:txBody>
      </p:sp>
      <p:sp>
        <p:nvSpPr>
          <p:cNvPr id="5" name="S05-eqtext44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30 − 12 = 18</a:t>
            </a:r>
            <a:endParaRPr lang="ko-KR" sz="3600" dirty="0"/>
          </a:p>
        </p:txBody>
      </p:sp>
      <p:sp>
        <p:nvSpPr>
          <p:cNvPr id="6" name="S05-line45"/>
          <p:cNvSpPr/>
          <p:nvPr/>
        </p:nvSpPr>
        <p:spPr>
          <a:xfrm flipH="1">
            <a:off x="8365480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5-line46"/>
          <p:cNvSpPr/>
          <p:nvPr/>
        </p:nvSpPr>
        <p:spPr>
          <a:xfrm>
            <a:off x="9709648" y="3566160"/>
            <a:ext cx="1344168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5-figure47" descr="30을 12와 18로 가르기"/>
          <p:cNvSpPr txBox="1"/>
          <p:nvPr/>
        </p:nvSpPr>
        <p:spPr>
          <a:xfrm>
            <a:off x="9229588" y="2606040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ko-KR" sz="3800" dirty="0"/>
          </a:p>
        </p:txBody>
      </p:sp>
      <p:sp>
        <p:nvSpPr>
          <p:cNvPr id="9" name="S05-bondpart48"/>
          <p:cNvSpPr txBox="1"/>
          <p:nvPr/>
        </p:nvSpPr>
        <p:spPr>
          <a:xfrm>
            <a:off x="7885420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800" dirty="0"/>
          </a:p>
        </p:txBody>
      </p:sp>
      <p:sp>
        <p:nvSpPr>
          <p:cNvPr id="10" name="S05-bondpart49"/>
          <p:cNvSpPr txBox="1"/>
          <p:nvPr/>
        </p:nvSpPr>
        <p:spPr>
          <a:xfrm>
            <a:off x="10573756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800" dirty="0"/>
          </a:p>
        </p:txBody>
      </p:sp>
      <p:sp>
        <p:nvSpPr>
          <p:cNvPr id="11" name="S05-stepno50"/>
          <p:cNvSpPr txBox="1"/>
          <p:nvPr/>
        </p:nvSpPr>
        <p:spPr>
          <a:xfrm>
            <a:off x="548640" y="30566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5-text51"/>
          <p:cNvSpPr txBox="1"/>
          <p:nvPr/>
        </p:nvSpPr>
        <p:spPr>
          <a:xfrm>
            <a:off x="1325880" y="3010916"/>
            <a:ext cx="3204219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18과 12를 더하면</a:t>
            </a:r>
            <a:endParaRPr lang="ko-KR" sz="3200" dirty="0"/>
          </a:p>
        </p:txBody>
      </p:sp>
      <p:sp>
        <p:nvSpPr>
          <p:cNvPr id="13" name="S05-eqtext52"/>
          <p:cNvSpPr txBox="1"/>
          <p:nvPr/>
        </p:nvSpPr>
        <p:spPr>
          <a:xfrm>
            <a:off x="4530099" y="3010916"/>
            <a:ext cx="28831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+ 12 = 30</a:t>
            </a:r>
            <a:endParaRPr lang="ko-KR" sz="3200" dirty="0"/>
          </a:p>
        </p:txBody>
      </p:sp>
      <p:sp>
        <p:nvSpPr>
          <p:cNvPr id="14" name="S05-stepno53"/>
          <p:cNvSpPr txBox="1"/>
          <p:nvPr/>
        </p:nvSpPr>
        <p:spPr>
          <a:xfrm>
            <a:off x="548640" y="4167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5" name="S05-text54"/>
          <p:cNvSpPr txBox="1"/>
          <p:nvPr/>
        </p:nvSpPr>
        <p:spPr>
          <a:xfrm>
            <a:off x="1325880" y="4167124"/>
            <a:ext cx="32042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순서를 바꾸어도</a:t>
            </a:r>
            <a:endParaRPr lang="ko-KR" sz="3200" dirty="0"/>
          </a:p>
        </p:txBody>
      </p:sp>
      <p:sp>
        <p:nvSpPr>
          <p:cNvPr id="16" name="S05-eqtext55"/>
          <p:cNvSpPr txBox="1"/>
          <p:nvPr/>
        </p:nvSpPr>
        <p:spPr>
          <a:xfrm>
            <a:off x="4530099" y="4167124"/>
            <a:ext cx="2883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+ 18 = 30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바꾸어 써요</a:t>
            </a:r>
            <a:endParaRPr lang="ko-KR" sz="4400" dirty="0"/>
          </a:p>
        </p:txBody>
      </p:sp>
      <p:sp>
        <p:nvSpPr>
          <p:cNvPr id="3" name="S06-text56"/>
          <p:cNvSpPr txBox="1"/>
          <p:nvPr/>
        </p:nvSpPr>
        <p:spPr>
          <a:xfrm>
            <a:off x="548640" y="1325880"/>
            <a:ext cx="1109167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덧셈식은 뺄셈식 2개로,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뺄셈식은 덧셈식 2개로 바꿔요.</a:t>
            </a:r>
            <a:endParaRPr lang="ko-KR" sz="3200" dirty="0"/>
          </a:p>
        </p:txBody>
      </p:sp>
      <p:sp>
        <p:nvSpPr>
          <p:cNvPr id="4" name="S06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뺄셈식 맨 앞에 써요.</a:t>
            </a:r>
            <a:endParaRPr lang="ko-KR" sz="3200" dirty="0"/>
          </a:p>
        </p:txBody>
      </p:sp>
      <p:sp>
        <p:nvSpPr>
          <p:cNvPr id="6" name="S06-line59"/>
          <p:cNvSpPr/>
          <p:nvPr/>
        </p:nvSpPr>
        <p:spPr>
          <a:xfrm flipH="1">
            <a:off x="7733051" y="3375935"/>
            <a:ext cx="1225783" cy="35022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6-line60"/>
          <p:cNvSpPr/>
          <p:nvPr/>
        </p:nvSpPr>
        <p:spPr>
          <a:xfrm>
            <a:off x="8958834" y="3375935"/>
            <a:ext cx="1225783" cy="35022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6-figure61" descr="16을 9와 7로 가르기"/>
          <p:cNvSpPr txBox="1"/>
          <p:nvPr/>
        </p:nvSpPr>
        <p:spPr>
          <a:xfrm>
            <a:off x="8521054" y="2500376"/>
            <a:ext cx="875559" cy="875559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3400" dirty="0"/>
          </a:p>
        </p:txBody>
      </p:sp>
      <p:sp>
        <p:nvSpPr>
          <p:cNvPr id="9" name="S06-bondpart62"/>
          <p:cNvSpPr txBox="1"/>
          <p:nvPr/>
        </p:nvSpPr>
        <p:spPr>
          <a:xfrm>
            <a:off x="7295272" y="3726159"/>
            <a:ext cx="875559" cy="875559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0" name="S06-bondpart63"/>
          <p:cNvSpPr txBox="1"/>
          <p:nvPr/>
        </p:nvSpPr>
        <p:spPr>
          <a:xfrm>
            <a:off x="9746837" y="3726159"/>
            <a:ext cx="875559" cy="875559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1" name="S06-label64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①의 세 수</a:t>
            </a:r>
            <a:endParaRPr lang="ko-KR" sz="2600" dirty="0"/>
          </a:p>
        </p:txBody>
      </p:sp>
      <p:sp>
        <p:nvSpPr>
          <p:cNvPr id="12" name="S06-chip65"/>
          <p:cNvSpPr txBox="1"/>
          <p:nvPr/>
        </p:nvSpPr>
        <p:spPr>
          <a:xfrm>
            <a:off x="548640" y="2592663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13" name="S06-eqtext66"/>
          <p:cNvSpPr txBox="1"/>
          <p:nvPr/>
        </p:nvSpPr>
        <p:spPr>
          <a:xfrm>
            <a:off x="1344168" y="2500376"/>
            <a:ext cx="4567428" cy="75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+ 7 = 16</a:t>
            </a:r>
            <a:endParaRPr lang="ko-KR" sz="3600" dirty="0"/>
          </a:p>
        </p:txBody>
      </p:sp>
      <p:sp>
        <p:nvSpPr>
          <p:cNvPr id="14" name="S06-chip67"/>
          <p:cNvSpPr txBox="1"/>
          <p:nvPr/>
        </p:nvSpPr>
        <p:spPr>
          <a:xfrm>
            <a:off x="548640" y="352704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" name="S06-eqtext68"/>
          <p:cNvSpPr txBox="1"/>
          <p:nvPr/>
        </p:nvSpPr>
        <p:spPr>
          <a:xfrm>
            <a:off x="1344168" y="3434757"/>
            <a:ext cx="4567428" cy="75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35 − 16 = 19</a:t>
            </a:r>
            <a:endParaRPr lang="ko-KR" sz="3600" dirty="0"/>
          </a:p>
        </p:txBody>
      </p:sp>
      <p:sp>
        <p:nvSpPr>
          <p:cNvPr id="16" name="S06-chip69"/>
          <p:cNvSpPr txBox="1"/>
          <p:nvPr/>
        </p:nvSpPr>
        <p:spPr>
          <a:xfrm>
            <a:off x="548640" y="4461425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7" name="S06-eqtext70"/>
          <p:cNvSpPr txBox="1"/>
          <p:nvPr/>
        </p:nvSpPr>
        <p:spPr>
          <a:xfrm>
            <a:off x="1344168" y="4369139"/>
            <a:ext cx="4567428" cy="7515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48 + 26 = 74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7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7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+ 7 = 16을 뺄셈식으로 바꾸었어요.</a:t>
            </a:r>
            <a:endParaRPr lang="ko-KR" sz="3200" dirty="0"/>
          </a:p>
        </p:txBody>
      </p:sp>
      <p:sp>
        <p:nvSpPr>
          <p:cNvPr id="5" name="S07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7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7-eqtext7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9 − 7 = 16</a:t>
            </a:r>
            <a:endParaRPr lang="ko-KR" sz="3600" dirty="0"/>
          </a:p>
        </p:txBody>
      </p:sp>
      <p:sp>
        <p:nvSpPr>
          <p:cNvPr id="9" name="S07-chip7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07-eqtext7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16 − 7 = 9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□의 값 구하기</a:t>
            </a:r>
            <a:endParaRPr lang="ko-KR" sz="4400" dirty="0"/>
          </a:p>
        </p:txBody>
      </p:sp>
      <p:sp>
        <p:nvSpPr>
          <p:cNvPr id="3" name="S08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몇 개에 8개를 더 받아 15개가 되었어요.</a:t>
            </a:r>
            <a:endParaRPr lang="ko-KR" sz="3200" dirty="0"/>
          </a:p>
        </p:txBody>
      </p:sp>
      <p:sp>
        <p:nvSpPr>
          <p:cNvPr id="4" name="S08-card8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8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부분이면 뺄셈으로 구해요.</a:t>
            </a:r>
            <a:endParaRPr lang="ko-KR" sz="3200" dirty="0"/>
          </a:p>
        </p:txBody>
      </p:sp>
      <p:sp>
        <p:nvSpPr>
          <p:cNvPr id="6" name="S08-eqtext82"/>
          <p:cNvSpPr txBox="1"/>
          <p:nvPr/>
        </p:nvSpPr>
        <p:spPr>
          <a:xfrm>
            <a:off x="548640" y="20116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+ 8 = 15</a:t>
            </a:r>
            <a:endParaRPr lang="ko-KR" sz="3600" dirty="0"/>
          </a:p>
        </p:txBody>
      </p:sp>
      <p:sp>
        <p:nvSpPr>
          <p:cNvPr id="7" name="S08-line83"/>
          <p:cNvSpPr/>
          <p:nvPr/>
        </p:nvSpPr>
        <p:spPr>
          <a:xfrm flipH="1">
            <a:off x="8750107" y="4053840"/>
            <a:ext cx="1066800" cy="30480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8-line84"/>
          <p:cNvSpPr/>
          <p:nvPr/>
        </p:nvSpPr>
        <p:spPr>
          <a:xfrm>
            <a:off x="9816907" y="4053840"/>
            <a:ext cx="1066800" cy="30480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08-figure85" descr="15를 빈칸과 8로 가르기"/>
          <p:cNvSpPr txBox="1"/>
          <p:nvPr/>
        </p:nvSpPr>
        <p:spPr>
          <a:xfrm>
            <a:off x="9435907" y="3291840"/>
            <a:ext cx="762000" cy="76200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10" name="S08-bondpart86"/>
          <p:cNvSpPr txBox="1"/>
          <p:nvPr/>
        </p:nvSpPr>
        <p:spPr>
          <a:xfrm>
            <a:off x="8369107" y="4358640"/>
            <a:ext cx="762000" cy="762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64653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000" dirty="0"/>
          </a:p>
        </p:txBody>
      </p:sp>
      <p:sp>
        <p:nvSpPr>
          <p:cNvPr id="11" name="S08-bondpart87"/>
          <p:cNvSpPr txBox="1"/>
          <p:nvPr/>
        </p:nvSpPr>
        <p:spPr>
          <a:xfrm>
            <a:off x="10502707" y="4358640"/>
            <a:ext cx="762000" cy="76200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12" name="S08-stepno88"/>
          <p:cNvSpPr txBox="1"/>
          <p:nvPr/>
        </p:nvSpPr>
        <p:spPr>
          <a:xfrm>
            <a:off x="548640" y="35753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3" name="S08-text89"/>
          <p:cNvSpPr txBox="1"/>
          <p:nvPr/>
        </p:nvSpPr>
        <p:spPr>
          <a:xfrm>
            <a:off x="1325880" y="3575304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뺄셈식으로 바꿔요</a:t>
            </a:r>
            <a:endParaRPr lang="ko-KR" sz="3200" dirty="0"/>
          </a:p>
        </p:txBody>
      </p:sp>
      <p:sp>
        <p:nvSpPr>
          <p:cNvPr id="14" name="S08-eqtext90"/>
          <p:cNvSpPr txBox="1"/>
          <p:nvPr/>
        </p:nvSpPr>
        <p:spPr>
          <a:xfrm>
            <a:off x="4654519" y="3575304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15 − 8 = □</a:t>
            </a:r>
            <a:endParaRPr lang="ko-KR" sz="3200" dirty="0"/>
          </a:p>
        </p:txBody>
      </p:sp>
      <p:sp>
        <p:nvSpPr>
          <p:cNvPr id="15" name="S08-stepno91"/>
          <p:cNvSpPr txBox="1"/>
          <p:nvPr/>
        </p:nvSpPr>
        <p:spPr>
          <a:xfrm>
            <a:off x="548640" y="4288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8-text92"/>
          <p:cNvSpPr txBox="1"/>
          <p:nvPr/>
        </p:nvSpPr>
        <p:spPr>
          <a:xfrm>
            <a:off x="1325880" y="4288536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7 넣기</a:t>
            </a:r>
            <a:endParaRPr lang="ko-KR" sz="3200" dirty="0"/>
          </a:p>
        </p:txBody>
      </p:sp>
      <p:sp>
        <p:nvSpPr>
          <p:cNvPr id="17" name="S08-eqtext93"/>
          <p:cNvSpPr txBox="1"/>
          <p:nvPr/>
        </p:nvSpPr>
        <p:spPr>
          <a:xfrm>
            <a:off x="4654519" y="4288536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+ 8 = 15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전체일 때</a:t>
            </a:r>
            <a:endParaRPr lang="ko-KR" sz="4400" dirty="0"/>
          </a:p>
        </p:txBody>
      </p:sp>
      <p:sp>
        <p:nvSpPr>
          <p:cNvPr id="3" name="S09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전체이면 덧셈으로 구해요.</a:t>
            </a:r>
            <a:endParaRPr lang="ko-KR" sz="3200" dirty="0"/>
          </a:p>
        </p:txBody>
      </p:sp>
      <p:sp>
        <p:nvSpPr>
          <p:cNvPr id="5" name="S09-eqtext96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− 6 = 9</a:t>
            </a:r>
            <a:endParaRPr lang="ko-KR" sz="3600" dirty="0"/>
          </a:p>
        </p:txBody>
      </p:sp>
      <p:sp>
        <p:nvSpPr>
          <p:cNvPr id="6" name="S09-line97"/>
          <p:cNvSpPr/>
          <p:nvPr/>
        </p:nvSpPr>
        <p:spPr>
          <a:xfrm flipH="1">
            <a:off x="8473562" y="3566160"/>
            <a:ext cx="1343345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09-line98"/>
          <p:cNvSpPr/>
          <p:nvPr/>
        </p:nvSpPr>
        <p:spPr>
          <a:xfrm>
            <a:off x="9816907" y="3566160"/>
            <a:ext cx="1343345" cy="5943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09-figure99" descr="빈칸을 6과 9로 가르기"/>
          <p:cNvSpPr txBox="1"/>
          <p:nvPr/>
        </p:nvSpPr>
        <p:spPr>
          <a:xfrm>
            <a:off x="9336847" y="2606040"/>
            <a:ext cx="960120" cy="9601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9762B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3800" dirty="0"/>
          </a:p>
        </p:txBody>
      </p:sp>
      <p:sp>
        <p:nvSpPr>
          <p:cNvPr id="9" name="S09-bondpart100"/>
          <p:cNvSpPr txBox="1"/>
          <p:nvPr/>
        </p:nvSpPr>
        <p:spPr>
          <a:xfrm>
            <a:off x="799350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800" dirty="0"/>
          </a:p>
        </p:txBody>
      </p:sp>
      <p:sp>
        <p:nvSpPr>
          <p:cNvPr id="10" name="S09-bondpart101"/>
          <p:cNvSpPr txBox="1"/>
          <p:nvPr/>
        </p:nvSpPr>
        <p:spPr>
          <a:xfrm>
            <a:off x="10680192" y="416052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800" dirty="0"/>
          </a:p>
        </p:txBody>
      </p:sp>
      <p:sp>
        <p:nvSpPr>
          <p:cNvPr id="11" name="S09-stepno102"/>
          <p:cNvSpPr txBox="1"/>
          <p:nvPr/>
        </p:nvSpPr>
        <p:spPr>
          <a:xfrm>
            <a:off x="548640" y="2875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2" name="S09-text103"/>
          <p:cNvSpPr txBox="1"/>
          <p:nvPr/>
        </p:nvSpPr>
        <p:spPr>
          <a:xfrm>
            <a:off x="1325880" y="2875788"/>
            <a:ext cx="630186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□는 처음 수, 전체예요.</a:t>
            </a:r>
            <a:endParaRPr lang="ko-KR" sz="3200" dirty="0"/>
          </a:p>
        </p:txBody>
      </p:sp>
      <p:sp>
        <p:nvSpPr>
          <p:cNvPr id="13" name="S09-stepno104"/>
          <p:cNvSpPr txBox="1"/>
          <p:nvPr/>
        </p:nvSpPr>
        <p:spPr>
          <a:xfrm>
            <a:off x="548640" y="3589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4" name="S09-text105"/>
          <p:cNvSpPr txBox="1"/>
          <p:nvPr/>
        </p:nvSpPr>
        <p:spPr>
          <a:xfrm>
            <a:off x="1325880" y="3589020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덧셈식으로</a:t>
            </a:r>
            <a:endParaRPr lang="ko-KR" sz="3200" dirty="0"/>
          </a:p>
        </p:txBody>
      </p:sp>
      <p:sp>
        <p:nvSpPr>
          <p:cNvPr id="15" name="S09-eqtext106"/>
          <p:cNvSpPr txBox="1"/>
          <p:nvPr/>
        </p:nvSpPr>
        <p:spPr>
          <a:xfrm>
            <a:off x="4654519" y="3589020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+ 6 = □</a:t>
            </a:r>
            <a:endParaRPr lang="ko-KR" sz="3200" dirty="0"/>
          </a:p>
        </p:txBody>
      </p:sp>
      <p:sp>
        <p:nvSpPr>
          <p:cNvPr id="16" name="S09-stepno107"/>
          <p:cNvSpPr txBox="1"/>
          <p:nvPr/>
        </p:nvSpPr>
        <p:spPr>
          <a:xfrm>
            <a:off x="548640" y="43022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7" name="S09-text108"/>
          <p:cNvSpPr txBox="1"/>
          <p:nvPr/>
        </p:nvSpPr>
        <p:spPr>
          <a:xfrm>
            <a:off x="1325880" y="4302252"/>
            <a:ext cx="33286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넣어서 확인</a:t>
            </a:r>
            <a:endParaRPr lang="ko-KR" sz="3200" dirty="0"/>
          </a:p>
        </p:txBody>
      </p:sp>
      <p:sp>
        <p:nvSpPr>
          <p:cNvPr id="18" name="S09-eqtext109"/>
          <p:cNvSpPr txBox="1"/>
          <p:nvPr/>
        </p:nvSpPr>
        <p:spPr>
          <a:xfrm>
            <a:off x="4654519" y="4302252"/>
            <a:ext cx="297322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15 − 6 = 9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구해요</a:t>
            </a:r>
            <a:endParaRPr lang="ko-KR" sz="4400" dirty="0"/>
          </a:p>
        </p:txBody>
      </p:sp>
      <p:sp>
        <p:nvSpPr>
          <p:cNvPr id="3" name="S10-text1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구하고, 넣어서 확인해요.</a:t>
            </a:r>
            <a:endParaRPr lang="ko-KR" sz="3200" dirty="0"/>
          </a:p>
        </p:txBody>
      </p:sp>
      <p:sp>
        <p:nvSpPr>
          <p:cNvPr id="4" name="S10-card1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□가 전체인지 부분인지 먼저 찾아요.</a:t>
            </a:r>
            <a:endParaRPr lang="ko-KR" sz="3200" dirty="0"/>
          </a:p>
        </p:txBody>
      </p:sp>
      <p:sp>
        <p:nvSpPr>
          <p:cNvPr id="6" name="S10-chip113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eqtext114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+ 6 = 13</a:t>
            </a:r>
            <a:endParaRPr lang="ko-KR" sz="3600" dirty="0"/>
          </a:p>
        </p:txBody>
      </p:sp>
      <p:sp>
        <p:nvSpPr>
          <p:cNvPr id="8" name="S10-chip11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eqtext116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− 9 = 8</a:t>
            </a:r>
            <a:endParaRPr lang="ko-KR" sz="3600" dirty="0"/>
          </a:p>
        </p:txBody>
      </p:sp>
      <p:sp>
        <p:nvSpPr>
          <p:cNvPr id="10" name="S10-chip11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eqtext118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+ □ = 40</a:t>
            </a:r>
            <a:endParaRPr lang="ko-KR" sz="3600" dirty="0"/>
          </a:p>
        </p:txBody>
      </p:sp>
      <p:sp>
        <p:nvSpPr>
          <p:cNvPr id="12" name="S10-chip119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3" name="S10-eqtext120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32 − □ = 18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2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넣어서 확인해요.</a:t>
            </a:r>
            <a:endParaRPr lang="ko-KR" sz="3200" dirty="0"/>
          </a:p>
        </p:txBody>
      </p:sp>
      <p:sp>
        <p:nvSpPr>
          <p:cNvPr id="4" name="S11-chip1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1-text12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+ 9 = 21을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 2개로</a:t>
            </a:r>
            <a:endParaRPr lang="ko-KR" sz="3200" dirty="0"/>
          </a:p>
        </p:txBody>
      </p:sp>
      <p:sp>
        <p:nvSpPr>
          <p:cNvPr id="6" name="S11-chip12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1-eqtext12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+ 7 = 16</a:t>
            </a:r>
            <a:endParaRPr lang="ko-KR" sz="3600" dirty="0"/>
          </a:p>
        </p:txBody>
      </p:sp>
      <p:sp>
        <p:nvSpPr>
          <p:cNvPr id="8" name="S11-chip12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1-eqtext12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− 15 = 27</a:t>
            </a:r>
            <a:endParaRPr lang="ko-KR" sz="3600" dirty="0"/>
          </a:p>
        </p:txBody>
      </p:sp>
      <p:sp>
        <p:nvSpPr>
          <p:cNvPr id="10" name="S11-chip12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1-eqtext12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50 − □ = 26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구하는 식은?</a:t>
            </a:r>
            <a:endParaRPr lang="ko-KR" sz="4400" dirty="0"/>
          </a:p>
        </p:txBody>
      </p:sp>
      <p:sp>
        <p:nvSpPr>
          <p:cNvPr id="3" name="S13-text1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+ 9 = 23</a:t>
            </a:r>
            <a:endParaRPr lang="ko-KR" sz="3200" dirty="0"/>
          </a:p>
        </p:txBody>
      </p:sp>
      <p:sp>
        <p:nvSpPr>
          <p:cNvPr id="4" name="S13-card13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13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식을 고르고, □를 구해 넣어서 확인해요.</a:t>
            </a:r>
            <a:endParaRPr lang="ko-KR" sz="3200" dirty="0"/>
          </a:p>
        </p:txBody>
      </p:sp>
      <p:sp>
        <p:nvSpPr>
          <p:cNvPr id="6" name="S13-chip13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134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35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+ 9 = □</a:t>
            </a:r>
            <a:endParaRPr lang="ko-KR" sz="3200" dirty="0"/>
          </a:p>
        </p:txBody>
      </p:sp>
      <p:sp>
        <p:nvSpPr>
          <p:cNvPr id="9" name="S13-chip13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137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38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23 − 9 = □</a:t>
            </a:r>
            <a:endParaRPr lang="ko-KR" sz="3200" dirty="0"/>
          </a:p>
        </p:txBody>
      </p:sp>
      <p:sp>
        <p:nvSpPr>
          <p:cNvPr id="12" name="S13-chip139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140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41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9 − 23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14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4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전체와 부분을 찾으면 식을 바꿀 수 있어요.</a:t>
            </a:r>
            <a:endParaRPr lang="ko-KR" sz="3200" dirty="0"/>
          </a:p>
        </p:txBody>
      </p:sp>
      <p:sp>
        <p:nvSpPr>
          <p:cNvPr id="5" name="S14-chip14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구한 값을 넣어 확인하기</a:t>
            </a:r>
            <a:endParaRPr lang="ko-KR" sz="2600" dirty="0"/>
          </a:p>
        </p:txBody>
      </p:sp>
      <p:sp>
        <p:nvSpPr>
          <p:cNvPr id="6" name="S14-chip14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보이는 기호대로만 계산하기</a:t>
            </a:r>
            <a:endParaRPr lang="ko-KR" sz="2600" dirty="0"/>
          </a:p>
        </p:txBody>
      </p:sp>
      <p:sp>
        <p:nvSpPr>
          <p:cNvPr id="7" name="S14-text14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14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17 + 8 = 25를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 2개로</a:t>
            </a:r>
            <a:endParaRPr lang="ko-KR" sz="2600" dirty="0"/>
          </a:p>
        </p:txBody>
      </p:sp>
      <p:sp>
        <p:nvSpPr>
          <p:cNvPr id="9" name="S14-eqtext14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□ + 12 = 30</a:t>
            </a:r>
            <a:endParaRPr lang="ko-KR" sz="3000" dirty="0"/>
          </a:p>
        </p:txBody>
      </p:sp>
      <p:sp>
        <p:nvSpPr>
          <p:cNvPr id="10" name="S14-eqtext14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□ − 7 = 16</a:t>
            </a:r>
            <a:endParaRPr lang="ko-KR" sz="3000" dirty="0"/>
          </a:p>
        </p:txBody>
      </p:sp>
      <p:sp>
        <p:nvSpPr>
          <p:cNvPr id="11" name="S14-text15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곱셈의 뜻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받아내림 뺄셈</a:t>
            </a:r>
            <a:endParaRPr lang="ko-KR" sz="4400" dirty="0"/>
          </a:p>
        </p:txBody>
      </p:sp>
      <p:sp>
        <p:nvSpPr>
          <p:cNvPr id="3" name="S15-text1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52 − 18을 수 모형으로 해요.</a:t>
            </a:r>
            <a:endParaRPr lang="ko-KR" sz="3200" dirty="0"/>
          </a:p>
        </p:txBody>
      </p:sp>
      <p:sp>
        <p:nvSpPr>
          <p:cNvPr id="4" name="S15-card15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15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52 − 18 = 34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1개를 일 10개로 바꾸어 빼요.</a:t>
            </a:r>
            <a:endParaRPr lang="ko-KR" sz="3200" dirty="0"/>
          </a:p>
        </p:txBody>
      </p:sp>
      <p:sp>
        <p:nvSpPr>
          <p:cNvPr id="6" name="S15-rod154"/>
          <p:cNvSpPr/>
          <p:nvPr/>
        </p:nvSpPr>
        <p:spPr>
          <a:xfrm>
            <a:off x="217456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5-line155"/>
          <p:cNvSpPr/>
          <p:nvPr/>
        </p:nvSpPr>
        <p:spPr>
          <a:xfrm>
            <a:off x="217456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5-line156"/>
          <p:cNvSpPr/>
          <p:nvPr/>
        </p:nvSpPr>
        <p:spPr>
          <a:xfrm>
            <a:off x="217456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5-line157"/>
          <p:cNvSpPr/>
          <p:nvPr/>
        </p:nvSpPr>
        <p:spPr>
          <a:xfrm>
            <a:off x="217456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5-line158"/>
          <p:cNvSpPr/>
          <p:nvPr/>
        </p:nvSpPr>
        <p:spPr>
          <a:xfrm>
            <a:off x="217456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5-line159"/>
          <p:cNvSpPr/>
          <p:nvPr/>
        </p:nvSpPr>
        <p:spPr>
          <a:xfrm>
            <a:off x="217456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5-line160"/>
          <p:cNvSpPr/>
          <p:nvPr/>
        </p:nvSpPr>
        <p:spPr>
          <a:xfrm>
            <a:off x="217456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5-line161"/>
          <p:cNvSpPr/>
          <p:nvPr/>
        </p:nvSpPr>
        <p:spPr>
          <a:xfrm>
            <a:off x="217456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5-line162"/>
          <p:cNvSpPr/>
          <p:nvPr/>
        </p:nvSpPr>
        <p:spPr>
          <a:xfrm>
            <a:off x="217456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5-line163"/>
          <p:cNvSpPr/>
          <p:nvPr/>
        </p:nvSpPr>
        <p:spPr>
          <a:xfrm>
            <a:off x="217456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5-rod164"/>
          <p:cNvSpPr/>
          <p:nvPr/>
        </p:nvSpPr>
        <p:spPr>
          <a:xfrm>
            <a:off x="250605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5-line165"/>
          <p:cNvSpPr/>
          <p:nvPr/>
        </p:nvSpPr>
        <p:spPr>
          <a:xfrm>
            <a:off x="250605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5-line166"/>
          <p:cNvSpPr/>
          <p:nvPr/>
        </p:nvSpPr>
        <p:spPr>
          <a:xfrm>
            <a:off x="250605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5-line167"/>
          <p:cNvSpPr/>
          <p:nvPr/>
        </p:nvSpPr>
        <p:spPr>
          <a:xfrm>
            <a:off x="250605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5-line168"/>
          <p:cNvSpPr/>
          <p:nvPr/>
        </p:nvSpPr>
        <p:spPr>
          <a:xfrm>
            <a:off x="250605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5-line169"/>
          <p:cNvSpPr/>
          <p:nvPr/>
        </p:nvSpPr>
        <p:spPr>
          <a:xfrm>
            <a:off x="250605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5-line170"/>
          <p:cNvSpPr/>
          <p:nvPr/>
        </p:nvSpPr>
        <p:spPr>
          <a:xfrm>
            <a:off x="250605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5-line171"/>
          <p:cNvSpPr/>
          <p:nvPr/>
        </p:nvSpPr>
        <p:spPr>
          <a:xfrm>
            <a:off x="250605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5-line172"/>
          <p:cNvSpPr/>
          <p:nvPr/>
        </p:nvSpPr>
        <p:spPr>
          <a:xfrm>
            <a:off x="250605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5-line173"/>
          <p:cNvSpPr/>
          <p:nvPr/>
        </p:nvSpPr>
        <p:spPr>
          <a:xfrm>
            <a:off x="250605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5-rod174"/>
          <p:cNvSpPr/>
          <p:nvPr/>
        </p:nvSpPr>
        <p:spPr>
          <a:xfrm>
            <a:off x="283754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line175"/>
          <p:cNvSpPr/>
          <p:nvPr/>
        </p:nvSpPr>
        <p:spPr>
          <a:xfrm>
            <a:off x="283754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15-line176"/>
          <p:cNvSpPr/>
          <p:nvPr/>
        </p:nvSpPr>
        <p:spPr>
          <a:xfrm>
            <a:off x="283754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5-line177"/>
          <p:cNvSpPr/>
          <p:nvPr/>
        </p:nvSpPr>
        <p:spPr>
          <a:xfrm>
            <a:off x="283754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5-line178"/>
          <p:cNvSpPr/>
          <p:nvPr/>
        </p:nvSpPr>
        <p:spPr>
          <a:xfrm>
            <a:off x="283754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5-line179"/>
          <p:cNvSpPr/>
          <p:nvPr/>
        </p:nvSpPr>
        <p:spPr>
          <a:xfrm>
            <a:off x="283754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5-line180"/>
          <p:cNvSpPr/>
          <p:nvPr/>
        </p:nvSpPr>
        <p:spPr>
          <a:xfrm>
            <a:off x="283754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5-line181"/>
          <p:cNvSpPr/>
          <p:nvPr/>
        </p:nvSpPr>
        <p:spPr>
          <a:xfrm>
            <a:off x="283754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5-line182"/>
          <p:cNvSpPr/>
          <p:nvPr/>
        </p:nvSpPr>
        <p:spPr>
          <a:xfrm>
            <a:off x="283754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5-line183"/>
          <p:cNvSpPr/>
          <p:nvPr/>
        </p:nvSpPr>
        <p:spPr>
          <a:xfrm>
            <a:off x="283754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5-rod184"/>
          <p:cNvSpPr/>
          <p:nvPr/>
        </p:nvSpPr>
        <p:spPr>
          <a:xfrm>
            <a:off x="316903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5-line185"/>
          <p:cNvSpPr/>
          <p:nvPr/>
        </p:nvSpPr>
        <p:spPr>
          <a:xfrm>
            <a:off x="316903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5-line186"/>
          <p:cNvSpPr/>
          <p:nvPr/>
        </p:nvSpPr>
        <p:spPr>
          <a:xfrm>
            <a:off x="316903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5-line187"/>
          <p:cNvSpPr/>
          <p:nvPr/>
        </p:nvSpPr>
        <p:spPr>
          <a:xfrm>
            <a:off x="316903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5-line188"/>
          <p:cNvSpPr/>
          <p:nvPr/>
        </p:nvSpPr>
        <p:spPr>
          <a:xfrm>
            <a:off x="316903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5-line189"/>
          <p:cNvSpPr/>
          <p:nvPr/>
        </p:nvSpPr>
        <p:spPr>
          <a:xfrm>
            <a:off x="316903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5-line190"/>
          <p:cNvSpPr/>
          <p:nvPr/>
        </p:nvSpPr>
        <p:spPr>
          <a:xfrm>
            <a:off x="316903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5-line191"/>
          <p:cNvSpPr/>
          <p:nvPr/>
        </p:nvSpPr>
        <p:spPr>
          <a:xfrm>
            <a:off x="316903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5-line192"/>
          <p:cNvSpPr/>
          <p:nvPr/>
        </p:nvSpPr>
        <p:spPr>
          <a:xfrm>
            <a:off x="316903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5-line193"/>
          <p:cNvSpPr/>
          <p:nvPr/>
        </p:nvSpPr>
        <p:spPr>
          <a:xfrm>
            <a:off x="316903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5-unit194"/>
          <p:cNvSpPr/>
          <p:nvPr/>
        </p:nvSpPr>
        <p:spPr>
          <a:xfrm>
            <a:off x="3500524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5-unit195"/>
          <p:cNvSpPr/>
          <p:nvPr/>
        </p:nvSpPr>
        <p:spPr>
          <a:xfrm>
            <a:off x="3500524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5-unit196"/>
          <p:cNvSpPr/>
          <p:nvPr/>
        </p:nvSpPr>
        <p:spPr>
          <a:xfrm>
            <a:off x="3500524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15-unit197"/>
          <p:cNvSpPr/>
          <p:nvPr/>
        </p:nvSpPr>
        <p:spPr>
          <a:xfrm>
            <a:off x="3500524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15-unit198"/>
          <p:cNvSpPr/>
          <p:nvPr/>
        </p:nvSpPr>
        <p:spPr>
          <a:xfrm>
            <a:off x="3500524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15-unit199"/>
          <p:cNvSpPr/>
          <p:nvPr/>
        </p:nvSpPr>
        <p:spPr>
          <a:xfrm>
            <a:off x="376985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15-unit200"/>
          <p:cNvSpPr/>
          <p:nvPr/>
        </p:nvSpPr>
        <p:spPr>
          <a:xfrm>
            <a:off x="376985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15-unit201"/>
          <p:cNvSpPr/>
          <p:nvPr/>
        </p:nvSpPr>
        <p:spPr>
          <a:xfrm>
            <a:off x="376985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4" name="S15-unit202"/>
          <p:cNvSpPr/>
          <p:nvPr/>
        </p:nvSpPr>
        <p:spPr>
          <a:xfrm>
            <a:off x="3769859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15-unit203"/>
          <p:cNvSpPr/>
          <p:nvPr/>
        </p:nvSpPr>
        <p:spPr>
          <a:xfrm>
            <a:off x="3769859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6" name="S15-unit204"/>
          <p:cNvSpPr/>
          <p:nvPr/>
        </p:nvSpPr>
        <p:spPr>
          <a:xfrm>
            <a:off x="403919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15-unit205"/>
          <p:cNvSpPr/>
          <p:nvPr/>
        </p:nvSpPr>
        <p:spPr>
          <a:xfrm>
            <a:off x="403919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5-figure206" descr="십 모형 4개와 일 모형 12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15-label20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52를 바꾸면</a:t>
            </a:r>
            <a:endParaRPr lang="ko-KR" sz="2600" dirty="0"/>
          </a:p>
        </p:txBody>
      </p:sp>
      <p:sp>
        <p:nvSpPr>
          <p:cNvPr id="60" name="S15-rod208"/>
          <p:cNvSpPr/>
          <p:nvPr/>
        </p:nvSpPr>
        <p:spPr>
          <a:xfrm>
            <a:off x="831550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1" name="S15-line209"/>
          <p:cNvSpPr/>
          <p:nvPr/>
        </p:nvSpPr>
        <p:spPr>
          <a:xfrm>
            <a:off x="831550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5-line210"/>
          <p:cNvSpPr/>
          <p:nvPr/>
        </p:nvSpPr>
        <p:spPr>
          <a:xfrm>
            <a:off x="831550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5-line211"/>
          <p:cNvSpPr/>
          <p:nvPr/>
        </p:nvSpPr>
        <p:spPr>
          <a:xfrm>
            <a:off x="831550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5-line212"/>
          <p:cNvSpPr/>
          <p:nvPr/>
        </p:nvSpPr>
        <p:spPr>
          <a:xfrm>
            <a:off x="831550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5-line213"/>
          <p:cNvSpPr/>
          <p:nvPr/>
        </p:nvSpPr>
        <p:spPr>
          <a:xfrm>
            <a:off x="831550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5-line214"/>
          <p:cNvSpPr/>
          <p:nvPr/>
        </p:nvSpPr>
        <p:spPr>
          <a:xfrm>
            <a:off x="831550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5-line215"/>
          <p:cNvSpPr/>
          <p:nvPr/>
        </p:nvSpPr>
        <p:spPr>
          <a:xfrm>
            <a:off x="831550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15-line216"/>
          <p:cNvSpPr/>
          <p:nvPr/>
        </p:nvSpPr>
        <p:spPr>
          <a:xfrm>
            <a:off x="831550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5-line217"/>
          <p:cNvSpPr/>
          <p:nvPr/>
        </p:nvSpPr>
        <p:spPr>
          <a:xfrm>
            <a:off x="831550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5-rod218"/>
          <p:cNvSpPr/>
          <p:nvPr/>
        </p:nvSpPr>
        <p:spPr>
          <a:xfrm>
            <a:off x="864699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15-line219"/>
          <p:cNvSpPr/>
          <p:nvPr/>
        </p:nvSpPr>
        <p:spPr>
          <a:xfrm>
            <a:off x="864699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5-line220"/>
          <p:cNvSpPr/>
          <p:nvPr/>
        </p:nvSpPr>
        <p:spPr>
          <a:xfrm>
            <a:off x="864699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5-line221"/>
          <p:cNvSpPr/>
          <p:nvPr/>
        </p:nvSpPr>
        <p:spPr>
          <a:xfrm>
            <a:off x="864699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5-line222"/>
          <p:cNvSpPr/>
          <p:nvPr/>
        </p:nvSpPr>
        <p:spPr>
          <a:xfrm>
            <a:off x="864699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5-line223"/>
          <p:cNvSpPr/>
          <p:nvPr/>
        </p:nvSpPr>
        <p:spPr>
          <a:xfrm>
            <a:off x="864699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5-line224"/>
          <p:cNvSpPr/>
          <p:nvPr/>
        </p:nvSpPr>
        <p:spPr>
          <a:xfrm>
            <a:off x="864699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5-line225"/>
          <p:cNvSpPr/>
          <p:nvPr/>
        </p:nvSpPr>
        <p:spPr>
          <a:xfrm>
            <a:off x="864699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S15-line226"/>
          <p:cNvSpPr/>
          <p:nvPr/>
        </p:nvSpPr>
        <p:spPr>
          <a:xfrm>
            <a:off x="864699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9" name="S15-line227"/>
          <p:cNvSpPr/>
          <p:nvPr/>
        </p:nvSpPr>
        <p:spPr>
          <a:xfrm>
            <a:off x="864699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0" name="S15-rod228"/>
          <p:cNvSpPr/>
          <p:nvPr/>
        </p:nvSpPr>
        <p:spPr>
          <a:xfrm>
            <a:off x="897848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5-line229"/>
          <p:cNvSpPr/>
          <p:nvPr/>
        </p:nvSpPr>
        <p:spPr>
          <a:xfrm>
            <a:off x="897848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2" name="S15-line230"/>
          <p:cNvSpPr/>
          <p:nvPr/>
        </p:nvSpPr>
        <p:spPr>
          <a:xfrm>
            <a:off x="897848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3" name="S15-line231"/>
          <p:cNvSpPr/>
          <p:nvPr/>
        </p:nvSpPr>
        <p:spPr>
          <a:xfrm>
            <a:off x="897848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4" name="S15-line232"/>
          <p:cNvSpPr/>
          <p:nvPr/>
        </p:nvSpPr>
        <p:spPr>
          <a:xfrm>
            <a:off x="897848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15-line233"/>
          <p:cNvSpPr/>
          <p:nvPr/>
        </p:nvSpPr>
        <p:spPr>
          <a:xfrm>
            <a:off x="897848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5-line234"/>
          <p:cNvSpPr/>
          <p:nvPr/>
        </p:nvSpPr>
        <p:spPr>
          <a:xfrm>
            <a:off x="897848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5-line235"/>
          <p:cNvSpPr/>
          <p:nvPr/>
        </p:nvSpPr>
        <p:spPr>
          <a:xfrm>
            <a:off x="897848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5-line236"/>
          <p:cNvSpPr/>
          <p:nvPr/>
        </p:nvSpPr>
        <p:spPr>
          <a:xfrm>
            <a:off x="897848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5-line237"/>
          <p:cNvSpPr/>
          <p:nvPr/>
        </p:nvSpPr>
        <p:spPr>
          <a:xfrm>
            <a:off x="897848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5-unit238"/>
          <p:cNvSpPr/>
          <p:nvPr/>
        </p:nvSpPr>
        <p:spPr>
          <a:xfrm>
            <a:off x="930997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1" name="S15-unit239"/>
          <p:cNvSpPr/>
          <p:nvPr/>
        </p:nvSpPr>
        <p:spPr>
          <a:xfrm>
            <a:off x="930997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15-unit240"/>
          <p:cNvSpPr/>
          <p:nvPr/>
        </p:nvSpPr>
        <p:spPr>
          <a:xfrm>
            <a:off x="9309971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15-unit241"/>
          <p:cNvSpPr/>
          <p:nvPr/>
        </p:nvSpPr>
        <p:spPr>
          <a:xfrm>
            <a:off x="9309971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4" name="S15-figure242" descr="십 모형 3개와 일 모형 4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15-label243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18을 빼면 34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덧셈과 뺄셈의 관계</dc:title>
  <dc:subject>KR22-G02-MAT-ADDSUB-L01</dc:subject>
  <dc:creator>education-ppt</dc:creator>
  <cp:lastModifiedBy>education-ppt</cp:lastModifiedBy>
  <cp:revision>1</cp:revision>
  <dcterms:created xsi:type="dcterms:W3CDTF">2026-10-26T07:04:32Z</dcterms:created>
  <dcterms:modified xsi:type="dcterms:W3CDTF">2026-10-26T07:04:32Z</dcterms:modified>
</cp:coreProperties>
</file>