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fa301a2-ae0e-e6bd-d742-17df16cb8e5a}">
          <p14:sldIdLst>
            <p14:sldId id="256"/>
            <p14:sldId id="257"/>
          </p14:sldIdLst>
        </p14:section>
        <p14:section name="개념" id="{043c229a-6304-fcb3-71e8-6eebaa87e418}">
          <p14:sldIdLst>
            <p14:sldId id="258"/>
            <p14:sldId id="259"/>
            <p14:sldId id="260"/>
            <p14:sldId id="263"/>
          </p14:sldIdLst>
        </p14:section>
        <p14:section name="연습" id="{f6b04c5d-f743-3e21-8ee8-9638f98bc6e9}">
          <p14:sldIdLst>
            <p14:sldId id="261"/>
            <p14:sldId id="262"/>
            <p14:sldId id="264"/>
          </p14:sldIdLst>
        </p14:section>
        <p14:section name="개념" id="{5145a643-34ff-ebee-6cf8-6d79151bbf82}">
          <p14:sldIdLst/>
        </p14:section>
        <p14:section name="연습" id="{522a7694-8085-e57f-ab07-a2410ee90e9a}">
          <p14:sldIdLst/>
        </p14:section>
        <p14:section name="확인" id="{a1b25b49-8997-332e-bf02-e25a1698942c}">
          <p14:sldIdLst>
            <p14:sldId id="265"/>
            <p14:sldId id="266"/>
            <p14:sldId id="267"/>
          </p14:sldIdLst>
        </p14:section>
        <p14:section name="정리" id="{0fb3578c-5067-a68a-d8b7-d3e40867cb4b}">
          <p14:sldIdLst>
            <p14:sldId id="268"/>
          </p14:sldIdLst>
        </p14:section>
        <p14:section name="보충" id="{7bb5d604-4dc6-9c25-7e4c-7208b1b8685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일의 자리끼리 뺄 수 없을 때 어떻게 하는지 궁금하게 합니다.
시간: 약 2분
이렇게 말해 보세요
- “지난 시간에는 일 모형 10개를 십 모형 1개로 바꾸어 더했지? 오늘은 거꾸로 바꾸는 뺄셈을 해 볼 거야.”
- “오른쪽 세로셈에서 일의 자리 2에서 7을 뺄 수 있을까?”
예상 답
- “못 빼요.” 또는 “7에서 2를 빼요.”
막히면
- 답을 확인하지 않고 넘어갑니다. S05에서 같은 문제를 함께 풉니다.
주의
- “7에서 2를 빼요”라고 해도 지금은 고치지 않습니다. S07에서 이 생각을 다룹니다(M1).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확인(받아내림이 있는 한 자리 수 뺄셈, 두 자리 수 뺄셈)]
목적: 받아내림이 있는 (십몇)−(몇), 받아내림이 없는 두 자리 수 뺄셈, 십과 일의 관계가 되는지 확인합니다.
시간: 약 3분
이렇게 말해 보세요
- “①은 13 − 5야. 어떻게 계산했는지도 말해 줘.”
- “②는 58 − 23, ③은 십 모형 1개가 일 모형 몇 개와 같은지 말해 볼래?”
정답
- ① 8
- ② 35
- ③ 10개
막히면
- ①은 바둑돌 13개를 10개와 3개로 나누어 놓고, 10개에서 5개를 덜어 내게 합니다.
- 두 문제 이상 틀리면 S14(보충)를 먼저 합니다. 보충으로도 어려우면 초1 11차시 ‘받아내림이 있는 뺄셈’(KR22-G01-MAT-BORROW-L01)과 3차시 ‘받아올림이 있는 두 자리 수 덧셈’(KR22-G02-MAT-ADD2D-L01)의 수 모형 활동을 먼저 다시 합니다.
주의
- ①을 손가락으로 거꾸로 세어 맞혀도 괜찮습니다. 오늘은 ‘10에서 뺀다’는 생각을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(두 자리 수)−(한 자리 수)의 받아내림을 수 모형으로]
목적: 일 모형이 모자라면 십 모형 1개를 일 모형 10개로 바꾸어 뺀다는 것(받아내림)을 수 모형으로 봅니다.
시간: 약 3분
이렇게 말해 보세요
- “32는 십 모형 3개, 일 모형 2개야. 일 모형 5개를 덜어 낼 수 있어?”
- “십 모형 1개를 일 모형 10개로 바꾸자. 그러면 십 모형 2개, 일 모형 12개. 여전히 32야. 이제 일 모형 5개를 덜어 낼 수 있지? 남은 것은?”
예상 답
- “못 덜어요.” “십 2개, 일 7개 남아요. 27이에요.”
막히면
- 종이 수 모형으로 직접 합니다. 십 모형 막대 하나를 일 모형 10개와 바꾸어 놓고, 일 모형 5개를 하나씩 치웁니다.
주의
- 이렇게 십 1개를 일 10개로 바꾸어 아랫자리로 보내는 것을 ‘받아내림’이라고 합니다. 바꾸어도 수(32)는 그대로라는 것을 꼭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(두 자리 수)−(두 자리 수)의 받아내림을 수 모형으로]
목적: 두 자리 수끼리 뺄 때도 십 모형 1개를 일 모형 10개로 바꾸어 일은 일끼리, 십은 십끼리 뺀다는 것을 압니다.
시간: 약 3분
이렇게 말해 보세요
- “52는 일 모형이 2개뿐이라 7개를 뺄 수 없어. 십 모형 1개를 바꾸면?”
- “일 모형 12개에서 7개, 십 모형 4개에서 2개를 덜어 내면 무엇이 남아?”
예상 답
- “십 4개, 일 12개요.” “십 2개, 일 5개. 25예요.”
막히면
- 일 모형부터 덜어 내고, 그다음 십 모형을 덜어 내게 합니다.
주의
- 십 모형이 5개에서 4개로 줄었다는 것을 짚어 줍니다. 세로셈에서 5를 4로 고쳐 쓰는 까닭입니다(M2).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세로셈 시범(받아내림)]
목적: S04에서 수 모형으로 한 일을 세로셈으로 쓰는 방법을 시범으로 보여 줍니다.
시간: 약 4분
이렇게 말해 보세요
- “일의 자리부터 봐. 2에서 7을 뺄 수 없지? 십 1개를 일 10개로 바꿀 거야. 십의 자리 5에 빗금을 긋고 위에 4를 써. 일의 자리 위에는 10을 써.”
- “일의 자리는 10과 2를 합친 12에서 7을 빼서 5. 십의 자리는 고친 4에서 2를 빼서 2. 25야.”
예상 답
- “일의 자리 5, 십의 자리 2. 25예요.”
막히면
- S04의 수 모형과 나란히 놓고 ‘위의 4 = 줄어든 십 모형’, ‘위의 10 = 바꾼 일 모형 10개’라고 짚어 줍니다.
- 일의 자리는 10에서 7을 빼고(3) 남은 2를 더해도(5) 됩니다.
주의
- 표 맨 윗줄의 4와 10이 받아내림 표시입니다. 공책에는 5에 빗금을 긋고 그 위에 작게 쓰게 합니다.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연습(받아내림)]
목적: 도움을 받으며 받아내림이 있는 뺄셈을 세로셈으로 계산합니다.
시간: 약 4분
이렇게 말해 보세요
- “①은 43 − 8이야. 8을 어느 자리 아래에 쓸까? 일의 자리 3에서 8을 뺄 수 있어?”
- “②는 오른쪽 세로셈 칸에 써 보자. 맨 위 □ 두 개에는 무엇을 쓸까?”
정답
- ① 35(13 − 8 = 5, 3 − 0 = 3)
- ② 36(맨 위 □는 5와 10, 11 − 5 = 6, 5 − 2 = 3)
- ③ 45(14 − 9 = 5, 7 − 3 = 4)
막히면
- 수 모형으로 같은 뺄셈을 해 보고, 바꾼 십 모형을 위의 숫자로 쓰게 합니다.
주의
- 답만 맞히기보다 “십의 자리 숫자를 왜 고쳤어?”라고 물어 설명하게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비교(큰 수에서 작은 수 빼기)]
목적: 일의 자리에서 아래 수에서 위의 수를 빼는 실수를 찾고 수 모형으로 까닭을 설명합니다(M1).
시간: 약 3분
이렇게 말해 보세요
- “토끼와 곰의 답이 달라. 누가 맞았을까?”
- “52에서 27을 덜어 내야 해. 일 모형 2개에서 7개를 덜어 낼 수 있었어?”
예상 답
- “곰이요. 2에서 7은 못 빼니까 십을 바꿔야 해요.”
정답
- 곰이 맞습니다. 52 − 27 = 25입니다.
- 토끼는 위의 2에서 7을 빼야 하는데 거꾸로 7에서 2를 뺐습니다. 일 모형 2개에서는 7개를 덜어 낼 수 없으니 받아내림을 해야 합니다.
막히면
- 수 모형으로 52를 놓고 27을 직접 덜어 내어 25가 남는 것을 확인합니다.
주의
- 덧셈으로 확인하는 방법도 있습니다. 25 + 27 = 52, 35 + 27 = 62이므로 35는 틀립니다(다음 차시에서 자세히 배웁니다).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(몇십)−(몇십몇): 0에서 빼기]
목적: 일의 자리가 0인 몇십에서 빼는 경우에도 받아내림을 한다는 것을 압니다.
시간: 약 3분
이렇게 말해 보세요
- “40은 일 모형이 하나도 없어. 6을 빼려면 어떻게 할까?”
- “십 1개를 일 10개로 바꾸면 십은 3, 일은 10이야. 10 − 6 = 4, 3 − 1 = 2. 24야.”
예상 답
- “십을 하나 바꿔요.” “24요.”
막히면
- 십 모형 4개를 놓고 하나를 일 모형 10개로 바꾼 뒤, 16만큼 덜어 냅니다.
주의
- 36(0 − 6을 6으로 씀)이나 30(0 − 6을 0으로 씀)으로 답하면 S08을 다시 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연습(여러 가지 받아내림)]
목적: 도움을 받으며 (두 자리 수)−(한 자리 수), (몇십)−(몇십몇), (두 자리 수)−(두 자리 수)를 계산합니다.
시간: 약 4분
이렇게 말해 보세요
- “①은 7을 어느 자리 아래에 쓸까? 3에서 7을 뺄 수 있어?”
- “②는 일의 자리가 0이야. S08처럼 해 볼까?”
정답
- ① 26(13 − 7 = 6, 3 − 1 = 2)
- ② 35(10 − 5 = 5, 7 − 4 = 3)
- ③ 33(12 − 9 = 3, 5 − 2 = 3)
막히면
- ①은 S03처럼 수 모형으로 다시 해 봅니다.
- ②는 S08을 다시 보며 따라 하게 합니다.
주의
- ①을 36으로 쓰면 십의 자리 3을 고치지 않은 것입니다(M2).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받아내림이 있는 뺄셈을 세로셈으로 계산하는지 확인합니다.
시간: 약 5분
이렇게 말해 보세요
- “이번에는 혼자 공책에 세로셈으로 풀어 볼래? 다 풀면 십의 자리 숫자를 어떻게 고쳤는지 말해 줘.”
정답
- ① 45
- ② 32
- ③ 38
- ④ 35
막히면
- 바로 알려 주지 말고 “일의 자리끼리 뺄 수 있어?”라고만 묻습니다.
- 도움을 받아 해결했다면 기록표에 ‘도움’으로 표시합니다.
주의
- 답이 맞았는지 아이 스스로 확인하게 하려면 답과 빼는 수를 더해 처음 수가 나오는지 보게 합니다(예: 45 + 9 = 54).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45 ② 32 ③ 38 ④ 35
막히면
- 거꾸로 뺐으면 S07로, 십의 자리를 줄이지 않았으면 S05로, 0에서 빼기가 틀렸으면 S08로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확인(받아내림의 뜻)]
목적: 처음 보는 그림에서 받아내림을 바르게 한 모양(수는 그대로)을 고르고 설명하는지 확인합니다.
시간: 약 2분
이렇게 말해 보세요
- “가, 나, 다는 각각 얼마야? 61을 바르게 바꾼 것은 어느 것일까? 왜 그렇게 생각해?”
정답
- 가(십 5개, 일 11개 = 61). 나는 십 모형을 줄이지 않고 일 모형만 10개 늘려 71이 되었고, 다는 십 모형만 줄이고 일 모형 10개를 더하지 않아 51이 되었습니다.
막히면
- 각 그림의 십 모형과 일 모형을 세어 수로 먼저 말하게 합니다.
주의
- “십 1개를 일 10개로 바꾸면 수는 그대로”라고 말하면 목표 A를 이룬 것입니다. 나를 고르면 기록표에 적고 다음 수업 복습에서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일의 자리끼리 뺄 수 없으면 어떻게 해? 십의 자리 숫자는 왜 1 작아져?”
예상 답
- “십 1개를 일 10개로 바꿔요. 십 하나를 바꿨으니까 1 작아져요.”
정답
- ① 36 ② 33 ③ 25
막히면
- S04와 S05를 나란히 보여 주며 수 모형과 세로셈을 연결해 말합니다.
주의
- 다음 차시(덧셈과 뺄셈의 관계)에서는 오늘 배운 뺄셈을 덧셈으로 바꾸어 확인합니다.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보충(10에서 빼기)]
목적: S02에서 받아내림이 있는 한 자리 수 뺄셈이 흔들리면, 10에서 빼는 방법을 다시 익힙니다.
시간: 약 5분
이렇게 말해 보세요
- “13을 10과 3으로 갈라 볼까? 10에서 5를 덜어 내면 몇 개 남아?”
- “남은 5와 처음의 3을 모으면 얼마야?”
정답
- 10 − 5 = 5, 5 + 3 = 8. 13 − 5 = 8
막히면
- 바둑돌 13개를 10개와 3개로 나누어 놓고, 10개 쪽에서 5개를 덜어 냅니다. 14 − 6, 12 − 9로도 해 봅니다(8, 3).
주의
- 보충으로도 어려우면 초1 11차시 ‘받아내림이 있는 뺄셈’(KR22-G01-MAT-BORROW-L01)을 먼저 하고, 두 자리 수 계산은 3차시 ‘받아올림이 있는 두 자리 수 덧셈’(KR22-G02-MAT-ADD2D-L01)의 수 모형 활동으로 다시 익힙니다.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받아내림이 있는 두 자리 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받아내림이 있는 두 자리 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받아내림이 있는 두 자리 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있는 뺄셈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자리끼리 뺄 수 없으면?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88392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받아내림을 수 모형으로 설명해요.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세로셈으로 뺄셈을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4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 = □</a:t>
            </a:r>
            <a:endParaRPr lang="ko-KR" sz="36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58 − 23 = □</a:t>
            </a:r>
            <a:endParaRPr lang="ko-KR" sz="36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1개는 일 모형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1개를 일 10개로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32 − 5를 수 모형으로 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32 − 5 = 27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12개에서 5개를 빼면 일 7개예요.</a:t>
            </a:r>
            <a:endParaRPr lang="ko-KR" sz="3200" dirty="0"/>
          </a:p>
        </p:txBody>
      </p:sp>
      <p:sp>
        <p:nvSpPr>
          <p:cNvPr id="6" name="S03-rod13"/>
          <p:cNvSpPr/>
          <p:nvPr/>
        </p:nvSpPr>
        <p:spPr>
          <a:xfrm>
            <a:off x="260964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260964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260964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260964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260964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260964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260964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260964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260964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260964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rod23"/>
          <p:cNvSpPr/>
          <p:nvPr/>
        </p:nvSpPr>
        <p:spPr>
          <a:xfrm>
            <a:off x="294113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294113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294113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294113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294113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294113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294113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294113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294113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294113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rod33"/>
          <p:cNvSpPr/>
          <p:nvPr/>
        </p:nvSpPr>
        <p:spPr>
          <a:xfrm>
            <a:off x="327262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327262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35"/>
          <p:cNvSpPr/>
          <p:nvPr/>
        </p:nvSpPr>
        <p:spPr>
          <a:xfrm>
            <a:off x="327262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327262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327262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327262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327262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327262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327262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327262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unit43"/>
          <p:cNvSpPr/>
          <p:nvPr/>
        </p:nvSpPr>
        <p:spPr>
          <a:xfrm>
            <a:off x="360411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unit44"/>
          <p:cNvSpPr/>
          <p:nvPr/>
        </p:nvSpPr>
        <p:spPr>
          <a:xfrm>
            <a:off x="360411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figure45" descr="십 모형 3개와 일 모형 2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03-label4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32: 일이 2개뿐</a:t>
            </a:r>
            <a:endParaRPr lang="ko-KR" sz="2600" dirty="0"/>
          </a:p>
        </p:txBody>
      </p:sp>
      <p:sp>
        <p:nvSpPr>
          <p:cNvPr id="40" name="S03-rod47"/>
          <p:cNvSpPr/>
          <p:nvPr/>
        </p:nvSpPr>
        <p:spPr>
          <a:xfrm>
            <a:off x="821191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821191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821191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821191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821191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821191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821191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821191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821191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821191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rod57"/>
          <p:cNvSpPr/>
          <p:nvPr/>
        </p:nvSpPr>
        <p:spPr>
          <a:xfrm>
            <a:off x="854340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line58"/>
          <p:cNvSpPr/>
          <p:nvPr/>
        </p:nvSpPr>
        <p:spPr>
          <a:xfrm>
            <a:off x="854340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854340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854340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854340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854340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854340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854340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854340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854340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unit67"/>
          <p:cNvSpPr/>
          <p:nvPr/>
        </p:nvSpPr>
        <p:spPr>
          <a:xfrm>
            <a:off x="8874891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unit68"/>
          <p:cNvSpPr/>
          <p:nvPr/>
        </p:nvSpPr>
        <p:spPr>
          <a:xfrm>
            <a:off x="8874891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unit69"/>
          <p:cNvSpPr/>
          <p:nvPr/>
        </p:nvSpPr>
        <p:spPr>
          <a:xfrm>
            <a:off x="8874891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3-unit70"/>
          <p:cNvSpPr/>
          <p:nvPr/>
        </p:nvSpPr>
        <p:spPr>
          <a:xfrm>
            <a:off x="8874891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3-unit71"/>
          <p:cNvSpPr/>
          <p:nvPr/>
        </p:nvSpPr>
        <p:spPr>
          <a:xfrm>
            <a:off x="8874891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3-unit72"/>
          <p:cNvSpPr/>
          <p:nvPr/>
        </p:nvSpPr>
        <p:spPr>
          <a:xfrm>
            <a:off x="9144226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3-unit73"/>
          <p:cNvSpPr/>
          <p:nvPr/>
        </p:nvSpPr>
        <p:spPr>
          <a:xfrm>
            <a:off x="9144226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3-unit74"/>
          <p:cNvSpPr/>
          <p:nvPr/>
        </p:nvSpPr>
        <p:spPr>
          <a:xfrm>
            <a:off x="9144226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3-unit75"/>
          <p:cNvSpPr/>
          <p:nvPr/>
        </p:nvSpPr>
        <p:spPr>
          <a:xfrm>
            <a:off x="9144226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3-unit76"/>
          <p:cNvSpPr/>
          <p:nvPr/>
        </p:nvSpPr>
        <p:spPr>
          <a:xfrm>
            <a:off x="9144226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3-unit77"/>
          <p:cNvSpPr/>
          <p:nvPr/>
        </p:nvSpPr>
        <p:spPr>
          <a:xfrm>
            <a:off x="9413561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3-unit78"/>
          <p:cNvSpPr/>
          <p:nvPr/>
        </p:nvSpPr>
        <p:spPr>
          <a:xfrm>
            <a:off x="9413561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3-figure79" descr="십 모형 2개와 일 모형 12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03-label80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바꾸면 십 2, 일 12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52 − 27도 같아요</a:t>
            </a:r>
            <a:endParaRPr lang="ko-KR" sz="4400" dirty="0"/>
          </a:p>
        </p:txBody>
      </p:sp>
      <p:sp>
        <p:nvSpPr>
          <p:cNvPr id="3" name="S04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52에서 27을 덜어 내요.</a:t>
            </a:r>
            <a:endParaRPr lang="ko-KR" sz="3200" dirty="0"/>
          </a:p>
        </p:txBody>
      </p:sp>
      <p:sp>
        <p:nvSpPr>
          <p:cNvPr id="4" name="S04-card8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 = 25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12 − 7 = 5, 십 4 − 2 = 2</a:t>
            </a:r>
            <a:endParaRPr lang="ko-KR" sz="3200" dirty="0"/>
          </a:p>
        </p:txBody>
      </p:sp>
      <p:sp>
        <p:nvSpPr>
          <p:cNvPr id="6" name="S04-rod84"/>
          <p:cNvSpPr/>
          <p:nvPr/>
        </p:nvSpPr>
        <p:spPr>
          <a:xfrm>
            <a:off x="217456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line85"/>
          <p:cNvSpPr/>
          <p:nvPr/>
        </p:nvSpPr>
        <p:spPr>
          <a:xfrm>
            <a:off x="217456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86"/>
          <p:cNvSpPr/>
          <p:nvPr/>
        </p:nvSpPr>
        <p:spPr>
          <a:xfrm>
            <a:off x="217456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87"/>
          <p:cNvSpPr/>
          <p:nvPr/>
        </p:nvSpPr>
        <p:spPr>
          <a:xfrm>
            <a:off x="217456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88"/>
          <p:cNvSpPr/>
          <p:nvPr/>
        </p:nvSpPr>
        <p:spPr>
          <a:xfrm>
            <a:off x="217456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89"/>
          <p:cNvSpPr/>
          <p:nvPr/>
        </p:nvSpPr>
        <p:spPr>
          <a:xfrm>
            <a:off x="217456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90"/>
          <p:cNvSpPr/>
          <p:nvPr/>
        </p:nvSpPr>
        <p:spPr>
          <a:xfrm>
            <a:off x="217456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91"/>
          <p:cNvSpPr/>
          <p:nvPr/>
        </p:nvSpPr>
        <p:spPr>
          <a:xfrm>
            <a:off x="217456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92"/>
          <p:cNvSpPr/>
          <p:nvPr/>
        </p:nvSpPr>
        <p:spPr>
          <a:xfrm>
            <a:off x="217456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93"/>
          <p:cNvSpPr/>
          <p:nvPr/>
        </p:nvSpPr>
        <p:spPr>
          <a:xfrm>
            <a:off x="217456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rod94"/>
          <p:cNvSpPr/>
          <p:nvPr/>
        </p:nvSpPr>
        <p:spPr>
          <a:xfrm>
            <a:off x="250605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line95"/>
          <p:cNvSpPr/>
          <p:nvPr/>
        </p:nvSpPr>
        <p:spPr>
          <a:xfrm>
            <a:off x="250605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96"/>
          <p:cNvSpPr/>
          <p:nvPr/>
        </p:nvSpPr>
        <p:spPr>
          <a:xfrm>
            <a:off x="250605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97"/>
          <p:cNvSpPr/>
          <p:nvPr/>
        </p:nvSpPr>
        <p:spPr>
          <a:xfrm>
            <a:off x="250605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98"/>
          <p:cNvSpPr/>
          <p:nvPr/>
        </p:nvSpPr>
        <p:spPr>
          <a:xfrm>
            <a:off x="250605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99"/>
          <p:cNvSpPr/>
          <p:nvPr/>
        </p:nvSpPr>
        <p:spPr>
          <a:xfrm>
            <a:off x="250605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100"/>
          <p:cNvSpPr/>
          <p:nvPr/>
        </p:nvSpPr>
        <p:spPr>
          <a:xfrm>
            <a:off x="250605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01"/>
          <p:cNvSpPr/>
          <p:nvPr/>
        </p:nvSpPr>
        <p:spPr>
          <a:xfrm>
            <a:off x="250605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02"/>
          <p:cNvSpPr/>
          <p:nvPr/>
        </p:nvSpPr>
        <p:spPr>
          <a:xfrm>
            <a:off x="250605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103"/>
          <p:cNvSpPr/>
          <p:nvPr/>
        </p:nvSpPr>
        <p:spPr>
          <a:xfrm>
            <a:off x="250605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rod104"/>
          <p:cNvSpPr/>
          <p:nvPr/>
        </p:nvSpPr>
        <p:spPr>
          <a:xfrm>
            <a:off x="283754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line105"/>
          <p:cNvSpPr/>
          <p:nvPr/>
        </p:nvSpPr>
        <p:spPr>
          <a:xfrm>
            <a:off x="283754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06"/>
          <p:cNvSpPr/>
          <p:nvPr/>
        </p:nvSpPr>
        <p:spPr>
          <a:xfrm>
            <a:off x="283754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07"/>
          <p:cNvSpPr/>
          <p:nvPr/>
        </p:nvSpPr>
        <p:spPr>
          <a:xfrm>
            <a:off x="283754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108"/>
          <p:cNvSpPr/>
          <p:nvPr/>
        </p:nvSpPr>
        <p:spPr>
          <a:xfrm>
            <a:off x="283754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09"/>
          <p:cNvSpPr/>
          <p:nvPr/>
        </p:nvSpPr>
        <p:spPr>
          <a:xfrm>
            <a:off x="283754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10"/>
          <p:cNvSpPr/>
          <p:nvPr/>
        </p:nvSpPr>
        <p:spPr>
          <a:xfrm>
            <a:off x="283754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11"/>
          <p:cNvSpPr/>
          <p:nvPr/>
        </p:nvSpPr>
        <p:spPr>
          <a:xfrm>
            <a:off x="283754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12"/>
          <p:cNvSpPr/>
          <p:nvPr/>
        </p:nvSpPr>
        <p:spPr>
          <a:xfrm>
            <a:off x="283754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113"/>
          <p:cNvSpPr/>
          <p:nvPr/>
        </p:nvSpPr>
        <p:spPr>
          <a:xfrm>
            <a:off x="283754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rod114"/>
          <p:cNvSpPr/>
          <p:nvPr/>
        </p:nvSpPr>
        <p:spPr>
          <a:xfrm>
            <a:off x="316903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line115"/>
          <p:cNvSpPr/>
          <p:nvPr/>
        </p:nvSpPr>
        <p:spPr>
          <a:xfrm>
            <a:off x="316903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16"/>
          <p:cNvSpPr/>
          <p:nvPr/>
        </p:nvSpPr>
        <p:spPr>
          <a:xfrm>
            <a:off x="316903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17"/>
          <p:cNvSpPr/>
          <p:nvPr/>
        </p:nvSpPr>
        <p:spPr>
          <a:xfrm>
            <a:off x="316903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118"/>
          <p:cNvSpPr/>
          <p:nvPr/>
        </p:nvSpPr>
        <p:spPr>
          <a:xfrm>
            <a:off x="316903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19"/>
          <p:cNvSpPr/>
          <p:nvPr/>
        </p:nvSpPr>
        <p:spPr>
          <a:xfrm>
            <a:off x="316903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20"/>
          <p:cNvSpPr/>
          <p:nvPr/>
        </p:nvSpPr>
        <p:spPr>
          <a:xfrm>
            <a:off x="316903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21"/>
          <p:cNvSpPr/>
          <p:nvPr/>
        </p:nvSpPr>
        <p:spPr>
          <a:xfrm>
            <a:off x="316903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122"/>
          <p:cNvSpPr/>
          <p:nvPr/>
        </p:nvSpPr>
        <p:spPr>
          <a:xfrm>
            <a:off x="316903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123"/>
          <p:cNvSpPr/>
          <p:nvPr/>
        </p:nvSpPr>
        <p:spPr>
          <a:xfrm>
            <a:off x="316903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unit124"/>
          <p:cNvSpPr/>
          <p:nvPr/>
        </p:nvSpPr>
        <p:spPr>
          <a:xfrm>
            <a:off x="3500524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4-unit125"/>
          <p:cNvSpPr/>
          <p:nvPr/>
        </p:nvSpPr>
        <p:spPr>
          <a:xfrm>
            <a:off x="3500524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4-unit126"/>
          <p:cNvSpPr/>
          <p:nvPr/>
        </p:nvSpPr>
        <p:spPr>
          <a:xfrm>
            <a:off x="3500524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4-unit127"/>
          <p:cNvSpPr/>
          <p:nvPr/>
        </p:nvSpPr>
        <p:spPr>
          <a:xfrm>
            <a:off x="3500524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4-unit128"/>
          <p:cNvSpPr/>
          <p:nvPr/>
        </p:nvSpPr>
        <p:spPr>
          <a:xfrm>
            <a:off x="3500524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4-unit129"/>
          <p:cNvSpPr/>
          <p:nvPr/>
        </p:nvSpPr>
        <p:spPr>
          <a:xfrm>
            <a:off x="3769859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4-unit130"/>
          <p:cNvSpPr/>
          <p:nvPr/>
        </p:nvSpPr>
        <p:spPr>
          <a:xfrm>
            <a:off x="3769859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4-unit131"/>
          <p:cNvSpPr/>
          <p:nvPr/>
        </p:nvSpPr>
        <p:spPr>
          <a:xfrm>
            <a:off x="3769859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4-unit132"/>
          <p:cNvSpPr/>
          <p:nvPr/>
        </p:nvSpPr>
        <p:spPr>
          <a:xfrm>
            <a:off x="3769859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4-unit133"/>
          <p:cNvSpPr/>
          <p:nvPr/>
        </p:nvSpPr>
        <p:spPr>
          <a:xfrm>
            <a:off x="3769859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unit134"/>
          <p:cNvSpPr/>
          <p:nvPr/>
        </p:nvSpPr>
        <p:spPr>
          <a:xfrm>
            <a:off x="403919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unit135"/>
          <p:cNvSpPr/>
          <p:nvPr/>
        </p:nvSpPr>
        <p:spPr>
          <a:xfrm>
            <a:off x="403919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4-figure136" descr="십 모형 4개와 일 모형 12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04-label137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52를 바꾸면</a:t>
            </a:r>
            <a:endParaRPr lang="ko-KR" sz="2600" dirty="0"/>
          </a:p>
        </p:txBody>
      </p:sp>
      <p:sp>
        <p:nvSpPr>
          <p:cNvPr id="60" name="S04-rod138"/>
          <p:cNvSpPr/>
          <p:nvPr/>
        </p:nvSpPr>
        <p:spPr>
          <a:xfrm>
            <a:off x="8481247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4-line139"/>
          <p:cNvSpPr/>
          <p:nvPr/>
        </p:nvSpPr>
        <p:spPr>
          <a:xfrm>
            <a:off x="8481247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140"/>
          <p:cNvSpPr/>
          <p:nvPr/>
        </p:nvSpPr>
        <p:spPr>
          <a:xfrm>
            <a:off x="8481247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141"/>
          <p:cNvSpPr/>
          <p:nvPr/>
        </p:nvSpPr>
        <p:spPr>
          <a:xfrm>
            <a:off x="8481247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142"/>
          <p:cNvSpPr/>
          <p:nvPr/>
        </p:nvSpPr>
        <p:spPr>
          <a:xfrm>
            <a:off x="8481247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143"/>
          <p:cNvSpPr/>
          <p:nvPr/>
        </p:nvSpPr>
        <p:spPr>
          <a:xfrm>
            <a:off x="8481247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line144"/>
          <p:cNvSpPr/>
          <p:nvPr/>
        </p:nvSpPr>
        <p:spPr>
          <a:xfrm>
            <a:off x="8481247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4-line145"/>
          <p:cNvSpPr/>
          <p:nvPr/>
        </p:nvSpPr>
        <p:spPr>
          <a:xfrm>
            <a:off x="8481247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line146"/>
          <p:cNvSpPr/>
          <p:nvPr/>
        </p:nvSpPr>
        <p:spPr>
          <a:xfrm>
            <a:off x="8481247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line147"/>
          <p:cNvSpPr/>
          <p:nvPr/>
        </p:nvSpPr>
        <p:spPr>
          <a:xfrm>
            <a:off x="8481247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rod148"/>
          <p:cNvSpPr/>
          <p:nvPr/>
        </p:nvSpPr>
        <p:spPr>
          <a:xfrm>
            <a:off x="881273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4-line149"/>
          <p:cNvSpPr/>
          <p:nvPr/>
        </p:nvSpPr>
        <p:spPr>
          <a:xfrm>
            <a:off x="881273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line150"/>
          <p:cNvSpPr/>
          <p:nvPr/>
        </p:nvSpPr>
        <p:spPr>
          <a:xfrm>
            <a:off x="881273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line151"/>
          <p:cNvSpPr/>
          <p:nvPr/>
        </p:nvSpPr>
        <p:spPr>
          <a:xfrm>
            <a:off x="881273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line152"/>
          <p:cNvSpPr/>
          <p:nvPr/>
        </p:nvSpPr>
        <p:spPr>
          <a:xfrm>
            <a:off x="881273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line153"/>
          <p:cNvSpPr/>
          <p:nvPr/>
        </p:nvSpPr>
        <p:spPr>
          <a:xfrm>
            <a:off x="881273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line154"/>
          <p:cNvSpPr/>
          <p:nvPr/>
        </p:nvSpPr>
        <p:spPr>
          <a:xfrm>
            <a:off x="881273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4-line155"/>
          <p:cNvSpPr/>
          <p:nvPr/>
        </p:nvSpPr>
        <p:spPr>
          <a:xfrm>
            <a:off x="881273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4-line156"/>
          <p:cNvSpPr/>
          <p:nvPr/>
        </p:nvSpPr>
        <p:spPr>
          <a:xfrm>
            <a:off x="881273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4-line157"/>
          <p:cNvSpPr/>
          <p:nvPr/>
        </p:nvSpPr>
        <p:spPr>
          <a:xfrm>
            <a:off x="881273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4-unit158"/>
          <p:cNvSpPr/>
          <p:nvPr/>
        </p:nvSpPr>
        <p:spPr>
          <a:xfrm>
            <a:off x="9144226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4-unit159"/>
          <p:cNvSpPr/>
          <p:nvPr/>
        </p:nvSpPr>
        <p:spPr>
          <a:xfrm>
            <a:off x="9144226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4-unit160"/>
          <p:cNvSpPr/>
          <p:nvPr/>
        </p:nvSpPr>
        <p:spPr>
          <a:xfrm>
            <a:off x="9144226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4-unit161"/>
          <p:cNvSpPr/>
          <p:nvPr/>
        </p:nvSpPr>
        <p:spPr>
          <a:xfrm>
            <a:off x="9144226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4-unit162"/>
          <p:cNvSpPr/>
          <p:nvPr/>
        </p:nvSpPr>
        <p:spPr>
          <a:xfrm>
            <a:off x="9144226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4-figure163" descr="십 모형 2개와 일 모형 5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04-label164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27을 빼면 25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빼요</a:t>
            </a:r>
            <a:endParaRPr lang="ko-KR" sz="4400" dirty="0"/>
          </a:p>
        </p:txBody>
      </p:sp>
      <p:sp>
        <p:nvSpPr>
          <p:cNvPr id="3" name="S05-text1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52 − 27을 세로셈으로 해요.</a:t>
            </a:r>
            <a:endParaRPr lang="ko-KR" sz="3200" dirty="0"/>
          </a:p>
        </p:txBody>
      </p:sp>
      <p:sp>
        <p:nvSpPr>
          <p:cNvPr id="4" name="S05-card1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십의 자리 숫자로 빼요.</a:t>
            </a:r>
            <a:endParaRPr lang="ko-KR" sz="3200" dirty="0"/>
          </a:p>
        </p:txBody>
      </p:sp>
      <p:graphicFrame>
        <p:nvGraphicFramePr>
          <p:cNvPr id="6" name="S05-table1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04216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169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170"/>
          <p:cNvSpPr txBox="1"/>
          <p:nvPr/>
        </p:nvSpPr>
        <p:spPr>
          <a:xfrm>
            <a:off x="1325880" y="222199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2에서 7을 뺄 수 없어요.</a:t>
            </a:r>
            <a:endParaRPr lang="ko-KR" sz="2600" dirty="0"/>
          </a:p>
        </p:txBody>
      </p:sp>
      <p:sp>
        <p:nvSpPr>
          <p:cNvPr id="9" name="S05-stepno171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172"/>
          <p:cNvSpPr txBox="1"/>
          <p:nvPr/>
        </p:nvSpPr>
        <p:spPr>
          <a:xfrm>
            <a:off x="1325880" y="293522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4로 고치고, 일 위에 10을 써요.</a:t>
            </a:r>
            <a:endParaRPr lang="ko-KR" sz="2600" dirty="0"/>
          </a:p>
        </p:txBody>
      </p:sp>
      <p:sp>
        <p:nvSpPr>
          <p:cNvPr id="11" name="S05-stepno173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174"/>
          <p:cNvSpPr txBox="1"/>
          <p:nvPr/>
        </p:nvSpPr>
        <p:spPr>
          <a:xfrm>
            <a:off x="1325880" y="364845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12 − 7 = 5</a:t>
            </a:r>
            <a:endParaRPr lang="ko-KR" sz="2600" dirty="0"/>
          </a:p>
        </p:txBody>
      </p:sp>
      <p:sp>
        <p:nvSpPr>
          <p:cNvPr id="13" name="S05-stepno175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176"/>
          <p:cNvSpPr txBox="1"/>
          <p:nvPr/>
        </p:nvSpPr>
        <p:spPr>
          <a:xfrm>
            <a:off x="1325880" y="436168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4 − 2 = 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400" dirty="0"/>
          </a:p>
        </p:txBody>
      </p:sp>
      <p:sp>
        <p:nvSpPr>
          <p:cNvPr id="3" name="S06-text1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계산해요.</a:t>
            </a:r>
            <a:endParaRPr lang="ko-KR" sz="3200" dirty="0"/>
          </a:p>
        </p:txBody>
      </p:sp>
      <p:sp>
        <p:nvSpPr>
          <p:cNvPr id="4" name="S06-card1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십 1개를 일 10개로 바꿔요.</a:t>
            </a:r>
            <a:endParaRPr lang="ko-KR" sz="3200" dirty="0"/>
          </a:p>
        </p:txBody>
      </p:sp>
      <p:graphicFrame>
        <p:nvGraphicFramePr>
          <p:cNvPr id="7" name="S06-table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087499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label181"/>
          <p:cNvSpPr txBox="1"/>
          <p:nvPr/>
        </p:nvSpPr>
        <p:spPr>
          <a:xfrm>
            <a:off x="6277356" y="467487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600" dirty="0"/>
          </a:p>
        </p:txBody>
      </p:sp>
      <p:sp>
        <p:nvSpPr>
          <p:cNvPr id="8" name="S06-chip18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06-eqtext18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43 − 8 = □</a:t>
            </a:r>
            <a:endParaRPr lang="ko-KR" sz="3600" dirty="0"/>
          </a:p>
        </p:txBody>
      </p:sp>
      <p:sp>
        <p:nvSpPr>
          <p:cNvPr id="10" name="S06-chip18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1" name="S06-eqtext185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61 − 25 = □</a:t>
            </a:r>
            <a:endParaRPr lang="ko-KR" sz="3600" dirty="0"/>
          </a:p>
        </p:txBody>
      </p:sp>
      <p:sp>
        <p:nvSpPr>
          <p:cNvPr id="12" name="S06-chip18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3" name="S06-eqtext187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84 − 39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18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8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52 − 27을 했어요.</a:t>
            </a:r>
            <a:endParaRPr lang="ko-KR" sz="3200" dirty="0"/>
          </a:p>
        </p:txBody>
      </p:sp>
      <p:sp>
        <p:nvSpPr>
          <p:cNvPr id="5" name="S07-card1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19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35</a:t>
            </a:r>
            <a:endParaRPr lang="ko-KR" sz="2600" dirty="0"/>
          </a:p>
        </p:txBody>
      </p:sp>
      <p:sp>
        <p:nvSpPr>
          <p:cNvPr id="8" name="S07-text19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자리는 7 − 2 = 5,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자리는 5 − 2 = 3</a:t>
            </a:r>
            <a:endParaRPr lang="ko-KR" sz="3200" dirty="0"/>
          </a:p>
        </p:txBody>
      </p:sp>
      <p:sp>
        <p:nvSpPr>
          <p:cNvPr id="9" name="S07-chip19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25</a:t>
            </a:r>
            <a:endParaRPr lang="ko-KR" sz="2600" dirty="0"/>
          </a:p>
        </p:txBody>
      </p:sp>
      <p:sp>
        <p:nvSpPr>
          <p:cNvPr id="10" name="S07-text19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1개를 일 10개로 바꿔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12 − 7 = 5, 4 − 2 = 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빼기</a:t>
            </a:r>
            <a:endParaRPr lang="ko-KR" sz="4400" dirty="0"/>
          </a:p>
        </p:txBody>
      </p:sp>
      <p:sp>
        <p:nvSpPr>
          <p:cNvPr id="3" name="S08-text1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40 − 16을 세로셈으로 해요.</a:t>
            </a:r>
            <a:endParaRPr lang="ko-KR" sz="3200" dirty="0"/>
          </a:p>
        </p:txBody>
      </p:sp>
      <p:sp>
        <p:nvSpPr>
          <p:cNvPr id="4" name="S08-card1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뺄 때도 받아내림을 해요.</a:t>
            </a:r>
            <a:endParaRPr lang="ko-KR" sz="3200" dirty="0"/>
          </a:p>
        </p:txBody>
      </p:sp>
      <p:graphicFrame>
        <p:nvGraphicFramePr>
          <p:cNvPr id="9" name="S08-table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04216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200"/>
          <p:cNvSpPr txBox="1"/>
          <p:nvPr/>
        </p:nvSpPr>
        <p:spPr>
          <a:xfrm>
            <a:off x="548640" y="235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201"/>
          <p:cNvSpPr txBox="1"/>
          <p:nvPr/>
        </p:nvSpPr>
        <p:spPr>
          <a:xfrm>
            <a:off x="1325880" y="235712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0에서 6을 뺄 수 없어요.</a:t>
            </a:r>
            <a:endParaRPr lang="ko-KR" sz="3200" dirty="0"/>
          </a:p>
        </p:txBody>
      </p:sp>
      <p:sp>
        <p:nvSpPr>
          <p:cNvPr id="9" name="S08-stepno202"/>
          <p:cNvSpPr txBox="1"/>
          <p:nvPr/>
        </p:nvSpPr>
        <p:spPr>
          <a:xfrm>
            <a:off x="548640" y="311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203"/>
          <p:cNvSpPr txBox="1"/>
          <p:nvPr/>
        </p:nvSpPr>
        <p:spPr>
          <a:xfrm>
            <a:off x="1325880" y="3070352"/>
            <a:ext cx="58728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3으로 고치고,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10을 써요.</a:t>
            </a:r>
            <a:endParaRPr lang="ko-KR" sz="3200" dirty="0"/>
          </a:p>
        </p:txBody>
      </p:sp>
      <p:sp>
        <p:nvSpPr>
          <p:cNvPr id="11" name="S08-stepno204"/>
          <p:cNvSpPr txBox="1"/>
          <p:nvPr/>
        </p:nvSpPr>
        <p:spPr>
          <a:xfrm>
            <a:off x="548640" y="422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205"/>
          <p:cNvSpPr txBox="1"/>
          <p:nvPr/>
        </p:nvSpPr>
        <p:spPr>
          <a:xfrm>
            <a:off x="1325880" y="422656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10 − 6 = 4, 십: 3 − 1 = 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뺄셈</a:t>
            </a:r>
            <a:endParaRPr lang="ko-KR" sz="4400" dirty="0"/>
          </a:p>
        </p:txBody>
      </p:sp>
      <p:sp>
        <p:nvSpPr>
          <p:cNvPr id="3" name="S09-text2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공책에 세로셈으로 계산해요.</a:t>
            </a:r>
            <a:endParaRPr lang="ko-KR" sz="3200" dirty="0"/>
          </a:p>
        </p:txBody>
      </p:sp>
      <p:sp>
        <p:nvSpPr>
          <p:cNvPr id="4" name="S09-card2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받아내림을 하면 십의 자리 숫자가 1 작아져요.</a:t>
            </a:r>
            <a:endParaRPr lang="ko-KR" sz="3200" dirty="0"/>
          </a:p>
        </p:txBody>
      </p:sp>
      <p:sp>
        <p:nvSpPr>
          <p:cNvPr id="6" name="S09-chip20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eqtext21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33 − 7 = □</a:t>
            </a:r>
            <a:endParaRPr lang="ko-KR" sz="3600" dirty="0"/>
          </a:p>
        </p:txBody>
      </p:sp>
      <p:sp>
        <p:nvSpPr>
          <p:cNvPr id="8" name="S09-chip21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21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80 − 45 = □</a:t>
            </a:r>
            <a:endParaRPr lang="ko-KR" sz="3600" dirty="0"/>
          </a:p>
        </p:txBody>
      </p:sp>
      <p:sp>
        <p:nvSpPr>
          <p:cNvPr id="10" name="S09-chip21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21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62 − 29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2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받아내림을 말해요.</a:t>
            </a:r>
            <a:endParaRPr lang="ko-KR" sz="3200" dirty="0"/>
          </a:p>
        </p:txBody>
      </p:sp>
      <p:sp>
        <p:nvSpPr>
          <p:cNvPr id="4" name="S10-chip21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21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54 − 9 = □</a:t>
            </a:r>
            <a:endParaRPr lang="ko-KR" sz="3600" dirty="0"/>
          </a:p>
        </p:txBody>
      </p:sp>
      <p:sp>
        <p:nvSpPr>
          <p:cNvPr id="6" name="S10-chip21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21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70 − 38 = □</a:t>
            </a:r>
            <a:endParaRPr lang="ko-KR" sz="3600" dirty="0"/>
          </a:p>
        </p:txBody>
      </p:sp>
      <p:sp>
        <p:nvSpPr>
          <p:cNvPr id="8" name="S10-chip22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eqtext22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85 − 47 = □</a:t>
            </a:r>
            <a:endParaRPr lang="ko-KR" sz="3600" dirty="0"/>
          </a:p>
        </p:txBody>
      </p:sp>
      <p:sp>
        <p:nvSpPr>
          <p:cNvPr id="10" name="S10-chip22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0-eqtext22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91 − 56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2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수 모형으로 다시 덜어 내 보게 하세요.</a:t>
            </a:r>
            <a:endParaRPr lang="ko-KR" sz="3200" dirty="0"/>
          </a:p>
        </p:txBody>
      </p:sp>
      <p:sp>
        <p:nvSpPr>
          <p:cNvPr id="5" name="S11-chip22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227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45</a:t>
            </a:r>
            <a:endParaRPr lang="ko-KR" sz="3200" dirty="0"/>
          </a:p>
        </p:txBody>
      </p:sp>
      <p:sp>
        <p:nvSpPr>
          <p:cNvPr id="7" name="S11-text228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14 − 9 = 5</a:t>
            </a:r>
            <a:endParaRPr lang="ko-KR" sz="2600" dirty="0"/>
          </a:p>
        </p:txBody>
      </p:sp>
      <p:sp>
        <p:nvSpPr>
          <p:cNvPr id="8" name="S11-text22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32</a:t>
            </a:r>
            <a:endParaRPr lang="ko-KR" sz="3200" dirty="0"/>
          </a:p>
        </p:txBody>
      </p:sp>
      <p:sp>
        <p:nvSpPr>
          <p:cNvPr id="9" name="S11-text23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10 − 8 = 2</a:t>
            </a:r>
            <a:endParaRPr lang="ko-KR" sz="2600" dirty="0"/>
          </a:p>
        </p:txBody>
      </p:sp>
      <p:sp>
        <p:nvSpPr>
          <p:cNvPr id="10" name="S11-text23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38</a:t>
            </a:r>
            <a:endParaRPr lang="ko-KR" sz="3200" dirty="0"/>
          </a:p>
        </p:txBody>
      </p:sp>
      <p:sp>
        <p:nvSpPr>
          <p:cNvPr id="11" name="S11-text23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15 − 7 = 8</a:t>
            </a:r>
            <a:endParaRPr lang="ko-KR" sz="2600" dirty="0"/>
          </a:p>
        </p:txBody>
      </p:sp>
      <p:sp>
        <p:nvSpPr>
          <p:cNvPr id="12" name="S11-text23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35</a:t>
            </a:r>
            <a:endParaRPr lang="ko-KR" sz="3200" dirty="0"/>
          </a:p>
        </p:txBody>
      </p:sp>
      <p:sp>
        <p:nvSpPr>
          <p:cNvPr id="13" name="S11-text23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11 − 6 = 5</a:t>
            </a:r>
            <a:endParaRPr lang="ko-KR" sz="2600" dirty="0"/>
          </a:p>
        </p:txBody>
      </p:sp>
      <p:sp>
        <p:nvSpPr>
          <p:cNvPr id="14" name="S11-chip23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1-text23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42</a:t>
            </a:r>
            <a:endParaRPr lang="ko-KR" sz="3200" dirty="0"/>
          </a:p>
        </p:txBody>
      </p:sp>
      <p:sp>
        <p:nvSpPr>
          <p:cNvPr id="16" name="S11-text23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7 − 5를 함</a:t>
            </a:r>
            <a:endParaRPr lang="ko-KR" sz="2600" dirty="0"/>
          </a:p>
        </p:txBody>
      </p:sp>
      <p:sp>
        <p:nvSpPr>
          <p:cNvPr id="17" name="S11-text23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45</a:t>
            </a:r>
            <a:endParaRPr lang="ko-KR" sz="3200" dirty="0"/>
          </a:p>
        </p:txBody>
      </p:sp>
      <p:sp>
        <p:nvSpPr>
          <p:cNvPr id="18" name="S11-text23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십을 안 줄임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61과 같은 것은?</a:t>
            </a:r>
            <a:endParaRPr lang="ko-KR" sz="4400" dirty="0"/>
          </a:p>
        </p:txBody>
      </p:sp>
      <p:sp>
        <p:nvSpPr>
          <p:cNvPr id="3" name="S12-text2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61 − 25를 하려고 61을 바꾸었어요.</a:t>
            </a:r>
            <a:endParaRPr lang="ko-KR" sz="3200" dirty="0"/>
          </a:p>
        </p:txBody>
      </p:sp>
      <p:sp>
        <p:nvSpPr>
          <p:cNvPr id="4" name="S12-card2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61과 같은 것을 고르고, 까닭을 말해요.</a:t>
            </a:r>
            <a:endParaRPr lang="ko-KR" sz="3200" dirty="0"/>
          </a:p>
        </p:txBody>
      </p:sp>
      <p:sp>
        <p:nvSpPr>
          <p:cNvPr id="6" name="S12-chip24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rod244"/>
          <p:cNvSpPr/>
          <p:nvPr/>
        </p:nvSpPr>
        <p:spPr>
          <a:xfrm>
            <a:off x="1078382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line245"/>
          <p:cNvSpPr/>
          <p:nvPr/>
        </p:nvSpPr>
        <p:spPr>
          <a:xfrm>
            <a:off x="1078382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246"/>
          <p:cNvSpPr/>
          <p:nvPr/>
        </p:nvSpPr>
        <p:spPr>
          <a:xfrm>
            <a:off x="1078382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247"/>
          <p:cNvSpPr/>
          <p:nvPr/>
        </p:nvSpPr>
        <p:spPr>
          <a:xfrm>
            <a:off x="1078382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248"/>
          <p:cNvSpPr/>
          <p:nvPr/>
        </p:nvSpPr>
        <p:spPr>
          <a:xfrm>
            <a:off x="1078382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line249"/>
          <p:cNvSpPr/>
          <p:nvPr/>
        </p:nvSpPr>
        <p:spPr>
          <a:xfrm>
            <a:off x="1078382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2-line250"/>
          <p:cNvSpPr/>
          <p:nvPr/>
        </p:nvSpPr>
        <p:spPr>
          <a:xfrm>
            <a:off x="1078382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251"/>
          <p:cNvSpPr/>
          <p:nvPr/>
        </p:nvSpPr>
        <p:spPr>
          <a:xfrm>
            <a:off x="1078382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252"/>
          <p:cNvSpPr/>
          <p:nvPr/>
        </p:nvSpPr>
        <p:spPr>
          <a:xfrm>
            <a:off x="1078382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253"/>
          <p:cNvSpPr/>
          <p:nvPr/>
        </p:nvSpPr>
        <p:spPr>
          <a:xfrm>
            <a:off x="1078382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2-rod254"/>
          <p:cNvSpPr/>
          <p:nvPr/>
        </p:nvSpPr>
        <p:spPr>
          <a:xfrm>
            <a:off x="1400251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2-line255"/>
          <p:cNvSpPr/>
          <p:nvPr/>
        </p:nvSpPr>
        <p:spPr>
          <a:xfrm>
            <a:off x="1400251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256"/>
          <p:cNvSpPr/>
          <p:nvPr/>
        </p:nvSpPr>
        <p:spPr>
          <a:xfrm>
            <a:off x="1400251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257"/>
          <p:cNvSpPr/>
          <p:nvPr/>
        </p:nvSpPr>
        <p:spPr>
          <a:xfrm>
            <a:off x="1400251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258"/>
          <p:cNvSpPr/>
          <p:nvPr/>
        </p:nvSpPr>
        <p:spPr>
          <a:xfrm>
            <a:off x="1400251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line259"/>
          <p:cNvSpPr/>
          <p:nvPr/>
        </p:nvSpPr>
        <p:spPr>
          <a:xfrm>
            <a:off x="1400251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2-line260"/>
          <p:cNvSpPr/>
          <p:nvPr/>
        </p:nvSpPr>
        <p:spPr>
          <a:xfrm>
            <a:off x="1400251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261"/>
          <p:cNvSpPr/>
          <p:nvPr/>
        </p:nvSpPr>
        <p:spPr>
          <a:xfrm>
            <a:off x="1400251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262"/>
          <p:cNvSpPr/>
          <p:nvPr/>
        </p:nvSpPr>
        <p:spPr>
          <a:xfrm>
            <a:off x="1400251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263"/>
          <p:cNvSpPr/>
          <p:nvPr/>
        </p:nvSpPr>
        <p:spPr>
          <a:xfrm>
            <a:off x="1400251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rod264"/>
          <p:cNvSpPr/>
          <p:nvPr/>
        </p:nvSpPr>
        <p:spPr>
          <a:xfrm>
            <a:off x="172212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2-line265"/>
          <p:cNvSpPr/>
          <p:nvPr/>
        </p:nvSpPr>
        <p:spPr>
          <a:xfrm>
            <a:off x="172212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266"/>
          <p:cNvSpPr/>
          <p:nvPr/>
        </p:nvSpPr>
        <p:spPr>
          <a:xfrm>
            <a:off x="172212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267"/>
          <p:cNvSpPr/>
          <p:nvPr/>
        </p:nvSpPr>
        <p:spPr>
          <a:xfrm>
            <a:off x="172212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268"/>
          <p:cNvSpPr/>
          <p:nvPr/>
        </p:nvSpPr>
        <p:spPr>
          <a:xfrm>
            <a:off x="172212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line269"/>
          <p:cNvSpPr/>
          <p:nvPr/>
        </p:nvSpPr>
        <p:spPr>
          <a:xfrm>
            <a:off x="172212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2-line270"/>
          <p:cNvSpPr/>
          <p:nvPr/>
        </p:nvSpPr>
        <p:spPr>
          <a:xfrm>
            <a:off x="172212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271"/>
          <p:cNvSpPr/>
          <p:nvPr/>
        </p:nvSpPr>
        <p:spPr>
          <a:xfrm>
            <a:off x="172212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272"/>
          <p:cNvSpPr/>
          <p:nvPr/>
        </p:nvSpPr>
        <p:spPr>
          <a:xfrm>
            <a:off x="172212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273"/>
          <p:cNvSpPr/>
          <p:nvPr/>
        </p:nvSpPr>
        <p:spPr>
          <a:xfrm>
            <a:off x="172212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rod274"/>
          <p:cNvSpPr/>
          <p:nvPr/>
        </p:nvSpPr>
        <p:spPr>
          <a:xfrm>
            <a:off x="204398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2-line275"/>
          <p:cNvSpPr/>
          <p:nvPr/>
        </p:nvSpPr>
        <p:spPr>
          <a:xfrm>
            <a:off x="204398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276"/>
          <p:cNvSpPr/>
          <p:nvPr/>
        </p:nvSpPr>
        <p:spPr>
          <a:xfrm>
            <a:off x="204398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277"/>
          <p:cNvSpPr/>
          <p:nvPr/>
        </p:nvSpPr>
        <p:spPr>
          <a:xfrm>
            <a:off x="204398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278"/>
          <p:cNvSpPr/>
          <p:nvPr/>
        </p:nvSpPr>
        <p:spPr>
          <a:xfrm>
            <a:off x="204398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line279"/>
          <p:cNvSpPr/>
          <p:nvPr/>
        </p:nvSpPr>
        <p:spPr>
          <a:xfrm>
            <a:off x="204398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2-line280"/>
          <p:cNvSpPr/>
          <p:nvPr/>
        </p:nvSpPr>
        <p:spPr>
          <a:xfrm>
            <a:off x="204398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281"/>
          <p:cNvSpPr/>
          <p:nvPr/>
        </p:nvSpPr>
        <p:spPr>
          <a:xfrm>
            <a:off x="204398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282"/>
          <p:cNvSpPr/>
          <p:nvPr/>
        </p:nvSpPr>
        <p:spPr>
          <a:xfrm>
            <a:off x="204398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283"/>
          <p:cNvSpPr/>
          <p:nvPr/>
        </p:nvSpPr>
        <p:spPr>
          <a:xfrm>
            <a:off x="204398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rod284"/>
          <p:cNvSpPr/>
          <p:nvPr/>
        </p:nvSpPr>
        <p:spPr>
          <a:xfrm>
            <a:off x="236585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2-line285"/>
          <p:cNvSpPr/>
          <p:nvPr/>
        </p:nvSpPr>
        <p:spPr>
          <a:xfrm>
            <a:off x="236585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286"/>
          <p:cNvSpPr/>
          <p:nvPr/>
        </p:nvSpPr>
        <p:spPr>
          <a:xfrm>
            <a:off x="236585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287"/>
          <p:cNvSpPr/>
          <p:nvPr/>
        </p:nvSpPr>
        <p:spPr>
          <a:xfrm>
            <a:off x="236585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288"/>
          <p:cNvSpPr/>
          <p:nvPr/>
        </p:nvSpPr>
        <p:spPr>
          <a:xfrm>
            <a:off x="236585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line289"/>
          <p:cNvSpPr/>
          <p:nvPr/>
        </p:nvSpPr>
        <p:spPr>
          <a:xfrm>
            <a:off x="236585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2-line290"/>
          <p:cNvSpPr/>
          <p:nvPr/>
        </p:nvSpPr>
        <p:spPr>
          <a:xfrm>
            <a:off x="236585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291"/>
          <p:cNvSpPr/>
          <p:nvPr/>
        </p:nvSpPr>
        <p:spPr>
          <a:xfrm>
            <a:off x="236585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292"/>
          <p:cNvSpPr/>
          <p:nvPr/>
        </p:nvSpPr>
        <p:spPr>
          <a:xfrm>
            <a:off x="236585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293"/>
          <p:cNvSpPr/>
          <p:nvPr/>
        </p:nvSpPr>
        <p:spPr>
          <a:xfrm>
            <a:off x="236585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unit294"/>
          <p:cNvSpPr/>
          <p:nvPr/>
        </p:nvSpPr>
        <p:spPr>
          <a:xfrm>
            <a:off x="2687726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2-unit295"/>
          <p:cNvSpPr/>
          <p:nvPr/>
        </p:nvSpPr>
        <p:spPr>
          <a:xfrm>
            <a:off x="2687726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12-unit296"/>
          <p:cNvSpPr/>
          <p:nvPr/>
        </p:nvSpPr>
        <p:spPr>
          <a:xfrm>
            <a:off x="2687726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12-unit297"/>
          <p:cNvSpPr/>
          <p:nvPr/>
        </p:nvSpPr>
        <p:spPr>
          <a:xfrm>
            <a:off x="2687726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2-unit298"/>
          <p:cNvSpPr/>
          <p:nvPr/>
        </p:nvSpPr>
        <p:spPr>
          <a:xfrm>
            <a:off x="2687726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12-unit299"/>
          <p:cNvSpPr/>
          <p:nvPr/>
        </p:nvSpPr>
        <p:spPr>
          <a:xfrm>
            <a:off x="2949245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12-unit300"/>
          <p:cNvSpPr/>
          <p:nvPr/>
        </p:nvSpPr>
        <p:spPr>
          <a:xfrm>
            <a:off x="2949245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12-unit301"/>
          <p:cNvSpPr/>
          <p:nvPr/>
        </p:nvSpPr>
        <p:spPr>
          <a:xfrm>
            <a:off x="2949245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12-unit302"/>
          <p:cNvSpPr/>
          <p:nvPr/>
        </p:nvSpPr>
        <p:spPr>
          <a:xfrm>
            <a:off x="2949245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12-unit303"/>
          <p:cNvSpPr/>
          <p:nvPr/>
        </p:nvSpPr>
        <p:spPr>
          <a:xfrm>
            <a:off x="2949245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12-unit304"/>
          <p:cNvSpPr/>
          <p:nvPr/>
        </p:nvSpPr>
        <p:spPr>
          <a:xfrm>
            <a:off x="3210763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2-figure305" descr="십 모형 5개와 일 모형 11개"/>
          <p:cNvSpPr/>
          <p:nvPr/>
        </p:nvSpPr>
        <p:spPr>
          <a:xfrm>
            <a:off x="548640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12-chip30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70" name="S12-rod307"/>
          <p:cNvSpPr/>
          <p:nvPr/>
        </p:nvSpPr>
        <p:spPr>
          <a:xfrm>
            <a:off x="4736592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12-line308"/>
          <p:cNvSpPr/>
          <p:nvPr/>
        </p:nvSpPr>
        <p:spPr>
          <a:xfrm>
            <a:off x="4736592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2-line309"/>
          <p:cNvSpPr/>
          <p:nvPr/>
        </p:nvSpPr>
        <p:spPr>
          <a:xfrm>
            <a:off x="4736592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2-line310"/>
          <p:cNvSpPr/>
          <p:nvPr/>
        </p:nvSpPr>
        <p:spPr>
          <a:xfrm>
            <a:off x="4736592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2-line311"/>
          <p:cNvSpPr/>
          <p:nvPr/>
        </p:nvSpPr>
        <p:spPr>
          <a:xfrm>
            <a:off x="4736592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2-line312"/>
          <p:cNvSpPr/>
          <p:nvPr/>
        </p:nvSpPr>
        <p:spPr>
          <a:xfrm>
            <a:off x="4736592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2-line313"/>
          <p:cNvSpPr/>
          <p:nvPr/>
        </p:nvSpPr>
        <p:spPr>
          <a:xfrm>
            <a:off x="4736592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2-line314"/>
          <p:cNvSpPr/>
          <p:nvPr/>
        </p:nvSpPr>
        <p:spPr>
          <a:xfrm>
            <a:off x="4736592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12-line315"/>
          <p:cNvSpPr/>
          <p:nvPr/>
        </p:nvSpPr>
        <p:spPr>
          <a:xfrm>
            <a:off x="4736592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2-line316"/>
          <p:cNvSpPr/>
          <p:nvPr/>
        </p:nvSpPr>
        <p:spPr>
          <a:xfrm>
            <a:off x="4736592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2-rod317"/>
          <p:cNvSpPr/>
          <p:nvPr/>
        </p:nvSpPr>
        <p:spPr>
          <a:xfrm>
            <a:off x="5058461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2-line318"/>
          <p:cNvSpPr/>
          <p:nvPr/>
        </p:nvSpPr>
        <p:spPr>
          <a:xfrm>
            <a:off x="5058461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2-line319"/>
          <p:cNvSpPr/>
          <p:nvPr/>
        </p:nvSpPr>
        <p:spPr>
          <a:xfrm>
            <a:off x="5058461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2-line320"/>
          <p:cNvSpPr/>
          <p:nvPr/>
        </p:nvSpPr>
        <p:spPr>
          <a:xfrm>
            <a:off x="5058461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2-line321"/>
          <p:cNvSpPr/>
          <p:nvPr/>
        </p:nvSpPr>
        <p:spPr>
          <a:xfrm>
            <a:off x="5058461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2-line322"/>
          <p:cNvSpPr/>
          <p:nvPr/>
        </p:nvSpPr>
        <p:spPr>
          <a:xfrm>
            <a:off x="5058461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2-line323"/>
          <p:cNvSpPr/>
          <p:nvPr/>
        </p:nvSpPr>
        <p:spPr>
          <a:xfrm>
            <a:off x="5058461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2-line324"/>
          <p:cNvSpPr/>
          <p:nvPr/>
        </p:nvSpPr>
        <p:spPr>
          <a:xfrm>
            <a:off x="5058461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2-line325"/>
          <p:cNvSpPr/>
          <p:nvPr/>
        </p:nvSpPr>
        <p:spPr>
          <a:xfrm>
            <a:off x="5058461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2-line326"/>
          <p:cNvSpPr/>
          <p:nvPr/>
        </p:nvSpPr>
        <p:spPr>
          <a:xfrm>
            <a:off x="5058461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2-rod327"/>
          <p:cNvSpPr/>
          <p:nvPr/>
        </p:nvSpPr>
        <p:spPr>
          <a:xfrm>
            <a:off x="538033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12-line328"/>
          <p:cNvSpPr/>
          <p:nvPr/>
        </p:nvSpPr>
        <p:spPr>
          <a:xfrm>
            <a:off x="538033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2-line329"/>
          <p:cNvSpPr/>
          <p:nvPr/>
        </p:nvSpPr>
        <p:spPr>
          <a:xfrm>
            <a:off x="538033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2-line330"/>
          <p:cNvSpPr/>
          <p:nvPr/>
        </p:nvSpPr>
        <p:spPr>
          <a:xfrm>
            <a:off x="538033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2-line331"/>
          <p:cNvSpPr/>
          <p:nvPr/>
        </p:nvSpPr>
        <p:spPr>
          <a:xfrm>
            <a:off x="538033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2-line332"/>
          <p:cNvSpPr/>
          <p:nvPr/>
        </p:nvSpPr>
        <p:spPr>
          <a:xfrm>
            <a:off x="538033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333"/>
          <p:cNvSpPr/>
          <p:nvPr/>
        </p:nvSpPr>
        <p:spPr>
          <a:xfrm>
            <a:off x="538033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334"/>
          <p:cNvSpPr/>
          <p:nvPr/>
        </p:nvSpPr>
        <p:spPr>
          <a:xfrm>
            <a:off x="538033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335"/>
          <p:cNvSpPr/>
          <p:nvPr/>
        </p:nvSpPr>
        <p:spPr>
          <a:xfrm>
            <a:off x="538033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2-line336"/>
          <p:cNvSpPr/>
          <p:nvPr/>
        </p:nvSpPr>
        <p:spPr>
          <a:xfrm>
            <a:off x="538033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2-rod337"/>
          <p:cNvSpPr/>
          <p:nvPr/>
        </p:nvSpPr>
        <p:spPr>
          <a:xfrm>
            <a:off x="570219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12-line338"/>
          <p:cNvSpPr/>
          <p:nvPr/>
        </p:nvSpPr>
        <p:spPr>
          <a:xfrm>
            <a:off x="570219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line339"/>
          <p:cNvSpPr/>
          <p:nvPr/>
        </p:nvSpPr>
        <p:spPr>
          <a:xfrm>
            <a:off x="570219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2-line340"/>
          <p:cNvSpPr/>
          <p:nvPr/>
        </p:nvSpPr>
        <p:spPr>
          <a:xfrm>
            <a:off x="570219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2-line341"/>
          <p:cNvSpPr/>
          <p:nvPr/>
        </p:nvSpPr>
        <p:spPr>
          <a:xfrm>
            <a:off x="570219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2-line342"/>
          <p:cNvSpPr/>
          <p:nvPr/>
        </p:nvSpPr>
        <p:spPr>
          <a:xfrm>
            <a:off x="570219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343"/>
          <p:cNvSpPr/>
          <p:nvPr/>
        </p:nvSpPr>
        <p:spPr>
          <a:xfrm>
            <a:off x="570219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344"/>
          <p:cNvSpPr/>
          <p:nvPr/>
        </p:nvSpPr>
        <p:spPr>
          <a:xfrm>
            <a:off x="570219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345"/>
          <p:cNvSpPr/>
          <p:nvPr/>
        </p:nvSpPr>
        <p:spPr>
          <a:xfrm>
            <a:off x="570219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2-line346"/>
          <p:cNvSpPr/>
          <p:nvPr/>
        </p:nvSpPr>
        <p:spPr>
          <a:xfrm>
            <a:off x="570219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2-rod347"/>
          <p:cNvSpPr/>
          <p:nvPr/>
        </p:nvSpPr>
        <p:spPr>
          <a:xfrm>
            <a:off x="6024067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12-line348"/>
          <p:cNvSpPr/>
          <p:nvPr/>
        </p:nvSpPr>
        <p:spPr>
          <a:xfrm>
            <a:off x="6024067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line349"/>
          <p:cNvSpPr/>
          <p:nvPr/>
        </p:nvSpPr>
        <p:spPr>
          <a:xfrm>
            <a:off x="6024067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2-line350"/>
          <p:cNvSpPr/>
          <p:nvPr/>
        </p:nvSpPr>
        <p:spPr>
          <a:xfrm>
            <a:off x="6024067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2-line351"/>
          <p:cNvSpPr/>
          <p:nvPr/>
        </p:nvSpPr>
        <p:spPr>
          <a:xfrm>
            <a:off x="6024067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2-line352"/>
          <p:cNvSpPr/>
          <p:nvPr/>
        </p:nvSpPr>
        <p:spPr>
          <a:xfrm>
            <a:off x="6024067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353"/>
          <p:cNvSpPr/>
          <p:nvPr/>
        </p:nvSpPr>
        <p:spPr>
          <a:xfrm>
            <a:off x="6024067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354"/>
          <p:cNvSpPr/>
          <p:nvPr/>
        </p:nvSpPr>
        <p:spPr>
          <a:xfrm>
            <a:off x="6024067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355"/>
          <p:cNvSpPr/>
          <p:nvPr/>
        </p:nvSpPr>
        <p:spPr>
          <a:xfrm>
            <a:off x="6024067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2-line356"/>
          <p:cNvSpPr/>
          <p:nvPr/>
        </p:nvSpPr>
        <p:spPr>
          <a:xfrm>
            <a:off x="6024067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2-rod357"/>
          <p:cNvSpPr/>
          <p:nvPr/>
        </p:nvSpPr>
        <p:spPr>
          <a:xfrm>
            <a:off x="634593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12-line358"/>
          <p:cNvSpPr/>
          <p:nvPr/>
        </p:nvSpPr>
        <p:spPr>
          <a:xfrm>
            <a:off x="634593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line359"/>
          <p:cNvSpPr/>
          <p:nvPr/>
        </p:nvSpPr>
        <p:spPr>
          <a:xfrm>
            <a:off x="634593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2-line360"/>
          <p:cNvSpPr/>
          <p:nvPr/>
        </p:nvSpPr>
        <p:spPr>
          <a:xfrm>
            <a:off x="634593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2-line361"/>
          <p:cNvSpPr/>
          <p:nvPr/>
        </p:nvSpPr>
        <p:spPr>
          <a:xfrm>
            <a:off x="634593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2-line362"/>
          <p:cNvSpPr/>
          <p:nvPr/>
        </p:nvSpPr>
        <p:spPr>
          <a:xfrm>
            <a:off x="634593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363"/>
          <p:cNvSpPr/>
          <p:nvPr/>
        </p:nvSpPr>
        <p:spPr>
          <a:xfrm>
            <a:off x="634593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364"/>
          <p:cNvSpPr/>
          <p:nvPr/>
        </p:nvSpPr>
        <p:spPr>
          <a:xfrm>
            <a:off x="634593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365"/>
          <p:cNvSpPr/>
          <p:nvPr/>
        </p:nvSpPr>
        <p:spPr>
          <a:xfrm>
            <a:off x="634593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2-line366"/>
          <p:cNvSpPr/>
          <p:nvPr/>
        </p:nvSpPr>
        <p:spPr>
          <a:xfrm>
            <a:off x="634593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2-unit367"/>
          <p:cNvSpPr/>
          <p:nvPr/>
        </p:nvSpPr>
        <p:spPr>
          <a:xfrm>
            <a:off x="6667805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12-unit368"/>
          <p:cNvSpPr/>
          <p:nvPr/>
        </p:nvSpPr>
        <p:spPr>
          <a:xfrm>
            <a:off x="6667805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12-unit369"/>
          <p:cNvSpPr/>
          <p:nvPr/>
        </p:nvSpPr>
        <p:spPr>
          <a:xfrm>
            <a:off x="6667805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12-unit370"/>
          <p:cNvSpPr/>
          <p:nvPr/>
        </p:nvSpPr>
        <p:spPr>
          <a:xfrm>
            <a:off x="6667805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4" name="S12-unit371"/>
          <p:cNvSpPr/>
          <p:nvPr/>
        </p:nvSpPr>
        <p:spPr>
          <a:xfrm>
            <a:off x="6667805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5" name="S12-unit372"/>
          <p:cNvSpPr/>
          <p:nvPr/>
        </p:nvSpPr>
        <p:spPr>
          <a:xfrm>
            <a:off x="6929323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6" name="S12-unit373"/>
          <p:cNvSpPr/>
          <p:nvPr/>
        </p:nvSpPr>
        <p:spPr>
          <a:xfrm>
            <a:off x="6929323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7" name="S12-unit374"/>
          <p:cNvSpPr/>
          <p:nvPr/>
        </p:nvSpPr>
        <p:spPr>
          <a:xfrm>
            <a:off x="6929323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8" name="S12-unit375"/>
          <p:cNvSpPr/>
          <p:nvPr/>
        </p:nvSpPr>
        <p:spPr>
          <a:xfrm>
            <a:off x="6929323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9" name="S12-unit376"/>
          <p:cNvSpPr/>
          <p:nvPr/>
        </p:nvSpPr>
        <p:spPr>
          <a:xfrm>
            <a:off x="6929323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0" name="S12-unit377"/>
          <p:cNvSpPr/>
          <p:nvPr/>
        </p:nvSpPr>
        <p:spPr>
          <a:xfrm>
            <a:off x="7190842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12-figure378" descr="십 모형 6개와 일 모형 11개"/>
          <p:cNvSpPr/>
          <p:nvPr/>
        </p:nvSpPr>
        <p:spPr>
          <a:xfrm>
            <a:off x="4367784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12-chip37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43" name="S12-rod380"/>
          <p:cNvSpPr/>
          <p:nvPr/>
        </p:nvSpPr>
        <p:spPr>
          <a:xfrm>
            <a:off x="897818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4" name="S12-line381"/>
          <p:cNvSpPr/>
          <p:nvPr/>
        </p:nvSpPr>
        <p:spPr>
          <a:xfrm>
            <a:off x="897818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2-line382"/>
          <p:cNvSpPr/>
          <p:nvPr/>
        </p:nvSpPr>
        <p:spPr>
          <a:xfrm>
            <a:off x="897818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12-line383"/>
          <p:cNvSpPr/>
          <p:nvPr/>
        </p:nvSpPr>
        <p:spPr>
          <a:xfrm>
            <a:off x="897818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12-line384"/>
          <p:cNvSpPr/>
          <p:nvPr/>
        </p:nvSpPr>
        <p:spPr>
          <a:xfrm>
            <a:off x="897818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12-line385"/>
          <p:cNvSpPr/>
          <p:nvPr/>
        </p:nvSpPr>
        <p:spPr>
          <a:xfrm>
            <a:off x="897818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12-line386"/>
          <p:cNvSpPr/>
          <p:nvPr/>
        </p:nvSpPr>
        <p:spPr>
          <a:xfrm>
            <a:off x="897818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12-line387"/>
          <p:cNvSpPr/>
          <p:nvPr/>
        </p:nvSpPr>
        <p:spPr>
          <a:xfrm>
            <a:off x="897818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12-line388"/>
          <p:cNvSpPr/>
          <p:nvPr/>
        </p:nvSpPr>
        <p:spPr>
          <a:xfrm>
            <a:off x="897818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12-line389"/>
          <p:cNvSpPr/>
          <p:nvPr/>
        </p:nvSpPr>
        <p:spPr>
          <a:xfrm>
            <a:off x="897818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12-rod390"/>
          <p:cNvSpPr/>
          <p:nvPr/>
        </p:nvSpPr>
        <p:spPr>
          <a:xfrm>
            <a:off x="930005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12-line391"/>
          <p:cNvSpPr/>
          <p:nvPr/>
        </p:nvSpPr>
        <p:spPr>
          <a:xfrm>
            <a:off x="930005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12-line392"/>
          <p:cNvSpPr/>
          <p:nvPr/>
        </p:nvSpPr>
        <p:spPr>
          <a:xfrm>
            <a:off x="930005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12-line393"/>
          <p:cNvSpPr/>
          <p:nvPr/>
        </p:nvSpPr>
        <p:spPr>
          <a:xfrm>
            <a:off x="930005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12-line394"/>
          <p:cNvSpPr/>
          <p:nvPr/>
        </p:nvSpPr>
        <p:spPr>
          <a:xfrm>
            <a:off x="930005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12-line395"/>
          <p:cNvSpPr/>
          <p:nvPr/>
        </p:nvSpPr>
        <p:spPr>
          <a:xfrm>
            <a:off x="930005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12-line396"/>
          <p:cNvSpPr/>
          <p:nvPr/>
        </p:nvSpPr>
        <p:spPr>
          <a:xfrm>
            <a:off x="930005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12-line397"/>
          <p:cNvSpPr/>
          <p:nvPr/>
        </p:nvSpPr>
        <p:spPr>
          <a:xfrm>
            <a:off x="930005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12-line398"/>
          <p:cNvSpPr/>
          <p:nvPr/>
        </p:nvSpPr>
        <p:spPr>
          <a:xfrm>
            <a:off x="930005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12-line399"/>
          <p:cNvSpPr/>
          <p:nvPr/>
        </p:nvSpPr>
        <p:spPr>
          <a:xfrm>
            <a:off x="930005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2-rod400"/>
          <p:cNvSpPr/>
          <p:nvPr/>
        </p:nvSpPr>
        <p:spPr>
          <a:xfrm>
            <a:off x="962192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4" name="S12-line401"/>
          <p:cNvSpPr/>
          <p:nvPr/>
        </p:nvSpPr>
        <p:spPr>
          <a:xfrm>
            <a:off x="962192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2-line402"/>
          <p:cNvSpPr/>
          <p:nvPr/>
        </p:nvSpPr>
        <p:spPr>
          <a:xfrm>
            <a:off x="962192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2-line403"/>
          <p:cNvSpPr/>
          <p:nvPr/>
        </p:nvSpPr>
        <p:spPr>
          <a:xfrm>
            <a:off x="962192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2-line404"/>
          <p:cNvSpPr/>
          <p:nvPr/>
        </p:nvSpPr>
        <p:spPr>
          <a:xfrm>
            <a:off x="962192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2-line405"/>
          <p:cNvSpPr/>
          <p:nvPr/>
        </p:nvSpPr>
        <p:spPr>
          <a:xfrm>
            <a:off x="962192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2-line406"/>
          <p:cNvSpPr/>
          <p:nvPr/>
        </p:nvSpPr>
        <p:spPr>
          <a:xfrm>
            <a:off x="962192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2-line407"/>
          <p:cNvSpPr/>
          <p:nvPr/>
        </p:nvSpPr>
        <p:spPr>
          <a:xfrm>
            <a:off x="962192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2-line408"/>
          <p:cNvSpPr/>
          <p:nvPr/>
        </p:nvSpPr>
        <p:spPr>
          <a:xfrm>
            <a:off x="962192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2-line409"/>
          <p:cNvSpPr/>
          <p:nvPr/>
        </p:nvSpPr>
        <p:spPr>
          <a:xfrm>
            <a:off x="962192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2-rod410"/>
          <p:cNvSpPr/>
          <p:nvPr/>
        </p:nvSpPr>
        <p:spPr>
          <a:xfrm>
            <a:off x="9943795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12-line411"/>
          <p:cNvSpPr/>
          <p:nvPr/>
        </p:nvSpPr>
        <p:spPr>
          <a:xfrm>
            <a:off x="9943795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2-line412"/>
          <p:cNvSpPr/>
          <p:nvPr/>
        </p:nvSpPr>
        <p:spPr>
          <a:xfrm>
            <a:off x="9943795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2-line413"/>
          <p:cNvSpPr/>
          <p:nvPr/>
        </p:nvSpPr>
        <p:spPr>
          <a:xfrm>
            <a:off x="9943795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2-line414"/>
          <p:cNvSpPr/>
          <p:nvPr/>
        </p:nvSpPr>
        <p:spPr>
          <a:xfrm>
            <a:off x="9943795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2-line415"/>
          <p:cNvSpPr/>
          <p:nvPr/>
        </p:nvSpPr>
        <p:spPr>
          <a:xfrm>
            <a:off x="9943795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2-line416"/>
          <p:cNvSpPr/>
          <p:nvPr/>
        </p:nvSpPr>
        <p:spPr>
          <a:xfrm>
            <a:off x="9943795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2-line417"/>
          <p:cNvSpPr/>
          <p:nvPr/>
        </p:nvSpPr>
        <p:spPr>
          <a:xfrm>
            <a:off x="9943795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2-line418"/>
          <p:cNvSpPr/>
          <p:nvPr/>
        </p:nvSpPr>
        <p:spPr>
          <a:xfrm>
            <a:off x="9943795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2-line419"/>
          <p:cNvSpPr/>
          <p:nvPr/>
        </p:nvSpPr>
        <p:spPr>
          <a:xfrm>
            <a:off x="9943795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2-rod420"/>
          <p:cNvSpPr/>
          <p:nvPr/>
        </p:nvSpPr>
        <p:spPr>
          <a:xfrm>
            <a:off x="10265664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4" name="S12-line421"/>
          <p:cNvSpPr/>
          <p:nvPr/>
        </p:nvSpPr>
        <p:spPr>
          <a:xfrm>
            <a:off x="10265664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2-line422"/>
          <p:cNvSpPr/>
          <p:nvPr/>
        </p:nvSpPr>
        <p:spPr>
          <a:xfrm>
            <a:off x="10265664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2-line423"/>
          <p:cNvSpPr/>
          <p:nvPr/>
        </p:nvSpPr>
        <p:spPr>
          <a:xfrm>
            <a:off x="10265664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2-line424"/>
          <p:cNvSpPr/>
          <p:nvPr/>
        </p:nvSpPr>
        <p:spPr>
          <a:xfrm>
            <a:off x="10265664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2-line425"/>
          <p:cNvSpPr/>
          <p:nvPr/>
        </p:nvSpPr>
        <p:spPr>
          <a:xfrm>
            <a:off x="10265664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2-line426"/>
          <p:cNvSpPr/>
          <p:nvPr/>
        </p:nvSpPr>
        <p:spPr>
          <a:xfrm>
            <a:off x="10265664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2-line427"/>
          <p:cNvSpPr/>
          <p:nvPr/>
        </p:nvSpPr>
        <p:spPr>
          <a:xfrm>
            <a:off x="10265664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2-line428"/>
          <p:cNvSpPr/>
          <p:nvPr/>
        </p:nvSpPr>
        <p:spPr>
          <a:xfrm>
            <a:off x="10265664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2-line429"/>
          <p:cNvSpPr/>
          <p:nvPr/>
        </p:nvSpPr>
        <p:spPr>
          <a:xfrm>
            <a:off x="10265664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2-unit430"/>
          <p:cNvSpPr/>
          <p:nvPr/>
        </p:nvSpPr>
        <p:spPr>
          <a:xfrm>
            <a:off x="10587533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4" name="S12-figure431" descr="십 모형 5개와 일 모형 1개"/>
          <p:cNvSpPr/>
          <p:nvPr/>
        </p:nvSpPr>
        <p:spPr>
          <a:xfrm>
            <a:off x="8186928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4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4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십 1개를 일 10개로 바꿔요.</a:t>
            </a:r>
            <a:endParaRPr lang="ko-KR" sz="3200" dirty="0"/>
          </a:p>
        </p:txBody>
      </p:sp>
      <p:sp>
        <p:nvSpPr>
          <p:cNvPr id="5" name="S13-chip43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십의 자리 숫자 1 줄이기</a:t>
            </a:r>
            <a:endParaRPr lang="ko-KR" sz="2600" dirty="0"/>
          </a:p>
        </p:txBody>
      </p:sp>
      <p:sp>
        <p:nvSpPr>
          <p:cNvPr id="6" name="S13-chip43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아래 숫자에서 위 숫자 빼기</a:t>
            </a:r>
            <a:endParaRPr lang="ko-KR" sz="2600" dirty="0"/>
          </a:p>
        </p:txBody>
      </p:sp>
      <p:sp>
        <p:nvSpPr>
          <p:cNvPr id="7" name="S13-text43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43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42 − 6 = □</a:t>
            </a:r>
            <a:endParaRPr lang="ko-KR" sz="3000" dirty="0"/>
          </a:p>
        </p:txBody>
      </p:sp>
      <p:sp>
        <p:nvSpPr>
          <p:cNvPr id="9" name="S13-eqtext43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60 − 27 = □</a:t>
            </a:r>
            <a:endParaRPr lang="ko-KR" sz="3000" dirty="0"/>
          </a:p>
        </p:txBody>
      </p:sp>
      <p:sp>
        <p:nvSpPr>
          <p:cNvPr id="10" name="S13-eqtext43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73 − 48 = □</a:t>
            </a:r>
            <a:endParaRPr lang="ko-KR" sz="3000" dirty="0"/>
          </a:p>
        </p:txBody>
      </p:sp>
      <p:sp>
        <p:nvSpPr>
          <p:cNvPr id="11" name="S13-text44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덧셈과 뺄셈의 관계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10에서 빼기</a:t>
            </a:r>
            <a:endParaRPr lang="ko-KR" sz="4400" dirty="0"/>
          </a:p>
        </p:txBody>
      </p:sp>
      <p:sp>
        <p:nvSpPr>
          <p:cNvPr id="3" name="S14-text4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13 − 5를 10에서 빼서 계산해요.</a:t>
            </a:r>
            <a:endParaRPr lang="ko-KR" sz="3200" dirty="0"/>
          </a:p>
        </p:txBody>
      </p:sp>
      <p:sp>
        <p:nvSpPr>
          <p:cNvPr id="4" name="S14-card44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44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13 − 5 = 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10에서 5를 빼고, 남은 3을 더해요.</a:t>
            </a:r>
            <a:endParaRPr lang="ko-KR" sz="3200" dirty="0"/>
          </a:p>
        </p:txBody>
      </p:sp>
      <p:sp>
        <p:nvSpPr>
          <p:cNvPr id="6" name="S14-line444"/>
          <p:cNvSpPr/>
          <p:nvPr/>
        </p:nvSpPr>
        <p:spPr>
          <a:xfrm flipH="1">
            <a:off x="1984650" y="2909464"/>
            <a:ext cx="1256898" cy="35911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14-line445"/>
          <p:cNvSpPr/>
          <p:nvPr/>
        </p:nvSpPr>
        <p:spPr>
          <a:xfrm>
            <a:off x="3241548" y="2909464"/>
            <a:ext cx="1256898" cy="35911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14-figure446" descr="13을 10과 3으로 가르기"/>
          <p:cNvSpPr txBox="1"/>
          <p:nvPr/>
        </p:nvSpPr>
        <p:spPr>
          <a:xfrm>
            <a:off x="2792656" y="2011680"/>
            <a:ext cx="897784" cy="897784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3500" dirty="0"/>
          </a:p>
        </p:txBody>
      </p:sp>
      <p:sp>
        <p:nvSpPr>
          <p:cNvPr id="9" name="S14-bondpart447"/>
          <p:cNvSpPr txBox="1"/>
          <p:nvPr/>
        </p:nvSpPr>
        <p:spPr>
          <a:xfrm>
            <a:off x="1535758" y="3268578"/>
            <a:ext cx="897784" cy="897784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500" dirty="0"/>
          </a:p>
        </p:txBody>
      </p:sp>
      <p:sp>
        <p:nvSpPr>
          <p:cNvPr id="10" name="S14-bondpart448"/>
          <p:cNvSpPr txBox="1"/>
          <p:nvPr/>
        </p:nvSpPr>
        <p:spPr>
          <a:xfrm>
            <a:off x="4049554" y="3268578"/>
            <a:ext cx="897784" cy="897784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500" dirty="0"/>
          </a:p>
        </p:txBody>
      </p:sp>
      <p:sp>
        <p:nvSpPr>
          <p:cNvPr id="11" name="S14-label449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13을 10과 3으로</a:t>
            </a:r>
            <a:endParaRPr lang="ko-KR" sz="2600" dirty="0"/>
          </a:p>
        </p:txBody>
      </p:sp>
      <p:sp>
        <p:nvSpPr>
          <p:cNvPr id="12" name="S14-dot450"/>
          <p:cNvSpPr/>
          <p:nvPr/>
        </p:nvSpPr>
        <p:spPr>
          <a:xfrm>
            <a:off x="73632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451"/>
          <p:cNvSpPr/>
          <p:nvPr/>
        </p:nvSpPr>
        <p:spPr>
          <a:xfrm>
            <a:off x="80490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dot452"/>
          <p:cNvSpPr/>
          <p:nvPr/>
        </p:nvSpPr>
        <p:spPr>
          <a:xfrm>
            <a:off x="87348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dot453"/>
          <p:cNvSpPr/>
          <p:nvPr/>
        </p:nvSpPr>
        <p:spPr>
          <a:xfrm>
            <a:off x="94206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4-dot454"/>
          <p:cNvSpPr/>
          <p:nvPr/>
        </p:nvSpPr>
        <p:spPr>
          <a:xfrm>
            <a:off x="101064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4-dot455"/>
          <p:cNvSpPr/>
          <p:nvPr/>
        </p:nvSpPr>
        <p:spPr>
          <a:xfrm>
            <a:off x="73632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line456"/>
          <p:cNvSpPr/>
          <p:nvPr/>
        </p:nvSpPr>
        <p:spPr>
          <a:xfrm>
            <a:off x="73121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9" name="S14-line457"/>
          <p:cNvSpPr/>
          <p:nvPr/>
        </p:nvSpPr>
        <p:spPr>
          <a:xfrm flipV="1">
            <a:off x="73121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14-dot458"/>
          <p:cNvSpPr/>
          <p:nvPr/>
        </p:nvSpPr>
        <p:spPr>
          <a:xfrm>
            <a:off x="80490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4-line459"/>
          <p:cNvSpPr/>
          <p:nvPr/>
        </p:nvSpPr>
        <p:spPr>
          <a:xfrm>
            <a:off x="79979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2" name="S14-line460"/>
          <p:cNvSpPr/>
          <p:nvPr/>
        </p:nvSpPr>
        <p:spPr>
          <a:xfrm flipV="1">
            <a:off x="79979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14-dot461"/>
          <p:cNvSpPr/>
          <p:nvPr/>
        </p:nvSpPr>
        <p:spPr>
          <a:xfrm>
            <a:off x="87348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4-line462"/>
          <p:cNvSpPr/>
          <p:nvPr/>
        </p:nvSpPr>
        <p:spPr>
          <a:xfrm>
            <a:off x="86837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5" name="S14-line463"/>
          <p:cNvSpPr/>
          <p:nvPr/>
        </p:nvSpPr>
        <p:spPr>
          <a:xfrm flipV="1">
            <a:off x="86837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14-dot464"/>
          <p:cNvSpPr/>
          <p:nvPr/>
        </p:nvSpPr>
        <p:spPr>
          <a:xfrm>
            <a:off x="94206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4-line465"/>
          <p:cNvSpPr/>
          <p:nvPr/>
        </p:nvSpPr>
        <p:spPr>
          <a:xfrm>
            <a:off x="93695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8" name="S14-line466"/>
          <p:cNvSpPr/>
          <p:nvPr/>
        </p:nvSpPr>
        <p:spPr>
          <a:xfrm flipV="1">
            <a:off x="93695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14-dot467"/>
          <p:cNvSpPr/>
          <p:nvPr/>
        </p:nvSpPr>
        <p:spPr>
          <a:xfrm>
            <a:off x="101064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4-line468"/>
          <p:cNvSpPr/>
          <p:nvPr/>
        </p:nvSpPr>
        <p:spPr>
          <a:xfrm>
            <a:off x="100553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1" name="S14-line469"/>
          <p:cNvSpPr/>
          <p:nvPr/>
        </p:nvSpPr>
        <p:spPr>
          <a:xfrm flipV="1">
            <a:off x="10055382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2" name="S14-figure470" descr="점 10개 중 5개에 × 표시"/>
          <p:cNvSpPr/>
          <p:nvPr/>
        </p:nvSpPr>
        <p:spPr>
          <a:xfrm>
            <a:off x="7232904" y="2403221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14-label471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10 − 5 = 5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받아내림이 있는 두 자리 수 뺄셈</dc:title>
  <dc:subject>KR22-G02-MAT-SUB2D-L01</dc:subject>
  <dc:creator>education-ppt</dc:creator>
  <cp:lastModifiedBy>education-ppt</cp:lastModifiedBy>
  <cp:revision>1</cp:revision>
  <dcterms:created xsi:type="dcterms:W3CDTF">2026-10-26T06:57:51Z</dcterms:created>
  <dcterms:modified xsi:type="dcterms:W3CDTF">2026-10-26T06:57:51Z</dcterms:modified>
</cp:coreProperties>
</file>