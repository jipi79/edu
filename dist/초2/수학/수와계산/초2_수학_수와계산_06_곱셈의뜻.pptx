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0933bc0-c4e2-a0fe-f0ac-b29523eebc09}">
          <p14:sldIdLst>
            <p14:sldId id="256"/>
            <p14:sldId id="257"/>
          </p14:sldIdLst>
        </p14:section>
        <p14:section name="개념" id="{c4a2f304-0b6f-7c41-1217-b17b35a8b480}">
          <p14:sldIdLst>
            <p14:sldId id="258"/>
            <p14:sldId id="259"/>
            <p14:sldId id="260"/>
          </p14:sldIdLst>
        </p14:section>
        <p14:section name="연습" id="{eb07a9b3-b338-968c-a887-c76bbcd66f0b}">
          <p14:sldIdLst>
            <p14:sldId id="261"/>
            <p14:sldId id="262"/>
            <p14:sldId id="263"/>
          </p14:sldIdLst>
        </p14:section>
        <p14:section name="확인" id="{948fed26-25ee-6488-c47c-5bb0b9f39123}">
          <p14:sldIdLst>
            <p14:sldId id="264"/>
            <p14:sldId id="265"/>
            <p14:sldId id="266"/>
          </p14:sldIdLst>
        </p14:section>
        <p14:section name="정리" id="{c4c4a3b6-1d51-5cdb-b1ec-533511140eeb}">
          <p14:sldIdLst>
            <p14:sldId id="267"/>
          </p14:sldIdLst>
        </p14:section>
        <p14:section name="보충" id="{4f75fda2-26cd-350a-013f-55093fd3571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하나씩 세지 않고 묶어서 세는 방법이 있다는 것을 궁금하게 합니다.
시간: 약 2분
이렇게 말해 보세요
- “오른쪽 점은 모두 몇 개일까? 하나씩 세지 말고 더 빨리 세는 방법이 있을까?”
예상 답
- “12개요.” “3개씩 세었어요.”
막히면
- 하나씩 세어도 괜찮다고 말하고 넘어갑니다. S03에서 묶어 세기를 배웁니다.
주의
- 오늘부터 새로운 계산(곱셈)을 배웁니다. 덧셈을 짧게 쓰는 방법이라고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확인(뛰어 세기, 같은 수 더하기)]
목적: 곱셈의 바탕이 되는 뛰어 세기와 같은 수를 여러 번 더하기가 되는지 확인합니다.
시간: 약 3분
이렇게 말해 보세요
- “①은 2씩 뛰어 세어 빈칸 두 개를 채워 볼래?”
- “②, ③은 같은 수를 여러 번 더하는 덧셈이야. 얼마일까?”
정답
- ① 6, 8
- ② 15
- ③ 12
막히면
- 바둑돌을 2개씩 놓으며 “둘, 넷, 여섯, 여덟”으로 함께 셉니다.
- 두 문제 이상 틀리면 S13(보충)을 먼저 합니다. 보충으로도 어려우면 바로 앞 차시 ‘덧셈과 뺄셈의 관계’(KR22-G02-MAT-ADDSUB-L01)까지 배운 덧셈을 다시 연습한 뒤 이 차시를 합니다.
주의
- ③을 손가락으로 하나씩 세어도 괜찮습니다. 오늘은 3씩 뛰어 세는 방법으로 바꾸어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묶어 세기]
목적: 같은 수씩 묶어 ‘■씩 ▲묶음’으로 말하고, 뛰어 세어 모두 몇 개인지 구합니다.
시간: 약 4분
이렇게 말해 보세요
- “한 묶음에 사과가 몇 개야? 묶음은 몇 개야? 이것을 ‘3씩 4묶음’이라고 해.”
- “3씩 뛰어 세어 보자. 3, 6, 9, 12. 모두 몇 개야?”
예상 답
- “3개요. 4묶음이요.” “12개요.”
막히면
- 바둑돌 12개를 컵 4개에 3개씩 나누어 담고, 컵을 하나씩 가리키며 “3, 6, 9, 12”를 셉니다.
주의
- ‘3씩’은 한 묶음 안의 수, ‘4묶음’은 묶음의 수입니다. 두 수를 바꾸어 말하지 않게 손으로 짚어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몇의 몇 배]
목적: ■씩 ▲묶음을 ‘■의 ▲배’라고 말한다는 것을 압니다.
시간: 약 4분
이렇게 말해 보세요
- “왼쪽은 2개가 한 묶음, 오른쪽은 2개씩 몇 묶음이야?”
- “2씩 3묶음을 ‘2의 3배’라고 해. 2의 3배는 모두 몇 개야?”
예상 답
- “3묶음이요.” “6개요.”
막히면
- 단추 2개를 한 컵에 넣고, 같은 컵을 3개 만들어 “2가 세 번 있어”라고 말해 줍니다.
주의
- ‘배’는 같은 양이 몇 번 있는지를 뜻합니다. 2의 3배는 2를 세 번 모은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덧셈식과 곱셈식으로 나타내기]
목적: 몇의 몇 배를 같은 수를 여러 번 더하는 덧셈식과 곱셈식으로 나타내고, 곱셈식을 읽습니다.
시간: 약 4분
이렇게 말해 보세요
- “3의 4배는 3을 4번 더한 거야. 덧셈식으로 3 + 3 + 3 + 3 = 12.”
- “이것을 짧게 3 × 4 = 12라고 써. ×는 ‘곱하기’라고 읽어. ‘3 곱하기 4는 12와 같아요.’ 같이 읽어 볼까?”
예상 답
- “3 곱하기 4는 12와 같아요.”
막히면
- 종이에 ‘×’ 기호 카드를 만들어 3과 4 사이에 놓고 읽게 합니다.
주의
- ×의 앞에는 한 묶음의 수(3), 뒤에는 묶음의 수(4)를 씁니다. 교과서는 ‘같습니다’로 씁니다. 아이가 ‘같아요’로 말해도 맞습니다.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연습(묶어 세기, 몇의 몇 배)]
목적: 도움을 받으며 그림을 ‘■씩 ▲묶음’, ‘■의 ▲배’로 말하고 모두 몇 개인지 구합니다.
시간: 약 4분
이렇게 말해 보세요
- “①은 한 묶음에 몇 개야? 묶음은 몇 개야? 그러면 몇의 몇 배일까? 모두 몇 개야?”
- “②~④도 같은 순서로 말해 볼래?”
정답
- ① 5씩 3묶음, 5의 3배, 15개
- ② 2씩 4묶음, 2의 4배, 8개
- ③ 6씩 2묶음, 6의 2배, 12개
- ④ 3씩 3묶음, 3의 3배, 9개
막히면
- 한 묶음을 손가락으로 감싸고 그 안의 점을 먼저 세게 합니다.
- 모두 몇 개인지는 한 묶음의 수만큼 뛰어 세게 합니다(① 5, 10, 15).
주의
- ②를 ‘4의 2배’라고 하면 한 묶음의 수와 묶음의 수를 바꾼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비교(몇의 몇 배를 더하기로)]
목적: 몇의 몇 배를 두 수의 덧셈으로 계산하는 실수를 바로잡습니다(M1).
시간: 약 3분
이렇게 말해 보세요
- “토끼는 3과 4를 더했고, 곰은 3을 네 번 더했어. 누가 맞았을까?”
- “3의 4배는 3씩 몇 묶음이었지? 바둑돌로 놓아 볼까?”
예상 답
- “곰이요. 3이 네 번 있으니까요.”
정답
- 곰이 맞습니다. 3의 4배는 3씩 4묶음이라 3을 네 번 더한 12입니다.
- 토끼의 3 + 4 = 7은 3과 4를 한 번씩 모은 것입니다.
막히면
- 바둑돌을 컵 4개에 3개씩 넣고 모두 세어 12인 것을 확인합니다.
주의
- 곱셈식 3 × 4를 3 + 4처럼 계산하는 실수(M3)도 같은 까닭입니다. 기록표에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연습(덧셈식·곱셈식)]
목적: 도움을 받으며 몇의 몇 배를 덧셈식과 곱셈식으로 쓰고 읽습니다.
시간: 약 4분
이렇게 말해 보세요
- “①은 몇의 몇 배야? 공책에 덧셈식과 곱셈식을 써 볼래?”
- “③은 2를 몇 번 더했어? 곱셈식으로 쓰고 읽어 봐.”
정답
- ① 5 + 5 = 10, 5 × 2 = 10
- ② 4 + 4 + 4 = 12, 4 × 3 = 12
- ③ 2 × 5 = 10(2 곱하기 5는 10과 같아요)
막히면
- S05를 다시 보여 주며 ‘■의 ▲배 → ■를 ▲번 더하기 → ■ × ▲’ 순서로 따라 쓰게 합니다.
주의
- ①을 2 × 5로 쓰면 값은 같지만 그림의 뜻(5씩 2묶음)과 순서가 다릅니다. 오늘은 한 묶음의 수를 앞에 쓰도록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그림을 몇의 몇 배로 말하고, 덧셈식·곱셈식으로 나타내는지 확인합니다.
시간: 약 5분
이렇게 말해 보세요
- “이번에는 혼자 해 볼래? ①은 몇의 몇 배인지 말하고 곱셈식으로 써 줘. ④는 어떻게 구했는지도 말해 줘.”
정답
- ① 5의 4배, 5 × 4 = 20
- ② 6 × 3 = 18
- ③ 7 × 2 = 14
- ④ 15(3 + 3 + 3 + 3 + 3)
막히면
- 바로 알려 주지 말고 “한 묶음에 몇 개야? 몇 번 있어?”라고만 묻습니다.
- 도움을 받아 해결했다면 기록표에 ‘도움’으로 표시합니다.
주의
- ④를 8로 답하면 3 + 5를 한 것입니다(M3). S07로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5 × 4 = 20 ② 6 × 3 = 18 ③ 7 × 2 = 14 ④ 15
막히면
- ④가 틀렸으면 S07로, ①의 순서가 바뀌었으면 S05로 돌아갑니다.
주의
- ①을 4 × 5 = 20으로 써도 값은 맞습니다. 다만 이 그림의 뜻은 5의 4배이므로 5 × 4로 쓰도록 안내합니다.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확인(몇의 몇 배 그림 고르기)]
목적: 처음 보는 그림에서 한 묶음의 수와 묶음의 수를 구별해 몇의 몇 배를 찾는지 확인합니다.
시간: 약 2분
이렇게 말해 보세요
- “2의 4배를 나타낸 그림은 어느 것일까? 왜 그렇게 생각해? 곱셈식으로도 말해 줘.”
정답
- 나(2씩 4묶음). 2 × 4 = 8
- 가도 모두 8개이지만 4씩 2묶음이라 4의 2배입니다. 다는 2의 3배(6개)입니다.
막히면
- 각 그림에서 한 묶음에 몇 개인지, 묶음이 몇 개인지 차례로 묻습니다.
주의
- 가를 고르면 한 묶음의 수와 묶음의 수를 바꾸어 생각한 것입니다(M2).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3의 4배는 무슨 뜻이야? 곱셈식으로 어떻게 써?”
예상 답
- “3을 네 번 더한 거예요. 3 × 4 = 12요.”
정답
- ① 15 ② 4 × 5 = 20 ③ 12
막히면
- S04와 S05를 다시 보여 주며 ‘몇씩 몇 묶음 → 몇의 몇 배 → 곱셈식’을 함께 말합니다.
주의
- 다음 차시(2단과 5단)는 2씩, 5씩 묶어 세기를 곱셈구구로 이어 갑니다.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보충(같은 수씩 뛰어 세기)]
목적: S02에서 뛰어 세기나 같은 수 더하기가 흔들리면, 수직선에서 같은 수씩 뛰어 세기를 다시 익힙니다.
시간: 약 5분
이렇게 말해 보세요
- “0에서 3칸씩 뛰어 볼까? 3, 6, 9, 12. 몇 번 뛰었어?”
- “이번에는 2씩 5번 뛰어 볼까? 어디에 닿아?”
정답
- 3씩 4번 뛰면 12, 2씩 5번 뛰면 10
막히면
- 바닥에 종이 15장을 깔고 직접 3칸씩 뛰어 보게 합니다. 바둑돌을 3개씩 놓으며 세어도 좋습니다.
주의
- 보충으로도 어려우면 바로 앞 차시 ‘덧셈과 뺄셈의 관계’(KR22-G02-MAT-ADDSUB-L01)까지 배운 덧셈을 다시 연습한 뒤 이 차시를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7485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4343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101201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7485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4343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1201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7485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4343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1201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8645652" y="7680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8645652" y="14538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8645652" y="21396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8645652" y="28254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figure17" descr="점 3개씩 4줄, 줄마다 묶음 표시"/>
          <p:cNvSpPr/>
          <p:nvPr/>
        </p:nvSpPr>
        <p:spPr>
          <a:xfrm>
            <a:off x="8618220" y="731520"/>
            <a:ext cx="2057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1-card1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2" name="S01-cardtext1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묶어 세고, 몇의 몇 배로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기억하기</a:t>
            </a:r>
            <a:endParaRPr lang="ko-KR" sz="44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세요: 2, 4, □, □</a:t>
            </a:r>
            <a:endParaRPr lang="ko-KR" sz="32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+ 5 = □</a:t>
            </a:r>
            <a:endParaRPr lang="ko-KR" sz="3600" dirty="0"/>
          </a:p>
        </p:txBody>
      </p:sp>
      <p:sp>
        <p:nvSpPr>
          <p:cNvPr id="7" name="S02-chip2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2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세기</a:t>
            </a:r>
            <a:endParaRPr lang="ko-KR" sz="44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사과를 3개씩 묶었어요.</a:t>
            </a:r>
            <a:endParaRPr lang="ko-KR" sz="3200" dirty="0"/>
          </a:p>
        </p:txBody>
      </p:sp>
      <p:sp>
        <p:nvSpPr>
          <p:cNvPr id="4" name="S03-card2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12개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세는 것보다 빨라요.</a:t>
            </a:r>
            <a:endParaRPr lang="ko-KR" sz="3200" dirty="0"/>
          </a:p>
        </p:txBody>
      </p:sp>
      <p:sp>
        <p:nvSpPr>
          <p:cNvPr id="6" name="S03-dot29"/>
          <p:cNvSpPr/>
          <p:nvPr/>
        </p:nvSpPr>
        <p:spPr>
          <a:xfrm>
            <a:off x="2086365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0"/>
          <p:cNvSpPr/>
          <p:nvPr/>
        </p:nvSpPr>
        <p:spPr>
          <a:xfrm>
            <a:off x="2754766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1"/>
          <p:cNvSpPr/>
          <p:nvPr/>
        </p:nvSpPr>
        <p:spPr>
          <a:xfrm>
            <a:off x="3423167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2"/>
          <p:cNvSpPr/>
          <p:nvPr/>
        </p:nvSpPr>
        <p:spPr>
          <a:xfrm>
            <a:off x="2086365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3"/>
          <p:cNvSpPr/>
          <p:nvPr/>
        </p:nvSpPr>
        <p:spPr>
          <a:xfrm>
            <a:off x="2754766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4"/>
          <p:cNvSpPr/>
          <p:nvPr/>
        </p:nvSpPr>
        <p:spPr>
          <a:xfrm>
            <a:off x="3423167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5"/>
          <p:cNvSpPr/>
          <p:nvPr/>
        </p:nvSpPr>
        <p:spPr>
          <a:xfrm>
            <a:off x="2086365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6"/>
          <p:cNvSpPr/>
          <p:nvPr/>
        </p:nvSpPr>
        <p:spPr>
          <a:xfrm>
            <a:off x="2754766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7"/>
          <p:cNvSpPr/>
          <p:nvPr/>
        </p:nvSpPr>
        <p:spPr>
          <a:xfrm>
            <a:off x="3423167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8"/>
          <p:cNvSpPr/>
          <p:nvPr/>
        </p:nvSpPr>
        <p:spPr>
          <a:xfrm>
            <a:off x="2086365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9"/>
          <p:cNvSpPr/>
          <p:nvPr/>
        </p:nvSpPr>
        <p:spPr>
          <a:xfrm>
            <a:off x="2754766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0"/>
          <p:cNvSpPr/>
          <p:nvPr/>
        </p:nvSpPr>
        <p:spPr>
          <a:xfrm>
            <a:off x="3423167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41"/>
          <p:cNvSpPr/>
          <p:nvPr/>
        </p:nvSpPr>
        <p:spPr>
          <a:xfrm>
            <a:off x="1986801" y="2048256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2"/>
          <p:cNvSpPr/>
          <p:nvPr/>
        </p:nvSpPr>
        <p:spPr>
          <a:xfrm>
            <a:off x="1986801" y="2716657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3"/>
          <p:cNvSpPr/>
          <p:nvPr/>
        </p:nvSpPr>
        <p:spPr>
          <a:xfrm>
            <a:off x="1986801" y="3385058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group44"/>
          <p:cNvSpPr/>
          <p:nvPr/>
        </p:nvSpPr>
        <p:spPr>
          <a:xfrm>
            <a:off x="1986801" y="4053459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figure45" descr="점 3개씩 4줄, 줄마다 묶음 표시"/>
          <p:cNvSpPr/>
          <p:nvPr/>
        </p:nvSpPr>
        <p:spPr>
          <a:xfrm>
            <a:off x="1959369" y="2011680"/>
            <a:ext cx="2005203" cy="267360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3-card46"/>
          <p:cNvSpPr/>
          <p:nvPr/>
        </p:nvSpPr>
        <p:spPr>
          <a:xfrm>
            <a:off x="5741060" y="2365502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3-cardtext47"/>
          <p:cNvSpPr txBox="1"/>
          <p:nvPr/>
        </p:nvSpPr>
        <p:spPr>
          <a:xfrm>
            <a:off x="6015380" y="2502662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200" dirty="0"/>
          </a:p>
        </p:txBody>
      </p:sp>
      <p:sp>
        <p:nvSpPr>
          <p:cNvPr id="25" name="S03-card48"/>
          <p:cNvSpPr/>
          <p:nvPr/>
        </p:nvSpPr>
        <p:spPr>
          <a:xfrm>
            <a:off x="5741060" y="3462782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3-cardtext49"/>
          <p:cNvSpPr txBox="1"/>
          <p:nvPr/>
        </p:nvSpPr>
        <p:spPr>
          <a:xfrm>
            <a:off x="6015380" y="3599942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몇의 몇 배</a:t>
            </a:r>
            <a:endParaRPr lang="ko-KR" sz="4400" dirty="0"/>
          </a:p>
        </p:txBody>
      </p:sp>
      <p:sp>
        <p:nvSpPr>
          <p:cNvPr id="3" name="S04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단추를 2개씩 묶었어요.</a:t>
            </a:r>
            <a:endParaRPr lang="ko-KR" sz="3200" dirty="0"/>
          </a:p>
        </p:txBody>
      </p:sp>
      <p:sp>
        <p:nvSpPr>
          <p:cNvPr id="4" name="S04-card5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3배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3묶음은 2의 3배예요.</a:t>
            </a:r>
            <a:endParaRPr lang="ko-KR" sz="3200" dirty="0"/>
          </a:p>
        </p:txBody>
      </p:sp>
      <p:sp>
        <p:nvSpPr>
          <p:cNvPr id="6" name="S04-dot53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54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group55"/>
          <p:cNvSpPr/>
          <p:nvPr/>
        </p:nvSpPr>
        <p:spPr>
          <a:xfrm>
            <a:off x="2583180" y="27826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4-figure56" descr="점 2개 한 묶음"/>
          <p:cNvSpPr/>
          <p:nvPr/>
        </p:nvSpPr>
        <p:spPr>
          <a:xfrm>
            <a:off x="2555748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4-label5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1묶음</a:t>
            </a:r>
            <a:endParaRPr lang="ko-KR" sz="2600" dirty="0"/>
          </a:p>
        </p:txBody>
      </p:sp>
      <p:sp>
        <p:nvSpPr>
          <p:cNvPr id="11" name="S04-dot58"/>
          <p:cNvSpPr/>
          <p:nvPr/>
        </p:nvSpPr>
        <p:spPr>
          <a:xfrm>
            <a:off x="8391906" y="21906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59"/>
          <p:cNvSpPr/>
          <p:nvPr/>
        </p:nvSpPr>
        <p:spPr>
          <a:xfrm>
            <a:off x="9077706" y="21906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0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1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2"/>
          <p:cNvSpPr/>
          <p:nvPr/>
        </p:nvSpPr>
        <p:spPr>
          <a:xfrm>
            <a:off x="8391906" y="35622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3"/>
          <p:cNvSpPr/>
          <p:nvPr/>
        </p:nvSpPr>
        <p:spPr>
          <a:xfrm>
            <a:off x="9077706" y="35622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group64"/>
          <p:cNvSpPr/>
          <p:nvPr/>
        </p:nvSpPr>
        <p:spPr>
          <a:xfrm>
            <a:off x="8289036" y="20968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4-group65"/>
          <p:cNvSpPr/>
          <p:nvPr/>
        </p:nvSpPr>
        <p:spPr>
          <a:xfrm>
            <a:off x="8289036" y="27826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4-group66"/>
          <p:cNvSpPr/>
          <p:nvPr/>
        </p:nvSpPr>
        <p:spPr>
          <a:xfrm>
            <a:off x="8289036" y="34684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4-figure67" descr="점 2개씩 3묶음"/>
          <p:cNvSpPr/>
          <p:nvPr/>
        </p:nvSpPr>
        <p:spPr>
          <a:xfrm>
            <a:off x="8261604" y="2060321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3묶음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</a:t>
            </a:r>
            <a:endParaRPr lang="ko-KR" sz="4400" dirty="0"/>
          </a:p>
        </p:txBody>
      </p:sp>
      <p:sp>
        <p:nvSpPr>
          <p:cNvPr id="3" name="S05-card6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곱하기 4는 12와 같아요.</a:t>
            </a:r>
            <a:endParaRPr lang="ko-KR" sz="3200" dirty="0"/>
          </a:p>
        </p:txBody>
      </p:sp>
      <p:sp>
        <p:nvSpPr>
          <p:cNvPr id="5" name="S05-dot71"/>
          <p:cNvSpPr/>
          <p:nvPr/>
        </p:nvSpPr>
        <p:spPr>
          <a:xfrm>
            <a:off x="88648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72"/>
          <p:cNvSpPr/>
          <p:nvPr/>
        </p:nvSpPr>
        <p:spPr>
          <a:xfrm>
            <a:off x="95506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73"/>
          <p:cNvSpPr/>
          <p:nvPr/>
        </p:nvSpPr>
        <p:spPr>
          <a:xfrm>
            <a:off x="102364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74"/>
          <p:cNvSpPr/>
          <p:nvPr/>
        </p:nvSpPr>
        <p:spPr>
          <a:xfrm>
            <a:off x="88648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75"/>
          <p:cNvSpPr/>
          <p:nvPr/>
        </p:nvSpPr>
        <p:spPr>
          <a:xfrm>
            <a:off x="95506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76"/>
          <p:cNvSpPr/>
          <p:nvPr/>
        </p:nvSpPr>
        <p:spPr>
          <a:xfrm>
            <a:off x="102364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77"/>
          <p:cNvSpPr/>
          <p:nvPr/>
        </p:nvSpPr>
        <p:spPr>
          <a:xfrm>
            <a:off x="88648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78"/>
          <p:cNvSpPr/>
          <p:nvPr/>
        </p:nvSpPr>
        <p:spPr>
          <a:xfrm>
            <a:off x="95506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79"/>
          <p:cNvSpPr/>
          <p:nvPr/>
        </p:nvSpPr>
        <p:spPr>
          <a:xfrm>
            <a:off x="102364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80"/>
          <p:cNvSpPr/>
          <p:nvPr/>
        </p:nvSpPr>
        <p:spPr>
          <a:xfrm>
            <a:off x="88648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81"/>
          <p:cNvSpPr/>
          <p:nvPr/>
        </p:nvSpPr>
        <p:spPr>
          <a:xfrm>
            <a:off x="95506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82"/>
          <p:cNvSpPr/>
          <p:nvPr/>
        </p:nvSpPr>
        <p:spPr>
          <a:xfrm>
            <a:off x="102364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83"/>
          <p:cNvSpPr/>
          <p:nvPr/>
        </p:nvSpPr>
        <p:spPr>
          <a:xfrm>
            <a:off x="8762009" y="16705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84"/>
          <p:cNvSpPr/>
          <p:nvPr/>
        </p:nvSpPr>
        <p:spPr>
          <a:xfrm>
            <a:off x="8762009" y="23563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85"/>
          <p:cNvSpPr/>
          <p:nvPr/>
        </p:nvSpPr>
        <p:spPr>
          <a:xfrm>
            <a:off x="8762009" y="30421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86"/>
          <p:cNvSpPr/>
          <p:nvPr/>
        </p:nvSpPr>
        <p:spPr>
          <a:xfrm>
            <a:off x="8762009" y="37279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87" descr="점 3개씩 4묶음"/>
          <p:cNvSpPr/>
          <p:nvPr/>
        </p:nvSpPr>
        <p:spPr>
          <a:xfrm>
            <a:off x="8734577" y="1633982"/>
            <a:ext cx="2057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88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89"/>
          <p:cNvSpPr txBox="1"/>
          <p:nvPr/>
        </p:nvSpPr>
        <p:spPr>
          <a:xfrm>
            <a:off x="1325880" y="2018030"/>
            <a:ext cx="61946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4배</a:t>
            </a:r>
            <a:endParaRPr lang="ko-KR" sz="3200" dirty="0"/>
          </a:p>
        </p:txBody>
      </p:sp>
      <p:sp>
        <p:nvSpPr>
          <p:cNvPr id="24" name="S05-stepno90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91"/>
          <p:cNvSpPr txBox="1"/>
          <p:nvPr/>
        </p:nvSpPr>
        <p:spPr>
          <a:xfrm>
            <a:off x="1325880" y="2731262"/>
            <a:ext cx="32664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</a:t>
            </a:r>
            <a:endParaRPr lang="ko-KR" sz="3200" dirty="0"/>
          </a:p>
        </p:txBody>
      </p:sp>
      <p:sp>
        <p:nvSpPr>
          <p:cNvPr id="26" name="S05-eqtext92"/>
          <p:cNvSpPr txBox="1"/>
          <p:nvPr/>
        </p:nvSpPr>
        <p:spPr>
          <a:xfrm>
            <a:off x="4592309" y="2731262"/>
            <a:ext cx="2928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12</a:t>
            </a:r>
            <a:endParaRPr lang="ko-KR" sz="2600" dirty="0"/>
          </a:p>
        </p:txBody>
      </p:sp>
      <p:sp>
        <p:nvSpPr>
          <p:cNvPr id="27" name="S05-stepno93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5-text94"/>
          <p:cNvSpPr txBox="1"/>
          <p:nvPr/>
        </p:nvSpPr>
        <p:spPr>
          <a:xfrm>
            <a:off x="1325880" y="3444494"/>
            <a:ext cx="32664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200" dirty="0"/>
          </a:p>
        </p:txBody>
      </p:sp>
      <p:sp>
        <p:nvSpPr>
          <p:cNvPr id="29" name="S05-eqtext95"/>
          <p:cNvSpPr txBox="1"/>
          <p:nvPr/>
        </p:nvSpPr>
        <p:spPr>
          <a:xfrm>
            <a:off x="4592309" y="3444494"/>
            <a:ext cx="2928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몇의 몇 배일까요?</a:t>
            </a:r>
            <a:endParaRPr lang="ko-KR" sz="4400" dirty="0"/>
          </a:p>
        </p:txBody>
      </p:sp>
      <p:sp>
        <p:nvSpPr>
          <p:cNvPr id="3" name="S06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묶음이에요? 몇의 몇 배예요?</a:t>
            </a:r>
            <a:endParaRPr lang="ko-KR" sz="3200" dirty="0"/>
          </a:p>
        </p:txBody>
      </p:sp>
      <p:sp>
        <p:nvSpPr>
          <p:cNvPr id="4" name="S06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개인지 먼저 세어요.</a:t>
            </a:r>
            <a:endParaRPr lang="ko-KR" sz="3200" dirty="0"/>
          </a:p>
        </p:txBody>
      </p:sp>
      <p:sp>
        <p:nvSpPr>
          <p:cNvPr id="6" name="S06-chip9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00"/>
          <p:cNvSpPr/>
          <p:nvPr/>
        </p:nvSpPr>
        <p:spPr>
          <a:xfrm>
            <a:off x="250134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01"/>
          <p:cNvSpPr/>
          <p:nvPr/>
        </p:nvSpPr>
        <p:spPr>
          <a:xfrm>
            <a:off x="298902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02"/>
          <p:cNvSpPr/>
          <p:nvPr/>
        </p:nvSpPr>
        <p:spPr>
          <a:xfrm>
            <a:off x="347670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03"/>
          <p:cNvSpPr/>
          <p:nvPr/>
        </p:nvSpPr>
        <p:spPr>
          <a:xfrm>
            <a:off x="396438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04"/>
          <p:cNvSpPr/>
          <p:nvPr/>
        </p:nvSpPr>
        <p:spPr>
          <a:xfrm>
            <a:off x="445206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05"/>
          <p:cNvSpPr/>
          <p:nvPr/>
        </p:nvSpPr>
        <p:spPr>
          <a:xfrm>
            <a:off x="250134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06"/>
          <p:cNvSpPr/>
          <p:nvPr/>
        </p:nvSpPr>
        <p:spPr>
          <a:xfrm>
            <a:off x="298902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07"/>
          <p:cNvSpPr/>
          <p:nvPr/>
        </p:nvSpPr>
        <p:spPr>
          <a:xfrm>
            <a:off x="347670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08"/>
          <p:cNvSpPr/>
          <p:nvPr/>
        </p:nvSpPr>
        <p:spPr>
          <a:xfrm>
            <a:off x="396438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09"/>
          <p:cNvSpPr/>
          <p:nvPr/>
        </p:nvSpPr>
        <p:spPr>
          <a:xfrm>
            <a:off x="445206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10"/>
          <p:cNvSpPr/>
          <p:nvPr/>
        </p:nvSpPr>
        <p:spPr>
          <a:xfrm>
            <a:off x="250134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11"/>
          <p:cNvSpPr/>
          <p:nvPr/>
        </p:nvSpPr>
        <p:spPr>
          <a:xfrm>
            <a:off x="298902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12"/>
          <p:cNvSpPr/>
          <p:nvPr/>
        </p:nvSpPr>
        <p:spPr>
          <a:xfrm>
            <a:off x="347670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13"/>
          <p:cNvSpPr/>
          <p:nvPr/>
        </p:nvSpPr>
        <p:spPr>
          <a:xfrm>
            <a:off x="396438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14"/>
          <p:cNvSpPr/>
          <p:nvPr/>
        </p:nvSpPr>
        <p:spPr>
          <a:xfrm>
            <a:off x="445206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group115"/>
          <p:cNvSpPr/>
          <p:nvPr/>
        </p:nvSpPr>
        <p:spPr>
          <a:xfrm>
            <a:off x="2436114" y="204825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6-group116"/>
          <p:cNvSpPr/>
          <p:nvPr/>
        </p:nvSpPr>
        <p:spPr>
          <a:xfrm>
            <a:off x="2436114" y="253593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6-group117"/>
          <p:cNvSpPr/>
          <p:nvPr/>
        </p:nvSpPr>
        <p:spPr>
          <a:xfrm>
            <a:off x="2436114" y="302361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18" descr="점 5개씩 3묶음"/>
          <p:cNvSpPr/>
          <p:nvPr/>
        </p:nvSpPr>
        <p:spPr>
          <a:xfrm>
            <a:off x="2408682" y="2011680"/>
            <a:ext cx="24384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chip1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6-dot120"/>
          <p:cNvSpPr/>
          <p:nvPr/>
        </p:nvSpPr>
        <p:spPr>
          <a:xfrm>
            <a:off x="9060332" y="208117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21"/>
          <p:cNvSpPr/>
          <p:nvPr/>
        </p:nvSpPr>
        <p:spPr>
          <a:xfrm>
            <a:off x="9426092" y="208117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22"/>
          <p:cNvSpPr/>
          <p:nvPr/>
        </p:nvSpPr>
        <p:spPr>
          <a:xfrm>
            <a:off x="9060332" y="244693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23"/>
          <p:cNvSpPr/>
          <p:nvPr/>
        </p:nvSpPr>
        <p:spPr>
          <a:xfrm>
            <a:off x="9426092" y="244693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24"/>
          <p:cNvSpPr/>
          <p:nvPr/>
        </p:nvSpPr>
        <p:spPr>
          <a:xfrm>
            <a:off x="9060332" y="281269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25"/>
          <p:cNvSpPr/>
          <p:nvPr/>
        </p:nvSpPr>
        <p:spPr>
          <a:xfrm>
            <a:off x="9426092" y="281269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26"/>
          <p:cNvSpPr/>
          <p:nvPr/>
        </p:nvSpPr>
        <p:spPr>
          <a:xfrm>
            <a:off x="9060332" y="317845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27"/>
          <p:cNvSpPr/>
          <p:nvPr/>
        </p:nvSpPr>
        <p:spPr>
          <a:xfrm>
            <a:off x="9426092" y="317845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128"/>
          <p:cNvSpPr/>
          <p:nvPr/>
        </p:nvSpPr>
        <p:spPr>
          <a:xfrm>
            <a:off x="9018270" y="204825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129"/>
          <p:cNvSpPr/>
          <p:nvPr/>
        </p:nvSpPr>
        <p:spPr>
          <a:xfrm>
            <a:off x="9018270" y="241401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30"/>
          <p:cNvSpPr/>
          <p:nvPr/>
        </p:nvSpPr>
        <p:spPr>
          <a:xfrm>
            <a:off x="9018270" y="277977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31"/>
          <p:cNvSpPr/>
          <p:nvPr/>
        </p:nvSpPr>
        <p:spPr>
          <a:xfrm>
            <a:off x="9018270" y="314553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132" descr="점 2개씩 4묶음"/>
          <p:cNvSpPr/>
          <p:nvPr/>
        </p:nvSpPr>
        <p:spPr>
          <a:xfrm>
            <a:off x="8990838" y="2011680"/>
            <a:ext cx="73152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3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1" name="S06-dot134"/>
          <p:cNvSpPr/>
          <p:nvPr/>
        </p:nvSpPr>
        <p:spPr>
          <a:xfrm>
            <a:off x="17007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35"/>
          <p:cNvSpPr/>
          <p:nvPr/>
        </p:nvSpPr>
        <p:spPr>
          <a:xfrm>
            <a:off x="23865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36"/>
          <p:cNvSpPr/>
          <p:nvPr/>
        </p:nvSpPr>
        <p:spPr>
          <a:xfrm>
            <a:off x="30723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37"/>
          <p:cNvSpPr/>
          <p:nvPr/>
        </p:nvSpPr>
        <p:spPr>
          <a:xfrm>
            <a:off x="37581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38"/>
          <p:cNvSpPr/>
          <p:nvPr/>
        </p:nvSpPr>
        <p:spPr>
          <a:xfrm>
            <a:off x="44439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39"/>
          <p:cNvSpPr/>
          <p:nvPr/>
        </p:nvSpPr>
        <p:spPr>
          <a:xfrm>
            <a:off x="51297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40"/>
          <p:cNvSpPr/>
          <p:nvPr/>
        </p:nvSpPr>
        <p:spPr>
          <a:xfrm>
            <a:off x="17007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41"/>
          <p:cNvSpPr/>
          <p:nvPr/>
        </p:nvSpPr>
        <p:spPr>
          <a:xfrm>
            <a:off x="23865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42"/>
          <p:cNvSpPr/>
          <p:nvPr/>
        </p:nvSpPr>
        <p:spPr>
          <a:xfrm>
            <a:off x="30723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43"/>
          <p:cNvSpPr/>
          <p:nvPr/>
        </p:nvSpPr>
        <p:spPr>
          <a:xfrm>
            <a:off x="37581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44"/>
          <p:cNvSpPr/>
          <p:nvPr/>
        </p:nvSpPr>
        <p:spPr>
          <a:xfrm>
            <a:off x="44439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45"/>
          <p:cNvSpPr/>
          <p:nvPr/>
        </p:nvSpPr>
        <p:spPr>
          <a:xfrm>
            <a:off x="51297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group146"/>
          <p:cNvSpPr/>
          <p:nvPr/>
        </p:nvSpPr>
        <p:spPr>
          <a:xfrm>
            <a:off x="1597914" y="3739896"/>
            <a:ext cx="40599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6-group147"/>
          <p:cNvSpPr/>
          <p:nvPr/>
        </p:nvSpPr>
        <p:spPr>
          <a:xfrm>
            <a:off x="1597914" y="4425696"/>
            <a:ext cx="40599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6-figure148" descr="점 6개씩 2묶음"/>
          <p:cNvSpPr/>
          <p:nvPr/>
        </p:nvSpPr>
        <p:spPr>
          <a:xfrm>
            <a:off x="1570482" y="370332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06-chip1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7" name="S06-dot150"/>
          <p:cNvSpPr/>
          <p:nvPr/>
        </p:nvSpPr>
        <p:spPr>
          <a:xfrm>
            <a:off x="871773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151"/>
          <p:cNvSpPr/>
          <p:nvPr/>
        </p:nvSpPr>
        <p:spPr>
          <a:xfrm>
            <a:off x="920541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152"/>
          <p:cNvSpPr/>
          <p:nvPr/>
        </p:nvSpPr>
        <p:spPr>
          <a:xfrm>
            <a:off x="969309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153"/>
          <p:cNvSpPr/>
          <p:nvPr/>
        </p:nvSpPr>
        <p:spPr>
          <a:xfrm>
            <a:off x="871773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154"/>
          <p:cNvSpPr/>
          <p:nvPr/>
        </p:nvSpPr>
        <p:spPr>
          <a:xfrm>
            <a:off x="920541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155"/>
          <p:cNvSpPr/>
          <p:nvPr/>
        </p:nvSpPr>
        <p:spPr>
          <a:xfrm>
            <a:off x="969309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156"/>
          <p:cNvSpPr/>
          <p:nvPr/>
        </p:nvSpPr>
        <p:spPr>
          <a:xfrm>
            <a:off x="871773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157"/>
          <p:cNvSpPr/>
          <p:nvPr/>
        </p:nvSpPr>
        <p:spPr>
          <a:xfrm>
            <a:off x="920541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158"/>
          <p:cNvSpPr/>
          <p:nvPr/>
        </p:nvSpPr>
        <p:spPr>
          <a:xfrm>
            <a:off x="969309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159"/>
          <p:cNvSpPr/>
          <p:nvPr/>
        </p:nvSpPr>
        <p:spPr>
          <a:xfrm>
            <a:off x="8652510" y="369417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160"/>
          <p:cNvSpPr/>
          <p:nvPr/>
        </p:nvSpPr>
        <p:spPr>
          <a:xfrm>
            <a:off x="8652510" y="418185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161"/>
          <p:cNvSpPr/>
          <p:nvPr/>
        </p:nvSpPr>
        <p:spPr>
          <a:xfrm>
            <a:off x="8652510" y="466953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figure162" descr="점 3개씩 3묶음"/>
          <p:cNvSpPr/>
          <p:nvPr/>
        </p:nvSpPr>
        <p:spPr>
          <a:xfrm>
            <a:off x="8625078" y="3657600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4배는 얼마일까요?</a:t>
            </a:r>
            <a:endParaRPr lang="ko-KR" sz="3200" dirty="0"/>
          </a:p>
        </p:txBody>
      </p:sp>
      <p:sp>
        <p:nvSpPr>
          <p:cNvPr id="5" name="S07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6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7-text16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7</a:t>
            </a:r>
            <a:endParaRPr lang="ko-KR" sz="3200" dirty="0"/>
          </a:p>
        </p:txBody>
      </p:sp>
      <p:sp>
        <p:nvSpPr>
          <p:cNvPr id="9" name="S07-chip16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12</a:t>
            </a:r>
            <a:endParaRPr lang="ko-KR" sz="2600" dirty="0"/>
          </a:p>
        </p:txBody>
      </p:sp>
      <p:sp>
        <p:nvSpPr>
          <p:cNvPr id="10" name="S07-text17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나타내요</a:t>
            </a:r>
            <a:endParaRPr lang="ko-KR" sz="4400" dirty="0"/>
          </a:p>
        </p:txBody>
      </p:sp>
      <p:sp>
        <p:nvSpPr>
          <p:cNvPr id="3" name="S08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덧셈식과 곱셈식으로 나타내요.</a:t>
            </a:r>
            <a:endParaRPr lang="ko-KR" sz="3200" dirty="0"/>
          </a:p>
        </p:txBody>
      </p:sp>
      <p:sp>
        <p:nvSpPr>
          <p:cNvPr id="4" name="S08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■의 ▲배는 ■ × ▲로 써요.</a:t>
            </a:r>
            <a:endParaRPr lang="ko-KR" sz="3200" dirty="0"/>
          </a:p>
        </p:txBody>
      </p:sp>
      <p:sp>
        <p:nvSpPr>
          <p:cNvPr id="6" name="S08-chip1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175"/>
          <p:cNvSpPr/>
          <p:nvPr/>
        </p:nvSpPr>
        <p:spPr>
          <a:xfrm>
            <a:off x="30312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76"/>
          <p:cNvSpPr/>
          <p:nvPr/>
        </p:nvSpPr>
        <p:spPr>
          <a:xfrm>
            <a:off x="34884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77"/>
          <p:cNvSpPr/>
          <p:nvPr/>
        </p:nvSpPr>
        <p:spPr>
          <a:xfrm>
            <a:off x="39456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78"/>
          <p:cNvSpPr/>
          <p:nvPr/>
        </p:nvSpPr>
        <p:spPr>
          <a:xfrm>
            <a:off x="44028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179"/>
          <p:cNvSpPr/>
          <p:nvPr/>
        </p:nvSpPr>
        <p:spPr>
          <a:xfrm>
            <a:off x="48600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180"/>
          <p:cNvSpPr/>
          <p:nvPr/>
        </p:nvSpPr>
        <p:spPr>
          <a:xfrm>
            <a:off x="30312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81"/>
          <p:cNvSpPr/>
          <p:nvPr/>
        </p:nvSpPr>
        <p:spPr>
          <a:xfrm>
            <a:off x="34884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82"/>
          <p:cNvSpPr/>
          <p:nvPr/>
        </p:nvSpPr>
        <p:spPr>
          <a:xfrm>
            <a:off x="39456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83"/>
          <p:cNvSpPr/>
          <p:nvPr/>
        </p:nvSpPr>
        <p:spPr>
          <a:xfrm>
            <a:off x="44028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dot184"/>
          <p:cNvSpPr/>
          <p:nvPr/>
        </p:nvSpPr>
        <p:spPr>
          <a:xfrm>
            <a:off x="48600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group185"/>
          <p:cNvSpPr/>
          <p:nvPr/>
        </p:nvSpPr>
        <p:spPr>
          <a:xfrm>
            <a:off x="2971800" y="2048256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186"/>
          <p:cNvSpPr/>
          <p:nvPr/>
        </p:nvSpPr>
        <p:spPr>
          <a:xfrm>
            <a:off x="2971800" y="2505456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figure187" descr="점 5개씩 2묶음"/>
          <p:cNvSpPr/>
          <p:nvPr/>
        </p:nvSpPr>
        <p:spPr>
          <a:xfrm>
            <a:off x="294436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8-chip18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1" name="S08-text18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</a:t>
            </a:r>
            <a:endParaRPr lang="ko-KR" sz="3200" dirty="0"/>
          </a:p>
        </p:txBody>
      </p:sp>
      <p:sp>
        <p:nvSpPr>
          <p:cNvPr id="22" name="S08-chip19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3" name="S08-eqtext19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+ 2 + 2 + 2 + 2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곱셈식을 읽어요.</a:t>
            </a:r>
            <a:endParaRPr lang="ko-KR" sz="3200" dirty="0"/>
          </a:p>
        </p:txBody>
      </p:sp>
      <p:sp>
        <p:nvSpPr>
          <p:cNvPr id="4" name="S09-chip19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dot194"/>
          <p:cNvSpPr/>
          <p:nvPr/>
        </p:nvSpPr>
        <p:spPr>
          <a:xfrm>
            <a:off x="246613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195"/>
          <p:cNvSpPr/>
          <p:nvPr/>
        </p:nvSpPr>
        <p:spPr>
          <a:xfrm>
            <a:off x="296905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196"/>
          <p:cNvSpPr/>
          <p:nvPr/>
        </p:nvSpPr>
        <p:spPr>
          <a:xfrm>
            <a:off x="347197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197"/>
          <p:cNvSpPr/>
          <p:nvPr/>
        </p:nvSpPr>
        <p:spPr>
          <a:xfrm>
            <a:off x="397489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98"/>
          <p:cNvSpPr/>
          <p:nvPr/>
        </p:nvSpPr>
        <p:spPr>
          <a:xfrm>
            <a:off x="447781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99"/>
          <p:cNvSpPr/>
          <p:nvPr/>
        </p:nvSpPr>
        <p:spPr>
          <a:xfrm>
            <a:off x="246613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00"/>
          <p:cNvSpPr/>
          <p:nvPr/>
        </p:nvSpPr>
        <p:spPr>
          <a:xfrm>
            <a:off x="296905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01"/>
          <p:cNvSpPr/>
          <p:nvPr/>
        </p:nvSpPr>
        <p:spPr>
          <a:xfrm>
            <a:off x="347197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02"/>
          <p:cNvSpPr/>
          <p:nvPr/>
        </p:nvSpPr>
        <p:spPr>
          <a:xfrm>
            <a:off x="397489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03"/>
          <p:cNvSpPr/>
          <p:nvPr/>
        </p:nvSpPr>
        <p:spPr>
          <a:xfrm>
            <a:off x="447781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04"/>
          <p:cNvSpPr/>
          <p:nvPr/>
        </p:nvSpPr>
        <p:spPr>
          <a:xfrm>
            <a:off x="246613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05"/>
          <p:cNvSpPr/>
          <p:nvPr/>
        </p:nvSpPr>
        <p:spPr>
          <a:xfrm>
            <a:off x="296905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06"/>
          <p:cNvSpPr/>
          <p:nvPr/>
        </p:nvSpPr>
        <p:spPr>
          <a:xfrm>
            <a:off x="347197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207"/>
          <p:cNvSpPr/>
          <p:nvPr/>
        </p:nvSpPr>
        <p:spPr>
          <a:xfrm>
            <a:off x="397489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208"/>
          <p:cNvSpPr/>
          <p:nvPr/>
        </p:nvSpPr>
        <p:spPr>
          <a:xfrm>
            <a:off x="447781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209"/>
          <p:cNvSpPr/>
          <p:nvPr/>
        </p:nvSpPr>
        <p:spPr>
          <a:xfrm>
            <a:off x="246613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210"/>
          <p:cNvSpPr/>
          <p:nvPr/>
        </p:nvSpPr>
        <p:spPr>
          <a:xfrm>
            <a:off x="296905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211"/>
          <p:cNvSpPr/>
          <p:nvPr/>
        </p:nvSpPr>
        <p:spPr>
          <a:xfrm>
            <a:off x="347197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212"/>
          <p:cNvSpPr/>
          <p:nvPr/>
        </p:nvSpPr>
        <p:spPr>
          <a:xfrm>
            <a:off x="397489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213"/>
          <p:cNvSpPr/>
          <p:nvPr/>
        </p:nvSpPr>
        <p:spPr>
          <a:xfrm>
            <a:off x="447781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group214"/>
          <p:cNvSpPr/>
          <p:nvPr/>
        </p:nvSpPr>
        <p:spPr>
          <a:xfrm>
            <a:off x="2398014" y="204825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9-group215"/>
          <p:cNvSpPr/>
          <p:nvPr/>
        </p:nvSpPr>
        <p:spPr>
          <a:xfrm>
            <a:off x="2398014" y="255117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9-group216"/>
          <p:cNvSpPr/>
          <p:nvPr/>
        </p:nvSpPr>
        <p:spPr>
          <a:xfrm>
            <a:off x="2398014" y="305409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217"/>
          <p:cNvSpPr/>
          <p:nvPr/>
        </p:nvSpPr>
        <p:spPr>
          <a:xfrm>
            <a:off x="2398014" y="355701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218" descr="점 5개씩 4묶음"/>
          <p:cNvSpPr/>
          <p:nvPr/>
        </p:nvSpPr>
        <p:spPr>
          <a:xfrm>
            <a:off x="2370582" y="2011680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1" name="S09-text22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3배를 곱셈식으로</a:t>
            </a:r>
            <a:endParaRPr lang="ko-KR" sz="3200" dirty="0"/>
          </a:p>
        </p:txBody>
      </p:sp>
      <p:sp>
        <p:nvSpPr>
          <p:cNvPr id="32" name="S09-chip22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3" name="S09-text22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+ 7을 곱셈식으로</a:t>
            </a:r>
            <a:endParaRPr lang="ko-KR" sz="3200" dirty="0"/>
          </a:p>
        </p:txBody>
      </p:sp>
      <p:sp>
        <p:nvSpPr>
          <p:cNvPr id="34" name="S09-chip22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5" name="S09-eqtext22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22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2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바둑돌을 컵에 나누어 담아 다시 해 보게 하세요.</a:t>
            </a:r>
            <a:endParaRPr lang="ko-KR" sz="3200" dirty="0"/>
          </a:p>
        </p:txBody>
      </p:sp>
      <p:sp>
        <p:nvSpPr>
          <p:cNvPr id="5" name="S10-chip22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228"/>
          <p:cNvSpPr txBox="1"/>
          <p:nvPr/>
        </p:nvSpPr>
        <p:spPr>
          <a:xfrm>
            <a:off x="548640" y="205740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× 4 = 20</a:t>
            </a:r>
            <a:endParaRPr lang="ko-KR" sz="3200" dirty="0"/>
          </a:p>
        </p:txBody>
      </p:sp>
      <p:sp>
        <p:nvSpPr>
          <p:cNvPr id="7" name="S10-text229"/>
          <p:cNvSpPr txBox="1"/>
          <p:nvPr/>
        </p:nvSpPr>
        <p:spPr>
          <a:xfrm>
            <a:off x="3367278" y="205740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4배</a:t>
            </a:r>
            <a:endParaRPr lang="ko-KR" sz="2600" dirty="0"/>
          </a:p>
        </p:txBody>
      </p:sp>
      <p:sp>
        <p:nvSpPr>
          <p:cNvPr id="8" name="S10-text230"/>
          <p:cNvSpPr txBox="1"/>
          <p:nvPr/>
        </p:nvSpPr>
        <p:spPr>
          <a:xfrm>
            <a:off x="548640" y="274447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× 3 = 18</a:t>
            </a:r>
            <a:endParaRPr lang="ko-KR" sz="3200" dirty="0"/>
          </a:p>
        </p:txBody>
      </p:sp>
      <p:sp>
        <p:nvSpPr>
          <p:cNvPr id="9" name="S10-text231"/>
          <p:cNvSpPr txBox="1"/>
          <p:nvPr/>
        </p:nvSpPr>
        <p:spPr>
          <a:xfrm>
            <a:off x="3367278" y="274447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3번</a:t>
            </a:r>
            <a:endParaRPr lang="ko-KR" sz="2600" dirty="0"/>
          </a:p>
        </p:txBody>
      </p:sp>
      <p:sp>
        <p:nvSpPr>
          <p:cNvPr id="10" name="S10-text232"/>
          <p:cNvSpPr txBox="1"/>
          <p:nvPr/>
        </p:nvSpPr>
        <p:spPr>
          <a:xfrm>
            <a:off x="548640" y="343154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× 2 = 14</a:t>
            </a:r>
            <a:endParaRPr lang="ko-KR" sz="3200" dirty="0"/>
          </a:p>
        </p:txBody>
      </p:sp>
      <p:sp>
        <p:nvSpPr>
          <p:cNvPr id="11" name="S10-text233"/>
          <p:cNvSpPr txBox="1"/>
          <p:nvPr/>
        </p:nvSpPr>
        <p:spPr>
          <a:xfrm>
            <a:off x="3367278" y="343154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2번</a:t>
            </a:r>
            <a:endParaRPr lang="ko-KR" sz="2600" dirty="0"/>
          </a:p>
        </p:txBody>
      </p:sp>
      <p:sp>
        <p:nvSpPr>
          <p:cNvPr id="12" name="S10-text234"/>
          <p:cNvSpPr txBox="1"/>
          <p:nvPr/>
        </p:nvSpPr>
        <p:spPr>
          <a:xfrm>
            <a:off x="548640" y="411861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15</a:t>
            </a:r>
            <a:endParaRPr lang="ko-KR" sz="3200" dirty="0"/>
          </a:p>
        </p:txBody>
      </p:sp>
      <p:sp>
        <p:nvSpPr>
          <p:cNvPr id="13" name="S10-text235"/>
          <p:cNvSpPr txBox="1"/>
          <p:nvPr/>
        </p:nvSpPr>
        <p:spPr>
          <a:xfrm>
            <a:off x="3367278" y="411861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5번</a:t>
            </a:r>
            <a:endParaRPr lang="ko-KR" sz="2600" dirty="0"/>
          </a:p>
        </p:txBody>
      </p:sp>
      <p:sp>
        <p:nvSpPr>
          <p:cNvPr id="14" name="S10-chip23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0-text23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8</a:t>
            </a:r>
            <a:endParaRPr lang="ko-KR" sz="3200" dirty="0"/>
          </a:p>
        </p:txBody>
      </p:sp>
      <p:sp>
        <p:nvSpPr>
          <p:cNvPr id="16" name="S10-text23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+ 5를 함</a:t>
            </a:r>
            <a:endParaRPr lang="ko-KR" sz="2600" dirty="0"/>
          </a:p>
        </p:txBody>
      </p:sp>
      <p:sp>
        <p:nvSpPr>
          <p:cNvPr id="17" name="S10-text23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× 5</a:t>
            </a:r>
            <a:endParaRPr lang="ko-KR" sz="3200" dirty="0"/>
          </a:p>
        </p:txBody>
      </p:sp>
      <p:sp>
        <p:nvSpPr>
          <p:cNvPr id="18" name="S10-text24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수를 앞에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4배는 어느 것?</a:t>
            </a:r>
            <a:endParaRPr lang="ko-KR" sz="4400" dirty="0"/>
          </a:p>
        </p:txBody>
      </p:sp>
      <p:sp>
        <p:nvSpPr>
          <p:cNvPr id="3" name="S11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곱셈식으로 말해요.</a:t>
            </a:r>
            <a:endParaRPr lang="ko-KR" sz="3200" dirty="0"/>
          </a:p>
        </p:txBody>
      </p:sp>
      <p:sp>
        <p:nvSpPr>
          <p:cNvPr id="5" name="S11-chip24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dot244"/>
          <p:cNvSpPr/>
          <p:nvPr/>
        </p:nvSpPr>
        <p:spPr>
          <a:xfrm>
            <a:off x="119954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45"/>
          <p:cNvSpPr/>
          <p:nvPr/>
        </p:nvSpPr>
        <p:spPr>
          <a:xfrm>
            <a:off x="179390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46"/>
          <p:cNvSpPr/>
          <p:nvPr/>
        </p:nvSpPr>
        <p:spPr>
          <a:xfrm>
            <a:off x="238826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47"/>
          <p:cNvSpPr/>
          <p:nvPr/>
        </p:nvSpPr>
        <p:spPr>
          <a:xfrm>
            <a:off x="298262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48"/>
          <p:cNvSpPr/>
          <p:nvPr/>
        </p:nvSpPr>
        <p:spPr>
          <a:xfrm>
            <a:off x="119954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49"/>
          <p:cNvSpPr/>
          <p:nvPr/>
        </p:nvSpPr>
        <p:spPr>
          <a:xfrm>
            <a:off x="179390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0"/>
          <p:cNvSpPr/>
          <p:nvPr/>
        </p:nvSpPr>
        <p:spPr>
          <a:xfrm>
            <a:off x="238826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1"/>
          <p:cNvSpPr/>
          <p:nvPr/>
        </p:nvSpPr>
        <p:spPr>
          <a:xfrm>
            <a:off x="298262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group252"/>
          <p:cNvSpPr/>
          <p:nvPr/>
        </p:nvSpPr>
        <p:spPr>
          <a:xfrm>
            <a:off x="1114044" y="3017520"/>
            <a:ext cx="232257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11-group253"/>
          <p:cNvSpPr/>
          <p:nvPr/>
        </p:nvSpPr>
        <p:spPr>
          <a:xfrm>
            <a:off x="1114044" y="3611880"/>
            <a:ext cx="232257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11-figure254" descr="점 4개씩 2묶음"/>
          <p:cNvSpPr/>
          <p:nvPr/>
        </p:nvSpPr>
        <p:spPr>
          <a:xfrm>
            <a:off x="1086612" y="2980944"/>
            <a:ext cx="2377440" cy="11887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1-chip25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8" name="S11-dot256"/>
          <p:cNvSpPr/>
          <p:nvPr/>
        </p:nvSpPr>
        <p:spPr>
          <a:xfrm>
            <a:off x="5613044" y="24995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1-dot257"/>
          <p:cNvSpPr/>
          <p:nvPr/>
        </p:nvSpPr>
        <p:spPr>
          <a:xfrm>
            <a:off x="6207404" y="24995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1-dot258"/>
          <p:cNvSpPr/>
          <p:nvPr/>
        </p:nvSpPr>
        <p:spPr>
          <a:xfrm>
            <a:off x="5613044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1-dot259"/>
          <p:cNvSpPr/>
          <p:nvPr/>
        </p:nvSpPr>
        <p:spPr>
          <a:xfrm>
            <a:off x="6207404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1-dot260"/>
          <p:cNvSpPr/>
          <p:nvPr/>
        </p:nvSpPr>
        <p:spPr>
          <a:xfrm>
            <a:off x="5613044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1-dot261"/>
          <p:cNvSpPr/>
          <p:nvPr/>
        </p:nvSpPr>
        <p:spPr>
          <a:xfrm>
            <a:off x="6207404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1-dot262"/>
          <p:cNvSpPr/>
          <p:nvPr/>
        </p:nvSpPr>
        <p:spPr>
          <a:xfrm>
            <a:off x="5613044" y="42825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1-dot263"/>
          <p:cNvSpPr/>
          <p:nvPr/>
        </p:nvSpPr>
        <p:spPr>
          <a:xfrm>
            <a:off x="6207404" y="42825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group264"/>
          <p:cNvSpPr/>
          <p:nvPr/>
        </p:nvSpPr>
        <p:spPr>
          <a:xfrm>
            <a:off x="5527548" y="242316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1-group265"/>
          <p:cNvSpPr/>
          <p:nvPr/>
        </p:nvSpPr>
        <p:spPr>
          <a:xfrm>
            <a:off x="5527548" y="301752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1-group266"/>
          <p:cNvSpPr/>
          <p:nvPr/>
        </p:nvSpPr>
        <p:spPr>
          <a:xfrm>
            <a:off x="5527548" y="361188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1-group267"/>
          <p:cNvSpPr/>
          <p:nvPr/>
        </p:nvSpPr>
        <p:spPr>
          <a:xfrm>
            <a:off x="5527548" y="420624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1-figure268" descr="점 2개씩 4묶음"/>
          <p:cNvSpPr/>
          <p:nvPr/>
        </p:nvSpPr>
        <p:spPr>
          <a:xfrm>
            <a:off x="5500116" y="2386584"/>
            <a:ext cx="118872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1-chip26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32" name="S11-dot270"/>
          <p:cNvSpPr/>
          <p:nvPr/>
        </p:nvSpPr>
        <p:spPr>
          <a:xfrm>
            <a:off x="9432188" y="27966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1-dot271"/>
          <p:cNvSpPr/>
          <p:nvPr/>
        </p:nvSpPr>
        <p:spPr>
          <a:xfrm>
            <a:off x="10026548" y="27966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dot272"/>
          <p:cNvSpPr/>
          <p:nvPr/>
        </p:nvSpPr>
        <p:spPr>
          <a:xfrm>
            <a:off x="9432188" y="339105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1-dot273"/>
          <p:cNvSpPr/>
          <p:nvPr/>
        </p:nvSpPr>
        <p:spPr>
          <a:xfrm>
            <a:off x="10026548" y="339105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dot274"/>
          <p:cNvSpPr/>
          <p:nvPr/>
        </p:nvSpPr>
        <p:spPr>
          <a:xfrm>
            <a:off x="9432188" y="39854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1-dot275"/>
          <p:cNvSpPr/>
          <p:nvPr/>
        </p:nvSpPr>
        <p:spPr>
          <a:xfrm>
            <a:off x="10026548" y="39854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group276"/>
          <p:cNvSpPr/>
          <p:nvPr/>
        </p:nvSpPr>
        <p:spPr>
          <a:xfrm>
            <a:off x="9346692" y="272034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1-group277"/>
          <p:cNvSpPr/>
          <p:nvPr/>
        </p:nvSpPr>
        <p:spPr>
          <a:xfrm>
            <a:off x="9346692" y="331470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1-group278"/>
          <p:cNvSpPr/>
          <p:nvPr/>
        </p:nvSpPr>
        <p:spPr>
          <a:xfrm>
            <a:off x="9346692" y="390906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11-figure279" descr="점 2개씩 3묶음"/>
          <p:cNvSpPr/>
          <p:nvPr/>
        </p:nvSpPr>
        <p:spPr>
          <a:xfrm>
            <a:off x="9319260" y="2683764"/>
            <a:ext cx="1188720" cy="1783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4묶음은 3의 4배, 3 × 4 = 12예요.</a:t>
            </a:r>
            <a:endParaRPr lang="ko-KR" sz="3200" dirty="0"/>
          </a:p>
        </p:txBody>
      </p:sp>
      <p:sp>
        <p:nvSpPr>
          <p:cNvPr id="5" name="S12-chip2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묶음의 수부터 세기</a:t>
            </a:r>
            <a:endParaRPr lang="ko-KR" sz="2600" dirty="0"/>
          </a:p>
        </p:txBody>
      </p:sp>
      <p:sp>
        <p:nvSpPr>
          <p:cNvPr id="6" name="S12-chip2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3의 4배를 3 + 4로 하기</a:t>
            </a:r>
            <a:endParaRPr lang="ko-KR" sz="2600" dirty="0"/>
          </a:p>
        </p:txBody>
      </p:sp>
      <p:sp>
        <p:nvSpPr>
          <p:cNvPr id="7" name="S12-text2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2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5의 3배는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얼마?</a:t>
            </a:r>
            <a:endParaRPr lang="ko-KR" sz="2600" dirty="0"/>
          </a:p>
        </p:txBody>
      </p:sp>
      <p:sp>
        <p:nvSpPr>
          <p:cNvPr id="9" name="S12-text2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+ 4 + 4 + 4 + 4를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2600" dirty="0"/>
          </a:p>
        </p:txBody>
      </p:sp>
      <p:sp>
        <p:nvSpPr>
          <p:cNvPr id="10" name="S12-eqtext2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2 = □</a:t>
            </a:r>
            <a:endParaRPr lang="ko-KR" sz="3000" dirty="0"/>
          </a:p>
        </p:txBody>
      </p:sp>
      <p:sp>
        <p:nvSpPr>
          <p:cNvPr id="11" name="S12-text2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2단과 5단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뛰어 세기</a:t>
            </a:r>
            <a:endParaRPr lang="ko-KR" sz="4400" dirty="0"/>
          </a:p>
        </p:txBody>
      </p:sp>
      <p:sp>
        <p:nvSpPr>
          <p:cNvPr id="3" name="S13-text2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3씩 4번 뛰어요.</a:t>
            </a:r>
            <a:endParaRPr lang="ko-KR" sz="3200" dirty="0"/>
          </a:p>
        </p:txBody>
      </p:sp>
      <p:sp>
        <p:nvSpPr>
          <p:cNvPr id="4" name="S13-card2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뛰면 12예요.</a:t>
            </a:r>
            <a:endParaRPr lang="ko-KR" sz="3200" dirty="0"/>
          </a:p>
        </p:txBody>
      </p:sp>
      <p:sp>
        <p:nvSpPr>
          <p:cNvPr id="6" name="S13-line292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3-line293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3-label294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3-line295"/>
          <p:cNvSpPr/>
          <p:nvPr/>
        </p:nvSpPr>
        <p:spPr>
          <a:xfrm>
            <a:off x="164470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3-label296"/>
          <p:cNvSpPr txBox="1"/>
          <p:nvPr/>
        </p:nvSpPr>
        <p:spPr>
          <a:xfrm>
            <a:off x="118750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3-line297"/>
          <p:cNvSpPr/>
          <p:nvPr/>
        </p:nvSpPr>
        <p:spPr>
          <a:xfrm>
            <a:off x="232928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3-label298"/>
          <p:cNvSpPr txBox="1"/>
          <p:nvPr/>
        </p:nvSpPr>
        <p:spPr>
          <a:xfrm>
            <a:off x="187208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3-line299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label300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3-line301"/>
          <p:cNvSpPr/>
          <p:nvPr/>
        </p:nvSpPr>
        <p:spPr>
          <a:xfrm>
            <a:off x="369844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label302"/>
          <p:cNvSpPr txBox="1"/>
          <p:nvPr/>
        </p:nvSpPr>
        <p:spPr>
          <a:xfrm>
            <a:off x="3241243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3-line303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3-label304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3-line305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3-label306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3-line307"/>
          <p:cNvSpPr/>
          <p:nvPr/>
        </p:nvSpPr>
        <p:spPr>
          <a:xfrm>
            <a:off x="575218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3-label308"/>
          <p:cNvSpPr txBox="1"/>
          <p:nvPr/>
        </p:nvSpPr>
        <p:spPr>
          <a:xfrm>
            <a:off x="529498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3-line309"/>
          <p:cNvSpPr/>
          <p:nvPr/>
        </p:nvSpPr>
        <p:spPr>
          <a:xfrm>
            <a:off x="643676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3-label310"/>
          <p:cNvSpPr txBox="1"/>
          <p:nvPr/>
        </p:nvSpPr>
        <p:spPr>
          <a:xfrm>
            <a:off x="597956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3-line311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label312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3-line313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label314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13-line315"/>
          <p:cNvSpPr/>
          <p:nvPr/>
        </p:nvSpPr>
        <p:spPr>
          <a:xfrm>
            <a:off x="8490509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3-label316"/>
          <p:cNvSpPr txBox="1"/>
          <p:nvPr/>
        </p:nvSpPr>
        <p:spPr>
          <a:xfrm>
            <a:off x="8033309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13-line317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3-label318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13-line319"/>
          <p:cNvSpPr/>
          <p:nvPr/>
        </p:nvSpPr>
        <p:spPr>
          <a:xfrm>
            <a:off x="985967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3-label320"/>
          <p:cNvSpPr txBox="1"/>
          <p:nvPr/>
        </p:nvSpPr>
        <p:spPr>
          <a:xfrm>
            <a:off x="940247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13-line321"/>
          <p:cNvSpPr/>
          <p:nvPr/>
        </p:nvSpPr>
        <p:spPr>
          <a:xfrm>
            <a:off x="1054425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3-label322"/>
          <p:cNvSpPr txBox="1"/>
          <p:nvPr/>
        </p:nvSpPr>
        <p:spPr>
          <a:xfrm>
            <a:off x="1008705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13-line323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3-label324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13-mark325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0" name="S13-line326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3-line327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3-label328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3" name="S13-line329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3-line330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3-label331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6" name="S13-line332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3-line333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3-label334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9" name="S13-line335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3-line336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3-label337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52" name="S13-figure338" descr="0부터 15까지 수직선에서 0, 3, 6, 9, 12로 3씩 네 번 뛰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곱셈의 뜻</dc:title>
  <dc:subject>KR22-G02-MAT-MULT-L01</dc:subject>
  <dc:creator>education-ppt</dc:creator>
  <cp:lastModifiedBy>education-ppt</cp:lastModifiedBy>
  <cp:revision>1</cp:revision>
  <dcterms:created xsi:type="dcterms:W3CDTF">2026-10-26T07:46:29Z</dcterms:created>
  <dcterms:modified xsi:type="dcterms:W3CDTF">2026-10-26T07:46:29Z</dcterms:modified>
</cp:coreProperties>
</file>