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d8d3c75-2f1f-acdb-0c50-ad456d993873}">
          <p14:sldIdLst>
            <p14:sldId id="256"/>
            <p14:sldId id="257"/>
          </p14:sldIdLst>
        </p14:section>
        <p14:section name="개념" id="{f984a5e9-0b5a-260c-e638-9e3b6f222439}">
          <p14:sldIdLst>
            <p14:sldId id="258"/>
            <p14:sldId id="259"/>
            <p14:sldId id="260"/>
          </p14:sldIdLst>
        </p14:section>
        <p14:section name="연습" id="{acc90836-345b-f783-267f-3f69d9346511}">
          <p14:sldIdLst>
            <p14:sldId id="261"/>
            <p14:sldId id="262"/>
            <p14:sldId id="263"/>
          </p14:sldIdLst>
        </p14:section>
        <p14:section name="확인" id="{6b374bdb-6fdc-a4b4-66aa-fdecf5ad2523}">
          <p14:sldIdLst>
            <p14:sldId id="264"/>
            <p14:sldId id="265"/>
            <p14:sldId id="266"/>
          </p14:sldIdLst>
        </p14:section>
        <p14:section name="정리" id="{6b32c0a8-8b90-b947-cdd0-0e283bced855}">
          <p14:sldIdLst>
            <p14:sldId id="267"/>
          </p14:sldIdLst>
        </p14:section>
        <p14:section name="보충" id="{42d3feb4-04a3-7546-4ada-e381c006aff3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하나씩 세지 않고 묶어서 세는 방법이 있다는 것을 궁금하게 합니다.
시간: 약 2분
이렇게 말해 보세요
- “오른쪽 점은 모두 몇 개일까? 하나씩 세지 말고 더 빨리 세는 방법이 있을까?”
예상 답
- “12개요.” “3개씩 세었어요.”
막히면
- 하나씩 세어도 괜찮다고 말하고 넘어갑니다. S03에서 묶어 세기를 배웁니다.
주의
- 오늘부터 새로운 계산(곱셈)을 배웁니다. 덧셈을 짧게 쓰는 방법이라고 소개합니다.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확인(뛰어 세기, 같은 수 더하기)]
목적: 곱셈의 바탕이 되는 뛰어 세기와 같은 수를 여러 번 더하기가 되는지 확인합니다.
시간: 약 3분
이렇게 말해 보세요
- “①은 2씩 뛰어 세어 빈칸 두 개를 채워 볼래?”
- “②, ③은 같은 수를 여러 번 더하는 덧셈이야. 얼마일까?”
정답
- ① 6, 8
- ② 15
- ③ 12
막히면
- 바둑돌을 2개씩 놓으며 “둘, 넷, 여섯, 여덟”으로 함께 셉니다.
- 두 문제 이상 틀리면 S13(보충)을 먼저 합니다. 보충으로도 어려우면 바로 앞 차시 ‘덧셈과 뺄셈의 관계’(KR22-G02-MAT-ADDSUB-L01)까지 배운 덧셈을 다시 연습한 뒤 이 차시를 합니다.
주의
- ③을 손가락으로 하나씩 세어도 괜찮습니다. 오늘은 3씩 뛰어 세는 방법으로 바꾸어 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묶어 세기]
목적: 같은 수씩 묶어 ‘■씩 ▲묶음’으로 말하고, 뛰어 세어 모두 몇 개인지 구합니다.
시간: 약 4분
이렇게 말해 보세요
- “한 묶음에 사과가 몇 개야? 묶음은 몇 개야? 이것을 ‘3씩 4묶음’이라고 해.”
- “3씩 뛰어 세어 보자. 3, 6, 9, 12. 모두 몇 개야?”
예상 답
- “3개요. 4묶음이요.” “12개요.”
막히면
- 바둑돌 12개를 컵 4개에 3개씩 나누어 담고, 컵을 하나씩 가리키며 “3, 6, 9, 12”를 셉니다.
주의
- ‘3씩’은 한 묶음 안의 수, ‘4묶음’은 묶음의 수입니다. 두 수를 바꾸어 말하지 않게 손으로 짚어 줍니다(M2).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몇의 몇 배]
목적: ■씩 ▲묶음을 ‘■의 ▲배’라고 말한다는 것을 압니다.
시간: 약 4분
이렇게 말해 보세요
- “왼쪽은 2개가 한 묶음, 오른쪽은 2개씩 몇 묶음이야?”
- “2씩 3묶음을 ‘2의 3배’라고 해. 2의 3배는 모두 몇 개야?”
예상 답
- “3묶음이요.” “6개요.”
막히면
- 단추 2개를 한 컵에 넣고, 같은 컵을 3개 만들어 “2가 세 번 있어”라고 말해 줍니다.
주의
- ‘배’는 같은 양이 몇 번 있는지를 뜻합니다. 2의 3배는 2를 세 번 모은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덧셈식과 곱셈식으로 나타내기]
목적: 몇의 몇 배를 같은 수를 여러 번 더하는 덧셈식과 곱셈식으로 나타내고, 곱셈식을 읽습니다.
시간: 약 4분
이렇게 말해 보세요
- “3의 4배는 3을 4번 더한 거야. 덧셈식으로 3 + 3 + 3 + 3 = 12.”
- “이것을 짧게 3 × 4 = 12라고 써. ×는 ‘곱하기’라고 읽어. ‘3 곱하기 4는 12와 같아요.’ 같이 읽어 볼까?”
예상 답
- “3 곱하기 4는 12와 같아요.”
막히면
- 종이에 ‘×’ 기호 카드를 만들어 3과 4 사이에 놓고 읽게 합니다.
주의
- ×의 앞에는 한 묶음의 수(3), 뒤에는 묶음의 수(4)를 씁니다. 교과서는 ‘같습니다’로 씁니다. 아이가 ‘같아요’로 말해도 맞습니다.
-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연습(묶어 세기, 몇의 몇 배)]
목적: 도움을 받으며 그림을 ‘■씩 ▲묶음’, ‘■의 ▲배’로 말하고 모두 몇 개인지 구합니다.
시간: 약 4분
이렇게 말해 보세요
- “①은 한 묶음에 몇 개야? 묶음은 몇 개야? 그러면 몇의 몇 배일까? 모두 몇 개야?”
- “②~④도 같은 순서로 말해 볼래?”
정답
- ① 5씩 3묶음, 5의 3배, 15개
- ② 2씩 4묶음, 2의 4배, 8개
- ③ 6씩 2묶음, 6의 2배, 12개
- ④ 3씩 3묶음, 3의 3배, 9개
막히면
- 한 묶음을 손가락으로 감싸고 그 안의 점을 먼저 세게 합니다.
- 모두 몇 개인지는 한 묶음의 수만큼 뛰어 세게 합니다(① 5, 10, 15).
주의
- ②를 ‘4의 2배’라고 하면 한 묶음의 수와 묶음의 수를 바꾼 것입니다(M2).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비교(몇의 몇 배를 더하기로)]
목적: 몇의 몇 배를 두 수의 덧셈으로 계산하는 실수를 바로잡습니다(M1).
시간: 약 3분
이렇게 말해 보세요
- “토끼는 3과 4를 더했고, 곰은 3을 네 번 더했어. 누가 맞았을까?”
- “3의 4배는 3씩 몇 묶음이었지? 바둑돌로 놓아 볼까?”
예상 답
- “곰이요. 3이 네 번 있으니까요.”
정답
- 곰이 맞습니다. 3의 4배는 3씩 4묶음이라 3을 네 번 더한 12입니다.
- 토끼의 3 + 4 = 7은 3과 4를 한 번씩 모은 것입니다.
막히면
- 바둑돌을 컵 4개에 3개씩 넣고 모두 세어 12인 것을 확인합니다.
주의
- 곱셈식 3 × 4를 3 + 4처럼 계산하는 실수(M3)도 같은 까닭입니다. 기록표에 적어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연습(덧셈식·곱셈식)]
목적: 도움을 받으며 몇의 몇 배를 덧셈식과 곱셈식으로 쓰고 읽습니다.
시간: 약 4분
이렇게 말해 보세요
- “①은 몇의 몇 배야? 공책에 덧셈식과 곱셈식을 써 볼래?”
- “③은 2를 몇 번 더했어? 곱셈식으로 쓰고 읽어 봐.”
정답
- ① 5 + 5 = 10, 5 × 2 = 10
- ② 4 + 4 + 4 = 12, 4 × 3 = 12
- ③ 2 × 5 = 10(2 곱하기 5는 10과 같아요)
막히면
- S05를 다시 보여 주며 ‘■의 ▲배 → ■를 ▲번 더하기 → ■ × ▲’ 순서로 따라 쓰게 합니다.
주의
- ①을 2 × 5로 쓰면 값은 같지만 그림의 뜻(5씩 2묶음)과 순서가 다릅니다. 오늘은 한 묶음의 수를 앞에 쓰도록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해결]
목적: 도움 없이 그림을 몇의 몇 배로 말하고, 덧셈식·곱셈식으로 나타내는지 확인합니다.
시간: 약 5분
이렇게 말해 보세요
- “이번에는 혼자 해 볼래? ①은 몇의 몇 배인지 말하고 곱셈식으로 써 줘. ④는 어떻게 구했는지도 말해 줘.”
정답
- ① 5의 4배, 5 × 4 = 20
- ② 6 × 3 = 18
- ③ 7 × 2 = 14
- ④ 15(3 + 3 + 3 + 3 + 3)
막히면
- 바로 알려 주지 말고 “한 묶음에 몇 개야? 몇 번 있어?”라고만 묻습니다.
- 도움을 받아 해결했다면 기록표에 ‘도움’으로 표시합니다.
주의
- ④를 8로 답하면 3 + 5를 한 것입니다(M3). S07로 돌아갑니다.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정답과 피드백]
목적: 아이의 답을 함께 확인하고 흔한 실수를 바로잡습니다. 수업용에만 있는 장입니다.
시간: 약 2분
이렇게 말해 보세요
- “네 답과 같은지 볼까? 다르면 바둑돌로 다시 해 보자.”
정답
- ① 5 × 4 = 20 ② 6 × 3 = 18 ③ 7 × 2 = 14 ④ 15
막히면
- ④가 틀렸으면 S07로, ①의 순서가 바뀌었으면 S05로 돌아갑니다.
주의
- ①을 4 × 5 = 20으로 써도 값은 맞습니다. 다만 이 그림의 뜻은 5의 4배이므로 5 × 4로 쓰도록 안내합니다. 이 장은 학생용 파일에는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확인(몇의 몇 배 그림 고르기)]
목적: 처음 보는 그림에서 한 묶음의 수와 묶음의 수를 구별해 몇의 몇 배를 찾는지 확인합니다.
시간: 약 2분
이렇게 말해 보세요
- “2의 4배를 나타낸 그림은 어느 것일까? 왜 그렇게 생각해? 곱셈식으로도 말해 줘.”
정답
- 나(2씩 4묶음). 2 × 4 = 8
- 가도 모두 8개이지만 4씩 2묶음이라 4의 2배입니다. 다는 2의 3배(6개)입니다.
막히면
- 각 그림에서 한 묶음에 몇 개인지, 묶음이 몇 개인지 차례로 묻습니다.
주의
- 가를 고르면 한 묶음의 수와 묶음의 수를 바꾸어 생각한 것입니다(M2). 기록표에 적고 다음 수업 복습에서 다시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정리와 다음 수업 복습]
목적: 핵심을 정리하고 다음 수업 첫 5분에 풀 복습 문제를 알려 줍니다.
시간: 약 2분
이렇게 말해 보세요
- “오늘 배운 것을 말해 볼래? 3의 4배는 무슨 뜻이야? 곱셈식으로 어떻게 써?”
예상 답
- “3을 네 번 더한 거예요. 3 × 4 = 12요.”
정답
- ① 15 ② 4 × 5 = 20 ③ 12
막히면
- S04와 S05를 다시 보여 주며 ‘몇씩 몇 묶음 → 몇의 몇 배 → 곱셈식’을 함께 말합니다.
주의
- 다음 차시(2단과 5단)는 2씩, 5씩 묶어 세기를 곱셈구구로 이어 갑니다.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선수 학습 보충(같은 수씩 뛰어 세기)]
목적: S02에서 뛰어 세기나 같은 수 더하기가 흔들리면, 수직선에서 같은 수씩 뛰어 세기를 다시 익힙니다.
시간: 약 5분
이렇게 말해 보세요
- “0에서 3칸씩 뛰어 볼까? 3, 6, 9, 12. 몇 번 뛰었어?”
- “이번에는 2씩 5번 뛰어 볼까? 어디에 닿아?”
정답
- 3씩 4번 뛰면 12, 2씩 5번 뛰면 10
막히면
- 바닥에 종이 15장을 깔고 직접 3칸씩 뛰어 보게 합니다. 바둑돌을 3개씩 놓으며 세어도 좋습니다.
주의
- 보충으로도 어려우면 바로 앞 차시 ‘덧셈과 뺄셈의 관계’(KR22-G02-MAT-ADDSUB-L01)까지 배운 덧셈을 다시 연습한 뒤 이 차시를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수와계산 · 6차시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곱셈의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곱셈의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곱셈의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곱셈의 뜻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개인지 빨리 세려면?</a:t>
            </a:r>
            <a:endParaRPr lang="ko-KR" sz="3200" dirty="0"/>
          </a:p>
        </p:txBody>
      </p:sp>
      <p:sp>
        <p:nvSpPr>
          <p:cNvPr id="4" name="S01-dot1"/>
          <p:cNvSpPr/>
          <p:nvPr/>
        </p:nvSpPr>
        <p:spPr>
          <a:xfrm>
            <a:off x="8748522" y="8618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9434322" y="8618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dot3"/>
          <p:cNvSpPr/>
          <p:nvPr/>
        </p:nvSpPr>
        <p:spPr>
          <a:xfrm>
            <a:off x="10120122" y="8618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8748522" y="15476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dot5"/>
          <p:cNvSpPr/>
          <p:nvPr/>
        </p:nvSpPr>
        <p:spPr>
          <a:xfrm>
            <a:off x="9434322" y="15476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10120122" y="15476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dot7"/>
          <p:cNvSpPr/>
          <p:nvPr/>
        </p:nvSpPr>
        <p:spPr>
          <a:xfrm>
            <a:off x="8748522" y="22334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9434322" y="22334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dot9"/>
          <p:cNvSpPr/>
          <p:nvPr/>
        </p:nvSpPr>
        <p:spPr>
          <a:xfrm>
            <a:off x="10120122" y="22334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1-dot10"/>
          <p:cNvSpPr/>
          <p:nvPr/>
        </p:nvSpPr>
        <p:spPr>
          <a:xfrm>
            <a:off x="8748522" y="29192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1-dot11"/>
          <p:cNvSpPr/>
          <p:nvPr/>
        </p:nvSpPr>
        <p:spPr>
          <a:xfrm>
            <a:off x="9434322" y="29192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1-dot12"/>
          <p:cNvSpPr/>
          <p:nvPr/>
        </p:nvSpPr>
        <p:spPr>
          <a:xfrm>
            <a:off x="10120122" y="29192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1-group13"/>
          <p:cNvSpPr/>
          <p:nvPr/>
        </p:nvSpPr>
        <p:spPr>
          <a:xfrm>
            <a:off x="8645652" y="768096"/>
            <a:ext cx="20025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7" name="S01-group14"/>
          <p:cNvSpPr/>
          <p:nvPr/>
        </p:nvSpPr>
        <p:spPr>
          <a:xfrm>
            <a:off x="8645652" y="1453896"/>
            <a:ext cx="20025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8" name="S01-group15"/>
          <p:cNvSpPr/>
          <p:nvPr/>
        </p:nvSpPr>
        <p:spPr>
          <a:xfrm>
            <a:off x="8645652" y="2139696"/>
            <a:ext cx="20025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1-group16"/>
          <p:cNvSpPr/>
          <p:nvPr/>
        </p:nvSpPr>
        <p:spPr>
          <a:xfrm>
            <a:off x="8645652" y="2825496"/>
            <a:ext cx="20025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1-figure17" descr="점 3개씩 4줄, 줄마다 묶음 표시"/>
          <p:cNvSpPr/>
          <p:nvPr/>
        </p:nvSpPr>
        <p:spPr>
          <a:xfrm>
            <a:off x="8618220" y="731520"/>
            <a:ext cx="205740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01-card18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2" name="S01-cardtext19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묶어 세고, 몇의 몇 배로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곱셈식으로 나타내요.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기억하기</a:t>
            </a:r>
            <a:endParaRPr lang="ko-KR" sz="4400" dirty="0"/>
          </a:p>
        </p:txBody>
      </p:sp>
      <p:sp>
        <p:nvSpPr>
          <p:cNvPr id="3" name="S02-chip2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21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 뛰어 세요: 2, 4, □, □</a:t>
            </a:r>
            <a:endParaRPr lang="ko-KR" sz="3200" dirty="0"/>
          </a:p>
        </p:txBody>
      </p:sp>
      <p:sp>
        <p:nvSpPr>
          <p:cNvPr id="5" name="S02-chip2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23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+ 5 + 5 = □</a:t>
            </a:r>
            <a:endParaRPr lang="ko-KR" sz="3600" dirty="0"/>
          </a:p>
        </p:txBody>
      </p:sp>
      <p:sp>
        <p:nvSpPr>
          <p:cNvPr id="7" name="S02-chip2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eqtext25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+ 3 + 3 + 3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묶어 세기</a:t>
            </a:r>
            <a:endParaRPr lang="ko-KR" sz="4400" dirty="0"/>
          </a:p>
        </p:txBody>
      </p:sp>
      <p:sp>
        <p:nvSpPr>
          <p:cNvPr id="3" name="S03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사과를 3개씩 묶었어요.</a:t>
            </a:r>
            <a:endParaRPr lang="ko-KR" sz="3200" dirty="0"/>
          </a:p>
        </p:txBody>
      </p:sp>
      <p:sp>
        <p:nvSpPr>
          <p:cNvPr id="4" name="S03-card27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8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12개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세는 것보다 빨라요.</a:t>
            </a:r>
            <a:endParaRPr lang="ko-KR" sz="3200" dirty="0"/>
          </a:p>
        </p:txBody>
      </p:sp>
      <p:sp>
        <p:nvSpPr>
          <p:cNvPr id="6" name="S03-dot29"/>
          <p:cNvSpPr/>
          <p:nvPr/>
        </p:nvSpPr>
        <p:spPr>
          <a:xfrm>
            <a:off x="2086365" y="2138676"/>
            <a:ext cx="414409" cy="41440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30"/>
          <p:cNvSpPr/>
          <p:nvPr/>
        </p:nvSpPr>
        <p:spPr>
          <a:xfrm>
            <a:off x="2754766" y="2138676"/>
            <a:ext cx="414409" cy="41440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dot31"/>
          <p:cNvSpPr/>
          <p:nvPr/>
        </p:nvSpPr>
        <p:spPr>
          <a:xfrm>
            <a:off x="3423167" y="2138676"/>
            <a:ext cx="414409" cy="41440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dot32"/>
          <p:cNvSpPr/>
          <p:nvPr/>
        </p:nvSpPr>
        <p:spPr>
          <a:xfrm>
            <a:off x="2086365" y="2807077"/>
            <a:ext cx="414409" cy="41440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dot33"/>
          <p:cNvSpPr/>
          <p:nvPr/>
        </p:nvSpPr>
        <p:spPr>
          <a:xfrm>
            <a:off x="2754766" y="2807077"/>
            <a:ext cx="414409" cy="41440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dot34"/>
          <p:cNvSpPr/>
          <p:nvPr/>
        </p:nvSpPr>
        <p:spPr>
          <a:xfrm>
            <a:off x="3423167" y="2807077"/>
            <a:ext cx="414409" cy="41440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dot35"/>
          <p:cNvSpPr/>
          <p:nvPr/>
        </p:nvSpPr>
        <p:spPr>
          <a:xfrm>
            <a:off x="2086365" y="3475478"/>
            <a:ext cx="414409" cy="41440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dot36"/>
          <p:cNvSpPr/>
          <p:nvPr/>
        </p:nvSpPr>
        <p:spPr>
          <a:xfrm>
            <a:off x="2754766" y="3475478"/>
            <a:ext cx="414409" cy="41440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dot37"/>
          <p:cNvSpPr/>
          <p:nvPr/>
        </p:nvSpPr>
        <p:spPr>
          <a:xfrm>
            <a:off x="3423167" y="3475478"/>
            <a:ext cx="414409" cy="41440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dot38"/>
          <p:cNvSpPr/>
          <p:nvPr/>
        </p:nvSpPr>
        <p:spPr>
          <a:xfrm>
            <a:off x="2086365" y="4143879"/>
            <a:ext cx="414409" cy="41440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dot39"/>
          <p:cNvSpPr/>
          <p:nvPr/>
        </p:nvSpPr>
        <p:spPr>
          <a:xfrm>
            <a:off x="2754766" y="4143879"/>
            <a:ext cx="414409" cy="41440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3-dot40"/>
          <p:cNvSpPr/>
          <p:nvPr/>
        </p:nvSpPr>
        <p:spPr>
          <a:xfrm>
            <a:off x="3423167" y="4143879"/>
            <a:ext cx="414409" cy="41440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group41"/>
          <p:cNvSpPr/>
          <p:nvPr/>
        </p:nvSpPr>
        <p:spPr>
          <a:xfrm>
            <a:off x="1986801" y="2048256"/>
            <a:ext cx="1950339" cy="595249"/>
          </a:xfrm>
          <a:prstGeom prst="roundRect">
            <a:avLst>
              <a:gd name="adj" fmla="val 1843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3-group42"/>
          <p:cNvSpPr/>
          <p:nvPr/>
        </p:nvSpPr>
        <p:spPr>
          <a:xfrm>
            <a:off x="1986801" y="2716657"/>
            <a:ext cx="1950339" cy="595249"/>
          </a:xfrm>
          <a:prstGeom prst="roundRect">
            <a:avLst>
              <a:gd name="adj" fmla="val 1843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3-group43"/>
          <p:cNvSpPr/>
          <p:nvPr/>
        </p:nvSpPr>
        <p:spPr>
          <a:xfrm>
            <a:off x="1986801" y="3385058"/>
            <a:ext cx="1950339" cy="595249"/>
          </a:xfrm>
          <a:prstGeom prst="roundRect">
            <a:avLst>
              <a:gd name="adj" fmla="val 1843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3-group44"/>
          <p:cNvSpPr/>
          <p:nvPr/>
        </p:nvSpPr>
        <p:spPr>
          <a:xfrm>
            <a:off x="1986801" y="4053459"/>
            <a:ext cx="1950339" cy="595249"/>
          </a:xfrm>
          <a:prstGeom prst="roundRect">
            <a:avLst>
              <a:gd name="adj" fmla="val 1843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2" name="S03-figure45" descr="점 3개씩 4줄, 줄마다 묶음 표시"/>
          <p:cNvSpPr/>
          <p:nvPr/>
        </p:nvSpPr>
        <p:spPr>
          <a:xfrm>
            <a:off x="1959369" y="2011680"/>
            <a:ext cx="2005203" cy="26736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03-card46"/>
          <p:cNvSpPr/>
          <p:nvPr/>
        </p:nvSpPr>
        <p:spPr>
          <a:xfrm>
            <a:off x="5741060" y="2365502"/>
            <a:ext cx="589925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4" name="S03-cardtext47"/>
          <p:cNvSpPr txBox="1"/>
          <p:nvPr/>
        </p:nvSpPr>
        <p:spPr>
          <a:xfrm>
            <a:off x="6015380" y="2502662"/>
            <a:ext cx="53506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3씩 4묶음</a:t>
            </a:r>
            <a:endParaRPr lang="ko-KR" sz="3200" dirty="0"/>
          </a:p>
        </p:txBody>
      </p:sp>
      <p:sp>
        <p:nvSpPr>
          <p:cNvPr id="25" name="S03-card48"/>
          <p:cNvSpPr/>
          <p:nvPr/>
        </p:nvSpPr>
        <p:spPr>
          <a:xfrm>
            <a:off x="5741060" y="3462782"/>
            <a:ext cx="589925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6" name="S03-cardtext49"/>
          <p:cNvSpPr txBox="1"/>
          <p:nvPr/>
        </p:nvSpPr>
        <p:spPr>
          <a:xfrm>
            <a:off x="6015380" y="3599942"/>
            <a:ext cx="53506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3, 6, 9, 12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몇의 몇 배</a:t>
            </a:r>
            <a:endParaRPr lang="ko-KR" sz="4400" dirty="0"/>
          </a:p>
        </p:txBody>
      </p:sp>
      <p:sp>
        <p:nvSpPr>
          <p:cNvPr id="3" name="S04-text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단추를 2개씩 묶었어요.</a:t>
            </a:r>
            <a:endParaRPr lang="ko-KR" sz="3200" dirty="0"/>
          </a:p>
        </p:txBody>
      </p:sp>
      <p:sp>
        <p:nvSpPr>
          <p:cNvPr id="4" name="S04-card51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52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2의 3배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 3묶음은 2의 3배예요.</a:t>
            </a:r>
            <a:endParaRPr lang="ko-KR" sz="3200" dirty="0"/>
          </a:p>
        </p:txBody>
      </p:sp>
      <p:sp>
        <p:nvSpPr>
          <p:cNvPr id="6" name="S04-dot53"/>
          <p:cNvSpPr/>
          <p:nvPr/>
        </p:nvSpPr>
        <p:spPr>
          <a:xfrm>
            <a:off x="2686050" y="28764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4-dot54"/>
          <p:cNvSpPr/>
          <p:nvPr/>
        </p:nvSpPr>
        <p:spPr>
          <a:xfrm>
            <a:off x="3371850" y="28764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4-group55"/>
          <p:cNvSpPr/>
          <p:nvPr/>
        </p:nvSpPr>
        <p:spPr>
          <a:xfrm>
            <a:off x="2583180" y="2782697"/>
            <a:ext cx="13167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9" name="S04-figure56" descr="점 2개 한 묶음"/>
          <p:cNvSpPr/>
          <p:nvPr/>
        </p:nvSpPr>
        <p:spPr>
          <a:xfrm>
            <a:off x="2555748" y="2746121"/>
            <a:ext cx="13716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04-label57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 1묶음</a:t>
            </a:r>
            <a:endParaRPr lang="ko-KR" sz="2600" dirty="0"/>
          </a:p>
        </p:txBody>
      </p:sp>
      <p:sp>
        <p:nvSpPr>
          <p:cNvPr id="11" name="S04-dot58"/>
          <p:cNvSpPr/>
          <p:nvPr/>
        </p:nvSpPr>
        <p:spPr>
          <a:xfrm>
            <a:off x="8391906" y="21906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4-dot59"/>
          <p:cNvSpPr/>
          <p:nvPr/>
        </p:nvSpPr>
        <p:spPr>
          <a:xfrm>
            <a:off x="9077706" y="21906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4-dot60"/>
          <p:cNvSpPr/>
          <p:nvPr/>
        </p:nvSpPr>
        <p:spPr>
          <a:xfrm>
            <a:off x="8391906" y="28764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4-dot61"/>
          <p:cNvSpPr/>
          <p:nvPr/>
        </p:nvSpPr>
        <p:spPr>
          <a:xfrm>
            <a:off x="9077706" y="28764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4-dot62"/>
          <p:cNvSpPr/>
          <p:nvPr/>
        </p:nvSpPr>
        <p:spPr>
          <a:xfrm>
            <a:off x="8391906" y="35622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4-dot63"/>
          <p:cNvSpPr/>
          <p:nvPr/>
        </p:nvSpPr>
        <p:spPr>
          <a:xfrm>
            <a:off x="9077706" y="35622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4-group64"/>
          <p:cNvSpPr/>
          <p:nvPr/>
        </p:nvSpPr>
        <p:spPr>
          <a:xfrm>
            <a:off x="8289036" y="2096897"/>
            <a:ext cx="13167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8" name="S04-group65"/>
          <p:cNvSpPr/>
          <p:nvPr/>
        </p:nvSpPr>
        <p:spPr>
          <a:xfrm>
            <a:off x="8289036" y="2782697"/>
            <a:ext cx="13167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4-group66"/>
          <p:cNvSpPr/>
          <p:nvPr/>
        </p:nvSpPr>
        <p:spPr>
          <a:xfrm>
            <a:off x="8289036" y="3468497"/>
            <a:ext cx="13167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4-figure67" descr="점 2개씩 3묶음"/>
          <p:cNvSpPr/>
          <p:nvPr/>
        </p:nvSpPr>
        <p:spPr>
          <a:xfrm>
            <a:off x="8261604" y="2060321"/>
            <a:ext cx="13716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04-label68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 3묶음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곱셈식으로 나타내요</a:t>
            </a:r>
            <a:endParaRPr lang="ko-KR" sz="4400" dirty="0"/>
          </a:p>
        </p:txBody>
      </p:sp>
      <p:sp>
        <p:nvSpPr>
          <p:cNvPr id="3" name="S05-card69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70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= 12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곱하기 4는 12와 같아요.</a:t>
            </a:r>
            <a:endParaRPr lang="ko-KR" sz="3200" dirty="0"/>
          </a:p>
        </p:txBody>
      </p:sp>
      <p:sp>
        <p:nvSpPr>
          <p:cNvPr id="5" name="S05-dot71"/>
          <p:cNvSpPr/>
          <p:nvPr/>
        </p:nvSpPr>
        <p:spPr>
          <a:xfrm>
            <a:off x="8864879" y="1764284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5-dot72"/>
          <p:cNvSpPr/>
          <p:nvPr/>
        </p:nvSpPr>
        <p:spPr>
          <a:xfrm>
            <a:off x="9550679" y="1764284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5-dot73"/>
          <p:cNvSpPr/>
          <p:nvPr/>
        </p:nvSpPr>
        <p:spPr>
          <a:xfrm>
            <a:off x="10236479" y="1764284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5-dot74"/>
          <p:cNvSpPr/>
          <p:nvPr/>
        </p:nvSpPr>
        <p:spPr>
          <a:xfrm>
            <a:off x="8864879" y="2450084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5-dot75"/>
          <p:cNvSpPr/>
          <p:nvPr/>
        </p:nvSpPr>
        <p:spPr>
          <a:xfrm>
            <a:off x="9550679" y="2450084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5-dot76"/>
          <p:cNvSpPr/>
          <p:nvPr/>
        </p:nvSpPr>
        <p:spPr>
          <a:xfrm>
            <a:off x="10236479" y="2450084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5-dot77"/>
          <p:cNvSpPr/>
          <p:nvPr/>
        </p:nvSpPr>
        <p:spPr>
          <a:xfrm>
            <a:off x="8864879" y="3135884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5-dot78"/>
          <p:cNvSpPr/>
          <p:nvPr/>
        </p:nvSpPr>
        <p:spPr>
          <a:xfrm>
            <a:off x="9550679" y="3135884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5-dot79"/>
          <p:cNvSpPr/>
          <p:nvPr/>
        </p:nvSpPr>
        <p:spPr>
          <a:xfrm>
            <a:off x="10236479" y="3135884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5-dot80"/>
          <p:cNvSpPr/>
          <p:nvPr/>
        </p:nvSpPr>
        <p:spPr>
          <a:xfrm>
            <a:off x="8864879" y="3821684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5-dot81"/>
          <p:cNvSpPr/>
          <p:nvPr/>
        </p:nvSpPr>
        <p:spPr>
          <a:xfrm>
            <a:off x="9550679" y="3821684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5-dot82"/>
          <p:cNvSpPr/>
          <p:nvPr/>
        </p:nvSpPr>
        <p:spPr>
          <a:xfrm>
            <a:off x="10236479" y="3821684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5-group83"/>
          <p:cNvSpPr/>
          <p:nvPr/>
        </p:nvSpPr>
        <p:spPr>
          <a:xfrm>
            <a:off x="8762009" y="1670558"/>
            <a:ext cx="20025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8" name="S05-group84"/>
          <p:cNvSpPr/>
          <p:nvPr/>
        </p:nvSpPr>
        <p:spPr>
          <a:xfrm>
            <a:off x="8762009" y="2356358"/>
            <a:ext cx="20025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5-group85"/>
          <p:cNvSpPr/>
          <p:nvPr/>
        </p:nvSpPr>
        <p:spPr>
          <a:xfrm>
            <a:off x="8762009" y="3042158"/>
            <a:ext cx="20025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5-group86"/>
          <p:cNvSpPr/>
          <p:nvPr/>
        </p:nvSpPr>
        <p:spPr>
          <a:xfrm>
            <a:off x="8762009" y="3727958"/>
            <a:ext cx="20025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5-figure87" descr="점 3개씩 4묶음"/>
          <p:cNvSpPr/>
          <p:nvPr/>
        </p:nvSpPr>
        <p:spPr>
          <a:xfrm>
            <a:off x="8734577" y="1633982"/>
            <a:ext cx="205740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5-stepno88"/>
          <p:cNvSpPr txBox="1"/>
          <p:nvPr/>
        </p:nvSpPr>
        <p:spPr>
          <a:xfrm>
            <a:off x="548640" y="201803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3" name="S05-text89"/>
          <p:cNvSpPr txBox="1"/>
          <p:nvPr/>
        </p:nvSpPr>
        <p:spPr>
          <a:xfrm>
            <a:off x="1325880" y="2018030"/>
            <a:ext cx="61946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3의 4배</a:t>
            </a:r>
            <a:endParaRPr lang="ko-KR" sz="3200" dirty="0"/>
          </a:p>
        </p:txBody>
      </p:sp>
      <p:sp>
        <p:nvSpPr>
          <p:cNvPr id="24" name="S05-stepno90"/>
          <p:cNvSpPr txBox="1"/>
          <p:nvPr/>
        </p:nvSpPr>
        <p:spPr>
          <a:xfrm>
            <a:off x="548640" y="273126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5" name="S05-text91"/>
          <p:cNvSpPr txBox="1"/>
          <p:nvPr/>
        </p:nvSpPr>
        <p:spPr>
          <a:xfrm>
            <a:off x="1325880" y="2731262"/>
            <a:ext cx="32664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덧셈식</a:t>
            </a:r>
            <a:endParaRPr lang="ko-KR" sz="3200" dirty="0"/>
          </a:p>
        </p:txBody>
      </p:sp>
      <p:sp>
        <p:nvSpPr>
          <p:cNvPr id="26" name="S05-eqtext92"/>
          <p:cNvSpPr txBox="1"/>
          <p:nvPr/>
        </p:nvSpPr>
        <p:spPr>
          <a:xfrm>
            <a:off x="4592309" y="2731262"/>
            <a:ext cx="29281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+ 3 + 3 + 3 = 12</a:t>
            </a:r>
            <a:endParaRPr lang="ko-KR" sz="2600" dirty="0"/>
          </a:p>
        </p:txBody>
      </p:sp>
      <p:sp>
        <p:nvSpPr>
          <p:cNvPr id="27" name="S05-stepno93"/>
          <p:cNvSpPr txBox="1"/>
          <p:nvPr/>
        </p:nvSpPr>
        <p:spPr>
          <a:xfrm>
            <a:off x="548640" y="344449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8" name="S05-text94"/>
          <p:cNvSpPr txBox="1"/>
          <p:nvPr/>
        </p:nvSpPr>
        <p:spPr>
          <a:xfrm>
            <a:off x="1325880" y="3444494"/>
            <a:ext cx="32664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</a:t>
            </a:r>
            <a:endParaRPr lang="ko-KR" sz="3200" dirty="0"/>
          </a:p>
        </p:txBody>
      </p:sp>
      <p:sp>
        <p:nvSpPr>
          <p:cNvPr id="29" name="S05-eqtext95"/>
          <p:cNvSpPr txBox="1"/>
          <p:nvPr/>
        </p:nvSpPr>
        <p:spPr>
          <a:xfrm>
            <a:off x="4592309" y="3444494"/>
            <a:ext cx="29281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= 12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몇의 몇 배일까요?</a:t>
            </a:r>
            <a:endParaRPr lang="ko-KR" sz="4400" dirty="0"/>
          </a:p>
        </p:txBody>
      </p:sp>
      <p:sp>
        <p:nvSpPr>
          <p:cNvPr id="3" name="S06-text9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몇씩 몇 묶음이에요? 몇의 몇 배예요?</a:t>
            </a:r>
            <a:endParaRPr lang="ko-KR" sz="3200" dirty="0"/>
          </a:p>
        </p:txBody>
      </p:sp>
      <p:sp>
        <p:nvSpPr>
          <p:cNvPr id="4" name="S06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묶음에 몇 개인지 먼저 세어요.</a:t>
            </a:r>
            <a:endParaRPr lang="ko-KR" sz="3200" dirty="0"/>
          </a:p>
        </p:txBody>
      </p:sp>
      <p:sp>
        <p:nvSpPr>
          <p:cNvPr id="6" name="S06-chip9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6-dot100"/>
          <p:cNvSpPr/>
          <p:nvPr/>
        </p:nvSpPr>
        <p:spPr>
          <a:xfrm>
            <a:off x="2320747" y="210433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6-dot101"/>
          <p:cNvSpPr/>
          <p:nvPr/>
        </p:nvSpPr>
        <p:spPr>
          <a:xfrm>
            <a:off x="2808427" y="210433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dot102"/>
          <p:cNvSpPr/>
          <p:nvPr/>
        </p:nvSpPr>
        <p:spPr>
          <a:xfrm>
            <a:off x="3296107" y="210433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dot103"/>
          <p:cNvSpPr/>
          <p:nvPr/>
        </p:nvSpPr>
        <p:spPr>
          <a:xfrm>
            <a:off x="3783787" y="210433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6-dot104"/>
          <p:cNvSpPr/>
          <p:nvPr/>
        </p:nvSpPr>
        <p:spPr>
          <a:xfrm>
            <a:off x="4271467" y="210433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6-dot105"/>
          <p:cNvSpPr/>
          <p:nvPr/>
        </p:nvSpPr>
        <p:spPr>
          <a:xfrm>
            <a:off x="2320747" y="259201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6-dot106"/>
          <p:cNvSpPr/>
          <p:nvPr/>
        </p:nvSpPr>
        <p:spPr>
          <a:xfrm>
            <a:off x="2808427" y="259201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6-dot107"/>
          <p:cNvSpPr/>
          <p:nvPr/>
        </p:nvSpPr>
        <p:spPr>
          <a:xfrm>
            <a:off x="3296107" y="259201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dot108"/>
          <p:cNvSpPr/>
          <p:nvPr/>
        </p:nvSpPr>
        <p:spPr>
          <a:xfrm>
            <a:off x="3783787" y="259201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dot109"/>
          <p:cNvSpPr/>
          <p:nvPr/>
        </p:nvSpPr>
        <p:spPr>
          <a:xfrm>
            <a:off x="4271467" y="259201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6-dot110"/>
          <p:cNvSpPr/>
          <p:nvPr/>
        </p:nvSpPr>
        <p:spPr>
          <a:xfrm>
            <a:off x="2320747" y="307969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6-dot111"/>
          <p:cNvSpPr/>
          <p:nvPr/>
        </p:nvSpPr>
        <p:spPr>
          <a:xfrm>
            <a:off x="2808427" y="307969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6-dot112"/>
          <p:cNvSpPr/>
          <p:nvPr/>
        </p:nvSpPr>
        <p:spPr>
          <a:xfrm>
            <a:off x="3296107" y="307969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6-dot113"/>
          <p:cNvSpPr/>
          <p:nvPr/>
        </p:nvSpPr>
        <p:spPr>
          <a:xfrm>
            <a:off x="3783787" y="307969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6-dot114"/>
          <p:cNvSpPr/>
          <p:nvPr/>
        </p:nvSpPr>
        <p:spPr>
          <a:xfrm>
            <a:off x="4271467" y="307969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6-group115"/>
          <p:cNvSpPr/>
          <p:nvPr/>
        </p:nvSpPr>
        <p:spPr>
          <a:xfrm>
            <a:off x="2255520" y="2048256"/>
            <a:ext cx="2383536" cy="414528"/>
          </a:xfrm>
          <a:prstGeom prst="roundRect">
            <a:avLst>
              <a:gd name="adj" fmla="val 264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3" name="S06-group116"/>
          <p:cNvSpPr/>
          <p:nvPr/>
        </p:nvSpPr>
        <p:spPr>
          <a:xfrm>
            <a:off x="2255520" y="2535936"/>
            <a:ext cx="2383536" cy="414528"/>
          </a:xfrm>
          <a:prstGeom prst="roundRect">
            <a:avLst>
              <a:gd name="adj" fmla="val 264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4" name="S06-group117"/>
          <p:cNvSpPr/>
          <p:nvPr/>
        </p:nvSpPr>
        <p:spPr>
          <a:xfrm>
            <a:off x="2255520" y="3023616"/>
            <a:ext cx="2383536" cy="414528"/>
          </a:xfrm>
          <a:prstGeom prst="roundRect">
            <a:avLst>
              <a:gd name="adj" fmla="val 264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5" name="S06-figure118" descr="점 5개씩 3묶음"/>
          <p:cNvSpPr/>
          <p:nvPr/>
        </p:nvSpPr>
        <p:spPr>
          <a:xfrm>
            <a:off x="2228088" y="2011680"/>
            <a:ext cx="243840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06-chip119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7" name="S06-dot120"/>
          <p:cNvSpPr/>
          <p:nvPr/>
        </p:nvSpPr>
        <p:spPr>
          <a:xfrm>
            <a:off x="8879738" y="208117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6-dot121"/>
          <p:cNvSpPr/>
          <p:nvPr/>
        </p:nvSpPr>
        <p:spPr>
          <a:xfrm>
            <a:off x="9245498" y="208117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6-dot122"/>
          <p:cNvSpPr/>
          <p:nvPr/>
        </p:nvSpPr>
        <p:spPr>
          <a:xfrm>
            <a:off x="8879738" y="244693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6-dot123"/>
          <p:cNvSpPr/>
          <p:nvPr/>
        </p:nvSpPr>
        <p:spPr>
          <a:xfrm>
            <a:off x="9245498" y="244693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6-dot124"/>
          <p:cNvSpPr/>
          <p:nvPr/>
        </p:nvSpPr>
        <p:spPr>
          <a:xfrm>
            <a:off x="8879738" y="281269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6-dot125"/>
          <p:cNvSpPr/>
          <p:nvPr/>
        </p:nvSpPr>
        <p:spPr>
          <a:xfrm>
            <a:off x="9245498" y="281269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6-dot126"/>
          <p:cNvSpPr/>
          <p:nvPr/>
        </p:nvSpPr>
        <p:spPr>
          <a:xfrm>
            <a:off x="8879738" y="317845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6-dot127"/>
          <p:cNvSpPr/>
          <p:nvPr/>
        </p:nvSpPr>
        <p:spPr>
          <a:xfrm>
            <a:off x="9245498" y="317845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6-group128"/>
          <p:cNvSpPr/>
          <p:nvPr/>
        </p:nvSpPr>
        <p:spPr>
          <a:xfrm>
            <a:off x="8837676" y="2048256"/>
            <a:ext cx="676656" cy="292608"/>
          </a:xfrm>
          <a:prstGeom prst="roundRect">
            <a:avLst>
              <a:gd name="adj" fmla="val 375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6" name="S06-group129"/>
          <p:cNvSpPr/>
          <p:nvPr/>
        </p:nvSpPr>
        <p:spPr>
          <a:xfrm>
            <a:off x="8837676" y="2414016"/>
            <a:ext cx="676656" cy="292608"/>
          </a:xfrm>
          <a:prstGeom prst="roundRect">
            <a:avLst>
              <a:gd name="adj" fmla="val 375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7" name="S06-group130"/>
          <p:cNvSpPr/>
          <p:nvPr/>
        </p:nvSpPr>
        <p:spPr>
          <a:xfrm>
            <a:off x="8837676" y="2779776"/>
            <a:ext cx="676656" cy="292608"/>
          </a:xfrm>
          <a:prstGeom prst="roundRect">
            <a:avLst>
              <a:gd name="adj" fmla="val 375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8" name="S06-group131"/>
          <p:cNvSpPr/>
          <p:nvPr/>
        </p:nvSpPr>
        <p:spPr>
          <a:xfrm>
            <a:off x="8837676" y="3145536"/>
            <a:ext cx="676656" cy="292608"/>
          </a:xfrm>
          <a:prstGeom prst="roundRect">
            <a:avLst>
              <a:gd name="adj" fmla="val 375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9" name="S06-figure132" descr="점 2개씩 4묶음"/>
          <p:cNvSpPr/>
          <p:nvPr/>
        </p:nvSpPr>
        <p:spPr>
          <a:xfrm>
            <a:off x="8810244" y="2011680"/>
            <a:ext cx="73152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06-chip133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41" name="S06-dot134"/>
          <p:cNvSpPr/>
          <p:nvPr/>
        </p:nvSpPr>
        <p:spPr>
          <a:xfrm>
            <a:off x="1520190" y="38336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06-dot135"/>
          <p:cNvSpPr/>
          <p:nvPr/>
        </p:nvSpPr>
        <p:spPr>
          <a:xfrm>
            <a:off x="2205990" y="38336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06-dot136"/>
          <p:cNvSpPr/>
          <p:nvPr/>
        </p:nvSpPr>
        <p:spPr>
          <a:xfrm>
            <a:off x="2891790" y="38336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06-dot137"/>
          <p:cNvSpPr/>
          <p:nvPr/>
        </p:nvSpPr>
        <p:spPr>
          <a:xfrm>
            <a:off x="3577590" y="38336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06-dot138"/>
          <p:cNvSpPr/>
          <p:nvPr/>
        </p:nvSpPr>
        <p:spPr>
          <a:xfrm>
            <a:off x="4263390" y="38336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06-dot139"/>
          <p:cNvSpPr/>
          <p:nvPr/>
        </p:nvSpPr>
        <p:spPr>
          <a:xfrm>
            <a:off x="4949190" y="38336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06-dot140"/>
          <p:cNvSpPr/>
          <p:nvPr/>
        </p:nvSpPr>
        <p:spPr>
          <a:xfrm>
            <a:off x="1520190" y="45194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06-dot141"/>
          <p:cNvSpPr/>
          <p:nvPr/>
        </p:nvSpPr>
        <p:spPr>
          <a:xfrm>
            <a:off x="2205990" y="45194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06-dot142"/>
          <p:cNvSpPr/>
          <p:nvPr/>
        </p:nvSpPr>
        <p:spPr>
          <a:xfrm>
            <a:off x="2891790" y="45194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06-dot143"/>
          <p:cNvSpPr/>
          <p:nvPr/>
        </p:nvSpPr>
        <p:spPr>
          <a:xfrm>
            <a:off x="3577590" y="45194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06-dot144"/>
          <p:cNvSpPr/>
          <p:nvPr/>
        </p:nvSpPr>
        <p:spPr>
          <a:xfrm>
            <a:off x="4263390" y="45194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06-dot145"/>
          <p:cNvSpPr/>
          <p:nvPr/>
        </p:nvSpPr>
        <p:spPr>
          <a:xfrm>
            <a:off x="4949190" y="45194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06-group146"/>
          <p:cNvSpPr/>
          <p:nvPr/>
        </p:nvSpPr>
        <p:spPr>
          <a:xfrm>
            <a:off x="1417320" y="3739896"/>
            <a:ext cx="40599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4" name="S06-group147"/>
          <p:cNvSpPr/>
          <p:nvPr/>
        </p:nvSpPr>
        <p:spPr>
          <a:xfrm>
            <a:off x="1417320" y="4425696"/>
            <a:ext cx="40599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5" name="S06-figure148" descr="점 6개씩 2묶음"/>
          <p:cNvSpPr/>
          <p:nvPr/>
        </p:nvSpPr>
        <p:spPr>
          <a:xfrm>
            <a:off x="1389888" y="3703320"/>
            <a:ext cx="41148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06-chip149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57" name="S06-dot150"/>
          <p:cNvSpPr/>
          <p:nvPr/>
        </p:nvSpPr>
        <p:spPr>
          <a:xfrm>
            <a:off x="8537143" y="375025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06-dot151"/>
          <p:cNvSpPr/>
          <p:nvPr/>
        </p:nvSpPr>
        <p:spPr>
          <a:xfrm>
            <a:off x="9024823" y="375025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9" name="S06-dot152"/>
          <p:cNvSpPr/>
          <p:nvPr/>
        </p:nvSpPr>
        <p:spPr>
          <a:xfrm>
            <a:off x="9512503" y="375025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0" name="S06-dot153"/>
          <p:cNvSpPr/>
          <p:nvPr/>
        </p:nvSpPr>
        <p:spPr>
          <a:xfrm>
            <a:off x="8537143" y="423793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1" name="S06-dot154"/>
          <p:cNvSpPr/>
          <p:nvPr/>
        </p:nvSpPr>
        <p:spPr>
          <a:xfrm>
            <a:off x="9024823" y="423793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2" name="S06-dot155"/>
          <p:cNvSpPr/>
          <p:nvPr/>
        </p:nvSpPr>
        <p:spPr>
          <a:xfrm>
            <a:off x="9512503" y="423793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3" name="S06-dot156"/>
          <p:cNvSpPr/>
          <p:nvPr/>
        </p:nvSpPr>
        <p:spPr>
          <a:xfrm>
            <a:off x="8537143" y="472561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4" name="S06-dot157"/>
          <p:cNvSpPr/>
          <p:nvPr/>
        </p:nvSpPr>
        <p:spPr>
          <a:xfrm>
            <a:off x="9024823" y="472561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5" name="S06-dot158"/>
          <p:cNvSpPr/>
          <p:nvPr/>
        </p:nvSpPr>
        <p:spPr>
          <a:xfrm>
            <a:off x="9512503" y="472561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6" name="S06-group159"/>
          <p:cNvSpPr/>
          <p:nvPr/>
        </p:nvSpPr>
        <p:spPr>
          <a:xfrm>
            <a:off x="8471916" y="3694176"/>
            <a:ext cx="1408176" cy="414528"/>
          </a:xfrm>
          <a:prstGeom prst="roundRect">
            <a:avLst>
              <a:gd name="adj" fmla="val 264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7" name="S06-group160"/>
          <p:cNvSpPr/>
          <p:nvPr/>
        </p:nvSpPr>
        <p:spPr>
          <a:xfrm>
            <a:off x="8471916" y="4181856"/>
            <a:ext cx="1408176" cy="414528"/>
          </a:xfrm>
          <a:prstGeom prst="roundRect">
            <a:avLst>
              <a:gd name="adj" fmla="val 264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8" name="S06-group161"/>
          <p:cNvSpPr/>
          <p:nvPr/>
        </p:nvSpPr>
        <p:spPr>
          <a:xfrm>
            <a:off x="8471916" y="4669536"/>
            <a:ext cx="1408176" cy="414528"/>
          </a:xfrm>
          <a:prstGeom prst="roundRect">
            <a:avLst>
              <a:gd name="adj" fmla="val 264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9" name="S06-figure162" descr="점 3개씩 3묶음"/>
          <p:cNvSpPr/>
          <p:nvPr/>
        </p:nvSpPr>
        <p:spPr>
          <a:xfrm>
            <a:off x="8444484" y="3657600"/>
            <a:ext cx="146304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7-card16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6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3의 4배는 얼마일까요?</a:t>
            </a:r>
            <a:endParaRPr lang="ko-KR" sz="3200" dirty="0"/>
          </a:p>
        </p:txBody>
      </p:sp>
      <p:sp>
        <p:nvSpPr>
          <p:cNvPr id="5" name="S07-card1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7-chip16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7</a:t>
            </a:r>
            <a:endParaRPr lang="ko-KR" sz="2600" dirty="0"/>
          </a:p>
        </p:txBody>
      </p:sp>
      <p:sp>
        <p:nvSpPr>
          <p:cNvPr id="8" name="S07-text16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+ 4 = 7</a:t>
            </a:r>
            <a:endParaRPr lang="ko-KR" sz="3200" dirty="0"/>
          </a:p>
        </p:txBody>
      </p:sp>
      <p:sp>
        <p:nvSpPr>
          <p:cNvPr id="9" name="S07-chip16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12</a:t>
            </a:r>
            <a:endParaRPr lang="ko-KR" sz="2600" dirty="0"/>
          </a:p>
        </p:txBody>
      </p:sp>
      <p:sp>
        <p:nvSpPr>
          <p:cNvPr id="10" name="S07-text17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+ 3 + 3 + 3 = 12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식으로 나타내요</a:t>
            </a:r>
            <a:endParaRPr lang="ko-KR" sz="4400" dirty="0"/>
          </a:p>
        </p:txBody>
      </p:sp>
      <p:sp>
        <p:nvSpPr>
          <p:cNvPr id="3" name="S08-text1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덧셈식과 곱셈식으로 나타내요.</a:t>
            </a:r>
            <a:endParaRPr lang="ko-KR" sz="3200" dirty="0"/>
          </a:p>
        </p:txBody>
      </p:sp>
      <p:sp>
        <p:nvSpPr>
          <p:cNvPr id="4" name="S08-card1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1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■의 ▲배는 ■ × ▲로 써요.</a:t>
            </a:r>
            <a:endParaRPr lang="ko-KR" sz="3200" dirty="0"/>
          </a:p>
        </p:txBody>
      </p:sp>
      <p:sp>
        <p:nvSpPr>
          <p:cNvPr id="6" name="S08-chip17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8-dot175"/>
          <p:cNvSpPr/>
          <p:nvPr/>
        </p:nvSpPr>
        <p:spPr>
          <a:xfrm>
            <a:off x="2391156" y="20985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8-dot176"/>
          <p:cNvSpPr/>
          <p:nvPr/>
        </p:nvSpPr>
        <p:spPr>
          <a:xfrm>
            <a:off x="2848356" y="20985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8-dot177"/>
          <p:cNvSpPr/>
          <p:nvPr/>
        </p:nvSpPr>
        <p:spPr>
          <a:xfrm>
            <a:off x="3305556" y="20985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8-dot178"/>
          <p:cNvSpPr/>
          <p:nvPr/>
        </p:nvSpPr>
        <p:spPr>
          <a:xfrm>
            <a:off x="3762756" y="20985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8-dot179"/>
          <p:cNvSpPr/>
          <p:nvPr/>
        </p:nvSpPr>
        <p:spPr>
          <a:xfrm>
            <a:off x="4219956" y="20985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8-dot180"/>
          <p:cNvSpPr/>
          <p:nvPr/>
        </p:nvSpPr>
        <p:spPr>
          <a:xfrm>
            <a:off x="2391156" y="25557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8-dot181"/>
          <p:cNvSpPr/>
          <p:nvPr/>
        </p:nvSpPr>
        <p:spPr>
          <a:xfrm>
            <a:off x="2848356" y="25557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8-dot182"/>
          <p:cNvSpPr/>
          <p:nvPr/>
        </p:nvSpPr>
        <p:spPr>
          <a:xfrm>
            <a:off x="3305556" y="25557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8-dot183"/>
          <p:cNvSpPr/>
          <p:nvPr/>
        </p:nvSpPr>
        <p:spPr>
          <a:xfrm>
            <a:off x="3762756" y="25557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8-dot184"/>
          <p:cNvSpPr/>
          <p:nvPr/>
        </p:nvSpPr>
        <p:spPr>
          <a:xfrm>
            <a:off x="4219956" y="25557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8-group185"/>
          <p:cNvSpPr/>
          <p:nvPr/>
        </p:nvSpPr>
        <p:spPr>
          <a:xfrm>
            <a:off x="2331720" y="2048256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8" name="S08-group186"/>
          <p:cNvSpPr/>
          <p:nvPr/>
        </p:nvSpPr>
        <p:spPr>
          <a:xfrm>
            <a:off x="2331720" y="2505456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8-figure187" descr="점 5개씩 2묶음"/>
          <p:cNvSpPr/>
          <p:nvPr/>
        </p:nvSpPr>
        <p:spPr>
          <a:xfrm>
            <a:off x="2304288" y="2011680"/>
            <a:ext cx="22860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08-chip18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1" name="S08-text18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4의 3배</a:t>
            </a:r>
            <a:endParaRPr lang="ko-KR" sz="3200" dirty="0"/>
          </a:p>
        </p:txBody>
      </p:sp>
      <p:sp>
        <p:nvSpPr>
          <p:cNvPr id="22" name="S08-chip19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3" name="S08-eqtext19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+ 2 + 2 + 2 + 2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9-text1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곱셈식을 읽어요.</a:t>
            </a:r>
            <a:endParaRPr lang="ko-KR" sz="3200" dirty="0"/>
          </a:p>
        </p:txBody>
      </p:sp>
      <p:sp>
        <p:nvSpPr>
          <p:cNvPr id="4" name="S09-chip19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9-dot194"/>
          <p:cNvSpPr/>
          <p:nvPr/>
        </p:nvSpPr>
        <p:spPr>
          <a:xfrm>
            <a:off x="2602382" y="208117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9-dot195"/>
          <p:cNvSpPr/>
          <p:nvPr/>
        </p:nvSpPr>
        <p:spPr>
          <a:xfrm>
            <a:off x="2968142" y="208117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9-dot196"/>
          <p:cNvSpPr/>
          <p:nvPr/>
        </p:nvSpPr>
        <p:spPr>
          <a:xfrm>
            <a:off x="3333902" y="208117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9-dot197"/>
          <p:cNvSpPr/>
          <p:nvPr/>
        </p:nvSpPr>
        <p:spPr>
          <a:xfrm>
            <a:off x="3699662" y="208117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9-dot198"/>
          <p:cNvSpPr/>
          <p:nvPr/>
        </p:nvSpPr>
        <p:spPr>
          <a:xfrm>
            <a:off x="4065422" y="208117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9-dot199"/>
          <p:cNvSpPr/>
          <p:nvPr/>
        </p:nvSpPr>
        <p:spPr>
          <a:xfrm>
            <a:off x="2602382" y="244693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9-dot200"/>
          <p:cNvSpPr/>
          <p:nvPr/>
        </p:nvSpPr>
        <p:spPr>
          <a:xfrm>
            <a:off x="2968142" y="244693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9-dot201"/>
          <p:cNvSpPr/>
          <p:nvPr/>
        </p:nvSpPr>
        <p:spPr>
          <a:xfrm>
            <a:off x="3333902" y="244693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9-dot202"/>
          <p:cNvSpPr/>
          <p:nvPr/>
        </p:nvSpPr>
        <p:spPr>
          <a:xfrm>
            <a:off x="3699662" y="244693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9-dot203"/>
          <p:cNvSpPr/>
          <p:nvPr/>
        </p:nvSpPr>
        <p:spPr>
          <a:xfrm>
            <a:off x="4065422" y="244693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9-dot204"/>
          <p:cNvSpPr/>
          <p:nvPr/>
        </p:nvSpPr>
        <p:spPr>
          <a:xfrm>
            <a:off x="2602382" y="281269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9-dot205"/>
          <p:cNvSpPr/>
          <p:nvPr/>
        </p:nvSpPr>
        <p:spPr>
          <a:xfrm>
            <a:off x="2968142" y="281269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9-dot206"/>
          <p:cNvSpPr/>
          <p:nvPr/>
        </p:nvSpPr>
        <p:spPr>
          <a:xfrm>
            <a:off x="3333902" y="281269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9-dot207"/>
          <p:cNvSpPr/>
          <p:nvPr/>
        </p:nvSpPr>
        <p:spPr>
          <a:xfrm>
            <a:off x="3699662" y="281269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9-dot208"/>
          <p:cNvSpPr/>
          <p:nvPr/>
        </p:nvSpPr>
        <p:spPr>
          <a:xfrm>
            <a:off x="4065422" y="281269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9-dot209"/>
          <p:cNvSpPr/>
          <p:nvPr/>
        </p:nvSpPr>
        <p:spPr>
          <a:xfrm>
            <a:off x="2602382" y="317845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9-dot210"/>
          <p:cNvSpPr/>
          <p:nvPr/>
        </p:nvSpPr>
        <p:spPr>
          <a:xfrm>
            <a:off x="2968142" y="317845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9-dot211"/>
          <p:cNvSpPr/>
          <p:nvPr/>
        </p:nvSpPr>
        <p:spPr>
          <a:xfrm>
            <a:off x="3333902" y="317845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9-dot212"/>
          <p:cNvSpPr/>
          <p:nvPr/>
        </p:nvSpPr>
        <p:spPr>
          <a:xfrm>
            <a:off x="3699662" y="317845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9-dot213"/>
          <p:cNvSpPr/>
          <p:nvPr/>
        </p:nvSpPr>
        <p:spPr>
          <a:xfrm>
            <a:off x="4065422" y="317845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9-group214"/>
          <p:cNvSpPr/>
          <p:nvPr/>
        </p:nvSpPr>
        <p:spPr>
          <a:xfrm>
            <a:off x="2560320" y="2048256"/>
            <a:ext cx="1773936" cy="292608"/>
          </a:xfrm>
          <a:prstGeom prst="roundRect">
            <a:avLst>
              <a:gd name="adj" fmla="val 375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6" name="S09-group215"/>
          <p:cNvSpPr/>
          <p:nvPr/>
        </p:nvSpPr>
        <p:spPr>
          <a:xfrm>
            <a:off x="2560320" y="2414016"/>
            <a:ext cx="1773936" cy="292608"/>
          </a:xfrm>
          <a:prstGeom prst="roundRect">
            <a:avLst>
              <a:gd name="adj" fmla="val 375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09-group216"/>
          <p:cNvSpPr/>
          <p:nvPr/>
        </p:nvSpPr>
        <p:spPr>
          <a:xfrm>
            <a:off x="2560320" y="2779776"/>
            <a:ext cx="1773936" cy="292608"/>
          </a:xfrm>
          <a:prstGeom prst="roundRect">
            <a:avLst>
              <a:gd name="adj" fmla="val 375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09-group217"/>
          <p:cNvSpPr/>
          <p:nvPr/>
        </p:nvSpPr>
        <p:spPr>
          <a:xfrm>
            <a:off x="2560320" y="3145536"/>
            <a:ext cx="1773936" cy="292608"/>
          </a:xfrm>
          <a:prstGeom prst="roundRect">
            <a:avLst>
              <a:gd name="adj" fmla="val 375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9" name="S09-figure218" descr="점 5개씩 4묶음"/>
          <p:cNvSpPr/>
          <p:nvPr/>
        </p:nvSpPr>
        <p:spPr>
          <a:xfrm>
            <a:off x="2532888" y="2011680"/>
            <a:ext cx="182880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09-chip219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1" name="S09-text220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6의 3배를 곱셈식으로</a:t>
            </a:r>
            <a:endParaRPr lang="ko-KR" sz="3200" dirty="0"/>
          </a:p>
        </p:txBody>
      </p:sp>
      <p:sp>
        <p:nvSpPr>
          <p:cNvPr id="32" name="S09-chip221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33" name="S09-text222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+ 7을 곱셈식으로</a:t>
            </a:r>
            <a:endParaRPr lang="ko-KR" sz="3200" dirty="0"/>
          </a:p>
        </p:txBody>
      </p:sp>
      <p:sp>
        <p:nvSpPr>
          <p:cNvPr id="34" name="S09-chip223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35" name="S09-eqtext224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5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0-card225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226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바둑돌을 컵에 나누어 담아 다시 해 보게 하세요.</a:t>
            </a:r>
            <a:endParaRPr lang="ko-KR" sz="3200" dirty="0"/>
          </a:p>
        </p:txBody>
      </p:sp>
      <p:sp>
        <p:nvSpPr>
          <p:cNvPr id="5" name="S10-chip22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0-text228"/>
          <p:cNvSpPr txBox="1"/>
          <p:nvPr/>
        </p:nvSpPr>
        <p:spPr>
          <a:xfrm>
            <a:off x="548640" y="2057400"/>
            <a:ext cx="2681478" cy="54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5 × 4 = 20</a:t>
            </a:r>
            <a:endParaRPr lang="ko-KR" sz="3200" dirty="0"/>
          </a:p>
        </p:txBody>
      </p:sp>
      <p:sp>
        <p:nvSpPr>
          <p:cNvPr id="7" name="S10-text229"/>
          <p:cNvSpPr txBox="1"/>
          <p:nvPr/>
        </p:nvSpPr>
        <p:spPr>
          <a:xfrm>
            <a:off x="3367278" y="2057400"/>
            <a:ext cx="2544318" cy="54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5의 4배</a:t>
            </a:r>
            <a:endParaRPr lang="ko-KR" sz="2600" dirty="0"/>
          </a:p>
        </p:txBody>
      </p:sp>
      <p:sp>
        <p:nvSpPr>
          <p:cNvPr id="8" name="S10-text230"/>
          <p:cNvSpPr txBox="1"/>
          <p:nvPr/>
        </p:nvSpPr>
        <p:spPr>
          <a:xfrm>
            <a:off x="548640" y="2744470"/>
            <a:ext cx="2681478" cy="54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 × 3 = 18</a:t>
            </a:r>
            <a:endParaRPr lang="ko-KR" sz="3200" dirty="0"/>
          </a:p>
        </p:txBody>
      </p:sp>
      <p:sp>
        <p:nvSpPr>
          <p:cNvPr id="9" name="S10-text231"/>
          <p:cNvSpPr txBox="1"/>
          <p:nvPr/>
        </p:nvSpPr>
        <p:spPr>
          <a:xfrm>
            <a:off x="3367278" y="2744470"/>
            <a:ext cx="2544318" cy="54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6을 3번</a:t>
            </a:r>
            <a:endParaRPr lang="ko-KR" sz="2600" dirty="0"/>
          </a:p>
        </p:txBody>
      </p:sp>
      <p:sp>
        <p:nvSpPr>
          <p:cNvPr id="10" name="S10-text232"/>
          <p:cNvSpPr txBox="1"/>
          <p:nvPr/>
        </p:nvSpPr>
        <p:spPr>
          <a:xfrm>
            <a:off x="548640" y="3431540"/>
            <a:ext cx="2681478" cy="54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7 × 2 = 14</a:t>
            </a:r>
            <a:endParaRPr lang="ko-KR" sz="3200" dirty="0"/>
          </a:p>
        </p:txBody>
      </p:sp>
      <p:sp>
        <p:nvSpPr>
          <p:cNvPr id="11" name="S10-text233"/>
          <p:cNvSpPr txBox="1"/>
          <p:nvPr/>
        </p:nvSpPr>
        <p:spPr>
          <a:xfrm>
            <a:off x="3367278" y="3431540"/>
            <a:ext cx="2544318" cy="54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7을 2번</a:t>
            </a:r>
            <a:endParaRPr lang="ko-KR" sz="2600" dirty="0"/>
          </a:p>
        </p:txBody>
      </p:sp>
      <p:sp>
        <p:nvSpPr>
          <p:cNvPr id="12" name="S10-text234"/>
          <p:cNvSpPr txBox="1"/>
          <p:nvPr/>
        </p:nvSpPr>
        <p:spPr>
          <a:xfrm>
            <a:off x="548640" y="4118610"/>
            <a:ext cx="2681478" cy="54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15</a:t>
            </a:r>
            <a:endParaRPr lang="ko-KR" sz="3200" dirty="0"/>
          </a:p>
        </p:txBody>
      </p:sp>
      <p:sp>
        <p:nvSpPr>
          <p:cNvPr id="13" name="S10-text235"/>
          <p:cNvSpPr txBox="1"/>
          <p:nvPr/>
        </p:nvSpPr>
        <p:spPr>
          <a:xfrm>
            <a:off x="3367278" y="4118610"/>
            <a:ext cx="2544318" cy="54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3을 5번</a:t>
            </a:r>
            <a:endParaRPr lang="ko-KR" sz="2600" dirty="0"/>
          </a:p>
        </p:txBody>
      </p:sp>
      <p:sp>
        <p:nvSpPr>
          <p:cNvPr id="14" name="S10-chip236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5" name="S10-text237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8</a:t>
            </a:r>
            <a:endParaRPr lang="ko-KR" sz="3200" dirty="0"/>
          </a:p>
        </p:txBody>
      </p:sp>
      <p:sp>
        <p:nvSpPr>
          <p:cNvPr id="16" name="S10-text238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+ 5를 함</a:t>
            </a:r>
            <a:endParaRPr lang="ko-KR" sz="2600" dirty="0"/>
          </a:p>
        </p:txBody>
      </p:sp>
      <p:sp>
        <p:nvSpPr>
          <p:cNvPr id="17" name="S10-text239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 × 5</a:t>
            </a:r>
            <a:endParaRPr lang="ko-KR" sz="3200" dirty="0"/>
          </a:p>
        </p:txBody>
      </p:sp>
      <p:sp>
        <p:nvSpPr>
          <p:cNvPr id="18" name="S10-text240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수를 앞에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2의 4배는 어느 것?</a:t>
            </a:r>
            <a:endParaRPr lang="ko-KR" sz="4400" dirty="0"/>
          </a:p>
        </p:txBody>
      </p:sp>
      <p:sp>
        <p:nvSpPr>
          <p:cNvPr id="3" name="S11-card2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2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곱셈식으로 말해요.</a:t>
            </a:r>
            <a:endParaRPr lang="ko-KR" sz="3200" dirty="0"/>
          </a:p>
        </p:txBody>
      </p:sp>
      <p:sp>
        <p:nvSpPr>
          <p:cNvPr id="5" name="S11-chip243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1-dot244"/>
          <p:cNvSpPr/>
          <p:nvPr/>
        </p:nvSpPr>
        <p:spPr>
          <a:xfrm>
            <a:off x="1199540" y="309387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1-dot245"/>
          <p:cNvSpPr/>
          <p:nvPr/>
        </p:nvSpPr>
        <p:spPr>
          <a:xfrm>
            <a:off x="1793900" y="309387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1-dot246"/>
          <p:cNvSpPr/>
          <p:nvPr/>
        </p:nvSpPr>
        <p:spPr>
          <a:xfrm>
            <a:off x="2388260" y="309387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1-dot247"/>
          <p:cNvSpPr/>
          <p:nvPr/>
        </p:nvSpPr>
        <p:spPr>
          <a:xfrm>
            <a:off x="2982620" y="309387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1-dot248"/>
          <p:cNvSpPr/>
          <p:nvPr/>
        </p:nvSpPr>
        <p:spPr>
          <a:xfrm>
            <a:off x="1199540" y="368823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1-dot249"/>
          <p:cNvSpPr/>
          <p:nvPr/>
        </p:nvSpPr>
        <p:spPr>
          <a:xfrm>
            <a:off x="1793900" y="368823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1-dot250"/>
          <p:cNvSpPr/>
          <p:nvPr/>
        </p:nvSpPr>
        <p:spPr>
          <a:xfrm>
            <a:off x="2388260" y="368823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1-dot251"/>
          <p:cNvSpPr/>
          <p:nvPr/>
        </p:nvSpPr>
        <p:spPr>
          <a:xfrm>
            <a:off x="2982620" y="368823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1-group252"/>
          <p:cNvSpPr/>
          <p:nvPr/>
        </p:nvSpPr>
        <p:spPr>
          <a:xfrm>
            <a:off x="1114044" y="3017520"/>
            <a:ext cx="2322576" cy="521208"/>
          </a:xfrm>
          <a:prstGeom prst="roundRect">
            <a:avLst>
              <a:gd name="adj" fmla="val 2105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5" name="S11-group253"/>
          <p:cNvSpPr/>
          <p:nvPr/>
        </p:nvSpPr>
        <p:spPr>
          <a:xfrm>
            <a:off x="1114044" y="3611880"/>
            <a:ext cx="2322576" cy="521208"/>
          </a:xfrm>
          <a:prstGeom prst="roundRect">
            <a:avLst>
              <a:gd name="adj" fmla="val 2105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6" name="S11-figure254" descr="점 4개씩 2묶음"/>
          <p:cNvSpPr/>
          <p:nvPr/>
        </p:nvSpPr>
        <p:spPr>
          <a:xfrm>
            <a:off x="1086612" y="2980944"/>
            <a:ext cx="2377440" cy="1188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11-chip255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8" name="S11-dot256"/>
          <p:cNvSpPr/>
          <p:nvPr/>
        </p:nvSpPr>
        <p:spPr>
          <a:xfrm>
            <a:off x="5613044" y="249951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1-dot257"/>
          <p:cNvSpPr/>
          <p:nvPr/>
        </p:nvSpPr>
        <p:spPr>
          <a:xfrm>
            <a:off x="6207404" y="249951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1-dot258"/>
          <p:cNvSpPr/>
          <p:nvPr/>
        </p:nvSpPr>
        <p:spPr>
          <a:xfrm>
            <a:off x="5613044" y="309387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1-dot259"/>
          <p:cNvSpPr/>
          <p:nvPr/>
        </p:nvSpPr>
        <p:spPr>
          <a:xfrm>
            <a:off x="6207404" y="309387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1-dot260"/>
          <p:cNvSpPr/>
          <p:nvPr/>
        </p:nvSpPr>
        <p:spPr>
          <a:xfrm>
            <a:off x="5613044" y="368823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11-dot261"/>
          <p:cNvSpPr/>
          <p:nvPr/>
        </p:nvSpPr>
        <p:spPr>
          <a:xfrm>
            <a:off x="6207404" y="368823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1-dot262"/>
          <p:cNvSpPr/>
          <p:nvPr/>
        </p:nvSpPr>
        <p:spPr>
          <a:xfrm>
            <a:off x="5613044" y="428259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11-dot263"/>
          <p:cNvSpPr/>
          <p:nvPr/>
        </p:nvSpPr>
        <p:spPr>
          <a:xfrm>
            <a:off x="6207404" y="428259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11-group264"/>
          <p:cNvSpPr/>
          <p:nvPr/>
        </p:nvSpPr>
        <p:spPr>
          <a:xfrm>
            <a:off x="5527548" y="2423160"/>
            <a:ext cx="1133856" cy="521208"/>
          </a:xfrm>
          <a:prstGeom prst="roundRect">
            <a:avLst>
              <a:gd name="adj" fmla="val 2105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11-group265"/>
          <p:cNvSpPr/>
          <p:nvPr/>
        </p:nvSpPr>
        <p:spPr>
          <a:xfrm>
            <a:off x="5527548" y="3017520"/>
            <a:ext cx="1133856" cy="521208"/>
          </a:xfrm>
          <a:prstGeom prst="roundRect">
            <a:avLst>
              <a:gd name="adj" fmla="val 2105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11-group266"/>
          <p:cNvSpPr/>
          <p:nvPr/>
        </p:nvSpPr>
        <p:spPr>
          <a:xfrm>
            <a:off x="5527548" y="3611880"/>
            <a:ext cx="1133856" cy="521208"/>
          </a:xfrm>
          <a:prstGeom prst="roundRect">
            <a:avLst>
              <a:gd name="adj" fmla="val 2105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9" name="S11-group267"/>
          <p:cNvSpPr/>
          <p:nvPr/>
        </p:nvSpPr>
        <p:spPr>
          <a:xfrm>
            <a:off x="5527548" y="4206240"/>
            <a:ext cx="1133856" cy="521208"/>
          </a:xfrm>
          <a:prstGeom prst="roundRect">
            <a:avLst>
              <a:gd name="adj" fmla="val 2105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0" name="S11-figure268" descr="점 2개씩 4묶음"/>
          <p:cNvSpPr/>
          <p:nvPr/>
        </p:nvSpPr>
        <p:spPr>
          <a:xfrm>
            <a:off x="5500116" y="2386584"/>
            <a:ext cx="1188720" cy="2377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11-chip269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32" name="S11-dot270"/>
          <p:cNvSpPr/>
          <p:nvPr/>
        </p:nvSpPr>
        <p:spPr>
          <a:xfrm>
            <a:off x="9432188" y="279669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11-dot271"/>
          <p:cNvSpPr/>
          <p:nvPr/>
        </p:nvSpPr>
        <p:spPr>
          <a:xfrm>
            <a:off x="10026548" y="279669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11-dot272"/>
          <p:cNvSpPr/>
          <p:nvPr/>
        </p:nvSpPr>
        <p:spPr>
          <a:xfrm>
            <a:off x="9432188" y="339105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11-dot273"/>
          <p:cNvSpPr/>
          <p:nvPr/>
        </p:nvSpPr>
        <p:spPr>
          <a:xfrm>
            <a:off x="10026548" y="339105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11-dot274"/>
          <p:cNvSpPr/>
          <p:nvPr/>
        </p:nvSpPr>
        <p:spPr>
          <a:xfrm>
            <a:off x="9432188" y="398541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11-dot275"/>
          <p:cNvSpPr/>
          <p:nvPr/>
        </p:nvSpPr>
        <p:spPr>
          <a:xfrm>
            <a:off x="10026548" y="398541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11-group276"/>
          <p:cNvSpPr/>
          <p:nvPr/>
        </p:nvSpPr>
        <p:spPr>
          <a:xfrm>
            <a:off x="9346692" y="2720340"/>
            <a:ext cx="1133856" cy="521208"/>
          </a:xfrm>
          <a:prstGeom prst="roundRect">
            <a:avLst>
              <a:gd name="adj" fmla="val 2105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9" name="S11-group277"/>
          <p:cNvSpPr/>
          <p:nvPr/>
        </p:nvSpPr>
        <p:spPr>
          <a:xfrm>
            <a:off x="9346692" y="3314700"/>
            <a:ext cx="1133856" cy="521208"/>
          </a:xfrm>
          <a:prstGeom prst="roundRect">
            <a:avLst>
              <a:gd name="adj" fmla="val 2105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0" name="S11-group278"/>
          <p:cNvSpPr/>
          <p:nvPr/>
        </p:nvSpPr>
        <p:spPr>
          <a:xfrm>
            <a:off x="9346692" y="3909060"/>
            <a:ext cx="1133856" cy="521208"/>
          </a:xfrm>
          <a:prstGeom prst="roundRect">
            <a:avLst>
              <a:gd name="adj" fmla="val 2105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1" name="S11-figure279" descr="점 2개씩 3묶음"/>
          <p:cNvSpPr/>
          <p:nvPr/>
        </p:nvSpPr>
        <p:spPr>
          <a:xfrm>
            <a:off x="9319260" y="2683764"/>
            <a:ext cx="1188720" cy="17830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28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28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3씩 4묶음은 3의 4배, 3 × 4 = 12예요.</a:t>
            </a:r>
            <a:endParaRPr lang="ko-KR" sz="3200" dirty="0"/>
          </a:p>
        </p:txBody>
      </p:sp>
      <p:sp>
        <p:nvSpPr>
          <p:cNvPr id="5" name="S12-chip282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한 묶음의 수부터 세기</a:t>
            </a:r>
            <a:endParaRPr lang="ko-KR" sz="2600" dirty="0"/>
          </a:p>
        </p:txBody>
      </p:sp>
      <p:sp>
        <p:nvSpPr>
          <p:cNvPr id="6" name="S12-chip283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3의 4배를 3 + 4로 하기</a:t>
            </a:r>
            <a:endParaRPr lang="ko-KR" sz="2600" dirty="0"/>
          </a:p>
        </p:txBody>
      </p:sp>
      <p:sp>
        <p:nvSpPr>
          <p:cNvPr id="7" name="S12-text284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285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5의 3배는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얼마?</a:t>
            </a:r>
            <a:endParaRPr lang="ko-KR" sz="2600" dirty="0"/>
          </a:p>
        </p:txBody>
      </p:sp>
      <p:sp>
        <p:nvSpPr>
          <p:cNvPr id="9" name="S12-text286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 + 4 + 4 + 4 + 4를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곱셈식으로</a:t>
            </a:r>
            <a:endParaRPr lang="ko-KR" sz="2600" dirty="0"/>
          </a:p>
        </p:txBody>
      </p:sp>
      <p:sp>
        <p:nvSpPr>
          <p:cNvPr id="10" name="S12-eqtext287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6 × 2 = □</a:t>
            </a:r>
            <a:endParaRPr lang="ko-KR" sz="3000" dirty="0"/>
          </a:p>
        </p:txBody>
      </p:sp>
      <p:sp>
        <p:nvSpPr>
          <p:cNvPr id="11" name="S12-text28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2단과 5단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3씩 뛰어 세기</a:t>
            </a:r>
            <a:endParaRPr lang="ko-KR" sz="4400" dirty="0"/>
          </a:p>
        </p:txBody>
      </p:sp>
      <p:sp>
        <p:nvSpPr>
          <p:cNvPr id="3" name="S13-text2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0에서 3씩 4번 뛰어요.</a:t>
            </a:r>
            <a:endParaRPr lang="ko-KR" sz="3200" dirty="0"/>
          </a:p>
        </p:txBody>
      </p:sp>
      <p:sp>
        <p:nvSpPr>
          <p:cNvPr id="4" name="S13-card2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2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3씩 4번 뛰면 12예요.</a:t>
            </a:r>
            <a:endParaRPr lang="ko-KR" sz="3200" dirty="0"/>
          </a:p>
        </p:txBody>
      </p:sp>
      <p:sp>
        <p:nvSpPr>
          <p:cNvPr id="6" name="S13-line292"/>
          <p:cNvSpPr/>
          <p:nvPr/>
        </p:nvSpPr>
        <p:spPr>
          <a:xfrm>
            <a:off x="685800" y="3939235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13-line293"/>
          <p:cNvSpPr/>
          <p:nvPr/>
        </p:nvSpPr>
        <p:spPr>
          <a:xfrm>
            <a:off x="960120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13-label294"/>
          <p:cNvSpPr txBox="1"/>
          <p:nvPr/>
        </p:nvSpPr>
        <p:spPr>
          <a:xfrm>
            <a:off x="502920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9" name="S13-line295"/>
          <p:cNvSpPr/>
          <p:nvPr/>
        </p:nvSpPr>
        <p:spPr>
          <a:xfrm>
            <a:off x="1644701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3-label296"/>
          <p:cNvSpPr txBox="1"/>
          <p:nvPr/>
        </p:nvSpPr>
        <p:spPr>
          <a:xfrm>
            <a:off x="1187501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1" name="S13-line297"/>
          <p:cNvSpPr/>
          <p:nvPr/>
        </p:nvSpPr>
        <p:spPr>
          <a:xfrm>
            <a:off x="2329282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3-label298"/>
          <p:cNvSpPr txBox="1"/>
          <p:nvPr/>
        </p:nvSpPr>
        <p:spPr>
          <a:xfrm>
            <a:off x="1872082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3" name="S13-line299"/>
          <p:cNvSpPr/>
          <p:nvPr/>
        </p:nvSpPr>
        <p:spPr>
          <a:xfrm>
            <a:off x="3013862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3-label300"/>
          <p:cNvSpPr txBox="1"/>
          <p:nvPr/>
        </p:nvSpPr>
        <p:spPr>
          <a:xfrm>
            <a:off x="2556662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5" name="S13-line301"/>
          <p:cNvSpPr/>
          <p:nvPr/>
        </p:nvSpPr>
        <p:spPr>
          <a:xfrm>
            <a:off x="3698443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3-label302"/>
          <p:cNvSpPr txBox="1"/>
          <p:nvPr/>
        </p:nvSpPr>
        <p:spPr>
          <a:xfrm>
            <a:off x="3241243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7" name="S13-line303"/>
          <p:cNvSpPr/>
          <p:nvPr/>
        </p:nvSpPr>
        <p:spPr>
          <a:xfrm>
            <a:off x="4383024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3-label304"/>
          <p:cNvSpPr txBox="1"/>
          <p:nvPr/>
        </p:nvSpPr>
        <p:spPr>
          <a:xfrm>
            <a:off x="3925824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9" name="S13-line305"/>
          <p:cNvSpPr/>
          <p:nvPr/>
        </p:nvSpPr>
        <p:spPr>
          <a:xfrm>
            <a:off x="5067605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3-label306"/>
          <p:cNvSpPr txBox="1"/>
          <p:nvPr/>
        </p:nvSpPr>
        <p:spPr>
          <a:xfrm>
            <a:off x="4610405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1" name="S13-line307"/>
          <p:cNvSpPr/>
          <p:nvPr/>
        </p:nvSpPr>
        <p:spPr>
          <a:xfrm>
            <a:off x="5752186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3-label308"/>
          <p:cNvSpPr txBox="1"/>
          <p:nvPr/>
        </p:nvSpPr>
        <p:spPr>
          <a:xfrm>
            <a:off x="5294986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3" name="S13-line309"/>
          <p:cNvSpPr/>
          <p:nvPr/>
        </p:nvSpPr>
        <p:spPr>
          <a:xfrm>
            <a:off x="6436766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3-label310"/>
          <p:cNvSpPr txBox="1"/>
          <p:nvPr/>
        </p:nvSpPr>
        <p:spPr>
          <a:xfrm>
            <a:off x="5979566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5" name="S13-line311"/>
          <p:cNvSpPr/>
          <p:nvPr/>
        </p:nvSpPr>
        <p:spPr>
          <a:xfrm>
            <a:off x="7121347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3-label312"/>
          <p:cNvSpPr txBox="1"/>
          <p:nvPr/>
        </p:nvSpPr>
        <p:spPr>
          <a:xfrm>
            <a:off x="6664147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7" name="S13-line313"/>
          <p:cNvSpPr/>
          <p:nvPr/>
        </p:nvSpPr>
        <p:spPr>
          <a:xfrm>
            <a:off x="7805928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3-label314"/>
          <p:cNvSpPr txBox="1"/>
          <p:nvPr/>
        </p:nvSpPr>
        <p:spPr>
          <a:xfrm>
            <a:off x="7348728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29" name="S13-line315"/>
          <p:cNvSpPr/>
          <p:nvPr/>
        </p:nvSpPr>
        <p:spPr>
          <a:xfrm>
            <a:off x="8490509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13-label316"/>
          <p:cNvSpPr txBox="1"/>
          <p:nvPr/>
        </p:nvSpPr>
        <p:spPr>
          <a:xfrm>
            <a:off x="8033309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31" name="S13-line317"/>
          <p:cNvSpPr/>
          <p:nvPr/>
        </p:nvSpPr>
        <p:spPr>
          <a:xfrm>
            <a:off x="9175090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13-label318"/>
          <p:cNvSpPr txBox="1"/>
          <p:nvPr/>
        </p:nvSpPr>
        <p:spPr>
          <a:xfrm>
            <a:off x="8717890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33" name="S13-line319"/>
          <p:cNvSpPr/>
          <p:nvPr/>
        </p:nvSpPr>
        <p:spPr>
          <a:xfrm>
            <a:off x="9859670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13-label320"/>
          <p:cNvSpPr txBox="1"/>
          <p:nvPr/>
        </p:nvSpPr>
        <p:spPr>
          <a:xfrm>
            <a:off x="9402470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ko-KR" sz="2600" dirty="0"/>
          </a:p>
        </p:txBody>
      </p:sp>
      <p:sp>
        <p:nvSpPr>
          <p:cNvPr id="35" name="S13-line321"/>
          <p:cNvSpPr/>
          <p:nvPr/>
        </p:nvSpPr>
        <p:spPr>
          <a:xfrm>
            <a:off x="10544251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13-label322"/>
          <p:cNvSpPr txBox="1"/>
          <p:nvPr/>
        </p:nvSpPr>
        <p:spPr>
          <a:xfrm>
            <a:off x="10087051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2600" dirty="0"/>
          </a:p>
        </p:txBody>
      </p:sp>
      <p:sp>
        <p:nvSpPr>
          <p:cNvPr id="37" name="S13-line323"/>
          <p:cNvSpPr/>
          <p:nvPr/>
        </p:nvSpPr>
        <p:spPr>
          <a:xfrm>
            <a:off x="11228832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13-label324"/>
          <p:cNvSpPr txBox="1"/>
          <p:nvPr/>
        </p:nvSpPr>
        <p:spPr>
          <a:xfrm>
            <a:off x="10771632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600" dirty="0"/>
          </a:p>
        </p:txBody>
      </p:sp>
      <p:sp>
        <p:nvSpPr>
          <p:cNvPr id="39" name="S13-mark325"/>
          <p:cNvSpPr/>
          <p:nvPr/>
        </p:nvSpPr>
        <p:spPr>
          <a:xfrm>
            <a:off x="9083650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0" name="S13-line326"/>
          <p:cNvSpPr/>
          <p:nvPr/>
        </p:nvSpPr>
        <p:spPr>
          <a:xfrm flipV="1">
            <a:off x="960120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1" name="S13-line327"/>
          <p:cNvSpPr/>
          <p:nvPr/>
        </p:nvSpPr>
        <p:spPr>
          <a:xfrm>
            <a:off x="960120" y="3555187"/>
            <a:ext cx="205374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2" name="S13-label328"/>
          <p:cNvSpPr txBox="1"/>
          <p:nvPr/>
        </p:nvSpPr>
        <p:spPr>
          <a:xfrm>
            <a:off x="960120" y="3107639"/>
            <a:ext cx="205374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</a:t>
            </a:r>
            <a:endParaRPr lang="ko-KR" sz="2600" dirty="0"/>
          </a:p>
        </p:txBody>
      </p:sp>
      <p:sp>
        <p:nvSpPr>
          <p:cNvPr id="43" name="S13-line329"/>
          <p:cNvSpPr/>
          <p:nvPr/>
        </p:nvSpPr>
        <p:spPr>
          <a:xfrm flipV="1">
            <a:off x="3013862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4" name="S13-line330"/>
          <p:cNvSpPr/>
          <p:nvPr/>
        </p:nvSpPr>
        <p:spPr>
          <a:xfrm>
            <a:off x="3013862" y="3555187"/>
            <a:ext cx="205374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5" name="S13-label331"/>
          <p:cNvSpPr txBox="1"/>
          <p:nvPr/>
        </p:nvSpPr>
        <p:spPr>
          <a:xfrm>
            <a:off x="3013862" y="3107639"/>
            <a:ext cx="205374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</a:t>
            </a:r>
            <a:endParaRPr lang="ko-KR" sz="2600" dirty="0"/>
          </a:p>
        </p:txBody>
      </p:sp>
      <p:sp>
        <p:nvSpPr>
          <p:cNvPr id="46" name="S13-line332"/>
          <p:cNvSpPr/>
          <p:nvPr/>
        </p:nvSpPr>
        <p:spPr>
          <a:xfrm flipV="1">
            <a:off x="5067605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7" name="S13-line333"/>
          <p:cNvSpPr/>
          <p:nvPr/>
        </p:nvSpPr>
        <p:spPr>
          <a:xfrm>
            <a:off x="5067605" y="3555187"/>
            <a:ext cx="205374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8" name="S13-label334"/>
          <p:cNvSpPr txBox="1"/>
          <p:nvPr/>
        </p:nvSpPr>
        <p:spPr>
          <a:xfrm>
            <a:off x="5067605" y="3107639"/>
            <a:ext cx="205374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</a:t>
            </a:r>
            <a:endParaRPr lang="ko-KR" sz="2600" dirty="0"/>
          </a:p>
        </p:txBody>
      </p:sp>
      <p:sp>
        <p:nvSpPr>
          <p:cNvPr id="49" name="S13-line335"/>
          <p:cNvSpPr/>
          <p:nvPr/>
        </p:nvSpPr>
        <p:spPr>
          <a:xfrm flipV="1">
            <a:off x="7121347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0" name="S13-line336"/>
          <p:cNvSpPr/>
          <p:nvPr/>
        </p:nvSpPr>
        <p:spPr>
          <a:xfrm>
            <a:off x="7121347" y="3555187"/>
            <a:ext cx="205374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1" name="S13-label337"/>
          <p:cNvSpPr txBox="1"/>
          <p:nvPr/>
        </p:nvSpPr>
        <p:spPr>
          <a:xfrm>
            <a:off x="7121347" y="3107639"/>
            <a:ext cx="205374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</a:t>
            </a:r>
            <a:endParaRPr lang="ko-KR" sz="2600" dirty="0"/>
          </a:p>
        </p:txBody>
      </p:sp>
      <p:sp>
        <p:nvSpPr>
          <p:cNvPr id="52" name="S13-figure338" descr="0부터 15까지 수직선에서 0, 3, 6, 9, 12로 3씩 네 번 뛰는 화살표"/>
          <p:cNvSpPr/>
          <p:nvPr/>
        </p:nvSpPr>
        <p:spPr>
          <a:xfrm>
            <a:off x="685800" y="3756355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곱셈의 뜻</dc:title>
  <dc:subject>KR22-G02-MAT-MULT-L01</dc:subject>
  <dc:creator>education-ppt</dc:creator>
  <cp:lastModifiedBy>education-ppt</cp:lastModifiedBy>
  <cp:revision>1</cp:revision>
  <dcterms:created xsi:type="dcterms:W3CDTF">2026-10-26T07:04:35Z</dcterms:created>
  <dcterms:modified xsi:type="dcterms:W3CDTF">2026-10-26T07:04:35Z</dcterms:modified>
</cp:coreProperties>
</file>