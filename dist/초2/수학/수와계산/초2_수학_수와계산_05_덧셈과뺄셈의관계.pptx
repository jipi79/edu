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e4bc431-735a-4658-d73a-be789bb304d9}">
          <p14:sldIdLst>
            <p14:sldId id="256"/>
            <p14:sldId id="257"/>
          </p14:sldIdLst>
        </p14:section>
        <p14:section name="개념" id="{87a731d5-5290-ec56-7ac2-5e60ecee54d0}">
          <p14:sldIdLst>
            <p14:sldId id="258"/>
            <p14:sldId id="259"/>
            <p14:sldId id="260"/>
            <p14:sldId id="263"/>
            <p14:sldId id="264"/>
          </p14:sldIdLst>
        </p14:section>
        <p14:section name="연습" id="{a922707b-e27a-780c-6a50-9ff2323db127}">
          <p14:sldIdLst>
            <p14:sldId id="261"/>
            <p14:sldId id="262"/>
            <p14:sldId id="265"/>
          </p14:sldIdLst>
        </p14:section>
        <p14:section name="개념" id="{9ad4ddb2-2333-7681-8735-73e719c5108f}">
          <p14:sldIdLst/>
        </p14:section>
        <p14:section name="연습" id="{86f1f5ae-e798-a77b-71e1-1b8236c105c3}">
          <p14:sldIdLst/>
        </p14:section>
        <p14:section name="확인" id="{9d90328b-cdcd-8945-6e6d-3642c016bf8f}">
          <p14:sldIdLst>
            <p14:sldId id="266"/>
            <p14:sldId id="267"/>
            <p14:sldId id="268"/>
          </p14:sldIdLst>
        </p14:section>
        <p14:section name="정리" id="{eb8f9e64-73ff-619b-b3da-c910f163049f}">
          <p14:sldIdLst>
            <p14:sldId id="269"/>
          </p14:sldIdLst>
        </p14:section>
        <p14:section name="보충" id="{859bb286-0b4f-fd65-903d-afb39e878c92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같은 세 수로 덧셈과 뺄셈을 모두 말할 수 있다는 것을 궁금하게 합니다.
시간: 약 2분
이렇게 말해 보세요
- “오른쪽 그림은 14를 8과 6으로 가른 거야. 이 세 수로 덧셈식을 만들 수 있을까? 뺄셈식은?”
예상 답
- “8 + 6 = 14요.” “14 − 6 = 8이요.”
막히면
- 답을 확인하지 않고 넘어갑니다. S03에서 같은 그림으로 다시 합니다.
주의
- 1학년 때 배운 가르기·모으기 그림입니다. 위의 수가 전체, 아래 두 수가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확인(두 자리 수 덧셈·뺄셈)]
목적: 지난 두 차시의 받아올림이 있는 덧셈과 받아내림이 있는 뺄셈이 되는지 확인합니다.
시간: 약 3분
이렇게 말해 보세요
- “공책에 세로셈으로 풀어 볼래?”
- “세 문제의 수를 잘 봐. 무엇을 알게 되었어?”
정답
- ① 52
- ② 34
- ③ 18
막히면
- 수 모형으로 다시 계산해 보게 합니다.
- 두 문제 이상 틀리면 S15(보충)를 먼저 합니다. 보충으로도 어려우면 4차시 ‘받아내림이 있는 두 자리 수 뺄셈’(KR22-G02-MAT-SUB2D-L01)을 먼저 다시 합니다.
주의
- 세 문제가 같은 세 수(34, 18, 52)로 되어 있다는 것을 아이가 눈치채면 크게 칭찬합니다. 오늘 배울 내용입니다.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세 수로 덧셈식과 뺄셈식 만들기]
목적: 전체와 두 부분, 세 수로 덧셈식 하나와 뺄셈식 두 개를 만들 수 있다는 것을 압니다.
시간: 약 3분
이렇게 말해 보세요
- “8개와 6개를 모으면 14개. 덧셈식으로 8 + 6 = 14야.”
- “14개에서 6개를 덜어 내면? 14개에서 8개를 덜어 내면?”
예상 답
- “8개요. 14 − 6 = 8.” “6개요. 14 − 8 = 6.”
막히면
- 바둑돌 14개를 실제로 8개와 6개로 나누어 놓고, 한쪽을 손으로 가리며 남은 것을 세게 합니다.
주의
- 뺄셈식 두 개 모두 전체 14가 맨 앞에 온다는 것을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덧셈식을 뺄셈식 두 개로]
목적: 덧셈식의 합(전체)에서 한 부분을 빼면 다른 부분이 된다는 것을 알고 뺄셈식 두 개로 바꿉니다.
시간: 약 3분
이렇게 말해 보세요
- “25 + 17 = 42에서 전체는 무엇이야? 오른쪽 그림의 위에 있는 수야.”
- “42에서 17을 빼면 무엇이 남을까? 42에서 25를 빼면?”
예상 답
- “42요.” “25요. 17이요.”
막히면
- 가르기 그림에서 17을 손가락으로 가리고 “42에서 이걸 빼면 남는 수는?”이라고 묻습니다.
주의
- 계산하지 않아도 그림을 보면 답을 알 수 있다는 것이 오늘의 핵심입니다. 확인하고 싶으면 세로셈으로 계산해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뺄셈식을 덧셈식 두 개로]
목적: 뺄셈식에서 남은 수와 뺀 수를 더하면 처음 수(전체)가 된다는 것을 알고 덧셈식 두 개로 바꿉니다.
시간: 약 3분
이렇게 말해 보세요
- “30 − 12 = 18에서 전체는 무엇이야? 뺀 수와 남은 수는?”
- “남은 18과 뺀 12를 다시 모으면 얼마가 될까?”
예상 답
- “30이요.” “18 + 12 = 30이요.”
막히면
- 바둑돌 30개 대신 작은 수(9 − 4 = 5)로 먼저 해 봅니다. 5와 4를 모으면 9입니다.
주의
- 더하는 두 수의 순서를 바꾸어도 합은 같아서 덧셈식이 두 개 나옵니다.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연습(식 바꾸기)]
목적: 도움을 받으며 덧셈식과 뺄셈식을 서로 바꾸어 씁니다.
시간: 약 4분
이렇게 말해 보세요
- “①은 오른쪽 그림처럼 세 수를 나누어 보자. 전체는 무엇이야? 공책에 뺄셈식 두 개를 써 볼래?”
- “②는 뺄셈식이야. 전체는 어느 수일까?”
정답
- ① 16 − 7 = 9, 16 − 9 = 7
- ② 19 + 16 = 35, 16 + 19 = 35
- ③ 74 − 26 = 48, 74 − 48 = 26
막히면
- 종이에 가르기 그림(동그라미 세 개)을 그리고 세 수를 먼저 넣게 합니다.
주의
- ③처럼 수가 커도 방법은 같습니다. 계산하지 않고 바꾸어 쓸 수 있다는 것을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비교(수를 순서대로 옮겨 쓰기)]
목적: 덧셈식의 수를 순서대로 옮겨 쓰는 실수를 찾고 바로잡습니다(M1).
시간: 약 2분
이렇게 말해 보세요
- “토끼와 곰이 바꾼 뺄셈식이 달라. 9에서 7을 빼면 정말 16이 될까?”
- “전체는 어느 수였지?”
예상 답
- “곰이요. 16이 전체니까 맨 앞에 와야 해요.”
정답
- 곰이 맞습니다. 전체 16에서 7을 빼면 9입니다.
- 토끼의 식은 9 − 7 = 2이므로 16이 될 수 없습니다. 뺄셈식은 전체를 맨 앞에 씁니다.
막히면
- 바둑돌 9개에서 7개를 덜어 내어 2개가 남는 것을 직접 보여 줍니다.
주의
- 토끼처럼 쓰는 아이가 많습니다. “빼고 남은 수는 처음 수보다 클 수 없어.”라고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□가 부분인 덧셈식의 값 구하기]
목적: 모르는 수를 □로 나타낸 덧셈식을 뺄셈식으로 바꾸어 □의 값을 구하고, 넣어서 확인합니다.
시간: 약 3분
이렇게 말해 보세요
- “처음 사탕 수를 몰라서 □로 썼어. □ + 8 = 15. 전체는 무엇이야?”
- “전체 15에서 아는 부분 8을 빼면 □를 알 수 있어. 15 − 8 = 7. 7을 □에 넣어 보자. 7 + 8 = 15, 맞지?”
예상 답
- “15요.” “7개요.”
막히면
- 바둑돌 15개를 놓고 8개를 덜어 내어 남은 수를 세게 합니다.
주의
- □는 ‘아직 모르는 수’라는 뜻입니다. 쪽지로 숫자를 가렸다고 생각하게 하면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□가 전체인 뺄셈식의 값 구하기]
목적: □가 전체(처음 수)인 뺄셈식은 덧셈식으로 바꾸어 □의 값을 구합니다.
시간: 약 3분
이렇게 말해 보세요
- “이번에는 □에서 6을 뺐더니 9가 남았어. □는 전체일까, 부분일까?”
- “남은 9와 뺀 6을 다시 모으면 처음 수가 돼. 9 + 6 = 15. 15를 넣어 보자. 15 − 6 = 9, 맞지?”
예상 답
- “전체요.” “15요.”
막히면
- 바둑돌 9개와 6개를 따로 놓고 모아서 세게 합니다.
주의
- 9 − 6 = 3처럼 보이는 기호대로 빼는 실수가 많습니다(M2). 3을 넣으면 3 − 6이 되어 9가 나오지 않는다는 것을 확인시킵니다.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연습(□의 값 구하기)]
목적: 도움을 받으며 □가 여러 자리에 있는 덧셈식·뺄셈식의 값을 구하고 확인합니다.
시간: 약 4분
이렇게 말해 보세요
- “①에서 전체는 무엇이야? □는 부분이니까 어떤 식으로 구할까?”
- “④는 32에서 □를 뺐더니 18이 남았어. 전체 32에서 남은 18을 빼면 뺀 수를 알 수 있어.”
정답
- ① 7(13 − 6 = 7)
- ② 17(8 + 9 = 17)
- ③ 16(40 − 24 = 16)
- ④ 14(32 − 18 = 14)
막히면
- 종이에 가르기 그림을 그리고 아는 수 두 개를 넣은 뒤, □ 자리가 위(전체)인지 아래(부분)인지 보게 합니다.
주의
- 답을 구하면 꼭 □에 넣어 처음 식을 읽어 보게 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식을 바꾸고 □의 값을 구해 확인하는지 봅니다.
시간: 약 5분
이렇게 말해 보세요
- “이번에는 혼자 해 볼래? 공책에 쓰고, □의 값은 넣어서 확인까지 해 줘.”
정답
- ① 21 − 9 = 12, 21 − 12 = 9
- ② 9
- ③ 42
- ④ 24
막히면
- 바로 알려 주지 말고 “전체는 무엇이야?”라고만 묻습니다.
- 도움을 받아 해결했다면 기록표에 ‘도움’으로 표시합니다.
주의
- ③을 12(27 − 15)로 답하면 □가 전체라는 것을 놓친 것입니다. 12를 넣어 12 − 15를 할 수 있는지 물어봅니다.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답을 □에 넣어 볼까? 처음 식이 맞으면 정답이야.”
정답
- ① 21 − 9 = 12, 21 − 12 = 9 ② 9 ③ 42 ④ 24
막히면
- ①이 틀렸으면 S07로, ②~④가 틀렸으면 S08, S09로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확인(□를 구하는 식 고르기)]
목적: 처음 보는 식에서 □가 부분임을 알고 알맞은 뺄셈식을 골라 □를 구하고 확인하는지 봅니다.
시간: 약 2분
이렇게 말해 보세요
- “□ + 9 = 23에서 □를 구하려면 어떤 식을 쓰면 될까? □는 얼마야? 넣어서 확인해 볼래?”
정답
- 나(23 − 9 = □). □ = 14, 확인: 14 + 9 = 23
막히면
- 가르기 그림에 23, □, 9를 넣어 전체를 찾게 합니다.
주의
- 가를 고르면 32가 나오는데, 32 + 9 = 41이라 23이 되지 않습니다. 넣어서 확인하는 습관을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“오늘 배운 것을 말해 볼래? □가 전체이면 어떻게 구해? 부분이면?”
예상 답
- “전체이면 더하고, 부분이면 전체에서 빼요.”
정답
- ① 25 − 8 = 17, 25 − 17 = 8 ② 18 ③ 23
막히면
- S08과 S09를 나란히 보여 주며 가르기 그림의 □ 자리를 비교합니다.
주의
- 다음 차시(곱셈의 뜻)는 새로운 계산입니다. 같은 수를 여러 번 더하는 덧셈(3 + 3 + 3 등)을 두세 문제 미리 해 두면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보충(받아내림이 있는 뺄셈)]
목적: S02에서 두 자리 수 뺄셈이 흔들리면, 수 모형으로 받아내림을 다시 익힙니다.
시간: 약 5분
이렇게 말해 보세요
- “52에서 일 모형 8개를 덜어 낼 수 있어? 십 모형 1개를 일 모형 10개로 바꾸자.”
- “일 모형 12개에서 8개, 십 모형 4개에서 1개를 덜어 내면?”
정답
- 십 3개, 일 4개가 남아 34입니다(12 − 8 = 4, 4 − 1 = 3).
막히면
- 종이 수 모형으로 직접 바꾸고 덜어 냅니다.
주의
- 보충으로도 어려우면 4차시 ‘받아내림이 있는 두 자리 수 뺄셈’(KR22-G02-MAT-SUB2D-L01)을 먼저 다시 합니다. 오늘 수업은 한 자리 수(8, 6, 14)로만 관계를 익혀도 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덧셈과 뺄셈의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덧셈과 뺄셈의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덧셈과 뺄셈의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덧셈과 뺄셈의 관계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덧셈식을 뺄셈식으로 바꿀 수 있을까?</a:t>
            </a:r>
            <a:endParaRPr lang="ko-KR" sz="3200" dirty="0"/>
          </a:p>
        </p:txBody>
      </p:sp>
      <p:sp>
        <p:nvSpPr>
          <p:cNvPr id="4" name="S01-line1"/>
          <p:cNvSpPr/>
          <p:nvPr/>
        </p:nvSpPr>
        <p:spPr>
          <a:xfrm flipH="1">
            <a:off x="8302752" y="1600200"/>
            <a:ext cx="1344168" cy="100584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9646920" y="1600200"/>
            <a:ext cx="1344168" cy="100584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6" name="S01-figure3" descr="14를 8과 6으로 가르기"/>
          <p:cNvSpPr txBox="1"/>
          <p:nvPr/>
        </p:nvSpPr>
        <p:spPr>
          <a:xfrm>
            <a:off x="9166860" y="64008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3800" dirty="0"/>
          </a:p>
        </p:txBody>
      </p:sp>
      <p:sp>
        <p:nvSpPr>
          <p:cNvPr id="7" name="S01-bondpart4"/>
          <p:cNvSpPr txBox="1"/>
          <p:nvPr/>
        </p:nvSpPr>
        <p:spPr>
          <a:xfrm>
            <a:off x="7822692" y="260604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800" dirty="0"/>
          </a:p>
        </p:txBody>
      </p:sp>
      <p:sp>
        <p:nvSpPr>
          <p:cNvPr id="8" name="S01-bondpart5"/>
          <p:cNvSpPr txBox="1"/>
          <p:nvPr/>
        </p:nvSpPr>
        <p:spPr>
          <a:xfrm>
            <a:off x="10511028" y="260604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800" dirty="0"/>
          </a:p>
        </p:txBody>
      </p:sp>
      <p:sp>
        <p:nvSpPr>
          <p:cNvPr id="9" name="S01-card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덧셈식과 뺄셈식을 서로 바꿔요.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□의 값을 구해요.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+ 18 = □</a:t>
            </a:r>
            <a:endParaRPr lang="ko-KR" sz="3600" dirty="0"/>
          </a:p>
        </p:txBody>
      </p:sp>
      <p:sp>
        <p:nvSpPr>
          <p:cNvPr id="5" name="S02-chip1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1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52 − 18 = □</a:t>
            </a:r>
            <a:endParaRPr lang="ko-KR" sz="3600" dirty="0"/>
          </a:p>
        </p:txBody>
      </p:sp>
      <p:sp>
        <p:nvSpPr>
          <p:cNvPr id="7" name="S02-chip1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1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52 − 34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수의 관계</a:t>
            </a:r>
            <a:endParaRPr lang="ko-KR" sz="44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14개를 8개와 6개로 갈랐어요.</a:t>
            </a:r>
            <a:endParaRPr lang="ko-KR" sz="3200" dirty="0"/>
          </a:p>
        </p:txBody>
      </p:sp>
      <p:sp>
        <p:nvSpPr>
          <p:cNvPr id="4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수로 덧셈식과 뺄셈식을 만들어요.</a:t>
            </a:r>
            <a:endParaRPr lang="ko-KR" sz="3200" dirty="0"/>
          </a:p>
        </p:txBody>
      </p:sp>
      <p:sp>
        <p:nvSpPr>
          <p:cNvPr id="6" name="S03-line17"/>
          <p:cNvSpPr/>
          <p:nvPr/>
        </p:nvSpPr>
        <p:spPr>
          <a:xfrm flipH="1">
            <a:off x="1617802" y="3038094"/>
            <a:ext cx="1344168" cy="10561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3-line18"/>
          <p:cNvSpPr/>
          <p:nvPr/>
        </p:nvSpPr>
        <p:spPr>
          <a:xfrm>
            <a:off x="2961970" y="3038094"/>
            <a:ext cx="1344168" cy="10561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3-figure19" descr="14를 8과 6으로 가르기"/>
          <p:cNvSpPr txBox="1"/>
          <p:nvPr/>
        </p:nvSpPr>
        <p:spPr>
          <a:xfrm>
            <a:off x="2481910" y="2077974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3800" dirty="0"/>
          </a:p>
        </p:txBody>
      </p:sp>
      <p:sp>
        <p:nvSpPr>
          <p:cNvPr id="9" name="S03-bondpart20"/>
          <p:cNvSpPr txBox="1"/>
          <p:nvPr/>
        </p:nvSpPr>
        <p:spPr>
          <a:xfrm>
            <a:off x="1137742" y="4094226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800" dirty="0"/>
          </a:p>
        </p:txBody>
      </p:sp>
      <p:sp>
        <p:nvSpPr>
          <p:cNvPr id="10" name="S03-bondpart21"/>
          <p:cNvSpPr txBox="1"/>
          <p:nvPr/>
        </p:nvSpPr>
        <p:spPr>
          <a:xfrm>
            <a:off x="3826078" y="4094226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800" dirty="0"/>
          </a:p>
        </p:txBody>
      </p:sp>
      <p:sp>
        <p:nvSpPr>
          <p:cNvPr id="11" name="S03-card22"/>
          <p:cNvSpPr/>
          <p:nvPr/>
        </p:nvSpPr>
        <p:spPr>
          <a:xfrm>
            <a:off x="5741060" y="203454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23"/>
          <p:cNvSpPr txBox="1"/>
          <p:nvPr/>
        </p:nvSpPr>
        <p:spPr>
          <a:xfrm>
            <a:off x="6015380" y="217170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+ 6 = 14</a:t>
            </a:r>
            <a:endParaRPr lang="ko-KR" sz="3200" dirty="0"/>
          </a:p>
        </p:txBody>
      </p:sp>
      <p:sp>
        <p:nvSpPr>
          <p:cNvPr id="13" name="S03-card24"/>
          <p:cNvSpPr/>
          <p:nvPr/>
        </p:nvSpPr>
        <p:spPr>
          <a:xfrm>
            <a:off x="5741060" y="313182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25"/>
          <p:cNvSpPr txBox="1"/>
          <p:nvPr/>
        </p:nvSpPr>
        <p:spPr>
          <a:xfrm>
            <a:off x="6015380" y="326898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14 − 6 = 8</a:t>
            </a:r>
            <a:endParaRPr lang="ko-KR" sz="3200" dirty="0"/>
          </a:p>
        </p:txBody>
      </p:sp>
      <p:sp>
        <p:nvSpPr>
          <p:cNvPr id="15" name="S03-card26"/>
          <p:cNvSpPr/>
          <p:nvPr/>
        </p:nvSpPr>
        <p:spPr>
          <a:xfrm>
            <a:off x="5741060" y="422910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3-cardtext27"/>
          <p:cNvSpPr txBox="1"/>
          <p:nvPr/>
        </p:nvSpPr>
        <p:spPr>
          <a:xfrm>
            <a:off x="6015380" y="436626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14 − 8 = 6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덧셈식을 뺄셈식으로</a:t>
            </a:r>
            <a:endParaRPr lang="ko-KR" sz="4400" dirty="0"/>
          </a:p>
        </p:txBody>
      </p:sp>
      <p:sp>
        <p:nvSpPr>
          <p:cNvPr id="3" name="S04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42가 뺄셈식 맨 앞에 와요.</a:t>
            </a:r>
            <a:endParaRPr lang="ko-KR" sz="3200" dirty="0"/>
          </a:p>
        </p:txBody>
      </p:sp>
      <p:sp>
        <p:nvSpPr>
          <p:cNvPr id="5" name="S04-eqtext3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+ 17 = 42</a:t>
            </a:r>
            <a:endParaRPr lang="ko-KR" sz="3600" dirty="0"/>
          </a:p>
        </p:txBody>
      </p:sp>
      <p:sp>
        <p:nvSpPr>
          <p:cNvPr id="6" name="S04-line31"/>
          <p:cNvSpPr/>
          <p:nvPr/>
        </p:nvSpPr>
        <p:spPr>
          <a:xfrm flipH="1">
            <a:off x="8365480" y="3566160"/>
            <a:ext cx="1344168" cy="5943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4-line32"/>
          <p:cNvSpPr/>
          <p:nvPr/>
        </p:nvSpPr>
        <p:spPr>
          <a:xfrm>
            <a:off x="9709648" y="3566160"/>
            <a:ext cx="1344168" cy="5943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4-figure33" descr="42를 25와 17로 가르기"/>
          <p:cNvSpPr txBox="1"/>
          <p:nvPr/>
        </p:nvSpPr>
        <p:spPr>
          <a:xfrm>
            <a:off x="9229588" y="260604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ko-KR" sz="3800" dirty="0"/>
          </a:p>
        </p:txBody>
      </p:sp>
      <p:sp>
        <p:nvSpPr>
          <p:cNvPr id="9" name="S04-bondpart34"/>
          <p:cNvSpPr txBox="1"/>
          <p:nvPr/>
        </p:nvSpPr>
        <p:spPr>
          <a:xfrm>
            <a:off x="7885420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3800" dirty="0"/>
          </a:p>
        </p:txBody>
      </p:sp>
      <p:sp>
        <p:nvSpPr>
          <p:cNvPr id="10" name="S04-bondpart35"/>
          <p:cNvSpPr txBox="1"/>
          <p:nvPr/>
        </p:nvSpPr>
        <p:spPr>
          <a:xfrm>
            <a:off x="10573756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ko-KR" sz="3800" dirty="0"/>
          </a:p>
        </p:txBody>
      </p:sp>
      <p:sp>
        <p:nvSpPr>
          <p:cNvPr id="11" name="S04-stepno36"/>
          <p:cNvSpPr txBox="1"/>
          <p:nvPr/>
        </p:nvSpPr>
        <p:spPr>
          <a:xfrm>
            <a:off x="548640" y="2835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2" name="S04-text37"/>
          <p:cNvSpPr txBox="1"/>
          <p:nvPr/>
        </p:nvSpPr>
        <p:spPr>
          <a:xfrm>
            <a:off x="1325880" y="2789428"/>
            <a:ext cx="3204219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42에서 17을 빼면</a:t>
            </a:r>
            <a:endParaRPr lang="ko-KR" sz="3200" dirty="0"/>
          </a:p>
        </p:txBody>
      </p:sp>
      <p:sp>
        <p:nvSpPr>
          <p:cNvPr id="13" name="S04-eqtext38"/>
          <p:cNvSpPr txBox="1"/>
          <p:nvPr/>
        </p:nvSpPr>
        <p:spPr>
          <a:xfrm>
            <a:off x="4530099" y="2789428"/>
            <a:ext cx="2883125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42 − 17 = 25</a:t>
            </a:r>
            <a:endParaRPr lang="ko-KR" sz="3200" dirty="0"/>
          </a:p>
        </p:txBody>
      </p:sp>
      <p:sp>
        <p:nvSpPr>
          <p:cNvPr id="14" name="S04-stepno39"/>
          <p:cNvSpPr txBox="1"/>
          <p:nvPr/>
        </p:nvSpPr>
        <p:spPr>
          <a:xfrm>
            <a:off x="548640" y="39913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5" name="S04-text40"/>
          <p:cNvSpPr txBox="1"/>
          <p:nvPr/>
        </p:nvSpPr>
        <p:spPr>
          <a:xfrm>
            <a:off x="1325880" y="3945636"/>
            <a:ext cx="3204219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42에서 25를 빼면</a:t>
            </a:r>
            <a:endParaRPr lang="ko-KR" sz="3200" dirty="0"/>
          </a:p>
        </p:txBody>
      </p:sp>
      <p:sp>
        <p:nvSpPr>
          <p:cNvPr id="16" name="S04-eqtext41"/>
          <p:cNvSpPr txBox="1"/>
          <p:nvPr/>
        </p:nvSpPr>
        <p:spPr>
          <a:xfrm>
            <a:off x="4530099" y="3945636"/>
            <a:ext cx="2883125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42 − 25 = 17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뺄셈식을 덧셈식으로</a:t>
            </a:r>
            <a:endParaRPr lang="ko-KR" sz="4400" dirty="0"/>
          </a:p>
        </p:txBody>
      </p:sp>
      <p:sp>
        <p:nvSpPr>
          <p:cNvPr id="3" name="S05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뺄셈식의 맨 앞 수가 전체예요.</a:t>
            </a:r>
            <a:endParaRPr lang="ko-KR" sz="3200" dirty="0"/>
          </a:p>
        </p:txBody>
      </p:sp>
      <p:sp>
        <p:nvSpPr>
          <p:cNvPr id="5" name="S05-eqtext44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30 − 12 = 18</a:t>
            </a:r>
            <a:endParaRPr lang="ko-KR" sz="3600" dirty="0"/>
          </a:p>
        </p:txBody>
      </p:sp>
      <p:sp>
        <p:nvSpPr>
          <p:cNvPr id="6" name="S05-line45"/>
          <p:cNvSpPr/>
          <p:nvPr/>
        </p:nvSpPr>
        <p:spPr>
          <a:xfrm flipH="1">
            <a:off x="8365480" y="3566160"/>
            <a:ext cx="1344168" cy="5943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5-line46"/>
          <p:cNvSpPr/>
          <p:nvPr/>
        </p:nvSpPr>
        <p:spPr>
          <a:xfrm>
            <a:off x="9709648" y="3566160"/>
            <a:ext cx="1344168" cy="5943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5-figure47" descr="30을 12와 18로 가르기"/>
          <p:cNvSpPr txBox="1"/>
          <p:nvPr/>
        </p:nvSpPr>
        <p:spPr>
          <a:xfrm>
            <a:off x="9229588" y="260604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3800" dirty="0"/>
          </a:p>
        </p:txBody>
      </p:sp>
      <p:sp>
        <p:nvSpPr>
          <p:cNvPr id="9" name="S05-bondpart48"/>
          <p:cNvSpPr txBox="1"/>
          <p:nvPr/>
        </p:nvSpPr>
        <p:spPr>
          <a:xfrm>
            <a:off x="7885420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800" dirty="0"/>
          </a:p>
        </p:txBody>
      </p:sp>
      <p:sp>
        <p:nvSpPr>
          <p:cNvPr id="10" name="S05-bondpart49"/>
          <p:cNvSpPr txBox="1"/>
          <p:nvPr/>
        </p:nvSpPr>
        <p:spPr>
          <a:xfrm>
            <a:off x="10573756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800" dirty="0"/>
          </a:p>
        </p:txBody>
      </p:sp>
      <p:sp>
        <p:nvSpPr>
          <p:cNvPr id="11" name="S05-stepno50"/>
          <p:cNvSpPr txBox="1"/>
          <p:nvPr/>
        </p:nvSpPr>
        <p:spPr>
          <a:xfrm>
            <a:off x="548640" y="30566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2" name="S05-text51"/>
          <p:cNvSpPr txBox="1"/>
          <p:nvPr/>
        </p:nvSpPr>
        <p:spPr>
          <a:xfrm>
            <a:off x="1325880" y="3010916"/>
            <a:ext cx="3204219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18과 12를 더하면</a:t>
            </a:r>
            <a:endParaRPr lang="ko-KR" sz="3200" dirty="0"/>
          </a:p>
        </p:txBody>
      </p:sp>
      <p:sp>
        <p:nvSpPr>
          <p:cNvPr id="13" name="S05-eqtext52"/>
          <p:cNvSpPr txBox="1"/>
          <p:nvPr/>
        </p:nvSpPr>
        <p:spPr>
          <a:xfrm>
            <a:off x="4530099" y="3010916"/>
            <a:ext cx="2883125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+ 12 = 30</a:t>
            </a:r>
            <a:endParaRPr lang="ko-KR" sz="3200" dirty="0"/>
          </a:p>
        </p:txBody>
      </p:sp>
      <p:sp>
        <p:nvSpPr>
          <p:cNvPr id="14" name="S05-stepno53"/>
          <p:cNvSpPr txBox="1"/>
          <p:nvPr/>
        </p:nvSpPr>
        <p:spPr>
          <a:xfrm>
            <a:off x="548640" y="41671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5" name="S05-text54"/>
          <p:cNvSpPr txBox="1"/>
          <p:nvPr/>
        </p:nvSpPr>
        <p:spPr>
          <a:xfrm>
            <a:off x="1325880" y="4167124"/>
            <a:ext cx="32042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바꾸어도</a:t>
            </a:r>
            <a:endParaRPr lang="ko-KR" sz="3200" dirty="0"/>
          </a:p>
        </p:txBody>
      </p:sp>
      <p:sp>
        <p:nvSpPr>
          <p:cNvPr id="16" name="S05-eqtext55"/>
          <p:cNvSpPr txBox="1"/>
          <p:nvPr/>
        </p:nvSpPr>
        <p:spPr>
          <a:xfrm>
            <a:off x="4530099" y="4167124"/>
            <a:ext cx="28831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+ 18 = 30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바꾸어 써요</a:t>
            </a:r>
            <a:endParaRPr lang="ko-KR" sz="4400" dirty="0"/>
          </a:p>
        </p:txBody>
      </p:sp>
      <p:sp>
        <p:nvSpPr>
          <p:cNvPr id="3" name="S06-text56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덧셈식은 뺄셈식 2개로,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뺄셈식은 덧셈식 2개로 바꿔요.</a:t>
            </a:r>
            <a:endParaRPr lang="ko-KR" sz="3200" dirty="0"/>
          </a:p>
        </p:txBody>
      </p:sp>
      <p:sp>
        <p:nvSpPr>
          <p:cNvPr id="4" name="S06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뺄셈식 맨 앞에 써요.</a:t>
            </a:r>
            <a:endParaRPr lang="ko-KR" sz="3200" dirty="0"/>
          </a:p>
        </p:txBody>
      </p:sp>
      <p:sp>
        <p:nvSpPr>
          <p:cNvPr id="6" name="S06-line59"/>
          <p:cNvSpPr/>
          <p:nvPr/>
        </p:nvSpPr>
        <p:spPr>
          <a:xfrm flipH="1">
            <a:off x="7733051" y="3375935"/>
            <a:ext cx="1225783" cy="35022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6-line60"/>
          <p:cNvSpPr/>
          <p:nvPr/>
        </p:nvSpPr>
        <p:spPr>
          <a:xfrm>
            <a:off x="8958834" y="3375935"/>
            <a:ext cx="1225783" cy="35022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6-figure61" descr="16을 9와 7로 가르기"/>
          <p:cNvSpPr txBox="1"/>
          <p:nvPr/>
        </p:nvSpPr>
        <p:spPr>
          <a:xfrm>
            <a:off x="8521054" y="2500376"/>
            <a:ext cx="875559" cy="875559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3400" dirty="0"/>
          </a:p>
        </p:txBody>
      </p:sp>
      <p:sp>
        <p:nvSpPr>
          <p:cNvPr id="9" name="S06-bondpart62"/>
          <p:cNvSpPr txBox="1"/>
          <p:nvPr/>
        </p:nvSpPr>
        <p:spPr>
          <a:xfrm>
            <a:off x="7295272" y="3726159"/>
            <a:ext cx="875559" cy="875559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10" name="S06-bondpart63"/>
          <p:cNvSpPr txBox="1"/>
          <p:nvPr/>
        </p:nvSpPr>
        <p:spPr>
          <a:xfrm>
            <a:off x="9746837" y="3726159"/>
            <a:ext cx="875559" cy="875559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1" name="S06-label64"/>
          <p:cNvSpPr txBox="1"/>
          <p:nvPr/>
        </p:nvSpPr>
        <p:spPr>
          <a:xfrm>
            <a:off x="6277356" y="4674870"/>
            <a:ext cx="536295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①의 세 수</a:t>
            </a:r>
            <a:endParaRPr lang="ko-KR" sz="2600" dirty="0"/>
          </a:p>
        </p:txBody>
      </p:sp>
      <p:sp>
        <p:nvSpPr>
          <p:cNvPr id="12" name="S06-chip65"/>
          <p:cNvSpPr txBox="1"/>
          <p:nvPr/>
        </p:nvSpPr>
        <p:spPr>
          <a:xfrm>
            <a:off x="548640" y="2592663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3" name="S06-eqtext66"/>
          <p:cNvSpPr txBox="1"/>
          <p:nvPr/>
        </p:nvSpPr>
        <p:spPr>
          <a:xfrm>
            <a:off x="1344168" y="2500376"/>
            <a:ext cx="4567428" cy="751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+ 7 = 16</a:t>
            </a:r>
            <a:endParaRPr lang="ko-KR" sz="3600" dirty="0"/>
          </a:p>
        </p:txBody>
      </p:sp>
      <p:sp>
        <p:nvSpPr>
          <p:cNvPr id="14" name="S06-chip67"/>
          <p:cNvSpPr txBox="1"/>
          <p:nvPr/>
        </p:nvSpPr>
        <p:spPr>
          <a:xfrm>
            <a:off x="548640" y="352704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5" name="S06-eqtext68"/>
          <p:cNvSpPr txBox="1"/>
          <p:nvPr/>
        </p:nvSpPr>
        <p:spPr>
          <a:xfrm>
            <a:off x="1344168" y="3434757"/>
            <a:ext cx="4567428" cy="751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35 − 16 = 19</a:t>
            </a:r>
            <a:endParaRPr lang="ko-KR" sz="3600" dirty="0"/>
          </a:p>
        </p:txBody>
      </p:sp>
      <p:sp>
        <p:nvSpPr>
          <p:cNvPr id="16" name="S06-chip69"/>
          <p:cNvSpPr txBox="1"/>
          <p:nvPr/>
        </p:nvSpPr>
        <p:spPr>
          <a:xfrm>
            <a:off x="548640" y="4461425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7" name="S06-eqtext70"/>
          <p:cNvSpPr txBox="1"/>
          <p:nvPr/>
        </p:nvSpPr>
        <p:spPr>
          <a:xfrm>
            <a:off x="1344168" y="4369139"/>
            <a:ext cx="4567428" cy="751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 + 26 = 74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7-card7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7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+ 7 = 16을 뺄셈식으로 바꾸었어요.</a:t>
            </a:r>
            <a:endParaRPr lang="ko-KR" sz="3200" dirty="0"/>
          </a:p>
        </p:txBody>
      </p:sp>
      <p:sp>
        <p:nvSpPr>
          <p:cNvPr id="5" name="S07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7-chip7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600" dirty="0"/>
          </a:p>
        </p:txBody>
      </p:sp>
      <p:sp>
        <p:nvSpPr>
          <p:cNvPr id="8" name="S07-eqtext7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9 − 7 = 16</a:t>
            </a:r>
            <a:endParaRPr lang="ko-KR" sz="3600" dirty="0"/>
          </a:p>
        </p:txBody>
      </p:sp>
      <p:sp>
        <p:nvSpPr>
          <p:cNvPr id="9" name="S07-chip7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600" dirty="0"/>
          </a:p>
        </p:txBody>
      </p:sp>
      <p:sp>
        <p:nvSpPr>
          <p:cNvPr id="10" name="S07-eqtext7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16 − 7 = 9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□의 값 구하기</a:t>
            </a:r>
            <a:endParaRPr lang="ko-KR" sz="4400" dirty="0"/>
          </a:p>
        </p:txBody>
      </p:sp>
      <p:sp>
        <p:nvSpPr>
          <p:cNvPr id="3" name="S08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몇 개에 8개를 더 받아 15개가 되었어요.</a:t>
            </a:r>
            <a:endParaRPr lang="ko-KR" sz="3200" dirty="0"/>
          </a:p>
        </p:txBody>
      </p:sp>
      <p:sp>
        <p:nvSpPr>
          <p:cNvPr id="4" name="S08-card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□가 부분이면 뺄셈으로 구해요.</a:t>
            </a:r>
            <a:endParaRPr lang="ko-KR" sz="3200" dirty="0"/>
          </a:p>
        </p:txBody>
      </p:sp>
      <p:sp>
        <p:nvSpPr>
          <p:cNvPr id="6" name="S08-eqtext82"/>
          <p:cNvSpPr txBox="1"/>
          <p:nvPr/>
        </p:nvSpPr>
        <p:spPr>
          <a:xfrm>
            <a:off x="548640" y="2011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+ 8 = 15</a:t>
            </a:r>
            <a:endParaRPr lang="ko-KR" sz="3600" dirty="0"/>
          </a:p>
        </p:txBody>
      </p:sp>
      <p:sp>
        <p:nvSpPr>
          <p:cNvPr id="7" name="S08-line83"/>
          <p:cNvSpPr/>
          <p:nvPr/>
        </p:nvSpPr>
        <p:spPr>
          <a:xfrm flipH="1">
            <a:off x="8750107" y="4053840"/>
            <a:ext cx="1066800" cy="30480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8-line84"/>
          <p:cNvSpPr/>
          <p:nvPr/>
        </p:nvSpPr>
        <p:spPr>
          <a:xfrm>
            <a:off x="9816907" y="4053840"/>
            <a:ext cx="1066800" cy="30480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9" name="S08-figure85" descr="15를 빈칸과 8로 가르기"/>
          <p:cNvSpPr txBox="1"/>
          <p:nvPr/>
        </p:nvSpPr>
        <p:spPr>
          <a:xfrm>
            <a:off x="9435907" y="3291840"/>
            <a:ext cx="762000" cy="76200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000" dirty="0"/>
          </a:p>
        </p:txBody>
      </p:sp>
      <p:sp>
        <p:nvSpPr>
          <p:cNvPr id="10" name="S08-bondpart86"/>
          <p:cNvSpPr txBox="1"/>
          <p:nvPr/>
        </p:nvSpPr>
        <p:spPr>
          <a:xfrm>
            <a:off x="8369107" y="4358640"/>
            <a:ext cx="762000" cy="762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3000" dirty="0"/>
          </a:p>
        </p:txBody>
      </p:sp>
      <p:sp>
        <p:nvSpPr>
          <p:cNvPr id="11" name="S08-bondpart87"/>
          <p:cNvSpPr txBox="1"/>
          <p:nvPr/>
        </p:nvSpPr>
        <p:spPr>
          <a:xfrm>
            <a:off x="10502707" y="4358640"/>
            <a:ext cx="762000" cy="76200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000" dirty="0"/>
          </a:p>
        </p:txBody>
      </p:sp>
      <p:sp>
        <p:nvSpPr>
          <p:cNvPr id="12" name="S08-stepno88"/>
          <p:cNvSpPr txBox="1"/>
          <p:nvPr/>
        </p:nvSpPr>
        <p:spPr>
          <a:xfrm>
            <a:off x="548640" y="3575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3" name="S08-text89"/>
          <p:cNvSpPr txBox="1"/>
          <p:nvPr/>
        </p:nvSpPr>
        <p:spPr>
          <a:xfrm>
            <a:off x="1325880" y="3575304"/>
            <a:ext cx="3328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뺄셈식으로 바꿔요</a:t>
            </a:r>
            <a:endParaRPr lang="ko-KR" sz="3200" dirty="0"/>
          </a:p>
        </p:txBody>
      </p:sp>
      <p:sp>
        <p:nvSpPr>
          <p:cNvPr id="14" name="S08-eqtext90"/>
          <p:cNvSpPr txBox="1"/>
          <p:nvPr/>
        </p:nvSpPr>
        <p:spPr>
          <a:xfrm>
            <a:off x="4654519" y="3575304"/>
            <a:ext cx="29732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15 − 8 = □</a:t>
            </a:r>
            <a:endParaRPr lang="ko-KR" sz="3200" dirty="0"/>
          </a:p>
        </p:txBody>
      </p:sp>
      <p:sp>
        <p:nvSpPr>
          <p:cNvPr id="15" name="S08-stepno91"/>
          <p:cNvSpPr txBox="1"/>
          <p:nvPr/>
        </p:nvSpPr>
        <p:spPr>
          <a:xfrm>
            <a:off x="548640" y="42885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6" name="S08-text92"/>
          <p:cNvSpPr txBox="1"/>
          <p:nvPr/>
        </p:nvSpPr>
        <p:spPr>
          <a:xfrm>
            <a:off x="1325880" y="4288536"/>
            <a:ext cx="3328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7 넣기</a:t>
            </a:r>
            <a:endParaRPr lang="ko-KR" sz="3200" dirty="0"/>
          </a:p>
        </p:txBody>
      </p:sp>
      <p:sp>
        <p:nvSpPr>
          <p:cNvPr id="17" name="S08-eqtext93"/>
          <p:cNvSpPr txBox="1"/>
          <p:nvPr/>
        </p:nvSpPr>
        <p:spPr>
          <a:xfrm>
            <a:off x="4654519" y="4288536"/>
            <a:ext cx="29732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+ 8 = 15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□가 전체일 때</a:t>
            </a:r>
            <a:endParaRPr lang="ko-KR" sz="4400" dirty="0"/>
          </a:p>
        </p:txBody>
      </p:sp>
      <p:sp>
        <p:nvSpPr>
          <p:cNvPr id="3" name="S09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□가 전체이면 덧셈으로 구해요.</a:t>
            </a:r>
            <a:endParaRPr lang="ko-KR" sz="3200" dirty="0"/>
          </a:p>
        </p:txBody>
      </p:sp>
      <p:sp>
        <p:nvSpPr>
          <p:cNvPr id="5" name="S09-eqtext96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− 6 = 9</a:t>
            </a:r>
            <a:endParaRPr lang="ko-KR" sz="3600" dirty="0"/>
          </a:p>
        </p:txBody>
      </p:sp>
      <p:sp>
        <p:nvSpPr>
          <p:cNvPr id="6" name="S09-line97"/>
          <p:cNvSpPr/>
          <p:nvPr/>
        </p:nvSpPr>
        <p:spPr>
          <a:xfrm flipH="1">
            <a:off x="8473562" y="3566160"/>
            <a:ext cx="1343345" cy="5943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9-line98"/>
          <p:cNvSpPr/>
          <p:nvPr/>
        </p:nvSpPr>
        <p:spPr>
          <a:xfrm>
            <a:off x="9816907" y="3566160"/>
            <a:ext cx="1343345" cy="5943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9-figure99" descr="빈칸을 6과 9로 가르기"/>
          <p:cNvSpPr txBox="1"/>
          <p:nvPr/>
        </p:nvSpPr>
        <p:spPr>
          <a:xfrm>
            <a:off x="9336847" y="2606040"/>
            <a:ext cx="96012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9762B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3800" dirty="0"/>
          </a:p>
        </p:txBody>
      </p:sp>
      <p:sp>
        <p:nvSpPr>
          <p:cNvPr id="9" name="S09-bondpart100"/>
          <p:cNvSpPr txBox="1"/>
          <p:nvPr/>
        </p:nvSpPr>
        <p:spPr>
          <a:xfrm>
            <a:off x="7993502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800" dirty="0"/>
          </a:p>
        </p:txBody>
      </p:sp>
      <p:sp>
        <p:nvSpPr>
          <p:cNvPr id="10" name="S09-bondpart101"/>
          <p:cNvSpPr txBox="1"/>
          <p:nvPr/>
        </p:nvSpPr>
        <p:spPr>
          <a:xfrm>
            <a:off x="10680192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800" dirty="0"/>
          </a:p>
        </p:txBody>
      </p:sp>
      <p:sp>
        <p:nvSpPr>
          <p:cNvPr id="11" name="S09-stepno102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2" name="S09-text103"/>
          <p:cNvSpPr txBox="1"/>
          <p:nvPr/>
        </p:nvSpPr>
        <p:spPr>
          <a:xfrm>
            <a:off x="1325880" y="2875788"/>
            <a:ext cx="63018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□는 처음 수, 전체예요.</a:t>
            </a:r>
            <a:endParaRPr lang="ko-KR" sz="3200" dirty="0"/>
          </a:p>
        </p:txBody>
      </p:sp>
      <p:sp>
        <p:nvSpPr>
          <p:cNvPr id="13" name="S09-stepno104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4" name="S09-text105"/>
          <p:cNvSpPr txBox="1"/>
          <p:nvPr/>
        </p:nvSpPr>
        <p:spPr>
          <a:xfrm>
            <a:off x="1325880" y="3589020"/>
            <a:ext cx="3328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덧셈식으로</a:t>
            </a:r>
            <a:endParaRPr lang="ko-KR" sz="3200" dirty="0"/>
          </a:p>
        </p:txBody>
      </p:sp>
      <p:sp>
        <p:nvSpPr>
          <p:cNvPr id="15" name="S09-eqtext106"/>
          <p:cNvSpPr txBox="1"/>
          <p:nvPr/>
        </p:nvSpPr>
        <p:spPr>
          <a:xfrm>
            <a:off x="4654519" y="3589020"/>
            <a:ext cx="29732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+ 6 = □</a:t>
            </a:r>
            <a:endParaRPr lang="ko-KR" sz="3200" dirty="0"/>
          </a:p>
        </p:txBody>
      </p:sp>
      <p:sp>
        <p:nvSpPr>
          <p:cNvPr id="16" name="S09-stepno107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7" name="S09-text108"/>
          <p:cNvSpPr txBox="1"/>
          <p:nvPr/>
        </p:nvSpPr>
        <p:spPr>
          <a:xfrm>
            <a:off x="1325880" y="4302252"/>
            <a:ext cx="3328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넣어서 확인</a:t>
            </a:r>
            <a:endParaRPr lang="ko-KR" sz="3200" dirty="0"/>
          </a:p>
        </p:txBody>
      </p:sp>
      <p:sp>
        <p:nvSpPr>
          <p:cNvPr id="18" name="S09-eqtext109"/>
          <p:cNvSpPr txBox="1"/>
          <p:nvPr/>
        </p:nvSpPr>
        <p:spPr>
          <a:xfrm>
            <a:off x="4654519" y="4302252"/>
            <a:ext cx="29732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15 − 6 = 9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구해요</a:t>
            </a:r>
            <a:endParaRPr lang="ko-KR" sz="4400" dirty="0"/>
          </a:p>
        </p:txBody>
      </p:sp>
      <p:sp>
        <p:nvSpPr>
          <p:cNvPr id="3" name="S10-text1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구하고, 넣어서 확인해요.</a:t>
            </a:r>
            <a:endParaRPr lang="ko-KR" sz="3200" dirty="0"/>
          </a:p>
        </p:txBody>
      </p:sp>
      <p:sp>
        <p:nvSpPr>
          <p:cNvPr id="4" name="S10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□가 전체인지 부분인지 먼저 찾아요.</a:t>
            </a:r>
            <a:endParaRPr lang="ko-KR" sz="3200" dirty="0"/>
          </a:p>
        </p:txBody>
      </p:sp>
      <p:sp>
        <p:nvSpPr>
          <p:cNvPr id="6" name="S10-chip11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eqtext11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+ 6 = 13</a:t>
            </a:r>
            <a:endParaRPr lang="ko-KR" sz="3600" dirty="0"/>
          </a:p>
        </p:txBody>
      </p:sp>
      <p:sp>
        <p:nvSpPr>
          <p:cNvPr id="8" name="S10-chip11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eqtext11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− 9 = 8</a:t>
            </a:r>
            <a:endParaRPr lang="ko-KR" sz="3600" dirty="0"/>
          </a:p>
        </p:txBody>
      </p:sp>
      <p:sp>
        <p:nvSpPr>
          <p:cNvPr id="10" name="S10-chip11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eqtext118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+ □ = 40</a:t>
            </a:r>
            <a:endParaRPr lang="ko-KR" sz="3600" dirty="0"/>
          </a:p>
        </p:txBody>
      </p:sp>
      <p:sp>
        <p:nvSpPr>
          <p:cNvPr id="12" name="S10-chip11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10-eqtext120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32 − □ = 18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1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넣어서 확인해요.</a:t>
            </a:r>
            <a:endParaRPr lang="ko-KR" sz="3200" dirty="0"/>
          </a:p>
        </p:txBody>
      </p:sp>
      <p:sp>
        <p:nvSpPr>
          <p:cNvPr id="4" name="S11-chip12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text12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+ 9 = 21을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 2개로</a:t>
            </a:r>
            <a:endParaRPr lang="ko-KR" sz="3200" dirty="0"/>
          </a:p>
        </p:txBody>
      </p:sp>
      <p:sp>
        <p:nvSpPr>
          <p:cNvPr id="6" name="S11-chip12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eqtext12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+ 7 = 16</a:t>
            </a:r>
            <a:endParaRPr lang="ko-KR" sz="3600" dirty="0"/>
          </a:p>
        </p:txBody>
      </p:sp>
      <p:sp>
        <p:nvSpPr>
          <p:cNvPr id="8" name="S11-chip12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eqtext127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− 15 = 27</a:t>
            </a:r>
            <a:endParaRPr lang="ko-KR" sz="3600" dirty="0"/>
          </a:p>
        </p:txBody>
      </p:sp>
      <p:sp>
        <p:nvSpPr>
          <p:cNvPr id="10" name="S11-chip12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1-eqtext12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50 − □ = 26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2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가르기 그림에 세 수를 넣어 다시 보게 하세요.</a:t>
            </a:r>
            <a:endParaRPr lang="ko-KR" sz="3200" dirty="0"/>
          </a:p>
        </p:txBody>
      </p:sp>
      <p:sp>
        <p:nvSpPr>
          <p:cNvPr id="5" name="S12-chip13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eqtext133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21 − 9 = 12</a:t>
            </a:r>
            <a:endParaRPr lang="ko-KR" sz="3000" dirty="0"/>
          </a:p>
        </p:txBody>
      </p:sp>
      <p:sp>
        <p:nvSpPr>
          <p:cNvPr id="7" name="S12-text134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21 − 12 = 9</a:t>
            </a:r>
            <a:endParaRPr lang="ko-KR" sz="2600" dirty="0"/>
          </a:p>
        </p:txBody>
      </p:sp>
      <p:sp>
        <p:nvSpPr>
          <p:cNvPr id="8" name="S12-text135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9</a:t>
            </a:r>
            <a:endParaRPr lang="ko-KR" sz="3200" dirty="0"/>
          </a:p>
        </p:txBody>
      </p:sp>
      <p:sp>
        <p:nvSpPr>
          <p:cNvPr id="9" name="S12-text136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16 − 7 = 9</a:t>
            </a:r>
            <a:endParaRPr lang="ko-KR" sz="2600" dirty="0"/>
          </a:p>
        </p:txBody>
      </p:sp>
      <p:sp>
        <p:nvSpPr>
          <p:cNvPr id="10" name="S12-text137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42</a:t>
            </a:r>
            <a:endParaRPr lang="ko-KR" sz="3200" dirty="0"/>
          </a:p>
        </p:txBody>
      </p:sp>
      <p:sp>
        <p:nvSpPr>
          <p:cNvPr id="11" name="S12-text138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+ 15 = 42</a:t>
            </a:r>
            <a:endParaRPr lang="ko-KR" sz="2600" dirty="0"/>
          </a:p>
        </p:txBody>
      </p:sp>
      <p:sp>
        <p:nvSpPr>
          <p:cNvPr id="12" name="S12-text139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24</a:t>
            </a:r>
            <a:endParaRPr lang="ko-KR" sz="3200" dirty="0"/>
          </a:p>
        </p:txBody>
      </p:sp>
      <p:sp>
        <p:nvSpPr>
          <p:cNvPr id="13" name="S12-text140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50 − 26 = 24</a:t>
            </a:r>
            <a:endParaRPr lang="ko-KR" sz="2600" dirty="0"/>
          </a:p>
        </p:txBody>
      </p:sp>
      <p:sp>
        <p:nvSpPr>
          <p:cNvPr id="14" name="S12-chip14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5" name="S12-text14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12</a:t>
            </a:r>
            <a:endParaRPr lang="ko-KR" sz="3200" dirty="0"/>
          </a:p>
        </p:txBody>
      </p:sp>
      <p:sp>
        <p:nvSpPr>
          <p:cNvPr id="16" name="S12-text14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27 − 15를 함</a:t>
            </a:r>
            <a:endParaRPr lang="ko-KR" sz="2600" dirty="0"/>
          </a:p>
        </p:txBody>
      </p:sp>
      <p:sp>
        <p:nvSpPr>
          <p:cNvPr id="17" name="S12-text14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23</a:t>
            </a:r>
            <a:endParaRPr lang="ko-KR" sz="3200" dirty="0"/>
          </a:p>
        </p:txBody>
      </p:sp>
      <p:sp>
        <p:nvSpPr>
          <p:cNvPr id="18" name="S12-text14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+ 7을 함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구하는 식은?</a:t>
            </a:r>
            <a:endParaRPr lang="ko-KR" sz="4400" dirty="0"/>
          </a:p>
        </p:txBody>
      </p:sp>
      <p:sp>
        <p:nvSpPr>
          <p:cNvPr id="3" name="S13-text1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+ 9 = 23</a:t>
            </a:r>
            <a:endParaRPr lang="ko-KR" sz="3200" dirty="0"/>
          </a:p>
        </p:txBody>
      </p:sp>
      <p:sp>
        <p:nvSpPr>
          <p:cNvPr id="4" name="S13-card1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1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고르고, □를 구해 넣어서 확인해요.</a:t>
            </a:r>
            <a:endParaRPr lang="ko-KR" sz="3200" dirty="0"/>
          </a:p>
        </p:txBody>
      </p:sp>
      <p:sp>
        <p:nvSpPr>
          <p:cNvPr id="6" name="S13-chip14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15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15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+ 9 = □</a:t>
            </a:r>
            <a:endParaRPr lang="ko-KR" sz="3200" dirty="0"/>
          </a:p>
        </p:txBody>
      </p:sp>
      <p:sp>
        <p:nvSpPr>
          <p:cNvPr id="9" name="S13-chip15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15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15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23 − 9 = □</a:t>
            </a:r>
            <a:endParaRPr lang="ko-KR" sz="3200" dirty="0"/>
          </a:p>
        </p:txBody>
      </p:sp>
      <p:sp>
        <p:nvSpPr>
          <p:cNvPr id="12" name="S13-chip15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15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15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9 − 23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5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5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전체와 부분을 찾으면 식을 바꿀 수 있어요.</a:t>
            </a:r>
            <a:endParaRPr lang="ko-KR" sz="3200" dirty="0"/>
          </a:p>
        </p:txBody>
      </p:sp>
      <p:sp>
        <p:nvSpPr>
          <p:cNvPr id="5" name="S14-chip16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구한 값을 넣어 확인하기</a:t>
            </a:r>
            <a:endParaRPr lang="ko-KR" sz="2600" dirty="0"/>
          </a:p>
        </p:txBody>
      </p:sp>
      <p:sp>
        <p:nvSpPr>
          <p:cNvPr id="6" name="S14-chip16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보이는 기호대로만 계산하기</a:t>
            </a:r>
            <a:endParaRPr lang="ko-KR" sz="2600" dirty="0"/>
          </a:p>
        </p:txBody>
      </p:sp>
      <p:sp>
        <p:nvSpPr>
          <p:cNvPr id="7" name="S14-text16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63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17 + 8 = 25를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 2개로</a:t>
            </a:r>
            <a:endParaRPr lang="ko-KR" sz="2600" dirty="0"/>
          </a:p>
        </p:txBody>
      </p:sp>
      <p:sp>
        <p:nvSpPr>
          <p:cNvPr id="9" name="S14-eqtext164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□ + 12 = 30</a:t>
            </a:r>
            <a:endParaRPr lang="ko-KR" sz="3000" dirty="0"/>
          </a:p>
        </p:txBody>
      </p:sp>
      <p:sp>
        <p:nvSpPr>
          <p:cNvPr id="10" name="S14-eqtext165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□ − 7 = 16</a:t>
            </a:r>
            <a:endParaRPr lang="ko-KR" sz="3000" dirty="0"/>
          </a:p>
        </p:txBody>
      </p:sp>
      <p:sp>
        <p:nvSpPr>
          <p:cNvPr id="11" name="S14-text16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곱셈의 뜻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받아내림 뺄셈</a:t>
            </a:r>
            <a:endParaRPr lang="ko-KR" sz="4400" dirty="0"/>
          </a:p>
        </p:txBody>
      </p:sp>
      <p:sp>
        <p:nvSpPr>
          <p:cNvPr id="3" name="S15-text1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52 − 18을 수 모형으로 해요.</a:t>
            </a:r>
            <a:endParaRPr lang="ko-KR" sz="3200" dirty="0"/>
          </a:p>
        </p:txBody>
      </p:sp>
      <p:sp>
        <p:nvSpPr>
          <p:cNvPr id="4" name="S15-card168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69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52 − 18 = 34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1개를 일 10개로 바꾸어 빼요.</a:t>
            </a:r>
            <a:endParaRPr lang="ko-KR" sz="3200" dirty="0"/>
          </a:p>
        </p:txBody>
      </p:sp>
      <p:sp>
        <p:nvSpPr>
          <p:cNvPr id="6" name="S15-rod170"/>
          <p:cNvSpPr/>
          <p:nvPr/>
        </p:nvSpPr>
        <p:spPr>
          <a:xfrm>
            <a:off x="217456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line171"/>
          <p:cNvSpPr/>
          <p:nvPr/>
        </p:nvSpPr>
        <p:spPr>
          <a:xfrm>
            <a:off x="217456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5-line172"/>
          <p:cNvSpPr/>
          <p:nvPr/>
        </p:nvSpPr>
        <p:spPr>
          <a:xfrm>
            <a:off x="217456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5-line173"/>
          <p:cNvSpPr/>
          <p:nvPr/>
        </p:nvSpPr>
        <p:spPr>
          <a:xfrm>
            <a:off x="217456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5-line174"/>
          <p:cNvSpPr/>
          <p:nvPr/>
        </p:nvSpPr>
        <p:spPr>
          <a:xfrm>
            <a:off x="217456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5-line175"/>
          <p:cNvSpPr/>
          <p:nvPr/>
        </p:nvSpPr>
        <p:spPr>
          <a:xfrm>
            <a:off x="217456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5-line176"/>
          <p:cNvSpPr/>
          <p:nvPr/>
        </p:nvSpPr>
        <p:spPr>
          <a:xfrm>
            <a:off x="217456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5-line177"/>
          <p:cNvSpPr/>
          <p:nvPr/>
        </p:nvSpPr>
        <p:spPr>
          <a:xfrm>
            <a:off x="217456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5-line178"/>
          <p:cNvSpPr/>
          <p:nvPr/>
        </p:nvSpPr>
        <p:spPr>
          <a:xfrm>
            <a:off x="217456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5-line179"/>
          <p:cNvSpPr/>
          <p:nvPr/>
        </p:nvSpPr>
        <p:spPr>
          <a:xfrm>
            <a:off x="217456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5-rod180"/>
          <p:cNvSpPr/>
          <p:nvPr/>
        </p:nvSpPr>
        <p:spPr>
          <a:xfrm>
            <a:off x="250605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5-line181"/>
          <p:cNvSpPr/>
          <p:nvPr/>
        </p:nvSpPr>
        <p:spPr>
          <a:xfrm>
            <a:off x="250605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5-line182"/>
          <p:cNvSpPr/>
          <p:nvPr/>
        </p:nvSpPr>
        <p:spPr>
          <a:xfrm>
            <a:off x="250605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5-line183"/>
          <p:cNvSpPr/>
          <p:nvPr/>
        </p:nvSpPr>
        <p:spPr>
          <a:xfrm>
            <a:off x="250605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5-line184"/>
          <p:cNvSpPr/>
          <p:nvPr/>
        </p:nvSpPr>
        <p:spPr>
          <a:xfrm>
            <a:off x="250605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5-line185"/>
          <p:cNvSpPr/>
          <p:nvPr/>
        </p:nvSpPr>
        <p:spPr>
          <a:xfrm>
            <a:off x="250605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5-line186"/>
          <p:cNvSpPr/>
          <p:nvPr/>
        </p:nvSpPr>
        <p:spPr>
          <a:xfrm>
            <a:off x="250605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5-line187"/>
          <p:cNvSpPr/>
          <p:nvPr/>
        </p:nvSpPr>
        <p:spPr>
          <a:xfrm>
            <a:off x="250605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5-line188"/>
          <p:cNvSpPr/>
          <p:nvPr/>
        </p:nvSpPr>
        <p:spPr>
          <a:xfrm>
            <a:off x="250605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5-line189"/>
          <p:cNvSpPr/>
          <p:nvPr/>
        </p:nvSpPr>
        <p:spPr>
          <a:xfrm>
            <a:off x="250605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5-rod190"/>
          <p:cNvSpPr/>
          <p:nvPr/>
        </p:nvSpPr>
        <p:spPr>
          <a:xfrm>
            <a:off x="2837545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5-line191"/>
          <p:cNvSpPr/>
          <p:nvPr/>
        </p:nvSpPr>
        <p:spPr>
          <a:xfrm>
            <a:off x="2837545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5-line192"/>
          <p:cNvSpPr/>
          <p:nvPr/>
        </p:nvSpPr>
        <p:spPr>
          <a:xfrm>
            <a:off x="2837545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5-line193"/>
          <p:cNvSpPr/>
          <p:nvPr/>
        </p:nvSpPr>
        <p:spPr>
          <a:xfrm>
            <a:off x="2837545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5-line194"/>
          <p:cNvSpPr/>
          <p:nvPr/>
        </p:nvSpPr>
        <p:spPr>
          <a:xfrm>
            <a:off x="2837545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5-line195"/>
          <p:cNvSpPr/>
          <p:nvPr/>
        </p:nvSpPr>
        <p:spPr>
          <a:xfrm>
            <a:off x="2837545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5-line196"/>
          <p:cNvSpPr/>
          <p:nvPr/>
        </p:nvSpPr>
        <p:spPr>
          <a:xfrm>
            <a:off x="2837545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5-line197"/>
          <p:cNvSpPr/>
          <p:nvPr/>
        </p:nvSpPr>
        <p:spPr>
          <a:xfrm>
            <a:off x="2837545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5-line198"/>
          <p:cNvSpPr/>
          <p:nvPr/>
        </p:nvSpPr>
        <p:spPr>
          <a:xfrm>
            <a:off x="2837545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5-line199"/>
          <p:cNvSpPr/>
          <p:nvPr/>
        </p:nvSpPr>
        <p:spPr>
          <a:xfrm>
            <a:off x="2837545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5-rod200"/>
          <p:cNvSpPr/>
          <p:nvPr/>
        </p:nvSpPr>
        <p:spPr>
          <a:xfrm>
            <a:off x="3169035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5-line201"/>
          <p:cNvSpPr/>
          <p:nvPr/>
        </p:nvSpPr>
        <p:spPr>
          <a:xfrm>
            <a:off x="3169035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5-line202"/>
          <p:cNvSpPr/>
          <p:nvPr/>
        </p:nvSpPr>
        <p:spPr>
          <a:xfrm>
            <a:off x="3169035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5-line203"/>
          <p:cNvSpPr/>
          <p:nvPr/>
        </p:nvSpPr>
        <p:spPr>
          <a:xfrm>
            <a:off x="3169035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5-line204"/>
          <p:cNvSpPr/>
          <p:nvPr/>
        </p:nvSpPr>
        <p:spPr>
          <a:xfrm>
            <a:off x="3169035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5-line205"/>
          <p:cNvSpPr/>
          <p:nvPr/>
        </p:nvSpPr>
        <p:spPr>
          <a:xfrm>
            <a:off x="3169035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5-line206"/>
          <p:cNvSpPr/>
          <p:nvPr/>
        </p:nvSpPr>
        <p:spPr>
          <a:xfrm>
            <a:off x="3169035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5-line207"/>
          <p:cNvSpPr/>
          <p:nvPr/>
        </p:nvSpPr>
        <p:spPr>
          <a:xfrm>
            <a:off x="3169035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5-line208"/>
          <p:cNvSpPr/>
          <p:nvPr/>
        </p:nvSpPr>
        <p:spPr>
          <a:xfrm>
            <a:off x="3169035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5-line209"/>
          <p:cNvSpPr/>
          <p:nvPr/>
        </p:nvSpPr>
        <p:spPr>
          <a:xfrm>
            <a:off x="3169035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5-unit210"/>
          <p:cNvSpPr/>
          <p:nvPr/>
        </p:nvSpPr>
        <p:spPr>
          <a:xfrm>
            <a:off x="3500524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15-unit211"/>
          <p:cNvSpPr/>
          <p:nvPr/>
        </p:nvSpPr>
        <p:spPr>
          <a:xfrm>
            <a:off x="3500524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15-unit212"/>
          <p:cNvSpPr/>
          <p:nvPr/>
        </p:nvSpPr>
        <p:spPr>
          <a:xfrm>
            <a:off x="3500524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15-unit213"/>
          <p:cNvSpPr/>
          <p:nvPr/>
        </p:nvSpPr>
        <p:spPr>
          <a:xfrm>
            <a:off x="3500524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15-unit214"/>
          <p:cNvSpPr/>
          <p:nvPr/>
        </p:nvSpPr>
        <p:spPr>
          <a:xfrm>
            <a:off x="3500524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15-unit215"/>
          <p:cNvSpPr/>
          <p:nvPr/>
        </p:nvSpPr>
        <p:spPr>
          <a:xfrm>
            <a:off x="3769859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15-unit216"/>
          <p:cNvSpPr/>
          <p:nvPr/>
        </p:nvSpPr>
        <p:spPr>
          <a:xfrm>
            <a:off x="3769859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15-unit217"/>
          <p:cNvSpPr/>
          <p:nvPr/>
        </p:nvSpPr>
        <p:spPr>
          <a:xfrm>
            <a:off x="3769859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15-unit218"/>
          <p:cNvSpPr/>
          <p:nvPr/>
        </p:nvSpPr>
        <p:spPr>
          <a:xfrm>
            <a:off x="3769859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15-unit219"/>
          <p:cNvSpPr/>
          <p:nvPr/>
        </p:nvSpPr>
        <p:spPr>
          <a:xfrm>
            <a:off x="3769859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15-unit220"/>
          <p:cNvSpPr/>
          <p:nvPr/>
        </p:nvSpPr>
        <p:spPr>
          <a:xfrm>
            <a:off x="4039195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15-unit221"/>
          <p:cNvSpPr/>
          <p:nvPr/>
        </p:nvSpPr>
        <p:spPr>
          <a:xfrm>
            <a:off x="4039195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15-figure222" descr="십 모형 4개와 일 모형 12개"/>
          <p:cNvSpPr/>
          <p:nvPr/>
        </p:nvSpPr>
        <p:spPr>
          <a:xfrm>
            <a:off x="548640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15-label223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52를 바꾸면</a:t>
            </a:r>
            <a:endParaRPr lang="ko-KR" sz="2600" dirty="0"/>
          </a:p>
        </p:txBody>
      </p:sp>
      <p:sp>
        <p:nvSpPr>
          <p:cNvPr id="60" name="S15-rod224"/>
          <p:cNvSpPr/>
          <p:nvPr/>
        </p:nvSpPr>
        <p:spPr>
          <a:xfrm>
            <a:off x="8315502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15-line225"/>
          <p:cNvSpPr/>
          <p:nvPr/>
        </p:nvSpPr>
        <p:spPr>
          <a:xfrm>
            <a:off x="8315502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5-line226"/>
          <p:cNvSpPr/>
          <p:nvPr/>
        </p:nvSpPr>
        <p:spPr>
          <a:xfrm>
            <a:off x="8315502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5-line227"/>
          <p:cNvSpPr/>
          <p:nvPr/>
        </p:nvSpPr>
        <p:spPr>
          <a:xfrm>
            <a:off x="8315502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5-line228"/>
          <p:cNvSpPr/>
          <p:nvPr/>
        </p:nvSpPr>
        <p:spPr>
          <a:xfrm>
            <a:off x="8315502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5-line229"/>
          <p:cNvSpPr/>
          <p:nvPr/>
        </p:nvSpPr>
        <p:spPr>
          <a:xfrm>
            <a:off x="8315502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5-line230"/>
          <p:cNvSpPr/>
          <p:nvPr/>
        </p:nvSpPr>
        <p:spPr>
          <a:xfrm>
            <a:off x="8315502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5-line231"/>
          <p:cNvSpPr/>
          <p:nvPr/>
        </p:nvSpPr>
        <p:spPr>
          <a:xfrm>
            <a:off x="8315502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15-line232"/>
          <p:cNvSpPr/>
          <p:nvPr/>
        </p:nvSpPr>
        <p:spPr>
          <a:xfrm>
            <a:off x="8315502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5-line233"/>
          <p:cNvSpPr/>
          <p:nvPr/>
        </p:nvSpPr>
        <p:spPr>
          <a:xfrm>
            <a:off x="8315502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5-rod234"/>
          <p:cNvSpPr/>
          <p:nvPr/>
        </p:nvSpPr>
        <p:spPr>
          <a:xfrm>
            <a:off x="8646992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15-line235"/>
          <p:cNvSpPr/>
          <p:nvPr/>
        </p:nvSpPr>
        <p:spPr>
          <a:xfrm>
            <a:off x="8646992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15-line236"/>
          <p:cNvSpPr/>
          <p:nvPr/>
        </p:nvSpPr>
        <p:spPr>
          <a:xfrm>
            <a:off x="8646992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15-line237"/>
          <p:cNvSpPr/>
          <p:nvPr/>
        </p:nvSpPr>
        <p:spPr>
          <a:xfrm>
            <a:off x="8646992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15-line238"/>
          <p:cNvSpPr/>
          <p:nvPr/>
        </p:nvSpPr>
        <p:spPr>
          <a:xfrm>
            <a:off x="8646992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15-line239"/>
          <p:cNvSpPr/>
          <p:nvPr/>
        </p:nvSpPr>
        <p:spPr>
          <a:xfrm>
            <a:off x="8646992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15-line240"/>
          <p:cNvSpPr/>
          <p:nvPr/>
        </p:nvSpPr>
        <p:spPr>
          <a:xfrm>
            <a:off x="8646992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15-line241"/>
          <p:cNvSpPr/>
          <p:nvPr/>
        </p:nvSpPr>
        <p:spPr>
          <a:xfrm>
            <a:off x="8646992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15-line242"/>
          <p:cNvSpPr/>
          <p:nvPr/>
        </p:nvSpPr>
        <p:spPr>
          <a:xfrm>
            <a:off x="8646992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15-line243"/>
          <p:cNvSpPr/>
          <p:nvPr/>
        </p:nvSpPr>
        <p:spPr>
          <a:xfrm>
            <a:off x="8646992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15-rod244"/>
          <p:cNvSpPr/>
          <p:nvPr/>
        </p:nvSpPr>
        <p:spPr>
          <a:xfrm>
            <a:off x="8978481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15-line245"/>
          <p:cNvSpPr/>
          <p:nvPr/>
        </p:nvSpPr>
        <p:spPr>
          <a:xfrm>
            <a:off x="8978481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15-line246"/>
          <p:cNvSpPr/>
          <p:nvPr/>
        </p:nvSpPr>
        <p:spPr>
          <a:xfrm>
            <a:off x="8978481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15-line247"/>
          <p:cNvSpPr/>
          <p:nvPr/>
        </p:nvSpPr>
        <p:spPr>
          <a:xfrm>
            <a:off x="8978481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15-line248"/>
          <p:cNvSpPr/>
          <p:nvPr/>
        </p:nvSpPr>
        <p:spPr>
          <a:xfrm>
            <a:off x="8978481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5-line249"/>
          <p:cNvSpPr/>
          <p:nvPr/>
        </p:nvSpPr>
        <p:spPr>
          <a:xfrm>
            <a:off x="8978481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5-line250"/>
          <p:cNvSpPr/>
          <p:nvPr/>
        </p:nvSpPr>
        <p:spPr>
          <a:xfrm>
            <a:off x="8978481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5-line251"/>
          <p:cNvSpPr/>
          <p:nvPr/>
        </p:nvSpPr>
        <p:spPr>
          <a:xfrm>
            <a:off x="8978481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5-line252"/>
          <p:cNvSpPr/>
          <p:nvPr/>
        </p:nvSpPr>
        <p:spPr>
          <a:xfrm>
            <a:off x="8978481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5-line253"/>
          <p:cNvSpPr/>
          <p:nvPr/>
        </p:nvSpPr>
        <p:spPr>
          <a:xfrm>
            <a:off x="8978481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5-unit254"/>
          <p:cNvSpPr/>
          <p:nvPr/>
        </p:nvSpPr>
        <p:spPr>
          <a:xfrm>
            <a:off x="9309971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15-unit255"/>
          <p:cNvSpPr/>
          <p:nvPr/>
        </p:nvSpPr>
        <p:spPr>
          <a:xfrm>
            <a:off x="9309971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15-unit256"/>
          <p:cNvSpPr/>
          <p:nvPr/>
        </p:nvSpPr>
        <p:spPr>
          <a:xfrm>
            <a:off x="9309971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15-unit257"/>
          <p:cNvSpPr/>
          <p:nvPr/>
        </p:nvSpPr>
        <p:spPr>
          <a:xfrm>
            <a:off x="9309971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15-figure258" descr="십 모형 3개와 일 모형 4개"/>
          <p:cNvSpPr/>
          <p:nvPr/>
        </p:nvSpPr>
        <p:spPr>
          <a:xfrm>
            <a:off x="6254496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15-label259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18을 빼면 34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덧셈과 뺄셈의 관계</dc:title>
  <dc:subject>KR22-G02-MAT-ADDSUB-L01</dc:subject>
  <dc:creator>education-ppt</dc:creator>
  <cp:lastModifiedBy>education-ppt</cp:lastModifiedBy>
  <cp:revision>1</cp:revision>
  <dcterms:created xsi:type="dcterms:W3CDTF">2026-10-26T07:04:32Z</dcterms:created>
  <dcterms:modified xsi:type="dcterms:W3CDTF">2026-10-26T07:04:32Z</dcterms:modified>
</cp:coreProperties>
</file>