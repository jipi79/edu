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124a853-c231-2635-6530-4be34da3a720}">
          <p14:sldIdLst>
            <p14:sldId id="256"/>
            <p14:sldId id="257"/>
          </p14:sldIdLst>
        </p14:section>
        <p14:section name="개념" id="{266c122b-8aaf-1703-e7d7-9a9859f34cdb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e2ad7cdf-03ae-8dc2-deb3-2b76f92628f7}">
          <p14:sldIdLst>
            <p14:sldId id="264"/>
            <p14:sldId id="265"/>
          </p14:sldIdLst>
        </p14:section>
        <p14:section name="확인" id="{3af7a157-a1e0-3dd1-06da-34390907532f}">
          <p14:sldIdLst>
            <p14:sldId id="266"/>
            <p14:sldId id="267"/>
          </p14:sldIdLst>
        </p14:section>
        <p14:section name="정리" id="{63b12623-3b21-3759-6ad8-8720b0739ef2}">
          <p14:sldIdLst>
            <p14:sldId id="268"/>
          </p14:sldIdLst>
        </p14:section>
        <p14:section name="보충" id="{1cf502ae-7a23-6966-2ad1-c2df32027d9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2단과 5단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2단과 5단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2단과 5단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2단과 5단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2씩, 5씩 빨리 세려면?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062722" y="12047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748522" y="12047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434322" y="12047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10120122" y="12047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805922" y="12047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06272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74852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943432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1012012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1080592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8062722" y="25763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8748522" y="25763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9434322" y="25763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120122" y="25763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dot15"/>
          <p:cNvSpPr/>
          <p:nvPr/>
        </p:nvSpPr>
        <p:spPr>
          <a:xfrm>
            <a:off x="10805922" y="25763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1-group16"/>
          <p:cNvSpPr/>
          <p:nvPr/>
        </p:nvSpPr>
        <p:spPr>
          <a:xfrm>
            <a:off x="7959852" y="1110996"/>
            <a:ext cx="33741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1-group17"/>
          <p:cNvSpPr/>
          <p:nvPr/>
        </p:nvSpPr>
        <p:spPr>
          <a:xfrm>
            <a:off x="7959852" y="1796796"/>
            <a:ext cx="33741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1-group18"/>
          <p:cNvSpPr/>
          <p:nvPr/>
        </p:nvSpPr>
        <p:spPr>
          <a:xfrm>
            <a:off x="7959852" y="2482596"/>
            <a:ext cx="33741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1-figure19" descr="5개씩 묶은 점 3줄, 모두 15개"/>
          <p:cNvSpPr/>
          <p:nvPr/>
        </p:nvSpPr>
        <p:spPr>
          <a:xfrm>
            <a:off x="7932420" y="1074420"/>
            <a:ext cx="34290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1-card20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4" name="S01-cardtext21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2씩 묶어 세어 2단 곱셈구구를 만들어요.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5씩 묶어 세어 5단 곱셈구구를 만들어요.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곱셈식으로 나타내요.</a:t>
            </a:r>
            <a:endParaRPr lang="ko-KR" sz="3200" dirty="0"/>
          </a:p>
        </p:txBody>
      </p:sp>
      <p:sp>
        <p:nvSpPr>
          <p:cNvPr id="4" name="S02-chip2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dot24"/>
          <p:cNvSpPr/>
          <p:nvPr/>
        </p:nvSpPr>
        <p:spPr>
          <a:xfrm>
            <a:off x="2674925" y="209275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dot25"/>
          <p:cNvSpPr/>
          <p:nvPr/>
        </p:nvSpPr>
        <p:spPr>
          <a:xfrm>
            <a:off x="3101645" y="209275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2-dot26"/>
          <p:cNvSpPr/>
          <p:nvPr/>
        </p:nvSpPr>
        <p:spPr>
          <a:xfrm>
            <a:off x="3528365" y="209275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dot27"/>
          <p:cNvSpPr/>
          <p:nvPr/>
        </p:nvSpPr>
        <p:spPr>
          <a:xfrm>
            <a:off x="3955085" y="209275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2-dot28"/>
          <p:cNvSpPr/>
          <p:nvPr/>
        </p:nvSpPr>
        <p:spPr>
          <a:xfrm>
            <a:off x="2674925" y="251947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dot29"/>
          <p:cNvSpPr/>
          <p:nvPr/>
        </p:nvSpPr>
        <p:spPr>
          <a:xfrm>
            <a:off x="3101645" y="251947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2-dot30"/>
          <p:cNvSpPr/>
          <p:nvPr/>
        </p:nvSpPr>
        <p:spPr>
          <a:xfrm>
            <a:off x="3528365" y="251947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dot31"/>
          <p:cNvSpPr/>
          <p:nvPr/>
        </p:nvSpPr>
        <p:spPr>
          <a:xfrm>
            <a:off x="3955085" y="251947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2-dot32"/>
          <p:cNvSpPr/>
          <p:nvPr/>
        </p:nvSpPr>
        <p:spPr>
          <a:xfrm>
            <a:off x="2674925" y="294619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dot33"/>
          <p:cNvSpPr/>
          <p:nvPr/>
        </p:nvSpPr>
        <p:spPr>
          <a:xfrm>
            <a:off x="3101645" y="294619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dot34"/>
          <p:cNvSpPr/>
          <p:nvPr/>
        </p:nvSpPr>
        <p:spPr>
          <a:xfrm>
            <a:off x="3528365" y="294619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dot35"/>
          <p:cNvSpPr/>
          <p:nvPr/>
        </p:nvSpPr>
        <p:spPr>
          <a:xfrm>
            <a:off x="3955085" y="294619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group36"/>
          <p:cNvSpPr/>
          <p:nvPr/>
        </p:nvSpPr>
        <p:spPr>
          <a:xfrm>
            <a:off x="2621280" y="2048256"/>
            <a:ext cx="1652016" cy="353568"/>
          </a:xfrm>
          <a:prstGeom prst="roundRect">
            <a:avLst>
              <a:gd name="adj" fmla="val 3103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2-group37"/>
          <p:cNvSpPr/>
          <p:nvPr/>
        </p:nvSpPr>
        <p:spPr>
          <a:xfrm>
            <a:off x="2621280" y="2474976"/>
            <a:ext cx="1652016" cy="353568"/>
          </a:xfrm>
          <a:prstGeom prst="roundRect">
            <a:avLst>
              <a:gd name="adj" fmla="val 3103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2-group38"/>
          <p:cNvSpPr/>
          <p:nvPr/>
        </p:nvSpPr>
        <p:spPr>
          <a:xfrm>
            <a:off x="2621280" y="2901696"/>
            <a:ext cx="1652016" cy="353568"/>
          </a:xfrm>
          <a:prstGeom prst="roundRect">
            <a:avLst>
              <a:gd name="adj" fmla="val 3103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2-figure39" descr="4개씩 묶은 점 3줄"/>
          <p:cNvSpPr/>
          <p:nvPr/>
        </p:nvSpPr>
        <p:spPr>
          <a:xfrm>
            <a:off x="2593848" y="2011680"/>
            <a:ext cx="170688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2-chip4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2" name="S02-text4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+ 3 + 3 + 3을 곱셈식으로</a:t>
            </a:r>
            <a:endParaRPr lang="ko-KR" sz="3200" dirty="0"/>
          </a:p>
        </p:txBody>
      </p:sp>
      <p:sp>
        <p:nvSpPr>
          <p:cNvPr id="23" name="S02-chip4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4" name="S02-text4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5의 2배는 얼마예요?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묶어 세요</a:t>
            </a:r>
            <a:endParaRPr lang="ko-KR" sz="4400" dirty="0"/>
          </a:p>
        </p:txBody>
      </p:sp>
      <p:sp>
        <p:nvSpPr>
          <p:cNvPr id="3" name="S03-text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2개씩 한 묶음이 하나씩 늘어나요.</a:t>
            </a:r>
            <a:endParaRPr lang="ko-KR" sz="3200" dirty="0"/>
          </a:p>
        </p:txBody>
      </p:sp>
      <p:sp>
        <p:nvSpPr>
          <p:cNvPr id="4" name="S03-card4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2, 4, 6, 8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하나 늘면 2개 늘어요.</a:t>
            </a:r>
            <a:endParaRPr lang="ko-KR" sz="3200" dirty="0"/>
          </a:p>
        </p:txBody>
      </p:sp>
      <p:sp>
        <p:nvSpPr>
          <p:cNvPr id="6" name="S03-dot47"/>
          <p:cNvSpPr/>
          <p:nvPr/>
        </p:nvSpPr>
        <p:spPr>
          <a:xfrm>
            <a:off x="140771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48"/>
          <p:cNvSpPr/>
          <p:nvPr/>
        </p:nvSpPr>
        <p:spPr>
          <a:xfrm>
            <a:off x="191063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group49"/>
          <p:cNvSpPr/>
          <p:nvPr/>
        </p:nvSpPr>
        <p:spPr>
          <a:xfrm>
            <a:off x="1339596" y="287413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" name="S03-figure50" descr="2개씩 1묶음, 점 2개"/>
          <p:cNvSpPr/>
          <p:nvPr/>
        </p:nvSpPr>
        <p:spPr>
          <a:xfrm>
            <a:off x="1312164" y="2837561"/>
            <a:ext cx="100584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3-label51"/>
          <p:cNvSpPr txBox="1"/>
          <p:nvPr/>
        </p:nvSpPr>
        <p:spPr>
          <a:xfrm>
            <a:off x="548640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1</a:t>
            </a:r>
            <a:endParaRPr lang="ko-KR" sz="2600" dirty="0"/>
          </a:p>
        </p:txBody>
      </p:sp>
      <p:sp>
        <p:nvSpPr>
          <p:cNvPr id="11" name="S03-dot52"/>
          <p:cNvSpPr/>
          <p:nvPr/>
        </p:nvSpPr>
        <p:spPr>
          <a:xfrm>
            <a:off x="426064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53"/>
          <p:cNvSpPr/>
          <p:nvPr/>
        </p:nvSpPr>
        <p:spPr>
          <a:xfrm>
            <a:off x="476356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54"/>
          <p:cNvSpPr/>
          <p:nvPr/>
        </p:nvSpPr>
        <p:spPr>
          <a:xfrm>
            <a:off x="426064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55"/>
          <p:cNvSpPr/>
          <p:nvPr/>
        </p:nvSpPr>
        <p:spPr>
          <a:xfrm>
            <a:off x="476356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group56"/>
          <p:cNvSpPr/>
          <p:nvPr/>
        </p:nvSpPr>
        <p:spPr>
          <a:xfrm>
            <a:off x="4192524" y="262267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3-group57"/>
          <p:cNvSpPr/>
          <p:nvPr/>
        </p:nvSpPr>
        <p:spPr>
          <a:xfrm>
            <a:off x="4192524" y="312559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3-figure58" descr="2개씩 2묶음, 점 4개"/>
          <p:cNvSpPr/>
          <p:nvPr/>
        </p:nvSpPr>
        <p:spPr>
          <a:xfrm>
            <a:off x="4165092" y="2586101"/>
            <a:ext cx="100584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3-label59"/>
          <p:cNvSpPr txBox="1"/>
          <p:nvPr/>
        </p:nvSpPr>
        <p:spPr>
          <a:xfrm>
            <a:off x="3401568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2</a:t>
            </a:r>
            <a:endParaRPr lang="ko-KR" sz="2600" dirty="0"/>
          </a:p>
        </p:txBody>
      </p:sp>
      <p:sp>
        <p:nvSpPr>
          <p:cNvPr id="19" name="S03-dot60"/>
          <p:cNvSpPr/>
          <p:nvPr/>
        </p:nvSpPr>
        <p:spPr>
          <a:xfrm>
            <a:off x="711357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61"/>
          <p:cNvSpPr/>
          <p:nvPr/>
        </p:nvSpPr>
        <p:spPr>
          <a:xfrm>
            <a:off x="761649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dot62"/>
          <p:cNvSpPr/>
          <p:nvPr/>
        </p:nvSpPr>
        <p:spPr>
          <a:xfrm>
            <a:off x="711357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dot63"/>
          <p:cNvSpPr/>
          <p:nvPr/>
        </p:nvSpPr>
        <p:spPr>
          <a:xfrm>
            <a:off x="761649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dot64"/>
          <p:cNvSpPr/>
          <p:nvPr/>
        </p:nvSpPr>
        <p:spPr>
          <a:xfrm>
            <a:off x="711357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65"/>
          <p:cNvSpPr/>
          <p:nvPr/>
        </p:nvSpPr>
        <p:spPr>
          <a:xfrm>
            <a:off x="761649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group66"/>
          <p:cNvSpPr/>
          <p:nvPr/>
        </p:nvSpPr>
        <p:spPr>
          <a:xfrm>
            <a:off x="7045452" y="237121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3-group67"/>
          <p:cNvSpPr/>
          <p:nvPr/>
        </p:nvSpPr>
        <p:spPr>
          <a:xfrm>
            <a:off x="7045452" y="287413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3-group68"/>
          <p:cNvSpPr/>
          <p:nvPr/>
        </p:nvSpPr>
        <p:spPr>
          <a:xfrm>
            <a:off x="7045452" y="337705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3-figure69" descr="2개씩 3묶음, 점 6개"/>
          <p:cNvSpPr/>
          <p:nvPr/>
        </p:nvSpPr>
        <p:spPr>
          <a:xfrm>
            <a:off x="7018020" y="2334641"/>
            <a:ext cx="100584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3-label70"/>
          <p:cNvSpPr txBox="1"/>
          <p:nvPr/>
        </p:nvSpPr>
        <p:spPr>
          <a:xfrm>
            <a:off x="6254496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3</a:t>
            </a:r>
            <a:endParaRPr lang="ko-KR" sz="2600" dirty="0"/>
          </a:p>
        </p:txBody>
      </p:sp>
      <p:sp>
        <p:nvSpPr>
          <p:cNvPr id="30" name="S03-dot71"/>
          <p:cNvSpPr/>
          <p:nvPr/>
        </p:nvSpPr>
        <p:spPr>
          <a:xfrm>
            <a:off x="996650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dot72"/>
          <p:cNvSpPr/>
          <p:nvPr/>
        </p:nvSpPr>
        <p:spPr>
          <a:xfrm>
            <a:off x="1046942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3-dot73"/>
          <p:cNvSpPr/>
          <p:nvPr/>
        </p:nvSpPr>
        <p:spPr>
          <a:xfrm>
            <a:off x="996650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3-dot74"/>
          <p:cNvSpPr/>
          <p:nvPr/>
        </p:nvSpPr>
        <p:spPr>
          <a:xfrm>
            <a:off x="1046942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3-dot75"/>
          <p:cNvSpPr/>
          <p:nvPr/>
        </p:nvSpPr>
        <p:spPr>
          <a:xfrm>
            <a:off x="996650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3-dot76"/>
          <p:cNvSpPr/>
          <p:nvPr/>
        </p:nvSpPr>
        <p:spPr>
          <a:xfrm>
            <a:off x="1046942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3-dot77"/>
          <p:cNvSpPr/>
          <p:nvPr/>
        </p:nvSpPr>
        <p:spPr>
          <a:xfrm>
            <a:off x="996650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3-dot78"/>
          <p:cNvSpPr/>
          <p:nvPr/>
        </p:nvSpPr>
        <p:spPr>
          <a:xfrm>
            <a:off x="1046942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3-group79"/>
          <p:cNvSpPr/>
          <p:nvPr/>
        </p:nvSpPr>
        <p:spPr>
          <a:xfrm>
            <a:off x="9898380" y="211975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3-group80"/>
          <p:cNvSpPr/>
          <p:nvPr/>
        </p:nvSpPr>
        <p:spPr>
          <a:xfrm>
            <a:off x="9898380" y="262267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03-group81"/>
          <p:cNvSpPr/>
          <p:nvPr/>
        </p:nvSpPr>
        <p:spPr>
          <a:xfrm>
            <a:off x="9898380" y="312559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1" name="S03-group82"/>
          <p:cNvSpPr/>
          <p:nvPr/>
        </p:nvSpPr>
        <p:spPr>
          <a:xfrm>
            <a:off x="9898380" y="362851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03-figure83" descr="2개씩 4묶음, 점 8개"/>
          <p:cNvSpPr/>
          <p:nvPr/>
        </p:nvSpPr>
        <p:spPr>
          <a:xfrm>
            <a:off x="9870948" y="2083181"/>
            <a:ext cx="100584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03-label84"/>
          <p:cNvSpPr txBox="1"/>
          <p:nvPr/>
        </p:nvSpPr>
        <p:spPr>
          <a:xfrm>
            <a:off x="9107424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뛰어 세요</a:t>
            </a:r>
            <a:endParaRPr lang="ko-KR" sz="4400" dirty="0"/>
          </a:p>
        </p:txBody>
      </p:sp>
      <p:sp>
        <p:nvSpPr>
          <p:cNvPr id="3" name="S04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6은 0에서 2씩 6번 뛰어요.</a:t>
            </a:r>
            <a:endParaRPr lang="ko-KR" sz="3200" dirty="0"/>
          </a:p>
        </p:txBody>
      </p:sp>
      <p:sp>
        <p:nvSpPr>
          <p:cNvPr id="4" name="S04-card8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8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6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12는 2와 6의 ‘곱’이에요.</a:t>
            </a:r>
            <a:endParaRPr lang="ko-KR" sz="3200" dirty="0"/>
          </a:p>
        </p:txBody>
      </p:sp>
      <p:sp>
        <p:nvSpPr>
          <p:cNvPr id="6" name="S04-line88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4-line89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4-label90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4-line91"/>
          <p:cNvSpPr/>
          <p:nvPr/>
        </p:nvSpPr>
        <p:spPr>
          <a:xfrm>
            <a:off x="153060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abel92"/>
          <p:cNvSpPr txBox="1"/>
          <p:nvPr/>
        </p:nvSpPr>
        <p:spPr>
          <a:xfrm>
            <a:off x="107340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04-line93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abel94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04-line95"/>
          <p:cNvSpPr/>
          <p:nvPr/>
        </p:nvSpPr>
        <p:spPr>
          <a:xfrm>
            <a:off x="267157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label96"/>
          <p:cNvSpPr txBox="1"/>
          <p:nvPr/>
        </p:nvSpPr>
        <p:spPr>
          <a:xfrm>
            <a:off x="221437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04-line97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abel98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04-line99"/>
          <p:cNvSpPr/>
          <p:nvPr/>
        </p:nvSpPr>
        <p:spPr>
          <a:xfrm>
            <a:off x="381254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abel100"/>
          <p:cNvSpPr txBox="1"/>
          <p:nvPr/>
        </p:nvSpPr>
        <p:spPr>
          <a:xfrm>
            <a:off x="335534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04-line101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4-label102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04-line103"/>
          <p:cNvSpPr/>
          <p:nvPr/>
        </p:nvSpPr>
        <p:spPr>
          <a:xfrm>
            <a:off x="495350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4-label104"/>
          <p:cNvSpPr txBox="1"/>
          <p:nvPr/>
        </p:nvSpPr>
        <p:spPr>
          <a:xfrm>
            <a:off x="449630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04-line105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4-label106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04-line107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label108"/>
          <p:cNvSpPr txBox="1"/>
          <p:nvPr/>
        </p:nvSpPr>
        <p:spPr>
          <a:xfrm>
            <a:off x="563727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04-line109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label110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9" name="S04-line111"/>
          <p:cNvSpPr/>
          <p:nvPr/>
        </p:nvSpPr>
        <p:spPr>
          <a:xfrm>
            <a:off x="723544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label112"/>
          <p:cNvSpPr txBox="1"/>
          <p:nvPr/>
        </p:nvSpPr>
        <p:spPr>
          <a:xfrm>
            <a:off x="677824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31" name="S04-line113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4-label114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33" name="S04-line115"/>
          <p:cNvSpPr/>
          <p:nvPr/>
        </p:nvSpPr>
        <p:spPr>
          <a:xfrm>
            <a:off x="837641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4-label116"/>
          <p:cNvSpPr txBox="1"/>
          <p:nvPr/>
        </p:nvSpPr>
        <p:spPr>
          <a:xfrm>
            <a:off x="791921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2600" dirty="0"/>
          </a:p>
        </p:txBody>
      </p:sp>
      <p:sp>
        <p:nvSpPr>
          <p:cNvPr id="35" name="S04-line117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4-label118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37" name="S04-line119"/>
          <p:cNvSpPr/>
          <p:nvPr/>
        </p:nvSpPr>
        <p:spPr>
          <a:xfrm>
            <a:off x="951738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4-label120"/>
          <p:cNvSpPr txBox="1"/>
          <p:nvPr/>
        </p:nvSpPr>
        <p:spPr>
          <a:xfrm>
            <a:off x="906018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39" name="S04-line121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4-label122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600" dirty="0"/>
          </a:p>
        </p:txBody>
      </p:sp>
      <p:sp>
        <p:nvSpPr>
          <p:cNvPr id="41" name="S04-line123"/>
          <p:cNvSpPr/>
          <p:nvPr/>
        </p:nvSpPr>
        <p:spPr>
          <a:xfrm>
            <a:off x="1065834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4-label124"/>
          <p:cNvSpPr txBox="1"/>
          <p:nvPr/>
        </p:nvSpPr>
        <p:spPr>
          <a:xfrm>
            <a:off x="1020114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ko-KR" sz="2600" dirty="0"/>
          </a:p>
        </p:txBody>
      </p:sp>
      <p:sp>
        <p:nvSpPr>
          <p:cNvPr id="43" name="S04-line125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4-label126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600" dirty="0"/>
          </a:p>
        </p:txBody>
      </p:sp>
      <p:sp>
        <p:nvSpPr>
          <p:cNvPr id="45" name="S04-mark127"/>
          <p:cNvSpPr/>
          <p:nvPr/>
        </p:nvSpPr>
        <p:spPr>
          <a:xfrm>
            <a:off x="771448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6" name="S04-line128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04-line129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04-label130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9" name="S04-line131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04-line132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04-label133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52" name="S04-line134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3" name="S04-line135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4" name="S04-label136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55" name="S04-line137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6" name="S04-line138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7" name="S04-label139"/>
          <p:cNvSpPr txBox="1"/>
          <p:nvPr/>
        </p:nvSpPr>
        <p:spPr>
          <a:xfrm>
            <a:off x="4383024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58" name="S04-line140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9" name="S04-line141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0" name="S04-label142"/>
          <p:cNvSpPr txBox="1"/>
          <p:nvPr/>
        </p:nvSpPr>
        <p:spPr>
          <a:xfrm>
            <a:off x="5523992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61" name="S04-line143"/>
          <p:cNvSpPr/>
          <p:nvPr/>
        </p:nvSpPr>
        <p:spPr>
          <a:xfrm flipV="1">
            <a:off x="666496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04-line144"/>
          <p:cNvSpPr/>
          <p:nvPr/>
        </p:nvSpPr>
        <p:spPr>
          <a:xfrm>
            <a:off x="666496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04-label145"/>
          <p:cNvSpPr txBox="1"/>
          <p:nvPr/>
        </p:nvSpPr>
        <p:spPr>
          <a:xfrm>
            <a:off x="666496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600" dirty="0"/>
          </a:p>
        </p:txBody>
      </p:sp>
      <p:sp>
        <p:nvSpPr>
          <p:cNvPr id="64" name="S04-figure146" descr="0부터 18까지 수직선에서 0부터 2씩 6번 뛰어 12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2단을 완성해요</a:t>
            </a:r>
            <a:endParaRPr lang="ko-KR" sz="4400" dirty="0"/>
          </a:p>
        </p:txBody>
      </p:sp>
      <p:sp>
        <p:nvSpPr>
          <p:cNvPr id="3" name="S05-text1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알맞은 곱을 말해요.</a:t>
            </a:r>
            <a:endParaRPr lang="ko-KR" sz="3200" dirty="0"/>
          </a:p>
        </p:txBody>
      </p:sp>
      <p:sp>
        <p:nvSpPr>
          <p:cNvPr id="4" name="S05-card1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곱에 2를 더하면 다음 곱이에요.</a:t>
            </a:r>
            <a:endParaRPr lang="ko-KR" sz="3200" dirty="0"/>
          </a:p>
        </p:txBody>
      </p:sp>
      <p:graphicFrame>
        <p:nvGraphicFramePr>
          <p:cNvPr id="6" name="S05-table1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37840"/>
          <a:ext cx="11091672" cy="914400"/>
        </p:xfrm>
        <a:graphic>
          <a:graphicData uri="http://schemas.openxmlformats.org/drawingml/2006/table">
            <a:tbl>
              <a:tblPr/>
              <a:tblGrid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5씩 묶어 세요</a:t>
            </a:r>
            <a:endParaRPr lang="ko-KR" sz="4400" dirty="0"/>
          </a:p>
        </p:txBody>
      </p:sp>
      <p:sp>
        <p:nvSpPr>
          <p:cNvPr id="3" name="S06-text1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하나에 손가락이 5개예요.</a:t>
            </a:r>
            <a:endParaRPr lang="ko-KR" sz="3200" dirty="0"/>
          </a:p>
        </p:txBody>
      </p:sp>
      <p:sp>
        <p:nvSpPr>
          <p:cNvPr id="4" name="S06-card15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5, 10, 15, 20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하나 늘면 5개 늘어요.</a:t>
            </a:r>
            <a:endParaRPr lang="ko-KR" sz="3200" dirty="0"/>
          </a:p>
        </p:txBody>
      </p:sp>
      <p:sp>
        <p:nvSpPr>
          <p:cNvPr id="6" name="S06-dot154"/>
          <p:cNvSpPr/>
          <p:nvPr/>
        </p:nvSpPr>
        <p:spPr>
          <a:xfrm>
            <a:off x="758952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55"/>
          <p:cNvSpPr/>
          <p:nvPr/>
        </p:nvSpPr>
        <p:spPr>
          <a:xfrm>
            <a:off x="1216152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56"/>
          <p:cNvSpPr/>
          <p:nvPr/>
        </p:nvSpPr>
        <p:spPr>
          <a:xfrm>
            <a:off x="1673352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57"/>
          <p:cNvSpPr/>
          <p:nvPr/>
        </p:nvSpPr>
        <p:spPr>
          <a:xfrm>
            <a:off x="2130552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58"/>
          <p:cNvSpPr/>
          <p:nvPr/>
        </p:nvSpPr>
        <p:spPr>
          <a:xfrm>
            <a:off x="2587752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group159"/>
          <p:cNvSpPr/>
          <p:nvPr/>
        </p:nvSpPr>
        <p:spPr>
          <a:xfrm>
            <a:off x="699516" y="28969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2" name="S06-figure160" descr="5개씩 1묶음, 점 5개"/>
          <p:cNvSpPr/>
          <p:nvPr/>
        </p:nvSpPr>
        <p:spPr>
          <a:xfrm>
            <a:off x="672084" y="2860421"/>
            <a:ext cx="2286000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6-label161"/>
          <p:cNvSpPr txBox="1"/>
          <p:nvPr/>
        </p:nvSpPr>
        <p:spPr>
          <a:xfrm>
            <a:off x="548640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1</a:t>
            </a:r>
            <a:endParaRPr lang="ko-KR" sz="2600" dirty="0"/>
          </a:p>
        </p:txBody>
      </p:sp>
      <p:sp>
        <p:nvSpPr>
          <p:cNvPr id="14" name="S06-dot162"/>
          <p:cNvSpPr/>
          <p:nvPr/>
        </p:nvSpPr>
        <p:spPr>
          <a:xfrm>
            <a:off x="361188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63"/>
          <p:cNvSpPr/>
          <p:nvPr/>
        </p:nvSpPr>
        <p:spPr>
          <a:xfrm>
            <a:off x="406908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64"/>
          <p:cNvSpPr/>
          <p:nvPr/>
        </p:nvSpPr>
        <p:spPr>
          <a:xfrm>
            <a:off x="452628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65"/>
          <p:cNvSpPr/>
          <p:nvPr/>
        </p:nvSpPr>
        <p:spPr>
          <a:xfrm>
            <a:off x="498348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dot166"/>
          <p:cNvSpPr/>
          <p:nvPr/>
        </p:nvSpPr>
        <p:spPr>
          <a:xfrm>
            <a:off x="544068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6-dot167"/>
          <p:cNvSpPr/>
          <p:nvPr/>
        </p:nvSpPr>
        <p:spPr>
          <a:xfrm>
            <a:off x="361188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168"/>
          <p:cNvSpPr/>
          <p:nvPr/>
        </p:nvSpPr>
        <p:spPr>
          <a:xfrm>
            <a:off x="406908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69"/>
          <p:cNvSpPr/>
          <p:nvPr/>
        </p:nvSpPr>
        <p:spPr>
          <a:xfrm>
            <a:off x="452628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170"/>
          <p:cNvSpPr/>
          <p:nvPr/>
        </p:nvSpPr>
        <p:spPr>
          <a:xfrm>
            <a:off x="498348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171"/>
          <p:cNvSpPr/>
          <p:nvPr/>
        </p:nvSpPr>
        <p:spPr>
          <a:xfrm>
            <a:off x="544068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group172"/>
          <p:cNvSpPr/>
          <p:nvPr/>
        </p:nvSpPr>
        <p:spPr>
          <a:xfrm>
            <a:off x="3552444" y="26683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06-group173"/>
          <p:cNvSpPr/>
          <p:nvPr/>
        </p:nvSpPr>
        <p:spPr>
          <a:xfrm>
            <a:off x="3552444" y="31255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6-figure174" descr="5개씩 2묶음, 점 10개"/>
          <p:cNvSpPr/>
          <p:nvPr/>
        </p:nvSpPr>
        <p:spPr>
          <a:xfrm>
            <a:off x="3525012" y="2631821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06-label175"/>
          <p:cNvSpPr txBox="1"/>
          <p:nvPr/>
        </p:nvSpPr>
        <p:spPr>
          <a:xfrm>
            <a:off x="3401568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2</a:t>
            </a:r>
            <a:endParaRPr lang="ko-KR" sz="2600" dirty="0"/>
          </a:p>
        </p:txBody>
      </p:sp>
      <p:sp>
        <p:nvSpPr>
          <p:cNvPr id="28" name="S06-dot176"/>
          <p:cNvSpPr/>
          <p:nvPr/>
        </p:nvSpPr>
        <p:spPr>
          <a:xfrm>
            <a:off x="6464808" y="2490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77"/>
          <p:cNvSpPr/>
          <p:nvPr/>
        </p:nvSpPr>
        <p:spPr>
          <a:xfrm>
            <a:off x="6922008" y="2490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78"/>
          <p:cNvSpPr/>
          <p:nvPr/>
        </p:nvSpPr>
        <p:spPr>
          <a:xfrm>
            <a:off x="7379208" y="2490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79"/>
          <p:cNvSpPr/>
          <p:nvPr/>
        </p:nvSpPr>
        <p:spPr>
          <a:xfrm>
            <a:off x="7836408" y="2490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80"/>
          <p:cNvSpPr/>
          <p:nvPr/>
        </p:nvSpPr>
        <p:spPr>
          <a:xfrm>
            <a:off x="8293608" y="2490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81"/>
          <p:cNvSpPr/>
          <p:nvPr/>
        </p:nvSpPr>
        <p:spPr>
          <a:xfrm>
            <a:off x="6464808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82"/>
          <p:cNvSpPr/>
          <p:nvPr/>
        </p:nvSpPr>
        <p:spPr>
          <a:xfrm>
            <a:off x="6922008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83"/>
          <p:cNvSpPr/>
          <p:nvPr/>
        </p:nvSpPr>
        <p:spPr>
          <a:xfrm>
            <a:off x="7379208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dot184"/>
          <p:cNvSpPr/>
          <p:nvPr/>
        </p:nvSpPr>
        <p:spPr>
          <a:xfrm>
            <a:off x="7836408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6-dot185"/>
          <p:cNvSpPr/>
          <p:nvPr/>
        </p:nvSpPr>
        <p:spPr>
          <a:xfrm>
            <a:off x="8293608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dot186"/>
          <p:cNvSpPr/>
          <p:nvPr/>
        </p:nvSpPr>
        <p:spPr>
          <a:xfrm>
            <a:off x="6464808" y="3404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6-dot187"/>
          <p:cNvSpPr/>
          <p:nvPr/>
        </p:nvSpPr>
        <p:spPr>
          <a:xfrm>
            <a:off x="6922008" y="3404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6-dot188"/>
          <p:cNvSpPr/>
          <p:nvPr/>
        </p:nvSpPr>
        <p:spPr>
          <a:xfrm>
            <a:off x="7379208" y="3404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6-dot189"/>
          <p:cNvSpPr/>
          <p:nvPr/>
        </p:nvSpPr>
        <p:spPr>
          <a:xfrm>
            <a:off x="7836408" y="3404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190"/>
          <p:cNvSpPr/>
          <p:nvPr/>
        </p:nvSpPr>
        <p:spPr>
          <a:xfrm>
            <a:off x="8293608" y="3404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group191"/>
          <p:cNvSpPr/>
          <p:nvPr/>
        </p:nvSpPr>
        <p:spPr>
          <a:xfrm>
            <a:off x="6405372" y="24397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4" name="S06-group192"/>
          <p:cNvSpPr/>
          <p:nvPr/>
        </p:nvSpPr>
        <p:spPr>
          <a:xfrm>
            <a:off x="6405372" y="28969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06-group193"/>
          <p:cNvSpPr/>
          <p:nvPr/>
        </p:nvSpPr>
        <p:spPr>
          <a:xfrm>
            <a:off x="6405372" y="33541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6" name="S06-figure194" descr="5개씩 3묶음, 점 15개"/>
          <p:cNvSpPr/>
          <p:nvPr/>
        </p:nvSpPr>
        <p:spPr>
          <a:xfrm>
            <a:off x="6377940" y="2403221"/>
            <a:ext cx="2286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06-label195"/>
          <p:cNvSpPr txBox="1"/>
          <p:nvPr/>
        </p:nvSpPr>
        <p:spPr>
          <a:xfrm>
            <a:off x="6254496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3</a:t>
            </a:r>
            <a:endParaRPr lang="ko-KR" sz="2600" dirty="0"/>
          </a:p>
        </p:txBody>
      </p:sp>
      <p:sp>
        <p:nvSpPr>
          <p:cNvPr id="48" name="S06-dot196"/>
          <p:cNvSpPr/>
          <p:nvPr/>
        </p:nvSpPr>
        <p:spPr>
          <a:xfrm>
            <a:off x="9317736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6-dot197"/>
          <p:cNvSpPr/>
          <p:nvPr/>
        </p:nvSpPr>
        <p:spPr>
          <a:xfrm>
            <a:off x="9774936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6-dot198"/>
          <p:cNvSpPr/>
          <p:nvPr/>
        </p:nvSpPr>
        <p:spPr>
          <a:xfrm>
            <a:off x="10232136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6-dot199"/>
          <p:cNvSpPr/>
          <p:nvPr/>
        </p:nvSpPr>
        <p:spPr>
          <a:xfrm>
            <a:off x="10689336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6-dot200"/>
          <p:cNvSpPr/>
          <p:nvPr/>
        </p:nvSpPr>
        <p:spPr>
          <a:xfrm>
            <a:off x="11146536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6-dot201"/>
          <p:cNvSpPr/>
          <p:nvPr/>
        </p:nvSpPr>
        <p:spPr>
          <a:xfrm>
            <a:off x="9317736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6-dot202"/>
          <p:cNvSpPr/>
          <p:nvPr/>
        </p:nvSpPr>
        <p:spPr>
          <a:xfrm>
            <a:off x="9774936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6-dot203"/>
          <p:cNvSpPr/>
          <p:nvPr/>
        </p:nvSpPr>
        <p:spPr>
          <a:xfrm>
            <a:off x="10232136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6-dot204"/>
          <p:cNvSpPr/>
          <p:nvPr/>
        </p:nvSpPr>
        <p:spPr>
          <a:xfrm>
            <a:off x="10689336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6-dot205"/>
          <p:cNvSpPr/>
          <p:nvPr/>
        </p:nvSpPr>
        <p:spPr>
          <a:xfrm>
            <a:off x="11146536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6-dot206"/>
          <p:cNvSpPr/>
          <p:nvPr/>
        </p:nvSpPr>
        <p:spPr>
          <a:xfrm>
            <a:off x="9317736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6-dot207"/>
          <p:cNvSpPr/>
          <p:nvPr/>
        </p:nvSpPr>
        <p:spPr>
          <a:xfrm>
            <a:off x="9774936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6-dot208"/>
          <p:cNvSpPr/>
          <p:nvPr/>
        </p:nvSpPr>
        <p:spPr>
          <a:xfrm>
            <a:off x="10232136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6-dot209"/>
          <p:cNvSpPr/>
          <p:nvPr/>
        </p:nvSpPr>
        <p:spPr>
          <a:xfrm>
            <a:off x="10689336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6-dot210"/>
          <p:cNvSpPr/>
          <p:nvPr/>
        </p:nvSpPr>
        <p:spPr>
          <a:xfrm>
            <a:off x="11146536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6-dot211"/>
          <p:cNvSpPr/>
          <p:nvPr/>
        </p:nvSpPr>
        <p:spPr>
          <a:xfrm>
            <a:off x="9317736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6-dot212"/>
          <p:cNvSpPr/>
          <p:nvPr/>
        </p:nvSpPr>
        <p:spPr>
          <a:xfrm>
            <a:off x="9774936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06-dot213"/>
          <p:cNvSpPr/>
          <p:nvPr/>
        </p:nvSpPr>
        <p:spPr>
          <a:xfrm>
            <a:off x="10232136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6-dot214"/>
          <p:cNvSpPr/>
          <p:nvPr/>
        </p:nvSpPr>
        <p:spPr>
          <a:xfrm>
            <a:off x="10689336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06-dot215"/>
          <p:cNvSpPr/>
          <p:nvPr/>
        </p:nvSpPr>
        <p:spPr>
          <a:xfrm>
            <a:off x="11146536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8" name="S06-group216"/>
          <p:cNvSpPr/>
          <p:nvPr/>
        </p:nvSpPr>
        <p:spPr>
          <a:xfrm>
            <a:off x="9258300" y="22111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9" name="S06-group217"/>
          <p:cNvSpPr/>
          <p:nvPr/>
        </p:nvSpPr>
        <p:spPr>
          <a:xfrm>
            <a:off x="9258300" y="26683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0" name="S06-group218"/>
          <p:cNvSpPr/>
          <p:nvPr/>
        </p:nvSpPr>
        <p:spPr>
          <a:xfrm>
            <a:off x="9258300" y="31255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1" name="S06-group219"/>
          <p:cNvSpPr/>
          <p:nvPr/>
        </p:nvSpPr>
        <p:spPr>
          <a:xfrm>
            <a:off x="9258300" y="35827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2" name="S06-figure220" descr="5개씩 4묶음, 점 20개"/>
          <p:cNvSpPr/>
          <p:nvPr/>
        </p:nvSpPr>
        <p:spPr>
          <a:xfrm>
            <a:off x="9230868" y="2174621"/>
            <a:ext cx="22860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06-label221"/>
          <p:cNvSpPr txBox="1"/>
          <p:nvPr/>
        </p:nvSpPr>
        <p:spPr>
          <a:xfrm>
            <a:off x="9107424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5씩 뛰어 세요</a:t>
            </a:r>
            <a:endParaRPr lang="ko-KR" sz="4400" dirty="0"/>
          </a:p>
        </p:txBody>
      </p:sp>
      <p:sp>
        <p:nvSpPr>
          <p:cNvPr id="3" name="S07-text2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7은 0에서 5씩 7번 뛰어요.</a:t>
            </a:r>
            <a:endParaRPr lang="ko-KR" sz="3200" dirty="0"/>
          </a:p>
        </p:txBody>
      </p:sp>
      <p:sp>
        <p:nvSpPr>
          <p:cNvPr id="4" name="S07-card22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2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7 = 35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6 = 30보다 5 커요.</a:t>
            </a:r>
            <a:endParaRPr lang="ko-KR" sz="3200" dirty="0"/>
          </a:p>
        </p:txBody>
      </p:sp>
      <p:sp>
        <p:nvSpPr>
          <p:cNvPr id="6" name="S07-line225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7-line226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7-label227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7-line228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229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1" name="S07-line230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231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3" name="S07-line232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233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15" name="S07-line234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235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600" dirty="0"/>
          </a:p>
        </p:txBody>
      </p:sp>
      <p:sp>
        <p:nvSpPr>
          <p:cNvPr id="17" name="S07-line236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237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2600" dirty="0"/>
          </a:p>
        </p:txBody>
      </p:sp>
      <p:sp>
        <p:nvSpPr>
          <p:cNvPr id="19" name="S07-line238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239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600" dirty="0"/>
          </a:p>
        </p:txBody>
      </p:sp>
      <p:sp>
        <p:nvSpPr>
          <p:cNvPr id="21" name="S07-line240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241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2600" dirty="0"/>
          </a:p>
        </p:txBody>
      </p:sp>
      <p:sp>
        <p:nvSpPr>
          <p:cNvPr id="23" name="S07-line242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243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600" dirty="0"/>
          </a:p>
        </p:txBody>
      </p:sp>
      <p:sp>
        <p:nvSpPr>
          <p:cNvPr id="25" name="S07-line244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245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2600" dirty="0"/>
          </a:p>
        </p:txBody>
      </p:sp>
      <p:sp>
        <p:nvSpPr>
          <p:cNvPr id="27" name="S07-mark246"/>
          <p:cNvSpPr/>
          <p:nvPr/>
        </p:nvSpPr>
        <p:spPr>
          <a:xfrm>
            <a:off x="8855456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7-line247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7-line248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7-label249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7-line250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7-line251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label252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7-line253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7-line254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7-label255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7" name="S07-line256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7-line257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7-label258"/>
          <p:cNvSpPr txBox="1"/>
          <p:nvPr/>
        </p:nvSpPr>
        <p:spPr>
          <a:xfrm>
            <a:off x="4383024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0" name="S07-line259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07-line260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07-label261"/>
          <p:cNvSpPr txBox="1"/>
          <p:nvPr/>
        </p:nvSpPr>
        <p:spPr>
          <a:xfrm>
            <a:off x="5523992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43" name="S07-line262"/>
          <p:cNvSpPr/>
          <p:nvPr/>
        </p:nvSpPr>
        <p:spPr>
          <a:xfrm flipV="1">
            <a:off x="666496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07-line263"/>
          <p:cNvSpPr/>
          <p:nvPr/>
        </p:nvSpPr>
        <p:spPr>
          <a:xfrm>
            <a:off x="666496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07-label264"/>
          <p:cNvSpPr txBox="1"/>
          <p:nvPr/>
        </p:nvSpPr>
        <p:spPr>
          <a:xfrm>
            <a:off x="666496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600" dirty="0"/>
          </a:p>
        </p:txBody>
      </p:sp>
      <p:sp>
        <p:nvSpPr>
          <p:cNvPr id="46" name="S07-line265"/>
          <p:cNvSpPr/>
          <p:nvPr/>
        </p:nvSpPr>
        <p:spPr>
          <a:xfrm flipV="1">
            <a:off x="780592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07-line266"/>
          <p:cNvSpPr/>
          <p:nvPr/>
        </p:nvSpPr>
        <p:spPr>
          <a:xfrm>
            <a:off x="780592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07-label267"/>
          <p:cNvSpPr txBox="1"/>
          <p:nvPr/>
        </p:nvSpPr>
        <p:spPr>
          <a:xfrm>
            <a:off x="780592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⑦</a:t>
            </a:r>
            <a:endParaRPr lang="ko-KR" sz="2600" dirty="0"/>
          </a:p>
        </p:txBody>
      </p:sp>
      <p:sp>
        <p:nvSpPr>
          <p:cNvPr id="49" name="S07-figure268" descr="0부터 45까지 5씩 눈금이 있는 수직선에서 0부터 5씩 7번 뛰어 35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5단을 완성해요</a:t>
            </a:r>
            <a:endParaRPr lang="ko-KR" sz="4400" dirty="0"/>
          </a:p>
        </p:txBody>
      </p:sp>
      <p:sp>
        <p:nvSpPr>
          <p:cNvPr id="3" name="S08-text2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빈칸을 채우고 일의 자리를 봐요.</a:t>
            </a:r>
            <a:endParaRPr lang="ko-KR" sz="3200" dirty="0"/>
          </a:p>
        </p:txBody>
      </p:sp>
      <p:sp>
        <p:nvSpPr>
          <p:cNvPr id="4" name="S08-card2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자리에 어떤 수가 되풀이되나요?</a:t>
            </a:r>
            <a:endParaRPr lang="ko-KR" sz="3200" dirty="0"/>
          </a:p>
        </p:txBody>
      </p:sp>
      <p:graphicFrame>
        <p:nvGraphicFramePr>
          <p:cNvPr id="9" name="S08-table2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37840"/>
          <a:ext cx="11091672" cy="914400"/>
        </p:xfrm>
        <a:graphic>
          <a:graphicData uri="http://schemas.openxmlformats.org/drawingml/2006/table">
            <a:tbl>
              <a:tblPr/>
              <a:tblGrid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구해요</a:t>
            </a:r>
            <a:endParaRPr lang="ko-KR" sz="4400" dirty="0"/>
          </a:p>
        </p:txBody>
      </p:sp>
      <p:sp>
        <p:nvSpPr>
          <p:cNvPr id="3" name="S09-card2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2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몇 묶음인지 먼저 말해요.</a:t>
            </a:r>
            <a:endParaRPr lang="ko-KR" sz="3200" dirty="0"/>
          </a:p>
        </p:txBody>
      </p:sp>
      <p:sp>
        <p:nvSpPr>
          <p:cNvPr id="5" name="S09-chip27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text27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 7켤레는 몇 짝?</a:t>
            </a:r>
            <a:endParaRPr lang="ko-KR" sz="3200" dirty="0"/>
          </a:p>
        </p:txBody>
      </p:sp>
      <p:sp>
        <p:nvSpPr>
          <p:cNvPr id="7" name="S09-chip27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eqtext278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6 = □</a:t>
            </a:r>
            <a:endParaRPr lang="ko-KR" sz="3600" dirty="0"/>
          </a:p>
        </p:txBody>
      </p:sp>
      <p:sp>
        <p:nvSpPr>
          <p:cNvPr id="9" name="S09-chip279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eqtext280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8 = □</a:t>
            </a:r>
            <a:endParaRPr lang="ko-KR" sz="3600" dirty="0"/>
          </a:p>
        </p:txBody>
      </p:sp>
      <p:sp>
        <p:nvSpPr>
          <p:cNvPr id="11" name="S09-chip281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text282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5개씩 4상자는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8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8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3을 계산했어요.</a:t>
            </a:r>
            <a:endParaRPr lang="ko-KR" sz="3200" dirty="0"/>
          </a:p>
        </p:txBody>
      </p:sp>
      <p:sp>
        <p:nvSpPr>
          <p:cNvPr id="5" name="S10-card2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28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</a:t>
            </a:r>
            <a:endParaRPr lang="ko-KR" sz="2600" dirty="0"/>
          </a:p>
        </p:txBody>
      </p:sp>
      <p:sp>
        <p:nvSpPr>
          <p:cNvPr id="8" name="S10-text28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“5와 3이 있으니까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+ 3 = 8이에요.”</a:t>
            </a:r>
            <a:endParaRPr lang="ko-KR" sz="3200" dirty="0"/>
          </a:p>
        </p:txBody>
      </p:sp>
      <p:sp>
        <p:nvSpPr>
          <p:cNvPr id="9" name="S10-chip28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15</a:t>
            </a:r>
            <a:endParaRPr lang="ko-KR" sz="2600" dirty="0"/>
          </a:p>
        </p:txBody>
      </p:sp>
      <p:sp>
        <p:nvSpPr>
          <p:cNvPr id="10" name="S10-dot290"/>
          <p:cNvSpPr/>
          <p:nvPr/>
        </p:nvSpPr>
        <p:spPr>
          <a:xfrm>
            <a:off x="7902702" y="32915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0-dot291"/>
          <p:cNvSpPr/>
          <p:nvPr/>
        </p:nvSpPr>
        <p:spPr>
          <a:xfrm>
            <a:off x="8359902" y="32915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0-dot292"/>
          <p:cNvSpPr/>
          <p:nvPr/>
        </p:nvSpPr>
        <p:spPr>
          <a:xfrm>
            <a:off x="8817102" y="32915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0-dot293"/>
          <p:cNvSpPr/>
          <p:nvPr/>
        </p:nvSpPr>
        <p:spPr>
          <a:xfrm>
            <a:off x="9274302" y="32915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0-dot294"/>
          <p:cNvSpPr/>
          <p:nvPr/>
        </p:nvSpPr>
        <p:spPr>
          <a:xfrm>
            <a:off x="9731502" y="32915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0-dot295"/>
          <p:cNvSpPr/>
          <p:nvPr/>
        </p:nvSpPr>
        <p:spPr>
          <a:xfrm>
            <a:off x="7902702" y="37487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0-dot296"/>
          <p:cNvSpPr/>
          <p:nvPr/>
        </p:nvSpPr>
        <p:spPr>
          <a:xfrm>
            <a:off x="8359902" y="37487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0-dot297"/>
          <p:cNvSpPr/>
          <p:nvPr/>
        </p:nvSpPr>
        <p:spPr>
          <a:xfrm>
            <a:off x="8817102" y="37487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0-dot298"/>
          <p:cNvSpPr/>
          <p:nvPr/>
        </p:nvSpPr>
        <p:spPr>
          <a:xfrm>
            <a:off x="9274302" y="37487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0-dot299"/>
          <p:cNvSpPr/>
          <p:nvPr/>
        </p:nvSpPr>
        <p:spPr>
          <a:xfrm>
            <a:off x="9731502" y="37487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0-dot300"/>
          <p:cNvSpPr/>
          <p:nvPr/>
        </p:nvSpPr>
        <p:spPr>
          <a:xfrm>
            <a:off x="7902702" y="42059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0-dot301"/>
          <p:cNvSpPr/>
          <p:nvPr/>
        </p:nvSpPr>
        <p:spPr>
          <a:xfrm>
            <a:off x="8359902" y="42059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0-dot302"/>
          <p:cNvSpPr/>
          <p:nvPr/>
        </p:nvSpPr>
        <p:spPr>
          <a:xfrm>
            <a:off x="8817102" y="42059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0-dot303"/>
          <p:cNvSpPr/>
          <p:nvPr/>
        </p:nvSpPr>
        <p:spPr>
          <a:xfrm>
            <a:off x="9274302" y="42059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0-dot304"/>
          <p:cNvSpPr/>
          <p:nvPr/>
        </p:nvSpPr>
        <p:spPr>
          <a:xfrm>
            <a:off x="9731502" y="42059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0-group305"/>
          <p:cNvSpPr/>
          <p:nvPr/>
        </p:nvSpPr>
        <p:spPr>
          <a:xfrm>
            <a:off x="7843266" y="3241294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10-group306"/>
          <p:cNvSpPr/>
          <p:nvPr/>
        </p:nvSpPr>
        <p:spPr>
          <a:xfrm>
            <a:off x="7843266" y="3698494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0-group307"/>
          <p:cNvSpPr/>
          <p:nvPr/>
        </p:nvSpPr>
        <p:spPr>
          <a:xfrm>
            <a:off x="7843266" y="4155694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0-figure308" descr="5개씩 묶은 점 3줄, 모두 15개"/>
          <p:cNvSpPr/>
          <p:nvPr/>
        </p:nvSpPr>
        <p:spPr>
          <a:xfrm>
            <a:off x="7815834" y="3204718"/>
            <a:ext cx="2286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10-text309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“5씩 3묶음: 5, 10, 15”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3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구했는지 말해요.</a:t>
            </a:r>
            <a:endParaRPr lang="ko-KR" sz="3200" dirty="0"/>
          </a:p>
        </p:txBody>
      </p:sp>
      <p:sp>
        <p:nvSpPr>
          <p:cNvPr id="4" name="S11-chip31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31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9 = □</a:t>
            </a:r>
            <a:endParaRPr lang="ko-KR" sz="3600" dirty="0"/>
          </a:p>
        </p:txBody>
      </p:sp>
      <p:sp>
        <p:nvSpPr>
          <p:cNvPr id="6" name="S11-chip31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31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8 = □</a:t>
            </a:r>
            <a:endParaRPr lang="ko-KR" sz="3600" dirty="0"/>
          </a:p>
        </p:txBody>
      </p:sp>
      <p:sp>
        <p:nvSpPr>
          <p:cNvPr id="8" name="S11-chip31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eqtext31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5 = □</a:t>
            </a:r>
            <a:endParaRPr lang="ko-KR" sz="3600" dirty="0"/>
          </a:p>
        </p:txBody>
      </p:sp>
      <p:sp>
        <p:nvSpPr>
          <p:cNvPr id="10" name="S11-chip31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31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두발자전거 4대의 바퀴는?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단에 모두 있어요</a:t>
            </a:r>
            <a:endParaRPr lang="ko-KR" sz="4400" dirty="0"/>
          </a:p>
        </p:txBody>
      </p:sp>
      <p:sp>
        <p:nvSpPr>
          <p:cNvPr id="3" name="S13-text3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2단에도 5단에도 나오는 곱은?</a:t>
            </a:r>
            <a:endParaRPr lang="ko-KR" sz="3200" dirty="0"/>
          </a:p>
        </p:txBody>
      </p:sp>
      <p:sp>
        <p:nvSpPr>
          <p:cNvPr id="4" name="S13-card3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곱셈식인지 말해 보세요.</a:t>
            </a:r>
            <a:endParaRPr lang="ko-KR" sz="3200" dirty="0"/>
          </a:p>
        </p:txBody>
      </p:sp>
      <p:sp>
        <p:nvSpPr>
          <p:cNvPr id="6" name="S13-chip32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323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324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200" dirty="0"/>
          </a:p>
        </p:txBody>
      </p:sp>
      <p:sp>
        <p:nvSpPr>
          <p:cNvPr id="9" name="S13-chip32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326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327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12" name="S13-chip32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329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330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3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3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2단은 2씩, 5단은 5씩 곱이 커져요.</a:t>
            </a:r>
            <a:endParaRPr lang="ko-KR" sz="3200" dirty="0"/>
          </a:p>
        </p:txBody>
      </p:sp>
      <p:sp>
        <p:nvSpPr>
          <p:cNvPr id="5" name="S14-chip333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앞의 곱에 2나 5 더하기</a:t>
            </a:r>
            <a:endParaRPr lang="ko-KR" sz="2600" dirty="0"/>
          </a:p>
        </p:txBody>
      </p:sp>
      <p:sp>
        <p:nvSpPr>
          <p:cNvPr id="6" name="S14-chip334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두 수를 더하기</a:t>
            </a:r>
            <a:endParaRPr lang="ko-KR" sz="2600" dirty="0"/>
          </a:p>
        </p:txBody>
      </p:sp>
      <p:sp>
        <p:nvSpPr>
          <p:cNvPr id="7" name="S14-text335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336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× 7 = □</a:t>
            </a:r>
            <a:endParaRPr lang="ko-KR" sz="3000" dirty="0"/>
          </a:p>
        </p:txBody>
      </p:sp>
      <p:sp>
        <p:nvSpPr>
          <p:cNvPr id="9" name="S14-eqtext337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 × 9 = □</a:t>
            </a:r>
            <a:endParaRPr lang="ko-KR" sz="3000" dirty="0"/>
          </a:p>
        </p:txBody>
      </p:sp>
      <p:sp>
        <p:nvSpPr>
          <p:cNvPr id="10" name="S14-eqtext338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 × 5 = □</a:t>
            </a:r>
            <a:endParaRPr lang="ko-KR" sz="3000" dirty="0"/>
          </a:p>
        </p:txBody>
      </p:sp>
      <p:sp>
        <p:nvSpPr>
          <p:cNvPr id="11" name="S14-text33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3단과 6단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몇씩 몇 묶음</a:t>
            </a:r>
            <a:endParaRPr lang="ko-KR" sz="4400" dirty="0"/>
          </a:p>
        </p:txBody>
      </p:sp>
      <p:sp>
        <p:nvSpPr>
          <p:cNvPr id="3" name="S15-text3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접시에 4개씩, 접시 3개예요.</a:t>
            </a:r>
            <a:endParaRPr lang="ko-KR" sz="3200" dirty="0"/>
          </a:p>
        </p:txBody>
      </p:sp>
      <p:sp>
        <p:nvSpPr>
          <p:cNvPr id="4" name="S15-dot341"/>
          <p:cNvSpPr/>
          <p:nvPr/>
        </p:nvSpPr>
        <p:spPr>
          <a:xfrm>
            <a:off x="2071573" y="327629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15-dot342"/>
          <p:cNvSpPr/>
          <p:nvPr/>
        </p:nvSpPr>
        <p:spPr>
          <a:xfrm>
            <a:off x="2711653" y="327629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5-dot343"/>
          <p:cNvSpPr/>
          <p:nvPr/>
        </p:nvSpPr>
        <p:spPr>
          <a:xfrm>
            <a:off x="3351733" y="327629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344"/>
          <p:cNvSpPr/>
          <p:nvPr/>
        </p:nvSpPr>
        <p:spPr>
          <a:xfrm>
            <a:off x="3991813" y="327629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345"/>
          <p:cNvSpPr/>
          <p:nvPr/>
        </p:nvSpPr>
        <p:spPr>
          <a:xfrm>
            <a:off x="2071573" y="391637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346"/>
          <p:cNvSpPr/>
          <p:nvPr/>
        </p:nvSpPr>
        <p:spPr>
          <a:xfrm>
            <a:off x="2711653" y="391637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347"/>
          <p:cNvSpPr/>
          <p:nvPr/>
        </p:nvSpPr>
        <p:spPr>
          <a:xfrm>
            <a:off x="3351733" y="391637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348"/>
          <p:cNvSpPr/>
          <p:nvPr/>
        </p:nvSpPr>
        <p:spPr>
          <a:xfrm>
            <a:off x="3991813" y="391637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349"/>
          <p:cNvSpPr/>
          <p:nvPr/>
        </p:nvSpPr>
        <p:spPr>
          <a:xfrm>
            <a:off x="2071573" y="45564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350"/>
          <p:cNvSpPr/>
          <p:nvPr/>
        </p:nvSpPr>
        <p:spPr>
          <a:xfrm>
            <a:off x="2711653" y="45564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351"/>
          <p:cNvSpPr/>
          <p:nvPr/>
        </p:nvSpPr>
        <p:spPr>
          <a:xfrm>
            <a:off x="3351733" y="45564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352"/>
          <p:cNvSpPr/>
          <p:nvPr/>
        </p:nvSpPr>
        <p:spPr>
          <a:xfrm>
            <a:off x="3991813" y="45564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group353"/>
          <p:cNvSpPr/>
          <p:nvPr/>
        </p:nvSpPr>
        <p:spPr>
          <a:xfrm>
            <a:off x="1977390" y="319125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15-group354"/>
          <p:cNvSpPr/>
          <p:nvPr/>
        </p:nvSpPr>
        <p:spPr>
          <a:xfrm>
            <a:off x="1977390" y="383133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15-group355"/>
          <p:cNvSpPr/>
          <p:nvPr/>
        </p:nvSpPr>
        <p:spPr>
          <a:xfrm>
            <a:off x="1977390" y="447141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15-figure356" descr="4개씩 묶은 점 3줄, 모두 12개"/>
          <p:cNvSpPr/>
          <p:nvPr/>
        </p:nvSpPr>
        <p:spPr>
          <a:xfrm>
            <a:off x="1949958" y="3154680"/>
            <a:ext cx="25603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15-card357"/>
          <p:cNvSpPr/>
          <p:nvPr/>
        </p:nvSpPr>
        <p:spPr>
          <a:xfrm>
            <a:off x="6277356" y="2696464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15-cardtext358"/>
          <p:cNvSpPr txBox="1"/>
          <p:nvPr/>
        </p:nvSpPr>
        <p:spPr>
          <a:xfrm>
            <a:off x="6551676" y="2833624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3묶음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+ 4 + 4 = 12</a:t>
            </a:r>
            <a:endParaRPr lang="ko-KR" sz="3200" dirty="0"/>
          </a:p>
        </p:txBody>
      </p:sp>
      <p:sp>
        <p:nvSpPr>
          <p:cNvPr id="22" name="S15-card359"/>
          <p:cNvSpPr/>
          <p:nvPr/>
        </p:nvSpPr>
        <p:spPr>
          <a:xfrm>
            <a:off x="6277356" y="4229100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15-cardtext360"/>
          <p:cNvSpPr txBox="1"/>
          <p:nvPr/>
        </p:nvSpPr>
        <p:spPr>
          <a:xfrm>
            <a:off x="6551676" y="4366260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4의 3배는 12예요.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2단과 5단</dc:title>
  <dc:subject>KR22-G02-MAT-TIMES25-L01</dc:subject>
  <dc:creator>education-ppt</dc:creator>
  <cp:lastModifiedBy>education-ppt</cp:lastModifiedBy>
  <cp:revision>1</cp:revision>
  <dcterms:created xsi:type="dcterms:W3CDTF">2026-10-26T07:09:32Z</dcterms:created>
  <dcterms:modified xsi:type="dcterms:W3CDTF">2026-10-26T07:09:32Z</dcterms:modified>
</cp:coreProperties>
</file>