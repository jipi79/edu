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0f712b4-c763-838a-1d4b-9d79278abd15}">
          <p14:sldIdLst>
            <p14:sldId id="256"/>
            <p14:sldId id="257"/>
          </p14:sldIdLst>
        </p14:section>
        <p14:section name="개념" id="{e011c46b-8217-e805-4361-25ee229afc20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db4f7fe2-558f-d1a1-ab82-8e1512a7773c}">
          <p14:sldIdLst>
            <p14:sldId id="264"/>
            <p14:sldId id="265"/>
          </p14:sldIdLst>
        </p14:section>
        <p14:section name="확인" id="{436170b1-c6ac-a6ef-6a9d-c28c7d7467ac}">
          <p14:sldIdLst>
            <p14:sldId id="266"/>
            <p14:sldId id="267"/>
          </p14:sldIdLst>
        </p14:section>
        <p14:section name="정리" id="{26f7c310-d558-8be5-f1ab-d314fb9f529d}">
          <p14:sldIdLst>
            <p14:sldId id="268"/>
          </p14:sldIdLst>
        </p14:section>
        <p14:section name="보충" id="{0277f05c-56c6-d322-ba14-42a8150381e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2단과 5단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2씩, 5씩 빨리 세려면?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627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485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4343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1201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8059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0627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7485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343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101201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8059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0627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87485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94343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201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8059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group16"/>
          <p:cNvSpPr/>
          <p:nvPr/>
        </p:nvSpPr>
        <p:spPr>
          <a:xfrm>
            <a:off x="7959852" y="11109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7959852" y="17967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group18"/>
          <p:cNvSpPr/>
          <p:nvPr/>
        </p:nvSpPr>
        <p:spPr>
          <a:xfrm>
            <a:off x="7959852" y="24825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1-figure19" descr="5개씩 묶은 점 3줄, 모두 15개"/>
          <p:cNvSpPr/>
          <p:nvPr/>
        </p:nvSpPr>
        <p:spPr>
          <a:xfrm>
            <a:off x="7932420" y="107442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1-card2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4" name="S01-cardtext2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2씩 묶어 세어 2단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5씩 묶어 세어 5단 곱셈구구를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나타내요.</a:t>
            </a:r>
            <a:endParaRPr lang="ko-KR" sz="3200" dirty="0"/>
          </a:p>
        </p:txBody>
      </p:sp>
      <p:sp>
        <p:nvSpPr>
          <p:cNvPr id="4" name="S02-chip2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dot24"/>
          <p:cNvSpPr/>
          <p:nvPr/>
        </p:nvSpPr>
        <p:spPr>
          <a:xfrm>
            <a:off x="267492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dot25"/>
          <p:cNvSpPr/>
          <p:nvPr/>
        </p:nvSpPr>
        <p:spPr>
          <a:xfrm>
            <a:off x="310164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6"/>
          <p:cNvSpPr/>
          <p:nvPr/>
        </p:nvSpPr>
        <p:spPr>
          <a:xfrm>
            <a:off x="352836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7"/>
          <p:cNvSpPr/>
          <p:nvPr/>
        </p:nvSpPr>
        <p:spPr>
          <a:xfrm>
            <a:off x="395508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8"/>
          <p:cNvSpPr/>
          <p:nvPr/>
        </p:nvSpPr>
        <p:spPr>
          <a:xfrm>
            <a:off x="267492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29"/>
          <p:cNvSpPr/>
          <p:nvPr/>
        </p:nvSpPr>
        <p:spPr>
          <a:xfrm>
            <a:off x="310164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30"/>
          <p:cNvSpPr/>
          <p:nvPr/>
        </p:nvSpPr>
        <p:spPr>
          <a:xfrm>
            <a:off x="352836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31"/>
          <p:cNvSpPr/>
          <p:nvPr/>
        </p:nvSpPr>
        <p:spPr>
          <a:xfrm>
            <a:off x="395508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2"/>
          <p:cNvSpPr/>
          <p:nvPr/>
        </p:nvSpPr>
        <p:spPr>
          <a:xfrm>
            <a:off x="267492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3"/>
          <p:cNvSpPr/>
          <p:nvPr/>
        </p:nvSpPr>
        <p:spPr>
          <a:xfrm>
            <a:off x="310164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4"/>
          <p:cNvSpPr/>
          <p:nvPr/>
        </p:nvSpPr>
        <p:spPr>
          <a:xfrm>
            <a:off x="352836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5"/>
          <p:cNvSpPr/>
          <p:nvPr/>
        </p:nvSpPr>
        <p:spPr>
          <a:xfrm>
            <a:off x="395508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group36"/>
          <p:cNvSpPr/>
          <p:nvPr/>
        </p:nvSpPr>
        <p:spPr>
          <a:xfrm>
            <a:off x="2621280" y="204825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2-group37"/>
          <p:cNvSpPr/>
          <p:nvPr/>
        </p:nvSpPr>
        <p:spPr>
          <a:xfrm>
            <a:off x="2621280" y="247497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2-group38"/>
          <p:cNvSpPr/>
          <p:nvPr/>
        </p:nvSpPr>
        <p:spPr>
          <a:xfrm>
            <a:off x="2621280" y="290169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2-figure39" descr="4개씩 묶은 점 3줄"/>
          <p:cNvSpPr/>
          <p:nvPr/>
        </p:nvSpPr>
        <p:spPr>
          <a:xfrm>
            <a:off x="2593848" y="2011680"/>
            <a:ext cx="170688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2-chip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2" name="S02-text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+ 3을 곱셈식으로</a:t>
            </a:r>
            <a:endParaRPr lang="ko-KR" sz="3200" dirty="0"/>
          </a:p>
        </p:txBody>
      </p:sp>
      <p:sp>
        <p:nvSpPr>
          <p:cNvPr id="23" name="S02-chip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4" name="S02-text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5의 2배는 얼마예요?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묶어 세요</a:t>
            </a:r>
            <a:endParaRPr lang="ko-KR" sz="4400" dirty="0"/>
          </a:p>
        </p:txBody>
      </p:sp>
      <p:sp>
        <p:nvSpPr>
          <p:cNvPr id="3" name="S03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2개씩 한 묶음이 하나씩 늘어나요.</a:t>
            </a:r>
            <a:endParaRPr lang="ko-KR" sz="3200" dirty="0"/>
          </a:p>
        </p:txBody>
      </p:sp>
      <p:sp>
        <p:nvSpPr>
          <p:cNvPr id="4" name="S03-card4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2개 늘어요.</a:t>
            </a:r>
            <a:endParaRPr lang="ko-KR" sz="3200" dirty="0"/>
          </a:p>
        </p:txBody>
      </p:sp>
      <p:sp>
        <p:nvSpPr>
          <p:cNvPr id="6" name="S03-dot47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8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group49"/>
          <p:cNvSpPr/>
          <p:nvPr/>
        </p:nvSpPr>
        <p:spPr>
          <a:xfrm>
            <a:off x="1339596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3-figure50" descr="2개씩 1묶음, 점 2개"/>
          <p:cNvSpPr/>
          <p:nvPr/>
        </p:nvSpPr>
        <p:spPr>
          <a:xfrm>
            <a:off x="1312164" y="2837561"/>
            <a:ext cx="100584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5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1</a:t>
            </a:r>
            <a:endParaRPr lang="ko-KR" sz="2600" dirty="0"/>
          </a:p>
        </p:txBody>
      </p:sp>
      <p:sp>
        <p:nvSpPr>
          <p:cNvPr id="11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54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5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group56"/>
          <p:cNvSpPr/>
          <p:nvPr/>
        </p:nvSpPr>
        <p:spPr>
          <a:xfrm>
            <a:off x="4192524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3-group57"/>
          <p:cNvSpPr/>
          <p:nvPr/>
        </p:nvSpPr>
        <p:spPr>
          <a:xfrm>
            <a:off x="4192524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3-figure58" descr="2개씩 2묶음, 점 4개"/>
          <p:cNvSpPr/>
          <p:nvPr/>
        </p:nvSpPr>
        <p:spPr>
          <a:xfrm>
            <a:off x="4165092" y="2586101"/>
            <a:ext cx="100584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3-label59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2</a:t>
            </a:r>
            <a:endParaRPr lang="ko-KR" sz="2600" dirty="0"/>
          </a:p>
        </p:txBody>
      </p:sp>
      <p:sp>
        <p:nvSpPr>
          <p:cNvPr id="19" name="S03-dot60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61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dot62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dot63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64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65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group66"/>
          <p:cNvSpPr/>
          <p:nvPr/>
        </p:nvSpPr>
        <p:spPr>
          <a:xfrm>
            <a:off x="7045452" y="23712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3-group67"/>
          <p:cNvSpPr/>
          <p:nvPr/>
        </p:nvSpPr>
        <p:spPr>
          <a:xfrm>
            <a:off x="7045452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group68"/>
          <p:cNvSpPr/>
          <p:nvPr/>
        </p:nvSpPr>
        <p:spPr>
          <a:xfrm>
            <a:off x="7045452" y="33770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3-figure69" descr="2개씩 3묶음, 점 6개"/>
          <p:cNvSpPr/>
          <p:nvPr/>
        </p:nvSpPr>
        <p:spPr>
          <a:xfrm>
            <a:off x="7018020" y="2334641"/>
            <a:ext cx="100584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70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</a:t>
            </a:r>
            <a:endParaRPr lang="ko-KR" sz="2600" dirty="0"/>
          </a:p>
        </p:txBody>
      </p:sp>
      <p:sp>
        <p:nvSpPr>
          <p:cNvPr id="30" name="S03-dot7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7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3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4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5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6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7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78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group79"/>
          <p:cNvSpPr/>
          <p:nvPr/>
        </p:nvSpPr>
        <p:spPr>
          <a:xfrm>
            <a:off x="9898380" y="21197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80"/>
          <p:cNvSpPr/>
          <p:nvPr/>
        </p:nvSpPr>
        <p:spPr>
          <a:xfrm>
            <a:off x="9898380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group81"/>
          <p:cNvSpPr/>
          <p:nvPr/>
        </p:nvSpPr>
        <p:spPr>
          <a:xfrm>
            <a:off x="9898380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3-group82"/>
          <p:cNvSpPr/>
          <p:nvPr/>
        </p:nvSpPr>
        <p:spPr>
          <a:xfrm>
            <a:off x="9898380" y="36285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3-figure83" descr="2개씩 4묶음, 점 8개"/>
          <p:cNvSpPr/>
          <p:nvPr/>
        </p:nvSpPr>
        <p:spPr>
          <a:xfrm>
            <a:off x="9870948" y="2083181"/>
            <a:ext cx="10058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3-label84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뛰어 세요</a:t>
            </a:r>
            <a:endParaRPr lang="ko-KR" sz="4400" dirty="0"/>
          </a:p>
        </p:txBody>
      </p:sp>
      <p:sp>
        <p:nvSpPr>
          <p:cNvPr id="3" name="S04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6은 0에서 2씩 6번 뛰어요.</a:t>
            </a:r>
            <a:endParaRPr lang="ko-KR" sz="3200" dirty="0"/>
          </a:p>
        </p:txBody>
      </p:sp>
      <p:sp>
        <p:nvSpPr>
          <p:cNvPr id="4" name="S04-card8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5 = 10보다 2 커요.</a:t>
            </a:r>
            <a:endParaRPr lang="ko-KR" sz="3200" dirty="0"/>
          </a:p>
        </p:txBody>
      </p:sp>
      <p:sp>
        <p:nvSpPr>
          <p:cNvPr id="6" name="S04-line88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89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0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4-line91"/>
          <p:cNvSpPr/>
          <p:nvPr/>
        </p:nvSpPr>
        <p:spPr>
          <a:xfrm>
            <a:off x="153060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92"/>
          <p:cNvSpPr txBox="1"/>
          <p:nvPr/>
        </p:nvSpPr>
        <p:spPr>
          <a:xfrm>
            <a:off x="107340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4-line93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4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4-line95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96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4-line9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4-line99"/>
          <p:cNvSpPr/>
          <p:nvPr/>
        </p:nvSpPr>
        <p:spPr>
          <a:xfrm>
            <a:off x="38125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00"/>
          <p:cNvSpPr txBox="1"/>
          <p:nvPr/>
        </p:nvSpPr>
        <p:spPr>
          <a:xfrm>
            <a:off x="335534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4-line10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2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4-line103"/>
          <p:cNvSpPr/>
          <p:nvPr/>
        </p:nvSpPr>
        <p:spPr>
          <a:xfrm>
            <a:off x="495350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abel104"/>
          <p:cNvSpPr txBox="1"/>
          <p:nvPr/>
        </p:nvSpPr>
        <p:spPr>
          <a:xfrm>
            <a:off x="449630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4-line10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4-line107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108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4-line109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0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4-line111"/>
          <p:cNvSpPr/>
          <p:nvPr/>
        </p:nvSpPr>
        <p:spPr>
          <a:xfrm>
            <a:off x="723544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12"/>
          <p:cNvSpPr txBox="1"/>
          <p:nvPr/>
        </p:nvSpPr>
        <p:spPr>
          <a:xfrm>
            <a:off x="677824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4-line113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4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4-line115"/>
          <p:cNvSpPr/>
          <p:nvPr/>
        </p:nvSpPr>
        <p:spPr>
          <a:xfrm>
            <a:off x="83764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abel116"/>
          <p:cNvSpPr txBox="1"/>
          <p:nvPr/>
        </p:nvSpPr>
        <p:spPr>
          <a:xfrm>
            <a:off x="791921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35" name="S04-line11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37" name="S04-line119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20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9" name="S04-line121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2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41" name="S04-line123"/>
          <p:cNvSpPr/>
          <p:nvPr/>
        </p:nvSpPr>
        <p:spPr>
          <a:xfrm>
            <a:off x="1065834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abel124"/>
          <p:cNvSpPr txBox="1"/>
          <p:nvPr/>
        </p:nvSpPr>
        <p:spPr>
          <a:xfrm>
            <a:off x="1020114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600" dirty="0"/>
          </a:p>
        </p:txBody>
      </p:sp>
      <p:sp>
        <p:nvSpPr>
          <p:cNvPr id="43" name="S04-line12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45" name="S04-mark12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2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9" name="S04-line13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52" name="S04-line13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55" name="S04-line13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3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58" name="S04-line140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1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2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61" name="S04-line143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4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5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64" name="S04-figure146" descr="0부터 18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2단을 완성해요</a:t>
            </a:r>
            <a:endParaRPr lang="ko-KR" sz="4400" dirty="0"/>
          </a:p>
        </p:txBody>
      </p:sp>
      <p:sp>
        <p:nvSpPr>
          <p:cNvPr id="3" name="S05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2를 더하면 다음 곱이에요.</a:t>
            </a:r>
            <a:endParaRPr lang="ko-KR" sz="3200" dirty="0"/>
          </a:p>
        </p:txBody>
      </p:sp>
      <p:graphicFrame>
        <p:nvGraphicFramePr>
          <p:cNvPr id="6" name="S05-table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묶어 세요</a:t>
            </a:r>
            <a:endParaRPr lang="ko-KR" sz="4400" dirty="0"/>
          </a:p>
        </p:txBody>
      </p:sp>
      <p:sp>
        <p:nvSpPr>
          <p:cNvPr id="3" name="S06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하나에 손가락이 5개예요.</a:t>
            </a:r>
            <a:endParaRPr lang="ko-KR" sz="3200" dirty="0"/>
          </a:p>
        </p:txBody>
      </p:sp>
      <p:sp>
        <p:nvSpPr>
          <p:cNvPr id="4" name="S06-card15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5, 10, 15, 20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5개 늘어요.</a:t>
            </a:r>
            <a:endParaRPr lang="ko-KR" sz="3200" dirty="0"/>
          </a:p>
        </p:txBody>
      </p:sp>
      <p:sp>
        <p:nvSpPr>
          <p:cNvPr id="6" name="S06-dot154"/>
          <p:cNvSpPr/>
          <p:nvPr/>
        </p:nvSpPr>
        <p:spPr>
          <a:xfrm>
            <a:off x="7589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5"/>
          <p:cNvSpPr/>
          <p:nvPr/>
        </p:nvSpPr>
        <p:spPr>
          <a:xfrm>
            <a:off x="12161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6"/>
          <p:cNvSpPr/>
          <p:nvPr/>
        </p:nvSpPr>
        <p:spPr>
          <a:xfrm>
            <a:off x="16733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7"/>
          <p:cNvSpPr/>
          <p:nvPr/>
        </p:nvSpPr>
        <p:spPr>
          <a:xfrm>
            <a:off x="21305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8"/>
          <p:cNvSpPr/>
          <p:nvPr/>
        </p:nvSpPr>
        <p:spPr>
          <a:xfrm>
            <a:off x="25877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group159"/>
          <p:cNvSpPr/>
          <p:nvPr/>
        </p:nvSpPr>
        <p:spPr>
          <a:xfrm>
            <a:off x="699516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6-figure160" descr="5개씩 1묶음, 점 5개"/>
          <p:cNvSpPr/>
          <p:nvPr/>
        </p:nvSpPr>
        <p:spPr>
          <a:xfrm>
            <a:off x="672084" y="2860421"/>
            <a:ext cx="2286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6-label16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1</a:t>
            </a:r>
            <a:endParaRPr lang="ko-KR" sz="2600" dirty="0"/>
          </a:p>
        </p:txBody>
      </p:sp>
      <p:sp>
        <p:nvSpPr>
          <p:cNvPr id="14" name="S06-dot162"/>
          <p:cNvSpPr/>
          <p:nvPr/>
        </p:nvSpPr>
        <p:spPr>
          <a:xfrm>
            <a:off x="36118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3"/>
          <p:cNvSpPr/>
          <p:nvPr/>
        </p:nvSpPr>
        <p:spPr>
          <a:xfrm>
            <a:off x="40690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4"/>
          <p:cNvSpPr/>
          <p:nvPr/>
        </p:nvSpPr>
        <p:spPr>
          <a:xfrm>
            <a:off x="45262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5"/>
          <p:cNvSpPr/>
          <p:nvPr/>
        </p:nvSpPr>
        <p:spPr>
          <a:xfrm>
            <a:off x="49834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6"/>
          <p:cNvSpPr/>
          <p:nvPr/>
        </p:nvSpPr>
        <p:spPr>
          <a:xfrm>
            <a:off x="54406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7"/>
          <p:cNvSpPr/>
          <p:nvPr/>
        </p:nvSpPr>
        <p:spPr>
          <a:xfrm>
            <a:off x="36118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8"/>
          <p:cNvSpPr/>
          <p:nvPr/>
        </p:nvSpPr>
        <p:spPr>
          <a:xfrm>
            <a:off x="40690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69"/>
          <p:cNvSpPr/>
          <p:nvPr/>
        </p:nvSpPr>
        <p:spPr>
          <a:xfrm>
            <a:off x="45262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0"/>
          <p:cNvSpPr/>
          <p:nvPr/>
        </p:nvSpPr>
        <p:spPr>
          <a:xfrm>
            <a:off x="49834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1"/>
          <p:cNvSpPr/>
          <p:nvPr/>
        </p:nvSpPr>
        <p:spPr>
          <a:xfrm>
            <a:off x="54406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72"/>
          <p:cNvSpPr/>
          <p:nvPr/>
        </p:nvSpPr>
        <p:spPr>
          <a:xfrm>
            <a:off x="3552444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group173"/>
          <p:cNvSpPr/>
          <p:nvPr/>
        </p:nvSpPr>
        <p:spPr>
          <a:xfrm>
            <a:off x="3552444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6-figure174" descr="5개씩 2묶음, 점 10개"/>
          <p:cNvSpPr/>
          <p:nvPr/>
        </p:nvSpPr>
        <p:spPr>
          <a:xfrm>
            <a:off x="3525012" y="2631821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6-label175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</a:t>
            </a:r>
            <a:endParaRPr lang="ko-KR" sz="2600" dirty="0"/>
          </a:p>
        </p:txBody>
      </p:sp>
      <p:sp>
        <p:nvSpPr>
          <p:cNvPr id="28" name="S06-dot176"/>
          <p:cNvSpPr/>
          <p:nvPr/>
        </p:nvSpPr>
        <p:spPr>
          <a:xfrm>
            <a:off x="64648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7"/>
          <p:cNvSpPr/>
          <p:nvPr/>
        </p:nvSpPr>
        <p:spPr>
          <a:xfrm>
            <a:off x="69220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8"/>
          <p:cNvSpPr/>
          <p:nvPr/>
        </p:nvSpPr>
        <p:spPr>
          <a:xfrm>
            <a:off x="73792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79"/>
          <p:cNvSpPr/>
          <p:nvPr/>
        </p:nvSpPr>
        <p:spPr>
          <a:xfrm>
            <a:off x="78364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0"/>
          <p:cNvSpPr/>
          <p:nvPr/>
        </p:nvSpPr>
        <p:spPr>
          <a:xfrm>
            <a:off x="82936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1"/>
          <p:cNvSpPr/>
          <p:nvPr/>
        </p:nvSpPr>
        <p:spPr>
          <a:xfrm>
            <a:off x="64648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2"/>
          <p:cNvSpPr/>
          <p:nvPr/>
        </p:nvSpPr>
        <p:spPr>
          <a:xfrm>
            <a:off x="69220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3"/>
          <p:cNvSpPr/>
          <p:nvPr/>
        </p:nvSpPr>
        <p:spPr>
          <a:xfrm>
            <a:off x="73792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84"/>
          <p:cNvSpPr/>
          <p:nvPr/>
        </p:nvSpPr>
        <p:spPr>
          <a:xfrm>
            <a:off x="78364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85"/>
          <p:cNvSpPr/>
          <p:nvPr/>
        </p:nvSpPr>
        <p:spPr>
          <a:xfrm>
            <a:off x="82936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86"/>
          <p:cNvSpPr/>
          <p:nvPr/>
        </p:nvSpPr>
        <p:spPr>
          <a:xfrm>
            <a:off x="64648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dot187"/>
          <p:cNvSpPr/>
          <p:nvPr/>
        </p:nvSpPr>
        <p:spPr>
          <a:xfrm>
            <a:off x="69220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6-dot188"/>
          <p:cNvSpPr/>
          <p:nvPr/>
        </p:nvSpPr>
        <p:spPr>
          <a:xfrm>
            <a:off x="73792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189"/>
          <p:cNvSpPr/>
          <p:nvPr/>
        </p:nvSpPr>
        <p:spPr>
          <a:xfrm>
            <a:off x="78364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90"/>
          <p:cNvSpPr/>
          <p:nvPr/>
        </p:nvSpPr>
        <p:spPr>
          <a:xfrm>
            <a:off x="82936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group191"/>
          <p:cNvSpPr/>
          <p:nvPr/>
        </p:nvSpPr>
        <p:spPr>
          <a:xfrm>
            <a:off x="6405372" y="2439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6-group192"/>
          <p:cNvSpPr/>
          <p:nvPr/>
        </p:nvSpPr>
        <p:spPr>
          <a:xfrm>
            <a:off x="6405372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group193"/>
          <p:cNvSpPr/>
          <p:nvPr/>
        </p:nvSpPr>
        <p:spPr>
          <a:xfrm>
            <a:off x="6405372" y="3354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6-figure194" descr="5개씩 3묶음, 점 15개"/>
          <p:cNvSpPr/>
          <p:nvPr/>
        </p:nvSpPr>
        <p:spPr>
          <a:xfrm>
            <a:off x="6377940" y="2403221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6-label195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</a:t>
            </a:r>
            <a:endParaRPr lang="ko-KR" sz="2600" dirty="0"/>
          </a:p>
        </p:txBody>
      </p:sp>
      <p:sp>
        <p:nvSpPr>
          <p:cNvPr id="48" name="S06-dot196"/>
          <p:cNvSpPr/>
          <p:nvPr/>
        </p:nvSpPr>
        <p:spPr>
          <a:xfrm>
            <a:off x="93177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97"/>
          <p:cNvSpPr/>
          <p:nvPr/>
        </p:nvSpPr>
        <p:spPr>
          <a:xfrm>
            <a:off x="97749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98"/>
          <p:cNvSpPr/>
          <p:nvPr/>
        </p:nvSpPr>
        <p:spPr>
          <a:xfrm>
            <a:off x="102321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99"/>
          <p:cNvSpPr/>
          <p:nvPr/>
        </p:nvSpPr>
        <p:spPr>
          <a:xfrm>
            <a:off x="106893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0"/>
          <p:cNvSpPr/>
          <p:nvPr/>
        </p:nvSpPr>
        <p:spPr>
          <a:xfrm>
            <a:off x="111465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1"/>
          <p:cNvSpPr/>
          <p:nvPr/>
        </p:nvSpPr>
        <p:spPr>
          <a:xfrm>
            <a:off x="93177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2"/>
          <p:cNvSpPr/>
          <p:nvPr/>
        </p:nvSpPr>
        <p:spPr>
          <a:xfrm>
            <a:off x="97749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3"/>
          <p:cNvSpPr/>
          <p:nvPr/>
        </p:nvSpPr>
        <p:spPr>
          <a:xfrm>
            <a:off x="102321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4"/>
          <p:cNvSpPr/>
          <p:nvPr/>
        </p:nvSpPr>
        <p:spPr>
          <a:xfrm>
            <a:off x="106893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5"/>
          <p:cNvSpPr/>
          <p:nvPr/>
        </p:nvSpPr>
        <p:spPr>
          <a:xfrm>
            <a:off x="111465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06"/>
          <p:cNvSpPr/>
          <p:nvPr/>
        </p:nvSpPr>
        <p:spPr>
          <a:xfrm>
            <a:off x="93177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07"/>
          <p:cNvSpPr/>
          <p:nvPr/>
        </p:nvSpPr>
        <p:spPr>
          <a:xfrm>
            <a:off x="97749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08"/>
          <p:cNvSpPr/>
          <p:nvPr/>
        </p:nvSpPr>
        <p:spPr>
          <a:xfrm>
            <a:off x="102321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09"/>
          <p:cNvSpPr/>
          <p:nvPr/>
        </p:nvSpPr>
        <p:spPr>
          <a:xfrm>
            <a:off x="106893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0"/>
          <p:cNvSpPr/>
          <p:nvPr/>
        </p:nvSpPr>
        <p:spPr>
          <a:xfrm>
            <a:off x="111465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1"/>
          <p:cNvSpPr/>
          <p:nvPr/>
        </p:nvSpPr>
        <p:spPr>
          <a:xfrm>
            <a:off x="93177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2"/>
          <p:cNvSpPr/>
          <p:nvPr/>
        </p:nvSpPr>
        <p:spPr>
          <a:xfrm>
            <a:off x="97749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3"/>
          <p:cNvSpPr/>
          <p:nvPr/>
        </p:nvSpPr>
        <p:spPr>
          <a:xfrm>
            <a:off x="102321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dot214"/>
          <p:cNvSpPr/>
          <p:nvPr/>
        </p:nvSpPr>
        <p:spPr>
          <a:xfrm>
            <a:off x="106893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6-dot215"/>
          <p:cNvSpPr/>
          <p:nvPr/>
        </p:nvSpPr>
        <p:spPr>
          <a:xfrm>
            <a:off x="111465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6-group216"/>
          <p:cNvSpPr/>
          <p:nvPr/>
        </p:nvSpPr>
        <p:spPr>
          <a:xfrm>
            <a:off x="9258300" y="2211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17"/>
          <p:cNvSpPr/>
          <p:nvPr/>
        </p:nvSpPr>
        <p:spPr>
          <a:xfrm>
            <a:off x="9258300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group218"/>
          <p:cNvSpPr/>
          <p:nvPr/>
        </p:nvSpPr>
        <p:spPr>
          <a:xfrm>
            <a:off x="9258300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1" name="S06-group219"/>
          <p:cNvSpPr/>
          <p:nvPr/>
        </p:nvSpPr>
        <p:spPr>
          <a:xfrm>
            <a:off x="9258300" y="3582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2" name="S06-figure220" descr="5개씩 4묶음, 점 20개"/>
          <p:cNvSpPr/>
          <p:nvPr/>
        </p:nvSpPr>
        <p:spPr>
          <a:xfrm>
            <a:off x="9230868" y="2174621"/>
            <a:ext cx="22860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06-label22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뛰어 세요</a:t>
            </a:r>
            <a:endParaRPr lang="ko-KR" sz="4400" dirty="0"/>
          </a:p>
        </p:txBody>
      </p:sp>
      <p:sp>
        <p:nvSpPr>
          <p:cNvPr id="3" name="S07-text2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7은 0에서 5씩 7번 뛰어요.</a:t>
            </a:r>
            <a:endParaRPr lang="ko-KR" sz="3200" dirty="0"/>
          </a:p>
        </p:txBody>
      </p:sp>
      <p:sp>
        <p:nvSpPr>
          <p:cNvPr id="4" name="S07-card2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30보다 5 커요.</a:t>
            </a:r>
            <a:endParaRPr lang="ko-KR" sz="3200" dirty="0"/>
          </a:p>
        </p:txBody>
      </p:sp>
      <p:sp>
        <p:nvSpPr>
          <p:cNvPr id="6" name="S07-line22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7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8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9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07-line230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1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7-line23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3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07-line234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5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07-line236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7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600" dirty="0"/>
          </a:p>
        </p:txBody>
      </p:sp>
      <p:sp>
        <p:nvSpPr>
          <p:cNvPr id="19" name="S07-line238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9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21" name="S07-line240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1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3" name="S07-line24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3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25" name="S07-line244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5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27" name="S07-mark246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7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8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9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0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1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2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3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4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5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6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7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8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9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0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1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line262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7-line263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7-label264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46" name="S07-line265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7-line266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7-label267"/>
          <p:cNvSpPr txBox="1"/>
          <p:nvPr/>
        </p:nvSpPr>
        <p:spPr>
          <a:xfrm>
            <a:off x="780592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2600" dirty="0"/>
          </a:p>
        </p:txBody>
      </p:sp>
      <p:sp>
        <p:nvSpPr>
          <p:cNvPr id="49" name="S07-figure268" descr="0부터 45까지 5씩 눈금이 있는 수직선에서 0부터 5씩 7번 뛰어 3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5단을 완성해요</a:t>
            </a:r>
            <a:endParaRPr lang="ko-KR" sz="4400" dirty="0"/>
          </a:p>
        </p:txBody>
      </p:sp>
      <p:sp>
        <p:nvSpPr>
          <p:cNvPr id="3" name="S08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일의 자리를 봐요.</a:t>
            </a:r>
            <a:endParaRPr lang="ko-KR" sz="3200" dirty="0"/>
          </a:p>
        </p:txBody>
      </p:sp>
      <p:sp>
        <p:nvSpPr>
          <p:cNvPr id="4" name="S08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 어떤 수가 되풀이되나요?</a:t>
            </a:r>
            <a:endParaRPr lang="ko-KR" sz="3200" dirty="0"/>
          </a:p>
        </p:txBody>
      </p:sp>
      <p:graphicFrame>
        <p:nvGraphicFramePr>
          <p:cNvPr id="9" name="S08-table2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5" name="S09-chip2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7켤레는 몇 짝?</a:t>
            </a:r>
            <a:endParaRPr lang="ko-KR" sz="3200" dirty="0"/>
          </a:p>
        </p:txBody>
      </p:sp>
      <p:sp>
        <p:nvSpPr>
          <p:cNvPr id="7" name="S09-chip27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7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9" name="S09-chip27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8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8 = □</a:t>
            </a:r>
            <a:endParaRPr lang="ko-KR" sz="3600" dirty="0"/>
          </a:p>
        </p:txBody>
      </p:sp>
      <p:sp>
        <p:nvSpPr>
          <p:cNvPr id="11" name="S09-chip28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8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5개씩 4상자는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3을 계산했어요.</a:t>
            </a:r>
            <a:endParaRPr lang="ko-KR" sz="3200" dirty="0"/>
          </a:p>
        </p:txBody>
      </p:sp>
      <p:sp>
        <p:nvSpPr>
          <p:cNvPr id="5" name="S10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</a:t>
            </a:r>
            <a:endParaRPr lang="ko-KR" sz="2600" dirty="0"/>
          </a:p>
        </p:txBody>
      </p:sp>
      <p:sp>
        <p:nvSpPr>
          <p:cNvPr id="8" name="S10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“5와 3이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 = 8이에요.”</a:t>
            </a:r>
            <a:endParaRPr lang="ko-KR" sz="3200" dirty="0"/>
          </a:p>
        </p:txBody>
      </p:sp>
      <p:sp>
        <p:nvSpPr>
          <p:cNvPr id="9" name="S10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15</a:t>
            </a:r>
            <a:endParaRPr lang="ko-KR" sz="2600" dirty="0"/>
          </a:p>
        </p:txBody>
      </p:sp>
      <p:sp>
        <p:nvSpPr>
          <p:cNvPr id="10" name="S10-dot290"/>
          <p:cNvSpPr/>
          <p:nvPr/>
        </p:nvSpPr>
        <p:spPr>
          <a:xfrm>
            <a:off x="79027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91"/>
          <p:cNvSpPr/>
          <p:nvPr/>
        </p:nvSpPr>
        <p:spPr>
          <a:xfrm>
            <a:off x="83599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92"/>
          <p:cNvSpPr/>
          <p:nvPr/>
        </p:nvSpPr>
        <p:spPr>
          <a:xfrm>
            <a:off x="88171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3"/>
          <p:cNvSpPr/>
          <p:nvPr/>
        </p:nvSpPr>
        <p:spPr>
          <a:xfrm>
            <a:off x="92743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4"/>
          <p:cNvSpPr/>
          <p:nvPr/>
        </p:nvSpPr>
        <p:spPr>
          <a:xfrm>
            <a:off x="97315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5"/>
          <p:cNvSpPr/>
          <p:nvPr/>
        </p:nvSpPr>
        <p:spPr>
          <a:xfrm>
            <a:off x="79027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6"/>
          <p:cNvSpPr/>
          <p:nvPr/>
        </p:nvSpPr>
        <p:spPr>
          <a:xfrm>
            <a:off x="83599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7"/>
          <p:cNvSpPr/>
          <p:nvPr/>
        </p:nvSpPr>
        <p:spPr>
          <a:xfrm>
            <a:off x="88171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8"/>
          <p:cNvSpPr/>
          <p:nvPr/>
        </p:nvSpPr>
        <p:spPr>
          <a:xfrm>
            <a:off x="92743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9"/>
          <p:cNvSpPr/>
          <p:nvPr/>
        </p:nvSpPr>
        <p:spPr>
          <a:xfrm>
            <a:off x="97315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00"/>
          <p:cNvSpPr/>
          <p:nvPr/>
        </p:nvSpPr>
        <p:spPr>
          <a:xfrm>
            <a:off x="79027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01"/>
          <p:cNvSpPr/>
          <p:nvPr/>
        </p:nvSpPr>
        <p:spPr>
          <a:xfrm>
            <a:off x="83599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02"/>
          <p:cNvSpPr/>
          <p:nvPr/>
        </p:nvSpPr>
        <p:spPr>
          <a:xfrm>
            <a:off x="88171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3"/>
          <p:cNvSpPr/>
          <p:nvPr/>
        </p:nvSpPr>
        <p:spPr>
          <a:xfrm>
            <a:off x="92743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4"/>
          <p:cNvSpPr/>
          <p:nvPr/>
        </p:nvSpPr>
        <p:spPr>
          <a:xfrm>
            <a:off x="97315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group305"/>
          <p:cNvSpPr/>
          <p:nvPr/>
        </p:nvSpPr>
        <p:spPr>
          <a:xfrm>
            <a:off x="7843266" y="32412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0-group306"/>
          <p:cNvSpPr/>
          <p:nvPr/>
        </p:nvSpPr>
        <p:spPr>
          <a:xfrm>
            <a:off x="7843266" y="36984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07"/>
          <p:cNvSpPr/>
          <p:nvPr/>
        </p:nvSpPr>
        <p:spPr>
          <a:xfrm>
            <a:off x="7843266" y="41556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08" descr="5개씩 묶은 점 3줄, 모두 15개"/>
          <p:cNvSpPr/>
          <p:nvPr/>
        </p:nvSpPr>
        <p:spPr>
          <a:xfrm>
            <a:off x="7815834" y="3204718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0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“5씩 3묶음: 5, 10, 15”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9 = □</a:t>
            </a:r>
            <a:endParaRPr lang="ko-KR" sz="3600" dirty="0"/>
          </a:p>
        </p:txBody>
      </p:sp>
      <p:sp>
        <p:nvSpPr>
          <p:cNvPr id="6" name="S11-chip31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1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8 = □</a:t>
            </a:r>
            <a:endParaRPr lang="ko-KR" sz="3600" dirty="0"/>
          </a:p>
        </p:txBody>
      </p:sp>
      <p:sp>
        <p:nvSpPr>
          <p:cNvPr id="8" name="S11-chip31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31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5 = □</a:t>
            </a:r>
            <a:endParaRPr lang="ko-KR" sz="3600" dirty="0"/>
          </a:p>
        </p:txBody>
      </p:sp>
      <p:sp>
        <p:nvSpPr>
          <p:cNvPr id="10" name="S11-chip31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1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두발자전거 4대의 바퀴는?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단에 모두 있어요</a:t>
            </a:r>
            <a:endParaRPr lang="ko-KR" sz="4400" dirty="0"/>
          </a:p>
        </p:txBody>
      </p:sp>
      <p:sp>
        <p:nvSpPr>
          <p:cNvPr id="3" name="S13-text3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2단에도 5단에도 나오는 곱은?</a:t>
            </a:r>
            <a:endParaRPr lang="ko-KR" sz="3200" dirty="0"/>
          </a:p>
        </p:txBody>
      </p:sp>
      <p:sp>
        <p:nvSpPr>
          <p:cNvPr id="4" name="S13-card3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곱셈식인지 말해 보세요.</a:t>
            </a:r>
            <a:endParaRPr lang="ko-KR" sz="3200" dirty="0"/>
          </a:p>
        </p:txBody>
      </p:sp>
      <p:sp>
        <p:nvSpPr>
          <p:cNvPr id="6" name="S13-chip32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2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2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9" name="S13-chip32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2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2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2" name="S13-chip32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2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3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2단은 2씩, 5단은 5씩 곱이 커져요.</a:t>
            </a:r>
            <a:endParaRPr lang="ko-KR" sz="3200" dirty="0"/>
          </a:p>
        </p:txBody>
      </p:sp>
      <p:sp>
        <p:nvSpPr>
          <p:cNvPr id="5" name="S14-chip33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곱에 2나 5 더하기</a:t>
            </a:r>
            <a:endParaRPr lang="ko-KR" sz="2600" dirty="0"/>
          </a:p>
        </p:txBody>
      </p:sp>
      <p:sp>
        <p:nvSpPr>
          <p:cNvPr id="6" name="S14-chip33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수를 더하기</a:t>
            </a:r>
            <a:endParaRPr lang="ko-KR" sz="2600" dirty="0"/>
          </a:p>
        </p:txBody>
      </p:sp>
      <p:sp>
        <p:nvSpPr>
          <p:cNvPr id="7" name="S14-text33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3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× 7 = □</a:t>
            </a:r>
            <a:endParaRPr lang="ko-KR" sz="3000" dirty="0"/>
          </a:p>
        </p:txBody>
      </p:sp>
      <p:sp>
        <p:nvSpPr>
          <p:cNvPr id="9" name="S14-eqtext33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 × 9 = □</a:t>
            </a:r>
            <a:endParaRPr lang="ko-KR" sz="3000" dirty="0"/>
          </a:p>
        </p:txBody>
      </p:sp>
      <p:sp>
        <p:nvSpPr>
          <p:cNvPr id="10" name="S14-eqtext33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× 5 = □</a:t>
            </a:r>
            <a:endParaRPr lang="ko-KR" sz="3000" dirty="0"/>
          </a:p>
        </p:txBody>
      </p:sp>
      <p:sp>
        <p:nvSpPr>
          <p:cNvPr id="11" name="S14-text33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3단과 6단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몇씩 몇 묶음</a:t>
            </a:r>
            <a:endParaRPr lang="ko-KR" sz="4400" dirty="0"/>
          </a:p>
        </p:txBody>
      </p:sp>
      <p:sp>
        <p:nvSpPr>
          <p:cNvPr id="3" name="S15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접시에 4개씩, 접시 3개예요.</a:t>
            </a:r>
            <a:endParaRPr lang="ko-KR" sz="3200" dirty="0"/>
          </a:p>
        </p:txBody>
      </p:sp>
      <p:sp>
        <p:nvSpPr>
          <p:cNvPr id="4" name="S15-dot341"/>
          <p:cNvSpPr/>
          <p:nvPr/>
        </p:nvSpPr>
        <p:spPr>
          <a:xfrm>
            <a:off x="207157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342"/>
          <p:cNvSpPr/>
          <p:nvPr/>
        </p:nvSpPr>
        <p:spPr>
          <a:xfrm>
            <a:off x="271165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343"/>
          <p:cNvSpPr/>
          <p:nvPr/>
        </p:nvSpPr>
        <p:spPr>
          <a:xfrm>
            <a:off x="335173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44"/>
          <p:cNvSpPr/>
          <p:nvPr/>
        </p:nvSpPr>
        <p:spPr>
          <a:xfrm>
            <a:off x="399181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45"/>
          <p:cNvSpPr/>
          <p:nvPr/>
        </p:nvSpPr>
        <p:spPr>
          <a:xfrm>
            <a:off x="207157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46"/>
          <p:cNvSpPr/>
          <p:nvPr/>
        </p:nvSpPr>
        <p:spPr>
          <a:xfrm>
            <a:off x="271165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47"/>
          <p:cNvSpPr/>
          <p:nvPr/>
        </p:nvSpPr>
        <p:spPr>
          <a:xfrm>
            <a:off x="335173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48"/>
          <p:cNvSpPr/>
          <p:nvPr/>
        </p:nvSpPr>
        <p:spPr>
          <a:xfrm>
            <a:off x="399181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49"/>
          <p:cNvSpPr/>
          <p:nvPr/>
        </p:nvSpPr>
        <p:spPr>
          <a:xfrm>
            <a:off x="207157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50"/>
          <p:cNvSpPr/>
          <p:nvPr/>
        </p:nvSpPr>
        <p:spPr>
          <a:xfrm>
            <a:off x="271165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51"/>
          <p:cNvSpPr/>
          <p:nvPr/>
        </p:nvSpPr>
        <p:spPr>
          <a:xfrm>
            <a:off x="335173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52"/>
          <p:cNvSpPr/>
          <p:nvPr/>
        </p:nvSpPr>
        <p:spPr>
          <a:xfrm>
            <a:off x="399181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group353"/>
          <p:cNvSpPr/>
          <p:nvPr/>
        </p:nvSpPr>
        <p:spPr>
          <a:xfrm>
            <a:off x="1977390" y="319125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15-group354"/>
          <p:cNvSpPr/>
          <p:nvPr/>
        </p:nvSpPr>
        <p:spPr>
          <a:xfrm>
            <a:off x="1977390" y="383133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15-group355"/>
          <p:cNvSpPr/>
          <p:nvPr/>
        </p:nvSpPr>
        <p:spPr>
          <a:xfrm>
            <a:off x="1977390" y="44714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figure356" descr="4개씩 묶은 점 3줄, 모두 12개"/>
          <p:cNvSpPr/>
          <p:nvPr/>
        </p:nvSpPr>
        <p:spPr>
          <a:xfrm>
            <a:off x="1949958" y="315468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5-card357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5-cardtext358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+ 4 = 12</a:t>
            </a:r>
            <a:endParaRPr lang="ko-KR" sz="3200" dirty="0"/>
          </a:p>
        </p:txBody>
      </p:sp>
      <p:sp>
        <p:nvSpPr>
          <p:cNvPr id="22" name="S15-card359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5-cardtext360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3배는 12예요.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2단과 5단</dc:title>
  <dc:subject>KR22-G02-MAT-TIMES25-L01</dc:subject>
  <dc:creator>education-ppt</dc:creator>
  <cp:lastModifiedBy>education-ppt</cp:lastModifiedBy>
  <cp:revision>1</cp:revision>
  <dcterms:created xsi:type="dcterms:W3CDTF">2026-10-26T06:44:34Z</dcterms:created>
  <dcterms:modified xsi:type="dcterms:W3CDTF">2026-10-26T06:44:34Z</dcterms:modified>
</cp:coreProperties>
</file>