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08f74e8-e51d-85fc-f4f2-c42fa2818ad1}">
          <p14:sldIdLst>
            <p14:sldId id="256"/>
            <p14:sldId id="257"/>
          </p14:sldIdLst>
        </p14:section>
        <p14:section name="개념" id="{1a008376-4856-7d28-55a9-2968a297970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7e516e0f-425c-539b-7225-9b26119c360a}">
          <p14:sldIdLst>
            <p14:sldId id="264"/>
            <p14:sldId id="265"/>
          </p14:sldIdLst>
        </p14:section>
        <p14:section name="확인" id="{129d939f-c356-e978-a90b-6e8f936d26c2}">
          <p14:sldIdLst>
            <p14:sldId id="266"/>
            <p14:sldId id="267"/>
          </p14:sldIdLst>
        </p14:section>
        <p14:section name="정리" id="{cd52a398-b06d-45d5-c2b4-e9a9a53f97ec}">
          <p14:sldIdLst>
            <p14:sldId id="268"/>
          </p14:sldIdLst>
        </p14:section>
        <p14:section name="보충" id="{8d050fa2-82ba-6102-15c7-290ca111b0d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2단과 5단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2씩, 5씩 빨리 세려면?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0627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7485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4343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1201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8059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0627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7485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343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101201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8059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80627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87485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94343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1201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8059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group16"/>
          <p:cNvSpPr/>
          <p:nvPr/>
        </p:nvSpPr>
        <p:spPr>
          <a:xfrm>
            <a:off x="7959852" y="11109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1-group17"/>
          <p:cNvSpPr/>
          <p:nvPr/>
        </p:nvSpPr>
        <p:spPr>
          <a:xfrm>
            <a:off x="7959852" y="17967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1-group18"/>
          <p:cNvSpPr/>
          <p:nvPr/>
        </p:nvSpPr>
        <p:spPr>
          <a:xfrm>
            <a:off x="7959852" y="24825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1-figure19" descr="5개씩 묶은 점 3줄, 모두 15개"/>
          <p:cNvSpPr/>
          <p:nvPr/>
        </p:nvSpPr>
        <p:spPr>
          <a:xfrm>
            <a:off x="7932420" y="1074420"/>
            <a:ext cx="34290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1-card20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4" name="S01-cardtext21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2씩 묶어 세어 2단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5씩 묶어 세어 5단 곱셈구구를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나타내요.</a:t>
            </a:r>
            <a:endParaRPr lang="ko-KR" sz="3200" dirty="0"/>
          </a:p>
        </p:txBody>
      </p:sp>
      <p:sp>
        <p:nvSpPr>
          <p:cNvPr id="4" name="S02-chip2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dot24"/>
          <p:cNvSpPr/>
          <p:nvPr/>
        </p:nvSpPr>
        <p:spPr>
          <a:xfrm>
            <a:off x="331500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dot25"/>
          <p:cNvSpPr/>
          <p:nvPr/>
        </p:nvSpPr>
        <p:spPr>
          <a:xfrm>
            <a:off x="374172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dot26"/>
          <p:cNvSpPr/>
          <p:nvPr/>
        </p:nvSpPr>
        <p:spPr>
          <a:xfrm>
            <a:off x="416844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dot27"/>
          <p:cNvSpPr/>
          <p:nvPr/>
        </p:nvSpPr>
        <p:spPr>
          <a:xfrm>
            <a:off x="459516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dot28"/>
          <p:cNvSpPr/>
          <p:nvPr/>
        </p:nvSpPr>
        <p:spPr>
          <a:xfrm>
            <a:off x="331500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dot29"/>
          <p:cNvSpPr/>
          <p:nvPr/>
        </p:nvSpPr>
        <p:spPr>
          <a:xfrm>
            <a:off x="374172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dot30"/>
          <p:cNvSpPr/>
          <p:nvPr/>
        </p:nvSpPr>
        <p:spPr>
          <a:xfrm>
            <a:off x="416844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dot31"/>
          <p:cNvSpPr/>
          <p:nvPr/>
        </p:nvSpPr>
        <p:spPr>
          <a:xfrm>
            <a:off x="459516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32"/>
          <p:cNvSpPr/>
          <p:nvPr/>
        </p:nvSpPr>
        <p:spPr>
          <a:xfrm>
            <a:off x="331500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33"/>
          <p:cNvSpPr/>
          <p:nvPr/>
        </p:nvSpPr>
        <p:spPr>
          <a:xfrm>
            <a:off x="374172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34"/>
          <p:cNvSpPr/>
          <p:nvPr/>
        </p:nvSpPr>
        <p:spPr>
          <a:xfrm>
            <a:off x="416844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35"/>
          <p:cNvSpPr/>
          <p:nvPr/>
        </p:nvSpPr>
        <p:spPr>
          <a:xfrm>
            <a:off x="459516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group36"/>
          <p:cNvSpPr/>
          <p:nvPr/>
        </p:nvSpPr>
        <p:spPr>
          <a:xfrm>
            <a:off x="3261360" y="204825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2-group37"/>
          <p:cNvSpPr/>
          <p:nvPr/>
        </p:nvSpPr>
        <p:spPr>
          <a:xfrm>
            <a:off x="3261360" y="247497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2-group38"/>
          <p:cNvSpPr/>
          <p:nvPr/>
        </p:nvSpPr>
        <p:spPr>
          <a:xfrm>
            <a:off x="3261360" y="290169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2-figure39" descr="4개씩 묶은 점 3줄"/>
          <p:cNvSpPr/>
          <p:nvPr/>
        </p:nvSpPr>
        <p:spPr>
          <a:xfrm>
            <a:off x="3233928" y="2011680"/>
            <a:ext cx="170688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2-chip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2" name="S02-text4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+ 3을 곱셈식으로</a:t>
            </a:r>
            <a:endParaRPr lang="ko-KR" sz="3200" dirty="0"/>
          </a:p>
        </p:txBody>
      </p:sp>
      <p:sp>
        <p:nvSpPr>
          <p:cNvPr id="23" name="S02-chip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4" name="S02-text4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5의 2배는 얼마예요?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묶어 세요</a:t>
            </a:r>
            <a:endParaRPr lang="ko-KR" sz="4400" dirty="0"/>
          </a:p>
        </p:txBody>
      </p:sp>
      <p:sp>
        <p:nvSpPr>
          <p:cNvPr id="3" name="S03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2개씩 한 묶음이 하나씩 늘어나요.</a:t>
            </a:r>
            <a:endParaRPr lang="ko-KR" sz="3200" dirty="0"/>
          </a:p>
        </p:txBody>
      </p:sp>
      <p:sp>
        <p:nvSpPr>
          <p:cNvPr id="4" name="S03-card4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2개 늘어요.</a:t>
            </a:r>
            <a:endParaRPr lang="ko-KR" sz="3200" dirty="0"/>
          </a:p>
        </p:txBody>
      </p:sp>
      <p:sp>
        <p:nvSpPr>
          <p:cNvPr id="6" name="S03-dot47"/>
          <p:cNvSpPr/>
          <p:nvPr/>
        </p:nvSpPr>
        <p:spPr>
          <a:xfrm>
            <a:off x="140771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8"/>
          <p:cNvSpPr/>
          <p:nvPr/>
        </p:nvSpPr>
        <p:spPr>
          <a:xfrm>
            <a:off x="191063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group49"/>
          <p:cNvSpPr/>
          <p:nvPr/>
        </p:nvSpPr>
        <p:spPr>
          <a:xfrm>
            <a:off x="1339596" y="287413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3-figure50" descr="2개씩 1묶음, 점 2개"/>
          <p:cNvSpPr/>
          <p:nvPr/>
        </p:nvSpPr>
        <p:spPr>
          <a:xfrm>
            <a:off x="1312164" y="2837561"/>
            <a:ext cx="100584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3-label51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1</a:t>
            </a:r>
            <a:endParaRPr lang="ko-KR" sz="2600" dirty="0"/>
          </a:p>
        </p:txBody>
      </p:sp>
      <p:sp>
        <p:nvSpPr>
          <p:cNvPr id="11" name="S03-dot52"/>
          <p:cNvSpPr/>
          <p:nvPr/>
        </p:nvSpPr>
        <p:spPr>
          <a:xfrm>
            <a:off x="426064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53"/>
          <p:cNvSpPr/>
          <p:nvPr/>
        </p:nvSpPr>
        <p:spPr>
          <a:xfrm>
            <a:off x="476356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54"/>
          <p:cNvSpPr/>
          <p:nvPr/>
        </p:nvSpPr>
        <p:spPr>
          <a:xfrm>
            <a:off x="426064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55"/>
          <p:cNvSpPr/>
          <p:nvPr/>
        </p:nvSpPr>
        <p:spPr>
          <a:xfrm>
            <a:off x="476356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group56"/>
          <p:cNvSpPr/>
          <p:nvPr/>
        </p:nvSpPr>
        <p:spPr>
          <a:xfrm>
            <a:off x="4192524" y="262267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3-group57"/>
          <p:cNvSpPr/>
          <p:nvPr/>
        </p:nvSpPr>
        <p:spPr>
          <a:xfrm>
            <a:off x="4192524" y="312559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3-figure58" descr="2개씩 2묶음, 점 4개"/>
          <p:cNvSpPr/>
          <p:nvPr/>
        </p:nvSpPr>
        <p:spPr>
          <a:xfrm>
            <a:off x="4165092" y="2586101"/>
            <a:ext cx="10058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3-label59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2</a:t>
            </a:r>
            <a:endParaRPr lang="ko-KR" sz="2600" dirty="0"/>
          </a:p>
        </p:txBody>
      </p:sp>
      <p:sp>
        <p:nvSpPr>
          <p:cNvPr id="19" name="S03-dot60"/>
          <p:cNvSpPr/>
          <p:nvPr/>
        </p:nvSpPr>
        <p:spPr>
          <a:xfrm>
            <a:off x="711357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61"/>
          <p:cNvSpPr/>
          <p:nvPr/>
        </p:nvSpPr>
        <p:spPr>
          <a:xfrm>
            <a:off x="761649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dot62"/>
          <p:cNvSpPr/>
          <p:nvPr/>
        </p:nvSpPr>
        <p:spPr>
          <a:xfrm>
            <a:off x="711357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dot63"/>
          <p:cNvSpPr/>
          <p:nvPr/>
        </p:nvSpPr>
        <p:spPr>
          <a:xfrm>
            <a:off x="761649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64"/>
          <p:cNvSpPr/>
          <p:nvPr/>
        </p:nvSpPr>
        <p:spPr>
          <a:xfrm>
            <a:off x="711357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65"/>
          <p:cNvSpPr/>
          <p:nvPr/>
        </p:nvSpPr>
        <p:spPr>
          <a:xfrm>
            <a:off x="761649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group66"/>
          <p:cNvSpPr/>
          <p:nvPr/>
        </p:nvSpPr>
        <p:spPr>
          <a:xfrm>
            <a:off x="7045452" y="237121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3-group67"/>
          <p:cNvSpPr/>
          <p:nvPr/>
        </p:nvSpPr>
        <p:spPr>
          <a:xfrm>
            <a:off x="7045452" y="287413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3-group68"/>
          <p:cNvSpPr/>
          <p:nvPr/>
        </p:nvSpPr>
        <p:spPr>
          <a:xfrm>
            <a:off x="7045452" y="337705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3-figure69" descr="2개씩 3묶음, 점 6개"/>
          <p:cNvSpPr/>
          <p:nvPr/>
        </p:nvSpPr>
        <p:spPr>
          <a:xfrm>
            <a:off x="7018020" y="2334641"/>
            <a:ext cx="100584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3-label70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</a:t>
            </a:r>
            <a:endParaRPr lang="ko-KR" sz="2600" dirty="0"/>
          </a:p>
        </p:txBody>
      </p:sp>
      <p:sp>
        <p:nvSpPr>
          <p:cNvPr id="30" name="S03-dot71"/>
          <p:cNvSpPr/>
          <p:nvPr/>
        </p:nvSpPr>
        <p:spPr>
          <a:xfrm>
            <a:off x="996650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72"/>
          <p:cNvSpPr/>
          <p:nvPr/>
        </p:nvSpPr>
        <p:spPr>
          <a:xfrm>
            <a:off x="1046942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73"/>
          <p:cNvSpPr/>
          <p:nvPr/>
        </p:nvSpPr>
        <p:spPr>
          <a:xfrm>
            <a:off x="996650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74"/>
          <p:cNvSpPr/>
          <p:nvPr/>
        </p:nvSpPr>
        <p:spPr>
          <a:xfrm>
            <a:off x="1046942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75"/>
          <p:cNvSpPr/>
          <p:nvPr/>
        </p:nvSpPr>
        <p:spPr>
          <a:xfrm>
            <a:off x="996650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dot76"/>
          <p:cNvSpPr/>
          <p:nvPr/>
        </p:nvSpPr>
        <p:spPr>
          <a:xfrm>
            <a:off x="1046942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dot77"/>
          <p:cNvSpPr/>
          <p:nvPr/>
        </p:nvSpPr>
        <p:spPr>
          <a:xfrm>
            <a:off x="996650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dot78"/>
          <p:cNvSpPr/>
          <p:nvPr/>
        </p:nvSpPr>
        <p:spPr>
          <a:xfrm>
            <a:off x="1046942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group79"/>
          <p:cNvSpPr/>
          <p:nvPr/>
        </p:nvSpPr>
        <p:spPr>
          <a:xfrm>
            <a:off x="9898380" y="211975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3-group80"/>
          <p:cNvSpPr/>
          <p:nvPr/>
        </p:nvSpPr>
        <p:spPr>
          <a:xfrm>
            <a:off x="9898380" y="262267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3-group81"/>
          <p:cNvSpPr/>
          <p:nvPr/>
        </p:nvSpPr>
        <p:spPr>
          <a:xfrm>
            <a:off x="9898380" y="312559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3-group82"/>
          <p:cNvSpPr/>
          <p:nvPr/>
        </p:nvSpPr>
        <p:spPr>
          <a:xfrm>
            <a:off x="9898380" y="362851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3-figure83" descr="2개씩 4묶음, 점 8개"/>
          <p:cNvSpPr/>
          <p:nvPr/>
        </p:nvSpPr>
        <p:spPr>
          <a:xfrm>
            <a:off x="9870948" y="2083181"/>
            <a:ext cx="100584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3-label84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뛰어 세요</a:t>
            </a:r>
            <a:endParaRPr lang="ko-KR" sz="4400" dirty="0"/>
          </a:p>
        </p:txBody>
      </p:sp>
      <p:sp>
        <p:nvSpPr>
          <p:cNvPr id="3" name="S04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6은 0에서 2씩 6번 뛰어요.</a:t>
            </a:r>
            <a:endParaRPr lang="ko-KR" sz="3200" dirty="0"/>
          </a:p>
        </p:txBody>
      </p:sp>
      <p:sp>
        <p:nvSpPr>
          <p:cNvPr id="4" name="S04-card8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2와 6의 ‘곱’이에요.</a:t>
            </a:r>
            <a:endParaRPr lang="ko-KR" sz="3200" dirty="0"/>
          </a:p>
        </p:txBody>
      </p:sp>
      <p:sp>
        <p:nvSpPr>
          <p:cNvPr id="6" name="S04-line88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89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0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4-line91"/>
          <p:cNvSpPr/>
          <p:nvPr/>
        </p:nvSpPr>
        <p:spPr>
          <a:xfrm>
            <a:off x="153060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92"/>
          <p:cNvSpPr txBox="1"/>
          <p:nvPr/>
        </p:nvSpPr>
        <p:spPr>
          <a:xfrm>
            <a:off x="107340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4-line93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94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4-line95"/>
          <p:cNvSpPr/>
          <p:nvPr/>
        </p:nvSpPr>
        <p:spPr>
          <a:xfrm>
            <a:off x="267157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96"/>
          <p:cNvSpPr txBox="1"/>
          <p:nvPr/>
        </p:nvSpPr>
        <p:spPr>
          <a:xfrm>
            <a:off x="221437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4-line97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98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4-line99"/>
          <p:cNvSpPr/>
          <p:nvPr/>
        </p:nvSpPr>
        <p:spPr>
          <a:xfrm>
            <a:off x="38125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100"/>
          <p:cNvSpPr txBox="1"/>
          <p:nvPr/>
        </p:nvSpPr>
        <p:spPr>
          <a:xfrm>
            <a:off x="335534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4-line101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102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4-line103"/>
          <p:cNvSpPr/>
          <p:nvPr/>
        </p:nvSpPr>
        <p:spPr>
          <a:xfrm>
            <a:off x="495350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abel104"/>
          <p:cNvSpPr txBox="1"/>
          <p:nvPr/>
        </p:nvSpPr>
        <p:spPr>
          <a:xfrm>
            <a:off x="449630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4-line105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106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4-line107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108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4-line109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10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4-line111"/>
          <p:cNvSpPr/>
          <p:nvPr/>
        </p:nvSpPr>
        <p:spPr>
          <a:xfrm>
            <a:off x="723544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12"/>
          <p:cNvSpPr txBox="1"/>
          <p:nvPr/>
        </p:nvSpPr>
        <p:spPr>
          <a:xfrm>
            <a:off x="677824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04-line113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114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04-line115"/>
          <p:cNvSpPr/>
          <p:nvPr/>
        </p:nvSpPr>
        <p:spPr>
          <a:xfrm>
            <a:off x="83764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label116"/>
          <p:cNvSpPr txBox="1"/>
          <p:nvPr/>
        </p:nvSpPr>
        <p:spPr>
          <a:xfrm>
            <a:off x="791921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35" name="S04-line117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abel118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37" name="S04-line119"/>
          <p:cNvSpPr/>
          <p:nvPr/>
        </p:nvSpPr>
        <p:spPr>
          <a:xfrm>
            <a:off x="951738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abel120"/>
          <p:cNvSpPr txBox="1"/>
          <p:nvPr/>
        </p:nvSpPr>
        <p:spPr>
          <a:xfrm>
            <a:off x="906018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9" name="S04-line121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abel122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41" name="S04-line123"/>
          <p:cNvSpPr/>
          <p:nvPr/>
        </p:nvSpPr>
        <p:spPr>
          <a:xfrm>
            <a:off x="1065834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abel124"/>
          <p:cNvSpPr txBox="1"/>
          <p:nvPr/>
        </p:nvSpPr>
        <p:spPr>
          <a:xfrm>
            <a:off x="1020114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600" dirty="0"/>
          </a:p>
        </p:txBody>
      </p:sp>
      <p:sp>
        <p:nvSpPr>
          <p:cNvPr id="43" name="S04-line125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4-label126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45" name="S04-mark127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4-line128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4-line129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4-label130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9" name="S04-line131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4-line132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4-label133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52" name="S04-line134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4-line135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4-label136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55" name="S04-line137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38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39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58" name="S04-line140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41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42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61" name="S04-line143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44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45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64" name="S04-figure146" descr="0부터 18까지 수직선에서 0부터 2씩 6번 뛰어 1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2단을 완성해요</a:t>
            </a:r>
            <a:endParaRPr lang="ko-KR" sz="4400" dirty="0"/>
          </a:p>
        </p:txBody>
      </p:sp>
      <p:sp>
        <p:nvSpPr>
          <p:cNvPr id="3" name="S05-text1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2를 더하면 다음 곱이에요.</a:t>
            </a:r>
            <a:endParaRPr lang="ko-KR" sz="3200" dirty="0"/>
          </a:p>
        </p:txBody>
      </p:sp>
      <p:graphicFrame>
        <p:nvGraphicFramePr>
          <p:cNvPr id="6" name="S05-table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묶어 세요</a:t>
            </a:r>
            <a:endParaRPr lang="ko-KR" sz="4400" dirty="0"/>
          </a:p>
        </p:txBody>
      </p:sp>
      <p:sp>
        <p:nvSpPr>
          <p:cNvPr id="3" name="S06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하나에 손가락이 5개예요.</a:t>
            </a:r>
            <a:endParaRPr lang="ko-KR" sz="3200" dirty="0"/>
          </a:p>
        </p:txBody>
      </p:sp>
      <p:sp>
        <p:nvSpPr>
          <p:cNvPr id="4" name="S06-card15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5, 10, 15, 20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5개 늘어요.</a:t>
            </a:r>
            <a:endParaRPr lang="ko-KR" sz="3200" dirty="0"/>
          </a:p>
        </p:txBody>
      </p:sp>
      <p:sp>
        <p:nvSpPr>
          <p:cNvPr id="6" name="S06-dot154"/>
          <p:cNvSpPr/>
          <p:nvPr/>
        </p:nvSpPr>
        <p:spPr>
          <a:xfrm>
            <a:off x="7589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5"/>
          <p:cNvSpPr/>
          <p:nvPr/>
        </p:nvSpPr>
        <p:spPr>
          <a:xfrm>
            <a:off x="12161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56"/>
          <p:cNvSpPr/>
          <p:nvPr/>
        </p:nvSpPr>
        <p:spPr>
          <a:xfrm>
            <a:off x="16733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57"/>
          <p:cNvSpPr/>
          <p:nvPr/>
        </p:nvSpPr>
        <p:spPr>
          <a:xfrm>
            <a:off x="21305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58"/>
          <p:cNvSpPr/>
          <p:nvPr/>
        </p:nvSpPr>
        <p:spPr>
          <a:xfrm>
            <a:off x="25877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group159"/>
          <p:cNvSpPr/>
          <p:nvPr/>
        </p:nvSpPr>
        <p:spPr>
          <a:xfrm>
            <a:off x="699516" y="28969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6-figure160" descr="5개씩 1묶음, 점 5개"/>
          <p:cNvSpPr/>
          <p:nvPr/>
        </p:nvSpPr>
        <p:spPr>
          <a:xfrm>
            <a:off x="672084" y="2860421"/>
            <a:ext cx="228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6-label161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1</a:t>
            </a:r>
            <a:endParaRPr lang="ko-KR" sz="2600" dirty="0"/>
          </a:p>
        </p:txBody>
      </p:sp>
      <p:sp>
        <p:nvSpPr>
          <p:cNvPr id="14" name="S06-dot162"/>
          <p:cNvSpPr/>
          <p:nvPr/>
        </p:nvSpPr>
        <p:spPr>
          <a:xfrm>
            <a:off x="36118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3"/>
          <p:cNvSpPr/>
          <p:nvPr/>
        </p:nvSpPr>
        <p:spPr>
          <a:xfrm>
            <a:off x="40690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4"/>
          <p:cNvSpPr/>
          <p:nvPr/>
        </p:nvSpPr>
        <p:spPr>
          <a:xfrm>
            <a:off x="45262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5"/>
          <p:cNvSpPr/>
          <p:nvPr/>
        </p:nvSpPr>
        <p:spPr>
          <a:xfrm>
            <a:off x="49834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66"/>
          <p:cNvSpPr/>
          <p:nvPr/>
        </p:nvSpPr>
        <p:spPr>
          <a:xfrm>
            <a:off x="54406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67"/>
          <p:cNvSpPr/>
          <p:nvPr/>
        </p:nvSpPr>
        <p:spPr>
          <a:xfrm>
            <a:off x="36118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68"/>
          <p:cNvSpPr/>
          <p:nvPr/>
        </p:nvSpPr>
        <p:spPr>
          <a:xfrm>
            <a:off x="40690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69"/>
          <p:cNvSpPr/>
          <p:nvPr/>
        </p:nvSpPr>
        <p:spPr>
          <a:xfrm>
            <a:off x="45262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70"/>
          <p:cNvSpPr/>
          <p:nvPr/>
        </p:nvSpPr>
        <p:spPr>
          <a:xfrm>
            <a:off x="49834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71"/>
          <p:cNvSpPr/>
          <p:nvPr/>
        </p:nvSpPr>
        <p:spPr>
          <a:xfrm>
            <a:off x="54406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group172"/>
          <p:cNvSpPr/>
          <p:nvPr/>
        </p:nvSpPr>
        <p:spPr>
          <a:xfrm>
            <a:off x="3552444" y="26683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group173"/>
          <p:cNvSpPr/>
          <p:nvPr/>
        </p:nvSpPr>
        <p:spPr>
          <a:xfrm>
            <a:off x="3552444" y="31255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6-figure174" descr="5개씩 2묶음, 점 10개"/>
          <p:cNvSpPr/>
          <p:nvPr/>
        </p:nvSpPr>
        <p:spPr>
          <a:xfrm>
            <a:off x="3525012" y="2631821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6-label175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</a:t>
            </a:r>
            <a:endParaRPr lang="ko-KR" sz="2600" dirty="0"/>
          </a:p>
        </p:txBody>
      </p:sp>
      <p:sp>
        <p:nvSpPr>
          <p:cNvPr id="28" name="S06-dot176"/>
          <p:cNvSpPr/>
          <p:nvPr/>
        </p:nvSpPr>
        <p:spPr>
          <a:xfrm>
            <a:off x="64648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77"/>
          <p:cNvSpPr/>
          <p:nvPr/>
        </p:nvSpPr>
        <p:spPr>
          <a:xfrm>
            <a:off x="69220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78"/>
          <p:cNvSpPr/>
          <p:nvPr/>
        </p:nvSpPr>
        <p:spPr>
          <a:xfrm>
            <a:off x="73792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79"/>
          <p:cNvSpPr/>
          <p:nvPr/>
        </p:nvSpPr>
        <p:spPr>
          <a:xfrm>
            <a:off x="78364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0"/>
          <p:cNvSpPr/>
          <p:nvPr/>
        </p:nvSpPr>
        <p:spPr>
          <a:xfrm>
            <a:off x="82936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81"/>
          <p:cNvSpPr/>
          <p:nvPr/>
        </p:nvSpPr>
        <p:spPr>
          <a:xfrm>
            <a:off x="64648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82"/>
          <p:cNvSpPr/>
          <p:nvPr/>
        </p:nvSpPr>
        <p:spPr>
          <a:xfrm>
            <a:off x="69220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83"/>
          <p:cNvSpPr/>
          <p:nvPr/>
        </p:nvSpPr>
        <p:spPr>
          <a:xfrm>
            <a:off x="73792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84"/>
          <p:cNvSpPr/>
          <p:nvPr/>
        </p:nvSpPr>
        <p:spPr>
          <a:xfrm>
            <a:off x="78364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85"/>
          <p:cNvSpPr/>
          <p:nvPr/>
        </p:nvSpPr>
        <p:spPr>
          <a:xfrm>
            <a:off x="82936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dot186"/>
          <p:cNvSpPr/>
          <p:nvPr/>
        </p:nvSpPr>
        <p:spPr>
          <a:xfrm>
            <a:off x="64648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6-dot187"/>
          <p:cNvSpPr/>
          <p:nvPr/>
        </p:nvSpPr>
        <p:spPr>
          <a:xfrm>
            <a:off x="69220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6-dot188"/>
          <p:cNvSpPr/>
          <p:nvPr/>
        </p:nvSpPr>
        <p:spPr>
          <a:xfrm>
            <a:off x="73792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189"/>
          <p:cNvSpPr/>
          <p:nvPr/>
        </p:nvSpPr>
        <p:spPr>
          <a:xfrm>
            <a:off x="78364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90"/>
          <p:cNvSpPr/>
          <p:nvPr/>
        </p:nvSpPr>
        <p:spPr>
          <a:xfrm>
            <a:off x="82936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group191"/>
          <p:cNvSpPr/>
          <p:nvPr/>
        </p:nvSpPr>
        <p:spPr>
          <a:xfrm>
            <a:off x="6405372" y="24397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6-group192"/>
          <p:cNvSpPr/>
          <p:nvPr/>
        </p:nvSpPr>
        <p:spPr>
          <a:xfrm>
            <a:off x="6405372" y="28969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6-group193"/>
          <p:cNvSpPr/>
          <p:nvPr/>
        </p:nvSpPr>
        <p:spPr>
          <a:xfrm>
            <a:off x="6405372" y="33541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06-figure194" descr="5개씩 3묶음, 점 15개"/>
          <p:cNvSpPr/>
          <p:nvPr/>
        </p:nvSpPr>
        <p:spPr>
          <a:xfrm>
            <a:off x="6377940" y="2403221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6-label195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</a:t>
            </a:r>
            <a:endParaRPr lang="ko-KR" sz="2600" dirty="0"/>
          </a:p>
        </p:txBody>
      </p:sp>
      <p:sp>
        <p:nvSpPr>
          <p:cNvPr id="48" name="S06-dot196"/>
          <p:cNvSpPr/>
          <p:nvPr/>
        </p:nvSpPr>
        <p:spPr>
          <a:xfrm>
            <a:off x="93177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97"/>
          <p:cNvSpPr/>
          <p:nvPr/>
        </p:nvSpPr>
        <p:spPr>
          <a:xfrm>
            <a:off x="97749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98"/>
          <p:cNvSpPr/>
          <p:nvPr/>
        </p:nvSpPr>
        <p:spPr>
          <a:xfrm>
            <a:off x="102321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99"/>
          <p:cNvSpPr/>
          <p:nvPr/>
        </p:nvSpPr>
        <p:spPr>
          <a:xfrm>
            <a:off x="106893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00"/>
          <p:cNvSpPr/>
          <p:nvPr/>
        </p:nvSpPr>
        <p:spPr>
          <a:xfrm>
            <a:off x="111465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01"/>
          <p:cNvSpPr/>
          <p:nvPr/>
        </p:nvSpPr>
        <p:spPr>
          <a:xfrm>
            <a:off x="93177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02"/>
          <p:cNvSpPr/>
          <p:nvPr/>
        </p:nvSpPr>
        <p:spPr>
          <a:xfrm>
            <a:off x="97749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03"/>
          <p:cNvSpPr/>
          <p:nvPr/>
        </p:nvSpPr>
        <p:spPr>
          <a:xfrm>
            <a:off x="102321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04"/>
          <p:cNvSpPr/>
          <p:nvPr/>
        </p:nvSpPr>
        <p:spPr>
          <a:xfrm>
            <a:off x="106893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05"/>
          <p:cNvSpPr/>
          <p:nvPr/>
        </p:nvSpPr>
        <p:spPr>
          <a:xfrm>
            <a:off x="111465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06"/>
          <p:cNvSpPr/>
          <p:nvPr/>
        </p:nvSpPr>
        <p:spPr>
          <a:xfrm>
            <a:off x="93177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07"/>
          <p:cNvSpPr/>
          <p:nvPr/>
        </p:nvSpPr>
        <p:spPr>
          <a:xfrm>
            <a:off x="97749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08"/>
          <p:cNvSpPr/>
          <p:nvPr/>
        </p:nvSpPr>
        <p:spPr>
          <a:xfrm>
            <a:off x="102321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09"/>
          <p:cNvSpPr/>
          <p:nvPr/>
        </p:nvSpPr>
        <p:spPr>
          <a:xfrm>
            <a:off x="106893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10"/>
          <p:cNvSpPr/>
          <p:nvPr/>
        </p:nvSpPr>
        <p:spPr>
          <a:xfrm>
            <a:off x="111465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11"/>
          <p:cNvSpPr/>
          <p:nvPr/>
        </p:nvSpPr>
        <p:spPr>
          <a:xfrm>
            <a:off x="93177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212"/>
          <p:cNvSpPr/>
          <p:nvPr/>
        </p:nvSpPr>
        <p:spPr>
          <a:xfrm>
            <a:off x="97749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213"/>
          <p:cNvSpPr/>
          <p:nvPr/>
        </p:nvSpPr>
        <p:spPr>
          <a:xfrm>
            <a:off x="102321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dot214"/>
          <p:cNvSpPr/>
          <p:nvPr/>
        </p:nvSpPr>
        <p:spPr>
          <a:xfrm>
            <a:off x="106893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6-dot215"/>
          <p:cNvSpPr/>
          <p:nvPr/>
        </p:nvSpPr>
        <p:spPr>
          <a:xfrm>
            <a:off x="111465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6-group216"/>
          <p:cNvSpPr/>
          <p:nvPr/>
        </p:nvSpPr>
        <p:spPr>
          <a:xfrm>
            <a:off x="9258300" y="22111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group217"/>
          <p:cNvSpPr/>
          <p:nvPr/>
        </p:nvSpPr>
        <p:spPr>
          <a:xfrm>
            <a:off x="9258300" y="26683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6-group218"/>
          <p:cNvSpPr/>
          <p:nvPr/>
        </p:nvSpPr>
        <p:spPr>
          <a:xfrm>
            <a:off x="9258300" y="31255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1" name="S06-group219"/>
          <p:cNvSpPr/>
          <p:nvPr/>
        </p:nvSpPr>
        <p:spPr>
          <a:xfrm>
            <a:off x="9258300" y="35827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2" name="S06-figure220" descr="5개씩 4묶음, 점 20개"/>
          <p:cNvSpPr/>
          <p:nvPr/>
        </p:nvSpPr>
        <p:spPr>
          <a:xfrm>
            <a:off x="9230868" y="2174621"/>
            <a:ext cx="22860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06-label221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뛰어 세요</a:t>
            </a:r>
            <a:endParaRPr lang="ko-KR" sz="4400" dirty="0"/>
          </a:p>
        </p:txBody>
      </p:sp>
      <p:sp>
        <p:nvSpPr>
          <p:cNvPr id="3" name="S07-text2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7은 0에서 5씩 7번 뛰어요.</a:t>
            </a:r>
            <a:endParaRPr lang="ko-KR" sz="3200" dirty="0"/>
          </a:p>
        </p:txBody>
      </p:sp>
      <p:sp>
        <p:nvSpPr>
          <p:cNvPr id="4" name="S07-card22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 = 35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30보다 5 커요.</a:t>
            </a:r>
            <a:endParaRPr lang="ko-KR" sz="3200" dirty="0"/>
          </a:p>
        </p:txBody>
      </p:sp>
      <p:sp>
        <p:nvSpPr>
          <p:cNvPr id="6" name="S07-line225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6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7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28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29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1" name="S07-line230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31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07-line232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3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15" name="S07-line234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5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7" name="S07-line236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7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600" dirty="0"/>
          </a:p>
        </p:txBody>
      </p:sp>
      <p:sp>
        <p:nvSpPr>
          <p:cNvPr id="19" name="S07-line238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39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21" name="S07-line240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41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23" name="S07-line242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3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25" name="S07-line244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5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600" dirty="0"/>
          </a:p>
        </p:txBody>
      </p:sp>
      <p:sp>
        <p:nvSpPr>
          <p:cNvPr id="27" name="S07-mark246"/>
          <p:cNvSpPr/>
          <p:nvPr/>
        </p:nvSpPr>
        <p:spPr>
          <a:xfrm>
            <a:off x="885545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7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48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49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50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51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52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3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4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5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6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7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58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59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60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61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line262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7-line263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7-label264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46" name="S07-line265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7-line266"/>
          <p:cNvSpPr/>
          <p:nvPr/>
        </p:nvSpPr>
        <p:spPr>
          <a:xfrm>
            <a:off x="780592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7-label267"/>
          <p:cNvSpPr txBox="1"/>
          <p:nvPr/>
        </p:nvSpPr>
        <p:spPr>
          <a:xfrm>
            <a:off x="780592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ko-KR" sz="2600" dirty="0"/>
          </a:p>
        </p:txBody>
      </p:sp>
      <p:sp>
        <p:nvSpPr>
          <p:cNvPr id="49" name="S07-figure268" descr="0부터 45까지 5씩 눈금이 있는 수직선에서 0부터 5씩 7번 뛰어 35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5단을 완성해요</a:t>
            </a:r>
            <a:endParaRPr lang="ko-KR" sz="4400" dirty="0"/>
          </a:p>
        </p:txBody>
      </p:sp>
      <p:sp>
        <p:nvSpPr>
          <p:cNvPr id="3" name="S08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채우고 일의 자리를 봐요.</a:t>
            </a:r>
            <a:endParaRPr lang="ko-KR" sz="3200" dirty="0"/>
          </a:p>
        </p:txBody>
      </p:sp>
      <p:sp>
        <p:nvSpPr>
          <p:cNvPr id="4" name="S08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 어떤 수가 되풀이되나요?</a:t>
            </a:r>
            <a:endParaRPr lang="ko-KR" sz="3200" dirty="0"/>
          </a:p>
        </p:txBody>
      </p:sp>
      <p:graphicFrame>
        <p:nvGraphicFramePr>
          <p:cNvPr id="9" name="S08-table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5" name="S09-chip2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2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7켤레는 몇 짝?</a:t>
            </a:r>
            <a:endParaRPr lang="ko-KR" sz="3200" dirty="0"/>
          </a:p>
        </p:txBody>
      </p:sp>
      <p:sp>
        <p:nvSpPr>
          <p:cNvPr id="7" name="S09-chip27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27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□</a:t>
            </a:r>
            <a:endParaRPr lang="ko-KR" sz="3600" dirty="0"/>
          </a:p>
        </p:txBody>
      </p:sp>
      <p:sp>
        <p:nvSpPr>
          <p:cNvPr id="9" name="S09-chip27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28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8 = □</a:t>
            </a:r>
            <a:endParaRPr lang="ko-KR" sz="3600" dirty="0"/>
          </a:p>
        </p:txBody>
      </p:sp>
      <p:sp>
        <p:nvSpPr>
          <p:cNvPr id="11" name="S09-chip28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28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5개씩 4상자는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3을 계산했어요.</a:t>
            </a:r>
            <a:endParaRPr lang="ko-KR" sz="3200" dirty="0"/>
          </a:p>
        </p:txBody>
      </p:sp>
      <p:sp>
        <p:nvSpPr>
          <p:cNvPr id="5" name="S10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2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</a:t>
            </a:r>
            <a:endParaRPr lang="ko-KR" sz="2600" dirty="0"/>
          </a:p>
        </p:txBody>
      </p:sp>
      <p:sp>
        <p:nvSpPr>
          <p:cNvPr id="8" name="S10-text28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“5와 3이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 = 8이에요.”</a:t>
            </a:r>
            <a:endParaRPr lang="ko-KR" sz="3200" dirty="0"/>
          </a:p>
        </p:txBody>
      </p:sp>
      <p:sp>
        <p:nvSpPr>
          <p:cNvPr id="9" name="S10-chip2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15</a:t>
            </a:r>
            <a:endParaRPr lang="ko-KR" sz="2600" dirty="0"/>
          </a:p>
        </p:txBody>
      </p:sp>
      <p:sp>
        <p:nvSpPr>
          <p:cNvPr id="10" name="S10-dot290"/>
          <p:cNvSpPr/>
          <p:nvPr/>
        </p:nvSpPr>
        <p:spPr>
          <a:xfrm>
            <a:off x="79027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91"/>
          <p:cNvSpPr/>
          <p:nvPr/>
        </p:nvSpPr>
        <p:spPr>
          <a:xfrm>
            <a:off x="83599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92"/>
          <p:cNvSpPr/>
          <p:nvPr/>
        </p:nvSpPr>
        <p:spPr>
          <a:xfrm>
            <a:off x="88171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93"/>
          <p:cNvSpPr/>
          <p:nvPr/>
        </p:nvSpPr>
        <p:spPr>
          <a:xfrm>
            <a:off x="92743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94"/>
          <p:cNvSpPr/>
          <p:nvPr/>
        </p:nvSpPr>
        <p:spPr>
          <a:xfrm>
            <a:off x="97315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95"/>
          <p:cNvSpPr/>
          <p:nvPr/>
        </p:nvSpPr>
        <p:spPr>
          <a:xfrm>
            <a:off x="79027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96"/>
          <p:cNvSpPr/>
          <p:nvPr/>
        </p:nvSpPr>
        <p:spPr>
          <a:xfrm>
            <a:off x="83599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97"/>
          <p:cNvSpPr/>
          <p:nvPr/>
        </p:nvSpPr>
        <p:spPr>
          <a:xfrm>
            <a:off x="88171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98"/>
          <p:cNvSpPr/>
          <p:nvPr/>
        </p:nvSpPr>
        <p:spPr>
          <a:xfrm>
            <a:off x="92743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99"/>
          <p:cNvSpPr/>
          <p:nvPr/>
        </p:nvSpPr>
        <p:spPr>
          <a:xfrm>
            <a:off x="97315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300"/>
          <p:cNvSpPr/>
          <p:nvPr/>
        </p:nvSpPr>
        <p:spPr>
          <a:xfrm>
            <a:off x="79027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301"/>
          <p:cNvSpPr/>
          <p:nvPr/>
        </p:nvSpPr>
        <p:spPr>
          <a:xfrm>
            <a:off x="83599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302"/>
          <p:cNvSpPr/>
          <p:nvPr/>
        </p:nvSpPr>
        <p:spPr>
          <a:xfrm>
            <a:off x="88171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03"/>
          <p:cNvSpPr/>
          <p:nvPr/>
        </p:nvSpPr>
        <p:spPr>
          <a:xfrm>
            <a:off x="92743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04"/>
          <p:cNvSpPr/>
          <p:nvPr/>
        </p:nvSpPr>
        <p:spPr>
          <a:xfrm>
            <a:off x="97315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group305"/>
          <p:cNvSpPr/>
          <p:nvPr/>
        </p:nvSpPr>
        <p:spPr>
          <a:xfrm>
            <a:off x="7843266" y="32412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10-group306"/>
          <p:cNvSpPr/>
          <p:nvPr/>
        </p:nvSpPr>
        <p:spPr>
          <a:xfrm>
            <a:off x="7843266" y="36984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307"/>
          <p:cNvSpPr/>
          <p:nvPr/>
        </p:nvSpPr>
        <p:spPr>
          <a:xfrm>
            <a:off x="7843266" y="41556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figure308" descr="5개씩 묶은 점 3줄, 모두 15개"/>
          <p:cNvSpPr/>
          <p:nvPr/>
        </p:nvSpPr>
        <p:spPr>
          <a:xfrm>
            <a:off x="7815834" y="3204718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0-text309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“5씩 3묶음: 5, 10, 15”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1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1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9 = □</a:t>
            </a:r>
            <a:endParaRPr lang="ko-KR" sz="3600" dirty="0"/>
          </a:p>
        </p:txBody>
      </p:sp>
      <p:sp>
        <p:nvSpPr>
          <p:cNvPr id="6" name="S11-chip31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1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8 = □</a:t>
            </a:r>
            <a:endParaRPr lang="ko-KR" sz="3600" dirty="0"/>
          </a:p>
        </p:txBody>
      </p:sp>
      <p:sp>
        <p:nvSpPr>
          <p:cNvPr id="8" name="S11-chip31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31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= □</a:t>
            </a:r>
            <a:endParaRPr lang="ko-KR" sz="3600" dirty="0"/>
          </a:p>
        </p:txBody>
      </p:sp>
      <p:sp>
        <p:nvSpPr>
          <p:cNvPr id="10" name="S11-chip31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1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두발자전거 4대의 바퀴는?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단에 모두 있어요</a:t>
            </a:r>
            <a:endParaRPr lang="ko-KR" sz="4400" dirty="0"/>
          </a:p>
        </p:txBody>
      </p:sp>
      <p:sp>
        <p:nvSpPr>
          <p:cNvPr id="3" name="S13-text3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2단에도 5단에도 나오는 곱은?</a:t>
            </a:r>
            <a:endParaRPr lang="ko-KR" sz="3200" dirty="0"/>
          </a:p>
        </p:txBody>
      </p:sp>
      <p:sp>
        <p:nvSpPr>
          <p:cNvPr id="4" name="S13-card3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곱셈식인지 말해 보세요.</a:t>
            </a:r>
            <a:endParaRPr lang="ko-KR" sz="3200" dirty="0"/>
          </a:p>
        </p:txBody>
      </p:sp>
      <p:sp>
        <p:nvSpPr>
          <p:cNvPr id="6" name="S13-chip32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2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2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9" name="S13-chip32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2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2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13-chip32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2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3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2단은 2씩, 5단은 5씩 곱이 커져요.</a:t>
            </a:r>
            <a:endParaRPr lang="ko-KR" sz="3200" dirty="0"/>
          </a:p>
        </p:txBody>
      </p:sp>
      <p:sp>
        <p:nvSpPr>
          <p:cNvPr id="5" name="S14-chip33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앞의 곱에 2나 5 더하기</a:t>
            </a:r>
            <a:endParaRPr lang="ko-KR" sz="2600" dirty="0"/>
          </a:p>
        </p:txBody>
      </p:sp>
      <p:sp>
        <p:nvSpPr>
          <p:cNvPr id="6" name="S14-chip33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수를 더하기</a:t>
            </a:r>
            <a:endParaRPr lang="ko-KR" sz="2600" dirty="0"/>
          </a:p>
        </p:txBody>
      </p:sp>
      <p:sp>
        <p:nvSpPr>
          <p:cNvPr id="7" name="S14-text33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3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× 7 = □</a:t>
            </a:r>
            <a:endParaRPr lang="ko-KR" sz="3000" dirty="0"/>
          </a:p>
        </p:txBody>
      </p:sp>
      <p:sp>
        <p:nvSpPr>
          <p:cNvPr id="9" name="S14-eqtext33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 × 9 = □</a:t>
            </a:r>
            <a:endParaRPr lang="ko-KR" sz="3000" dirty="0"/>
          </a:p>
        </p:txBody>
      </p:sp>
      <p:sp>
        <p:nvSpPr>
          <p:cNvPr id="10" name="S14-eqtext33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× 5 = □</a:t>
            </a:r>
            <a:endParaRPr lang="ko-KR" sz="3000" dirty="0"/>
          </a:p>
        </p:txBody>
      </p:sp>
      <p:sp>
        <p:nvSpPr>
          <p:cNvPr id="11" name="S14-text33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3단과 6단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몇씩 몇 묶음</a:t>
            </a:r>
            <a:endParaRPr lang="ko-KR" sz="4400" dirty="0"/>
          </a:p>
        </p:txBody>
      </p:sp>
      <p:sp>
        <p:nvSpPr>
          <p:cNvPr id="3" name="S15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접시에 4개씩, 접시 3개예요.</a:t>
            </a:r>
            <a:endParaRPr lang="ko-KR" sz="3200" dirty="0"/>
          </a:p>
        </p:txBody>
      </p:sp>
      <p:sp>
        <p:nvSpPr>
          <p:cNvPr id="4" name="S15-dot341"/>
          <p:cNvSpPr/>
          <p:nvPr/>
        </p:nvSpPr>
        <p:spPr>
          <a:xfrm>
            <a:off x="207157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5-dot342"/>
          <p:cNvSpPr/>
          <p:nvPr/>
        </p:nvSpPr>
        <p:spPr>
          <a:xfrm>
            <a:off x="271165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5-dot343"/>
          <p:cNvSpPr/>
          <p:nvPr/>
        </p:nvSpPr>
        <p:spPr>
          <a:xfrm>
            <a:off x="335173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44"/>
          <p:cNvSpPr/>
          <p:nvPr/>
        </p:nvSpPr>
        <p:spPr>
          <a:xfrm>
            <a:off x="399181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45"/>
          <p:cNvSpPr/>
          <p:nvPr/>
        </p:nvSpPr>
        <p:spPr>
          <a:xfrm>
            <a:off x="207157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46"/>
          <p:cNvSpPr/>
          <p:nvPr/>
        </p:nvSpPr>
        <p:spPr>
          <a:xfrm>
            <a:off x="271165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47"/>
          <p:cNvSpPr/>
          <p:nvPr/>
        </p:nvSpPr>
        <p:spPr>
          <a:xfrm>
            <a:off x="335173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48"/>
          <p:cNvSpPr/>
          <p:nvPr/>
        </p:nvSpPr>
        <p:spPr>
          <a:xfrm>
            <a:off x="399181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349"/>
          <p:cNvSpPr/>
          <p:nvPr/>
        </p:nvSpPr>
        <p:spPr>
          <a:xfrm>
            <a:off x="207157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350"/>
          <p:cNvSpPr/>
          <p:nvPr/>
        </p:nvSpPr>
        <p:spPr>
          <a:xfrm>
            <a:off x="271165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351"/>
          <p:cNvSpPr/>
          <p:nvPr/>
        </p:nvSpPr>
        <p:spPr>
          <a:xfrm>
            <a:off x="335173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352"/>
          <p:cNvSpPr/>
          <p:nvPr/>
        </p:nvSpPr>
        <p:spPr>
          <a:xfrm>
            <a:off x="399181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group353"/>
          <p:cNvSpPr/>
          <p:nvPr/>
        </p:nvSpPr>
        <p:spPr>
          <a:xfrm>
            <a:off x="1977390" y="319125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15-group354"/>
          <p:cNvSpPr/>
          <p:nvPr/>
        </p:nvSpPr>
        <p:spPr>
          <a:xfrm>
            <a:off x="1977390" y="383133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15-group355"/>
          <p:cNvSpPr/>
          <p:nvPr/>
        </p:nvSpPr>
        <p:spPr>
          <a:xfrm>
            <a:off x="1977390" y="447141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5-figure356" descr="4개씩 묶은 점 3줄, 모두 12개"/>
          <p:cNvSpPr/>
          <p:nvPr/>
        </p:nvSpPr>
        <p:spPr>
          <a:xfrm>
            <a:off x="1949958" y="3154680"/>
            <a:ext cx="25603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5-card357"/>
          <p:cNvSpPr/>
          <p:nvPr/>
        </p:nvSpPr>
        <p:spPr>
          <a:xfrm>
            <a:off x="6277356" y="26964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15-cardtext358"/>
          <p:cNvSpPr txBox="1"/>
          <p:nvPr/>
        </p:nvSpPr>
        <p:spPr>
          <a:xfrm>
            <a:off x="6551676" y="28336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+ 4 = 12</a:t>
            </a:r>
            <a:endParaRPr lang="ko-KR" sz="3200" dirty="0"/>
          </a:p>
        </p:txBody>
      </p:sp>
      <p:sp>
        <p:nvSpPr>
          <p:cNvPr id="22" name="S15-card359"/>
          <p:cNvSpPr/>
          <p:nvPr/>
        </p:nvSpPr>
        <p:spPr>
          <a:xfrm>
            <a:off x="6277356" y="42291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5-cardtext360"/>
          <p:cNvSpPr txBox="1"/>
          <p:nvPr/>
        </p:nvSpPr>
        <p:spPr>
          <a:xfrm>
            <a:off x="6551676" y="43662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3배는 12예요.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2단과 5단</dc:title>
  <dc:subject>KR22-G02-MAT-TIMES25-L01</dc:subject>
  <dc:creator>education-ppt</dc:creator>
  <cp:lastModifiedBy>education-ppt</cp:lastModifiedBy>
  <cp:revision>1</cp:revision>
  <dcterms:created xsi:type="dcterms:W3CDTF">2026-10-26T07:46:43Z</dcterms:created>
  <dcterms:modified xsi:type="dcterms:W3CDTF">2026-10-26T07:46:43Z</dcterms:modified>
</cp:coreProperties>
</file>