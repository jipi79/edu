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1ee1243-cdb1-8dd0-dbce-f9b0acd53216}">
          <p14:sldIdLst>
            <p14:sldId id="256"/>
            <p14:sldId id="257"/>
          </p14:sldIdLst>
        </p14:section>
        <p14:section name="개념" id="{2b81a755-f930-51bd-9eb2-450a3c15abfe}">
          <p14:sldIdLst>
            <p14:sldId id="258"/>
            <p14:sldId id="259"/>
            <p14:sldId id="260"/>
            <p14:sldId id="263"/>
          </p14:sldIdLst>
        </p14:section>
        <p14:section name="연습" id="{c87ab293-e7bc-d49a-8ace-33c6b72efeb0}">
          <p14:sldIdLst>
            <p14:sldId id="261"/>
            <p14:sldId id="262"/>
            <p14:sldId id="264"/>
          </p14:sldIdLst>
        </p14:section>
        <p14:section name="개념" id="{c6fb56cb-91bc-4aa7-e3a7-452472bdd9bc}">
          <p14:sldIdLst/>
        </p14:section>
        <p14:section name="연습" id="{9effda7a-70c2-d262-2173-031e87cf3b95}">
          <p14:sldIdLst/>
        </p14:section>
        <p14:section name="확인" id="{65c004aa-de24-5ab8-32d5-bb7f8cc12f63}">
          <p14:sldIdLst>
            <p14:sldId id="265"/>
            <p14:sldId id="266"/>
          </p14:sldIdLst>
        </p14:section>
        <p14:section name="정리" id="{c25207f0-c23b-a81c-891c-c5f56ef6ea3c}">
          <p14:sldIdLst>
            <p14:sldId id="267"/>
          </p14:sldIdLst>
        </p14:section>
        <p14:section name="보충" id="{3f85ddb6-8813-aae5-424f-77c889ff55e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받아올림이 있는 두 자리 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받아올림이 있는 두 자리 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받아올림이 있는 두 자리 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합이 10을 넘으면?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88392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받아올림을 수 모형으로 설명해요.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세로셈으로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+ 25 = □</a:t>
            </a:r>
            <a:endParaRPr lang="ko-KR" sz="36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= 10 +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10개를 십 1개로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+ 5를 수 모형으로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+ 5 = 33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10개를 십 모형 1개로 바꿔요.</a:t>
            </a:r>
            <a:endParaRPr lang="ko-KR" sz="3200" dirty="0"/>
          </a:p>
        </p:txBody>
      </p:sp>
      <p:sp>
        <p:nvSpPr>
          <p:cNvPr id="6" name="S03-rod13"/>
          <p:cNvSpPr/>
          <p:nvPr/>
        </p:nvSpPr>
        <p:spPr>
          <a:xfrm>
            <a:off x="250605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250605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250605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250605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250605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250605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250605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250605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250605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250605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rod23"/>
          <p:cNvSpPr/>
          <p:nvPr/>
        </p:nvSpPr>
        <p:spPr>
          <a:xfrm>
            <a:off x="283754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283754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283754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283754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283754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283754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283754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283754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283754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283754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unit33"/>
          <p:cNvSpPr/>
          <p:nvPr/>
        </p:nvSpPr>
        <p:spPr>
          <a:xfrm>
            <a:off x="316903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unit34"/>
          <p:cNvSpPr/>
          <p:nvPr/>
        </p:nvSpPr>
        <p:spPr>
          <a:xfrm>
            <a:off x="316903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unit35"/>
          <p:cNvSpPr/>
          <p:nvPr/>
        </p:nvSpPr>
        <p:spPr>
          <a:xfrm>
            <a:off x="3169035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unit36"/>
          <p:cNvSpPr/>
          <p:nvPr/>
        </p:nvSpPr>
        <p:spPr>
          <a:xfrm>
            <a:off x="3169035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unit37"/>
          <p:cNvSpPr/>
          <p:nvPr/>
        </p:nvSpPr>
        <p:spPr>
          <a:xfrm>
            <a:off x="3169035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unit38"/>
          <p:cNvSpPr/>
          <p:nvPr/>
        </p:nvSpPr>
        <p:spPr>
          <a:xfrm>
            <a:off x="3438370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unit39"/>
          <p:cNvSpPr/>
          <p:nvPr/>
        </p:nvSpPr>
        <p:spPr>
          <a:xfrm>
            <a:off x="3438370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unit40"/>
          <p:cNvSpPr/>
          <p:nvPr/>
        </p:nvSpPr>
        <p:spPr>
          <a:xfrm>
            <a:off x="3438370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unit41"/>
          <p:cNvSpPr/>
          <p:nvPr/>
        </p:nvSpPr>
        <p:spPr>
          <a:xfrm>
            <a:off x="3438370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unit42"/>
          <p:cNvSpPr/>
          <p:nvPr/>
        </p:nvSpPr>
        <p:spPr>
          <a:xfrm>
            <a:off x="3438370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43"/>
          <p:cNvSpPr/>
          <p:nvPr/>
        </p:nvSpPr>
        <p:spPr>
          <a:xfrm>
            <a:off x="370770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unit44"/>
          <p:cNvSpPr/>
          <p:nvPr/>
        </p:nvSpPr>
        <p:spPr>
          <a:xfrm>
            <a:off x="370770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unit45"/>
          <p:cNvSpPr/>
          <p:nvPr/>
        </p:nvSpPr>
        <p:spPr>
          <a:xfrm>
            <a:off x="3707705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figure46" descr="십 모형 2개와 일 모형 13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3-label4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일 13개</a:t>
            </a:r>
            <a:endParaRPr lang="ko-KR" sz="2600" dirty="0"/>
          </a:p>
        </p:txBody>
      </p:sp>
      <p:sp>
        <p:nvSpPr>
          <p:cNvPr id="41" name="S03-rod48"/>
          <p:cNvSpPr/>
          <p:nvPr/>
        </p:nvSpPr>
        <p:spPr>
          <a:xfrm>
            <a:off x="831550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831550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831550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831550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831550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831550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831550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831550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831550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831550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rod58"/>
          <p:cNvSpPr/>
          <p:nvPr/>
        </p:nvSpPr>
        <p:spPr>
          <a:xfrm>
            <a:off x="864699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864699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864699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864699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864699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864699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864699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864699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864699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67"/>
          <p:cNvSpPr/>
          <p:nvPr/>
        </p:nvSpPr>
        <p:spPr>
          <a:xfrm>
            <a:off x="864699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rod68"/>
          <p:cNvSpPr/>
          <p:nvPr/>
        </p:nvSpPr>
        <p:spPr>
          <a:xfrm>
            <a:off x="897848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line69"/>
          <p:cNvSpPr/>
          <p:nvPr/>
        </p:nvSpPr>
        <p:spPr>
          <a:xfrm>
            <a:off x="897848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70"/>
          <p:cNvSpPr/>
          <p:nvPr/>
        </p:nvSpPr>
        <p:spPr>
          <a:xfrm>
            <a:off x="897848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71"/>
          <p:cNvSpPr/>
          <p:nvPr/>
        </p:nvSpPr>
        <p:spPr>
          <a:xfrm>
            <a:off x="897848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72"/>
          <p:cNvSpPr/>
          <p:nvPr/>
        </p:nvSpPr>
        <p:spPr>
          <a:xfrm>
            <a:off x="897848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73"/>
          <p:cNvSpPr/>
          <p:nvPr/>
        </p:nvSpPr>
        <p:spPr>
          <a:xfrm>
            <a:off x="897848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ine74"/>
          <p:cNvSpPr/>
          <p:nvPr/>
        </p:nvSpPr>
        <p:spPr>
          <a:xfrm>
            <a:off x="897848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75"/>
          <p:cNvSpPr/>
          <p:nvPr/>
        </p:nvSpPr>
        <p:spPr>
          <a:xfrm>
            <a:off x="897848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76"/>
          <p:cNvSpPr/>
          <p:nvPr/>
        </p:nvSpPr>
        <p:spPr>
          <a:xfrm>
            <a:off x="897848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line77"/>
          <p:cNvSpPr/>
          <p:nvPr/>
        </p:nvSpPr>
        <p:spPr>
          <a:xfrm>
            <a:off x="897848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unit78"/>
          <p:cNvSpPr/>
          <p:nvPr/>
        </p:nvSpPr>
        <p:spPr>
          <a:xfrm>
            <a:off x="930997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unit79"/>
          <p:cNvSpPr/>
          <p:nvPr/>
        </p:nvSpPr>
        <p:spPr>
          <a:xfrm>
            <a:off x="930997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3-unit80"/>
          <p:cNvSpPr/>
          <p:nvPr/>
        </p:nvSpPr>
        <p:spPr>
          <a:xfrm>
            <a:off x="9309971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3-figure81" descr="십 모형 3개와 일 모형 3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03-label82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33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+ 47도 같아요</a:t>
            </a:r>
            <a:endParaRPr lang="ko-KR" sz="4400" dirty="0"/>
          </a:p>
        </p:txBody>
      </p:sp>
      <p:sp>
        <p:nvSpPr>
          <p:cNvPr id="3" name="S04-text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36과 47을 수 모형으로 모아요.</a:t>
            </a:r>
            <a:endParaRPr lang="ko-KR" sz="3200" dirty="0"/>
          </a:p>
        </p:txBody>
      </p:sp>
      <p:sp>
        <p:nvSpPr>
          <p:cNvPr id="4" name="S04-card8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+ 47 = 83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10개를 바꾸어 십이 8개가 돼요.</a:t>
            </a:r>
            <a:endParaRPr lang="ko-KR" sz="3200" dirty="0"/>
          </a:p>
        </p:txBody>
      </p:sp>
      <p:sp>
        <p:nvSpPr>
          <p:cNvPr id="6" name="S04-rod86"/>
          <p:cNvSpPr/>
          <p:nvPr/>
        </p:nvSpPr>
        <p:spPr>
          <a:xfrm>
            <a:off x="167733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line87"/>
          <p:cNvSpPr/>
          <p:nvPr/>
        </p:nvSpPr>
        <p:spPr>
          <a:xfrm>
            <a:off x="167733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8"/>
          <p:cNvSpPr/>
          <p:nvPr/>
        </p:nvSpPr>
        <p:spPr>
          <a:xfrm>
            <a:off x="167733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9"/>
          <p:cNvSpPr/>
          <p:nvPr/>
        </p:nvSpPr>
        <p:spPr>
          <a:xfrm>
            <a:off x="167733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0"/>
          <p:cNvSpPr/>
          <p:nvPr/>
        </p:nvSpPr>
        <p:spPr>
          <a:xfrm>
            <a:off x="167733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1"/>
          <p:cNvSpPr/>
          <p:nvPr/>
        </p:nvSpPr>
        <p:spPr>
          <a:xfrm>
            <a:off x="167733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2"/>
          <p:cNvSpPr/>
          <p:nvPr/>
        </p:nvSpPr>
        <p:spPr>
          <a:xfrm>
            <a:off x="167733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3"/>
          <p:cNvSpPr/>
          <p:nvPr/>
        </p:nvSpPr>
        <p:spPr>
          <a:xfrm>
            <a:off x="167733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4"/>
          <p:cNvSpPr/>
          <p:nvPr/>
        </p:nvSpPr>
        <p:spPr>
          <a:xfrm>
            <a:off x="167733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95"/>
          <p:cNvSpPr/>
          <p:nvPr/>
        </p:nvSpPr>
        <p:spPr>
          <a:xfrm>
            <a:off x="167733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rod96"/>
          <p:cNvSpPr/>
          <p:nvPr/>
        </p:nvSpPr>
        <p:spPr>
          <a:xfrm>
            <a:off x="200882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line97"/>
          <p:cNvSpPr/>
          <p:nvPr/>
        </p:nvSpPr>
        <p:spPr>
          <a:xfrm>
            <a:off x="200882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8"/>
          <p:cNvSpPr/>
          <p:nvPr/>
        </p:nvSpPr>
        <p:spPr>
          <a:xfrm>
            <a:off x="200882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9"/>
          <p:cNvSpPr/>
          <p:nvPr/>
        </p:nvSpPr>
        <p:spPr>
          <a:xfrm>
            <a:off x="200882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0"/>
          <p:cNvSpPr/>
          <p:nvPr/>
        </p:nvSpPr>
        <p:spPr>
          <a:xfrm>
            <a:off x="200882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1"/>
          <p:cNvSpPr/>
          <p:nvPr/>
        </p:nvSpPr>
        <p:spPr>
          <a:xfrm>
            <a:off x="200882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2"/>
          <p:cNvSpPr/>
          <p:nvPr/>
        </p:nvSpPr>
        <p:spPr>
          <a:xfrm>
            <a:off x="200882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3"/>
          <p:cNvSpPr/>
          <p:nvPr/>
        </p:nvSpPr>
        <p:spPr>
          <a:xfrm>
            <a:off x="200882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4"/>
          <p:cNvSpPr/>
          <p:nvPr/>
        </p:nvSpPr>
        <p:spPr>
          <a:xfrm>
            <a:off x="200882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05"/>
          <p:cNvSpPr/>
          <p:nvPr/>
        </p:nvSpPr>
        <p:spPr>
          <a:xfrm>
            <a:off x="200882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rod106"/>
          <p:cNvSpPr/>
          <p:nvPr/>
        </p:nvSpPr>
        <p:spPr>
          <a:xfrm>
            <a:off x="234031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line107"/>
          <p:cNvSpPr/>
          <p:nvPr/>
        </p:nvSpPr>
        <p:spPr>
          <a:xfrm>
            <a:off x="234031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8"/>
          <p:cNvSpPr/>
          <p:nvPr/>
        </p:nvSpPr>
        <p:spPr>
          <a:xfrm>
            <a:off x="234031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9"/>
          <p:cNvSpPr/>
          <p:nvPr/>
        </p:nvSpPr>
        <p:spPr>
          <a:xfrm>
            <a:off x="234031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10"/>
          <p:cNvSpPr/>
          <p:nvPr/>
        </p:nvSpPr>
        <p:spPr>
          <a:xfrm>
            <a:off x="234031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11"/>
          <p:cNvSpPr/>
          <p:nvPr/>
        </p:nvSpPr>
        <p:spPr>
          <a:xfrm>
            <a:off x="234031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2"/>
          <p:cNvSpPr/>
          <p:nvPr/>
        </p:nvSpPr>
        <p:spPr>
          <a:xfrm>
            <a:off x="234031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3"/>
          <p:cNvSpPr/>
          <p:nvPr/>
        </p:nvSpPr>
        <p:spPr>
          <a:xfrm>
            <a:off x="234031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4"/>
          <p:cNvSpPr/>
          <p:nvPr/>
        </p:nvSpPr>
        <p:spPr>
          <a:xfrm>
            <a:off x="234031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5"/>
          <p:cNvSpPr/>
          <p:nvPr/>
        </p:nvSpPr>
        <p:spPr>
          <a:xfrm>
            <a:off x="234031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rod116"/>
          <p:cNvSpPr/>
          <p:nvPr/>
        </p:nvSpPr>
        <p:spPr>
          <a:xfrm>
            <a:off x="2671800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line117"/>
          <p:cNvSpPr/>
          <p:nvPr/>
        </p:nvSpPr>
        <p:spPr>
          <a:xfrm>
            <a:off x="2671800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8"/>
          <p:cNvSpPr/>
          <p:nvPr/>
        </p:nvSpPr>
        <p:spPr>
          <a:xfrm>
            <a:off x="2671800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9"/>
          <p:cNvSpPr/>
          <p:nvPr/>
        </p:nvSpPr>
        <p:spPr>
          <a:xfrm>
            <a:off x="2671800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20"/>
          <p:cNvSpPr/>
          <p:nvPr/>
        </p:nvSpPr>
        <p:spPr>
          <a:xfrm>
            <a:off x="2671800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21"/>
          <p:cNvSpPr/>
          <p:nvPr/>
        </p:nvSpPr>
        <p:spPr>
          <a:xfrm>
            <a:off x="2671800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22"/>
          <p:cNvSpPr/>
          <p:nvPr/>
        </p:nvSpPr>
        <p:spPr>
          <a:xfrm>
            <a:off x="2671800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23"/>
          <p:cNvSpPr/>
          <p:nvPr/>
        </p:nvSpPr>
        <p:spPr>
          <a:xfrm>
            <a:off x="2671800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24"/>
          <p:cNvSpPr/>
          <p:nvPr/>
        </p:nvSpPr>
        <p:spPr>
          <a:xfrm>
            <a:off x="2671800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125"/>
          <p:cNvSpPr/>
          <p:nvPr/>
        </p:nvSpPr>
        <p:spPr>
          <a:xfrm>
            <a:off x="2671800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rod126"/>
          <p:cNvSpPr/>
          <p:nvPr/>
        </p:nvSpPr>
        <p:spPr>
          <a:xfrm>
            <a:off x="3003290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4-line127"/>
          <p:cNvSpPr/>
          <p:nvPr/>
        </p:nvSpPr>
        <p:spPr>
          <a:xfrm>
            <a:off x="3003290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8"/>
          <p:cNvSpPr/>
          <p:nvPr/>
        </p:nvSpPr>
        <p:spPr>
          <a:xfrm>
            <a:off x="3003290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9"/>
          <p:cNvSpPr/>
          <p:nvPr/>
        </p:nvSpPr>
        <p:spPr>
          <a:xfrm>
            <a:off x="3003290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30"/>
          <p:cNvSpPr/>
          <p:nvPr/>
        </p:nvSpPr>
        <p:spPr>
          <a:xfrm>
            <a:off x="3003290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31"/>
          <p:cNvSpPr/>
          <p:nvPr/>
        </p:nvSpPr>
        <p:spPr>
          <a:xfrm>
            <a:off x="3003290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32"/>
          <p:cNvSpPr/>
          <p:nvPr/>
        </p:nvSpPr>
        <p:spPr>
          <a:xfrm>
            <a:off x="3003290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33"/>
          <p:cNvSpPr/>
          <p:nvPr/>
        </p:nvSpPr>
        <p:spPr>
          <a:xfrm>
            <a:off x="3003290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34"/>
          <p:cNvSpPr/>
          <p:nvPr/>
        </p:nvSpPr>
        <p:spPr>
          <a:xfrm>
            <a:off x="3003290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135"/>
          <p:cNvSpPr/>
          <p:nvPr/>
        </p:nvSpPr>
        <p:spPr>
          <a:xfrm>
            <a:off x="3003290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rod136"/>
          <p:cNvSpPr/>
          <p:nvPr/>
        </p:nvSpPr>
        <p:spPr>
          <a:xfrm>
            <a:off x="3334779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line137"/>
          <p:cNvSpPr/>
          <p:nvPr/>
        </p:nvSpPr>
        <p:spPr>
          <a:xfrm>
            <a:off x="3334779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8"/>
          <p:cNvSpPr/>
          <p:nvPr/>
        </p:nvSpPr>
        <p:spPr>
          <a:xfrm>
            <a:off x="3334779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9"/>
          <p:cNvSpPr/>
          <p:nvPr/>
        </p:nvSpPr>
        <p:spPr>
          <a:xfrm>
            <a:off x="3334779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40"/>
          <p:cNvSpPr/>
          <p:nvPr/>
        </p:nvSpPr>
        <p:spPr>
          <a:xfrm>
            <a:off x="3334779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41"/>
          <p:cNvSpPr/>
          <p:nvPr/>
        </p:nvSpPr>
        <p:spPr>
          <a:xfrm>
            <a:off x="3334779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42"/>
          <p:cNvSpPr/>
          <p:nvPr/>
        </p:nvSpPr>
        <p:spPr>
          <a:xfrm>
            <a:off x="3334779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43"/>
          <p:cNvSpPr/>
          <p:nvPr/>
        </p:nvSpPr>
        <p:spPr>
          <a:xfrm>
            <a:off x="3334779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44"/>
          <p:cNvSpPr/>
          <p:nvPr/>
        </p:nvSpPr>
        <p:spPr>
          <a:xfrm>
            <a:off x="3334779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145"/>
          <p:cNvSpPr/>
          <p:nvPr/>
        </p:nvSpPr>
        <p:spPr>
          <a:xfrm>
            <a:off x="3334779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rod146"/>
          <p:cNvSpPr/>
          <p:nvPr/>
        </p:nvSpPr>
        <p:spPr>
          <a:xfrm>
            <a:off x="3666269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4-line147"/>
          <p:cNvSpPr/>
          <p:nvPr/>
        </p:nvSpPr>
        <p:spPr>
          <a:xfrm>
            <a:off x="3666269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8"/>
          <p:cNvSpPr/>
          <p:nvPr/>
        </p:nvSpPr>
        <p:spPr>
          <a:xfrm>
            <a:off x="3666269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9"/>
          <p:cNvSpPr/>
          <p:nvPr/>
        </p:nvSpPr>
        <p:spPr>
          <a:xfrm>
            <a:off x="3666269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50"/>
          <p:cNvSpPr/>
          <p:nvPr/>
        </p:nvSpPr>
        <p:spPr>
          <a:xfrm>
            <a:off x="3666269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51"/>
          <p:cNvSpPr/>
          <p:nvPr/>
        </p:nvSpPr>
        <p:spPr>
          <a:xfrm>
            <a:off x="3666269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52"/>
          <p:cNvSpPr/>
          <p:nvPr/>
        </p:nvSpPr>
        <p:spPr>
          <a:xfrm>
            <a:off x="3666269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53"/>
          <p:cNvSpPr/>
          <p:nvPr/>
        </p:nvSpPr>
        <p:spPr>
          <a:xfrm>
            <a:off x="3666269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54"/>
          <p:cNvSpPr/>
          <p:nvPr/>
        </p:nvSpPr>
        <p:spPr>
          <a:xfrm>
            <a:off x="3666269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line155"/>
          <p:cNvSpPr/>
          <p:nvPr/>
        </p:nvSpPr>
        <p:spPr>
          <a:xfrm>
            <a:off x="3666269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unit156"/>
          <p:cNvSpPr/>
          <p:nvPr/>
        </p:nvSpPr>
        <p:spPr>
          <a:xfrm>
            <a:off x="399775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7"/>
          <p:cNvSpPr/>
          <p:nvPr/>
        </p:nvSpPr>
        <p:spPr>
          <a:xfrm>
            <a:off x="399775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8"/>
          <p:cNvSpPr/>
          <p:nvPr/>
        </p:nvSpPr>
        <p:spPr>
          <a:xfrm>
            <a:off x="399775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9"/>
          <p:cNvSpPr/>
          <p:nvPr/>
        </p:nvSpPr>
        <p:spPr>
          <a:xfrm>
            <a:off x="3997759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unit160"/>
          <p:cNvSpPr/>
          <p:nvPr/>
        </p:nvSpPr>
        <p:spPr>
          <a:xfrm>
            <a:off x="3997759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4-unit161"/>
          <p:cNvSpPr/>
          <p:nvPr/>
        </p:nvSpPr>
        <p:spPr>
          <a:xfrm>
            <a:off x="4267094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4-unit162"/>
          <p:cNvSpPr/>
          <p:nvPr/>
        </p:nvSpPr>
        <p:spPr>
          <a:xfrm>
            <a:off x="4267094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4-unit163"/>
          <p:cNvSpPr/>
          <p:nvPr/>
        </p:nvSpPr>
        <p:spPr>
          <a:xfrm>
            <a:off x="4267094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4-unit164"/>
          <p:cNvSpPr/>
          <p:nvPr/>
        </p:nvSpPr>
        <p:spPr>
          <a:xfrm>
            <a:off x="4267094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4-unit165"/>
          <p:cNvSpPr/>
          <p:nvPr/>
        </p:nvSpPr>
        <p:spPr>
          <a:xfrm>
            <a:off x="4267094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4-unit166"/>
          <p:cNvSpPr/>
          <p:nvPr/>
        </p:nvSpPr>
        <p:spPr>
          <a:xfrm>
            <a:off x="453642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4-unit167"/>
          <p:cNvSpPr/>
          <p:nvPr/>
        </p:nvSpPr>
        <p:spPr>
          <a:xfrm>
            <a:off x="453642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4-unit168"/>
          <p:cNvSpPr/>
          <p:nvPr/>
        </p:nvSpPr>
        <p:spPr>
          <a:xfrm>
            <a:off x="453642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4-figure169" descr="십 모형 7개와 일 모형 13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S04-label170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7개, 일 13개</a:t>
            </a:r>
            <a:endParaRPr lang="ko-KR" sz="2600" dirty="0"/>
          </a:p>
        </p:txBody>
      </p:sp>
      <p:sp>
        <p:nvSpPr>
          <p:cNvPr id="91" name="S04-rod171"/>
          <p:cNvSpPr/>
          <p:nvPr/>
        </p:nvSpPr>
        <p:spPr>
          <a:xfrm>
            <a:off x="7486778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4-line172"/>
          <p:cNvSpPr/>
          <p:nvPr/>
        </p:nvSpPr>
        <p:spPr>
          <a:xfrm>
            <a:off x="7486778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4-line173"/>
          <p:cNvSpPr/>
          <p:nvPr/>
        </p:nvSpPr>
        <p:spPr>
          <a:xfrm>
            <a:off x="7486778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4-line174"/>
          <p:cNvSpPr/>
          <p:nvPr/>
        </p:nvSpPr>
        <p:spPr>
          <a:xfrm>
            <a:off x="7486778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4-line175"/>
          <p:cNvSpPr/>
          <p:nvPr/>
        </p:nvSpPr>
        <p:spPr>
          <a:xfrm>
            <a:off x="7486778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4-line176"/>
          <p:cNvSpPr/>
          <p:nvPr/>
        </p:nvSpPr>
        <p:spPr>
          <a:xfrm>
            <a:off x="7486778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4-line177"/>
          <p:cNvSpPr/>
          <p:nvPr/>
        </p:nvSpPr>
        <p:spPr>
          <a:xfrm>
            <a:off x="7486778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4-line178"/>
          <p:cNvSpPr/>
          <p:nvPr/>
        </p:nvSpPr>
        <p:spPr>
          <a:xfrm>
            <a:off x="7486778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4-line179"/>
          <p:cNvSpPr/>
          <p:nvPr/>
        </p:nvSpPr>
        <p:spPr>
          <a:xfrm>
            <a:off x="7486778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4-line180"/>
          <p:cNvSpPr/>
          <p:nvPr/>
        </p:nvSpPr>
        <p:spPr>
          <a:xfrm>
            <a:off x="7486778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4-rod181"/>
          <p:cNvSpPr/>
          <p:nvPr/>
        </p:nvSpPr>
        <p:spPr>
          <a:xfrm>
            <a:off x="7818268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4-line182"/>
          <p:cNvSpPr/>
          <p:nvPr/>
        </p:nvSpPr>
        <p:spPr>
          <a:xfrm>
            <a:off x="7818268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4-line183"/>
          <p:cNvSpPr/>
          <p:nvPr/>
        </p:nvSpPr>
        <p:spPr>
          <a:xfrm>
            <a:off x="7818268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4-line184"/>
          <p:cNvSpPr/>
          <p:nvPr/>
        </p:nvSpPr>
        <p:spPr>
          <a:xfrm>
            <a:off x="7818268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4-line185"/>
          <p:cNvSpPr/>
          <p:nvPr/>
        </p:nvSpPr>
        <p:spPr>
          <a:xfrm>
            <a:off x="7818268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4-line186"/>
          <p:cNvSpPr/>
          <p:nvPr/>
        </p:nvSpPr>
        <p:spPr>
          <a:xfrm>
            <a:off x="7818268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4-line187"/>
          <p:cNvSpPr/>
          <p:nvPr/>
        </p:nvSpPr>
        <p:spPr>
          <a:xfrm>
            <a:off x="7818268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4-line188"/>
          <p:cNvSpPr/>
          <p:nvPr/>
        </p:nvSpPr>
        <p:spPr>
          <a:xfrm>
            <a:off x="7818268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4-line189"/>
          <p:cNvSpPr/>
          <p:nvPr/>
        </p:nvSpPr>
        <p:spPr>
          <a:xfrm>
            <a:off x="7818268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4-line190"/>
          <p:cNvSpPr/>
          <p:nvPr/>
        </p:nvSpPr>
        <p:spPr>
          <a:xfrm>
            <a:off x="7818268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4-rod191"/>
          <p:cNvSpPr/>
          <p:nvPr/>
        </p:nvSpPr>
        <p:spPr>
          <a:xfrm>
            <a:off x="8149757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4-line192"/>
          <p:cNvSpPr/>
          <p:nvPr/>
        </p:nvSpPr>
        <p:spPr>
          <a:xfrm>
            <a:off x="8149757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4-line193"/>
          <p:cNvSpPr/>
          <p:nvPr/>
        </p:nvSpPr>
        <p:spPr>
          <a:xfrm>
            <a:off x="8149757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4-line194"/>
          <p:cNvSpPr/>
          <p:nvPr/>
        </p:nvSpPr>
        <p:spPr>
          <a:xfrm>
            <a:off x="8149757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4-line195"/>
          <p:cNvSpPr/>
          <p:nvPr/>
        </p:nvSpPr>
        <p:spPr>
          <a:xfrm>
            <a:off x="8149757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4-line196"/>
          <p:cNvSpPr/>
          <p:nvPr/>
        </p:nvSpPr>
        <p:spPr>
          <a:xfrm>
            <a:off x="8149757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4-line197"/>
          <p:cNvSpPr/>
          <p:nvPr/>
        </p:nvSpPr>
        <p:spPr>
          <a:xfrm>
            <a:off x="8149757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4-line198"/>
          <p:cNvSpPr/>
          <p:nvPr/>
        </p:nvSpPr>
        <p:spPr>
          <a:xfrm>
            <a:off x="8149757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4-line199"/>
          <p:cNvSpPr/>
          <p:nvPr/>
        </p:nvSpPr>
        <p:spPr>
          <a:xfrm>
            <a:off x="8149757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4-line200"/>
          <p:cNvSpPr/>
          <p:nvPr/>
        </p:nvSpPr>
        <p:spPr>
          <a:xfrm>
            <a:off x="8149757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4-rod201"/>
          <p:cNvSpPr/>
          <p:nvPr/>
        </p:nvSpPr>
        <p:spPr>
          <a:xfrm>
            <a:off x="8481247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4-line202"/>
          <p:cNvSpPr/>
          <p:nvPr/>
        </p:nvSpPr>
        <p:spPr>
          <a:xfrm>
            <a:off x="8481247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4-line203"/>
          <p:cNvSpPr/>
          <p:nvPr/>
        </p:nvSpPr>
        <p:spPr>
          <a:xfrm>
            <a:off x="8481247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4-line204"/>
          <p:cNvSpPr/>
          <p:nvPr/>
        </p:nvSpPr>
        <p:spPr>
          <a:xfrm>
            <a:off x="8481247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4-line205"/>
          <p:cNvSpPr/>
          <p:nvPr/>
        </p:nvSpPr>
        <p:spPr>
          <a:xfrm>
            <a:off x="8481247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4-line206"/>
          <p:cNvSpPr/>
          <p:nvPr/>
        </p:nvSpPr>
        <p:spPr>
          <a:xfrm>
            <a:off x="8481247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4-line207"/>
          <p:cNvSpPr/>
          <p:nvPr/>
        </p:nvSpPr>
        <p:spPr>
          <a:xfrm>
            <a:off x="8481247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4-line208"/>
          <p:cNvSpPr/>
          <p:nvPr/>
        </p:nvSpPr>
        <p:spPr>
          <a:xfrm>
            <a:off x="8481247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4-line209"/>
          <p:cNvSpPr/>
          <p:nvPr/>
        </p:nvSpPr>
        <p:spPr>
          <a:xfrm>
            <a:off x="8481247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4-line210"/>
          <p:cNvSpPr/>
          <p:nvPr/>
        </p:nvSpPr>
        <p:spPr>
          <a:xfrm>
            <a:off x="8481247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4-rod211"/>
          <p:cNvSpPr/>
          <p:nvPr/>
        </p:nvSpPr>
        <p:spPr>
          <a:xfrm>
            <a:off x="881273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4-line212"/>
          <p:cNvSpPr/>
          <p:nvPr/>
        </p:nvSpPr>
        <p:spPr>
          <a:xfrm>
            <a:off x="881273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4-line213"/>
          <p:cNvSpPr/>
          <p:nvPr/>
        </p:nvSpPr>
        <p:spPr>
          <a:xfrm>
            <a:off x="881273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4-line214"/>
          <p:cNvSpPr/>
          <p:nvPr/>
        </p:nvSpPr>
        <p:spPr>
          <a:xfrm>
            <a:off x="881273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4-line215"/>
          <p:cNvSpPr/>
          <p:nvPr/>
        </p:nvSpPr>
        <p:spPr>
          <a:xfrm>
            <a:off x="881273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4-line216"/>
          <p:cNvSpPr/>
          <p:nvPr/>
        </p:nvSpPr>
        <p:spPr>
          <a:xfrm>
            <a:off x="881273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4-line217"/>
          <p:cNvSpPr/>
          <p:nvPr/>
        </p:nvSpPr>
        <p:spPr>
          <a:xfrm>
            <a:off x="881273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4-line218"/>
          <p:cNvSpPr/>
          <p:nvPr/>
        </p:nvSpPr>
        <p:spPr>
          <a:xfrm>
            <a:off x="881273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4-line219"/>
          <p:cNvSpPr/>
          <p:nvPr/>
        </p:nvSpPr>
        <p:spPr>
          <a:xfrm>
            <a:off x="881273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4-line220"/>
          <p:cNvSpPr/>
          <p:nvPr/>
        </p:nvSpPr>
        <p:spPr>
          <a:xfrm>
            <a:off x="881273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4-rod221"/>
          <p:cNvSpPr/>
          <p:nvPr/>
        </p:nvSpPr>
        <p:spPr>
          <a:xfrm>
            <a:off x="914422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4-line222"/>
          <p:cNvSpPr/>
          <p:nvPr/>
        </p:nvSpPr>
        <p:spPr>
          <a:xfrm>
            <a:off x="914422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4-line223"/>
          <p:cNvSpPr/>
          <p:nvPr/>
        </p:nvSpPr>
        <p:spPr>
          <a:xfrm>
            <a:off x="914422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4-line224"/>
          <p:cNvSpPr/>
          <p:nvPr/>
        </p:nvSpPr>
        <p:spPr>
          <a:xfrm>
            <a:off x="914422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4-line225"/>
          <p:cNvSpPr/>
          <p:nvPr/>
        </p:nvSpPr>
        <p:spPr>
          <a:xfrm>
            <a:off x="914422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4-line226"/>
          <p:cNvSpPr/>
          <p:nvPr/>
        </p:nvSpPr>
        <p:spPr>
          <a:xfrm>
            <a:off x="914422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4-line227"/>
          <p:cNvSpPr/>
          <p:nvPr/>
        </p:nvSpPr>
        <p:spPr>
          <a:xfrm>
            <a:off x="914422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4-line228"/>
          <p:cNvSpPr/>
          <p:nvPr/>
        </p:nvSpPr>
        <p:spPr>
          <a:xfrm>
            <a:off x="914422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4-line229"/>
          <p:cNvSpPr/>
          <p:nvPr/>
        </p:nvSpPr>
        <p:spPr>
          <a:xfrm>
            <a:off x="914422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4-line230"/>
          <p:cNvSpPr/>
          <p:nvPr/>
        </p:nvSpPr>
        <p:spPr>
          <a:xfrm>
            <a:off x="914422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4-rod231"/>
          <p:cNvSpPr/>
          <p:nvPr/>
        </p:nvSpPr>
        <p:spPr>
          <a:xfrm>
            <a:off x="947571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4-line232"/>
          <p:cNvSpPr/>
          <p:nvPr/>
        </p:nvSpPr>
        <p:spPr>
          <a:xfrm>
            <a:off x="947571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04-line233"/>
          <p:cNvSpPr/>
          <p:nvPr/>
        </p:nvSpPr>
        <p:spPr>
          <a:xfrm>
            <a:off x="947571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04-line234"/>
          <p:cNvSpPr/>
          <p:nvPr/>
        </p:nvSpPr>
        <p:spPr>
          <a:xfrm>
            <a:off x="947571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04-line235"/>
          <p:cNvSpPr/>
          <p:nvPr/>
        </p:nvSpPr>
        <p:spPr>
          <a:xfrm>
            <a:off x="947571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04-line236"/>
          <p:cNvSpPr/>
          <p:nvPr/>
        </p:nvSpPr>
        <p:spPr>
          <a:xfrm>
            <a:off x="947571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04-line237"/>
          <p:cNvSpPr/>
          <p:nvPr/>
        </p:nvSpPr>
        <p:spPr>
          <a:xfrm>
            <a:off x="947571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04-line238"/>
          <p:cNvSpPr/>
          <p:nvPr/>
        </p:nvSpPr>
        <p:spPr>
          <a:xfrm>
            <a:off x="947571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04-line239"/>
          <p:cNvSpPr/>
          <p:nvPr/>
        </p:nvSpPr>
        <p:spPr>
          <a:xfrm>
            <a:off x="947571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04-line240"/>
          <p:cNvSpPr/>
          <p:nvPr/>
        </p:nvSpPr>
        <p:spPr>
          <a:xfrm>
            <a:off x="947571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4-rod241"/>
          <p:cNvSpPr/>
          <p:nvPr/>
        </p:nvSpPr>
        <p:spPr>
          <a:xfrm>
            <a:off x="980720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4-line242"/>
          <p:cNvSpPr/>
          <p:nvPr/>
        </p:nvSpPr>
        <p:spPr>
          <a:xfrm>
            <a:off x="980720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4-line243"/>
          <p:cNvSpPr/>
          <p:nvPr/>
        </p:nvSpPr>
        <p:spPr>
          <a:xfrm>
            <a:off x="980720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4-line244"/>
          <p:cNvSpPr/>
          <p:nvPr/>
        </p:nvSpPr>
        <p:spPr>
          <a:xfrm>
            <a:off x="980720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4-line245"/>
          <p:cNvSpPr/>
          <p:nvPr/>
        </p:nvSpPr>
        <p:spPr>
          <a:xfrm>
            <a:off x="980720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4-line246"/>
          <p:cNvSpPr/>
          <p:nvPr/>
        </p:nvSpPr>
        <p:spPr>
          <a:xfrm>
            <a:off x="980720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4-line247"/>
          <p:cNvSpPr/>
          <p:nvPr/>
        </p:nvSpPr>
        <p:spPr>
          <a:xfrm>
            <a:off x="980720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4-line248"/>
          <p:cNvSpPr/>
          <p:nvPr/>
        </p:nvSpPr>
        <p:spPr>
          <a:xfrm>
            <a:off x="980720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4-line249"/>
          <p:cNvSpPr/>
          <p:nvPr/>
        </p:nvSpPr>
        <p:spPr>
          <a:xfrm>
            <a:off x="980720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4-line250"/>
          <p:cNvSpPr/>
          <p:nvPr/>
        </p:nvSpPr>
        <p:spPr>
          <a:xfrm>
            <a:off x="980720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4-unit251"/>
          <p:cNvSpPr/>
          <p:nvPr/>
        </p:nvSpPr>
        <p:spPr>
          <a:xfrm>
            <a:off x="1013869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4-unit252"/>
          <p:cNvSpPr/>
          <p:nvPr/>
        </p:nvSpPr>
        <p:spPr>
          <a:xfrm>
            <a:off x="1013869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04-unit253"/>
          <p:cNvSpPr/>
          <p:nvPr/>
        </p:nvSpPr>
        <p:spPr>
          <a:xfrm>
            <a:off x="10138695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04-figure254" descr="십 모형 8개와 일 모형 3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04-label255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8개, 일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더해요</a:t>
            </a:r>
            <a:endParaRPr lang="ko-KR" sz="4400" dirty="0"/>
          </a:p>
        </p:txBody>
      </p:sp>
      <p:sp>
        <p:nvSpPr>
          <p:cNvPr id="3" name="S05-text2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+ 47을 세로셈으로 해요.</a:t>
            </a:r>
            <a:endParaRPr lang="ko-KR" sz="3200" dirty="0"/>
          </a:p>
        </p:txBody>
      </p:sp>
      <p:sp>
        <p:nvSpPr>
          <p:cNvPr id="4" name="S05-card2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받아올린 1을 꼭 더해요.</a:t>
            </a:r>
            <a:endParaRPr lang="ko-KR" sz="3200" dirty="0"/>
          </a:p>
        </p:txBody>
      </p:sp>
      <p:graphicFrame>
        <p:nvGraphicFramePr>
          <p:cNvPr id="6" name="S05-table2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6469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260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61"/>
          <p:cNvSpPr txBox="1"/>
          <p:nvPr/>
        </p:nvSpPr>
        <p:spPr>
          <a:xfrm>
            <a:off x="1325880" y="235712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자리: 6 + 7 = 13</a:t>
            </a:r>
            <a:endParaRPr lang="ko-KR" sz="3200" dirty="0"/>
          </a:p>
        </p:txBody>
      </p:sp>
      <p:sp>
        <p:nvSpPr>
          <p:cNvPr id="9" name="S05-stepno262"/>
          <p:cNvSpPr txBox="1"/>
          <p:nvPr/>
        </p:nvSpPr>
        <p:spPr>
          <a:xfrm>
            <a:off x="548640" y="311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263"/>
          <p:cNvSpPr txBox="1"/>
          <p:nvPr/>
        </p:nvSpPr>
        <p:spPr>
          <a:xfrm>
            <a:off x="1325880" y="3070352"/>
            <a:ext cx="58728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쓰고, 1은 십의 자리 위에 작게 써요.</a:t>
            </a:r>
            <a:endParaRPr lang="ko-KR" sz="3200" dirty="0"/>
          </a:p>
        </p:txBody>
      </p:sp>
      <p:sp>
        <p:nvSpPr>
          <p:cNvPr id="11" name="S05-stepno264"/>
          <p:cNvSpPr txBox="1"/>
          <p:nvPr/>
        </p:nvSpPr>
        <p:spPr>
          <a:xfrm>
            <a:off x="548640" y="422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265"/>
          <p:cNvSpPr txBox="1"/>
          <p:nvPr/>
        </p:nvSpPr>
        <p:spPr>
          <a:xfrm>
            <a:off x="1325880" y="42265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자리: 1 + 3 + 4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400" dirty="0"/>
          </a:p>
        </p:txBody>
      </p:sp>
      <p:sp>
        <p:nvSpPr>
          <p:cNvPr id="3" name="S06-text2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계산해요.</a:t>
            </a:r>
            <a:endParaRPr lang="ko-KR" sz="3200" dirty="0"/>
          </a:p>
        </p:txBody>
      </p:sp>
      <p:sp>
        <p:nvSpPr>
          <p:cNvPr id="4" name="S06-card2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넘으면 1을 올려요.</a:t>
            </a:r>
            <a:endParaRPr lang="ko-KR" sz="3200" dirty="0"/>
          </a:p>
        </p:txBody>
      </p:sp>
      <p:graphicFrame>
        <p:nvGraphicFramePr>
          <p:cNvPr id="7" name="S06-table2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87499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270"/>
          <p:cNvSpPr txBox="1"/>
          <p:nvPr/>
        </p:nvSpPr>
        <p:spPr>
          <a:xfrm>
            <a:off x="6277356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600" dirty="0"/>
          </a:p>
        </p:txBody>
      </p:sp>
      <p:sp>
        <p:nvSpPr>
          <p:cNvPr id="8" name="S06-chip27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06-eqtext27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+ 6 = □</a:t>
            </a:r>
            <a:endParaRPr lang="ko-KR" sz="3600" dirty="0"/>
          </a:p>
        </p:txBody>
      </p:sp>
      <p:sp>
        <p:nvSpPr>
          <p:cNvPr id="10" name="S06-chip27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6-eqtext27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 + 29 = □</a:t>
            </a:r>
            <a:endParaRPr lang="ko-KR" sz="3600" dirty="0"/>
          </a:p>
        </p:txBody>
      </p:sp>
      <p:sp>
        <p:nvSpPr>
          <p:cNvPr id="12" name="S06-chip27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06-eqtext27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+ 27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2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+ 25를 세로셈으로 했어요.</a:t>
            </a:r>
            <a:endParaRPr lang="ko-KR" sz="3200" dirty="0"/>
          </a:p>
        </p:txBody>
      </p:sp>
      <p:sp>
        <p:nvSpPr>
          <p:cNvPr id="5" name="S07-card2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2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53</a:t>
            </a:r>
            <a:endParaRPr lang="ko-KR" sz="2600" dirty="0"/>
          </a:p>
        </p:txBody>
      </p:sp>
      <p:sp>
        <p:nvSpPr>
          <p:cNvPr id="8" name="S07-text28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13에서 3을 쓰고,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5를 썼어요.</a:t>
            </a:r>
            <a:endParaRPr lang="ko-KR" sz="3200" dirty="0"/>
          </a:p>
        </p:txBody>
      </p:sp>
      <p:sp>
        <p:nvSpPr>
          <p:cNvPr id="9" name="S07-chip28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63</a:t>
            </a:r>
            <a:endParaRPr lang="ko-KR" sz="2600" dirty="0"/>
          </a:p>
        </p:txBody>
      </p:sp>
      <p:sp>
        <p:nvSpPr>
          <p:cNvPr id="10" name="S07-text28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1을 올려서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+ 3 + 2 = 6을 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자리도 넘으면</a:t>
            </a:r>
            <a:endParaRPr lang="ko-KR" sz="4400" dirty="0"/>
          </a:p>
        </p:txBody>
      </p:sp>
      <p:sp>
        <p:nvSpPr>
          <p:cNvPr id="3" name="S08-text2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+ 48을 세로셈으로 해요.</a:t>
            </a:r>
            <a:endParaRPr lang="ko-KR" sz="3200" dirty="0"/>
          </a:p>
        </p:txBody>
      </p:sp>
      <p:sp>
        <p:nvSpPr>
          <p:cNvPr id="4" name="S08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합이 10을 넘으면 백의 자리에 1을 써요.</a:t>
            </a:r>
            <a:endParaRPr lang="ko-KR" sz="3200" dirty="0"/>
          </a:p>
        </p:txBody>
      </p:sp>
      <p:graphicFrame>
        <p:nvGraphicFramePr>
          <p:cNvPr id="9" name="S08-table2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289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290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5 + 8 = 13, 1을 올려요.</a:t>
            </a:r>
            <a:endParaRPr lang="ko-KR" sz="3200" dirty="0"/>
          </a:p>
        </p:txBody>
      </p:sp>
      <p:sp>
        <p:nvSpPr>
          <p:cNvPr id="9" name="S08-stepno29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292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+ 7 + 4 = 12</a:t>
            </a:r>
            <a:endParaRPr lang="ko-KR" sz="3200" dirty="0"/>
          </a:p>
        </p:txBody>
      </p:sp>
      <p:sp>
        <p:nvSpPr>
          <p:cNvPr id="11" name="S08-stepno293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294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10개는 백 1개: 123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덧셈</a:t>
            </a:r>
            <a:endParaRPr lang="ko-KR" sz="4400" dirty="0"/>
          </a:p>
        </p:txBody>
      </p:sp>
      <p:sp>
        <p:nvSpPr>
          <p:cNvPr id="3" name="S09-text2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200" dirty="0"/>
          </a:p>
        </p:txBody>
      </p:sp>
      <p:sp>
        <p:nvSpPr>
          <p:cNvPr id="4" name="S09-card2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자리를 맞추어 쓰고 일의 자리부터 더해요.</a:t>
            </a:r>
            <a:endParaRPr lang="ko-KR" sz="3200" dirty="0"/>
          </a:p>
        </p:txBody>
      </p:sp>
      <p:sp>
        <p:nvSpPr>
          <p:cNvPr id="6" name="S09-chip29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29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+ 7 = □</a:t>
            </a:r>
            <a:endParaRPr lang="ko-KR" sz="3600" dirty="0"/>
          </a:p>
        </p:txBody>
      </p:sp>
      <p:sp>
        <p:nvSpPr>
          <p:cNvPr id="8" name="S09-chip30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30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 + 82 = □</a:t>
            </a:r>
            <a:endParaRPr lang="ko-KR" sz="3600" dirty="0"/>
          </a:p>
        </p:txBody>
      </p:sp>
      <p:sp>
        <p:nvSpPr>
          <p:cNvPr id="10" name="S09-chip30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30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+ 58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3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받아올림을 말해요.</a:t>
            </a:r>
            <a:endParaRPr lang="ko-KR" sz="3200" dirty="0"/>
          </a:p>
        </p:txBody>
      </p:sp>
      <p:sp>
        <p:nvSpPr>
          <p:cNvPr id="4" name="S10-chip30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30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+ 6 = □</a:t>
            </a:r>
            <a:endParaRPr lang="ko-KR" sz="3600" dirty="0"/>
          </a:p>
        </p:txBody>
      </p:sp>
      <p:sp>
        <p:nvSpPr>
          <p:cNvPr id="6" name="S10-chip30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30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+ 54 = □</a:t>
            </a:r>
            <a:endParaRPr lang="ko-KR" sz="3600" dirty="0"/>
          </a:p>
        </p:txBody>
      </p:sp>
      <p:sp>
        <p:nvSpPr>
          <p:cNvPr id="8" name="S10-chip30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31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+ 38 = □</a:t>
            </a:r>
            <a:endParaRPr lang="ko-KR" sz="3600" dirty="0"/>
          </a:p>
        </p:txBody>
      </p:sp>
      <p:sp>
        <p:nvSpPr>
          <p:cNvPr id="10" name="S10-chip31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eqtext31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+ 57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+ 38과 같은 것</a:t>
            </a:r>
            <a:endParaRPr lang="ko-KR" sz="4400" dirty="0"/>
          </a:p>
        </p:txBody>
      </p:sp>
      <p:sp>
        <p:nvSpPr>
          <p:cNvPr id="3" name="S12-text3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+ 38을 수 모형으로 나타냈어요.</a:t>
            </a:r>
            <a:endParaRPr lang="ko-KR" sz="3200" dirty="0"/>
          </a:p>
        </p:txBody>
      </p:sp>
      <p:sp>
        <p:nvSpPr>
          <p:cNvPr id="4" name="S12-card3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3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+ 38과 같은 것을 모두 고르고, 까닭을 말해요.</a:t>
            </a:r>
            <a:endParaRPr lang="ko-KR" sz="3200" dirty="0"/>
          </a:p>
        </p:txBody>
      </p:sp>
      <p:sp>
        <p:nvSpPr>
          <p:cNvPr id="6" name="S12-chip31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rod317"/>
          <p:cNvSpPr/>
          <p:nvPr/>
        </p:nvSpPr>
        <p:spPr>
          <a:xfrm>
            <a:off x="75651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line318"/>
          <p:cNvSpPr/>
          <p:nvPr/>
        </p:nvSpPr>
        <p:spPr>
          <a:xfrm>
            <a:off x="75651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319"/>
          <p:cNvSpPr/>
          <p:nvPr/>
        </p:nvSpPr>
        <p:spPr>
          <a:xfrm>
            <a:off x="75651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320"/>
          <p:cNvSpPr/>
          <p:nvPr/>
        </p:nvSpPr>
        <p:spPr>
          <a:xfrm>
            <a:off x="75651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321"/>
          <p:cNvSpPr/>
          <p:nvPr/>
        </p:nvSpPr>
        <p:spPr>
          <a:xfrm>
            <a:off x="75651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322"/>
          <p:cNvSpPr/>
          <p:nvPr/>
        </p:nvSpPr>
        <p:spPr>
          <a:xfrm>
            <a:off x="75651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323"/>
          <p:cNvSpPr/>
          <p:nvPr/>
        </p:nvSpPr>
        <p:spPr>
          <a:xfrm>
            <a:off x="75651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324"/>
          <p:cNvSpPr/>
          <p:nvPr/>
        </p:nvSpPr>
        <p:spPr>
          <a:xfrm>
            <a:off x="75651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325"/>
          <p:cNvSpPr/>
          <p:nvPr/>
        </p:nvSpPr>
        <p:spPr>
          <a:xfrm>
            <a:off x="75651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326"/>
          <p:cNvSpPr/>
          <p:nvPr/>
        </p:nvSpPr>
        <p:spPr>
          <a:xfrm>
            <a:off x="75651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rod327"/>
          <p:cNvSpPr/>
          <p:nvPr/>
        </p:nvSpPr>
        <p:spPr>
          <a:xfrm>
            <a:off x="107838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line328"/>
          <p:cNvSpPr/>
          <p:nvPr/>
        </p:nvSpPr>
        <p:spPr>
          <a:xfrm>
            <a:off x="107838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329"/>
          <p:cNvSpPr/>
          <p:nvPr/>
        </p:nvSpPr>
        <p:spPr>
          <a:xfrm>
            <a:off x="107838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330"/>
          <p:cNvSpPr/>
          <p:nvPr/>
        </p:nvSpPr>
        <p:spPr>
          <a:xfrm>
            <a:off x="107838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331"/>
          <p:cNvSpPr/>
          <p:nvPr/>
        </p:nvSpPr>
        <p:spPr>
          <a:xfrm>
            <a:off x="107838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332"/>
          <p:cNvSpPr/>
          <p:nvPr/>
        </p:nvSpPr>
        <p:spPr>
          <a:xfrm>
            <a:off x="107838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333"/>
          <p:cNvSpPr/>
          <p:nvPr/>
        </p:nvSpPr>
        <p:spPr>
          <a:xfrm>
            <a:off x="107838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334"/>
          <p:cNvSpPr/>
          <p:nvPr/>
        </p:nvSpPr>
        <p:spPr>
          <a:xfrm>
            <a:off x="107838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335"/>
          <p:cNvSpPr/>
          <p:nvPr/>
        </p:nvSpPr>
        <p:spPr>
          <a:xfrm>
            <a:off x="107838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336"/>
          <p:cNvSpPr/>
          <p:nvPr/>
        </p:nvSpPr>
        <p:spPr>
          <a:xfrm>
            <a:off x="107838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rod337"/>
          <p:cNvSpPr/>
          <p:nvPr/>
        </p:nvSpPr>
        <p:spPr>
          <a:xfrm>
            <a:off x="1400251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line338"/>
          <p:cNvSpPr/>
          <p:nvPr/>
        </p:nvSpPr>
        <p:spPr>
          <a:xfrm>
            <a:off x="1400251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339"/>
          <p:cNvSpPr/>
          <p:nvPr/>
        </p:nvSpPr>
        <p:spPr>
          <a:xfrm>
            <a:off x="1400251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340"/>
          <p:cNvSpPr/>
          <p:nvPr/>
        </p:nvSpPr>
        <p:spPr>
          <a:xfrm>
            <a:off x="1400251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341"/>
          <p:cNvSpPr/>
          <p:nvPr/>
        </p:nvSpPr>
        <p:spPr>
          <a:xfrm>
            <a:off x="1400251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342"/>
          <p:cNvSpPr/>
          <p:nvPr/>
        </p:nvSpPr>
        <p:spPr>
          <a:xfrm>
            <a:off x="1400251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343"/>
          <p:cNvSpPr/>
          <p:nvPr/>
        </p:nvSpPr>
        <p:spPr>
          <a:xfrm>
            <a:off x="1400251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344"/>
          <p:cNvSpPr/>
          <p:nvPr/>
        </p:nvSpPr>
        <p:spPr>
          <a:xfrm>
            <a:off x="1400251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345"/>
          <p:cNvSpPr/>
          <p:nvPr/>
        </p:nvSpPr>
        <p:spPr>
          <a:xfrm>
            <a:off x="1400251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346"/>
          <p:cNvSpPr/>
          <p:nvPr/>
        </p:nvSpPr>
        <p:spPr>
          <a:xfrm>
            <a:off x="1400251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rod347"/>
          <p:cNvSpPr/>
          <p:nvPr/>
        </p:nvSpPr>
        <p:spPr>
          <a:xfrm>
            <a:off x="172212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2-line348"/>
          <p:cNvSpPr/>
          <p:nvPr/>
        </p:nvSpPr>
        <p:spPr>
          <a:xfrm>
            <a:off x="172212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349"/>
          <p:cNvSpPr/>
          <p:nvPr/>
        </p:nvSpPr>
        <p:spPr>
          <a:xfrm>
            <a:off x="172212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350"/>
          <p:cNvSpPr/>
          <p:nvPr/>
        </p:nvSpPr>
        <p:spPr>
          <a:xfrm>
            <a:off x="172212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351"/>
          <p:cNvSpPr/>
          <p:nvPr/>
        </p:nvSpPr>
        <p:spPr>
          <a:xfrm>
            <a:off x="172212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352"/>
          <p:cNvSpPr/>
          <p:nvPr/>
        </p:nvSpPr>
        <p:spPr>
          <a:xfrm>
            <a:off x="172212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353"/>
          <p:cNvSpPr/>
          <p:nvPr/>
        </p:nvSpPr>
        <p:spPr>
          <a:xfrm>
            <a:off x="172212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354"/>
          <p:cNvSpPr/>
          <p:nvPr/>
        </p:nvSpPr>
        <p:spPr>
          <a:xfrm>
            <a:off x="172212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355"/>
          <p:cNvSpPr/>
          <p:nvPr/>
        </p:nvSpPr>
        <p:spPr>
          <a:xfrm>
            <a:off x="172212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356"/>
          <p:cNvSpPr/>
          <p:nvPr/>
        </p:nvSpPr>
        <p:spPr>
          <a:xfrm>
            <a:off x="172212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rod357"/>
          <p:cNvSpPr/>
          <p:nvPr/>
        </p:nvSpPr>
        <p:spPr>
          <a:xfrm>
            <a:off x="20439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2-line358"/>
          <p:cNvSpPr/>
          <p:nvPr/>
        </p:nvSpPr>
        <p:spPr>
          <a:xfrm>
            <a:off x="20439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359"/>
          <p:cNvSpPr/>
          <p:nvPr/>
        </p:nvSpPr>
        <p:spPr>
          <a:xfrm>
            <a:off x="20439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360"/>
          <p:cNvSpPr/>
          <p:nvPr/>
        </p:nvSpPr>
        <p:spPr>
          <a:xfrm>
            <a:off x="20439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361"/>
          <p:cNvSpPr/>
          <p:nvPr/>
        </p:nvSpPr>
        <p:spPr>
          <a:xfrm>
            <a:off x="20439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362"/>
          <p:cNvSpPr/>
          <p:nvPr/>
        </p:nvSpPr>
        <p:spPr>
          <a:xfrm>
            <a:off x="20439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363"/>
          <p:cNvSpPr/>
          <p:nvPr/>
        </p:nvSpPr>
        <p:spPr>
          <a:xfrm>
            <a:off x="20439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364"/>
          <p:cNvSpPr/>
          <p:nvPr/>
        </p:nvSpPr>
        <p:spPr>
          <a:xfrm>
            <a:off x="20439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365"/>
          <p:cNvSpPr/>
          <p:nvPr/>
        </p:nvSpPr>
        <p:spPr>
          <a:xfrm>
            <a:off x="20439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366"/>
          <p:cNvSpPr/>
          <p:nvPr/>
        </p:nvSpPr>
        <p:spPr>
          <a:xfrm>
            <a:off x="20439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rod367"/>
          <p:cNvSpPr/>
          <p:nvPr/>
        </p:nvSpPr>
        <p:spPr>
          <a:xfrm>
            <a:off x="23658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2-line368"/>
          <p:cNvSpPr/>
          <p:nvPr/>
        </p:nvSpPr>
        <p:spPr>
          <a:xfrm>
            <a:off x="23658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369"/>
          <p:cNvSpPr/>
          <p:nvPr/>
        </p:nvSpPr>
        <p:spPr>
          <a:xfrm>
            <a:off x="23658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370"/>
          <p:cNvSpPr/>
          <p:nvPr/>
        </p:nvSpPr>
        <p:spPr>
          <a:xfrm>
            <a:off x="23658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371"/>
          <p:cNvSpPr/>
          <p:nvPr/>
        </p:nvSpPr>
        <p:spPr>
          <a:xfrm>
            <a:off x="23658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372"/>
          <p:cNvSpPr/>
          <p:nvPr/>
        </p:nvSpPr>
        <p:spPr>
          <a:xfrm>
            <a:off x="23658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2-line373"/>
          <p:cNvSpPr/>
          <p:nvPr/>
        </p:nvSpPr>
        <p:spPr>
          <a:xfrm>
            <a:off x="23658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374"/>
          <p:cNvSpPr/>
          <p:nvPr/>
        </p:nvSpPr>
        <p:spPr>
          <a:xfrm>
            <a:off x="23658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375"/>
          <p:cNvSpPr/>
          <p:nvPr/>
        </p:nvSpPr>
        <p:spPr>
          <a:xfrm>
            <a:off x="23658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376"/>
          <p:cNvSpPr/>
          <p:nvPr/>
        </p:nvSpPr>
        <p:spPr>
          <a:xfrm>
            <a:off x="23658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rod377"/>
          <p:cNvSpPr/>
          <p:nvPr/>
        </p:nvSpPr>
        <p:spPr>
          <a:xfrm>
            <a:off x="268772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2-line378"/>
          <p:cNvSpPr/>
          <p:nvPr/>
        </p:nvSpPr>
        <p:spPr>
          <a:xfrm>
            <a:off x="268772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2-line379"/>
          <p:cNvSpPr/>
          <p:nvPr/>
        </p:nvSpPr>
        <p:spPr>
          <a:xfrm>
            <a:off x="268772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2-line380"/>
          <p:cNvSpPr/>
          <p:nvPr/>
        </p:nvSpPr>
        <p:spPr>
          <a:xfrm>
            <a:off x="268772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2-line381"/>
          <p:cNvSpPr/>
          <p:nvPr/>
        </p:nvSpPr>
        <p:spPr>
          <a:xfrm>
            <a:off x="268772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2-line382"/>
          <p:cNvSpPr/>
          <p:nvPr/>
        </p:nvSpPr>
        <p:spPr>
          <a:xfrm>
            <a:off x="268772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2-line383"/>
          <p:cNvSpPr/>
          <p:nvPr/>
        </p:nvSpPr>
        <p:spPr>
          <a:xfrm>
            <a:off x="268772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2-line384"/>
          <p:cNvSpPr/>
          <p:nvPr/>
        </p:nvSpPr>
        <p:spPr>
          <a:xfrm>
            <a:off x="268772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2-line385"/>
          <p:cNvSpPr/>
          <p:nvPr/>
        </p:nvSpPr>
        <p:spPr>
          <a:xfrm>
            <a:off x="268772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2-line386"/>
          <p:cNvSpPr/>
          <p:nvPr/>
        </p:nvSpPr>
        <p:spPr>
          <a:xfrm>
            <a:off x="268772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2-unit387"/>
          <p:cNvSpPr/>
          <p:nvPr/>
        </p:nvSpPr>
        <p:spPr>
          <a:xfrm>
            <a:off x="3009595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2-unit388"/>
          <p:cNvSpPr/>
          <p:nvPr/>
        </p:nvSpPr>
        <p:spPr>
          <a:xfrm>
            <a:off x="3009595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2-unit389"/>
          <p:cNvSpPr/>
          <p:nvPr/>
        </p:nvSpPr>
        <p:spPr>
          <a:xfrm>
            <a:off x="3009595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12-unit390"/>
          <p:cNvSpPr/>
          <p:nvPr/>
        </p:nvSpPr>
        <p:spPr>
          <a:xfrm>
            <a:off x="3009595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2-unit391"/>
          <p:cNvSpPr/>
          <p:nvPr/>
        </p:nvSpPr>
        <p:spPr>
          <a:xfrm>
            <a:off x="3009595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2-unit392"/>
          <p:cNvSpPr/>
          <p:nvPr/>
        </p:nvSpPr>
        <p:spPr>
          <a:xfrm>
            <a:off x="3271114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2-unit393"/>
          <p:cNvSpPr/>
          <p:nvPr/>
        </p:nvSpPr>
        <p:spPr>
          <a:xfrm>
            <a:off x="3271114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2-unit394"/>
          <p:cNvSpPr/>
          <p:nvPr/>
        </p:nvSpPr>
        <p:spPr>
          <a:xfrm>
            <a:off x="3271114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2-unit395"/>
          <p:cNvSpPr/>
          <p:nvPr/>
        </p:nvSpPr>
        <p:spPr>
          <a:xfrm>
            <a:off x="3271114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12-unit396"/>
          <p:cNvSpPr/>
          <p:nvPr/>
        </p:nvSpPr>
        <p:spPr>
          <a:xfrm>
            <a:off x="3271114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12-unit397"/>
          <p:cNvSpPr/>
          <p:nvPr/>
        </p:nvSpPr>
        <p:spPr>
          <a:xfrm>
            <a:off x="353263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2-unit398"/>
          <p:cNvSpPr/>
          <p:nvPr/>
        </p:nvSpPr>
        <p:spPr>
          <a:xfrm>
            <a:off x="3532632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2-unit399"/>
          <p:cNvSpPr/>
          <p:nvPr/>
        </p:nvSpPr>
        <p:spPr>
          <a:xfrm>
            <a:off x="3532632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12-figure400" descr="십 모형 7개와 일 모형 13개"/>
          <p:cNvSpPr/>
          <p:nvPr/>
        </p:nvSpPr>
        <p:spPr>
          <a:xfrm>
            <a:off x="548640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12-chip40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2" name="S12-rod402"/>
          <p:cNvSpPr/>
          <p:nvPr/>
        </p:nvSpPr>
        <p:spPr>
          <a:xfrm>
            <a:off x="467624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12-line403"/>
          <p:cNvSpPr/>
          <p:nvPr/>
        </p:nvSpPr>
        <p:spPr>
          <a:xfrm>
            <a:off x="467624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404"/>
          <p:cNvSpPr/>
          <p:nvPr/>
        </p:nvSpPr>
        <p:spPr>
          <a:xfrm>
            <a:off x="467624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405"/>
          <p:cNvSpPr/>
          <p:nvPr/>
        </p:nvSpPr>
        <p:spPr>
          <a:xfrm>
            <a:off x="467624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406"/>
          <p:cNvSpPr/>
          <p:nvPr/>
        </p:nvSpPr>
        <p:spPr>
          <a:xfrm>
            <a:off x="467624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407"/>
          <p:cNvSpPr/>
          <p:nvPr/>
        </p:nvSpPr>
        <p:spPr>
          <a:xfrm>
            <a:off x="467624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408"/>
          <p:cNvSpPr/>
          <p:nvPr/>
        </p:nvSpPr>
        <p:spPr>
          <a:xfrm>
            <a:off x="467624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409"/>
          <p:cNvSpPr/>
          <p:nvPr/>
        </p:nvSpPr>
        <p:spPr>
          <a:xfrm>
            <a:off x="467624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line410"/>
          <p:cNvSpPr/>
          <p:nvPr/>
        </p:nvSpPr>
        <p:spPr>
          <a:xfrm>
            <a:off x="467624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411"/>
          <p:cNvSpPr/>
          <p:nvPr/>
        </p:nvSpPr>
        <p:spPr>
          <a:xfrm>
            <a:off x="467624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rod412"/>
          <p:cNvSpPr/>
          <p:nvPr/>
        </p:nvSpPr>
        <p:spPr>
          <a:xfrm>
            <a:off x="499811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12-line413"/>
          <p:cNvSpPr/>
          <p:nvPr/>
        </p:nvSpPr>
        <p:spPr>
          <a:xfrm>
            <a:off x="499811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414"/>
          <p:cNvSpPr/>
          <p:nvPr/>
        </p:nvSpPr>
        <p:spPr>
          <a:xfrm>
            <a:off x="499811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415"/>
          <p:cNvSpPr/>
          <p:nvPr/>
        </p:nvSpPr>
        <p:spPr>
          <a:xfrm>
            <a:off x="499811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416"/>
          <p:cNvSpPr/>
          <p:nvPr/>
        </p:nvSpPr>
        <p:spPr>
          <a:xfrm>
            <a:off x="499811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417"/>
          <p:cNvSpPr/>
          <p:nvPr/>
        </p:nvSpPr>
        <p:spPr>
          <a:xfrm>
            <a:off x="499811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418"/>
          <p:cNvSpPr/>
          <p:nvPr/>
        </p:nvSpPr>
        <p:spPr>
          <a:xfrm>
            <a:off x="499811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419"/>
          <p:cNvSpPr/>
          <p:nvPr/>
        </p:nvSpPr>
        <p:spPr>
          <a:xfrm>
            <a:off x="499811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line420"/>
          <p:cNvSpPr/>
          <p:nvPr/>
        </p:nvSpPr>
        <p:spPr>
          <a:xfrm>
            <a:off x="499811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421"/>
          <p:cNvSpPr/>
          <p:nvPr/>
        </p:nvSpPr>
        <p:spPr>
          <a:xfrm>
            <a:off x="499811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rod422"/>
          <p:cNvSpPr/>
          <p:nvPr/>
        </p:nvSpPr>
        <p:spPr>
          <a:xfrm>
            <a:off x="531997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12-line423"/>
          <p:cNvSpPr/>
          <p:nvPr/>
        </p:nvSpPr>
        <p:spPr>
          <a:xfrm>
            <a:off x="531997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424"/>
          <p:cNvSpPr/>
          <p:nvPr/>
        </p:nvSpPr>
        <p:spPr>
          <a:xfrm>
            <a:off x="531997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425"/>
          <p:cNvSpPr/>
          <p:nvPr/>
        </p:nvSpPr>
        <p:spPr>
          <a:xfrm>
            <a:off x="531997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426"/>
          <p:cNvSpPr/>
          <p:nvPr/>
        </p:nvSpPr>
        <p:spPr>
          <a:xfrm>
            <a:off x="531997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427"/>
          <p:cNvSpPr/>
          <p:nvPr/>
        </p:nvSpPr>
        <p:spPr>
          <a:xfrm>
            <a:off x="531997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428"/>
          <p:cNvSpPr/>
          <p:nvPr/>
        </p:nvSpPr>
        <p:spPr>
          <a:xfrm>
            <a:off x="531997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429"/>
          <p:cNvSpPr/>
          <p:nvPr/>
        </p:nvSpPr>
        <p:spPr>
          <a:xfrm>
            <a:off x="531997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line430"/>
          <p:cNvSpPr/>
          <p:nvPr/>
        </p:nvSpPr>
        <p:spPr>
          <a:xfrm>
            <a:off x="531997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431"/>
          <p:cNvSpPr/>
          <p:nvPr/>
        </p:nvSpPr>
        <p:spPr>
          <a:xfrm>
            <a:off x="531997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rod432"/>
          <p:cNvSpPr/>
          <p:nvPr/>
        </p:nvSpPr>
        <p:spPr>
          <a:xfrm>
            <a:off x="564184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12-line433"/>
          <p:cNvSpPr/>
          <p:nvPr/>
        </p:nvSpPr>
        <p:spPr>
          <a:xfrm>
            <a:off x="564184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434"/>
          <p:cNvSpPr/>
          <p:nvPr/>
        </p:nvSpPr>
        <p:spPr>
          <a:xfrm>
            <a:off x="564184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435"/>
          <p:cNvSpPr/>
          <p:nvPr/>
        </p:nvSpPr>
        <p:spPr>
          <a:xfrm>
            <a:off x="564184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436"/>
          <p:cNvSpPr/>
          <p:nvPr/>
        </p:nvSpPr>
        <p:spPr>
          <a:xfrm>
            <a:off x="564184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437"/>
          <p:cNvSpPr/>
          <p:nvPr/>
        </p:nvSpPr>
        <p:spPr>
          <a:xfrm>
            <a:off x="564184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438"/>
          <p:cNvSpPr/>
          <p:nvPr/>
        </p:nvSpPr>
        <p:spPr>
          <a:xfrm>
            <a:off x="564184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439"/>
          <p:cNvSpPr/>
          <p:nvPr/>
        </p:nvSpPr>
        <p:spPr>
          <a:xfrm>
            <a:off x="564184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line440"/>
          <p:cNvSpPr/>
          <p:nvPr/>
        </p:nvSpPr>
        <p:spPr>
          <a:xfrm>
            <a:off x="564184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441"/>
          <p:cNvSpPr/>
          <p:nvPr/>
        </p:nvSpPr>
        <p:spPr>
          <a:xfrm>
            <a:off x="564184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rod442"/>
          <p:cNvSpPr/>
          <p:nvPr/>
        </p:nvSpPr>
        <p:spPr>
          <a:xfrm>
            <a:off x="5963717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12-line443"/>
          <p:cNvSpPr/>
          <p:nvPr/>
        </p:nvSpPr>
        <p:spPr>
          <a:xfrm>
            <a:off x="5963717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444"/>
          <p:cNvSpPr/>
          <p:nvPr/>
        </p:nvSpPr>
        <p:spPr>
          <a:xfrm>
            <a:off x="5963717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2-line445"/>
          <p:cNvSpPr/>
          <p:nvPr/>
        </p:nvSpPr>
        <p:spPr>
          <a:xfrm>
            <a:off x="5963717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446"/>
          <p:cNvSpPr/>
          <p:nvPr/>
        </p:nvSpPr>
        <p:spPr>
          <a:xfrm>
            <a:off x="5963717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447"/>
          <p:cNvSpPr/>
          <p:nvPr/>
        </p:nvSpPr>
        <p:spPr>
          <a:xfrm>
            <a:off x="5963717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448"/>
          <p:cNvSpPr/>
          <p:nvPr/>
        </p:nvSpPr>
        <p:spPr>
          <a:xfrm>
            <a:off x="5963717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449"/>
          <p:cNvSpPr/>
          <p:nvPr/>
        </p:nvSpPr>
        <p:spPr>
          <a:xfrm>
            <a:off x="5963717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2-line450"/>
          <p:cNvSpPr/>
          <p:nvPr/>
        </p:nvSpPr>
        <p:spPr>
          <a:xfrm>
            <a:off x="5963717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451"/>
          <p:cNvSpPr/>
          <p:nvPr/>
        </p:nvSpPr>
        <p:spPr>
          <a:xfrm>
            <a:off x="5963717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rod452"/>
          <p:cNvSpPr/>
          <p:nvPr/>
        </p:nvSpPr>
        <p:spPr>
          <a:xfrm>
            <a:off x="628558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12-line453"/>
          <p:cNvSpPr/>
          <p:nvPr/>
        </p:nvSpPr>
        <p:spPr>
          <a:xfrm>
            <a:off x="628558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ine454"/>
          <p:cNvSpPr/>
          <p:nvPr/>
        </p:nvSpPr>
        <p:spPr>
          <a:xfrm>
            <a:off x="628558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2-line455"/>
          <p:cNvSpPr/>
          <p:nvPr/>
        </p:nvSpPr>
        <p:spPr>
          <a:xfrm>
            <a:off x="628558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2-line456"/>
          <p:cNvSpPr/>
          <p:nvPr/>
        </p:nvSpPr>
        <p:spPr>
          <a:xfrm>
            <a:off x="628558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2-line457"/>
          <p:cNvSpPr/>
          <p:nvPr/>
        </p:nvSpPr>
        <p:spPr>
          <a:xfrm>
            <a:off x="628558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2-line458"/>
          <p:cNvSpPr/>
          <p:nvPr/>
        </p:nvSpPr>
        <p:spPr>
          <a:xfrm>
            <a:off x="628558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2-line459"/>
          <p:cNvSpPr/>
          <p:nvPr/>
        </p:nvSpPr>
        <p:spPr>
          <a:xfrm>
            <a:off x="628558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2-line460"/>
          <p:cNvSpPr/>
          <p:nvPr/>
        </p:nvSpPr>
        <p:spPr>
          <a:xfrm>
            <a:off x="628558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12-line461"/>
          <p:cNvSpPr/>
          <p:nvPr/>
        </p:nvSpPr>
        <p:spPr>
          <a:xfrm>
            <a:off x="628558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12-rod462"/>
          <p:cNvSpPr/>
          <p:nvPr/>
        </p:nvSpPr>
        <p:spPr>
          <a:xfrm>
            <a:off x="660745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12-line463"/>
          <p:cNvSpPr/>
          <p:nvPr/>
        </p:nvSpPr>
        <p:spPr>
          <a:xfrm>
            <a:off x="660745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12-line464"/>
          <p:cNvSpPr/>
          <p:nvPr/>
        </p:nvSpPr>
        <p:spPr>
          <a:xfrm>
            <a:off x="660745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12-line465"/>
          <p:cNvSpPr/>
          <p:nvPr/>
        </p:nvSpPr>
        <p:spPr>
          <a:xfrm>
            <a:off x="660745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12-line466"/>
          <p:cNvSpPr/>
          <p:nvPr/>
        </p:nvSpPr>
        <p:spPr>
          <a:xfrm>
            <a:off x="660745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12-line467"/>
          <p:cNvSpPr/>
          <p:nvPr/>
        </p:nvSpPr>
        <p:spPr>
          <a:xfrm>
            <a:off x="660745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12-line468"/>
          <p:cNvSpPr/>
          <p:nvPr/>
        </p:nvSpPr>
        <p:spPr>
          <a:xfrm>
            <a:off x="660745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12-line469"/>
          <p:cNvSpPr/>
          <p:nvPr/>
        </p:nvSpPr>
        <p:spPr>
          <a:xfrm>
            <a:off x="660745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12-line470"/>
          <p:cNvSpPr/>
          <p:nvPr/>
        </p:nvSpPr>
        <p:spPr>
          <a:xfrm>
            <a:off x="660745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12-line471"/>
          <p:cNvSpPr/>
          <p:nvPr/>
        </p:nvSpPr>
        <p:spPr>
          <a:xfrm>
            <a:off x="660745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2-rod472"/>
          <p:cNvSpPr/>
          <p:nvPr/>
        </p:nvSpPr>
        <p:spPr>
          <a:xfrm>
            <a:off x="6929323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12-line473"/>
          <p:cNvSpPr/>
          <p:nvPr/>
        </p:nvSpPr>
        <p:spPr>
          <a:xfrm>
            <a:off x="6929323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2-line474"/>
          <p:cNvSpPr/>
          <p:nvPr/>
        </p:nvSpPr>
        <p:spPr>
          <a:xfrm>
            <a:off x="6929323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2-line475"/>
          <p:cNvSpPr/>
          <p:nvPr/>
        </p:nvSpPr>
        <p:spPr>
          <a:xfrm>
            <a:off x="6929323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2-line476"/>
          <p:cNvSpPr/>
          <p:nvPr/>
        </p:nvSpPr>
        <p:spPr>
          <a:xfrm>
            <a:off x="6929323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2-line477"/>
          <p:cNvSpPr/>
          <p:nvPr/>
        </p:nvSpPr>
        <p:spPr>
          <a:xfrm>
            <a:off x="6929323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2-line478"/>
          <p:cNvSpPr/>
          <p:nvPr/>
        </p:nvSpPr>
        <p:spPr>
          <a:xfrm>
            <a:off x="6929323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2-line479"/>
          <p:cNvSpPr/>
          <p:nvPr/>
        </p:nvSpPr>
        <p:spPr>
          <a:xfrm>
            <a:off x="6929323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2-line480"/>
          <p:cNvSpPr/>
          <p:nvPr/>
        </p:nvSpPr>
        <p:spPr>
          <a:xfrm>
            <a:off x="6929323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2-line481"/>
          <p:cNvSpPr/>
          <p:nvPr/>
        </p:nvSpPr>
        <p:spPr>
          <a:xfrm>
            <a:off x="6929323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2-unit482"/>
          <p:cNvSpPr/>
          <p:nvPr/>
        </p:nvSpPr>
        <p:spPr>
          <a:xfrm>
            <a:off x="725119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12-unit483"/>
          <p:cNvSpPr/>
          <p:nvPr/>
        </p:nvSpPr>
        <p:spPr>
          <a:xfrm>
            <a:off x="7251192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12-unit484"/>
          <p:cNvSpPr/>
          <p:nvPr/>
        </p:nvSpPr>
        <p:spPr>
          <a:xfrm>
            <a:off x="7251192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5" name="S12-figure485" descr="십 모형 8개와 일 모형 3개"/>
          <p:cNvSpPr/>
          <p:nvPr/>
        </p:nvSpPr>
        <p:spPr>
          <a:xfrm>
            <a:off x="4367784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6" name="S12-chip4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77" name="S12-rod487"/>
          <p:cNvSpPr/>
          <p:nvPr/>
        </p:nvSpPr>
        <p:spPr>
          <a:xfrm>
            <a:off x="865632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8" name="S12-line488"/>
          <p:cNvSpPr/>
          <p:nvPr/>
        </p:nvSpPr>
        <p:spPr>
          <a:xfrm>
            <a:off x="865632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2-line489"/>
          <p:cNvSpPr/>
          <p:nvPr/>
        </p:nvSpPr>
        <p:spPr>
          <a:xfrm>
            <a:off x="865632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2-line490"/>
          <p:cNvSpPr/>
          <p:nvPr/>
        </p:nvSpPr>
        <p:spPr>
          <a:xfrm>
            <a:off x="865632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2-line491"/>
          <p:cNvSpPr/>
          <p:nvPr/>
        </p:nvSpPr>
        <p:spPr>
          <a:xfrm>
            <a:off x="865632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2-line492"/>
          <p:cNvSpPr/>
          <p:nvPr/>
        </p:nvSpPr>
        <p:spPr>
          <a:xfrm>
            <a:off x="865632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2-line493"/>
          <p:cNvSpPr/>
          <p:nvPr/>
        </p:nvSpPr>
        <p:spPr>
          <a:xfrm>
            <a:off x="865632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2-line494"/>
          <p:cNvSpPr/>
          <p:nvPr/>
        </p:nvSpPr>
        <p:spPr>
          <a:xfrm>
            <a:off x="865632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2-line495"/>
          <p:cNvSpPr/>
          <p:nvPr/>
        </p:nvSpPr>
        <p:spPr>
          <a:xfrm>
            <a:off x="865632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2-line496"/>
          <p:cNvSpPr/>
          <p:nvPr/>
        </p:nvSpPr>
        <p:spPr>
          <a:xfrm>
            <a:off x="865632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2-rod497"/>
          <p:cNvSpPr/>
          <p:nvPr/>
        </p:nvSpPr>
        <p:spPr>
          <a:xfrm>
            <a:off x="89781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12-line498"/>
          <p:cNvSpPr/>
          <p:nvPr/>
        </p:nvSpPr>
        <p:spPr>
          <a:xfrm>
            <a:off x="89781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2-line499"/>
          <p:cNvSpPr/>
          <p:nvPr/>
        </p:nvSpPr>
        <p:spPr>
          <a:xfrm>
            <a:off x="89781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2-line500"/>
          <p:cNvSpPr/>
          <p:nvPr/>
        </p:nvSpPr>
        <p:spPr>
          <a:xfrm>
            <a:off x="89781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2-line501"/>
          <p:cNvSpPr/>
          <p:nvPr/>
        </p:nvSpPr>
        <p:spPr>
          <a:xfrm>
            <a:off x="89781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2-line502"/>
          <p:cNvSpPr/>
          <p:nvPr/>
        </p:nvSpPr>
        <p:spPr>
          <a:xfrm>
            <a:off x="89781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2-line503"/>
          <p:cNvSpPr/>
          <p:nvPr/>
        </p:nvSpPr>
        <p:spPr>
          <a:xfrm>
            <a:off x="89781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2-line504"/>
          <p:cNvSpPr/>
          <p:nvPr/>
        </p:nvSpPr>
        <p:spPr>
          <a:xfrm>
            <a:off x="89781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2-line505"/>
          <p:cNvSpPr/>
          <p:nvPr/>
        </p:nvSpPr>
        <p:spPr>
          <a:xfrm>
            <a:off x="89781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2-line506"/>
          <p:cNvSpPr/>
          <p:nvPr/>
        </p:nvSpPr>
        <p:spPr>
          <a:xfrm>
            <a:off x="89781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2-rod507"/>
          <p:cNvSpPr/>
          <p:nvPr/>
        </p:nvSpPr>
        <p:spPr>
          <a:xfrm>
            <a:off x="93000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8" name="S12-line508"/>
          <p:cNvSpPr/>
          <p:nvPr/>
        </p:nvSpPr>
        <p:spPr>
          <a:xfrm>
            <a:off x="93000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2-line509"/>
          <p:cNvSpPr/>
          <p:nvPr/>
        </p:nvSpPr>
        <p:spPr>
          <a:xfrm>
            <a:off x="93000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2-line510"/>
          <p:cNvSpPr/>
          <p:nvPr/>
        </p:nvSpPr>
        <p:spPr>
          <a:xfrm>
            <a:off x="93000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2-line511"/>
          <p:cNvSpPr/>
          <p:nvPr/>
        </p:nvSpPr>
        <p:spPr>
          <a:xfrm>
            <a:off x="93000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2-line512"/>
          <p:cNvSpPr/>
          <p:nvPr/>
        </p:nvSpPr>
        <p:spPr>
          <a:xfrm>
            <a:off x="93000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2-line513"/>
          <p:cNvSpPr/>
          <p:nvPr/>
        </p:nvSpPr>
        <p:spPr>
          <a:xfrm>
            <a:off x="93000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2-line514"/>
          <p:cNvSpPr/>
          <p:nvPr/>
        </p:nvSpPr>
        <p:spPr>
          <a:xfrm>
            <a:off x="93000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2-line515"/>
          <p:cNvSpPr/>
          <p:nvPr/>
        </p:nvSpPr>
        <p:spPr>
          <a:xfrm>
            <a:off x="93000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2-line516"/>
          <p:cNvSpPr/>
          <p:nvPr/>
        </p:nvSpPr>
        <p:spPr>
          <a:xfrm>
            <a:off x="93000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2-rod517"/>
          <p:cNvSpPr/>
          <p:nvPr/>
        </p:nvSpPr>
        <p:spPr>
          <a:xfrm>
            <a:off x="962192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8" name="S12-line518"/>
          <p:cNvSpPr/>
          <p:nvPr/>
        </p:nvSpPr>
        <p:spPr>
          <a:xfrm>
            <a:off x="962192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2-line519"/>
          <p:cNvSpPr/>
          <p:nvPr/>
        </p:nvSpPr>
        <p:spPr>
          <a:xfrm>
            <a:off x="962192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2-line520"/>
          <p:cNvSpPr/>
          <p:nvPr/>
        </p:nvSpPr>
        <p:spPr>
          <a:xfrm>
            <a:off x="962192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2-line521"/>
          <p:cNvSpPr/>
          <p:nvPr/>
        </p:nvSpPr>
        <p:spPr>
          <a:xfrm>
            <a:off x="962192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2-line522"/>
          <p:cNvSpPr/>
          <p:nvPr/>
        </p:nvSpPr>
        <p:spPr>
          <a:xfrm>
            <a:off x="962192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2-line523"/>
          <p:cNvSpPr/>
          <p:nvPr/>
        </p:nvSpPr>
        <p:spPr>
          <a:xfrm>
            <a:off x="962192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2-line524"/>
          <p:cNvSpPr/>
          <p:nvPr/>
        </p:nvSpPr>
        <p:spPr>
          <a:xfrm>
            <a:off x="962192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2-line525"/>
          <p:cNvSpPr/>
          <p:nvPr/>
        </p:nvSpPr>
        <p:spPr>
          <a:xfrm>
            <a:off x="962192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2-line526"/>
          <p:cNvSpPr/>
          <p:nvPr/>
        </p:nvSpPr>
        <p:spPr>
          <a:xfrm>
            <a:off x="962192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2-rod527"/>
          <p:cNvSpPr/>
          <p:nvPr/>
        </p:nvSpPr>
        <p:spPr>
          <a:xfrm>
            <a:off x="9943795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8" name="S12-line528"/>
          <p:cNvSpPr/>
          <p:nvPr/>
        </p:nvSpPr>
        <p:spPr>
          <a:xfrm>
            <a:off x="9943795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2-line529"/>
          <p:cNvSpPr/>
          <p:nvPr/>
        </p:nvSpPr>
        <p:spPr>
          <a:xfrm>
            <a:off x="9943795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2-line530"/>
          <p:cNvSpPr/>
          <p:nvPr/>
        </p:nvSpPr>
        <p:spPr>
          <a:xfrm>
            <a:off x="9943795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2-line531"/>
          <p:cNvSpPr/>
          <p:nvPr/>
        </p:nvSpPr>
        <p:spPr>
          <a:xfrm>
            <a:off x="9943795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2-line532"/>
          <p:cNvSpPr/>
          <p:nvPr/>
        </p:nvSpPr>
        <p:spPr>
          <a:xfrm>
            <a:off x="9943795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12-line533"/>
          <p:cNvSpPr/>
          <p:nvPr/>
        </p:nvSpPr>
        <p:spPr>
          <a:xfrm>
            <a:off x="9943795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4" name="S12-line534"/>
          <p:cNvSpPr/>
          <p:nvPr/>
        </p:nvSpPr>
        <p:spPr>
          <a:xfrm>
            <a:off x="9943795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5" name="S12-line535"/>
          <p:cNvSpPr/>
          <p:nvPr/>
        </p:nvSpPr>
        <p:spPr>
          <a:xfrm>
            <a:off x="9943795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6" name="S12-line536"/>
          <p:cNvSpPr/>
          <p:nvPr/>
        </p:nvSpPr>
        <p:spPr>
          <a:xfrm>
            <a:off x="9943795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7" name="S12-rod537"/>
          <p:cNvSpPr/>
          <p:nvPr/>
        </p:nvSpPr>
        <p:spPr>
          <a:xfrm>
            <a:off x="1026566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8" name="S12-line538"/>
          <p:cNvSpPr/>
          <p:nvPr/>
        </p:nvSpPr>
        <p:spPr>
          <a:xfrm>
            <a:off x="1026566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9" name="S12-line539"/>
          <p:cNvSpPr/>
          <p:nvPr/>
        </p:nvSpPr>
        <p:spPr>
          <a:xfrm>
            <a:off x="1026566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0" name="S12-line540"/>
          <p:cNvSpPr/>
          <p:nvPr/>
        </p:nvSpPr>
        <p:spPr>
          <a:xfrm>
            <a:off x="1026566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1" name="S12-line541"/>
          <p:cNvSpPr/>
          <p:nvPr/>
        </p:nvSpPr>
        <p:spPr>
          <a:xfrm>
            <a:off x="1026566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2" name="S12-line542"/>
          <p:cNvSpPr/>
          <p:nvPr/>
        </p:nvSpPr>
        <p:spPr>
          <a:xfrm>
            <a:off x="1026566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3" name="S12-line543"/>
          <p:cNvSpPr/>
          <p:nvPr/>
        </p:nvSpPr>
        <p:spPr>
          <a:xfrm>
            <a:off x="1026566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4" name="S12-line544"/>
          <p:cNvSpPr/>
          <p:nvPr/>
        </p:nvSpPr>
        <p:spPr>
          <a:xfrm>
            <a:off x="1026566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5" name="S12-line545"/>
          <p:cNvSpPr/>
          <p:nvPr/>
        </p:nvSpPr>
        <p:spPr>
          <a:xfrm>
            <a:off x="1026566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6" name="S12-line546"/>
          <p:cNvSpPr/>
          <p:nvPr/>
        </p:nvSpPr>
        <p:spPr>
          <a:xfrm>
            <a:off x="1026566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7" name="S12-rod547"/>
          <p:cNvSpPr/>
          <p:nvPr/>
        </p:nvSpPr>
        <p:spPr>
          <a:xfrm>
            <a:off x="10587533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8" name="S12-line548"/>
          <p:cNvSpPr/>
          <p:nvPr/>
        </p:nvSpPr>
        <p:spPr>
          <a:xfrm>
            <a:off x="10587533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9" name="S12-line549"/>
          <p:cNvSpPr/>
          <p:nvPr/>
        </p:nvSpPr>
        <p:spPr>
          <a:xfrm>
            <a:off x="10587533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2-line550"/>
          <p:cNvSpPr/>
          <p:nvPr/>
        </p:nvSpPr>
        <p:spPr>
          <a:xfrm>
            <a:off x="10587533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2-line551"/>
          <p:cNvSpPr/>
          <p:nvPr/>
        </p:nvSpPr>
        <p:spPr>
          <a:xfrm>
            <a:off x="10587533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2-line552"/>
          <p:cNvSpPr/>
          <p:nvPr/>
        </p:nvSpPr>
        <p:spPr>
          <a:xfrm>
            <a:off x="10587533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2-line553"/>
          <p:cNvSpPr/>
          <p:nvPr/>
        </p:nvSpPr>
        <p:spPr>
          <a:xfrm>
            <a:off x="10587533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12-line554"/>
          <p:cNvSpPr/>
          <p:nvPr/>
        </p:nvSpPr>
        <p:spPr>
          <a:xfrm>
            <a:off x="10587533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2-line555"/>
          <p:cNvSpPr/>
          <p:nvPr/>
        </p:nvSpPr>
        <p:spPr>
          <a:xfrm>
            <a:off x="10587533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2-line556"/>
          <p:cNvSpPr/>
          <p:nvPr/>
        </p:nvSpPr>
        <p:spPr>
          <a:xfrm>
            <a:off x="10587533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2-unit557"/>
          <p:cNvSpPr/>
          <p:nvPr/>
        </p:nvSpPr>
        <p:spPr>
          <a:xfrm>
            <a:off x="1090940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8" name="S12-unit558"/>
          <p:cNvSpPr/>
          <p:nvPr/>
        </p:nvSpPr>
        <p:spPr>
          <a:xfrm>
            <a:off x="10909402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9" name="S12-unit559"/>
          <p:cNvSpPr/>
          <p:nvPr/>
        </p:nvSpPr>
        <p:spPr>
          <a:xfrm>
            <a:off x="10909402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0" name="S12-figure560" descr="십 모형 7개와 일 모형 3개"/>
          <p:cNvSpPr/>
          <p:nvPr/>
        </p:nvSpPr>
        <p:spPr>
          <a:xfrm>
            <a:off x="8186928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5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5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합이 10을 넘으면 1을 올려요.</a:t>
            </a:r>
            <a:endParaRPr lang="ko-KR" sz="3200" dirty="0"/>
          </a:p>
        </p:txBody>
      </p:sp>
      <p:sp>
        <p:nvSpPr>
          <p:cNvPr id="5" name="S13-chip56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받아올린 1 더하기</a:t>
            </a:r>
            <a:endParaRPr lang="ko-KR" sz="2600" dirty="0"/>
          </a:p>
        </p:txBody>
      </p:sp>
      <p:sp>
        <p:nvSpPr>
          <p:cNvPr id="6" name="S13-chip56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받아올린 1 빠뜨리기</a:t>
            </a:r>
            <a:endParaRPr lang="ko-KR" sz="2600" dirty="0"/>
          </a:p>
        </p:txBody>
      </p:sp>
      <p:sp>
        <p:nvSpPr>
          <p:cNvPr id="7" name="S13-text56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56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39 + 5 = □</a:t>
            </a:r>
            <a:endParaRPr lang="ko-KR" sz="3000" dirty="0"/>
          </a:p>
        </p:txBody>
      </p:sp>
      <p:sp>
        <p:nvSpPr>
          <p:cNvPr id="9" name="S13-eqtext56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46 + 35 = □</a:t>
            </a:r>
            <a:endParaRPr lang="ko-KR" sz="3000" dirty="0"/>
          </a:p>
        </p:txBody>
      </p:sp>
      <p:sp>
        <p:nvSpPr>
          <p:cNvPr id="10" name="S13-eqtext56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58 + 65 = □</a:t>
            </a:r>
            <a:endParaRPr lang="ko-KR" sz="3000" dirty="0"/>
          </a:p>
        </p:txBody>
      </p:sp>
      <p:sp>
        <p:nvSpPr>
          <p:cNvPr id="11" name="S13-text5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두 자리 수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 만들어 더하기</a:t>
            </a:r>
            <a:endParaRPr lang="ko-KR" sz="4400" dirty="0"/>
          </a:p>
        </p:txBody>
      </p:sp>
      <p:sp>
        <p:nvSpPr>
          <p:cNvPr id="3" name="S14-text5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10을 만들어 계산해요.</a:t>
            </a:r>
            <a:endParaRPr lang="ko-KR" sz="3200" dirty="0"/>
          </a:p>
        </p:txBody>
      </p:sp>
      <p:sp>
        <p:nvSpPr>
          <p:cNvPr id="4" name="S14-card57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57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더해 10, 남은 3을 더해요.</a:t>
            </a:r>
            <a:endParaRPr lang="ko-KR" sz="3200" dirty="0"/>
          </a:p>
        </p:txBody>
      </p:sp>
      <p:sp>
        <p:nvSpPr>
          <p:cNvPr id="6" name="S14-cell573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dot574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cell575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dot576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cell577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dot578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cell579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dot580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cell581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dot582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4-cell583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dot584"/>
          <p:cNvSpPr/>
          <p:nvPr/>
        </p:nvSpPr>
        <p:spPr>
          <a:xfrm>
            <a:off x="1430579" y="32211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cell585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586"/>
          <p:cNvSpPr/>
          <p:nvPr/>
        </p:nvSpPr>
        <p:spPr>
          <a:xfrm>
            <a:off x="2207819" y="32211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587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588"/>
          <p:cNvSpPr/>
          <p:nvPr/>
        </p:nvSpPr>
        <p:spPr>
          <a:xfrm>
            <a:off x="2985059" y="32211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589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590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figure591" descr="1개의 십 칸 틀 중 1번째: 모두 8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4-label592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14-line593"/>
          <p:cNvSpPr/>
          <p:nvPr/>
        </p:nvSpPr>
        <p:spPr>
          <a:xfrm flipH="1">
            <a:off x="7690506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7" name="S14-line594"/>
          <p:cNvSpPr/>
          <p:nvPr/>
        </p:nvSpPr>
        <p:spPr>
          <a:xfrm>
            <a:off x="8947404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8" name="S14-figure595" descr="5를 2와 3으로 가르기"/>
          <p:cNvSpPr txBox="1"/>
          <p:nvPr/>
        </p:nvSpPr>
        <p:spPr>
          <a:xfrm>
            <a:off x="8498512" y="2011680"/>
            <a:ext cx="897784" cy="897784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500" dirty="0"/>
          </a:p>
        </p:txBody>
      </p:sp>
      <p:sp>
        <p:nvSpPr>
          <p:cNvPr id="29" name="S14-bondpart596"/>
          <p:cNvSpPr txBox="1"/>
          <p:nvPr/>
        </p:nvSpPr>
        <p:spPr>
          <a:xfrm>
            <a:off x="7241614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500" dirty="0"/>
          </a:p>
        </p:txBody>
      </p:sp>
      <p:sp>
        <p:nvSpPr>
          <p:cNvPr id="30" name="S14-bondpart597"/>
          <p:cNvSpPr txBox="1"/>
          <p:nvPr/>
        </p:nvSpPr>
        <p:spPr>
          <a:xfrm>
            <a:off x="9755410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500" dirty="0"/>
          </a:p>
        </p:txBody>
      </p:sp>
      <p:sp>
        <p:nvSpPr>
          <p:cNvPr id="31" name="S14-label59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받아올림이 있는 두 자리 수 덧셈</dc:title>
  <dc:subject>KR22-G02-MAT-ADD2D-L01</dc:subject>
  <dc:creator>education-ppt</dc:creator>
  <cp:lastModifiedBy>education-ppt</cp:lastModifiedBy>
  <cp:revision>1</cp:revision>
  <dcterms:created xsi:type="dcterms:W3CDTF">2026-10-26T06:54:58Z</dcterms:created>
  <dcterms:modified xsi:type="dcterms:W3CDTF">2026-10-26T06:54:58Z</dcterms:modified>
</cp:coreProperties>
</file>