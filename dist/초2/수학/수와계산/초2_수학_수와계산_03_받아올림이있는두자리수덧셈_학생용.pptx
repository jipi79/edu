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90cdef1-8ecf-9575-8be4-e14d9d135219}">
          <p14:sldIdLst>
            <p14:sldId id="256"/>
            <p14:sldId id="257"/>
          </p14:sldIdLst>
        </p14:section>
        <p14:section name="개념" id="{a4b009b0-7273-aab2-71bb-78a0818e602e}">
          <p14:sldIdLst>
            <p14:sldId id="258"/>
            <p14:sldId id="259"/>
            <p14:sldId id="260"/>
            <p14:sldId id="263"/>
          </p14:sldIdLst>
        </p14:section>
        <p14:section name="연습" id="{2bdff063-8acf-a189-f489-b4d9cddc6407}">
          <p14:sldIdLst>
            <p14:sldId id="261"/>
            <p14:sldId id="262"/>
            <p14:sldId id="264"/>
          </p14:sldIdLst>
        </p14:section>
        <p14:section name="개념" id="{27892c07-adbf-d726-775b-e48fafa232a3}">
          <p14:sldIdLst/>
        </p14:section>
        <p14:section name="연습" id="{ef3eb7f3-cc26-a03e-fafc-721dc2bdaaf5}">
          <p14:sldIdLst/>
        </p14:section>
        <p14:section name="확인" id="{0ba32060-edae-2b1b-9eb4-2b8a939c0e45}">
          <p14:sldIdLst>
            <p14:sldId id="265"/>
            <p14:sldId id="266"/>
          </p14:sldIdLst>
        </p14:section>
        <p14:section name="정리" id="{29e2928f-8a57-a7a1-db08-0314f65b5c5f}">
          <p14:sldIdLst>
            <p14:sldId id="267"/>
          </p14:sldIdLst>
        </p14:section>
        <p14:section name="보충" id="{eb4e2509-e393-cbc5-7cfb-328837273e4c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수와계산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받아올림이 있는 두 자리 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수학 · 받아올림이 있는 두 자리 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수학 · 받아올림이 있는 두 자리 수 덧셈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받아올림이 있는 덧셈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합이 10을 넘으면?</a:t>
            </a:r>
            <a:endParaRPr lang="ko-KR" sz="32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922020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받아올림을 수 모형으로 설명해요.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세로셈으로 덧셈을 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4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 = □</a:t>
            </a:r>
            <a:endParaRPr lang="ko-KR" sz="36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 + 25 = □</a:t>
            </a:r>
            <a:endParaRPr lang="ko-KR" sz="36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eq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= 10 +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10개를 십 1개로</a:t>
            </a:r>
            <a:endParaRPr lang="ko-KR" sz="44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+ 5를 수 모형으로 해요.</a:t>
            </a:r>
            <a:endParaRPr lang="ko-KR" sz="3200" dirty="0"/>
          </a:p>
        </p:txBody>
      </p:sp>
      <p:sp>
        <p:nvSpPr>
          <p:cNvPr id="4" name="S03-card1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28 + 5 = 33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모형 10개를 십 모형 1개로 바꿔요.</a:t>
            </a:r>
            <a:endParaRPr lang="ko-KR" sz="3200" dirty="0"/>
          </a:p>
        </p:txBody>
      </p:sp>
      <p:sp>
        <p:nvSpPr>
          <p:cNvPr id="6" name="S03-rod13"/>
          <p:cNvSpPr/>
          <p:nvPr/>
        </p:nvSpPr>
        <p:spPr>
          <a:xfrm>
            <a:off x="250605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3-line14"/>
          <p:cNvSpPr/>
          <p:nvPr/>
        </p:nvSpPr>
        <p:spPr>
          <a:xfrm>
            <a:off x="250605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15"/>
          <p:cNvSpPr/>
          <p:nvPr/>
        </p:nvSpPr>
        <p:spPr>
          <a:xfrm>
            <a:off x="250605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16"/>
          <p:cNvSpPr/>
          <p:nvPr/>
        </p:nvSpPr>
        <p:spPr>
          <a:xfrm>
            <a:off x="250605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17"/>
          <p:cNvSpPr/>
          <p:nvPr/>
        </p:nvSpPr>
        <p:spPr>
          <a:xfrm>
            <a:off x="250605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18"/>
          <p:cNvSpPr/>
          <p:nvPr/>
        </p:nvSpPr>
        <p:spPr>
          <a:xfrm>
            <a:off x="250605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line19"/>
          <p:cNvSpPr/>
          <p:nvPr/>
        </p:nvSpPr>
        <p:spPr>
          <a:xfrm>
            <a:off x="250605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0"/>
          <p:cNvSpPr/>
          <p:nvPr/>
        </p:nvSpPr>
        <p:spPr>
          <a:xfrm>
            <a:off x="250605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250605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250605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rod23"/>
          <p:cNvSpPr/>
          <p:nvPr/>
        </p:nvSpPr>
        <p:spPr>
          <a:xfrm>
            <a:off x="283754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line24"/>
          <p:cNvSpPr/>
          <p:nvPr/>
        </p:nvSpPr>
        <p:spPr>
          <a:xfrm>
            <a:off x="283754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283754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283754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7"/>
          <p:cNvSpPr/>
          <p:nvPr/>
        </p:nvSpPr>
        <p:spPr>
          <a:xfrm>
            <a:off x="283754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8"/>
          <p:cNvSpPr/>
          <p:nvPr/>
        </p:nvSpPr>
        <p:spPr>
          <a:xfrm>
            <a:off x="283754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283754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283754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31"/>
          <p:cNvSpPr/>
          <p:nvPr/>
        </p:nvSpPr>
        <p:spPr>
          <a:xfrm>
            <a:off x="283754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32"/>
          <p:cNvSpPr/>
          <p:nvPr/>
        </p:nvSpPr>
        <p:spPr>
          <a:xfrm>
            <a:off x="283754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unit33"/>
          <p:cNvSpPr/>
          <p:nvPr/>
        </p:nvSpPr>
        <p:spPr>
          <a:xfrm>
            <a:off x="316903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unit34"/>
          <p:cNvSpPr/>
          <p:nvPr/>
        </p:nvSpPr>
        <p:spPr>
          <a:xfrm>
            <a:off x="316903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unit35"/>
          <p:cNvSpPr/>
          <p:nvPr/>
        </p:nvSpPr>
        <p:spPr>
          <a:xfrm>
            <a:off x="3169035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unit36"/>
          <p:cNvSpPr/>
          <p:nvPr/>
        </p:nvSpPr>
        <p:spPr>
          <a:xfrm>
            <a:off x="3169035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3-unit37"/>
          <p:cNvSpPr/>
          <p:nvPr/>
        </p:nvSpPr>
        <p:spPr>
          <a:xfrm>
            <a:off x="3169035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3-unit38"/>
          <p:cNvSpPr/>
          <p:nvPr/>
        </p:nvSpPr>
        <p:spPr>
          <a:xfrm>
            <a:off x="3438370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3-unit39"/>
          <p:cNvSpPr/>
          <p:nvPr/>
        </p:nvSpPr>
        <p:spPr>
          <a:xfrm>
            <a:off x="3438370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3-unit40"/>
          <p:cNvSpPr/>
          <p:nvPr/>
        </p:nvSpPr>
        <p:spPr>
          <a:xfrm>
            <a:off x="3438370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unit41"/>
          <p:cNvSpPr/>
          <p:nvPr/>
        </p:nvSpPr>
        <p:spPr>
          <a:xfrm>
            <a:off x="3438370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unit42"/>
          <p:cNvSpPr/>
          <p:nvPr/>
        </p:nvSpPr>
        <p:spPr>
          <a:xfrm>
            <a:off x="3438370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unit43"/>
          <p:cNvSpPr/>
          <p:nvPr/>
        </p:nvSpPr>
        <p:spPr>
          <a:xfrm>
            <a:off x="370770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unit44"/>
          <p:cNvSpPr/>
          <p:nvPr/>
        </p:nvSpPr>
        <p:spPr>
          <a:xfrm>
            <a:off x="370770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unit45"/>
          <p:cNvSpPr/>
          <p:nvPr/>
        </p:nvSpPr>
        <p:spPr>
          <a:xfrm>
            <a:off x="3707705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figure46" descr="십 모형 2개와 일 모형 13개"/>
          <p:cNvSpPr/>
          <p:nvPr/>
        </p:nvSpPr>
        <p:spPr>
          <a:xfrm>
            <a:off x="548640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S03-label47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모으면 일 13개</a:t>
            </a:r>
            <a:endParaRPr lang="ko-KR" sz="2600" dirty="0"/>
          </a:p>
        </p:txBody>
      </p:sp>
      <p:sp>
        <p:nvSpPr>
          <p:cNvPr id="41" name="S03-rod48"/>
          <p:cNvSpPr/>
          <p:nvPr/>
        </p:nvSpPr>
        <p:spPr>
          <a:xfrm>
            <a:off x="831550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3-line49"/>
          <p:cNvSpPr/>
          <p:nvPr/>
        </p:nvSpPr>
        <p:spPr>
          <a:xfrm>
            <a:off x="831550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50"/>
          <p:cNvSpPr/>
          <p:nvPr/>
        </p:nvSpPr>
        <p:spPr>
          <a:xfrm>
            <a:off x="831550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831550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52"/>
          <p:cNvSpPr/>
          <p:nvPr/>
        </p:nvSpPr>
        <p:spPr>
          <a:xfrm>
            <a:off x="831550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53"/>
          <p:cNvSpPr/>
          <p:nvPr/>
        </p:nvSpPr>
        <p:spPr>
          <a:xfrm>
            <a:off x="831550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831550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55"/>
          <p:cNvSpPr/>
          <p:nvPr/>
        </p:nvSpPr>
        <p:spPr>
          <a:xfrm>
            <a:off x="831550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56"/>
          <p:cNvSpPr/>
          <p:nvPr/>
        </p:nvSpPr>
        <p:spPr>
          <a:xfrm>
            <a:off x="831550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57"/>
          <p:cNvSpPr/>
          <p:nvPr/>
        </p:nvSpPr>
        <p:spPr>
          <a:xfrm>
            <a:off x="831550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rod58"/>
          <p:cNvSpPr/>
          <p:nvPr/>
        </p:nvSpPr>
        <p:spPr>
          <a:xfrm>
            <a:off x="864699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2" name="S03-line59"/>
          <p:cNvSpPr/>
          <p:nvPr/>
        </p:nvSpPr>
        <p:spPr>
          <a:xfrm>
            <a:off x="864699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864699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61"/>
          <p:cNvSpPr/>
          <p:nvPr/>
        </p:nvSpPr>
        <p:spPr>
          <a:xfrm>
            <a:off x="864699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62"/>
          <p:cNvSpPr/>
          <p:nvPr/>
        </p:nvSpPr>
        <p:spPr>
          <a:xfrm>
            <a:off x="864699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63"/>
          <p:cNvSpPr/>
          <p:nvPr/>
        </p:nvSpPr>
        <p:spPr>
          <a:xfrm>
            <a:off x="864699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3-line64"/>
          <p:cNvSpPr/>
          <p:nvPr/>
        </p:nvSpPr>
        <p:spPr>
          <a:xfrm>
            <a:off x="864699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65"/>
          <p:cNvSpPr/>
          <p:nvPr/>
        </p:nvSpPr>
        <p:spPr>
          <a:xfrm>
            <a:off x="864699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66"/>
          <p:cNvSpPr/>
          <p:nvPr/>
        </p:nvSpPr>
        <p:spPr>
          <a:xfrm>
            <a:off x="864699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67"/>
          <p:cNvSpPr/>
          <p:nvPr/>
        </p:nvSpPr>
        <p:spPr>
          <a:xfrm>
            <a:off x="864699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rod68"/>
          <p:cNvSpPr/>
          <p:nvPr/>
        </p:nvSpPr>
        <p:spPr>
          <a:xfrm>
            <a:off x="8978481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2" name="S03-line69"/>
          <p:cNvSpPr/>
          <p:nvPr/>
        </p:nvSpPr>
        <p:spPr>
          <a:xfrm>
            <a:off x="8978481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70"/>
          <p:cNvSpPr/>
          <p:nvPr/>
        </p:nvSpPr>
        <p:spPr>
          <a:xfrm>
            <a:off x="8978481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71"/>
          <p:cNvSpPr/>
          <p:nvPr/>
        </p:nvSpPr>
        <p:spPr>
          <a:xfrm>
            <a:off x="8978481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72"/>
          <p:cNvSpPr/>
          <p:nvPr/>
        </p:nvSpPr>
        <p:spPr>
          <a:xfrm>
            <a:off x="8978481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line73"/>
          <p:cNvSpPr/>
          <p:nvPr/>
        </p:nvSpPr>
        <p:spPr>
          <a:xfrm>
            <a:off x="8978481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3-line74"/>
          <p:cNvSpPr/>
          <p:nvPr/>
        </p:nvSpPr>
        <p:spPr>
          <a:xfrm>
            <a:off x="8978481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3-line75"/>
          <p:cNvSpPr/>
          <p:nvPr/>
        </p:nvSpPr>
        <p:spPr>
          <a:xfrm>
            <a:off x="8978481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3-line76"/>
          <p:cNvSpPr/>
          <p:nvPr/>
        </p:nvSpPr>
        <p:spPr>
          <a:xfrm>
            <a:off x="8978481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3-line77"/>
          <p:cNvSpPr/>
          <p:nvPr/>
        </p:nvSpPr>
        <p:spPr>
          <a:xfrm>
            <a:off x="8978481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3-unit78"/>
          <p:cNvSpPr/>
          <p:nvPr/>
        </p:nvSpPr>
        <p:spPr>
          <a:xfrm>
            <a:off x="9309971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2" name="S03-unit79"/>
          <p:cNvSpPr/>
          <p:nvPr/>
        </p:nvSpPr>
        <p:spPr>
          <a:xfrm>
            <a:off x="9309971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3-unit80"/>
          <p:cNvSpPr/>
          <p:nvPr/>
        </p:nvSpPr>
        <p:spPr>
          <a:xfrm>
            <a:off x="9309971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4" name="S03-figure81" descr="십 모형 3개와 일 모형 3개"/>
          <p:cNvSpPr/>
          <p:nvPr/>
        </p:nvSpPr>
        <p:spPr>
          <a:xfrm>
            <a:off x="6254496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S03-label82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바꾸면 33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+ 47도 같아요</a:t>
            </a:r>
            <a:endParaRPr lang="ko-KR" sz="4400" dirty="0"/>
          </a:p>
        </p:txBody>
      </p:sp>
      <p:sp>
        <p:nvSpPr>
          <p:cNvPr id="3" name="S04-text8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36과 47을 수 모형으로 모아요.</a:t>
            </a:r>
            <a:endParaRPr lang="ko-KR" sz="3200" dirty="0"/>
          </a:p>
        </p:txBody>
      </p:sp>
      <p:sp>
        <p:nvSpPr>
          <p:cNvPr id="4" name="S04-card84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85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+ 47 = 83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 10개를 바꾸어 십이 8개가 돼요.</a:t>
            </a:r>
            <a:endParaRPr lang="ko-KR" sz="3200" dirty="0"/>
          </a:p>
        </p:txBody>
      </p:sp>
      <p:sp>
        <p:nvSpPr>
          <p:cNvPr id="6" name="S04-rod86"/>
          <p:cNvSpPr/>
          <p:nvPr/>
        </p:nvSpPr>
        <p:spPr>
          <a:xfrm>
            <a:off x="1677332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line87"/>
          <p:cNvSpPr/>
          <p:nvPr/>
        </p:nvSpPr>
        <p:spPr>
          <a:xfrm>
            <a:off x="1677332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88"/>
          <p:cNvSpPr/>
          <p:nvPr/>
        </p:nvSpPr>
        <p:spPr>
          <a:xfrm>
            <a:off x="1677332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89"/>
          <p:cNvSpPr/>
          <p:nvPr/>
        </p:nvSpPr>
        <p:spPr>
          <a:xfrm>
            <a:off x="1677332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90"/>
          <p:cNvSpPr/>
          <p:nvPr/>
        </p:nvSpPr>
        <p:spPr>
          <a:xfrm>
            <a:off x="1677332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91"/>
          <p:cNvSpPr/>
          <p:nvPr/>
        </p:nvSpPr>
        <p:spPr>
          <a:xfrm>
            <a:off x="1677332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4-line92"/>
          <p:cNvSpPr/>
          <p:nvPr/>
        </p:nvSpPr>
        <p:spPr>
          <a:xfrm>
            <a:off x="1677332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93"/>
          <p:cNvSpPr/>
          <p:nvPr/>
        </p:nvSpPr>
        <p:spPr>
          <a:xfrm>
            <a:off x="1677332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94"/>
          <p:cNvSpPr/>
          <p:nvPr/>
        </p:nvSpPr>
        <p:spPr>
          <a:xfrm>
            <a:off x="1677332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95"/>
          <p:cNvSpPr/>
          <p:nvPr/>
        </p:nvSpPr>
        <p:spPr>
          <a:xfrm>
            <a:off x="1677332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rod96"/>
          <p:cNvSpPr/>
          <p:nvPr/>
        </p:nvSpPr>
        <p:spPr>
          <a:xfrm>
            <a:off x="2008821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line97"/>
          <p:cNvSpPr/>
          <p:nvPr/>
        </p:nvSpPr>
        <p:spPr>
          <a:xfrm>
            <a:off x="2008821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98"/>
          <p:cNvSpPr/>
          <p:nvPr/>
        </p:nvSpPr>
        <p:spPr>
          <a:xfrm>
            <a:off x="2008821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99"/>
          <p:cNvSpPr/>
          <p:nvPr/>
        </p:nvSpPr>
        <p:spPr>
          <a:xfrm>
            <a:off x="2008821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100"/>
          <p:cNvSpPr/>
          <p:nvPr/>
        </p:nvSpPr>
        <p:spPr>
          <a:xfrm>
            <a:off x="2008821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101"/>
          <p:cNvSpPr/>
          <p:nvPr/>
        </p:nvSpPr>
        <p:spPr>
          <a:xfrm>
            <a:off x="2008821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line102"/>
          <p:cNvSpPr/>
          <p:nvPr/>
        </p:nvSpPr>
        <p:spPr>
          <a:xfrm>
            <a:off x="2008821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103"/>
          <p:cNvSpPr/>
          <p:nvPr/>
        </p:nvSpPr>
        <p:spPr>
          <a:xfrm>
            <a:off x="2008821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104"/>
          <p:cNvSpPr/>
          <p:nvPr/>
        </p:nvSpPr>
        <p:spPr>
          <a:xfrm>
            <a:off x="2008821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105"/>
          <p:cNvSpPr/>
          <p:nvPr/>
        </p:nvSpPr>
        <p:spPr>
          <a:xfrm>
            <a:off x="2008821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rod106"/>
          <p:cNvSpPr/>
          <p:nvPr/>
        </p:nvSpPr>
        <p:spPr>
          <a:xfrm>
            <a:off x="2340311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4-line107"/>
          <p:cNvSpPr/>
          <p:nvPr/>
        </p:nvSpPr>
        <p:spPr>
          <a:xfrm>
            <a:off x="2340311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108"/>
          <p:cNvSpPr/>
          <p:nvPr/>
        </p:nvSpPr>
        <p:spPr>
          <a:xfrm>
            <a:off x="2340311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109"/>
          <p:cNvSpPr/>
          <p:nvPr/>
        </p:nvSpPr>
        <p:spPr>
          <a:xfrm>
            <a:off x="2340311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110"/>
          <p:cNvSpPr/>
          <p:nvPr/>
        </p:nvSpPr>
        <p:spPr>
          <a:xfrm>
            <a:off x="2340311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111"/>
          <p:cNvSpPr/>
          <p:nvPr/>
        </p:nvSpPr>
        <p:spPr>
          <a:xfrm>
            <a:off x="2340311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line112"/>
          <p:cNvSpPr/>
          <p:nvPr/>
        </p:nvSpPr>
        <p:spPr>
          <a:xfrm>
            <a:off x="2340311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113"/>
          <p:cNvSpPr/>
          <p:nvPr/>
        </p:nvSpPr>
        <p:spPr>
          <a:xfrm>
            <a:off x="2340311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114"/>
          <p:cNvSpPr/>
          <p:nvPr/>
        </p:nvSpPr>
        <p:spPr>
          <a:xfrm>
            <a:off x="2340311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115"/>
          <p:cNvSpPr/>
          <p:nvPr/>
        </p:nvSpPr>
        <p:spPr>
          <a:xfrm>
            <a:off x="2340311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rod116"/>
          <p:cNvSpPr/>
          <p:nvPr/>
        </p:nvSpPr>
        <p:spPr>
          <a:xfrm>
            <a:off x="2671800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4-line117"/>
          <p:cNvSpPr/>
          <p:nvPr/>
        </p:nvSpPr>
        <p:spPr>
          <a:xfrm>
            <a:off x="2671800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118"/>
          <p:cNvSpPr/>
          <p:nvPr/>
        </p:nvSpPr>
        <p:spPr>
          <a:xfrm>
            <a:off x="2671800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119"/>
          <p:cNvSpPr/>
          <p:nvPr/>
        </p:nvSpPr>
        <p:spPr>
          <a:xfrm>
            <a:off x="2671800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120"/>
          <p:cNvSpPr/>
          <p:nvPr/>
        </p:nvSpPr>
        <p:spPr>
          <a:xfrm>
            <a:off x="2671800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121"/>
          <p:cNvSpPr/>
          <p:nvPr/>
        </p:nvSpPr>
        <p:spPr>
          <a:xfrm>
            <a:off x="2671800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line122"/>
          <p:cNvSpPr/>
          <p:nvPr/>
        </p:nvSpPr>
        <p:spPr>
          <a:xfrm>
            <a:off x="2671800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123"/>
          <p:cNvSpPr/>
          <p:nvPr/>
        </p:nvSpPr>
        <p:spPr>
          <a:xfrm>
            <a:off x="2671800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124"/>
          <p:cNvSpPr/>
          <p:nvPr/>
        </p:nvSpPr>
        <p:spPr>
          <a:xfrm>
            <a:off x="2671800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line125"/>
          <p:cNvSpPr/>
          <p:nvPr/>
        </p:nvSpPr>
        <p:spPr>
          <a:xfrm>
            <a:off x="2671800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rod126"/>
          <p:cNvSpPr/>
          <p:nvPr/>
        </p:nvSpPr>
        <p:spPr>
          <a:xfrm>
            <a:off x="3003290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4-line127"/>
          <p:cNvSpPr/>
          <p:nvPr/>
        </p:nvSpPr>
        <p:spPr>
          <a:xfrm>
            <a:off x="3003290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128"/>
          <p:cNvSpPr/>
          <p:nvPr/>
        </p:nvSpPr>
        <p:spPr>
          <a:xfrm>
            <a:off x="3003290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129"/>
          <p:cNvSpPr/>
          <p:nvPr/>
        </p:nvSpPr>
        <p:spPr>
          <a:xfrm>
            <a:off x="3003290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130"/>
          <p:cNvSpPr/>
          <p:nvPr/>
        </p:nvSpPr>
        <p:spPr>
          <a:xfrm>
            <a:off x="3003290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131"/>
          <p:cNvSpPr/>
          <p:nvPr/>
        </p:nvSpPr>
        <p:spPr>
          <a:xfrm>
            <a:off x="3003290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line132"/>
          <p:cNvSpPr/>
          <p:nvPr/>
        </p:nvSpPr>
        <p:spPr>
          <a:xfrm>
            <a:off x="3003290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133"/>
          <p:cNvSpPr/>
          <p:nvPr/>
        </p:nvSpPr>
        <p:spPr>
          <a:xfrm>
            <a:off x="3003290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134"/>
          <p:cNvSpPr/>
          <p:nvPr/>
        </p:nvSpPr>
        <p:spPr>
          <a:xfrm>
            <a:off x="3003290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line135"/>
          <p:cNvSpPr/>
          <p:nvPr/>
        </p:nvSpPr>
        <p:spPr>
          <a:xfrm>
            <a:off x="3003290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4-rod136"/>
          <p:cNvSpPr/>
          <p:nvPr/>
        </p:nvSpPr>
        <p:spPr>
          <a:xfrm>
            <a:off x="3334779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4-line137"/>
          <p:cNvSpPr/>
          <p:nvPr/>
        </p:nvSpPr>
        <p:spPr>
          <a:xfrm>
            <a:off x="3334779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138"/>
          <p:cNvSpPr/>
          <p:nvPr/>
        </p:nvSpPr>
        <p:spPr>
          <a:xfrm>
            <a:off x="3334779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139"/>
          <p:cNvSpPr/>
          <p:nvPr/>
        </p:nvSpPr>
        <p:spPr>
          <a:xfrm>
            <a:off x="3334779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line140"/>
          <p:cNvSpPr/>
          <p:nvPr/>
        </p:nvSpPr>
        <p:spPr>
          <a:xfrm>
            <a:off x="3334779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line141"/>
          <p:cNvSpPr/>
          <p:nvPr/>
        </p:nvSpPr>
        <p:spPr>
          <a:xfrm>
            <a:off x="3334779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line142"/>
          <p:cNvSpPr/>
          <p:nvPr/>
        </p:nvSpPr>
        <p:spPr>
          <a:xfrm>
            <a:off x="3334779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143"/>
          <p:cNvSpPr/>
          <p:nvPr/>
        </p:nvSpPr>
        <p:spPr>
          <a:xfrm>
            <a:off x="3334779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144"/>
          <p:cNvSpPr/>
          <p:nvPr/>
        </p:nvSpPr>
        <p:spPr>
          <a:xfrm>
            <a:off x="3334779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ine145"/>
          <p:cNvSpPr/>
          <p:nvPr/>
        </p:nvSpPr>
        <p:spPr>
          <a:xfrm>
            <a:off x="3334779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rod146"/>
          <p:cNvSpPr/>
          <p:nvPr/>
        </p:nvSpPr>
        <p:spPr>
          <a:xfrm>
            <a:off x="3666269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4-line147"/>
          <p:cNvSpPr/>
          <p:nvPr/>
        </p:nvSpPr>
        <p:spPr>
          <a:xfrm>
            <a:off x="3666269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4-line148"/>
          <p:cNvSpPr/>
          <p:nvPr/>
        </p:nvSpPr>
        <p:spPr>
          <a:xfrm>
            <a:off x="3666269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line149"/>
          <p:cNvSpPr/>
          <p:nvPr/>
        </p:nvSpPr>
        <p:spPr>
          <a:xfrm>
            <a:off x="3666269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line150"/>
          <p:cNvSpPr/>
          <p:nvPr/>
        </p:nvSpPr>
        <p:spPr>
          <a:xfrm>
            <a:off x="3666269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line151"/>
          <p:cNvSpPr/>
          <p:nvPr/>
        </p:nvSpPr>
        <p:spPr>
          <a:xfrm>
            <a:off x="3666269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line152"/>
          <p:cNvSpPr/>
          <p:nvPr/>
        </p:nvSpPr>
        <p:spPr>
          <a:xfrm>
            <a:off x="3666269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line153"/>
          <p:cNvSpPr/>
          <p:nvPr/>
        </p:nvSpPr>
        <p:spPr>
          <a:xfrm>
            <a:off x="3666269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line154"/>
          <p:cNvSpPr/>
          <p:nvPr/>
        </p:nvSpPr>
        <p:spPr>
          <a:xfrm>
            <a:off x="3666269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line155"/>
          <p:cNvSpPr/>
          <p:nvPr/>
        </p:nvSpPr>
        <p:spPr>
          <a:xfrm>
            <a:off x="3666269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unit156"/>
          <p:cNvSpPr/>
          <p:nvPr/>
        </p:nvSpPr>
        <p:spPr>
          <a:xfrm>
            <a:off x="3997759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4-unit157"/>
          <p:cNvSpPr/>
          <p:nvPr/>
        </p:nvSpPr>
        <p:spPr>
          <a:xfrm>
            <a:off x="3997759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04-unit158"/>
          <p:cNvSpPr/>
          <p:nvPr/>
        </p:nvSpPr>
        <p:spPr>
          <a:xfrm>
            <a:off x="3997759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4-unit159"/>
          <p:cNvSpPr/>
          <p:nvPr/>
        </p:nvSpPr>
        <p:spPr>
          <a:xfrm>
            <a:off x="3997759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4-unit160"/>
          <p:cNvSpPr/>
          <p:nvPr/>
        </p:nvSpPr>
        <p:spPr>
          <a:xfrm>
            <a:off x="3997759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4-unit161"/>
          <p:cNvSpPr/>
          <p:nvPr/>
        </p:nvSpPr>
        <p:spPr>
          <a:xfrm>
            <a:off x="4267094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4-unit162"/>
          <p:cNvSpPr/>
          <p:nvPr/>
        </p:nvSpPr>
        <p:spPr>
          <a:xfrm>
            <a:off x="4267094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04-unit163"/>
          <p:cNvSpPr/>
          <p:nvPr/>
        </p:nvSpPr>
        <p:spPr>
          <a:xfrm>
            <a:off x="4267094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04-unit164"/>
          <p:cNvSpPr/>
          <p:nvPr/>
        </p:nvSpPr>
        <p:spPr>
          <a:xfrm>
            <a:off x="4267094" y="3089021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04-unit165"/>
          <p:cNvSpPr/>
          <p:nvPr/>
        </p:nvSpPr>
        <p:spPr>
          <a:xfrm>
            <a:off x="4267094" y="2830045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04-unit166"/>
          <p:cNvSpPr/>
          <p:nvPr/>
        </p:nvSpPr>
        <p:spPr>
          <a:xfrm>
            <a:off x="4536429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04-unit167"/>
          <p:cNvSpPr/>
          <p:nvPr/>
        </p:nvSpPr>
        <p:spPr>
          <a:xfrm>
            <a:off x="4536429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04-unit168"/>
          <p:cNvSpPr/>
          <p:nvPr/>
        </p:nvSpPr>
        <p:spPr>
          <a:xfrm>
            <a:off x="4536429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04-figure169" descr="십 모형 7개와 일 모형 13개"/>
          <p:cNvSpPr/>
          <p:nvPr/>
        </p:nvSpPr>
        <p:spPr>
          <a:xfrm>
            <a:off x="548640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0" name="S04-label170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7개, 일 13개</a:t>
            </a:r>
            <a:endParaRPr lang="ko-KR" sz="2600" dirty="0"/>
          </a:p>
        </p:txBody>
      </p:sp>
      <p:sp>
        <p:nvSpPr>
          <p:cNvPr id="91" name="S04-rod171"/>
          <p:cNvSpPr/>
          <p:nvPr/>
        </p:nvSpPr>
        <p:spPr>
          <a:xfrm>
            <a:off x="7486778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2" name="S04-line172"/>
          <p:cNvSpPr/>
          <p:nvPr/>
        </p:nvSpPr>
        <p:spPr>
          <a:xfrm>
            <a:off x="7486778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4-line173"/>
          <p:cNvSpPr/>
          <p:nvPr/>
        </p:nvSpPr>
        <p:spPr>
          <a:xfrm>
            <a:off x="7486778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4-line174"/>
          <p:cNvSpPr/>
          <p:nvPr/>
        </p:nvSpPr>
        <p:spPr>
          <a:xfrm>
            <a:off x="7486778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4-line175"/>
          <p:cNvSpPr/>
          <p:nvPr/>
        </p:nvSpPr>
        <p:spPr>
          <a:xfrm>
            <a:off x="7486778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4-line176"/>
          <p:cNvSpPr/>
          <p:nvPr/>
        </p:nvSpPr>
        <p:spPr>
          <a:xfrm>
            <a:off x="7486778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4-line177"/>
          <p:cNvSpPr/>
          <p:nvPr/>
        </p:nvSpPr>
        <p:spPr>
          <a:xfrm>
            <a:off x="7486778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4-line178"/>
          <p:cNvSpPr/>
          <p:nvPr/>
        </p:nvSpPr>
        <p:spPr>
          <a:xfrm>
            <a:off x="7486778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4-line179"/>
          <p:cNvSpPr/>
          <p:nvPr/>
        </p:nvSpPr>
        <p:spPr>
          <a:xfrm>
            <a:off x="7486778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4-line180"/>
          <p:cNvSpPr/>
          <p:nvPr/>
        </p:nvSpPr>
        <p:spPr>
          <a:xfrm>
            <a:off x="7486778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4-rod181"/>
          <p:cNvSpPr/>
          <p:nvPr/>
        </p:nvSpPr>
        <p:spPr>
          <a:xfrm>
            <a:off x="7818268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2" name="S04-line182"/>
          <p:cNvSpPr/>
          <p:nvPr/>
        </p:nvSpPr>
        <p:spPr>
          <a:xfrm>
            <a:off x="7818268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4-line183"/>
          <p:cNvSpPr/>
          <p:nvPr/>
        </p:nvSpPr>
        <p:spPr>
          <a:xfrm>
            <a:off x="7818268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4-line184"/>
          <p:cNvSpPr/>
          <p:nvPr/>
        </p:nvSpPr>
        <p:spPr>
          <a:xfrm>
            <a:off x="7818268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4-line185"/>
          <p:cNvSpPr/>
          <p:nvPr/>
        </p:nvSpPr>
        <p:spPr>
          <a:xfrm>
            <a:off x="7818268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4-line186"/>
          <p:cNvSpPr/>
          <p:nvPr/>
        </p:nvSpPr>
        <p:spPr>
          <a:xfrm>
            <a:off x="7818268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4-line187"/>
          <p:cNvSpPr/>
          <p:nvPr/>
        </p:nvSpPr>
        <p:spPr>
          <a:xfrm>
            <a:off x="7818268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4-line188"/>
          <p:cNvSpPr/>
          <p:nvPr/>
        </p:nvSpPr>
        <p:spPr>
          <a:xfrm>
            <a:off x="7818268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4-line189"/>
          <p:cNvSpPr/>
          <p:nvPr/>
        </p:nvSpPr>
        <p:spPr>
          <a:xfrm>
            <a:off x="7818268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4-line190"/>
          <p:cNvSpPr/>
          <p:nvPr/>
        </p:nvSpPr>
        <p:spPr>
          <a:xfrm>
            <a:off x="7818268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4-rod191"/>
          <p:cNvSpPr/>
          <p:nvPr/>
        </p:nvSpPr>
        <p:spPr>
          <a:xfrm>
            <a:off x="8149757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2" name="S04-line192"/>
          <p:cNvSpPr/>
          <p:nvPr/>
        </p:nvSpPr>
        <p:spPr>
          <a:xfrm>
            <a:off x="8149757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4-line193"/>
          <p:cNvSpPr/>
          <p:nvPr/>
        </p:nvSpPr>
        <p:spPr>
          <a:xfrm>
            <a:off x="8149757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4-line194"/>
          <p:cNvSpPr/>
          <p:nvPr/>
        </p:nvSpPr>
        <p:spPr>
          <a:xfrm>
            <a:off x="8149757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4-line195"/>
          <p:cNvSpPr/>
          <p:nvPr/>
        </p:nvSpPr>
        <p:spPr>
          <a:xfrm>
            <a:off x="8149757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4-line196"/>
          <p:cNvSpPr/>
          <p:nvPr/>
        </p:nvSpPr>
        <p:spPr>
          <a:xfrm>
            <a:off x="8149757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4-line197"/>
          <p:cNvSpPr/>
          <p:nvPr/>
        </p:nvSpPr>
        <p:spPr>
          <a:xfrm>
            <a:off x="8149757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4-line198"/>
          <p:cNvSpPr/>
          <p:nvPr/>
        </p:nvSpPr>
        <p:spPr>
          <a:xfrm>
            <a:off x="8149757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4-line199"/>
          <p:cNvSpPr/>
          <p:nvPr/>
        </p:nvSpPr>
        <p:spPr>
          <a:xfrm>
            <a:off x="8149757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4-line200"/>
          <p:cNvSpPr/>
          <p:nvPr/>
        </p:nvSpPr>
        <p:spPr>
          <a:xfrm>
            <a:off x="8149757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4-rod201"/>
          <p:cNvSpPr/>
          <p:nvPr/>
        </p:nvSpPr>
        <p:spPr>
          <a:xfrm>
            <a:off x="8481247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2" name="S04-line202"/>
          <p:cNvSpPr/>
          <p:nvPr/>
        </p:nvSpPr>
        <p:spPr>
          <a:xfrm>
            <a:off x="8481247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4-line203"/>
          <p:cNvSpPr/>
          <p:nvPr/>
        </p:nvSpPr>
        <p:spPr>
          <a:xfrm>
            <a:off x="8481247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4-line204"/>
          <p:cNvSpPr/>
          <p:nvPr/>
        </p:nvSpPr>
        <p:spPr>
          <a:xfrm>
            <a:off x="8481247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4-line205"/>
          <p:cNvSpPr/>
          <p:nvPr/>
        </p:nvSpPr>
        <p:spPr>
          <a:xfrm>
            <a:off x="8481247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4-line206"/>
          <p:cNvSpPr/>
          <p:nvPr/>
        </p:nvSpPr>
        <p:spPr>
          <a:xfrm>
            <a:off x="8481247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4-line207"/>
          <p:cNvSpPr/>
          <p:nvPr/>
        </p:nvSpPr>
        <p:spPr>
          <a:xfrm>
            <a:off x="8481247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4-line208"/>
          <p:cNvSpPr/>
          <p:nvPr/>
        </p:nvSpPr>
        <p:spPr>
          <a:xfrm>
            <a:off x="8481247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4-line209"/>
          <p:cNvSpPr/>
          <p:nvPr/>
        </p:nvSpPr>
        <p:spPr>
          <a:xfrm>
            <a:off x="8481247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4-line210"/>
          <p:cNvSpPr/>
          <p:nvPr/>
        </p:nvSpPr>
        <p:spPr>
          <a:xfrm>
            <a:off x="8481247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4-rod211"/>
          <p:cNvSpPr/>
          <p:nvPr/>
        </p:nvSpPr>
        <p:spPr>
          <a:xfrm>
            <a:off x="881273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2" name="S04-line212"/>
          <p:cNvSpPr/>
          <p:nvPr/>
        </p:nvSpPr>
        <p:spPr>
          <a:xfrm>
            <a:off x="881273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4-line213"/>
          <p:cNvSpPr/>
          <p:nvPr/>
        </p:nvSpPr>
        <p:spPr>
          <a:xfrm>
            <a:off x="881273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4-line214"/>
          <p:cNvSpPr/>
          <p:nvPr/>
        </p:nvSpPr>
        <p:spPr>
          <a:xfrm>
            <a:off x="881273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4-line215"/>
          <p:cNvSpPr/>
          <p:nvPr/>
        </p:nvSpPr>
        <p:spPr>
          <a:xfrm>
            <a:off x="881273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4-line216"/>
          <p:cNvSpPr/>
          <p:nvPr/>
        </p:nvSpPr>
        <p:spPr>
          <a:xfrm>
            <a:off x="881273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4-line217"/>
          <p:cNvSpPr/>
          <p:nvPr/>
        </p:nvSpPr>
        <p:spPr>
          <a:xfrm>
            <a:off x="881273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4-line218"/>
          <p:cNvSpPr/>
          <p:nvPr/>
        </p:nvSpPr>
        <p:spPr>
          <a:xfrm>
            <a:off x="881273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4-line219"/>
          <p:cNvSpPr/>
          <p:nvPr/>
        </p:nvSpPr>
        <p:spPr>
          <a:xfrm>
            <a:off x="881273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4-line220"/>
          <p:cNvSpPr/>
          <p:nvPr/>
        </p:nvSpPr>
        <p:spPr>
          <a:xfrm>
            <a:off x="881273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4-rod221"/>
          <p:cNvSpPr/>
          <p:nvPr/>
        </p:nvSpPr>
        <p:spPr>
          <a:xfrm>
            <a:off x="9144226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2" name="S04-line222"/>
          <p:cNvSpPr/>
          <p:nvPr/>
        </p:nvSpPr>
        <p:spPr>
          <a:xfrm>
            <a:off x="9144226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4-line223"/>
          <p:cNvSpPr/>
          <p:nvPr/>
        </p:nvSpPr>
        <p:spPr>
          <a:xfrm>
            <a:off x="9144226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4-line224"/>
          <p:cNvSpPr/>
          <p:nvPr/>
        </p:nvSpPr>
        <p:spPr>
          <a:xfrm>
            <a:off x="9144226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4-line225"/>
          <p:cNvSpPr/>
          <p:nvPr/>
        </p:nvSpPr>
        <p:spPr>
          <a:xfrm>
            <a:off x="9144226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4-line226"/>
          <p:cNvSpPr/>
          <p:nvPr/>
        </p:nvSpPr>
        <p:spPr>
          <a:xfrm>
            <a:off x="9144226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4-line227"/>
          <p:cNvSpPr/>
          <p:nvPr/>
        </p:nvSpPr>
        <p:spPr>
          <a:xfrm>
            <a:off x="9144226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4-line228"/>
          <p:cNvSpPr/>
          <p:nvPr/>
        </p:nvSpPr>
        <p:spPr>
          <a:xfrm>
            <a:off x="9144226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04-line229"/>
          <p:cNvSpPr/>
          <p:nvPr/>
        </p:nvSpPr>
        <p:spPr>
          <a:xfrm>
            <a:off x="9144226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04-line230"/>
          <p:cNvSpPr/>
          <p:nvPr/>
        </p:nvSpPr>
        <p:spPr>
          <a:xfrm>
            <a:off x="9144226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04-rod231"/>
          <p:cNvSpPr/>
          <p:nvPr/>
        </p:nvSpPr>
        <p:spPr>
          <a:xfrm>
            <a:off x="947571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2" name="S04-line232"/>
          <p:cNvSpPr/>
          <p:nvPr/>
        </p:nvSpPr>
        <p:spPr>
          <a:xfrm>
            <a:off x="947571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3" name="S04-line233"/>
          <p:cNvSpPr/>
          <p:nvPr/>
        </p:nvSpPr>
        <p:spPr>
          <a:xfrm>
            <a:off x="947571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4" name="S04-line234"/>
          <p:cNvSpPr/>
          <p:nvPr/>
        </p:nvSpPr>
        <p:spPr>
          <a:xfrm>
            <a:off x="947571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04-line235"/>
          <p:cNvSpPr/>
          <p:nvPr/>
        </p:nvSpPr>
        <p:spPr>
          <a:xfrm>
            <a:off x="947571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6" name="S04-line236"/>
          <p:cNvSpPr/>
          <p:nvPr/>
        </p:nvSpPr>
        <p:spPr>
          <a:xfrm>
            <a:off x="947571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04-line237"/>
          <p:cNvSpPr/>
          <p:nvPr/>
        </p:nvSpPr>
        <p:spPr>
          <a:xfrm>
            <a:off x="947571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04-line238"/>
          <p:cNvSpPr/>
          <p:nvPr/>
        </p:nvSpPr>
        <p:spPr>
          <a:xfrm>
            <a:off x="947571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9" name="S04-line239"/>
          <p:cNvSpPr/>
          <p:nvPr/>
        </p:nvSpPr>
        <p:spPr>
          <a:xfrm>
            <a:off x="947571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04-line240"/>
          <p:cNvSpPr/>
          <p:nvPr/>
        </p:nvSpPr>
        <p:spPr>
          <a:xfrm>
            <a:off x="947571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04-rod241"/>
          <p:cNvSpPr/>
          <p:nvPr/>
        </p:nvSpPr>
        <p:spPr>
          <a:xfrm>
            <a:off x="9807205" y="2053116"/>
            <a:ext cx="207181" cy="207181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2" name="S04-line242"/>
          <p:cNvSpPr/>
          <p:nvPr/>
        </p:nvSpPr>
        <p:spPr>
          <a:xfrm>
            <a:off x="9807205" y="2260297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04-line243"/>
          <p:cNvSpPr/>
          <p:nvPr/>
        </p:nvSpPr>
        <p:spPr>
          <a:xfrm>
            <a:off x="9807205" y="2467478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04-line244"/>
          <p:cNvSpPr/>
          <p:nvPr/>
        </p:nvSpPr>
        <p:spPr>
          <a:xfrm>
            <a:off x="9807205" y="2674659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4-line245"/>
          <p:cNvSpPr/>
          <p:nvPr/>
        </p:nvSpPr>
        <p:spPr>
          <a:xfrm>
            <a:off x="9807205" y="2881840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04-line246"/>
          <p:cNvSpPr/>
          <p:nvPr/>
        </p:nvSpPr>
        <p:spPr>
          <a:xfrm>
            <a:off x="9807205" y="3089021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4-line247"/>
          <p:cNvSpPr/>
          <p:nvPr/>
        </p:nvSpPr>
        <p:spPr>
          <a:xfrm>
            <a:off x="9807205" y="3296202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4-line248"/>
          <p:cNvSpPr/>
          <p:nvPr/>
        </p:nvSpPr>
        <p:spPr>
          <a:xfrm>
            <a:off x="9807205" y="3503383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04-line249"/>
          <p:cNvSpPr/>
          <p:nvPr/>
        </p:nvSpPr>
        <p:spPr>
          <a:xfrm>
            <a:off x="9807205" y="3710564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4-line250"/>
          <p:cNvSpPr/>
          <p:nvPr/>
        </p:nvSpPr>
        <p:spPr>
          <a:xfrm>
            <a:off x="9807205" y="3917745"/>
            <a:ext cx="207181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4-unit251"/>
          <p:cNvSpPr/>
          <p:nvPr/>
        </p:nvSpPr>
        <p:spPr>
          <a:xfrm>
            <a:off x="10138695" y="3865950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2" name="S04-unit252"/>
          <p:cNvSpPr/>
          <p:nvPr/>
        </p:nvSpPr>
        <p:spPr>
          <a:xfrm>
            <a:off x="10138695" y="3606973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3" name="S04-unit253"/>
          <p:cNvSpPr/>
          <p:nvPr/>
        </p:nvSpPr>
        <p:spPr>
          <a:xfrm>
            <a:off x="10138695" y="3347997"/>
            <a:ext cx="207181" cy="207181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4" name="S04-figure254" descr="십 모형 8개와 일 모형 3개"/>
          <p:cNvSpPr/>
          <p:nvPr/>
        </p:nvSpPr>
        <p:spPr>
          <a:xfrm>
            <a:off x="6254496" y="2053116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5" name="S04-label255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8개, 일 3개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더해요</a:t>
            </a:r>
            <a:endParaRPr lang="ko-KR" sz="4400" dirty="0"/>
          </a:p>
        </p:txBody>
      </p:sp>
      <p:sp>
        <p:nvSpPr>
          <p:cNvPr id="3" name="S05-text2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36 + 47을 세로셈으로 해요.</a:t>
            </a:r>
            <a:endParaRPr lang="ko-KR" sz="3200" dirty="0"/>
          </a:p>
        </p:txBody>
      </p:sp>
      <p:sp>
        <p:nvSpPr>
          <p:cNvPr id="4" name="S05-card2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받아올린 1을 꼭 더해요.</a:t>
            </a:r>
            <a:endParaRPr lang="ko-KR" sz="3200" dirty="0"/>
          </a:p>
        </p:txBody>
      </p:sp>
      <p:graphicFrame>
        <p:nvGraphicFramePr>
          <p:cNvPr id="6" name="S05-table25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6469" y="2089785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5-stepno260"/>
          <p:cNvSpPr txBox="1"/>
          <p:nvPr/>
        </p:nvSpPr>
        <p:spPr>
          <a:xfrm>
            <a:off x="548640" y="23571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5-text261"/>
          <p:cNvSpPr txBox="1"/>
          <p:nvPr/>
        </p:nvSpPr>
        <p:spPr>
          <a:xfrm>
            <a:off x="1325880" y="235712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자리: 6 + 7 = 13</a:t>
            </a:r>
            <a:endParaRPr lang="ko-KR" sz="3200" dirty="0"/>
          </a:p>
        </p:txBody>
      </p:sp>
      <p:sp>
        <p:nvSpPr>
          <p:cNvPr id="9" name="S05-stepno262"/>
          <p:cNvSpPr txBox="1"/>
          <p:nvPr/>
        </p:nvSpPr>
        <p:spPr>
          <a:xfrm>
            <a:off x="548640" y="3116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5-text263"/>
          <p:cNvSpPr txBox="1"/>
          <p:nvPr/>
        </p:nvSpPr>
        <p:spPr>
          <a:xfrm>
            <a:off x="1325880" y="3070352"/>
            <a:ext cx="5872825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쓰고, 1은 십의 자리 위에 작게 써요.</a:t>
            </a:r>
            <a:endParaRPr lang="ko-KR" sz="3200" dirty="0"/>
          </a:p>
        </p:txBody>
      </p:sp>
      <p:sp>
        <p:nvSpPr>
          <p:cNvPr id="11" name="S05-stepno264"/>
          <p:cNvSpPr txBox="1"/>
          <p:nvPr/>
        </p:nvSpPr>
        <p:spPr>
          <a:xfrm>
            <a:off x="548640" y="42265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5-text265"/>
          <p:cNvSpPr txBox="1"/>
          <p:nvPr/>
        </p:nvSpPr>
        <p:spPr>
          <a:xfrm>
            <a:off x="1325880" y="4226560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자리: 1 + 3 + 4 = 8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 해 보기</a:t>
            </a:r>
            <a:endParaRPr lang="ko-KR" sz="4400" dirty="0"/>
          </a:p>
        </p:txBody>
      </p:sp>
      <p:sp>
        <p:nvSpPr>
          <p:cNvPr id="3" name="S06-text2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계산해요.</a:t>
            </a:r>
            <a:endParaRPr lang="ko-KR" sz="3200" dirty="0"/>
          </a:p>
        </p:txBody>
      </p:sp>
      <p:sp>
        <p:nvSpPr>
          <p:cNvPr id="4" name="S06-card2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10이 넘으면 1을 올려요.</a:t>
            </a:r>
            <a:endParaRPr lang="ko-KR" sz="3200" dirty="0"/>
          </a:p>
        </p:txBody>
      </p:sp>
      <p:graphicFrame>
        <p:nvGraphicFramePr>
          <p:cNvPr id="7" name="S06-table2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2914" y="2027174"/>
          <a:ext cx="3291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09728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label270"/>
          <p:cNvSpPr txBox="1"/>
          <p:nvPr/>
        </p:nvSpPr>
        <p:spPr>
          <a:xfrm>
            <a:off x="6277356" y="4674870"/>
            <a:ext cx="536295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세로셈으로</a:t>
            </a:r>
            <a:endParaRPr lang="ko-KR" sz="2600" dirty="0"/>
          </a:p>
        </p:txBody>
      </p:sp>
      <p:sp>
        <p:nvSpPr>
          <p:cNvPr id="8" name="S06-chip27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06-eqtext27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+ 6 = □</a:t>
            </a:r>
            <a:endParaRPr lang="ko-KR" sz="3600" dirty="0"/>
          </a:p>
        </p:txBody>
      </p:sp>
      <p:sp>
        <p:nvSpPr>
          <p:cNvPr id="10" name="S06-chip27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1" name="S06-eqtext27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46 + 29 = □</a:t>
            </a:r>
            <a:endParaRPr lang="ko-KR" sz="3600" dirty="0"/>
          </a:p>
        </p:txBody>
      </p:sp>
      <p:sp>
        <p:nvSpPr>
          <p:cNvPr id="12" name="S06-chip27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3" name="S06-eqtext276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 + 27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400" dirty="0"/>
          </a:p>
        </p:txBody>
      </p:sp>
      <p:sp>
        <p:nvSpPr>
          <p:cNvPr id="3" name="S07-card27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27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+ 25를 세로셈으로 했어요.</a:t>
            </a:r>
            <a:endParaRPr lang="ko-KR" sz="3200" dirty="0"/>
          </a:p>
        </p:txBody>
      </p:sp>
      <p:sp>
        <p:nvSpPr>
          <p:cNvPr id="5" name="S07-card2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2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200" dirty="0"/>
          </a:p>
        </p:txBody>
      </p:sp>
      <p:sp>
        <p:nvSpPr>
          <p:cNvPr id="7" name="S07-chip28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53</a:t>
            </a:r>
            <a:endParaRPr lang="ko-KR" sz="2600" dirty="0"/>
          </a:p>
        </p:txBody>
      </p:sp>
      <p:sp>
        <p:nvSpPr>
          <p:cNvPr id="8" name="S07-text28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 = 13에서 3을 쓰고,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+ 2 = 5를 썼어요.</a:t>
            </a:r>
            <a:endParaRPr lang="ko-KR" sz="3200" dirty="0"/>
          </a:p>
        </p:txBody>
      </p:sp>
      <p:sp>
        <p:nvSpPr>
          <p:cNvPr id="9" name="S07-chip28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63</a:t>
            </a:r>
            <a:endParaRPr lang="ko-KR" sz="2600" dirty="0"/>
          </a:p>
        </p:txBody>
      </p:sp>
      <p:sp>
        <p:nvSpPr>
          <p:cNvPr id="10" name="S07-text28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쓰고 1을 올려서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+ 3 + 2 = 6을 썼어요.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자리도 넘으면</a:t>
            </a:r>
            <a:endParaRPr lang="ko-KR" sz="4400" dirty="0"/>
          </a:p>
        </p:txBody>
      </p:sp>
      <p:sp>
        <p:nvSpPr>
          <p:cNvPr id="3" name="S08-text28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 + 48을 세로셈으로 해요.</a:t>
            </a:r>
            <a:endParaRPr lang="ko-KR" sz="3200" dirty="0"/>
          </a:p>
        </p:txBody>
      </p:sp>
      <p:sp>
        <p:nvSpPr>
          <p:cNvPr id="4" name="S08-card2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2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십의 자리 합이 10을 넘으면 백의 자리에 1을 써요.</a:t>
            </a:r>
            <a:endParaRPr lang="ko-KR" sz="3200" dirty="0"/>
          </a:p>
        </p:txBody>
      </p:sp>
      <p:graphicFrame>
        <p:nvGraphicFramePr>
          <p:cNvPr id="9" name="S08-table2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83450" y="2089785"/>
          <a:ext cx="402336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십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289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290"/>
          <p:cNvSpPr txBox="1"/>
          <p:nvPr/>
        </p:nvSpPr>
        <p:spPr>
          <a:xfrm>
            <a:off x="1325880" y="257860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일: 5 + 8 = 13, 1을 올려요.</a:t>
            </a:r>
            <a:endParaRPr lang="ko-KR" sz="3200" dirty="0"/>
          </a:p>
        </p:txBody>
      </p:sp>
      <p:sp>
        <p:nvSpPr>
          <p:cNvPr id="9" name="S08-stepno291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292"/>
          <p:cNvSpPr txBox="1"/>
          <p:nvPr/>
        </p:nvSpPr>
        <p:spPr>
          <a:xfrm>
            <a:off x="1325880" y="3291840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십: 1 + 7 + 4 = 12</a:t>
            </a:r>
            <a:endParaRPr lang="ko-KR" sz="3200" dirty="0"/>
          </a:p>
        </p:txBody>
      </p:sp>
      <p:sp>
        <p:nvSpPr>
          <p:cNvPr id="11" name="S08-stepno293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294"/>
          <p:cNvSpPr txBox="1"/>
          <p:nvPr/>
        </p:nvSpPr>
        <p:spPr>
          <a:xfrm>
            <a:off x="1325880" y="400507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 10개는 백 1개: 123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여러 가지 덧셈</a:t>
            </a:r>
            <a:endParaRPr lang="ko-KR" sz="4400" dirty="0"/>
          </a:p>
        </p:txBody>
      </p:sp>
      <p:sp>
        <p:nvSpPr>
          <p:cNvPr id="3" name="S09-text29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공책에 세로셈으로 계산해요.</a:t>
            </a:r>
            <a:endParaRPr lang="ko-KR" sz="3200" dirty="0"/>
          </a:p>
        </p:txBody>
      </p:sp>
      <p:sp>
        <p:nvSpPr>
          <p:cNvPr id="4" name="S09-card29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9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자리를 맞추어 쓰고 일의 자리부터 더해요.</a:t>
            </a:r>
            <a:endParaRPr lang="ko-KR" sz="3200" dirty="0"/>
          </a:p>
        </p:txBody>
      </p:sp>
      <p:sp>
        <p:nvSpPr>
          <p:cNvPr id="6" name="S09-chip29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eqtext29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+ 7 = □</a:t>
            </a:r>
            <a:endParaRPr lang="ko-KR" sz="3600" dirty="0"/>
          </a:p>
        </p:txBody>
      </p:sp>
      <p:sp>
        <p:nvSpPr>
          <p:cNvPr id="8" name="S09-chip30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eqtext30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 + 82 = □</a:t>
            </a:r>
            <a:endParaRPr lang="ko-KR" sz="3600" dirty="0"/>
          </a:p>
        </p:txBody>
      </p:sp>
      <p:sp>
        <p:nvSpPr>
          <p:cNvPr id="10" name="S09-chip30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eqtext30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 + 58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30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받아올림을 말해요.</a:t>
            </a:r>
            <a:endParaRPr lang="ko-KR" sz="3200" dirty="0"/>
          </a:p>
        </p:txBody>
      </p:sp>
      <p:sp>
        <p:nvSpPr>
          <p:cNvPr id="4" name="S10-chip30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eqtext30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47 + 6 = □</a:t>
            </a:r>
            <a:endParaRPr lang="ko-KR" sz="3600" dirty="0"/>
          </a:p>
        </p:txBody>
      </p:sp>
      <p:sp>
        <p:nvSpPr>
          <p:cNvPr id="6" name="S10-chip30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eqtext30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+ 54 = □</a:t>
            </a:r>
            <a:endParaRPr lang="ko-KR" sz="3600" dirty="0"/>
          </a:p>
        </p:txBody>
      </p:sp>
      <p:sp>
        <p:nvSpPr>
          <p:cNvPr id="8" name="S10-chip30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eqtext31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 + 38 = □</a:t>
            </a:r>
            <a:endParaRPr lang="ko-KR" sz="3600" dirty="0"/>
          </a:p>
        </p:txBody>
      </p:sp>
      <p:sp>
        <p:nvSpPr>
          <p:cNvPr id="10" name="S10-chip31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1" name="S10-eqtext31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 + 57 = □</a:t>
            </a:r>
            <a:endParaRPr lang="ko-KR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+ 38과 같은 것</a:t>
            </a:r>
            <a:endParaRPr lang="ko-KR" sz="4400" dirty="0"/>
          </a:p>
        </p:txBody>
      </p:sp>
      <p:sp>
        <p:nvSpPr>
          <p:cNvPr id="3" name="S12-text3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+ 38을 수 모형으로 나타냈어요.</a:t>
            </a:r>
            <a:endParaRPr lang="ko-KR" sz="3200" dirty="0"/>
          </a:p>
        </p:txBody>
      </p:sp>
      <p:sp>
        <p:nvSpPr>
          <p:cNvPr id="4" name="S12-card3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3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 + 38과 같은 것을 모두 고르고, 까닭을 말해요.</a:t>
            </a:r>
            <a:endParaRPr lang="ko-KR" sz="3200" dirty="0"/>
          </a:p>
        </p:txBody>
      </p:sp>
      <p:sp>
        <p:nvSpPr>
          <p:cNvPr id="6" name="S12-chip31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12-rod317"/>
          <p:cNvSpPr/>
          <p:nvPr/>
        </p:nvSpPr>
        <p:spPr>
          <a:xfrm>
            <a:off x="756514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2-line318"/>
          <p:cNvSpPr/>
          <p:nvPr/>
        </p:nvSpPr>
        <p:spPr>
          <a:xfrm>
            <a:off x="756514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line319"/>
          <p:cNvSpPr/>
          <p:nvPr/>
        </p:nvSpPr>
        <p:spPr>
          <a:xfrm>
            <a:off x="756514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line320"/>
          <p:cNvSpPr/>
          <p:nvPr/>
        </p:nvSpPr>
        <p:spPr>
          <a:xfrm>
            <a:off x="756514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line321"/>
          <p:cNvSpPr/>
          <p:nvPr/>
        </p:nvSpPr>
        <p:spPr>
          <a:xfrm>
            <a:off x="756514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line322"/>
          <p:cNvSpPr/>
          <p:nvPr/>
        </p:nvSpPr>
        <p:spPr>
          <a:xfrm>
            <a:off x="756514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2-line323"/>
          <p:cNvSpPr/>
          <p:nvPr/>
        </p:nvSpPr>
        <p:spPr>
          <a:xfrm>
            <a:off x="756514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line324"/>
          <p:cNvSpPr/>
          <p:nvPr/>
        </p:nvSpPr>
        <p:spPr>
          <a:xfrm>
            <a:off x="756514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line325"/>
          <p:cNvSpPr/>
          <p:nvPr/>
        </p:nvSpPr>
        <p:spPr>
          <a:xfrm>
            <a:off x="756514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line326"/>
          <p:cNvSpPr/>
          <p:nvPr/>
        </p:nvSpPr>
        <p:spPr>
          <a:xfrm>
            <a:off x="756514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2-rod327"/>
          <p:cNvSpPr/>
          <p:nvPr/>
        </p:nvSpPr>
        <p:spPr>
          <a:xfrm>
            <a:off x="1078382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2-line328"/>
          <p:cNvSpPr/>
          <p:nvPr/>
        </p:nvSpPr>
        <p:spPr>
          <a:xfrm>
            <a:off x="1078382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line329"/>
          <p:cNvSpPr/>
          <p:nvPr/>
        </p:nvSpPr>
        <p:spPr>
          <a:xfrm>
            <a:off x="1078382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line330"/>
          <p:cNvSpPr/>
          <p:nvPr/>
        </p:nvSpPr>
        <p:spPr>
          <a:xfrm>
            <a:off x="1078382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line331"/>
          <p:cNvSpPr/>
          <p:nvPr/>
        </p:nvSpPr>
        <p:spPr>
          <a:xfrm>
            <a:off x="1078382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2-line332"/>
          <p:cNvSpPr/>
          <p:nvPr/>
        </p:nvSpPr>
        <p:spPr>
          <a:xfrm>
            <a:off x="1078382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2-line333"/>
          <p:cNvSpPr/>
          <p:nvPr/>
        </p:nvSpPr>
        <p:spPr>
          <a:xfrm>
            <a:off x="1078382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line334"/>
          <p:cNvSpPr/>
          <p:nvPr/>
        </p:nvSpPr>
        <p:spPr>
          <a:xfrm>
            <a:off x="1078382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line335"/>
          <p:cNvSpPr/>
          <p:nvPr/>
        </p:nvSpPr>
        <p:spPr>
          <a:xfrm>
            <a:off x="1078382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line336"/>
          <p:cNvSpPr/>
          <p:nvPr/>
        </p:nvSpPr>
        <p:spPr>
          <a:xfrm>
            <a:off x="1078382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2-rod337"/>
          <p:cNvSpPr/>
          <p:nvPr/>
        </p:nvSpPr>
        <p:spPr>
          <a:xfrm>
            <a:off x="1400251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2-line338"/>
          <p:cNvSpPr/>
          <p:nvPr/>
        </p:nvSpPr>
        <p:spPr>
          <a:xfrm>
            <a:off x="1400251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2-line339"/>
          <p:cNvSpPr/>
          <p:nvPr/>
        </p:nvSpPr>
        <p:spPr>
          <a:xfrm>
            <a:off x="1400251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line340"/>
          <p:cNvSpPr/>
          <p:nvPr/>
        </p:nvSpPr>
        <p:spPr>
          <a:xfrm>
            <a:off x="1400251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line341"/>
          <p:cNvSpPr/>
          <p:nvPr/>
        </p:nvSpPr>
        <p:spPr>
          <a:xfrm>
            <a:off x="1400251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2-line342"/>
          <p:cNvSpPr/>
          <p:nvPr/>
        </p:nvSpPr>
        <p:spPr>
          <a:xfrm>
            <a:off x="1400251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2-line343"/>
          <p:cNvSpPr/>
          <p:nvPr/>
        </p:nvSpPr>
        <p:spPr>
          <a:xfrm>
            <a:off x="1400251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line344"/>
          <p:cNvSpPr/>
          <p:nvPr/>
        </p:nvSpPr>
        <p:spPr>
          <a:xfrm>
            <a:off x="1400251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line345"/>
          <p:cNvSpPr/>
          <p:nvPr/>
        </p:nvSpPr>
        <p:spPr>
          <a:xfrm>
            <a:off x="1400251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line346"/>
          <p:cNvSpPr/>
          <p:nvPr/>
        </p:nvSpPr>
        <p:spPr>
          <a:xfrm>
            <a:off x="1400251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2-rod347"/>
          <p:cNvSpPr/>
          <p:nvPr/>
        </p:nvSpPr>
        <p:spPr>
          <a:xfrm>
            <a:off x="1722120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2-line348"/>
          <p:cNvSpPr/>
          <p:nvPr/>
        </p:nvSpPr>
        <p:spPr>
          <a:xfrm>
            <a:off x="1722120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2-line349"/>
          <p:cNvSpPr/>
          <p:nvPr/>
        </p:nvSpPr>
        <p:spPr>
          <a:xfrm>
            <a:off x="1722120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2-line350"/>
          <p:cNvSpPr/>
          <p:nvPr/>
        </p:nvSpPr>
        <p:spPr>
          <a:xfrm>
            <a:off x="1722120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line351"/>
          <p:cNvSpPr/>
          <p:nvPr/>
        </p:nvSpPr>
        <p:spPr>
          <a:xfrm>
            <a:off x="1722120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2-line352"/>
          <p:cNvSpPr/>
          <p:nvPr/>
        </p:nvSpPr>
        <p:spPr>
          <a:xfrm>
            <a:off x="1722120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2-line353"/>
          <p:cNvSpPr/>
          <p:nvPr/>
        </p:nvSpPr>
        <p:spPr>
          <a:xfrm>
            <a:off x="1722120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line354"/>
          <p:cNvSpPr/>
          <p:nvPr/>
        </p:nvSpPr>
        <p:spPr>
          <a:xfrm>
            <a:off x="1722120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line355"/>
          <p:cNvSpPr/>
          <p:nvPr/>
        </p:nvSpPr>
        <p:spPr>
          <a:xfrm>
            <a:off x="1722120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line356"/>
          <p:cNvSpPr/>
          <p:nvPr/>
        </p:nvSpPr>
        <p:spPr>
          <a:xfrm>
            <a:off x="1722120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2-rod357"/>
          <p:cNvSpPr/>
          <p:nvPr/>
        </p:nvSpPr>
        <p:spPr>
          <a:xfrm>
            <a:off x="2043989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8" name="S12-line358"/>
          <p:cNvSpPr/>
          <p:nvPr/>
        </p:nvSpPr>
        <p:spPr>
          <a:xfrm>
            <a:off x="2043989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line359"/>
          <p:cNvSpPr/>
          <p:nvPr/>
        </p:nvSpPr>
        <p:spPr>
          <a:xfrm>
            <a:off x="2043989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2-line360"/>
          <p:cNvSpPr/>
          <p:nvPr/>
        </p:nvSpPr>
        <p:spPr>
          <a:xfrm>
            <a:off x="2043989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2-line361"/>
          <p:cNvSpPr/>
          <p:nvPr/>
        </p:nvSpPr>
        <p:spPr>
          <a:xfrm>
            <a:off x="2043989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2-line362"/>
          <p:cNvSpPr/>
          <p:nvPr/>
        </p:nvSpPr>
        <p:spPr>
          <a:xfrm>
            <a:off x="2043989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2-line363"/>
          <p:cNvSpPr/>
          <p:nvPr/>
        </p:nvSpPr>
        <p:spPr>
          <a:xfrm>
            <a:off x="2043989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line364"/>
          <p:cNvSpPr/>
          <p:nvPr/>
        </p:nvSpPr>
        <p:spPr>
          <a:xfrm>
            <a:off x="2043989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line365"/>
          <p:cNvSpPr/>
          <p:nvPr/>
        </p:nvSpPr>
        <p:spPr>
          <a:xfrm>
            <a:off x="2043989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line366"/>
          <p:cNvSpPr/>
          <p:nvPr/>
        </p:nvSpPr>
        <p:spPr>
          <a:xfrm>
            <a:off x="2043989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2-rod367"/>
          <p:cNvSpPr/>
          <p:nvPr/>
        </p:nvSpPr>
        <p:spPr>
          <a:xfrm>
            <a:off x="236585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8" name="S12-line368"/>
          <p:cNvSpPr/>
          <p:nvPr/>
        </p:nvSpPr>
        <p:spPr>
          <a:xfrm>
            <a:off x="236585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2-line369"/>
          <p:cNvSpPr/>
          <p:nvPr/>
        </p:nvSpPr>
        <p:spPr>
          <a:xfrm>
            <a:off x="236585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2-line370"/>
          <p:cNvSpPr/>
          <p:nvPr/>
        </p:nvSpPr>
        <p:spPr>
          <a:xfrm>
            <a:off x="236585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2-line371"/>
          <p:cNvSpPr/>
          <p:nvPr/>
        </p:nvSpPr>
        <p:spPr>
          <a:xfrm>
            <a:off x="236585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2-line372"/>
          <p:cNvSpPr/>
          <p:nvPr/>
        </p:nvSpPr>
        <p:spPr>
          <a:xfrm>
            <a:off x="236585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12-line373"/>
          <p:cNvSpPr/>
          <p:nvPr/>
        </p:nvSpPr>
        <p:spPr>
          <a:xfrm>
            <a:off x="236585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2-line374"/>
          <p:cNvSpPr/>
          <p:nvPr/>
        </p:nvSpPr>
        <p:spPr>
          <a:xfrm>
            <a:off x="236585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2-line375"/>
          <p:cNvSpPr/>
          <p:nvPr/>
        </p:nvSpPr>
        <p:spPr>
          <a:xfrm>
            <a:off x="236585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2-line376"/>
          <p:cNvSpPr/>
          <p:nvPr/>
        </p:nvSpPr>
        <p:spPr>
          <a:xfrm>
            <a:off x="236585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2-rod377"/>
          <p:cNvSpPr/>
          <p:nvPr/>
        </p:nvSpPr>
        <p:spPr>
          <a:xfrm>
            <a:off x="2687726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8" name="S12-line378"/>
          <p:cNvSpPr/>
          <p:nvPr/>
        </p:nvSpPr>
        <p:spPr>
          <a:xfrm>
            <a:off x="2687726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12-line379"/>
          <p:cNvSpPr/>
          <p:nvPr/>
        </p:nvSpPr>
        <p:spPr>
          <a:xfrm>
            <a:off x="2687726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12-line380"/>
          <p:cNvSpPr/>
          <p:nvPr/>
        </p:nvSpPr>
        <p:spPr>
          <a:xfrm>
            <a:off x="2687726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12-line381"/>
          <p:cNvSpPr/>
          <p:nvPr/>
        </p:nvSpPr>
        <p:spPr>
          <a:xfrm>
            <a:off x="2687726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12-line382"/>
          <p:cNvSpPr/>
          <p:nvPr/>
        </p:nvSpPr>
        <p:spPr>
          <a:xfrm>
            <a:off x="2687726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12-line383"/>
          <p:cNvSpPr/>
          <p:nvPr/>
        </p:nvSpPr>
        <p:spPr>
          <a:xfrm>
            <a:off x="2687726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12-line384"/>
          <p:cNvSpPr/>
          <p:nvPr/>
        </p:nvSpPr>
        <p:spPr>
          <a:xfrm>
            <a:off x="2687726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12-line385"/>
          <p:cNvSpPr/>
          <p:nvPr/>
        </p:nvSpPr>
        <p:spPr>
          <a:xfrm>
            <a:off x="2687726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12-line386"/>
          <p:cNvSpPr/>
          <p:nvPr/>
        </p:nvSpPr>
        <p:spPr>
          <a:xfrm>
            <a:off x="2687726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12-unit387"/>
          <p:cNvSpPr/>
          <p:nvPr/>
        </p:nvSpPr>
        <p:spPr>
          <a:xfrm>
            <a:off x="3009595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8" name="S12-unit388"/>
          <p:cNvSpPr/>
          <p:nvPr/>
        </p:nvSpPr>
        <p:spPr>
          <a:xfrm>
            <a:off x="3009595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12-unit389"/>
          <p:cNvSpPr/>
          <p:nvPr/>
        </p:nvSpPr>
        <p:spPr>
          <a:xfrm>
            <a:off x="3009595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12-unit390"/>
          <p:cNvSpPr/>
          <p:nvPr/>
        </p:nvSpPr>
        <p:spPr>
          <a:xfrm>
            <a:off x="3009595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12-unit391"/>
          <p:cNvSpPr/>
          <p:nvPr/>
        </p:nvSpPr>
        <p:spPr>
          <a:xfrm>
            <a:off x="3009595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12-unit392"/>
          <p:cNvSpPr/>
          <p:nvPr/>
        </p:nvSpPr>
        <p:spPr>
          <a:xfrm>
            <a:off x="3271114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3" name="S12-unit393"/>
          <p:cNvSpPr/>
          <p:nvPr/>
        </p:nvSpPr>
        <p:spPr>
          <a:xfrm>
            <a:off x="3271114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4" name="S12-unit394"/>
          <p:cNvSpPr/>
          <p:nvPr/>
        </p:nvSpPr>
        <p:spPr>
          <a:xfrm>
            <a:off x="3271114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5" name="S12-unit395"/>
          <p:cNvSpPr/>
          <p:nvPr/>
        </p:nvSpPr>
        <p:spPr>
          <a:xfrm>
            <a:off x="3271114" y="391820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6" name="S12-unit396"/>
          <p:cNvSpPr/>
          <p:nvPr/>
        </p:nvSpPr>
        <p:spPr>
          <a:xfrm>
            <a:off x="3271114" y="366674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7" name="S12-unit397"/>
          <p:cNvSpPr/>
          <p:nvPr/>
        </p:nvSpPr>
        <p:spPr>
          <a:xfrm>
            <a:off x="3532632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8" name="S12-unit398"/>
          <p:cNvSpPr/>
          <p:nvPr/>
        </p:nvSpPr>
        <p:spPr>
          <a:xfrm>
            <a:off x="3532632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9" name="S12-unit399"/>
          <p:cNvSpPr/>
          <p:nvPr/>
        </p:nvSpPr>
        <p:spPr>
          <a:xfrm>
            <a:off x="3532632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0" name="S12-figure400" descr="십 모형 7개와 일 모형 13개"/>
          <p:cNvSpPr/>
          <p:nvPr/>
        </p:nvSpPr>
        <p:spPr>
          <a:xfrm>
            <a:off x="548640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S12-chip401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92" name="S12-rod402"/>
          <p:cNvSpPr/>
          <p:nvPr/>
        </p:nvSpPr>
        <p:spPr>
          <a:xfrm>
            <a:off x="4676242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3" name="S12-line403"/>
          <p:cNvSpPr/>
          <p:nvPr/>
        </p:nvSpPr>
        <p:spPr>
          <a:xfrm>
            <a:off x="4676242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2-line404"/>
          <p:cNvSpPr/>
          <p:nvPr/>
        </p:nvSpPr>
        <p:spPr>
          <a:xfrm>
            <a:off x="4676242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2-line405"/>
          <p:cNvSpPr/>
          <p:nvPr/>
        </p:nvSpPr>
        <p:spPr>
          <a:xfrm>
            <a:off x="4676242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2-line406"/>
          <p:cNvSpPr/>
          <p:nvPr/>
        </p:nvSpPr>
        <p:spPr>
          <a:xfrm>
            <a:off x="4676242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2-line407"/>
          <p:cNvSpPr/>
          <p:nvPr/>
        </p:nvSpPr>
        <p:spPr>
          <a:xfrm>
            <a:off x="4676242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2-line408"/>
          <p:cNvSpPr/>
          <p:nvPr/>
        </p:nvSpPr>
        <p:spPr>
          <a:xfrm>
            <a:off x="4676242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2-line409"/>
          <p:cNvSpPr/>
          <p:nvPr/>
        </p:nvSpPr>
        <p:spPr>
          <a:xfrm>
            <a:off x="4676242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2-line410"/>
          <p:cNvSpPr/>
          <p:nvPr/>
        </p:nvSpPr>
        <p:spPr>
          <a:xfrm>
            <a:off x="4676242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2-line411"/>
          <p:cNvSpPr/>
          <p:nvPr/>
        </p:nvSpPr>
        <p:spPr>
          <a:xfrm>
            <a:off x="4676242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2-rod412"/>
          <p:cNvSpPr/>
          <p:nvPr/>
        </p:nvSpPr>
        <p:spPr>
          <a:xfrm>
            <a:off x="4998110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3" name="S12-line413"/>
          <p:cNvSpPr/>
          <p:nvPr/>
        </p:nvSpPr>
        <p:spPr>
          <a:xfrm>
            <a:off x="4998110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2-line414"/>
          <p:cNvSpPr/>
          <p:nvPr/>
        </p:nvSpPr>
        <p:spPr>
          <a:xfrm>
            <a:off x="4998110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2-line415"/>
          <p:cNvSpPr/>
          <p:nvPr/>
        </p:nvSpPr>
        <p:spPr>
          <a:xfrm>
            <a:off x="4998110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2-line416"/>
          <p:cNvSpPr/>
          <p:nvPr/>
        </p:nvSpPr>
        <p:spPr>
          <a:xfrm>
            <a:off x="4998110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2-line417"/>
          <p:cNvSpPr/>
          <p:nvPr/>
        </p:nvSpPr>
        <p:spPr>
          <a:xfrm>
            <a:off x="4998110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2-line418"/>
          <p:cNvSpPr/>
          <p:nvPr/>
        </p:nvSpPr>
        <p:spPr>
          <a:xfrm>
            <a:off x="4998110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2-line419"/>
          <p:cNvSpPr/>
          <p:nvPr/>
        </p:nvSpPr>
        <p:spPr>
          <a:xfrm>
            <a:off x="4998110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2-line420"/>
          <p:cNvSpPr/>
          <p:nvPr/>
        </p:nvSpPr>
        <p:spPr>
          <a:xfrm>
            <a:off x="4998110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2-line421"/>
          <p:cNvSpPr/>
          <p:nvPr/>
        </p:nvSpPr>
        <p:spPr>
          <a:xfrm>
            <a:off x="4998110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2-rod422"/>
          <p:cNvSpPr/>
          <p:nvPr/>
        </p:nvSpPr>
        <p:spPr>
          <a:xfrm>
            <a:off x="5319979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3" name="S12-line423"/>
          <p:cNvSpPr/>
          <p:nvPr/>
        </p:nvSpPr>
        <p:spPr>
          <a:xfrm>
            <a:off x="5319979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2-line424"/>
          <p:cNvSpPr/>
          <p:nvPr/>
        </p:nvSpPr>
        <p:spPr>
          <a:xfrm>
            <a:off x="5319979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2-line425"/>
          <p:cNvSpPr/>
          <p:nvPr/>
        </p:nvSpPr>
        <p:spPr>
          <a:xfrm>
            <a:off x="5319979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2-line426"/>
          <p:cNvSpPr/>
          <p:nvPr/>
        </p:nvSpPr>
        <p:spPr>
          <a:xfrm>
            <a:off x="5319979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2-line427"/>
          <p:cNvSpPr/>
          <p:nvPr/>
        </p:nvSpPr>
        <p:spPr>
          <a:xfrm>
            <a:off x="5319979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2-line428"/>
          <p:cNvSpPr/>
          <p:nvPr/>
        </p:nvSpPr>
        <p:spPr>
          <a:xfrm>
            <a:off x="5319979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2-line429"/>
          <p:cNvSpPr/>
          <p:nvPr/>
        </p:nvSpPr>
        <p:spPr>
          <a:xfrm>
            <a:off x="5319979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2-line430"/>
          <p:cNvSpPr/>
          <p:nvPr/>
        </p:nvSpPr>
        <p:spPr>
          <a:xfrm>
            <a:off x="5319979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2-line431"/>
          <p:cNvSpPr/>
          <p:nvPr/>
        </p:nvSpPr>
        <p:spPr>
          <a:xfrm>
            <a:off x="5319979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2-rod432"/>
          <p:cNvSpPr/>
          <p:nvPr/>
        </p:nvSpPr>
        <p:spPr>
          <a:xfrm>
            <a:off x="564184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3" name="S12-line433"/>
          <p:cNvSpPr/>
          <p:nvPr/>
        </p:nvSpPr>
        <p:spPr>
          <a:xfrm>
            <a:off x="564184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2-line434"/>
          <p:cNvSpPr/>
          <p:nvPr/>
        </p:nvSpPr>
        <p:spPr>
          <a:xfrm>
            <a:off x="564184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2-line435"/>
          <p:cNvSpPr/>
          <p:nvPr/>
        </p:nvSpPr>
        <p:spPr>
          <a:xfrm>
            <a:off x="564184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2-line436"/>
          <p:cNvSpPr/>
          <p:nvPr/>
        </p:nvSpPr>
        <p:spPr>
          <a:xfrm>
            <a:off x="564184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2-line437"/>
          <p:cNvSpPr/>
          <p:nvPr/>
        </p:nvSpPr>
        <p:spPr>
          <a:xfrm>
            <a:off x="564184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2-line438"/>
          <p:cNvSpPr/>
          <p:nvPr/>
        </p:nvSpPr>
        <p:spPr>
          <a:xfrm>
            <a:off x="564184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2-line439"/>
          <p:cNvSpPr/>
          <p:nvPr/>
        </p:nvSpPr>
        <p:spPr>
          <a:xfrm>
            <a:off x="564184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2-line440"/>
          <p:cNvSpPr/>
          <p:nvPr/>
        </p:nvSpPr>
        <p:spPr>
          <a:xfrm>
            <a:off x="564184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2-line441"/>
          <p:cNvSpPr/>
          <p:nvPr/>
        </p:nvSpPr>
        <p:spPr>
          <a:xfrm>
            <a:off x="564184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2-rod442"/>
          <p:cNvSpPr/>
          <p:nvPr/>
        </p:nvSpPr>
        <p:spPr>
          <a:xfrm>
            <a:off x="5963717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3" name="S12-line443"/>
          <p:cNvSpPr/>
          <p:nvPr/>
        </p:nvSpPr>
        <p:spPr>
          <a:xfrm>
            <a:off x="5963717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2-line444"/>
          <p:cNvSpPr/>
          <p:nvPr/>
        </p:nvSpPr>
        <p:spPr>
          <a:xfrm>
            <a:off x="5963717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2-line445"/>
          <p:cNvSpPr/>
          <p:nvPr/>
        </p:nvSpPr>
        <p:spPr>
          <a:xfrm>
            <a:off x="5963717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2-line446"/>
          <p:cNvSpPr/>
          <p:nvPr/>
        </p:nvSpPr>
        <p:spPr>
          <a:xfrm>
            <a:off x="5963717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2-line447"/>
          <p:cNvSpPr/>
          <p:nvPr/>
        </p:nvSpPr>
        <p:spPr>
          <a:xfrm>
            <a:off x="5963717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2-line448"/>
          <p:cNvSpPr/>
          <p:nvPr/>
        </p:nvSpPr>
        <p:spPr>
          <a:xfrm>
            <a:off x="5963717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2-line449"/>
          <p:cNvSpPr/>
          <p:nvPr/>
        </p:nvSpPr>
        <p:spPr>
          <a:xfrm>
            <a:off x="5963717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2-line450"/>
          <p:cNvSpPr/>
          <p:nvPr/>
        </p:nvSpPr>
        <p:spPr>
          <a:xfrm>
            <a:off x="5963717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2-line451"/>
          <p:cNvSpPr/>
          <p:nvPr/>
        </p:nvSpPr>
        <p:spPr>
          <a:xfrm>
            <a:off x="5963717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2-rod452"/>
          <p:cNvSpPr/>
          <p:nvPr/>
        </p:nvSpPr>
        <p:spPr>
          <a:xfrm>
            <a:off x="6285586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3" name="S12-line453"/>
          <p:cNvSpPr/>
          <p:nvPr/>
        </p:nvSpPr>
        <p:spPr>
          <a:xfrm>
            <a:off x="6285586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2-line454"/>
          <p:cNvSpPr/>
          <p:nvPr/>
        </p:nvSpPr>
        <p:spPr>
          <a:xfrm>
            <a:off x="6285586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2-line455"/>
          <p:cNvSpPr/>
          <p:nvPr/>
        </p:nvSpPr>
        <p:spPr>
          <a:xfrm>
            <a:off x="6285586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12-line456"/>
          <p:cNvSpPr/>
          <p:nvPr/>
        </p:nvSpPr>
        <p:spPr>
          <a:xfrm>
            <a:off x="6285586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12-line457"/>
          <p:cNvSpPr/>
          <p:nvPr/>
        </p:nvSpPr>
        <p:spPr>
          <a:xfrm>
            <a:off x="6285586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12-line458"/>
          <p:cNvSpPr/>
          <p:nvPr/>
        </p:nvSpPr>
        <p:spPr>
          <a:xfrm>
            <a:off x="6285586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9" name="S12-line459"/>
          <p:cNvSpPr/>
          <p:nvPr/>
        </p:nvSpPr>
        <p:spPr>
          <a:xfrm>
            <a:off x="6285586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0" name="S12-line460"/>
          <p:cNvSpPr/>
          <p:nvPr/>
        </p:nvSpPr>
        <p:spPr>
          <a:xfrm>
            <a:off x="6285586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1" name="S12-line461"/>
          <p:cNvSpPr/>
          <p:nvPr/>
        </p:nvSpPr>
        <p:spPr>
          <a:xfrm>
            <a:off x="6285586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2" name="S12-rod462"/>
          <p:cNvSpPr/>
          <p:nvPr/>
        </p:nvSpPr>
        <p:spPr>
          <a:xfrm>
            <a:off x="6607454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3" name="S12-line463"/>
          <p:cNvSpPr/>
          <p:nvPr/>
        </p:nvSpPr>
        <p:spPr>
          <a:xfrm>
            <a:off x="6607454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4" name="S12-line464"/>
          <p:cNvSpPr/>
          <p:nvPr/>
        </p:nvSpPr>
        <p:spPr>
          <a:xfrm>
            <a:off x="6607454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5" name="S12-line465"/>
          <p:cNvSpPr/>
          <p:nvPr/>
        </p:nvSpPr>
        <p:spPr>
          <a:xfrm>
            <a:off x="6607454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6" name="S12-line466"/>
          <p:cNvSpPr/>
          <p:nvPr/>
        </p:nvSpPr>
        <p:spPr>
          <a:xfrm>
            <a:off x="6607454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7" name="S12-line467"/>
          <p:cNvSpPr/>
          <p:nvPr/>
        </p:nvSpPr>
        <p:spPr>
          <a:xfrm>
            <a:off x="6607454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8" name="S12-line468"/>
          <p:cNvSpPr/>
          <p:nvPr/>
        </p:nvSpPr>
        <p:spPr>
          <a:xfrm>
            <a:off x="6607454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9" name="S12-line469"/>
          <p:cNvSpPr/>
          <p:nvPr/>
        </p:nvSpPr>
        <p:spPr>
          <a:xfrm>
            <a:off x="6607454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0" name="S12-line470"/>
          <p:cNvSpPr/>
          <p:nvPr/>
        </p:nvSpPr>
        <p:spPr>
          <a:xfrm>
            <a:off x="6607454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1" name="S12-line471"/>
          <p:cNvSpPr/>
          <p:nvPr/>
        </p:nvSpPr>
        <p:spPr>
          <a:xfrm>
            <a:off x="6607454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2" name="S12-rod472"/>
          <p:cNvSpPr/>
          <p:nvPr/>
        </p:nvSpPr>
        <p:spPr>
          <a:xfrm>
            <a:off x="6929323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3" name="S12-line473"/>
          <p:cNvSpPr/>
          <p:nvPr/>
        </p:nvSpPr>
        <p:spPr>
          <a:xfrm>
            <a:off x="6929323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2-line474"/>
          <p:cNvSpPr/>
          <p:nvPr/>
        </p:nvSpPr>
        <p:spPr>
          <a:xfrm>
            <a:off x="6929323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2-line475"/>
          <p:cNvSpPr/>
          <p:nvPr/>
        </p:nvSpPr>
        <p:spPr>
          <a:xfrm>
            <a:off x="6929323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2-line476"/>
          <p:cNvSpPr/>
          <p:nvPr/>
        </p:nvSpPr>
        <p:spPr>
          <a:xfrm>
            <a:off x="6929323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2-line477"/>
          <p:cNvSpPr/>
          <p:nvPr/>
        </p:nvSpPr>
        <p:spPr>
          <a:xfrm>
            <a:off x="6929323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2-line478"/>
          <p:cNvSpPr/>
          <p:nvPr/>
        </p:nvSpPr>
        <p:spPr>
          <a:xfrm>
            <a:off x="6929323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2-line479"/>
          <p:cNvSpPr/>
          <p:nvPr/>
        </p:nvSpPr>
        <p:spPr>
          <a:xfrm>
            <a:off x="6929323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2-line480"/>
          <p:cNvSpPr/>
          <p:nvPr/>
        </p:nvSpPr>
        <p:spPr>
          <a:xfrm>
            <a:off x="6929323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2-line481"/>
          <p:cNvSpPr/>
          <p:nvPr/>
        </p:nvSpPr>
        <p:spPr>
          <a:xfrm>
            <a:off x="6929323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2-unit482"/>
          <p:cNvSpPr/>
          <p:nvPr/>
        </p:nvSpPr>
        <p:spPr>
          <a:xfrm>
            <a:off x="7251192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3" name="S12-unit483"/>
          <p:cNvSpPr/>
          <p:nvPr/>
        </p:nvSpPr>
        <p:spPr>
          <a:xfrm>
            <a:off x="7251192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4" name="S12-unit484"/>
          <p:cNvSpPr/>
          <p:nvPr/>
        </p:nvSpPr>
        <p:spPr>
          <a:xfrm>
            <a:off x="7251192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5" name="S12-figure485" descr="십 모형 8개와 일 모형 3개"/>
          <p:cNvSpPr/>
          <p:nvPr/>
        </p:nvSpPr>
        <p:spPr>
          <a:xfrm>
            <a:off x="4367784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6" name="S12-chip486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177" name="S12-rod487"/>
          <p:cNvSpPr/>
          <p:nvPr/>
        </p:nvSpPr>
        <p:spPr>
          <a:xfrm>
            <a:off x="8656320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8" name="S12-line488"/>
          <p:cNvSpPr/>
          <p:nvPr/>
        </p:nvSpPr>
        <p:spPr>
          <a:xfrm>
            <a:off x="8656320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2-line489"/>
          <p:cNvSpPr/>
          <p:nvPr/>
        </p:nvSpPr>
        <p:spPr>
          <a:xfrm>
            <a:off x="8656320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2-line490"/>
          <p:cNvSpPr/>
          <p:nvPr/>
        </p:nvSpPr>
        <p:spPr>
          <a:xfrm>
            <a:off x="8656320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2-line491"/>
          <p:cNvSpPr/>
          <p:nvPr/>
        </p:nvSpPr>
        <p:spPr>
          <a:xfrm>
            <a:off x="8656320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2-line492"/>
          <p:cNvSpPr/>
          <p:nvPr/>
        </p:nvSpPr>
        <p:spPr>
          <a:xfrm>
            <a:off x="8656320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2-line493"/>
          <p:cNvSpPr/>
          <p:nvPr/>
        </p:nvSpPr>
        <p:spPr>
          <a:xfrm>
            <a:off x="8656320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2-line494"/>
          <p:cNvSpPr/>
          <p:nvPr/>
        </p:nvSpPr>
        <p:spPr>
          <a:xfrm>
            <a:off x="8656320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2-line495"/>
          <p:cNvSpPr/>
          <p:nvPr/>
        </p:nvSpPr>
        <p:spPr>
          <a:xfrm>
            <a:off x="8656320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2-line496"/>
          <p:cNvSpPr/>
          <p:nvPr/>
        </p:nvSpPr>
        <p:spPr>
          <a:xfrm>
            <a:off x="8656320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2-rod497"/>
          <p:cNvSpPr/>
          <p:nvPr/>
        </p:nvSpPr>
        <p:spPr>
          <a:xfrm>
            <a:off x="8978189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8" name="S12-line498"/>
          <p:cNvSpPr/>
          <p:nvPr/>
        </p:nvSpPr>
        <p:spPr>
          <a:xfrm>
            <a:off x="8978189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2-line499"/>
          <p:cNvSpPr/>
          <p:nvPr/>
        </p:nvSpPr>
        <p:spPr>
          <a:xfrm>
            <a:off x="8978189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2-line500"/>
          <p:cNvSpPr/>
          <p:nvPr/>
        </p:nvSpPr>
        <p:spPr>
          <a:xfrm>
            <a:off x="8978189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2-line501"/>
          <p:cNvSpPr/>
          <p:nvPr/>
        </p:nvSpPr>
        <p:spPr>
          <a:xfrm>
            <a:off x="8978189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2-line502"/>
          <p:cNvSpPr/>
          <p:nvPr/>
        </p:nvSpPr>
        <p:spPr>
          <a:xfrm>
            <a:off x="8978189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2-line503"/>
          <p:cNvSpPr/>
          <p:nvPr/>
        </p:nvSpPr>
        <p:spPr>
          <a:xfrm>
            <a:off x="8978189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2-line504"/>
          <p:cNvSpPr/>
          <p:nvPr/>
        </p:nvSpPr>
        <p:spPr>
          <a:xfrm>
            <a:off x="8978189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2-line505"/>
          <p:cNvSpPr/>
          <p:nvPr/>
        </p:nvSpPr>
        <p:spPr>
          <a:xfrm>
            <a:off x="8978189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2-line506"/>
          <p:cNvSpPr/>
          <p:nvPr/>
        </p:nvSpPr>
        <p:spPr>
          <a:xfrm>
            <a:off x="8978189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12-rod507"/>
          <p:cNvSpPr/>
          <p:nvPr/>
        </p:nvSpPr>
        <p:spPr>
          <a:xfrm>
            <a:off x="9300058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8" name="S12-line508"/>
          <p:cNvSpPr/>
          <p:nvPr/>
        </p:nvSpPr>
        <p:spPr>
          <a:xfrm>
            <a:off x="9300058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2-line509"/>
          <p:cNvSpPr/>
          <p:nvPr/>
        </p:nvSpPr>
        <p:spPr>
          <a:xfrm>
            <a:off x="9300058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2-line510"/>
          <p:cNvSpPr/>
          <p:nvPr/>
        </p:nvSpPr>
        <p:spPr>
          <a:xfrm>
            <a:off x="9300058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2-line511"/>
          <p:cNvSpPr/>
          <p:nvPr/>
        </p:nvSpPr>
        <p:spPr>
          <a:xfrm>
            <a:off x="9300058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12-line512"/>
          <p:cNvSpPr/>
          <p:nvPr/>
        </p:nvSpPr>
        <p:spPr>
          <a:xfrm>
            <a:off x="9300058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2-line513"/>
          <p:cNvSpPr/>
          <p:nvPr/>
        </p:nvSpPr>
        <p:spPr>
          <a:xfrm>
            <a:off x="9300058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2-line514"/>
          <p:cNvSpPr/>
          <p:nvPr/>
        </p:nvSpPr>
        <p:spPr>
          <a:xfrm>
            <a:off x="9300058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2-line515"/>
          <p:cNvSpPr/>
          <p:nvPr/>
        </p:nvSpPr>
        <p:spPr>
          <a:xfrm>
            <a:off x="9300058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2-line516"/>
          <p:cNvSpPr/>
          <p:nvPr/>
        </p:nvSpPr>
        <p:spPr>
          <a:xfrm>
            <a:off x="9300058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12-rod517"/>
          <p:cNvSpPr/>
          <p:nvPr/>
        </p:nvSpPr>
        <p:spPr>
          <a:xfrm>
            <a:off x="9621926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8" name="S12-line518"/>
          <p:cNvSpPr/>
          <p:nvPr/>
        </p:nvSpPr>
        <p:spPr>
          <a:xfrm>
            <a:off x="9621926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2-line519"/>
          <p:cNvSpPr/>
          <p:nvPr/>
        </p:nvSpPr>
        <p:spPr>
          <a:xfrm>
            <a:off x="9621926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2-line520"/>
          <p:cNvSpPr/>
          <p:nvPr/>
        </p:nvSpPr>
        <p:spPr>
          <a:xfrm>
            <a:off x="9621926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2-line521"/>
          <p:cNvSpPr/>
          <p:nvPr/>
        </p:nvSpPr>
        <p:spPr>
          <a:xfrm>
            <a:off x="9621926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12-line522"/>
          <p:cNvSpPr/>
          <p:nvPr/>
        </p:nvSpPr>
        <p:spPr>
          <a:xfrm>
            <a:off x="9621926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2-line523"/>
          <p:cNvSpPr/>
          <p:nvPr/>
        </p:nvSpPr>
        <p:spPr>
          <a:xfrm>
            <a:off x="9621926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2-line524"/>
          <p:cNvSpPr/>
          <p:nvPr/>
        </p:nvSpPr>
        <p:spPr>
          <a:xfrm>
            <a:off x="9621926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2-line525"/>
          <p:cNvSpPr/>
          <p:nvPr/>
        </p:nvSpPr>
        <p:spPr>
          <a:xfrm>
            <a:off x="9621926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2-line526"/>
          <p:cNvSpPr/>
          <p:nvPr/>
        </p:nvSpPr>
        <p:spPr>
          <a:xfrm>
            <a:off x="9621926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12-rod527"/>
          <p:cNvSpPr/>
          <p:nvPr/>
        </p:nvSpPr>
        <p:spPr>
          <a:xfrm>
            <a:off x="9943795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8" name="S12-line528"/>
          <p:cNvSpPr/>
          <p:nvPr/>
        </p:nvSpPr>
        <p:spPr>
          <a:xfrm>
            <a:off x="9943795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2-line529"/>
          <p:cNvSpPr/>
          <p:nvPr/>
        </p:nvSpPr>
        <p:spPr>
          <a:xfrm>
            <a:off x="9943795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2-line530"/>
          <p:cNvSpPr/>
          <p:nvPr/>
        </p:nvSpPr>
        <p:spPr>
          <a:xfrm>
            <a:off x="9943795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2-line531"/>
          <p:cNvSpPr/>
          <p:nvPr/>
        </p:nvSpPr>
        <p:spPr>
          <a:xfrm>
            <a:off x="9943795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2" name="S12-line532"/>
          <p:cNvSpPr/>
          <p:nvPr/>
        </p:nvSpPr>
        <p:spPr>
          <a:xfrm>
            <a:off x="9943795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3" name="S12-line533"/>
          <p:cNvSpPr/>
          <p:nvPr/>
        </p:nvSpPr>
        <p:spPr>
          <a:xfrm>
            <a:off x="9943795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4" name="S12-line534"/>
          <p:cNvSpPr/>
          <p:nvPr/>
        </p:nvSpPr>
        <p:spPr>
          <a:xfrm>
            <a:off x="9943795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5" name="S12-line535"/>
          <p:cNvSpPr/>
          <p:nvPr/>
        </p:nvSpPr>
        <p:spPr>
          <a:xfrm>
            <a:off x="9943795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6" name="S12-line536"/>
          <p:cNvSpPr/>
          <p:nvPr/>
        </p:nvSpPr>
        <p:spPr>
          <a:xfrm>
            <a:off x="9943795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7" name="S12-rod537"/>
          <p:cNvSpPr/>
          <p:nvPr/>
        </p:nvSpPr>
        <p:spPr>
          <a:xfrm>
            <a:off x="10265664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8" name="S12-line538"/>
          <p:cNvSpPr/>
          <p:nvPr/>
        </p:nvSpPr>
        <p:spPr>
          <a:xfrm>
            <a:off x="10265664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9" name="S12-line539"/>
          <p:cNvSpPr/>
          <p:nvPr/>
        </p:nvSpPr>
        <p:spPr>
          <a:xfrm>
            <a:off x="10265664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0" name="S12-line540"/>
          <p:cNvSpPr/>
          <p:nvPr/>
        </p:nvSpPr>
        <p:spPr>
          <a:xfrm>
            <a:off x="10265664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1" name="S12-line541"/>
          <p:cNvSpPr/>
          <p:nvPr/>
        </p:nvSpPr>
        <p:spPr>
          <a:xfrm>
            <a:off x="10265664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2" name="S12-line542"/>
          <p:cNvSpPr/>
          <p:nvPr/>
        </p:nvSpPr>
        <p:spPr>
          <a:xfrm>
            <a:off x="10265664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3" name="S12-line543"/>
          <p:cNvSpPr/>
          <p:nvPr/>
        </p:nvSpPr>
        <p:spPr>
          <a:xfrm>
            <a:off x="10265664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4" name="S12-line544"/>
          <p:cNvSpPr/>
          <p:nvPr/>
        </p:nvSpPr>
        <p:spPr>
          <a:xfrm>
            <a:off x="10265664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5" name="S12-line545"/>
          <p:cNvSpPr/>
          <p:nvPr/>
        </p:nvSpPr>
        <p:spPr>
          <a:xfrm>
            <a:off x="10265664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6" name="S12-line546"/>
          <p:cNvSpPr/>
          <p:nvPr/>
        </p:nvSpPr>
        <p:spPr>
          <a:xfrm>
            <a:off x="10265664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7" name="S12-rod547"/>
          <p:cNvSpPr/>
          <p:nvPr/>
        </p:nvSpPr>
        <p:spPr>
          <a:xfrm>
            <a:off x="10587533" y="2912364"/>
            <a:ext cx="201168" cy="2011680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8" name="S12-line548"/>
          <p:cNvSpPr/>
          <p:nvPr/>
        </p:nvSpPr>
        <p:spPr>
          <a:xfrm>
            <a:off x="10587533" y="311353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9" name="S12-line549"/>
          <p:cNvSpPr/>
          <p:nvPr/>
        </p:nvSpPr>
        <p:spPr>
          <a:xfrm>
            <a:off x="10587533" y="331470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0" name="S12-line550"/>
          <p:cNvSpPr/>
          <p:nvPr/>
        </p:nvSpPr>
        <p:spPr>
          <a:xfrm>
            <a:off x="10587533" y="351586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1" name="S12-line551"/>
          <p:cNvSpPr/>
          <p:nvPr/>
        </p:nvSpPr>
        <p:spPr>
          <a:xfrm>
            <a:off x="10587533" y="371703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2" name="S12-line552"/>
          <p:cNvSpPr/>
          <p:nvPr/>
        </p:nvSpPr>
        <p:spPr>
          <a:xfrm>
            <a:off x="10587533" y="3918204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3" name="S12-line553"/>
          <p:cNvSpPr/>
          <p:nvPr/>
        </p:nvSpPr>
        <p:spPr>
          <a:xfrm>
            <a:off x="10587533" y="4119372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4" name="S12-line554"/>
          <p:cNvSpPr/>
          <p:nvPr/>
        </p:nvSpPr>
        <p:spPr>
          <a:xfrm>
            <a:off x="10587533" y="4320540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5" name="S12-line555"/>
          <p:cNvSpPr/>
          <p:nvPr/>
        </p:nvSpPr>
        <p:spPr>
          <a:xfrm>
            <a:off x="10587533" y="4521708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6" name="S12-line556"/>
          <p:cNvSpPr/>
          <p:nvPr/>
        </p:nvSpPr>
        <p:spPr>
          <a:xfrm>
            <a:off x="10587533" y="4722876"/>
            <a:ext cx="201168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7" name="S12-unit557"/>
          <p:cNvSpPr/>
          <p:nvPr/>
        </p:nvSpPr>
        <p:spPr>
          <a:xfrm>
            <a:off x="10909402" y="467258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8" name="S12-unit558"/>
          <p:cNvSpPr/>
          <p:nvPr/>
        </p:nvSpPr>
        <p:spPr>
          <a:xfrm>
            <a:off x="10909402" y="442112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9" name="S12-unit559"/>
          <p:cNvSpPr/>
          <p:nvPr/>
        </p:nvSpPr>
        <p:spPr>
          <a:xfrm>
            <a:off x="10909402" y="4169664"/>
            <a:ext cx="201168" cy="201168"/>
          </a:xfrm>
          <a:prstGeom prst="rect">
            <a:avLst/>
          </a:prstGeom>
          <a:solidFill>
            <a:srgbClr val="FBD3B4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0" name="S12-figure560" descr="십 모형 7개와 일 모형 3개"/>
          <p:cNvSpPr/>
          <p:nvPr/>
        </p:nvSpPr>
        <p:spPr>
          <a:xfrm>
            <a:off x="8186928" y="2912364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56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56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합이 10을 넘으면 1을 올려요.</a:t>
            </a:r>
            <a:endParaRPr lang="ko-KR" sz="3200" dirty="0"/>
          </a:p>
        </p:txBody>
      </p:sp>
      <p:sp>
        <p:nvSpPr>
          <p:cNvPr id="5" name="S13-chip563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받아올린 1 더하기</a:t>
            </a:r>
            <a:endParaRPr lang="ko-KR" sz="2600" dirty="0"/>
          </a:p>
        </p:txBody>
      </p:sp>
      <p:sp>
        <p:nvSpPr>
          <p:cNvPr id="6" name="S13-chip564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받아올린 1 빠뜨리기</a:t>
            </a:r>
            <a:endParaRPr lang="ko-KR" sz="2600" dirty="0"/>
          </a:p>
        </p:txBody>
      </p:sp>
      <p:sp>
        <p:nvSpPr>
          <p:cNvPr id="7" name="S13-text565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eqtext566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39 + 5 = □</a:t>
            </a:r>
            <a:endParaRPr lang="ko-KR" sz="3000" dirty="0"/>
          </a:p>
        </p:txBody>
      </p:sp>
      <p:sp>
        <p:nvSpPr>
          <p:cNvPr id="9" name="S13-eqtext567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46 + 35 = □</a:t>
            </a:r>
            <a:endParaRPr lang="ko-KR" sz="3000" dirty="0"/>
          </a:p>
        </p:txBody>
      </p:sp>
      <p:sp>
        <p:nvSpPr>
          <p:cNvPr id="10" name="S13-eqtext568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58 + 65 = □</a:t>
            </a:r>
            <a:endParaRPr lang="ko-KR" sz="3000" dirty="0"/>
          </a:p>
        </p:txBody>
      </p:sp>
      <p:sp>
        <p:nvSpPr>
          <p:cNvPr id="11" name="S13-text569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받아내림이 있는 두 자리 수 뺄셈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10 만들어 더하기</a:t>
            </a:r>
            <a:endParaRPr lang="ko-KR" sz="4400" dirty="0"/>
          </a:p>
        </p:txBody>
      </p:sp>
      <p:sp>
        <p:nvSpPr>
          <p:cNvPr id="3" name="S14-text57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+ 5를 10을 만들어 계산해요.</a:t>
            </a:r>
            <a:endParaRPr lang="ko-KR" sz="3200" dirty="0"/>
          </a:p>
        </p:txBody>
      </p:sp>
      <p:sp>
        <p:nvSpPr>
          <p:cNvPr id="4" name="S14-card571"/>
          <p:cNvSpPr/>
          <p:nvPr/>
        </p:nvSpPr>
        <p:spPr>
          <a:xfrm>
            <a:off x="548640" y="4913884"/>
            <a:ext cx="11091672" cy="1304036"/>
          </a:xfrm>
          <a:prstGeom prst="roundRect">
            <a:avLst>
              <a:gd name="adj" fmla="val 841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572"/>
          <p:cNvSpPr txBox="1"/>
          <p:nvPr/>
        </p:nvSpPr>
        <p:spPr>
          <a:xfrm>
            <a:off x="822960" y="5051044"/>
            <a:ext cx="10543032" cy="1029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+ 5 = 13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8에 2를 더해 10, 남은 3을 더해요.</a:t>
            </a:r>
            <a:endParaRPr lang="ko-KR" sz="3200" dirty="0"/>
          </a:p>
        </p:txBody>
      </p:sp>
      <p:sp>
        <p:nvSpPr>
          <p:cNvPr id="6" name="S14-cell573"/>
          <p:cNvSpPr/>
          <p:nvPr/>
        </p:nvSpPr>
        <p:spPr>
          <a:xfrm>
            <a:off x="129844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4-dot574"/>
          <p:cNvSpPr/>
          <p:nvPr/>
        </p:nvSpPr>
        <p:spPr>
          <a:xfrm>
            <a:off x="143057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4-cell575"/>
          <p:cNvSpPr/>
          <p:nvPr/>
        </p:nvSpPr>
        <p:spPr>
          <a:xfrm>
            <a:off x="207568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4-dot576"/>
          <p:cNvSpPr/>
          <p:nvPr/>
        </p:nvSpPr>
        <p:spPr>
          <a:xfrm>
            <a:off x="220781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4-cell577"/>
          <p:cNvSpPr/>
          <p:nvPr/>
        </p:nvSpPr>
        <p:spPr>
          <a:xfrm>
            <a:off x="285292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4-dot578"/>
          <p:cNvSpPr/>
          <p:nvPr/>
        </p:nvSpPr>
        <p:spPr>
          <a:xfrm>
            <a:off x="298505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4-cell579"/>
          <p:cNvSpPr/>
          <p:nvPr/>
        </p:nvSpPr>
        <p:spPr>
          <a:xfrm>
            <a:off x="363016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4-dot580"/>
          <p:cNvSpPr/>
          <p:nvPr/>
        </p:nvSpPr>
        <p:spPr>
          <a:xfrm>
            <a:off x="376229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4-cell581"/>
          <p:cNvSpPr/>
          <p:nvPr/>
        </p:nvSpPr>
        <p:spPr>
          <a:xfrm>
            <a:off x="4407408" y="231178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4-dot582"/>
          <p:cNvSpPr/>
          <p:nvPr/>
        </p:nvSpPr>
        <p:spPr>
          <a:xfrm>
            <a:off x="4539539" y="244391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4-cell583"/>
          <p:cNvSpPr/>
          <p:nvPr/>
        </p:nvSpPr>
        <p:spPr>
          <a:xfrm>
            <a:off x="129844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4-dot584"/>
          <p:cNvSpPr/>
          <p:nvPr/>
        </p:nvSpPr>
        <p:spPr>
          <a:xfrm>
            <a:off x="1430579" y="32211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4-cell585"/>
          <p:cNvSpPr/>
          <p:nvPr/>
        </p:nvSpPr>
        <p:spPr>
          <a:xfrm>
            <a:off x="207568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4-dot586"/>
          <p:cNvSpPr/>
          <p:nvPr/>
        </p:nvSpPr>
        <p:spPr>
          <a:xfrm>
            <a:off x="2207819" y="32211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4-cell587"/>
          <p:cNvSpPr/>
          <p:nvPr/>
        </p:nvSpPr>
        <p:spPr>
          <a:xfrm>
            <a:off x="285292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4-dot588"/>
          <p:cNvSpPr/>
          <p:nvPr/>
        </p:nvSpPr>
        <p:spPr>
          <a:xfrm>
            <a:off x="2985059" y="3221152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2" name="S14-cell589"/>
          <p:cNvSpPr/>
          <p:nvPr/>
        </p:nvSpPr>
        <p:spPr>
          <a:xfrm>
            <a:off x="363016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4-cell590"/>
          <p:cNvSpPr/>
          <p:nvPr/>
        </p:nvSpPr>
        <p:spPr>
          <a:xfrm>
            <a:off x="4407408" y="3089021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4-figure591" descr="1개의 십 칸 틀 중 1번째: 모두 8개"/>
          <p:cNvSpPr/>
          <p:nvPr/>
        </p:nvSpPr>
        <p:spPr>
          <a:xfrm>
            <a:off x="1298448" y="2311781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14-label592"/>
          <p:cNvSpPr txBox="1"/>
          <p:nvPr/>
        </p:nvSpPr>
        <p:spPr>
          <a:xfrm>
            <a:off x="548640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6" name="S14-line593"/>
          <p:cNvSpPr/>
          <p:nvPr/>
        </p:nvSpPr>
        <p:spPr>
          <a:xfrm flipH="1">
            <a:off x="7690506" y="2909464"/>
            <a:ext cx="1256898" cy="35911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7" name="S14-line594"/>
          <p:cNvSpPr/>
          <p:nvPr/>
        </p:nvSpPr>
        <p:spPr>
          <a:xfrm>
            <a:off x="8947404" y="2909464"/>
            <a:ext cx="1256898" cy="359114"/>
          </a:xfrm>
          <a:prstGeom prst="line">
            <a:avLst/>
          </a:pr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28" name="S14-figure595" descr="5를 2와 3으로 가르기"/>
          <p:cNvSpPr txBox="1"/>
          <p:nvPr/>
        </p:nvSpPr>
        <p:spPr>
          <a:xfrm>
            <a:off x="8498512" y="2011680"/>
            <a:ext cx="897784" cy="897784"/>
          </a:xfrm>
          <a:prstGeom prst="ellipse">
            <a:avLst/>
          </a:prstGeom>
          <a:solidFill>
            <a:srgbClr val="FDEBDD"/>
          </a:solidFill>
          <a:ln w="31750">
            <a:solidFill>
              <a:srgbClr val="E976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500" dirty="0"/>
          </a:p>
        </p:txBody>
      </p:sp>
      <p:sp>
        <p:nvSpPr>
          <p:cNvPr id="29" name="S14-bondpart596"/>
          <p:cNvSpPr txBox="1"/>
          <p:nvPr/>
        </p:nvSpPr>
        <p:spPr>
          <a:xfrm>
            <a:off x="7241614" y="3268578"/>
            <a:ext cx="897784" cy="897784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500" dirty="0"/>
          </a:p>
        </p:txBody>
      </p:sp>
      <p:sp>
        <p:nvSpPr>
          <p:cNvPr id="30" name="S14-bondpart597"/>
          <p:cNvSpPr txBox="1"/>
          <p:nvPr/>
        </p:nvSpPr>
        <p:spPr>
          <a:xfrm>
            <a:off x="9755410" y="3268578"/>
            <a:ext cx="897784" cy="897784"/>
          </a:xfrm>
          <a:prstGeom prst="ellipse">
            <a:avLst/>
          </a:prstGeom>
          <a:solidFill>
            <a:srgbClr val="EAF3F1"/>
          </a:solidFill>
          <a:ln w="31750">
            <a:solidFill>
              <a:srgbClr val="26465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500" dirty="0"/>
          </a:p>
        </p:txBody>
      </p:sp>
      <p:sp>
        <p:nvSpPr>
          <p:cNvPr id="31" name="S14-label598"/>
          <p:cNvSpPr txBox="1"/>
          <p:nvPr/>
        </p:nvSpPr>
        <p:spPr>
          <a:xfrm>
            <a:off x="6254496" y="4239514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5를 2와 3으로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수학 받아올림이 있는 두 자리 수 덧셈</dc:title>
  <dc:subject>KR22-G02-MAT-ADD2D-L01</dc:subject>
  <dc:creator>education-ppt</dc:creator>
  <cp:lastModifiedBy>education-ppt</cp:lastModifiedBy>
  <cp:revision>1</cp:revision>
  <dcterms:created xsi:type="dcterms:W3CDTF">2026-10-26T07:46:24Z</dcterms:created>
  <dcterms:modified xsi:type="dcterms:W3CDTF">2026-10-26T07:46:24Z</dcterms:modified>
</cp:coreProperties>
</file>