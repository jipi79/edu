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b49866f-070e-4c26-ee40-a81923551309}">
          <p14:sldIdLst>
            <p14:sldId id="256"/>
            <p14:sldId id="257"/>
          </p14:sldIdLst>
        </p14:section>
        <p14:section name="개념" id="{4e54a7ed-05ff-9dd7-ac96-be86b1c7aef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d6eb2c11-32d7-91e8-24f4-5ad76bb50d58}">
          <p14:sldIdLst>
            <p14:sldId id="264"/>
            <p14:sldId id="265"/>
          </p14:sldIdLst>
        </p14:section>
        <p14:section name="확인" id="{cc4f6a4e-c587-a9f4-2b5b-c8363f8caf18}">
          <p14:sldIdLst>
            <p14:sldId id="266"/>
            <p14:sldId id="267"/>
            <p14:sldId id="268"/>
          </p14:sldIdLst>
        </p14:section>
        <p14:section name="정리" id="{0705924e-1030-f19f-b4df-73954ce339d1}">
          <p14:sldIdLst>
            <p14:sldId id="269"/>
          </p14:sldIdLst>
        </p14:section>
        <p14:section name="보충" id="{36a5ffc5-3c49-cecd-9506-8f1cc6cd81a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‘6단은 3단의 2배’처럼 4단과 8단에도 관계가 있는지 궁금하게 합니다.
시간: 약 2분
이렇게 말해 보세요
- “지난 시간에 3단을 두 번 더해서 6단을 만들었지? 오늘은 4단과 8단이야. 둘 사이에도 그런 관계가 있을까?”
- “오른쪽 두 덩어리를 옆으로 붙이면 한 줄에 몇 개가 될까?”
예상 답
- “8개요.”
막히면
- 답을 확인하지 말고 넘어갑니다. S06에서 자세히 봅니다.
주의
- 오늘의 핵심은 ‘8씩 묶음 하나 = 4씩 묶음 둘’입니다. 외우기는 4단·8단을 만든 다음에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확인(3단·6단과 그 관계)]
목적: 지난 시간의 3단·6단과 ‘6단의 곱은 3단 곱의 2배’라는 관계를 기억하는지 확인합니다.
시간: 약 3분
이렇게 말해 보세요
- “①, ②의 곱은 얼마야? 어떻게 구했어?”
- “③ 3 × 4가 12라는 걸 써서 6 × 4를 구해 볼래?”
정답
- ① 18
- ② 42
- ③ 24 (12 + 12 = 24)
막히면
- ①은 3씩, ②는 6씩 손가락을 펴며 뛰어 세게 합니다.
- 두 문제 이상 틀리면 S15(보충)를 먼저 합니다. 보충으로도 어려우면 8차시 ‘3단과 6단’(KR22-G02-MAT-TIMES36-L01)을 다시 합니다.
주의
- ③을 12 + 3 = 15라고 하면 지난 시간의 실수가 남아 있는 것입니다. 오늘 S06에서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4씩 묶어 세어 4단 만들기]
목적: 4단 곱셈구구를 4씩 묶어 세기로 만들고, 곱이 4씩 커진다는 것을 봅니다.
시간: 약 3분
이렇게 말해 보세요
- “강아지 한 마리의 다리는 4개야. 4 × 1이지. 강아지 두 마리면 4 × 2, 다리가 몇 개야?”
- “강아지가 한 마리 늘 때마다 다리는 몇 개씩 늘어나?”
예상 답
- “4개, 8개, 12개, 16개요.”
- “4개씩 늘어나요.”
막히면
- 접시에 바둑돌을 4개씩 놓으며 접시를 하나씩 늘리고, 그때마다 모두 몇 개인지 셉니다.
- “넷, 여덟, 열둘, 열여섯” 하고 4씩 뛰어 세며 묶음을 하나씩 짚습니다.
주의
- 4 × 3은 ‘4씩 3묶음’, ‘4의 3배’입니다. 곱셈구구의 앞의 수 4는 그대로이고 묶음 수만 1씩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수직선에서 4씩 뛰어 세기]
목적: 수직선에서 4칸씩 뛰어 세어 곱을 구하고, 앞의 곱에 4를 더하면 다음 곱이 된다는 것을 압니다.
시간: 약 2분
이렇게 말해 보세요
- “작은 눈금 한 칸이 1이야. 0에서 4칸씩 6번 뛰어 보자. 뛸 때마다 손가락을 하나씩 펴.”
- “4 × 5는 20이야. 4 × 6은 20보다 얼마 커?”
예상 답
- “4, 8, 12, 16, 20, 24. 24예요.”
- “4 커요.”
막히면
- 긴 눈금 아래의 수(4, 8, 12…)를 차례로 짚으며 소리 내어 읽고, 짚을 때마다 손가락을 폅니다.
- 20이나 28이라고 하면 펴진 손가락 수를 다시 셉니다.
주의
- 0은 출발점이라 세지 않습니다. 첫 번째로 닿는 곳이 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4단 곱셈구구 완성하고 읽기]
목적: 4단 곱셈구구를 끝까지 만들어 보고, 다 만든 뒤에 소리 내어 읽으며 익힙니다.
시간: 약 3분
이렇게 말해 보세요
- “빈칸에 들어갈 곱은 뭘까? 앞의 곱에서 4만큼 뛰면 돼.”
- “다 채웠으면 같이 읽어 보자. ‘4 곱하기 1은 4, 4 곱하기 2는 8…’”
정답
- 4 × 5 = 20, 4 × 7 = 28, 4 × 9 = 36
막히면
- S04 수직선에서 16에서 4칸 더 뛰어 20, 24에서 4칸 더 뛰어 28을 찾습니다.
- 바둑돌을 4개씩 접시에 더 놓아 세어 봅니다.
주의
- 익숙해지면 ‘사일은 사, 사이 팔…’처럼 짧게 읽어도 됩니다. 묶음의 뜻을 안 다음에 합니다.
- 아이가 관심을 보이면 “4단의 곱은 2단 곱의 2배야(2 × 3 = 6, 4 × 3 = 12)”라고 덧붙일 수 있습니다. 꼭 다루지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8씩 묶음 = 4씩 묶음 두 개(점 배열)]
목적: 점 배열로 ‘8씩 3묶음’이 ‘4씩 3묶음’ 두 개와 같다는 것을 보고, 8단의 곱이 4단 곱의 2배임을 압니다.
시간: 약 4분
이렇게 말해 보세요
- “주황 점은 4씩 몇 묶음이야? 파란 점도 4씩 3묶음이지? 두 덩어리를 옆으로 붙이면 한 줄에 몇 개가 돼?”
- “그러면 8씩 3묶음이야. 4 × 3이 두 개니까 12와 12를 더하면 몇이야?”
예상 답
- “한 줄에 8개요. 8 × 3이에요.”
- “24요.”
막히면
- 두 색 바둑돌로 주황 4개, 파랑 4개를 한 줄로 붙여 8개씩 3줄을 만들고, 줄마다 ‘4 하고 4, 8’이라고 말합니다.
- 주황만 세어 12, 파랑만 세어 12, 모두 세어 24를 차례로 확인합니다.
주의
- 지난 시간 ‘6단은 3단의 2배’와 같은 생각입니다. 아이가 먼저 말하면 크게 칭찬합니다.
- 8은 4의 2배이므로 묶음 수가 같으면 곱도 2배입니다.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수직선에서 8씩 뛰어 세기]
목적: 8씩 뛰어 세어 8단의 곱을 구하고, 앞의 곱에 8을 더하면 다음 곱이 된다는 것을 압니다.
시간: 약 2분
이렇게 말해 보세요
- “이 수직선은 눈금 한 칸이 8이야. 0에서 8씩 4번 뛰어 보자.”
- “8 × 3은 24였지? 8 × 4는 24보다 얼마 커?”
예상 답
- “8, 16, 24, 32. 32예요.”
- “8 커요.”
막히면
- 눈금 아래 수를 손가락으로 짚으며 뛴 횟수를 셉니다.
주의
- 눈금 아래 수 8, 16, 24…가 8단의 곱입니다. 4단의 곱 4, 8, 12, 16…에서 하나 걸러 하나씩 나오는 수이기도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4단으로 8단 완성하기]
목적: 4단의 곱을 2배 하여 8단 곱셈구구를 완성하고, 다 만든 뒤 소리 내어 읽습니다.
시간: 약 4분
이렇게 말해 보세요
- “윗줄은 4단, 아랫줄은 8단이야. 8 × 5는 4 × 5가 두 개야. 20과 20을 더하면?”
- “다른 빈칸도 위의 4단 곱을 두 번 더해서 채워 보자. 앞의 8단 곱에 8을 더해서 확인해도 돼.”
정답
- 8 × 5 = 40, 8 × 7 = 56, 8 × 8 = 64, 8 × 9 = 72
- 4단으로 구하기: 20 + 20 = 40, 28 + 28 = 56, 32 + 32 = 64, 36 + 36 = 72
막히면
- 28 + 28처럼 큰 덧셈은 20 + 20 = 40, 8 + 8 = 16으로 나누어 더하게 합니다.
- 8을 더할 때는 ‘10을 더하고 2를 빼기’(48 + 10 − 2 = 56)를 보여 줄 수 있습니다(M3).
주의
- 다 채우면 ‘8 곱하기 1은 8…’로 함께 읽습니다.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연습(곱 구하기와 상황 문제)]
목적: 도움을 받으며 4단·8단의 곱을 구하고, 생활 상황을 곱셈식으로 나타냅니다.
시간: 약 3분
이렇게 말해 보세요
- “강아지 한 마리의 다리는 몇 개야? 7마리면 몇씩 몇 묶음이야? 곱셈식으로 말해 줘.”
- “문어는 다리가 8개야. 문어 6마리면 어떤 곱셈식일까?”
정답
- ① 4 × 7 = 28, 다리 28개
- ② 36
- ③ 40
- ④ 8 × 6 = 48, 다리 48개
막히면
- ④는 4 × 6 = 24를 두 번 더해(24 + 24) 구할 수 있다고 알려 줍니다.
- 곱을 잊었으면 아는 곱에서 출발해 4나 8씩 더 뛰게 합니다.
주의
- ①을 7 × 4라고 써도 곱은 같습니다. ‘4씩 7묶음’이므로 4 × 7로 쓰는 것을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비교(8단을 4단 곱 + 4로 계산)]
목적: 8단의 곱을 4단 곱에 4만 더해 구하는 실수를 점 배열로 바로잡습니다(M1).
시간: 약 3분
이렇게 말해 보세요
- “토끼와 곰이 8 × 2를 구했는데 답이 달라. 누가 맞았을까?”
- “곰의 점 배열에서 한 줄을 반으로 나누어 볼까? 반쪽에는 몇 개씩 있어? 4개가 더 있는 줄은 몇 줄이야?”
예상 답
- “곰이요. 두 줄 모두 4개씩 더 있으니까 8을 한 번 더 더해야 해요.”
정답
- 곰이 맞습니다. 8 × 2 = 16입니다.
- 8은 4보다 4 크지만, 묶음 2개마다 4개씩 더 있으므로 4 × 2 = 8만큼 더 큽니다. 그래서 8 + 4가 아니라 8 + 8입니다.
막히면
- 두 색 바둑돌로 8개씩 2줄(주황 4, 파랑 4)을 만들고, 파란 돌만 세어 8개임을 확인합니다.
주의
- 지난 시간과 같은 실수입니다. 반복되면 “더 있는 묶음이 몇 개야?”를 약속 질문으로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4단·8단의 곱을 구하고, 4단 곱으로 8단 곱을 구할 수 있는지 확인합니다.
시간: 약 5분
이렇게 말해 보세요
- “이번에는 혼자 해 볼래? 바둑돌을 써도 돼. 거미는 다리가 8개야. ④는 곱셈식을 종이에 쓰고 답을 말해 줘.”
- “③은 어떻게 구했는지 꼭 설명해 줘.”
정답
- ① 32
- ② 72
- ③ 56 (28 + 28 = 56, 4 × 7의 2배)
- ④ 8 × 8 = 64, 다리 64개
막히면
- 바로 알려 주지 말고 “몇씩 몇 묶음이야?” 또는 “4단에서 무엇을 두 번 더하면 될까?”라고만 묻습니다.
- 도움을 받아 해결했다면 기록표에 ‘도움’으로 표시합니다.
주의
- ③을 8 × 6 = 48에 8을 더해 56으로 구해도 맞습니다. ‘4단의 2배’로도 설명할 수 있는지 물어봅니다.
- ②는 8 × 8 = 64에 8을 더하거나 36 + 36으로 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다른 방법으로 한 번 더 구해 보자.”
정답
- ① 32 ② 72 ③ 56 ④ 8 × 8 = 64, 64개
막히면
- ③이 32이면 S10의 토끼와 곰을 다시 봅니다(M1).
- ③이 54처럼 덧셈에서 틀렸으면 20 + 20, 8 + 8로 나누어 다시 더합니다(M3).
- 두 수를 더했으면(8 + 5 = 13처럼) “8 × 5는 8씩 몇 묶음?”을 다시 묻습니다(M2).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확인(4단 곱으로 8단 곱 구하는 식 고르기)]
목적: 처음 보는 물음에서 8단 곱이 4단 곱의 2배라는 관계를 쓸 수 있는지 확인합니다.
시간: 약 2분
이렇게 말해 보세요
- “4 × 6은 24야. 이걸 써서 8 × 6을 구하려면 어떤 식이 맞을까? 왜 그렇게 생각해?”
정답
- 다(24 + 24 = 48). 8씩 6묶음은 4씩 6묶음이 두 개이므로 24를 두 번 더합니다. 8 × 6 = 48입니다.
- 가(24 + 4 = 28)와 나(24 + 8 = 32)는 8 × 6이 아닙니다.
막히면
- S06의 점 배열을 다시 보여 주고, 묶음 수를 6으로 바꾸어 바둑돌을 놓아 봅니다.
주의
- 지난 시간과 정답 위치가 다릅니다. 위치가 아니라 까닭으로 고르는지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“4단은 곱이 몇씩 커져? 8단은?”
- “4단을 알면 8단을 어떻게 구할 수 있지? 지난 시간의 3단과 6단도 그랬지?”
예상 답
- “4씩, 8씩 커져요.”
- “4단의 곱을 두 번 더하면 돼요.”
정답
- ① 20 ② 56 ③ 32
막히면
- S06의 점 배열을 다시 보여 주며 ‘4씩 두 개면 8씩’을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보충(3단과 6단의 관계)]
목적: S02에서 3단·6단이나 그 관계가 흔들리면, 작은 수로 ‘6씩 묶음 = 3씩 묶음 둘’을 바둑돌로 다시 확인합니다.
시간: 약 5분
이렇게 말해 보세요
- “주황 3개씩 2줄, 파랑 3개씩 2줄이 있어. 각각 몇 개야? 옆으로 붙이면 한 줄에 몇 개야?”
- “3 × 2가 6이니까, 6 × 2는 6과 6을 더한 12야. 이번에는 3 × 3으로 해 볼까?”
정답
- 3 × 2 = 6, 6 × 2 = 12 (6 + 6)
- 3 × 3 = 9이면 6 × 3 = 18 (9 + 9)
막히면
- 두 색 바둑돌을 실제로 붙였다 떼었다 하며 ‘3과 3이 6’을 줄마다 말합니다.
- 곱 자체가 어려우면 3씩, 6씩 손가락으로 뛰어 세기부터 합니다.
주의
- 보충으로도 어려우면 8차시 ‘3단과 6단’(KR22-G02-MAT-TIMES36-L01)을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4단과 8단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4단으로 8단을 구할 수 있을까?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83915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25063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66211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07359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783915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25063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66211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07359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783915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825063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866211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07359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7788402" y="152247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7788402" y="193395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7788402" y="234543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figure16" descr="4개씩 묶은 점 3줄"/>
          <p:cNvSpPr/>
          <p:nvPr/>
        </p:nvSpPr>
        <p:spPr>
          <a:xfrm>
            <a:off x="7760970" y="1485900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996513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37661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1078809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119957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996513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37661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dot23"/>
          <p:cNvSpPr/>
          <p:nvPr/>
        </p:nvSpPr>
        <p:spPr>
          <a:xfrm>
            <a:off x="1078809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1-dot24"/>
          <p:cNvSpPr/>
          <p:nvPr/>
        </p:nvSpPr>
        <p:spPr>
          <a:xfrm>
            <a:off x="1119957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1-dot25"/>
          <p:cNvSpPr/>
          <p:nvPr/>
        </p:nvSpPr>
        <p:spPr>
          <a:xfrm>
            <a:off x="996513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1-dot26"/>
          <p:cNvSpPr/>
          <p:nvPr/>
        </p:nvSpPr>
        <p:spPr>
          <a:xfrm>
            <a:off x="1037661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1-dot27"/>
          <p:cNvSpPr/>
          <p:nvPr/>
        </p:nvSpPr>
        <p:spPr>
          <a:xfrm>
            <a:off x="1078809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1-dot28"/>
          <p:cNvSpPr/>
          <p:nvPr/>
        </p:nvSpPr>
        <p:spPr>
          <a:xfrm>
            <a:off x="1119957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1-group29"/>
          <p:cNvSpPr/>
          <p:nvPr/>
        </p:nvSpPr>
        <p:spPr>
          <a:xfrm>
            <a:off x="9914382" y="152247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1-group30"/>
          <p:cNvSpPr/>
          <p:nvPr/>
        </p:nvSpPr>
        <p:spPr>
          <a:xfrm>
            <a:off x="9914382" y="193395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1-group31"/>
          <p:cNvSpPr/>
          <p:nvPr/>
        </p:nvSpPr>
        <p:spPr>
          <a:xfrm>
            <a:off x="9914382" y="234543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1-figure32" descr="파란 점 4개씩 3줄"/>
          <p:cNvSpPr/>
          <p:nvPr/>
        </p:nvSpPr>
        <p:spPr>
          <a:xfrm>
            <a:off x="9886950" y="1485900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1-card3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7" name="S01-cardtext3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4씩 묶어 세어 4단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4단을 두 번 더해 8단을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□</a:t>
            </a:r>
            <a:endParaRPr lang="ko-KR" sz="3600" dirty="0"/>
          </a:p>
        </p:txBody>
      </p:sp>
      <p:sp>
        <p:nvSpPr>
          <p:cNvPr id="5" name="S02-chip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7 = □</a:t>
            </a:r>
            <a:endParaRPr lang="ko-KR" sz="3600" dirty="0"/>
          </a:p>
        </p:txBody>
      </p:sp>
      <p:sp>
        <p:nvSpPr>
          <p:cNvPr id="7" name="S02-chip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4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12, 6 × 4는?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묶어 세요</a:t>
            </a:r>
            <a:endParaRPr lang="ko-KR" sz="44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한 마리는 다리가 4개예요.</a:t>
            </a:r>
            <a:endParaRPr lang="ko-KR" sz="3200" dirty="0"/>
          </a:p>
        </p:txBody>
      </p:sp>
      <p:sp>
        <p:nvSpPr>
          <p:cNvPr id="4" name="S03-card4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4, 8, 12, 16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4개 늘어요.</a:t>
            </a:r>
            <a:endParaRPr lang="ko-KR" sz="3200" dirty="0"/>
          </a:p>
        </p:txBody>
      </p:sp>
      <p:sp>
        <p:nvSpPr>
          <p:cNvPr id="6" name="S03-dot44"/>
          <p:cNvSpPr/>
          <p:nvPr/>
        </p:nvSpPr>
        <p:spPr>
          <a:xfrm>
            <a:off x="90479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5"/>
          <p:cNvSpPr/>
          <p:nvPr/>
        </p:nvSpPr>
        <p:spPr>
          <a:xfrm>
            <a:off x="140771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6"/>
          <p:cNvSpPr/>
          <p:nvPr/>
        </p:nvSpPr>
        <p:spPr>
          <a:xfrm>
            <a:off x="191063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47"/>
          <p:cNvSpPr/>
          <p:nvPr/>
        </p:nvSpPr>
        <p:spPr>
          <a:xfrm>
            <a:off x="241355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group48"/>
          <p:cNvSpPr/>
          <p:nvPr/>
        </p:nvSpPr>
        <p:spPr>
          <a:xfrm>
            <a:off x="836676" y="287413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3-figure49" descr="4개씩 1묶음, 점 4개"/>
          <p:cNvSpPr/>
          <p:nvPr/>
        </p:nvSpPr>
        <p:spPr>
          <a:xfrm>
            <a:off x="809244" y="2837561"/>
            <a:ext cx="20116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3-label50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</a:t>
            </a:r>
            <a:endParaRPr lang="ko-KR" sz="2600" dirty="0"/>
          </a:p>
        </p:txBody>
      </p:sp>
      <p:sp>
        <p:nvSpPr>
          <p:cNvPr id="13" name="S03-dot51"/>
          <p:cNvSpPr/>
          <p:nvPr/>
        </p:nvSpPr>
        <p:spPr>
          <a:xfrm>
            <a:off x="375772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52"/>
          <p:cNvSpPr/>
          <p:nvPr/>
        </p:nvSpPr>
        <p:spPr>
          <a:xfrm>
            <a:off x="426064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53"/>
          <p:cNvSpPr/>
          <p:nvPr/>
        </p:nvSpPr>
        <p:spPr>
          <a:xfrm>
            <a:off x="476356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54"/>
          <p:cNvSpPr/>
          <p:nvPr/>
        </p:nvSpPr>
        <p:spPr>
          <a:xfrm>
            <a:off x="526648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55"/>
          <p:cNvSpPr/>
          <p:nvPr/>
        </p:nvSpPr>
        <p:spPr>
          <a:xfrm>
            <a:off x="375772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56"/>
          <p:cNvSpPr/>
          <p:nvPr/>
        </p:nvSpPr>
        <p:spPr>
          <a:xfrm>
            <a:off x="426064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57"/>
          <p:cNvSpPr/>
          <p:nvPr/>
        </p:nvSpPr>
        <p:spPr>
          <a:xfrm>
            <a:off x="476356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58"/>
          <p:cNvSpPr/>
          <p:nvPr/>
        </p:nvSpPr>
        <p:spPr>
          <a:xfrm>
            <a:off x="526648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group59"/>
          <p:cNvSpPr/>
          <p:nvPr/>
        </p:nvSpPr>
        <p:spPr>
          <a:xfrm>
            <a:off x="3689604" y="262267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3-group60"/>
          <p:cNvSpPr/>
          <p:nvPr/>
        </p:nvSpPr>
        <p:spPr>
          <a:xfrm>
            <a:off x="3689604" y="312559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3-figure61" descr="4개씩 2묶음, 점 8개"/>
          <p:cNvSpPr/>
          <p:nvPr/>
        </p:nvSpPr>
        <p:spPr>
          <a:xfrm>
            <a:off x="3662172" y="2586101"/>
            <a:ext cx="201168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3-label62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2600" dirty="0"/>
          </a:p>
        </p:txBody>
      </p:sp>
      <p:sp>
        <p:nvSpPr>
          <p:cNvPr id="25" name="S03-dot63"/>
          <p:cNvSpPr/>
          <p:nvPr/>
        </p:nvSpPr>
        <p:spPr>
          <a:xfrm>
            <a:off x="661065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64"/>
          <p:cNvSpPr/>
          <p:nvPr/>
        </p:nvSpPr>
        <p:spPr>
          <a:xfrm>
            <a:off x="711357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65"/>
          <p:cNvSpPr/>
          <p:nvPr/>
        </p:nvSpPr>
        <p:spPr>
          <a:xfrm>
            <a:off x="761649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66"/>
          <p:cNvSpPr/>
          <p:nvPr/>
        </p:nvSpPr>
        <p:spPr>
          <a:xfrm>
            <a:off x="811941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67"/>
          <p:cNvSpPr/>
          <p:nvPr/>
        </p:nvSpPr>
        <p:spPr>
          <a:xfrm>
            <a:off x="661065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68"/>
          <p:cNvSpPr/>
          <p:nvPr/>
        </p:nvSpPr>
        <p:spPr>
          <a:xfrm>
            <a:off x="711357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69"/>
          <p:cNvSpPr/>
          <p:nvPr/>
        </p:nvSpPr>
        <p:spPr>
          <a:xfrm>
            <a:off x="761649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70"/>
          <p:cNvSpPr/>
          <p:nvPr/>
        </p:nvSpPr>
        <p:spPr>
          <a:xfrm>
            <a:off x="811941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71"/>
          <p:cNvSpPr/>
          <p:nvPr/>
        </p:nvSpPr>
        <p:spPr>
          <a:xfrm>
            <a:off x="661065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72"/>
          <p:cNvSpPr/>
          <p:nvPr/>
        </p:nvSpPr>
        <p:spPr>
          <a:xfrm>
            <a:off x="711357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dot73"/>
          <p:cNvSpPr/>
          <p:nvPr/>
        </p:nvSpPr>
        <p:spPr>
          <a:xfrm>
            <a:off x="761649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dot74"/>
          <p:cNvSpPr/>
          <p:nvPr/>
        </p:nvSpPr>
        <p:spPr>
          <a:xfrm>
            <a:off x="811941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group75"/>
          <p:cNvSpPr/>
          <p:nvPr/>
        </p:nvSpPr>
        <p:spPr>
          <a:xfrm>
            <a:off x="6542532" y="237121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3-group76"/>
          <p:cNvSpPr/>
          <p:nvPr/>
        </p:nvSpPr>
        <p:spPr>
          <a:xfrm>
            <a:off x="6542532" y="287413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3-group77"/>
          <p:cNvSpPr/>
          <p:nvPr/>
        </p:nvSpPr>
        <p:spPr>
          <a:xfrm>
            <a:off x="6542532" y="337705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3-figure78" descr="4개씩 3묶음, 점 12개"/>
          <p:cNvSpPr/>
          <p:nvPr/>
        </p:nvSpPr>
        <p:spPr>
          <a:xfrm>
            <a:off x="6515100" y="2334641"/>
            <a:ext cx="20116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-label79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</a:t>
            </a:r>
            <a:endParaRPr lang="ko-KR" sz="2600" dirty="0"/>
          </a:p>
        </p:txBody>
      </p:sp>
      <p:sp>
        <p:nvSpPr>
          <p:cNvPr id="42" name="S03-dot80"/>
          <p:cNvSpPr/>
          <p:nvPr/>
        </p:nvSpPr>
        <p:spPr>
          <a:xfrm>
            <a:off x="946358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3-dot81"/>
          <p:cNvSpPr/>
          <p:nvPr/>
        </p:nvSpPr>
        <p:spPr>
          <a:xfrm>
            <a:off x="996650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3-dot82"/>
          <p:cNvSpPr/>
          <p:nvPr/>
        </p:nvSpPr>
        <p:spPr>
          <a:xfrm>
            <a:off x="1046942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3-dot83"/>
          <p:cNvSpPr/>
          <p:nvPr/>
        </p:nvSpPr>
        <p:spPr>
          <a:xfrm>
            <a:off x="109723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3-dot84"/>
          <p:cNvSpPr/>
          <p:nvPr/>
        </p:nvSpPr>
        <p:spPr>
          <a:xfrm>
            <a:off x="946358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3-dot85"/>
          <p:cNvSpPr/>
          <p:nvPr/>
        </p:nvSpPr>
        <p:spPr>
          <a:xfrm>
            <a:off x="996650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3-dot86"/>
          <p:cNvSpPr/>
          <p:nvPr/>
        </p:nvSpPr>
        <p:spPr>
          <a:xfrm>
            <a:off x="1046942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3-dot87"/>
          <p:cNvSpPr/>
          <p:nvPr/>
        </p:nvSpPr>
        <p:spPr>
          <a:xfrm>
            <a:off x="109723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3-dot88"/>
          <p:cNvSpPr/>
          <p:nvPr/>
        </p:nvSpPr>
        <p:spPr>
          <a:xfrm>
            <a:off x="946358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3-dot89"/>
          <p:cNvSpPr/>
          <p:nvPr/>
        </p:nvSpPr>
        <p:spPr>
          <a:xfrm>
            <a:off x="996650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3-dot90"/>
          <p:cNvSpPr/>
          <p:nvPr/>
        </p:nvSpPr>
        <p:spPr>
          <a:xfrm>
            <a:off x="1046942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3-dot91"/>
          <p:cNvSpPr/>
          <p:nvPr/>
        </p:nvSpPr>
        <p:spPr>
          <a:xfrm>
            <a:off x="109723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3-dot92"/>
          <p:cNvSpPr/>
          <p:nvPr/>
        </p:nvSpPr>
        <p:spPr>
          <a:xfrm>
            <a:off x="946358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3-dot93"/>
          <p:cNvSpPr/>
          <p:nvPr/>
        </p:nvSpPr>
        <p:spPr>
          <a:xfrm>
            <a:off x="996650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3-dot94"/>
          <p:cNvSpPr/>
          <p:nvPr/>
        </p:nvSpPr>
        <p:spPr>
          <a:xfrm>
            <a:off x="1046942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3-dot95"/>
          <p:cNvSpPr/>
          <p:nvPr/>
        </p:nvSpPr>
        <p:spPr>
          <a:xfrm>
            <a:off x="109723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3-group96"/>
          <p:cNvSpPr/>
          <p:nvPr/>
        </p:nvSpPr>
        <p:spPr>
          <a:xfrm>
            <a:off x="9395460" y="211975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9" name="S03-group97"/>
          <p:cNvSpPr/>
          <p:nvPr/>
        </p:nvSpPr>
        <p:spPr>
          <a:xfrm>
            <a:off x="9395460" y="262267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0" name="S03-group98"/>
          <p:cNvSpPr/>
          <p:nvPr/>
        </p:nvSpPr>
        <p:spPr>
          <a:xfrm>
            <a:off x="9395460" y="312559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1" name="S03-group99"/>
          <p:cNvSpPr/>
          <p:nvPr/>
        </p:nvSpPr>
        <p:spPr>
          <a:xfrm>
            <a:off x="9395460" y="362851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2" name="S03-figure100" descr="4개씩 4묶음, 점 16개"/>
          <p:cNvSpPr/>
          <p:nvPr/>
        </p:nvSpPr>
        <p:spPr>
          <a:xfrm>
            <a:off x="9368028" y="2083181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03-label101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뛰어 세요</a:t>
            </a:r>
            <a:endParaRPr lang="ko-KR" sz="4400" dirty="0"/>
          </a:p>
        </p:txBody>
      </p:sp>
      <p:sp>
        <p:nvSpPr>
          <p:cNvPr id="3" name="S04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6은 0에서 4씩 6번 뛰어요.</a:t>
            </a:r>
            <a:endParaRPr lang="ko-KR" sz="3200" dirty="0"/>
          </a:p>
        </p:txBody>
      </p:sp>
      <p:sp>
        <p:nvSpPr>
          <p:cNvPr id="4" name="S04-card10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0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20보다 4 커요.</a:t>
            </a:r>
            <a:endParaRPr lang="ko-KR" sz="3200" dirty="0"/>
          </a:p>
        </p:txBody>
      </p:sp>
      <p:sp>
        <p:nvSpPr>
          <p:cNvPr id="6" name="S04-line105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106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107"/>
          <p:cNvSpPr txBox="1"/>
          <p:nvPr/>
        </p:nvSpPr>
        <p:spPr>
          <a:xfrm>
            <a:off x="502920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04-line108"/>
          <p:cNvSpPr/>
          <p:nvPr/>
        </p:nvSpPr>
        <p:spPr>
          <a:xfrm>
            <a:off x="124536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109"/>
          <p:cNvSpPr/>
          <p:nvPr/>
        </p:nvSpPr>
        <p:spPr>
          <a:xfrm>
            <a:off x="153060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110"/>
          <p:cNvSpPr/>
          <p:nvPr/>
        </p:nvSpPr>
        <p:spPr>
          <a:xfrm>
            <a:off x="181584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ine111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abel112"/>
          <p:cNvSpPr txBox="1"/>
          <p:nvPr/>
        </p:nvSpPr>
        <p:spPr>
          <a:xfrm>
            <a:off x="1643888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" name="S04-line113"/>
          <p:cNvSpPr/>
          <p:nvPr/>
        </p:nvSpPr>
        <p:spPr>
          <a:xfrm>
            <a:off x="238633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114"/>
          <p:cNvSpPr/>
          <p:nvPr/>
        </p:nvSpPr>
        <p:spPr>
          <a:xfrm>
            <a:off x="267157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ine115"/>
          <p:cNvSpPr/>
          <p:nvPr/>
        </p:nvSpPr>
        <p:spPr>
          <a:xfrm>
            <a:off x="295681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line116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117"/>
          <p:cNvSpPr txBox="1"/>
          <p:nvPr/>
        </p:nvSpPr>
        <p:spPr>
          <a:xfrm>
            <a:off x="2784856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9" name="S04-line118"/>
          <p:cNvSpPr/>
          <p:nvPr/>
        </p:nvSpPr>
        <p:spPr>
          <a:xfrm>
            <a:off x="352729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ine119"/>
          <p:cNvSpPr/>
          <p:nvPr/>
        </p:nvSpPr>
        <p:spPr>
          <a:xfrm>
            <a:off x="381254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line120"/>
          <p:cNvSpPr/>
          <p:nvPr/>
        </p:nvSpPr>
        <p:spPr>
          <a:xfrm>
            <a:off x="409778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21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abel122"/>
          <p:cNvSpPr txBox="1"/>
          <p:nvPr/>
        </p:nvSpPr>
        <p:spPr>
          <a:xfrm>
            <a:off x="3925824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4" name="S04-line123"/>
          <p:cNvSpPr/>
          <p:nvPr/>
        </p:nvSpPr>
        <p:spPr>
          <a:xfrm>
            <a:off x="466826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line124"/>
          <p:cNvSpPr/>
          <p:nvPr/>
        </p:nvSpPr>
        <p:spPr>
          <a:xfrm>
            <a:off x="495350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25"/>
          <p:cNvSpPr/>
          <p:nvPr/>
        </p:nvSpPr>
        <p:spPr>
          <a:xfrm>
            <a:off x="523875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2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27"/>
          <p:cNvSpPr txBox="1"/>
          <p:nvPr/>
        </p:nvSpPr>
        <p:spPr>
          <a:xfrm>
            <a:off x="5066792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1600" dirty="0"/>
          </a:p>
        </p:txBody>
      </p:sp>
      <p:sp>
        <p:nvSpPr>
          <p:cNvPr id="29" name="S04-line128"/>
          <p:cNvSpPr/>
          <p:nvPr/>
        </p:nvSpPr>
        <p:spPr>
          <a:xfrm>
            <a:off x="580923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ine129"/>
          <p:cNvSpPr/>
          <p:nvPr/>
        </p:nvSpPr>
        <p:spPr>
          <a:xfrm>
            <a:off x="609447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line130"/>
          <p:cNvSpPr/>
          <p:nvPr/>
        </p:nvSpPr>
        <p:spPr>
          <a:xfrm>
            <a:off x="637971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ine131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4-label132"/>
          <p:cNvSpPr txBox="1"/>
          <p:nvPr/>
        </p:nvSpPr>
        <p:spPr>
          <a:xfrm>
            <a:off x="6207760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600" dirty="0"/>
          </a:p>
        </p:txBody>
      </p:sp>
      <p:sp>
        <p:nvSpPr>
          <p:cNvPr id="34" name="S04-line133"/>
          <p:cNvSpPr/>
          <p:nvPr/>
        </p:nvSpPr>
        <p:spPr>
          <a:xfrm>
            <a:off x="695020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4-line134"/>
          <p:cNvSpPr/>
          <p:nvPr/>
        </p:nvSpPr>
        <p:spPr>
          <a:xfrm>
            <a:off x="723544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ine135"/>
          <p:cNvSpPr/>
          <p:nvPr/>
        </p:nvSpPr>
        <p:spPr>
          <a:xfrm>
            <a:off x="752068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4-line136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abel137"/>
          <p:cNvSpPr txBox="1"/>
          <p:nvPr/>
        </p:nvSpPr>
        <p:spPr>
          <a:xfrm>
            <a:off x="7348728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1600" dirty="0"/>
          </a:p>
        </p:txBody>
      </p:sp>
      <p:sp>
        <p:nvSpPr>
          <p:cNvPr id="39" name="S04-line138"/>
          <p:cNvSpPr/>
          <p:nvPr/>
        </p:nvSpPr>
        <p:spPr>
          <a:xfrm>
            <a:off x="809117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ine139"/>
          <p:cNvSpPr/>
          <p:nvPr/>
        </p:nvSpPr>
        <p:spPr>
          <a:xfrm>
            <a:off x="837641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4-line140"/>
          <p:cNvSpPr/>
          <p:nvPr/>
        </p:nvSpPr>
        <p:spPr>
          <a:xfrm>
            <a:off x="866165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ine141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4-label142"/>
          <p:cNvSpPr txBox="1"/>
          <p:nvPr/>
        </p:nvSpPr>
        <p:spPr>
          <a:xfrm>
            <a:off x="8489696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1600" dirty="0"/>
          </a:p>
        </p:txBody>
      </p:sp>
      <p:sp>
        <p:nvSpPr>
          <p:cNvPr id="44" name="S04-line143"/>
          <p:cNvSpPr/>
          <p:nvPr/>
        </p:nvSpPr>
        <p:spPr>
          <a:xfrm>
            <a:off x="923213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4-line144"/>
          <p:cNvSpPr/>
          <p:nvPr/>
        </p:nvSpPr>
        <p:spPr>
          <a:xfrm>
            <a:off x="951738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4-line145"/>
          <p:cNvSpPr/>
          <p:nvPr/>
        </p:nvSpPr>
        <p:spPr>
          <a:xfrm>
            <a:off x="980262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4-line146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4-label147"/>
          <p:cNvSpPr txBox="1"/>
          <p:nvPr/>
        </p:nvSpPr>
        <p:spPr>
          <a:xfrm>
            <a:off x="9630664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1600" dirty="0"/>
          </a:p>
        </p:txBody>
      </p:sp>
      <p:sp>
        <p:nvSpPr>
          <p:cNvPr id="49" name="S04-line148"/>
          <p:cNvSpPr/>
          <p:nvPr/>
        </p:nvSpPr>
        <p:spPr>
          <a:xfrm>
            <a:off x="1037310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4-line149"/>
          <p:cNvSpPr/>
          <p:nvPr/>
        </p:nvSpPr>
        <p:spPr>
          <a:xfrm>
            <a:off x="1065834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4-line150"/>
          <p:cNvSpPr/>
          <p:nvPr/>
        </p:nvSpPr>
        <p:spPr>
          <a:xfrm>
            <a:off x="1094359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4-line151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4-label152"/>
          <p:cNvSpPr txBox="1"/>
          <p:nvPr/>
        </p:nvSpPr>
        <p:spPr>
          <a:xfrm>
            <a:off x="10771632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1600" dirty="0"/>
          </a:p>
        </p:txBody>
      </p:sp>
      <p:sp>
        <p:nvSpPr>
          <p:cNvPr id="54" name="S04-mark153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5" name="S04-line154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55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56"/>
          <p:cNvSpPr txBox="1"/>
          <p:nvPr/>
        </p:nvSpPr>
        <p:spPr>
          <a:xfrm>
            <a:off x="960120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1600" dirty="0"/>
          </a:p>
        </p:txBody>
      </p:sp>
      <p:sp>
        <p:nvSpPr>
          <p:cNvPr id="58" name="S04-line157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58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59"/>
          <p:cNvSpPr txBox="1"/>
          <p:nvPr/>
        </p:nvSpPr>
        <p:spPr>
          <a:xfrm>
            <a:off x="2101088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1600" dirty="0"/>
          </a:p>
        </p:txBody>
      </p:sp>
      <p:sp>
        <p:nvSpPr>
          <p:cNvPr id="61" name="S04-line160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61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62"/>
          <p:cNvSpPr txBox="1"/>
          <p:nvPr/>
        </p:nvSpPr>
        <p:spPr>
          <a:xfrm>
            <a:off x="3242056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1600" dirty="0"/>
          </a:p>
        </p:txBody>
      </p:sp>
      <p:sp>
        <p:nvSpPr>
          <p:cNvPr id="64" name="S04-line163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4-line164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4-label165"/>
          <p:cNvSpPr txBox="1"/>
          <p:nvPr/>
        </p:nvSpPr>
        <p:spPr>
          <a:xfrm>
            <a:off x="4383024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1600" dirty="0"/>
          </a:p>
        </p:txBody>
      </p:sp>
      <p:sp>
        <p:nvSpPr>
          <p:cNvPr id="67" name="S04-line166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4-line167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4-label168"/>
          <p:cNvSpPr txBox="1"/>
          <p:nvPr/>
        </p:nvSpPr>
        <p:spPr>
          <a:xfrm>
            <a:off x="5523992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1600" dirty="0"/>
          </a:p>
        </p:txBody>
      </p:sp>
      <p:sp>
        <p:nvSpPr>
          <p:cNvPr id="70" name="S04-line169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4-line170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4-label171"/>
          <p:cNvSpPr txBox="1"/>
          <p:nvPr/>
        </p:nvSpPr>
        <p:spPr>
          <a:xfrm>
            <a:off x="6664960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1600" dirty="0"/>
          </a:p>
        </p:txBody>
      </p:sp>
      <p:sp>
        <p:nvSpPr>
          <p:cNvPr id="73" name="S04-figure172" descr="0부터 36까지 수직선(4마다 긴 눈금과 수)에서 0부터 4씩 6번 뛰어 24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4단을 완성해요</a:t>
            </a:r>
            <a:endParaRPr lang="ko-KR" sz="4400" dirty="0"/>
          </a:p>
        </p:txBody>
      </p:sp>
      <p:sp>
        <p:nvSpPr>
          <p:cNvPr id="3" name="S05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4를 더하면 다음 곱이에요.</a:t>
            </a:r>
            <a:endParaRPr lang="ko-KR" sz="3200" dirty="0"/>
          </a:p>
        </p:txBody>
      </p:sp>
      <p:graphicFrame>
        <p:nvGraphicFramePr>
          <p:cNvPr id="6" name="S05-table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두 개면 8씩</a:t>
            </a:r>
            <a:endParaRPr lang="ko-KR" sz="4400" dirty="0"/>
          </a:p>
        </p:txBody>
      </p:sp>
      <p:sp>
        <p:nvSpPr>
          <p:cNvPr id="3" name="S06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 두 개를 붙여요.</a:t>
            </a:r>
            <a:endParaRPr lang="ko-KR" sz="3200" dirty="0"/>
          </a:p>
        </p:txBody>
      </p:sp>
      <p:sp>
        <p:nvSpPr>
          <p:cNvPr id="4" name="S06-card17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7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3은 4 × 3의 2배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+ 12 = 24</a:t>
            </a:r>
            <a:endParaRPr lang="ko-KR" sz="3200" dirty="0"/>
          </a:p>
        </p:txBody>
      </p:sp>
      <p:sp>
        <p:nvSpPr>
          <p:cNvPr id="6" name="S06-dot180"/>
          <p:cNvSpPr/>
          <p:nvPr/>
        </p:nvSpPr>
        <p:spPr>
          <a:xfrm>
            <a:off x="154579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81"/>
          <p:cNvSpPr/>
          <p:nvPr/>
        </p:nvSpPr>
        <p:spPr>
          <a:xfrm>
            <a:off x="195727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82"/>
          <p:cNvSpPr/>
          <p:nvPr/>
        </p:nvSpPr>
        <p:spPr>
          <a:xfrm>
            <a:off x="236875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83"/>
          <p:cNvSpPr/>
          <p:nvPr/>
        </p:nvSpPr>
        <p:spPr>
          <a:xfrm>
            <a:off x="278023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84"/>
          <p:cNvSpPr/>
          <p:nvPr/>
        </p:nvSpPr>
        <p:spPr>
          <a:xfrm>
            <a:off x="154579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85"/>
          <p:cNvSpPr/>
          <p:nvPr/>
        </p:nvSpPr>
        <p:spPr>
          <a:xfrm>
            <a:off x="195727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86"/>
          <p:cNvSpPr/>
          <p:nvPr/>
        </p:nvSpPr>
        <p:spPr>
          <a:xfrm>
            <a:off x="236875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87"/>
          <p:cNvSpPr/>
          <p:nvPr/>
        </p:nvSpPr>
        <p:spPr>
          <a:xfrm>
            <a:off x="278023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88"/>
          <p:cNvSpPr/>
          <p:nvPr/>
        </p:nvSpPr>
        <p:spPr>
          <a:xfrm>
            <a:off x="154579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89"/>
          <p:cNvSpPr/>
          <p:nvPr/>
        </p:nvSpPr>
        <p:spPr>
          <a:xfrm>
            <a:off x="195727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90"/>
          <p:cNvSpPr/>
          <p:nvPr/>
        </p:nvSpPr>
        <p:spPr>
          <a:xfrm>
            <a:off x="236875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91"/>
          <p:cNvSpPr/>
          <p:nvPr/>
        </p:nvSpPr>
        <p:spPr>
          <a:xfrm>
            <a:off x="278023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92"/>
          <p:cNvSpPr/>
          <p:nvPr/>
        </p:nvSpPr>
        <p:spPr>
          <a:xfrm>
            <a:off x="1495044" y="250837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93"/>
          <p:cNvSpPr/>
          <p:nvPr/>
        </p:nvSpPr>
        <p:spPr>
          <a:xfrm>
            <a:off x="1495044" y="291985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94"/>
          <p:cNvSpPr/>
          <p:nvPr/>
        </p:nvSpPr>
        <p:spPr>
          <a:xfrm>
            <a:off x="1495044" y="333133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195" descr="주황 점 4개씩 3묶음, 12개"/>
          <p:cNvSpPr/>
          <p:nvPr/>
        </p:nvSpPr>
        <p:spPr>
          <a:xfrm>
            <a:off x="1467612" y="2471801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label196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600" dirty="0"/>
          </a:p>
        </p:txBody>
      </p:sp>
      <p:sp>
        <p:nvSpPr>
          <p:cNvPr id="23" name="S06-dot197"/>
          <p:cNvSpPr/>
          <p:nvPr/>
        </p:nvSpPr>
        <p:spPr>
          <a:xfrm>
            <a:off x="534969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198"/>
          <p:cNvSpPr/>
          <p:nvPr/>
        </p:nvSpPr>
        <p:spPr>
          <a:xfrm>
            <a:off x="576117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99"/>
          <p:cNvSpPr/>
          <p:nvPr/>
        </p:nvSpPr>
        <p:spPr>
          <a:xfrm>
            <a:off x="617265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200"/>
          <p:cNvSpPr/>
          <p:nvPr/>
        </p:nvSpPr>
        <p:spPr>
          <a:xfrm>
            <a:off x="658413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201"/>
          <p:cNvSpPr/>
          <p:nvPr/>
        </p:nvSpPr>
        <p:spPr>
          <a:xfrm>
            <a:off x="534969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202"/>
          <p:cNvSpPr/>
          <p:nvPr/>
        </p:nvSpPr>
        <p:spPr>
          <a:xfrm>
            <a:off x="576117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203"/>
          <p:cNvSpPr/>
          <p:nvPr/>
        </p:nvSpPr>
        <p:spPr>
          <a:xfrm>
            <a:off x="617265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204"/>
          <p:cNvSpPr/>
          <p:nvPr/>
        </p:nvSpPr>
        <p:spPr>
          <a:xfrm>
            <a:off x="658413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205"/>
          <p:cNvSpPr/>
          <p:nvPr/>
        </p:nvSpPr>
        <p:spPr>
          <a:xfrm>
            <a:off x="534969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206"/>
          <p:cNvSpPr/>
          <p:nvPr/>
        </p:nvSpPr>
        <p:spPr>
          <a:xfrm>
            <a:off x="576117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207"/>
          <p:cNvSpPr/>
          <p:nvPr/>
        </p:nvSpPr>
        <p:spPr>
          <a:xfrm>
            <a:off x="617265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208"/>
          <p:cNvSpPr/>
          <p:nvPr/>
        </p:nvSpPr>
        <p:spPr>
          <a:xfrm>
            <a:off x="658413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group209"/>
          <p:cNvSpPr/>
          <p:nvPr/>
        </p:nvSpPr>
        <p:spPr>
          <a:xfrm>
            <a:off x="5298948" y="250837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group210"/>
          <p:cNvSpPr/>
          <p:nvPr/>
        </p:nvSpPr>
        <p:spPr>
          <a:xfrm>
            <a:off x="5298948" y="291985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211"/>
          <p:cNvSpPr/>
          <p:nvPr/>
        </p:nvSpPr>
        <p:spPr>
          <a:xfrm>
            <a:off x="5298948" y="333133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figure212" descr="파란 점 4개씩 3묶음, 12개"/>
          <p:cNvSpPr/>
          <p:nvPr/>
        </p:nvSpPr>
        <p:spPr>
          <a:xfrm>
            <a:off x="5271516" y="2471801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6-label21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600" dirty="0"/>
          </a:p>
        </p:txBody>
      </p:sp>
      <p:sp>
        <p:nvSpPr>
          <p:cNvPr id="40" name="S06-dot214"/>
          <p:cNvSpPr/>
          <p:nvPr/>
        </p:nvSpPr>
        <p:spPr>
          <a:xfrm>
            <a:off x="833064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215"/>
          <p:cNvSpPr/>
          <p:nvPr/>
        </p:nvSpPr>
        <p:spPr>
          <a:xfrm>
            <a:off x="874212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216"/>
          <p:cNvSpPr/>
          <p:nvPr/>
        </p:nvSpPr>
        <p:spPr>
          <a:xfrm>
            <a:off x="915360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217"/>
          <p:cNvSpPr/>
          <p:nvPr/>
        </p:nvSpPr>
        <p:spPr>
          <a:xfrm>
            <a:off x="956508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218"/>
          <p:cNvSpPr/>
          <p:nvPr/>
        </p:nvSpPr>
        <p:spPr>
          <a:xfrm>
            <a:off x="997656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219"/>
          <p:cNvSpPr/>
          <p:nvPr/>
        </p:nvSpPr>
        <p:spPr>
          <a:xfrm>
            <a:off x="1038804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220"/>
          <p:cNvSpPr/>
          <p:nvPr/>
        </p:nvSpPr>
        <p:spPr>
          <a:xfrm>
            <a:off x="1079952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221"/>
          <p:cNvSpPr/>
          <p:nvPr/>
        </p:nvSpPr>
        <p:spPr>
          <a:xfrm>
            <a:off x="1121100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222"/>
          <p:cNvSpPr/>
          <p:nvPr/>
        </p:nvSpPr>
        <p:spPr>
          <a:xfrm>
            <a:off x="833064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223"/>
          <p:cNvSpPr/>
          <p:nvPr/>
        </p:nvSpPr>
        <p:spPr>
          <a:xfrm>
            <a:off x="874212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224"/>
          <p:cNvSpPr/>
          <p:nvPr/>
        </p:nvSpPr>
        <p:spPr>
          <a:xfrm>
            <a:off x="915360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225"/>
          <p:cNvSpPr/>
          <p:nvPr/>
        </p:nvSpPr>
        <p:spPr>
          <a:xfrm>
            <a:off x="956508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26"/>
          <p:cNvSpPr/>
          <p:nvPr/>
        </p:nvSpPr>
        <p:spPr>
          <a:xfrm>
            <a:off x="997656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27"/>
          <p:cNvSpPr/>
          <p:nvPr/>
        </p:nvSpPr>
        <p:spPr>
          <a:xfrm>
            <a:off x="1038804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28"/>
          <p:cNvSpPr/>
          <p:nvPr/>
        </p:nvSpPr>
        <p:spPr>
          <a:xfrm>
            <a:off x="1079952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29"/>
          <p:cNvSpPr/>
          <p:nvPr/>
        </p:nvSpPr>
        <p:spPr>
          <a:xfrm>
            <a:off x="1121100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30"/>
          <p:cNvSpPr/>
          <p:nvPr/>
        </p:nvSpPr>
        <p:spPr>
          <a:xfrm>
            <a:off x="833064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31"/>
          <p:cNvSpPr/>
          <p:nvPr/>
        </p:nvSpPr>
        <p:spPr>
          <a:xfrm>
            <a:off x="874212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32"/>
          <p:cNvSpPr/>
          <p:nvPr/>
        </p:nvSpPr>
        <p:spPr>
          <a:xfrm>
            <a:off x="915360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33"/>
          <p:cNvSpPr/>
          <p:nvPr/>
        </p:nvSpPr>
        <p:spPr>
          <a:xfrm>
            <a:off x="956508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34"/>
          <p:cNvSpPr/>
          <p:nvPr/>
        </p:nvSpPr>
        <p:spPr>
          <a:xfrm>
            <a:off x="997656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35"/>
          <p:cNvSpPr/>
          <p:nvPr/>
        </p:nvSpPr>
        <p:spPr>
          <a:xfrm>
            <a:off x="1038804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36"/>
          <p:cNvSpPr/>
          <p:nvPr/>
        </p:nvSpPr>
        <p:spPr>
          <a:xfrm>
            <a:off x="1079952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37"/>
          <p:cNvSpPr/>
          <p:nvPr/>
        </p:nvSpPr>
        <p:spPr>
          <a:xfrm>
            <a:off x="1121100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group238"/>
          <p:cNvSpPr/>
          <p:nvPr/>
        </p:nvSpPr>
        <p:spPr>
          <a:xfrm>
            <a:off x="8279892" y="250837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5" name="S06-group239"/>
          <p:cNvSpPr/>
          <p:nvPr/>
        </p:nvSpPr>
        <p:spPr>
          <a:xfrm>
            <a:off x="8279892" y="291985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6" name="S06-group240"/>
          <p:cNvSpPr/>
          <p:nvPr/>
        </p:nvSpPr>
        <p:spPr>
          <a:xfrm>
            <a:off x="8279892" y="333133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figure241" descr="점 8개씩 3묶음, 24개"/>
          <p:cNvSpPr/>
          <p:nvPr/>
        </p:nvSpPr>
        <p:spPr>
          <a:xfrm>
            <a:off x="8252460" y="2471801"/>
            <a:ext cx="329184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06-label242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8씩 뛰어 세요</a:t>
            </a:r>
            <a:endParaRPr lang="ko-KR" sz="4400" dirty="0"/>
          </a:p>
        </p:txBody>
      </p:sp>
      <p:sp>
        <p:nvSpPr>
          <p:cNvPr id="3" name="S07-text2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4는 0에서 8씩 4번 뛰어요.</a:t>
            </a:r>
            <a:endParaRPr lang="ko-KR" sz="3200" dirty="0"/>
          </a:p>
        </p:txBody>
      </p:sp>
      <p:sp>
        <p:nvSpPr>
          <p:cNvPr id="4" name="S07-card24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4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 = 32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24보다 8 커요.</a:t>
            </a:r>
            <a:endParaRPr lang="ko-KR" sz="3200" dirty="0"/>
          </a:p>
        </p:txBody>
      </p:sp>
      <p:sp>
        <p:nvSpPr>
          <p:cNvPr id="6" name="S07-line246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47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48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49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50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1" name="S07-line251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52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13" name="S07-line253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54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5" name="S07-line255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56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600" dirty="0"/>
          </a:p>
        </p:txBody>
      </p:sp>
      <p:sp>
        <p:nvSpPr>
          <p:cNvPr id="17" name="S07-line257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58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07-line259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60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600" dirty="0"/>
          </a:p>
        </p:txBody>
      </p:sp>
      <p:sp>
        <p:nvSpPr>
          <p:cNvPr id="21" name="S07-line261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62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3" name="S07-line263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64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2600" dirty="0"/>
          </a:p>
        </p:txBody>
      </p:sp>
      <p:sp>
        <p:nvSpPr>
          <p:cNvPr id="25" name="S07-line265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66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2600" dirty="0"/>
          </a:p>
        </p:txBody>
      </p:sp>
      <p:sp>
        <p:nvSpPr>
          <p:cNvPr id="27" name="S07-mark267"/>
          <p:cNvSpPr/>
          <p:nvPr/>
        </p:nvSpPr>
        <p:spPr>
          <a:xfrm>
            <a:off x="543255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68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69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70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71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72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73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74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75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76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77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78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79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figure280" descr="0부터 72까지 8씩 눈금이 있는 수직선에서 0부터 8씩 4번 뛰어 3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8단을 완성해요</a:t>
            </a:r>
            <a:endParaRPr lang="ko-KR" sz="4400" dirty="0"/>
          </a:p>
        </p:txBody>
      </p:sp>
      <p:sp>
        <p:nvSpPr>
          <p:cNvPr id="3" name="S08-text2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곱을 보고 8단을 채워요.</a:t>
            </a:r>
            <a:endParaRPr lang="ko-KR" sz="3200" dirty="0"/>
          </a:p>
        </p:txBody>
      </p:sp>
      <p:sp>
        <p:nvSpPr>
          <p:cNvPr id="4" name="S08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곱을 두 번 더하면 8단의 곱이에요.</a:t>
            </a:r>
            <a:endParaRPr lang="ko-KR" sz="3200" dirty="0"/>
          </a:p>
        </p:txBody>
      </p:sp>
      <p:graphicFrame>
        <p:nvGraphicFramePr>
          <p:cNvPr id="9" name="S08-table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98445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text2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①④는 다리가 모두 몇 개인지 구해요.</a:t>
            </a:r>
            <a:endParaRPr lang="ko-KR" sz="3200" dirty="0"/>
          </a:p>
        </p:txBody>
      </p:sp>
      <p:sp>
        <p:nvSpPr>
          <p:cNvPr id="4" name="S09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6" name="S09-chip2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2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7마리</a:t>
            </a:r>
            <a:endParaRPr lang="ko-KR" sz="3200" dirty="0"/>
          </a:p>
        </p:txBody>
      </p:sp>
      <p:sp>
        <p:nvSpPr>
          <p:cNvPr id="8" name="S09-chip2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9 = □</a:t>
            </a:r>
            <a:endParaRPr lang="ko-KR" sz="3600" dirty="0"/>
          </a:p>
        </p:txBody>
      </p:sp>
      <p:sp>
        <p:nvSpPr>
          <p:cNvPr id="10" name="S09-chip29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9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5 = □</a:t>
            </a:r>
            <a:endParaRPr lang="ko-KR" sz="3600" dirty="0"/>
          </a:p>
        </p:txBody>
      </p:sp>
      <p:sp>
        <p:nvSpPr>
          <p:cNvPr id="12" name="S09-chip29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ext29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문어 6마리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9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9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8을 보고 8 × 2를 구했어요.</a:t>
            </a:r>
            <a:endParaRPr lang="ko-KR" sz="3200" dirty="0"/>
          </a:p>
        </p:txBody>
      </p:sp>
      <p:sp>
        <p:nvSpPr>
          <p:cNvPr id="5" name="S10-card2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30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10-text30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“8은 4보다 4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+ 4 = 12예요.”</a:t>
            </a:r>
            <a:endParaRPr lang="ko-KR" sz="3200" dirty="0"/>
          </a:p>
        </p:txBody>
      </p:sp>
      <p:sp>
        <p:nvSpPr>
          <p:cNvPr id="9" name="S10-chip30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16</a:t>
            </a:r>
            <a:endParaRPr lang="ko-KR" sz="2600" dirty="0"/>
          </a:p>
        </p:txBody>
      </p:sp>
      <p:sp>
        <p:nvSpPr>
          <p:cNvPr id="10" name="S10-dot303"/>
          <p:cNvSpPr/>
          <p:nvPr/>
        </p:nvSpPr>
        <p:spPr>
          <a:xfrm>
            <a:off x="739109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304"/>
          <p:cNvSpPr/>
          <p:nvPr/>
        </p:nvSpPr>
        <p:spPr>
          <a:xfrm>
            <a:off x="780257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305"/>
          <p:cNvSpPr/>
          <p:nvPr/>
        </p:nvSpPr>
        <p:spPr>
          <a:xfrm>
            <a:off x="821405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306"/>
          <p:cNvSpPr/>
          <p:nvPr/>
        </p:nvSpPr>
        <p:spPr>
          <a:xfrm>
            <a:off x="862553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307"/>
          <p:cNvSpPr/>
          <p:nvPr/>
        </p:nvSpPr>
        <p:spPr>
          <a:xfrm>
            <a:off x="903701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308"/>
          <p:cNvSpPr/>
          <p:nvPr/>
        </p:nvSpPr>
        <p:spPr>
          <a:xfrm>
            <a:off x="944849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309"/>
          <p:cNvSpPr/>
          <p:nvPr/>
        </p:nvSpPr>
        <p:spPr>
          <a:xfrm>
            <a:off x="985997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310"/>
          <p:cNvSpPr/>
          <p:nvPr/>
        </p:nvSpPr>
        <p:spPr>
          <a:xfrm>
            <a:off x="1027145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311"/>
          <p:cNvSpPr/>
          <p:nvPr/>
        </p:nvSpPr>
        <p:spPr>
          <a:xfrm>
            <a:off x="739109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312"/>
          <p:cNvSpPr/>
          <p:nvPr/>
        </p:nvSpPr>
        <p:spPr>
          <a:xfrm>
            <a:off x="780257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313"/>
          <p:cNvSpPr/>
          <p:nvPr/>
        </p:nvSpPr>
        <p:spPr>
          <a:xfrm>
            <a:off x="821405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314"/>
          <p:cNvSpPr/>
          <p:nvPr/>
        </p:nvSpPr>
        <p:spPr>
          <a:xfrm>
            <a:off x="862553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315"/>
          <p:cNvSpPr/>
          <p:nvPr/>
        </p:nvSpPr>
        <p:spPr>
          <a:xfrm>
            <a:off x="903701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16"/>
          <p:cNvSpPr/>
          <p:nvPr/>
        </p:nvSpPr>
        <p:spPr>
          <a:xfrm>
            <a:off x="944849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17"/>
          <p:cNvSpPr/>
          <p:nvPr/>
        </p:nvSpPr>
        <p:spPr>
          <a:xfrm>
            <a:off x="985997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318"/>
          <p:cNvSpPr/>
          <p:nvPr/>
        </p:nvSpPr>
        <p:spPr>
          <a:xfrm>
            <a:off x="1027145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group319"/>
          <p:cNvSpPr/>
          <p:nvPr/>
        </p:nvSpPr>
        <p:spPr>
          <a:xfrm>
            <a:off x="7340346" y="3515614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320"/>
          <p:cNvSpPr/>
          <p:nvPr/>
        </p:nvSpPr>
        <p:spPr>
          <a:xfrm>
            <a:off x="7340346" y="3927094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figure321" descr="점 8개씩 2묶음, 16개"/>
          <p:cNvSpPr/>
          <p:nvPr/>
        </p:nvSpPr>
        <p:spPr>
          <a:xfrm>
            <a:off x="7312914" y="3479038"/>
            <a:ext cx="32918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0-text322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“4씩 2묶음이 두 개: 8 + 8”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2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2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 = □</a:t>
            </a:r>
            <a:endParaRPr lang="ko-KR" sz="3600" dirty="0"/>
          </a:p>
        </p:txBody>
      </p:sp>
      <p:sp>
        <p:nvSpPr>
          <p:cNvPr id="6" name="S11-chip32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2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9 = □</a:t>
            </a:r>
            <a:endParaRPr lang="ko-KR" sz="3600" dirty="0"/>
          </a:p>
        </p:txBody>
      </p:sp>
      <p:sp>
        <p:nvSpPr>
          <p:cNvPr id="8" name="S11-chip32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32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28, 8 × 7은?</a:t>
            </a:r>
            <a:endParaRPr lang="ko-KR" sz="3200" dirty="0"/>
          </a:p>
        </p:txBody>
      </p:sp>
      <p:sp>
        <p:nvSpPr>
          <p:cNvPr id="10" name="S11-chip33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3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 8마리의 다리는?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다른 방법으로 다시 구하게 하세요.</a:t>
            </a:r>
            <a:endParaRPr lang="ko-KR" sz="3200" dirty="0"/>
          </a:p>
        </p:txBody>
      </p:sp>
      <p:sp>
        <p:nvSpPr>
          <p:cNvPr id="5" name="S12-chip33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33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32  ② 72</a:t>
            </a:r>
            <a:endParaRPr lang="ko-KR" sz="3200" dirty="0"/>
          </a:p>
        </p:txBody>
      </p:sp>
      <p:sp>
        <p:nvSpPr>
          <p:cNvPr id="7" name="S12-text33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8, 8 × 9</a:t>
            </a:r>
            <a:endParaRPr lang="ko-KR" sz="2600" dirty="0"/>
          </a:p>
        </p:txBody>
      </p:sp>
      <p:sp>
        <p:nvSpPr>
          <p:cNvPr id="8" name="S12-text33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56</a:t>
            </a:r>
            <a:endParaRPr lang="ko-KR" sz="3200" dirty="0"/>
          </a:p>
        </p:txBody>
      </p:sp>
      <p:sp>
        <p:nvSpPr>
          <p:cNvPr id="9" name="S12-text33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+ 28</a:t>
            </a:r>
            <a:endParaRPr lang="ko-KR" sz="2600" dirty="0"/>
          </a:p>
        </p:txBody>
      </p:sp>
      <p:sp>
        <p:nvSpPr>
          <p:cNvPr id="10" name="S12-text33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 × 8 = 64</a:t>
            </a:r>
            <a:endParaRPr lang="ko-KR" sz="3200" dirty="0"/>
          </a:p>
        </p:txBody>
      </p:sp>
      <p:sp>
        <p:nvSpPr>
          <p:cNvPr id="11" name="S12-text34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64개</a:t>
            </a:r>
            <a:endParaRPr lang="ko-KR" sz="2600" dirty="0"/>
          </a:p>
        </p:txBody>
      </p:sp>
      <p:sp>
        <p:nvSpPr>
          <p:cNvPr id="12" name="S12-chip34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34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32</a:t>
            </a:r>
            <a:endParaRPr lang="ko-KR" sz="3200" dirty="0"/>
          </a:p>
        </p:txBody>
      </p:sp>
      <p:sp>
        <p:nvSpPr>
          <p:cNvPr id="14" name="S12-text34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28에 4만 더함</a:t>
            </a:r>
            <a:endParaRPr lang="ko-KR" sz="2600" dirty="0"/>
          </a:p>
        </p:txBody>
      </p:sp>
      <p:sp>
        <p:nvSpPr>
          <p:cNvPr id="15" name="S12-text34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54</a:t>
            </a:r>
            <a:endParaRPr lang="ko-KR" sz="3200" dirty="0"/>
          </a:p>
        </p:txBody>
      </p:sp>
      <p:sp>
        <p:nvSpPr>
          <p:cNvPr id="16" name="S12-text34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 실수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방법은?</a:t>
            </a:r>
            <a:endParaRPr lang="ko-KR" sz="4400" dirty="0"/>
          </a:p>
        </p:txBody>
      </p:sp>
      <p:sp>
        <p:nvSpPr>
          <p:cNvPr id="3" name="S13-text3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24예요. 8 × 6을 구하는 식은?</a:t>
            </a:r>
            <a:endParaRPr lang="ko-KR" sz="3200" dirty="0"/>
          </a:p>
        </p:txBody>
      </p:sp>
      <p:sp>
        <p:nvSpPr>
          <p:cNvPr id="4" name="S13-card3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식인지 말해 보세요.</a:t>
            </a:r>
            <a:endParaRPr lang="ko-KR" sz="3200" dirty="0"/>
          </a:p>
        </p:txBody>
      </p:sp>
      <p:sp>
        <p:nvSpPr>
          <p:cNvPr id="6" name="S13-chip34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5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5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+ 4</a:t>
            </a:r>
            <a:endParaRPr lang="ko-KR" sz="3200" dirty="0"/>
          </a:p>
        </p:txBody>
      </p:sp>
      <p:sp>
        <p:nvSpPr>
          <p:cNvPr id="9" name="S13-chip35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5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5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+ 8</a:t>
            </a:r>
            <a:endParaRPr lang="ko-KR" sz="3200" dirty="0"/>
          </a:p>
        </p:txBody>
      </p:sp>
      <p:sp>
        <p:nvSpPr>
          <p:cNvPr id="12" name="S13-chip35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5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5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+ 24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8단의 곱은 4단 곱의 2배예요.</a:t>
            </a:r>
            <a:endParaRPr lang="ko-KR" sz="3200" dirty="0"/>
          </a:p>
        </p:txBody>
      </p:sp>
      <p:sp>
        <p:nvSpPr>
          <p:cNvPr id="5" name="S14-chip36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4단 곱을 두 번 더하기</a:t>
            </a:r>
            <a:endParaRPr lang="ko-KR" sz="2600" dirty="0"/>
          </a:p>
        </p:txBody>
      </p:sp>
      <p:sp>
        <p:nvSpPr>
          <p:cNvPr id="6" name="S14-chip36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4단 곱에 4만 더하기</a:t>
            </a:r>
            <a:endParaRPr lang="ko-KR" sz="2600" dirty="0"/>
          </a:p>
        </p:txBody>
      </p:sp>
      <p:sp>
        <p:nvSpPr>
          <p:cNvPr id="7" name="S14-text36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6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× 5 = □</a:t>
            </a:r>
            <a:endParaRPr lang="ko-KR" sz="3000" dirty="0"/>
          </a:p>
        </p:txBody>
      </p:sp>
      <p:sp>
        <p:nvSpPr>
          <p:cNvPr id="9" name="S14-eqtext36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× 7 = □</a:t>
            </a:r>
            <a:endParaRPr lang="ko-KR" sz="3000" dirty="0"/>
          </a:p>
        </p:txBody>
      </p:sp>
      <p:sp>
        <p:nvSpPr>
          <p:cNvPr id="10" name="S14-eqtext36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× 4 = □</a:t>
            </a:r>
            <a:endParaRPr lang="ko-KR" sz="3000" dirty="0"/>
          </a:p>
        </p:txBody>
      </p:sp>
      <p:sp>
        <p:nvSpPr>
          <p:cNvPr id="11" name="S14-text3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7단과 9단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3씩 두 개</a:t>
            </a:r>
            <a:endParaRPr lang="ko-KR" sz="4400" dirty="0"/>
          </a:p>
        </p:txBody>
      </p:sp>
      <p:sp>
        <p:nvSpPr>
          <p:cNvPr id="3" name="S15-text3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2묶음 두 개를 붙여요.</a:t>
            </a:r>
            <a:endParaRPr lang="ko-KR" sz="3200" dirty="0"/>
          </a:p>
        </p:txBody>
      </p:sp>
      <p:sp>
        <p:nvSpPr>
          <p:cNvPr id="4" name="S15-card36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6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2는 3 × 2의 2배예요.</a:t>
            </a:r>
            <a:endParaRPr lang="ko-KR" sz="3200" dirty="0"/>
          </a:p>
        </p:txBody>
      </p:sp>
      <p:sp>
        <p:nvSpPr>
          <p:cNvPr id="6" name="S15-dot370"/>
          <p:cNvSpPr/>
          <p:nvPr/>
        </p:nvSpPr>
        <p:spPr>
          <a:xfrm>
            <a:off x="157185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71"/>
          <p:cNvSpPr/>
          <p:nvPr/>
        </p:nvSpPr>
        <p:spPr>
          <a:xfrm>
            <a:off x="212049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72"/>
          <p:cNvSpPr/>
          <p:nvPr/>
        </p:nvSpPr>
        <p:spPr>
          <a:xfrm>
            <a:off x="266913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73"/>
          <p:cNvSpPr/>
          <p:nvPr/>
        </p:nvSpPr>
        <p:spPr>
          <a:xfrm>
            <a:off x="157185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74"/>
          <p:cNvSpPr/>
          <p:nvPr/>
        </p:nvSpPr>
        <p:spPr>
          <a:xfrm>
            <a:off x="212049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75"/>
          <p:cNvSpPr/>
          <p:nvPr/>
        </p:nvSpPr>
        <p:spPr>
          <a:xfrm>
            <a:off x="266913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group376"/>
          <p:cNvSpPr/>
          <p:nvPr/>
        </p:nvSpPr>
        <p:spPr>
          <a:xfrm>
            <a:off x="1495044" y="257695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15-group377"/>
          <p:cNvSpPr/>
          <p:nvPr/>
        </p:nvSpPr>
        <p:spPr>
          <a:xfrm>
            <a:off x="1495044" y="312559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15-figure378" descr="주황 점 3개씩 2묶음, 6개"/>
          <p:cNvSpPr/>
          <p:nvPr/>
        </p:nvSpPr>
        <p:spPr>
          <a:xfrm>
            <a:off x="1467612" y="2540381"/>
            <a:ext cx="164592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5-label379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16" name="S15-dot380"/>
          <p:cNvSpPr/>
          <p:nvPr/>
        </p:nvSpPr>
        <p:spPr>
          <a:xfrm>
            <a:off x="537575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381"/>
          <p:cNvSpPr/>
          <p:nvPr/>
        </p:nvSpPr>
        <p:spPr>
          <a:xfrm>
            <a:off x="592439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382"/>
          <p:cNvSpPr/>
          <p:nvPr/>
        </p:nvSpPr>
        <p:spPr>
          <a:xfrm>
            <a:off x="647303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383"/>
          <p:cNvSpPr/>
          <p:nvPr/>
        </p:nvSpPr>
        <p:spPr>
          <a:xfrm>
            <a:off x="537575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384"/>
          <p:cNvSpPr/>
          <p:nvPr/>
        </p:nvSpPr>
        <p:spPr>
          <a:xfrm>
            <a:off x="592439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385"/>
          <p:cNvSpPr/>
          <p:nvPr/>
        </p:nvSpPr>
        <p:spPr>
          <a:xfrm>
            <a:off x="647303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group386"/>
          <p:cNvSpPr/>
          <p:nvPr/>
        </p:nvSpPr>
        <p:spPr>
          <a:xfrm>
            <a:off x="5298948" y="257695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5-group387"/>
          <p:cNvSpPr/>
          <p:nvPr/>
        </p:nvSpPr>
        <p:spPr>
          <a:xfrm>
            <a:off x="5298948" y="312559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5-figure388" descr="파란 점 3개씩 2묶음, 6개"/>
          <p:cNvSpPr/>
          <p:nvPr/>
        </p:nvSpPr>
        <p:spPr>
          <a:xfrm>
            <a:off x="5271516" y="2540381"/>
            <a:ext cx="164592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5-label389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26" name="S15-dot390"/>
          <p:cNvSpPr/>
          <p:nvPr/>
        </p:nvSpPr>
        <p:spPr>
          <a:xfrm>
            <a:off x="835670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5-dot391"/>
          <p:cNvSpPr/>
          <p:nvPr/>
        </p:nvSpPr>
        <p:spPr>
          <a:xfrm>
            <a:off x="890534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dot392"/>
          <p:cNvSpPr/>
          <p:nvPr/>
        </p:nvSpPr>
        <p:spPr>
          <a:xfrm>
            <a:off x="945398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5-dot393"/>
          <p:cNvSpPr/>
          <p:nvPr/>
        </p:nvSpPr>
        <p:spPr>
          <a:xfrm>
            <a:off x="1000262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dot394"/>
          <p:cNvSpPr/>
          <p:nvPr/>
        </p:nvSpPr>
        <p:spPr>
          <a:xfrm>
            <a:off x="1055126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5-dot395"/>
          <p:cNvSpPr/>
          <p:nvPr/>
        </p:nvSpPr>
        <p:spPr>
          <a:xfrm>
            <a:off x="1109990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5-dot396"/>
          <p:cNvSpPr/>
          <p:nvPr/>
        </p:nvSpPr>
        <p:spPr>
          <a:xfrm>
            <a:off x="835670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dot397"/>
          <p:cNvSpPr/>
          <p:nvPr/>
        </p:nvSpPr>
        <p:spPr>
          <a:xfrm>
            <a:off x="890534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5-dot398"/>
          <p:cNvSpPr/>
          <p:nvPr/>
        </p:nvSpPr>
        <p:spPr>
          <a:xfrm>
            <a:off x="945398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dot399"/>
          <p:cNvSpPr/>
          <p:nvPr/>
        </p:nvSpPr>
        <p:spPr>
          <a:xfrm>
            <a:off x="1000262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5-dot400"/>
          <p:cNvSpPr/>
          <p:nvPr/>
        </p:nvSpPr>
        <p:spPr>
          <a:xfrm>
            <a:off x="1055126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dot401"/>
          <p:cNvSpPr/>
          <p:nvPr/>
        </p:nvSpPr>
        <p:spPr>
          <a:xfrm>
            <a:off x="1109990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5-group402"/>
          <p:cNvSpPr/>
          <p:nvPr/>
        </p:nvSpPr>
        <p:spPr>
          <a:xfrm>
            <a:off x="8279892" y="2576957"/>
            <a:ext cx="323697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15-group403"/>
          <p:cNvSpPr/>
          <p:nvPr/>
        </p:nvSpPr>
        <p:spPr>
          <a:xfrm>
            <a:off x="8279892" y="3125597"/>
            <a:ext cx="323697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15-figure404" descr="점 6개씩 2묶음, 12개"/>
          <p:cNvSpPr/>
          <p:nvPr/>
        </p:nvSpPr>
        <p:spPr>
          <a:xfrm>
            <a:off x="8252460" y="2540381"/>
            <a:ext cx="329184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15-label405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4단과 8단</dc:title>
  <dc:subject>KR22-G02-MAT-TIMES48-L01</dc:subject>
  <dc:creator>education-ppt</dc:creator>
  <cp:lastModifiedBy>education-ppt</cp:lastModifiedBy>
  <cp:revision>1</cp:revision>
  <dcterms:created xsi:type="dcterms:W3CDTF">2026-10-26T07:46:48Z</dcterms:created>
  <dcterms:modified xsi:type="dcterms:W3CDTF">2026-10-26T07:46:48Z</dcterms:modified>
</cp:coreProperties>
</file>