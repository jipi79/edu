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a6c10d2-900a-e2a9-9d75-b6acc9606226}">
          <p14:sldIdLst>
            <p14:sldId id="256"/>
            <p14:sldId id="257"/>
          </p14:sldIdLst>
        </p14:section>
        <p14:section name="개념" id="{2dda45f5-b3bd-8601-67ba-78297e37f2e2}">
          <p14:sldIdLst>
            <p14:sldId id="258"/>
            <p14:sldId id="259"/>
            <p14:sldId id="260"/>
            <p14:sldId id="261"/>
            <p14:sldId id="263"/>
            <p14:sldId id="264"/>
          </p14:sldIdLst>
        </p14:section>
        <p14:section name="연습" id="{c9748f54-f22a-9e75-d960-90e51d425bae}">
          <p14:sldIdLst>
            <p14:sldId id="262"/>
            <p14:sldId id="265"/>
            <p14:sldId id="266"/>
          </p14:sldIdLst>
        </p14:section>
        <p14:section name="개념" id="{0690b07b-22e5-d73b-9821-c112fc04bc7d}">
          <p14:sldIdLst/>
        </p14:section>
        <p14:section name="연습" id="{2d14d571-959c-7bbb-f973-335122ca405b}">
          <p14:sldIdLst/>
        </p14:section>
        <p14:section name="확인" id="{940c152f-7c3d-ee27-423a-200d1608e159}">
          <p14:sldIdLst>
            <p14:sldId id="267"/>
            <p14:sldId id="268"/>
          </p14:sldIdLst>
        </p14:section>
        <p14:section name="정리" id="{e3f3a8cd-bf48-a27f-6d16-0d6ad7579871}">
          <p14:sldIdLst>
            <p14:sldId id="269"/>
          </p14:sldIdLst>
        </p14:section>
        <p14:section name="보충" id="{14b2633d-90df-bf72-03d4-dcca9f5a33b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네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네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네 자리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수는 어떻게 읽을까?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73200"/>
          <a:ext cx="3931920" cy="9144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네 자리 수를 읽고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뛰어 세고, 크기를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4개, 1이 7개인 수는?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582에서 8은 얼마일까요?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639 ○ 693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100이 10개면 1000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천이라고 읽어요.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900보다 100 큰 수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6208776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999보다 1 큰 수</a:t>
            </a:r>
            <a:endParaRPr lang="ko-KR" sz="3200" dirty="0"/>
          </a:p>
        </p:txBody>
      </p:sp>
      <p:sp>
        <p:nvSpPr>
          <p:cNvPr id="9" name="S03-flat16"/>
          <p:cNvSpPr/>
          <p:nvPr/>
        </p:nvSpPr>
        <p:spPr>
          <a:xfrm>
            <a:off x="600470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70413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600470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80779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600470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91145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600470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101511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600470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111877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600470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122243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600470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132609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600470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142975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600470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153341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600470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flat35"/>
          <p:cNvSpPr/>
          <p:nvPr/>
        </p:nvSpPr>
        <p:spPr>
          <a:xfrm>
            <a:off x="1699271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180293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1699271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190659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1699271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201025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1699271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211391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1699271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221757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1699271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232123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1699271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242489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1699271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252855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1699271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263221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1699271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flat54"/>
          <p:cNvSpPr/>
          <p:nvPr/>
        </p:nvSpPr>
        <p:spPr>
          <a:xfrm>
            <a:off x="2798073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290173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2798073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300539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2798073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310905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2798073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321271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2798073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331637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2798073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342003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2798073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67"/>
          <p:cNvSpPr/>
          <p:nvPr/>
        </p:nvSpPr>
        <p:spPr>
          <a:xfrm>
            <a:off x="352369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68"/>
          <p:cNvSpPr/>
          <p:nvPr/>
        </p:nvSpPr>
        <p:spPr>
          <a:xfrm>
            <a:off x="2798073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3-line69"/>
          <p:cNvSpPr/>
          <p:nvPr/>
        </p:nvSpPr>
        <p:spPr>
          <a:xfrm>
            <a:off x="362735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70"/>
          <p:cNvSpPr/>
          <p:nvPr/>
        </p:nvSpPr>
        <p:spPr>
          <a:xfrm>
            <a:off x="2798073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71"/>
          <p:cNvSpPr/>
          <p:nvPr/>
        </p:nvSpPr>
        <p:spPr>
          <a:xfrm>
            <a:off x="373101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72"/>
          <p:cNvSpPr/>
          <p:nvPr/>
        </p:nvSpPr>
        <p:spPr>
          <a:xfrm>
            <a:off x="2798073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flat73"/>
          <p:cNvSpPr/>
          <p:nvPr/>
        </p:nvSpPr>
        <p:spPr>
          <a:xfrm>
            <a:off x="3896874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line74"/>
          <p:cNvSpPr/>
          <p:nvPr/>
        </p:nvSpPr>
        <p:spPr>
          <a:xfrm>
            <a:off x="400053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75"/>
          <p:cNvSpPr/>
          <p:nvPr/>
        </p:nvSpPr>
        <p:spPr>
          <a:xfrm>
            <a:off x="3896874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76"/>
          <p:cNvSpPr/>
          <p:nvPr/>
        </p:nvSpPr>
        <p:spPr>
          <a:xfrm>
            <a:off x="410419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line77"/>
          <p:cNvSpPr/>
          <p:nvPr/>
        </p:nvSpPr>
        <p:spPr>
          <a:xfrm>
            <a:off x="3896874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line78"/>
          <p:cNvSpPr/>
          <p:nvPr/>
        </p:nvSpPr>
        <p:spPr>
          <a:xfrm>
            <a:off x="420785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3-line79"/>
          <p:cNvSpPr/>
          <p:nvPr/>
        </p:nvSpPr>
        <p:spPr>
          <a:xfrm>
            <a:off x="3896874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3-line80"/>
          <p:cNvSpPr/>
          <p:nvPr/>
        </p:nvSpPr>
        <p:spPr>
          <a:xfrm>
            <a:off x="431151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3-line81"/>
          <p:cNvSpPr/>
          <p:nvPr/>
        </p:nvSpPr>
        <p:spPr>
          <a:xfrm>
            <a:off x="3896874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3-line82"/>
          <p:cNvSpPr/>
          <p:nvPr/>
        </p:nvSpPr>
        <p:spPr>
          <a:xfrm>
            <a:off x="441517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3-line83"/>
          <p:cNvSpPr/>
          <p:nvPr/>
        </p:nvSpPr>
        <p:spPr>
          <a:xfrm>
            <a:off x="3896874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3-line84"/>
          <p:cNvSpPr/>
          <p:nvPr/>
        </p:nvSpPr>
        <p:spPr>
          <a:xfrm>
            <a:off x="451883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3-line85"/>
          <p:cNvSpPr/>
          <p:nvPr/>
        </p:nvSpPr>
        <p:spPr>
          <a:xfrm>
            <a:off x="3896874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3-line86"/>
          <p:cNvSpPr/>
          <p:nvPr/>
        </p:nvSpPr>
        <p:spPr>
          <a:xfrm>
            <a:off x="462249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3-line87"/>
          <p:cNvSpPr/>
          <p:nvPr/>
        </p:nvSpPr>
        <p:spPr>
          <a:xfrm>
            <a:off x="3896874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3-line88"/>
          <p:cNvSpPr/>
          <p:nvPr/>
        </p:nvSpPr>
        <p:spPr>
          <a:xfrm>
            <a:off x="472615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3-line89"/>
          <p:cNvSpPr/>
          <p:nvPr/>
        </p:nvSpPr>
        <p:spPr>
          <a:xfrm>
            <a:off x="3896874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3-line90"/>
          <p:cNvSpPr/>
          <p:nvPr/>
        </p:nvSpPr>
        <p:spPr>
          <a:xfrm>
            <a:off x="482981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3-line91"/>
          <p:cNvSpPr/>
          <p:nvPr/>
        </p:nvSpPr>
        <p:spPr>
          <a:xfrm>
            <a:off x="3896874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flat92"/>
          <p:cNvSpPr/>
          <p:nvPr/>
        </p:nvSpPr>
        <p:spPr>
          <a:xfrm>
            <a:off x="4995675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line93"/>
          <p:cNvSpPr/>
          <p:nvPr/>
        </p:nvSpPr>
        <p:spPr>
          <a:xfrm>
            <a:off x="509933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line94"/>
          <p:cNvSpPr/>
          <p:nvPr/>
        </p:nvSpPr>
        <p:spPr>
          <a:xfrm>
            <a:off x="4995675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line95"/>
          <p:cNvSpPr/>
          <p:nvPr/>
        </p:nvSpPr>
        <p:spPr>
          <a:xfrm>
            <a:off x="520299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3-line96"/>
          <p:cNvSpPr/>
          <p:nvPr/>
        </p:nvSpPr>
        <p:spPr>
          <a:xfrm>
            <a:off x="4995675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3-line97"/>
          <p:cNvSpPr/>
          <p:nvPr/>
        </p:nvSpPr>
        <p:spPr>
          <a:xfrm>
            <a:off x="530665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3-line98"/>
          <p:cNvSpPr/>
          <p:nvPr/>
        </p:nvSpPr>
        <p:spPr>
          <a:xfrm>
            <a:off x="4995675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3-line99"/>
          <p:cNvSpPr/>
          <p:nvPr/>
        </p:nvSpPr>
        <p:spPr>
          <a:xfrm>
            <a:off x="541031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3-line100"/>
          <p:cNvSpPr/>
          <p:nvPr/>
        </p:nvSpPr>
        <p:spPr>
          <a:xfrm>
            <a:off x="4995675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3-line101"/>
          <p:cNvSpPr/>
          <p:nvPr/>
        </p:nvSpPr>
        <p:spPr>
          <a:xfrm>
            <a:off x="551397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3-line102"/>
          <p:cNvSpPr/>
          <p:nvPr/>
        </p:nvSpPr>
        <p:spPr>
          <a:xfrm>
            <a:off x="4995675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3-line103"/>
          <p:cNvSpPr/>
          <p:nvPr/>
        </p:nvSpPr>
        <p:spPr>
          <a:xfrm>
            <a:off x="561763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3-line104"/>
          <p:cNvSpPr/>
          <p:nvPr/>
        </p:nvSpPr>
        <p:spPr>
          <a:xfrm>
            <a:off x="4995675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3-line105"/>
          <p:cNvSpPr/>
          <p:nvPr/>
        </p:nvSpPr>
        <p:spPr>
          <a:xfrm>
            <a:off x="572129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3-line106"/>
          <p:cNvSpPr/>
          <p:nvPr/>
        </p:nvSpPr>
        <p:spPr>
          <a:xfrm>
            <a:off x="4995675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3-line107"/>
          <p:cNvSpPr/>
          <p:nvPr/>
        </p:nvSpPr>
        <p:spPr>
          <a:xfrm>
            <a:off x="582495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3-line108"/>
          <p:cNvSpPr/>
          <p:nvPr/>
        </p:nvSpPr>
        <p:spPr>
          <a:xfrm>
            <a:off x="4995675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3-line109"/>
          <p:cNvSpPr/>
          <p:nvPr/>
        </p:nvSpPr>
        <p:spPr>
          <a:xfrm>
            <a:off x="592861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3-line110"/>
          <p:cNvSpPr/>
          <p:nvPr/>
        </p:nvSpPr>
        <p:spPr>
          <a:xfrm>
            <a:off x="4995675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3-flat111"/>
          <p:cNvSpPr/>
          <p:nvPr/>
        </p:nvSpPr>
        <p:spPr>
          <a:xfrm>
            <a:off x="6094476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5" name="S03-line112"/>
          <p:cNvSpPr/>
          <p:nvPr/>
        </p:nvSpPr>
        <p:spPr>
          <a:xfrm>
            <a:off x="6198136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3-line113"/>
          <p:cNvSpPr/>
          <p:nvPr/>
        </p:nvSpPr>
        <p:spPr>
          <a:xfrm>
            <a:off x="6094476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3-line114"/>
          <p:cNvSpPr/>
          <p:nvPr/>
        </p:nvSpPr>
        <p:spPr>
          <a:xfrm>
            <a:off x="630179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3-line115"/>
          <p:cNvSpPr/>
          <p:nvPr/>
        </p:nvSpPr>
        <p:spPr>
          <a:xfrm>
            <a:off x="6094476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3-line116"/>
          <p:cNvSpPr/>
          <p:nvPr/>
        </p:nvSpPr>
        <p:spPr>
          <a:xfrm>
            <a:off x="6405457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3-line117"/>
          <p:cNvSpPr/>
          <p:nvPr/>
        </p:nvSpPr>
        <p:spPr>
          <a:xfrm>
            <a:off x="6094476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3-line118"/>
          <p:cNvSpPr/>
          <p:nvPr/>
        </p:nvSpPr>
        <p:spPr>
          <a:xfrm>
            <a:off x="650911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3-line119"/>
          <p:cNvSpPr/>
          <p:nvPr/>
        </p:nvSpPr>
        <p:spPr>
          <a:xfrm>
            <a:off x="6094476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3-line120"/>
          <p:cNvSpPr/>
          <p:nvPr/>
        </p:nvSpPr>
        <p:spPr>
          <a:xfrm>
            <a:off x="661277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3-line121"/>
          <p:cNvSpPr/>
          <p:nvPr/>
        </p:nvSpPr>
        <p:spPr>
          <a:xfrm>
            <a:off x="6094476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3-line122"/>
          <p:cNvSpPr/>
          <p:nvPr/>
        </p:nvSpPr>
        <p:spPr>
          <a:xfrm>
            <a:off x="671643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3-line123"/>
          <p:cNvSpPr/>
          <p:nvPr/>
        </p:nvSpPr>
        <p:spPr>
          <a:xfrm>
            <a:off x="6094476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3-line124"/>
          <p:cNvSpPr/>
          <p:nvPr/>
        </p:nvSpPr>
        <p:spPr>
          <a:xfrm>
            <a:off x="682009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3-line125"/>
          <p:cNvSpPr/>
          <p:nvPr/>
        </p:nvSpPr>
        <p:spPr>
          <a:xfrm>
            <a:off x="6094476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3-line126"/>
          <p:cNvSpPr/>
          <p:nvPr/>
        </p:nvSpPr>
        <p:spPr>
          <a:xfrm>
            <a:off x="692376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3-line127"/>
          <p:cNvSpPr/>
          <p:nvPr/>
        </p:nvSpPr>
        <p:spPr>
          <a:xfrm>
            <a:off x="6094476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3-line128"/>
          <p:cNvSpPr/>
          <p:nvPr/>
        </p:nvSpPr>
        <p:spPr>
          <a:xfrm>
            <a:off x="702742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3-line129"/>
          <p:cNvSpPr/>
          <p:nvPr/>
        </p:nvSpPr>
        <p:spPr>
          <a:xfrm>
            <a:off x="6094476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3-flat130"/>
          <p:cNvSpPr/>
          <p:nvPr/>
        </p:nvSpPr>
        <p:spPr>
          <a:xfrm>
            <a:off x="7193277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3-line131"/>
          <p:cNvSpPr/>
          <p:nvPr/>
        </p:nvSpPr>
        <p:spPr>
          <a:xfrm>
            <a:off x="729693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3-line132"/>
          <p:cNvSpPr/>
          <p:nvPr/>
        </p:nvSpPr>
        <p:spPr>
          <a:xfrm>
            <a:off x="7193277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3-line133"/>
          <p:cNvSpPr/>
          <p:nvPr/>
        </p:nvSpPr>
        <p:spPr>
          <a:xfrm>
            <a:off x="7400598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3-line134"/>
          <p:cNvSpPr/>
          <p:nvPr/>
        </p:nvSpPr>
        <p:spPr>
          <a:xfrm>
            <a:off x="7193277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3-line135"/>
          <p:cNvSpPr/>
          <p:nvPr/>
        </p:nvSpPr>
        <p:spPr>
          <a:xfrm>
            <a:off x="750425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3-line136"/>
          <p:cNvSpPr/>
          <p:nvPr/>
        </p:nvSpPr>
        <p:spPr>
          <a:xfrm>
            <a:off x="7193277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3-line137"/>
          <p:cNvSpPr/>
          <p:nvPr/>
        </p:nvSpPr>
        <p:spPr>
          <a:xfrm>
            <a:off x="760791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3-line138"/>
          <p:cNvSpPr/>
          <p:nvPr/>
        </p:nvSpPr>
        <p:spPr>
          <a:xfrm>
            <a:off x="7193277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3-line139"/>
          <p:cNvSpPr/>
          <p:nvPr/>
        </p:nvSpPr>
        <p:spPr>
          <a:xfrm>
            <a:off x="771158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3-line140"/>
          <p:cNvSpPr/>
          <p:nvPr/>
        </p:nvSpPr>
        <p:spPr>
          <a:xfrm>
            <a:off x="7193277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3-line141"/>
          <p:cNvSpPr/>
          <p:nvPr/>
        </p:nvSpPr>
        <p:spPr>
          <a:xfrm>
            <a:off x="781524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3-line142"/>
          <p:cNvSpPr/>
          <p:nvPr/>
        </p:nvSpPr>
        <p:spPr>
          <a:xfrm>
            <a:off x="7193277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3-line143"/>
          <p:cNvSpPr/>
          <p:nvPr/>
        </p:nvSpPr>
        <p:spPr>
          <a:xfrm>
            <a:off x="791890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3-line144"/>
          <p:cNvSpPr/>
          <p:nvPr/>
        </p:nvSpPr>
        <p:spPr>
          <a:xfrm>
            <a:off x="7193277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3-line145"/>
          <p:cNvSpPr/>
          <p:nvPr/>
        </p:nvSpPr>
        <p:spPr>
          <a:xfrm>
            <a:off x="802256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3-line146"/>
          <p:cNvSpPr/>
          <p:nvPr/>
        </p:nvSpPr>
        <p:spPr>
          <a:xfrm>
            <a:off x="7193277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3-line147"/>
          <p:cNvSpPr/>
          <p:nvPr/>
        </p:nvSpPr>
        <p:spPr>
          <a:xfrm>
            <a:off x="812622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3-line148"/>
          <p:cNvSpPr/>
          <p:nvPr/>
        </p:nvSpPr>
        <p:spPr>
          <a:xfrm>
            <a:off x="7193277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3-flat149"/>
          <p:cNvSpPr/>
          <p:nvPr/>
        </p:nvSpPr>
        <p:spPr>
          <a:xfrm>
            <a:off x="8292078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03-line150"/>
          <p:cNvSpPr/>
          <p:nvPr/>
        </p:nvSpPr>
        <p:spPr>
          <a:xfrm>
            <a:off x="839573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3-line151"/>
          <p:cNvSpPr/>
          <p:nvPr/>
        </p:nvSpPr>
        <p:spPr>
          <a:xfrm>
            <a:off x="8292078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3-line152"/>
          <p:cNvSpPr/>
          <p:nvPr/>
        </p:nvSpPr>
        <p:spPr>
          <a:xfrm>
            <a:off x="8499399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3-line153"/>
          <p:cNvSpPr/>
          <p:nvPr/>
        </p:nvSpPr>
        <p:spPr>
          <a:xfrm>
            <a:off x="8292078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3-line154"/>
          <p:cNvSpPr/>
          <p:nvPr/>
        </p:nvSpPr>
        <p:spPr>
          <a:xfrm>
            <a:off x="860306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3-line155"/>
          <p:cNvSpPr/>
          <p:nvPr/>
        </p:nvSpPr>
        <p:spPr>
          <a:xfrm>
            <a:off x="8292078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3-line156"/>
          <p:cNvSpPr/>
          <p:nvPr/>
        </p:nvSpPr>
        <p:spPr>
          <a:xfrm>
            <a:off x="870672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3-line157"/>
          <p:cNvSpPr/>
          <p:nvPr/>
        </p:nvSpPr>
        <p:spPr>
          <a:xfrm>
            <a:off x="8292078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3-line158"/>
          <p:cNvSpPr/>
          <p:nvPr/>
        </p:nvSpPr>
        <p:spPr>
          <a:xfrm>
            <a:off x="881038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03-line159"/>
          <p:cNvSpPr/>
          <p:nvPr/>
        </p:nvSpPr>
        <p:spPr>
          <a:xfrm>
            <a:off x="8292078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03-line160"/>
          <p:cNvSpPr/>
          <p:nvPr/>
        </p:nvSpPr>
        <p:spPr>
          <a:xfrm>
            <a:off x="891404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03-line161"/>
          <p:cNvSpPr/>
          <p:nvPr/>
        </p:nvSpPr>
        <p:spPr>
          <a:xfrm>
            <a:off x="8292078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03-line162"/>
          <p:cNvSpPr/>
          <p:nvPr/>
        </p:nvSpPr>
        <p:spPr>
          <a:xfrm>
            <a:off x="901770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03-line163"/>
          <p:cNvSpPr/>
          <p:nvPr/>
        </p:nvSpPr>
        <p:spPr>
          <a:xfrm>
            <a:off x="8292078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03-line164"/>
          <p:cNvSpPr/>
          <p:nvPr/>
        </p:nvSpPr>
        <p:spPr>
          <a:xfrm>
            <a:off x="912136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03-line165"/>
          <p:cNvSpPr/>
          <p:nvPr/>
        </p:nvSpPr>
        <p:spPr>
          <a:xfrm>
            <a:off x="8292078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03-line166"/>
          <p:cNvSpPr/>
          <p:nvPr/>
        </p:nvSpPr>
        <p:spPr>
          <a:xfrm>
            <a:off x="922502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03-line167"/>
          <p:cNvSpPr/>
          <p:nvPr/>
        </p:nvSpPr>
        <p:spPr>
          <a:xfrm>
            <a:off x="8292078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3-flat168"/>
          <p:cNvSpPr/>
          <p:nvPr/>
        </p:nvSpPr>
        <p:spPr>
          <a:xfrm>
            <a:off x="9390879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3-line169"/>
          <p:cNvSpPr/>
          <p:nvPr/>
        </p:nvSpPr>
        <p:spPr>
          <a:xfrm>
            <a:off x="949454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3-line170"/>
          <p:cNvSpPr/>
          <p:nvPr/>
        </p:nvSpPr>
        <p:spPr>
          <a:xfrm>
            <a:off x="9390879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3-line171"/>
          <p:cNvSpPr/>
          <p:nvPr/>
        </p:nvSpPr>
        <p:spPr>
          <a:xfrm>
            <a:off x="9598200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3-line172"/>
          <p:cNvSpPr/>
          <p:nvPr/>
        </p:nvSpPr>
        <p:spPr>
          <a:xfrm>
            <a:off x="9390879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3-line173"/>
          <p:cNvSpPr/>
          <p:nvPr/>
        </p:nvSpPr>
        <p:spPr>
          <a:xfrm>
            <a:off x="970186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3-line174"/>
          <p:cNvSpPr/>
          <p:nvPr/>
        </p:nvSpPr>
        <p:spPr>
          <a:xfrm>
            <a:off x="9390879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3-line175"/>
          <p:cNvSpPr/>
          <p:nvPr/>
        </p:nvSpPr>
        <p:spPr>
          <a:xfrm>
            <a:off x="980552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3-line176"/>
          <p:cNvSpPr/>
          <p:nvPr/>
        </p:nvSpPr>
        <p:spPr>
          <a:xfrm>
            <a:off x="9390879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3-line177"/>
          <p:cNvSpPr/>
          <p:nvPr/>
        </p:nvSpPr>
        <p:spPr>
          <a:xfrm>
            <a:off x="990918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3-line178"/>
          <p:cNvSpPr/>
          <p:nvPr/>
        </p:nvSpPr>
        <p:spPr>
          <a:xfrm>
            <a:off x="9390879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3-line179"/>
          <p:cNvSpPr/>
          <p:nvPr/>
        </p:nvSpPr>
        <p:spPr>
          <a:xfrm>
            <a:off x="1001284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3-line180"/>
          <p:cNvSpPr/>
          <p:nvPr/>
        </p:nvSpPr>
        <p:spPr>
          <a:xfrm>
            <a:off x="9390879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3-line181"/>
          <p:cNvSpPr/>
          <p:nvPr/>
        </p:nvSpPr>
        <p:spPr>
          <a:xfrm>
            <a:off x="1011650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3-line182"/>
          <p:cNvSpPr/>
          <p:nvPr/>
        </p:nvSpPr>
        <p:spPr>
          <a:xfrm>
            <a:off x="9390879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3-line183"/>
          <p:cNvSpPr/>
          <p:nvPr/>
        </p:nvSpPr>
        <p:spPr>
          <a:xfrm>
            <a:off x="1022016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3-line184"/>
          <p:cNvSpPr/>
          <p:nvPr/>
        </p:nvSpPr>
        <p:spPr>
          <a:xfrm>
            <a:off x="9390879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3-line185"/>
          <p:cNvSpPr/>
          <p:nvPr/>
        </p:nvSpPr>
        <p:spPr>
          <a:xfrm>
            <a:off x="1032382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3-line186"/>
          <p:cNvSpPr/>
          <p:nvPr/>
        </p:nvSpPr>
        <p:spPr>
          <a:xfrm>
            <a:off x="9390879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3-flat187"/>
          <p:cNvSpPr/>
          <p:nvPr/>
        </p:nvSpPr>
        <p:spPr>
          <a:xfrm>
            <a:off x="10489681" y="1938640"/>
            <a:ext cx="1036605" cy="1036605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1" name="S03-line188"/>
          <p:cNvSpPr/>
          <p:nvPr/>
        </p:nvSpPr>
        <p:spPr>
          <a:xfrm>
            <a:off x="10593341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3-line189"/>
          <p:cNvSpPr/>
          <p:nvPr/>
        </p:nvSpPr>
        <p:spPr>
          <a:xfrm>
            <a:off x="10489681" y="2042300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3-line190"/>
          <p:cNvSpPr/>
          <p:nvPr/>
        </p:nvSpPr>
        <p:spPr>
          <a:xfrm>
            <a:off x="1069700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3-line191"/>
          <p:cNvSpPr/>
          <p:nvPr/>
        </p:nvSpPr>
        <p:spPr>
          <a:xfrm>
            <a:off x="10489681" y="214596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3-line192"/>
          <p:cNvSpPr/>
          <p:nvPr/>
        </p:nvSpPr>
        <p:spPr>
          <a:xfrm>
            <a:off x="10800662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3-line193"/>
          <p:cNvSpPr/>
          <p:nvPr/>
        </p:nvSpPr>
        <p:spPr>
          <a:xfrm>
            <a:off x="10489681" y="2249621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3-line194"/>
          <p:cNvSpPr/>
          <p:nvPr/>
        </p:nvSpPr>
        <p:spPr>
          <a:xfrm>
            <a:off x="1090432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3-line195"/>
          <p:cNvSpPr/>
          <p:nvPr/>
        </p:nvSpPr>
        <p:spPr>
          <a:xfrm>
            <a:off x="10489681" y="235328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3-line196"/>
          <p:cNvSpPr/>
          <p:nvPr/>
        </p:nvSpPr>
        <p:spPr>
          <a:xfrm>
            <a:off x="11007983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3-line197"/>
          <p:cNvSpPr/>
          <p:nvPr/>
        </p:nvSpPr>
        <p:spPr>
          <a:xfrm>
            <a:off x="10489681" y="245694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3-line198"/>
          <p:cNvSpPr/>
          <p:nvPr/>
        </p:nvSpPr>
        <p:spPr>
          <a:xfrm>
            <a:off x="1111164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3-line199"/>
          <p:cNvSpPr/>
          <p:nvPr/>
        </p:nvSpPr>
        <p:spPr>
          <a:xfrm>
            <a:off x="10489681" y="2560602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3-line200"/>
          <p:cNvSpPr/>
          <p:nvPr/>
        </p:nvSpPr>
        <p:spPr>
          <a:xfrm>
            <a:off x="1121530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3-line201"/>
          <p:cNvSpPr/>
          <p:nvPr/>
        </p:nvSpPr>
        <p:spPr>
          <a:xfrm>
            <a:off x="10489681" y="266426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3-line202"/>
          <p:cNvSpPr/>
          <p:nvPr/>
        </p:nvSpPr>
        <p:spPr>
          <a:xfrm>
            <a:off x="11318964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3-line203"/>
          <p:cNvSpPr/>
          <p:nvPr/>
        </p:nvSpPr>
        <p:spPr>
          <a:xfrm>
            <a:off x="10489681" y="2767923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3-line204"/>
          <p:cNvSpPr/>
          <p:nvPr/>
        </p:nvSpPr>
        <p:spPr>
          <a:xfrm>
            <a:off x="11422625" y="1938640"/>
            <a:ext cx="0" cy="1036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3-line205"/>
          <p:cNvSpPr/>
          <p:nvPr/>
        </p:nvSpPr>
        <p:spPr>
          <a:xfrm>
            <a:off x="10489681" y="2871584"/>
            <a:ext cx="1036605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3-figure206" descr="백 모형 10개"/>
          <p:cNvSpPr/>
          <p:nvPr/>
        </p:nvSpPr>
        <p:spPr>
          <a:xfrm>
            <a:off x="548640" y="193864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몇 개?</a:t>
            </a:r>
            <a:endParaRPr lang="ko-KR" sz="4400" dirty="0"/>
          </a:p>
        </p:txBody>
      </p:sp>
      <p:sp>
        <p:nvSpPr>
          <p:cNvPr id="3" name="S04-text2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하나씩 늘어나요.</a:t>
            </a:r>
            <a:endParaRPr lang="ko-KR" sz="3200" dirty="0"/>
          </a:p>
        </p:txBody>
      </p:sp>
      <p:sp>
        <p:nvSpPr>
          <p:cNvPr id="4" name="S04-card2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3개면 3000, 삼천이에요.</a:t>
            </a:r>
            <a:endParaRPr lang="ko-KR" sz="3200" dirty="0"/>
          </a:p>
        </p:txBody>
      </p:sp>
      <p:graphicFrame>
        <p:nvGraphicFramePr>
          <p:cNvPr id="5" name="S04-table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089785"/>
          <a:ext cx="7315200" cy="914400"/>
        </p:xfrm>
        <a:graphic>
          <a:graphicData uri="http://schemas.openxmlformats.org/drawingml/2006/table">
            <a:tbl>
              <a:tblPr/>
              <a:tblGrid>
                <a:gridCol w="2487168"/>
                <a:gridCol w="2414016"/>
                <a:gridCol w="2414016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수</a:t>
            </a:r>
            <a:endParaRPr lang="ko-KR" sz="4400" dirty="0"/>
          </a:p>
        </p:txBody>
      </p:sp>
      <p:sp>
        <p:nvSpPr>
          <p:cNvPr id="3" name="S05-text2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2개, 100이 3개, 10이 5개, 1이 4개</a:t>
            </a:r>
            <a:endParaRPr lang="ko-KR" sz="3200" dirty="0"/>
          </a:p>
        </p:txBody>
      </p:sp>
      <p:sp>
        <p:nvSpPr>
          <p:cNvPr id="4" name="S05-card2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2354 = 2000 + 300 + 50 + 4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이천삼백오십사라고 읽어요.</a:t>
            </a:r>
            <a:endParaRPr lang="ko-KR" sz="3200" dirty="0"/>
          </a:p>
        </p:txBody>
      </p:sp>
      <p:graphicFrame>
        <p:nvGraphicFramePr>
          <p:cNvPr id="6" name="S05-table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580767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</a:t>
            </a:r>
            <a:endParaRPr lang="ko-KR" sz="4400" dirty="0"/>
          </a:p>
        </p:txBody>
      </p:sp>
      <p:sp>
        <p:nvSpPr>
          <p:cNvPr id="3" name="S06-text2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3개, 10이 5개인 수</a:t>
            </a:r>
            <a:endParaRPr lang="ko-KR" sz="3200" dirty="0"/>
          </a:p>
        </p:txBody>
      </p:sp>
      <p:sp>
        <p:nvSpPr>
          <p:cNvPr id="4" name="S06-card21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1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3050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삼천오십이라고 읽어요. 0인 자리는 읽지 않아요.</a:t>
            </a:r>
            <a:endParaRPr lang="ko-KR" sz="3200" dirty="0"/>
          </a:p>
        </p:txBody>
      </p:sp>
      <p:graphicFrame>
        <p:nvGraphicFramePr>
          <p:cNvPr id="7" name="S06-table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5516" y="2836672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 봐요</a:t>
            </a:r>
            <a:endParaRPr lang="ko-KR" sz="4400" dirty="0"/>
          </a:p>
        </p:txBody>
      </p:sp>
      <p:sp>
        <p:nvSpPr>
          <p:cNvPr id="3" name="S07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 자리에는 0을 꼭 써요.</a:t>
            </a:r>
            <a:endParaRPr lang="ko-KR" sz="3200" dirty="0"/>
          </a:p>
        </p:txBody>
      </p:sp>
      <p:sp>
        <p:nvSpPr>
          <p:cNvPr id="5" name="S07-chip2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text22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천이백칠을 숫자로 써요.</a:t>
            </a:r>
            <a:endParaRPr lang="ko-KR" sz="3200" dirty="0"/>
          </a:p>
        </p:txBody>
      </p:sp>
      <p:sp>
        <p:nvSpPr>
          <p:cNvPr id="7" name="S07-chip22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text22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5380을 읽어요.</a:t>
            </a:r>
            <a:endParaRPr lang="ko-KR" sz="3200" dirty="0"/>
          </a:p>
        </p:txBody>
      </p:sp>
      <p:sp>
        <p:nvSpPr>
          <p:cNvPr id="9" name="S07-chip22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text22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1000이 4개, 10이 6개인 수는?</a:t>
            </a:r>
            <a:endParaRPr lang="ko-KR" sz="3200" dirty="0"/>
          </a:p>
        </p:txBody>
      </p:sp>
      <p:sp>
        <p:nvSpPr>
          <p:cNvPr id="11" name="S07-chip22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text22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7425에서 4는 얼마일까요?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세기</a:t>
            </a:r>
            <a:endParaRPr lang="ko-KR" sz="4400" dirty="0"/>
          </a:p>
        </p:txBody>
      </p:sp>
      <p:sp>
        <p:nvSpPr>
          <p:cNvPr id="3" name="S08-text2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2345에서 뛰어 세어요.</a:t>
            </a:r>
            <a:endParaRPr lang="ko-KR" sz="3200" dirty="0"/>
          </a:p>
        </p:txBody>
      </p:sp>
      <p:sp>
        <p:nvSpPr>
          <p:cNvPr id="4" name="S08-card2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센 자리의 숫자가 1씩 커져요.</a:t>
            </a:r>
            <a:endParaRPr lang="ko-KR" sz="3200" dirty="0"/>
          </a:p>
        </p:txBody>
      </p:sp>
      <p:graphicFrame>
        <p:nvGraphicFramePr>
          <p:cNvPr id="9" name="S08-table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089785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몇씩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뛰어 세기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3345 → 4345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2445 → 2545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2355 → 2365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1씩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2345 → 2346 → 2347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천의 자리부터 비교</a:t>
            </a:r>
            <a:endParaRPr lang="ko-KR" sz="4400" dirty="0"/>
          </a:p>
        </p:txBody>
      </p:sp>
      <p:sp>
        <p:nvSpPr>
          <p:cNvPr id="3" name="S09-text2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차례로 비교해요.</a:t>
            </a:r>
            <a:endParaRPr lang="ko-KR" sz="3200" dirty="0"/>
          </a:p>
        </p:txBody>
      </p:sp>
      <p:sp>
        <p:nvSpPr>
          <p:cNvPr id="4" name="S09-card23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23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3254 &gt; 3198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천이 같으니 백의 자리를 봐요.</a:t>
            </a:r>
            <a:endParaRPr lang="ko-KR" sz="3200" dirty="0"/>
          </a:p>
        </p:txBody>
      </p:sp>
      <p:graphicFrame>
        <p:nvGraphicFramePr>
          <p:cNvPr id="10" name="S09-table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2403602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3254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세고 비교해요</a:t>
            </a:r>
            <a:endParaRPr lang="ko-KR" sz="4400" dirty="0"/>
          </a:p>
        </p:txBody>
      </p:sp>
      <p:sp>
        <p:nvSpPr>
          <p:cNvPr id="3" name="S10-text2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100씩, ②는 1000씩 뛰어 세요.</a:t>
            </a:r>
            <a:endParaRPr lang="ko-KR" sz="3200" dirty="0"/>
          </a:p>
        </p:txBody>
      </p:sp>
      <p:sp>
        <p:nvSpPr>
          <p:cNvPr id="4" name="S10-card2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자리가 변하는지 봐요.</a:t>
            </a:r>
            <a:endParaRPr lang="ko-KR" sz="3200" dirty="0"/>
          </a:p>
        </p:txBody>
      </p:sp>
      <p:sp>
        <p:nvSpPr>
          <p:cNvPr id="6" name="S10-chip24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eqtext24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4500 → 4600 → □</a:t>
            </a:r>
            <a:endParaRPr lang="ko-KR" sz="3600" dirty="0"/>
          </a:p>
        </p:txBody>
      </p:sp>
      <p:sp>
        <p:nvSpPr>
          <p:cNvPr id="8" name="S10-chip24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eqtext24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6080 → 7080 → □</a:t>
            </a:r>
            <a:endParaRPr lang="ko-KR" sz="3600" dirty="0"/>
          </a:p>
        </p:txBody>
      </p:sp>
      <p:sp>
        <p:nvSpPr>
          <p:cNvPr id="10" name="S10-chip24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eqtext24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5432 ○ 5423</a:t>
            </a:r>
            <a:endParaRPr lang="ko-KR" sz="3600" dirty="0"/>
          </a:p>
        </p:txBody>
      </p:sp>
      <p:sp>
        <p:nvSpPr>
          <p:cNvPr id="12" name="S10-chip24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eqtext24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2999 ○ 3001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1-card2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2800에서 100씩 뛰어 세었어요.</a:t>
            </a:r>
            <a:endParaRPr lang="ko-KR" sz="3200" dirty="0"/>
          </a:p>
        </p:txBody>
      </p:sp>
      <p:sp>
        <p:nvSpPr>
          <p:cNvPr id="5" name="S11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1-chip25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21000</a:t>
            </a:r>
            <a:endParaRPr lang="ko-KR" sz="2600" dirty="0"/>
          </a:p>
        </p:txBody>
      </p:sp>
      <p:sp>
        <p:nvSpPr>
          <p:cNvPr id="8" name="S11-text25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2900 다음은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21000이에요.</a:t>
            </a:r>
            <a:endParaRPr lang="ko-KR" sz="3200" dirty="0"/>
          </a:p>
        </p:txBody>
      </p:sp>
      <p:sp>
        <p:nvSpPr>
          <p:cNvPr id="9" name="S11-chip2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3000</a:t>
            </a:r>
            <a:endParaRPr lang="ko-KR" sz="2600" dirty="0"/>
          </a:p>
        </p:txBody>
      </p:sp>
      <p:sp>
        <p:nvSpPr>
          <p:cNvPr id="10" name="S11-text25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2900 다음은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3000이에요.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2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2-chip25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25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사천칠십을 숫자로 써요.</a:t>
            </a:r>
            <a:endParaRPr lang="ko-KR" sz="3200" dirty="0"/>
          </a:p>
        </p:txBody>
      </p:sp>
      <p:sp>
        <p:nvSpPr>
          <p:cNvPr id="6" name="S12-chip25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26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8603에서 6은 얼마일까요?</a:t>
            </a:r>
            <a:endParaRPr lang="ko-KR" sz="3200" dirty="0"/>
          </a:p>
        </p:txBody>
      </p:sp>
      <p:sp>
        <p:nvSpPr>
          <p:cNvPr id="8" name="S12-chip26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26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100씩: 4800, 4900, □</a:t>
            </a:r>
            <a:endParaRPr lang="ko-KR" sz="3200" dirty="0"/>
          </a:p>
        </p:txBody>
      </p:sp>
      <p:sp>
        <p:nvSpPr>
          <p:cNvPr id="10" name="S12-chip26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2-eqtext26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6201 ○ 6210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수는?</a:t>
            </a:r>
            <a:endParaRPr lang="ko-KR" sz="4400" dirty="0"/>
          </a:p>
        </p:txBody>
      </p:sp>
      <p:sp>
        <p:nvSpPr>
          <p:cNvPr id="3" name="S14-card2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고르고, 어떻게 알았는지 말해요.</a:t>
            </a:r>
            <a:endParaRPr lang="ko-KR" sz="3200" dirty="0"/>
          </a:p>
        </p:txBody>
      </p:sp>
      <p:sp>
        <p:nvSpPr>
          <p:cNvPr id="5" name="S14-chip267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4-card268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69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3099</a:t>
            </a:r>
            <a:endParaRPr lang="ko-KR" sz="3200" dirty="0"/>
          </a:p>
        </p:txBody>
      </p:sp>
      <p:sp>
        <p:nvSpPr>
          <p:cNvPr id="8" name="S14-chip27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14-card271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72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3910</a:t>
            </a:r>
            <a:endParaRPr lang="ko-KR" sz="3200" dirty="0"/>
          </a:p>
        </p:txBody>
      </p:sp>
      <p:sp>
        <p:nvSpPr>
          <p:cNvPr id="11" name="S14-chip273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2" name="S14-card274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75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3901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2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천, 백, 십, 일의 자리 차례로 생각해요.</a:t>
            </a:r>
            <a:endParaRPr lang="ko-KR" sz="3200" dirty="0"/>
          </a:p>
        </p:txBody>
      </p:sp>
      <p:sp>
        <p:nvSpPr>
          <p:cNvPr id="5" name="S15-chip27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0인 자리에 0 쓰기</a:t>
            </a:r>
            <a:endParaRPr lang="ko-KR" sz="2600" dirty="0"/>
          </a:p>
        </p:txBody>
      </p:sp>
      <p:sp>
        <p:nvSpPr>
          <p:cNvPr id="6" name="S15-chip27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9 다음에 10을 붙여 쓰기</a:t>
            </a:r>
            <a:endParaRPr lang="ko-KR" sz="2600" dirty="0"/>
          </a:p>
        </p:txBody>
      </p:sp>
      <p:sp>
        <p:nvSpPr>
          <p:cNvPr id="7" name="S15-text28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28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1000이 3개,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5개인 수</a:t>
            </a:r>
            <a:endParaRPr lang="ko-KR" sz="2600" dirty="0"/>
          </a:p>
        </p:txBody>
      </p:sp>
      <p:sp>
        <p:nvSpPr>
          <p:cNvPr id="9" name="S15-text28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100씩: 6700,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6800, □</a:t>
            </a:r>
            <a:endParaRPr lang="ko-KR" sz="2600" dirty="0"/>
          </a:p>
        </p:txBody>
      </p:sp>
      <p:sp>
        <p:nvSpPr>
          <p:cNvPr id="10" name="S15-eqtext28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4123 ○ 4132</a:t>
            </a:r>
            <a:endParaRPr lang="ko-KR" sz="3000" dirty="0"/>
          </a:p>
        </p:txBody>
      </p:sp>
      <p:sp>
        <p:nvSpPr>
          <p:cNvPr id="11" name="S15-text28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받아올림이 있는 두 자리 수 덧셈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자리 수</a:t>
            </a:r>
            <a:endParaRPr lang="ko-KR" sz="4400" dirty="0"/>
          </a:p>
        </p:txBody>
      </p:sp>
      <p:sp>
        <p:nvSpPr>
          <p:cNvPr id="3" name="S16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= 200 + 40 + 3</a:t>
            </a:r>
            <a:endParaRPr lang="ko-KR" sz="3200" dirty="0"/>
          </a:p>
        </p:txBody>
      </p:sp>
      <p:sp>
        <p:nvSpPr>
          <p:cNvPr id="5" name="S16-flat287"/>
          <p:cNvSpPr/>
          <p:nvPr/>
        </p:nvSpPr>
        <p:spPr>
          <a:xfrm>
            <a:off x="638704" y="2322622"/>
            <a:ext cx="1801276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6-line288"/>
          <p:cNvSpPr/>
          <p:nvPr/>
        </p:nvSpPr>
        <p:spPr>
          <a:xfrm>
            <a:off x="818831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6-line289"/>
          <p:cNvSpPr/>
          <p:nvPr/>
        </p:nvSpPr>
        <p:spPr>
          <a:xfrm>
            <a:off x="638704" y="2502749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6-line290"/>
          <p:cNvSpPr/>
          <p:nvPr/>
        </p:nvSpPr>
        <p:spPr>
          <a:xfrm>
            <a:off x="998959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6-line291"/>
          <p:cNvSpPr/>
          <p:nvPr/>
        </p:nvSpPr>
        <p:spPr>
          <a:xfrm>
            <a:off x="638704" y="2682877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6-line292"/>
          <p:cNvSpPr/>
          <p:nvPr/>
        </p:nvSpPr>
        <p:spPr>
          <a:xfrm>
            <a:off x="1179087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6-line293"/>
          <p:cNvSpPr/>
          <p:nvPr/>
        </p:nvSpPr>
        <p:spPr>
          <a:xfrm>
            <a:off x="638704" y="286300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line294"/>
          <p:cNvSpPr/>
          <p:nvPr/>
        </p:nvSpPr>
        <p:spPr>
          <a:xfrm>
            <a:off x="1359214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6-line295"/>
          <p:cNvSpPr/>
          <p:nvPr/>
        </p:nvSpPr>
        <p:spPr>
          <a:xfrm>
            <a:off x="638704" y="3043132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6-line296"/>
          <p:cNvSpPr/>
          <p:nvPr/>
        </p:nvSpPr>
        <p:spPr>
          <a:xfrm>
            <a:off x="153934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line297"/>
          <p:cNvSpPr/>
          <p:nvPr/>
        </p:nvSpPr>
        <p:spPr>
          <a:xfrm>
            <a:off x="638704" y="3223260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6-line298"/>
          <p:cNvSpPr/>
          <p:nvPr/>
        </p:nvSpPr>
        <p:spPr>
          <a:xfrm>
            <a:off x="1719470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6-line299"/>
          <p:cNvSpPr/>
          <p:nvPr/>
        </p:nvSpPr>
        <p:spPr>
          <a:xfrm>
            <a:off x="638704" y="3403388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line300"/>
          <p:cNvSpPr/>
          <p:nvPr/>
        </p:nvSpPr>
        <p:spPr>
          <a:xfrm>
            <a:off x="1899597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6-line301"/>
          <p:cNvSpPr/>
          <p:nvPr/>
        </p:nvSpPr>
        <p:spPr>
          <a:xfrm>
            <a:off x="638704" y="358351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6-line302"/>
          <p:cNvSpPr/>
          <p:nvPr/>
        </p:nvSpPr>
        <p:spPr>
          <a:xfrm>
            <a:off x="2079725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line303"/>
          <p:cNvSpPr/>
          <p:nvPr/>
        </p:nvSpPr>
        <p:spPr>
          <a:xfrm>
            <a:off x="638704" y="3763643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6-line304"/>
          <p:cNvSpPr/>
          <p:nvPr/>
        </p:nvSpPr>
        <p:spPr>
          <a:xfrm>
            <a:off x="225985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6-line305"/>
          <p:cNvSpPr/>
          <p:nvPr/>
        </p:nvSpPr>
        <p:spPr>
          <a:xfrm>
            <a:off x="638704" y="3943771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flat306"/>
          <p:cNvSpPr/>
          <p:nvPr/>
        </p:nvSpPr>
        <p:spPr>
          <a:xfrm>
            <a:off x="2548057" y="2322622"/>
            <a:ext cx="1801276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6-line307"/>
          <p:cNvSpPr/>
          <p:nvPr/>
        </p:nvSpPr>
        <p:spPr>
          <a:xfrm>
            <a:off x="2728184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6-line308"/>
          <p:cNvSpPr/>
          <p:nvPr/>
        </p:nvSpPr>
        <p:spPr>
          <a:xfrm>
            <a:off x="2548057" y="2502749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line309"/>
          <p:cNvSpPr/>
          <p:nvPr/>
        </p:nvSpPr>
        <p:spPr>
          <a:xfrm>
            <a:off x="290831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6-line310"/>
          <p:cNvSpPr/>
          <p:nvPr/>
        </p:nvSpPr>
        <p:spPr>
          <a:xfrm>
            <a:off x="2548057" y="2682877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6-line311"/>
          <p:cNvSpPr/>
          <p:nvPr/>
        </p:nvSpPr>
        <p:spPr>
          <a:xfrm>
            <a:off x="3088440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line312"/>
          <p:cNvSpPr/>
          <p:nvPr/>
        </p:nvSpPr>
        <p:spPr>
          <a:xfrm>
            <a:off x="2548057" y="286300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6-line313"/>
          <p:cNvSpPr/>
          <p:nvPr/>
        </p:nvSpPr>
        <p:spPr>
          <a:xfrm>
            <a:off x="3268567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6-line314"/>
          <p:cNvSpPr/>
          <p:nvPr/>
        </p:nvSpPr>
        <p:spPr>
          <a:xfrm>
            <a:off x="2548057" y="3043132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line315"/>
          <p:cNvSpPr/>
          <p:nvPr/>
        </p:nvSpPr>
        <p:spPr>
          <a:xfrm>
            <a:off x="3448695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6-line316"/>
          <p:cNvSpPr/>
          <p:nvPr/>
        </p:nvSpPr>
        <p:spPr>
          <a:xfrm>
            <a:off x="2548057" y="3223260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6-line317"/>
          <p:cNvSpPr/>
          <p:nvPr/>
        </p:nvSpPr>
        <p:spPr>
          <a:xfrm>
            <a:off x="3628822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line318"/>
          <p:cNvSpPr/>
          <p:nvPr/>
        </p:nvSpPr>
        <p:spPr>
          <a:xfrm>
            <a:off x="2548057" y="3403388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6-line319"/>
          <p:cNvSpPr/>
          <p:nvPr/>
        </p:nvSpPr>
        <p:spPr>
          <a:xfrm>
            <a:off x="3808950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6-line320"/>
          <p:cNvSpPr/>
          <p:nvPr/>
        </p:nvSpPr>
        <p:spPr>
          <a:xfrm>
            <a:off x="2548057" y="3583515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line321"/>
          <p:cNvSpPr/>
          <p:nvPr/>
        </p:nvSpPr>
        <p:spPr>
          <a:xfrm>
            <a:off x="3989078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6-line322"/>
          <p:cNvSpPr/>
          <p:nvPr/>
        </p:nvSpPr>
        <p:spPr>
          <a:xfrm>
            <a:off x="2548057" y="3763643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6-line323"/>
          <p:cNvSpPr/>
          <p:nvPr/>
        </p:nvSpPr>
        <p:spPr>
          <a:xfrm>
            <a:off x="4169205" y="2322622"/>
            <a:ext cx="0" cy="1801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6-line324"/>
          <p:cNvSpPr/>
          <p:nvPr/>
        </p:nvSpPr>
        <p:spPr>
          <a:xfrm>
            <a:off x="2548057" y="3943771"/>
            <a:ext cx="180127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6-rod325"/>
          <p:cNvSpPr/>
          <p:nvPr/>
        </p:nvSpPr>
        <p:spPr>
          <a:xfrm>
            <a:off x="4457409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6-line326"/>
          <p:cNvSpPr/>
          <p:nvPr/>
        </p:nvSpPr>
        <p:spPr>
          <a:xfrm>
            <a:off x="4457409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6-line327"/>
          <p:cNvSpPr/>
          <p:nvPr/>
        </p:nvSpPr>
        <p:spPr>
          <a:xfrm>
            <a:off x="4457409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6-line328"/>
          <p:cNvSpPr/>
          <p:nvPr/>
        </p:nvSpPr>
        <p:spPr>
          <a:xfrm>
            <a:off x="4457409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6-line329"/>
          <p:cNvSpPr/>
          <p:nvPr/>
        </p:nvSpPr>
        <p:spPr>
          <a:xfrm>
            <a:off x="4457409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6-line330"/>
          <p:cNvSpPr/>
          <p:nvPr/>
        </p:nvSpPr>
        <p:spPr>
          <a:xfrm>
            <a:off x="4457409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6-line331"/>
          <p:cNvSpPr/>
          <p:nvPr/>
        </p:nvSpPr>
        <p:spPr>
          <a:xfrm>
            <a:off x="4457409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6-line332"/>
          <p:cNvSpPr/>
          <p:nvPr/>
        </p:nvSpPr>
        <p:spPr>
          <a:xfrm>
            <a:off x="4457409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6-line333"/>
          <p:cNvSpPr/>
          <p:nvPr/>
        </p:nvSpPr>
        <p:spPr>
          <a:xfrm>
            <a:off x="4457409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6-line334"/>
          <p:cNvSpPr/>
          <p:nvPr/>
        </p:nvSpPr>
        <p:spPr>
          <a:xfrm>
            <a:off x="4457409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6-rod335"/>
          <p:cNvSpPr/>
          <p:nvPr/>
        </p:nvSpPr>
        <p:spPr>
          <a:xfrm>
            <a:off x="4745614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6-line336"/>
          <p:cNvSpPr/>
          <p:nvPr/>
        </p:nvSpPr>
        <p:spPr>
          <a:xfrm>
            <a:off x="4745614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6-line337"/>
          <p:cNvSpPr/>
          <p:nvPr/>
        </p:nvSpPr>
        <p:spPr>
          <a:xfrm>
            <a:off x="4745614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6-line338"/>
          <p:cNvSpPr/>
          <p:nvPr/>
        </p:nvSpPr>
        <p:spPr>
          <a:xfrm>
            <a:off x="4745614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6-line339"/>
          <p:cNvSpPr/>
          <p:nvPr/>
        </p:nvSpPr>
        <p:spPr>
          <a:xfrm>
            <a:off x="4745614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6-line340"/>
          <p:cNvSpPr/>
          <p:nvPr/>
        </p:nvSpPr>
        <p:spPr>
          <a:xfrm>
            <a:off x="4745614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6-line341"/>
          <p:cNvSpPr/>
          <p:nvPr/>
        </p:nvSpPr>
        <p:spPr>
          <a:xfrm>
            <a:off x="4745614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6-line342"/>
          <p:cNvSpPr/>
          <p:nvPr/>
        </p:nvSpPr>
        <p:spPr>
          <a:xfrm>
            <a:off x="4745614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6-line343"/>
          <p:cNvSpPr/>
          <p:nvPr/>
        </p:nvSpPr>
        <p:spPr>
          <a:xfrm>
            <a:off x="4745614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6-line344"/>
          <p:cNvSpPr/>
          <p:nvPr/>
        </p:nvSpPr>
        <p:spPr>
          <a:xfrm>
            <a:off x="4745614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6-rod345"/>
          <p:cNvSpPr/>
          <p:nvPr/>
        </p:nvSpPr>
        <p:spPr>
          <a:xfrm>
            <a:off x="5033818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6-line346"/>
          <p:cNvSpPr/>
          <p:nvPr/>
        </p:nvSpPr>
        <p:spPr>
          <a:xfrm>
            <a:off x="5033818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6-line347"/>
          <p:cNvSpPr/>
          <p:nvPr/>
        </p:nvSpPr>
        <p:spPr>
          <a:xfrm>
            <a:off x="5033818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6-line348"/>
          <p:cNvSpPr/>
          <p:nvPr/>
        </p:nvSpPr>
        <p:spPr>
          <a:xfrm>
            <a:off x="5033818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6-line349"/>
          <p:cNvSpPr/>
          <p:nvPr/>
        </p:nvSpPr>
        <p:spPr>
          <a:xfrm>
            <a:off x="5033818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6-line350"/>
          <p:cNvSpPr/>
          <p:nvPr/>
        </p:nvSpPr>
        <p:spPr>
          <a:xfrm>
            <a:off x="5033818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6-line351"/>
          <p:cNvSpPr/>
          <p:nvPr/>
        </p:nvSpPr>
        <p:spPr>
          <a:xfrm>
            <a:off x="5033818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6-line352"/>
          <p:cNvSpPr/>
          <p:nvPr/>
        </p:nvSpPr>
        <p:spPr>
          <a:xfrm>
            <a:off x="5033818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6-line353"/>
          <p:cNvSpPr/>
          <p:nvPr/>
        </p:nvSpPr>
        <p:spPr>
          <a:xfrm>
            <a:off x="5033818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6-line354"/>
          <p:cNvSpPr/>
          <p:nvPr/>
        </p:nvSpPr>
        <p:spPr>
          <a:xfrm>
            <a:off x="5033818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6-rod355"/>
          <p:cNvSpPr/>
          <p:nvPr/>
        </p:nvSpPr>
        <p:spPr>
          <a:xfrm>
            <a:off x="5322022" y="2322622"/>
            <a:ext cx="180128" cy="180127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6-line356"/>
          <p:cNvSpPr/>
          <p:nvPr/>
        </p:nvSpPr>
        <p:spPr>
          <a:xfrm>
            <a:off x="5322022" y="2502749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6-line357"/>
          <p:cNvSpPr/>
          <p:nvPr/>
        </p:nvSpPr>
        <p:spPr>
          <a:xfrm>
            <a:off x="5322022" y="2682877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6-line358"/>
          <p:cNvSpPr/>
          <p:nvPr/>
        </p:nvSpPr>
        <p:spPr>
          <a:xfrm>
            <a:off x="5322022" y="286300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6-line359"/>
          <p:cNvSpPr/>
          <p:nvPr/>
        </p:nvSpPr>
        <p:spPr>
          <a:xfrm>
            <a:off x="5322022" y="3043132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6-line360"/>
          <p:cNvSpPr/>
          <p:nvPr/>
        </p:nvSpPr>
        <p:spPr>
          <a:xfrm>
            <a:off x="5322022" y="3223260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6-line361"/>
          <p:cNvSpPr/>
          <p:nvPr/>
        </p:nvSpPr>
        <p:spPr>
          <a:xfrm>
            <a:off x="5322022" y="3403388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6-line362"/>
          <p:cNvSpPr/>
          <p:nvPr/>
        </p:nvSpPr>
        <p:spPr>
          <a:xfrm>
            <a:off x="5322022" y="3583515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6-line363"/>
          <p:cNvSpPr/>
          <p:nvPr/>
        </p:nvSpPr>
        <p:spPr>
          <a:xfrm>
            <a:off x="5322022" y="3763643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6-line364"/>
          <p:cNvSpPr/>
          <p:nvPr/>
        </p:nvSpPr>
        <p:spPr>
          <a:xfrm>
            <a:off x="5322022" y="3943771"/>
            <a:ext cx="18012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6-unit365"/>
          <p:cNvSpPr/>
          <p:nvPr/>
        </p:nvSpPr>
        <p:spPr>
          <a:xfrm>
            <a:off x="5610226" y="3898739"/>
            <a:ext cx="180128" cy="18012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16-unit366"/>
          <p:cNvSpPr/>
          <p:nvPr/>
        </p:nvSpPr>
        <p:spPr>
          <a:xfrm>
            <a:off x="5610226" y="3673579"/>
            <a:ext cx="180128" cy="18012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16-unit367"/>
          <p:cNvSpPr/>
          <p:nvPr/>
        </p:nvSpPr>
        <p:spPr>
          <a:xfrm>
            <a:off x="5610226" y="3448420"/>
            <a:ext cx="180128" cy="18012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16-figure368" descr="백 모형 2개, 십 모형 4개, 일 모형 3개"/>
          <p:cNvSpPr/>
          <p:nvPr/>
        </p:nvSpPr>
        <p:spPr>
          <a:xfrm>
            <a:off x="548640" y="2322622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16" name="S16-table3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5684" y="2455545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네 자리 수</dc:title>
  <dc:subject>KR22-G02-MAT-NUM4D-L01</dc:subject>
  <dc:creator>education-ppt</dc:creator>
  <cp:lastModifiedBy>education-ppt</cp:lastModifiedBy>
  <cp:revision>1</cp:revision>
  <dcterms:created xsi:type="dcterms:W3CDTF">2026-10-26T07:46:34Z</dcterms:created>
  <dcterms:modified xsi:type="dcterms:W3CDTF">2026-10-26T07:46:34Z</dcterms:modified>
</cp:coreProperties>
</file>