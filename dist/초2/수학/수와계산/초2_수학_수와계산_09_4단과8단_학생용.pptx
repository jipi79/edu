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d12eb57-78f1-50a4-c1aa-3bbe64d4278d}">
          <p14:sldIdLst>
            <p14:sldId id="256"/>
            <p14:sldId id="257"/>
          </p14:sldIdLst>
        </p14:section>
        <p14:section name="개념" id="{93a57f7c-5167-4b57-5514-e3f3024a6acb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00e6137c-f256-334f-acfd-01670cc63c50}">
          <p14:sldIdLst>
            <p14:sldId id="264"/>
            <p14:sldId id="265"/>
          </p14:sldIdLst>
        </p14:section>
        <p14:section name="확인" id="{b382b47b-6641-c2ef-47b1-d5accd5fe2dc}">
          <p14:sldIdLst>
            <p14:sldId id="266"/>
            <p14:sldId id="267"/>
          </p14:sldIdLst>
        </p14:section>
        <p14:section name="정리" id="{11c0fb93-850f-4468-9393-26d0d0f35509}">
          <p14:sldIdLst>
            <p14:sldId id="268"/>
          </p14:sldIdLst>
        </p14:section>
        <p14:section name="보충" id="{ec83a2d2-3af6-b87c-f368-77e0bada10f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4단과 8단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4단으로 8단을 구할 수 있을까?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83915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25063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66211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07359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783915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25063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66211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07359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783915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825063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866211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07359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group13"/>
          <p:cNvSpPr/>
          <p:nvPr/>
        </p:nvSpPr>
        <p:spPr>
          <a:xfrm>
            <a:off x="7788402" y="152247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1-group14"/>
          <p:cNvSpPr/>
          <p:nvPr/>
        </p:nvSpPr>
        <p:spPr>
          <a:xfrm>
            <a:off x="7788402" y="193395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1-group15"/>
          <p:cNvSpPr/>
          <p:nvPr/>
        </p:nvSpPr>
        <p:spPr>
          <a:xfrm>
            <a:off x="7788402" y="234543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1-figure16" descr="4개씩 묶은 점 3줄"/>
          <p:cNvSpPr/>
          <p:nvPr/>
        </p:nvSpPr>
        <p:spPr>
          <a:xfrm>
            <a:off x="7760970" y="1485900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996513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37661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1078809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119957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96513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37661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78809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19957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996513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dot26"/>
          <p:cNvSpPr/>
          <p:nvPr/>
        </p:nvSpPr>
        <p:spPr>
          <a:xfrm>
            <a:off x="1037661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78809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dot28"/>
          <p:cNvSpPr/>
          <p:nvPr/>
        </p:nvSpPr>
        <p:spPr>
          <a:xfrm>
            <a:off x="1119957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1-group29"/>
          <p:cNvSpPr/>
          <p:nvPr/>
        </p:nvSpPr>
        <p:spPr>
          <a:xfrm>
            <a:off x="9914382" y="152247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1-group30"/>
          <p:cNvSpPr/>
          <p:nvPr/>
        </p:nvSpPr>
        <p:spPr>
          <a:xfrm>
            <a:off x="9914382" y="193395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1-group31"/>
          <p:cNvSpPr/>
          <p:nvPr/>
        </p:nvSpPr>
        <p:spPr>
          <a:xfrm>
            <a:off x="9914382" y="234543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1-figure32" descr="파란 점 4개씩 3줄"/>
          <p:cNvSpPr/>
          <p:nvPr/>
        </p:nvSpPr>
        <p:spPr>
          <a:xfrm>
            <a:off x="9886950" y="1485900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1-card3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7" name="S01-cardtext3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4씩 묶어 세어 4단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4단을 두 번 더해 8단을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□</a:t>
            </a:r>
            <a:endParaRPr lang="ko-KR" sz="3600" dirty="0"/>
          </a:p>
        </p:txBody>
      </p:sp>
      <p:sp>
        <p:nvSpPr>
          <p:cNvPr id="5" name="S02-chip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7 = □</a:t>
            </a:r>
            <a:endParaRPr lang="ko-KR" sz="3600" dirty="0"/>
          </a:p>
        </p:txBody>
      </p:sp>
      <p:sp>
        <p:nvSpPr>
          <p:cNvPr id="7" name="S02-chip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4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12, 6 × 4는?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묶어 세요</a:t>
            </a:r>
            <a:endParaRPr lang="ko-KR" sz="4400" dirty="0"/>
          </a:p>
        </p:txBody>
      </p:sp>
      <p:sp>
        <p:nvSpPr>
          <p:cNvPr id="3" name="S03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한 마리는 다리가 4개예요.</a:t>
            </a:r>
            <a:endParaRPr lang="ko-KR" sz="3200" dirty="0"/>
          </a:p>
        </p:txBody>
      </p:sp>
      <p:sp>
        <p:nvSpPr>
          <p:cNvPr id="4" name="S03-card4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4, 8, 12, 16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4개 늘어요.</a:t>
            </a:r>
            <a:endParaRPr lang="ko-KR" sz="3200" dirty="0"/>
          </a:p>
        </p:txBody>
      </p:sp>
      <p:sp>
        <p:nvSpPr>
          <p:cNvPr id="6" name="S03-dot44"/>
          <p:cNvSpPr/>
          <p:nvPr/>
        </p:nvSpPr>
        <p:spPr>
          <a:xfrm>
            <a:off x="90479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5"/>
          <p:cNvSpPr/>
          <p:nvPr/>
        </p:nvSpPr>
        <p:spPr>
          <a:xfrm>
            <a:off x="140771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6"/>
          <p:cNvSpPr/>
          <p:nvPr/>
        </p:nvSpPr>
        <p:spPr>
          <a:xfrm>
            <a:off x="191063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7"/>
          <p:cNvSpPr/>
          <p:nvPr/>
        </p:nvSpPr>
        <p:spPr>
          <a:xfrm>
            <a:off x="241355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group48"/>
          <p:cNvSpPr/>
          <p:nvPr/>
        </p:nvSpPr>
        <p:spPr>
          <a:xfrm>
            <a:off x="836676" y="287413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3-figure49" descr="4개씩 1묶음, 점 4개"/>
          <p:cNvSpPr/>
          <p:nvPr/>
        </p:nvSpPr>
        <p:spPr>
          <a:xfrm>
            <a:off x="809244" y="2837561"/>
            <a:ext cx="201168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3-label50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</a:t>
            </a:r>
            <a:endParaRPr lang="ko-KR" sz="2600" dirty="0"/>
          </a:p>
        </p:txBody>
      </p:sp>
      <p:sp>
        <p:nvSpPr>
          <p:cNvPr id="13" name="S03-dot51"/>
          <p:cNvSpPr/>
          <p:nvPr/>
        </p:nvSpPr>
        <p:spPr>
          <a:xfrm>
            <a:off x="375772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52"/>
          <p:cNvSpPr/>
          <p:nvPr/>
        </p:nvSpPr>
        <p:spPr>
          <a:xfrm>
            <a:off x="426064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53"/>
          <p:cNvSpPr/>
          <p:nvPr/>
        </p:nvSpPr>
        <p:spPr>
          <a:xfrm>
            <a:off x="476356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54"/>
          <p:cNvSpPr/>
          <p:nvPr/>
        </p:nvSpPr>
        <p:spPr>
          <a:xfrm>
            <a:off x="526648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55"/>
          <p:cNvSpPr/>
          <p:nvPr/>
        </p:nvSpPr>
        <p:spPr>
          <a:xfrm>
            <a:off x="375772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56"/>
          <p:cNvSpPr/>
          <p:nvPr/>
        </p:nvSpPr>
        <p:spPr>
          <a:xfrm>
            <a:off x="426064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57"/>
          <p:cNvSpPr/>
          <p:nvPr/>
        </p:nvSpPr>
        <p:spPr>
          <a:xfrm>
            <a:off x="476356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58"/>
          <p:cNvSpPr/>
          <p:nvPr/>
        </p:nvSpPr>
        <p:spPr>
          <a:xfrm>
            <a:off x="526648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group59"/>
          <p:cNvSpPr/>
          <p:nvPr/>
        </p:nvSpPr>
        <p:spPr>
          <a:xfrm>
            <a:off x="3689604" y="262267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3-group60"/>
          <p:cNvSpPr/>
          <p:nvPr/>
        </p:nvSpPr>
        <p:spPr>
          <a:xfrm>
            <a:off x="3689604" y="312559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3-figure61" descr="4개씩 2묶음, 점 8개"/>
          <p:cNvSpPr/>
          <p:nvPr/>
        </p:nvSpPr>
        <p:spPr>
          <a:xfrm>
            <a:off x="3662172" y="2586101"/>
            <a:ext cx="201168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3-label62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</a:t>
            </a:r>
            <a:endParaRPr lang="ko-KR" sz="2600" dirty="0"/>
          </a:p>
        </p:txBody>
      </p:sp>
      <p:sp>
        <p:nvSpPr>
          <p:cNvPr id="25" name="S03-dot63"/>
          <p:cNvSpPr/>
          <p:nvPr/>
        </p:nvSpPr>
        <p:spPr>
          <a:xfrm>
            <a:off x="661065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64"/>
          <p:cNvSpPr/>
          <p:nvPr/>
        </p:nvSpPr>
        <p:spPr>
          <a:xfrm>
            <a:off x="711357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65"/>
          <p:cNvSpPr/>
          <p:nvPr/>
        </p:nvSpPr>
        <p:spPr>
          <a:xfrm>
            <a:off x="761649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66"/>
          <p:cNvSpPr/>
          <p:nvPr/>
        </p:nvSpPr>
        <p:spPr>
          <a:xfrm>
            <a:off x="811941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67"/>
          <p:cNvSpPr/>
          <p:nvPr/>
        </p:nvSpPr>
        <p:spPr>
          <a:xfrm>
            <a:off x="661065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68"/>
          <p:cNvSpPr/>
          <p:nvPr/>
        </p:nvSpPr>
        <p:spPr>
          <a:xfrm>
            <a:off x="711357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69"/>
          <p:cNvSpPr/>
          <p:nvPr/>
        </p:nvSpPr>
        <p:spPr>
          <a:xfrm>
            <a:off x="761649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70"/>
          <p:cNvSpPr/>
          <p:nvPr/>
        </p:nvSpPr>
        <p:spPr>
          <a:xfrm>
            <a:off x="811941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71"/>
          <p:cNvSpPr/>
          <p:nvPr/>
        </p:nvSpPr>
        <p:spPr>
          <a:xfrm>
            <a:off x="661065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72"/>
          <p:cNvSpPr/>
          <p:nvPr/>
        </p:nvSpPr>
        <p:spPr>
          <a:xfrm>
            <a:off x="711357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dot73"/>
          <p:cNvSpPr/>
          <p:nvPr/>
        </p:nvSpPr>
        <p:spPr>
          <a:xfrm>
            <a:off x="761649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dot74"/>
          <p:cNvSpPr/>
          <p:nvPr/>
        </p:nvSpPr>
        <p:spPr>
          <a:xfrm>
            <a:off x="811941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group75"/>
          <p:cNvSpPr/>
          <p:nvPr/>
        </p:nvSpPr>
        <p:spPr>
          <a:xfrm>
            <a:off x="6542532" y="237121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3-group76"/>
          <p:cNvSpPr/>
          <p:nvPr/>
        </p:nvSpPr>
        <p:spPr>
          <a:xfrm>
            <a:off x="6542532" y="287413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3-group77"/>
          <p:cNvSpPr/>
          <p:nvPr/>
        </p:nvSpPr>
        <p:spPr>
          <a:xfrm>
            <a:off x="6542532" y="337705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3-figure78" descr="4개씩 3묶음, 점 12개"/>
          <p:cNvSpPr/>
          <p:nvPr/>
        </p:nvSpPr>
        <p:spPr>
          <a:xfrm>
            <a:off x="6515100" y="2334641"/>
            <a:ext cx="20116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3-label79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</a:t>
            </a:r>
            <a:endParaRPr lang="ko-KR" sz="2600" dirty="0"/>
          </a:p>
        </p:txBody>
      </p:sp>
      <p:sp>
        <p:nvSpPr>
          <p:cNvPr id="42" name="S03-dot80"/>
          <p:cNvSpPr/>
          <p:nvPr/>
        </p:nvSpPr>
        <p:spPr>
          <a:xfrm>
            <a:off x="946358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3-dot81"/>
          <p:cNvSpPr/>
          <p:nvPr/>
        </p:nvSpPr>
        <p:spPr>
          <a:xfrm>
            <a:off x="996650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3-dot82"/>
          <p:cNvSpPr/>
          <p:nvPr/>
        </p:nvSpPr>
        <p:spPr>
          <a:xfrm>
            <a:off x="1046942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3-dot83"/>
          <p:cNvSpPr/>
          <p:nvPr/>
        </p:nvSpPr>
        <p:spPr>
          <a:xfrm>
            <a:off x="109723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3-dot84"/>
          <p:cNvSpPr/>
          <p:nvPr/>
        </p:nvSpPr>
        <p:spPr>
          <a:xfrm>
            <a:off x="946358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3-dot85"/>
          <p:cNvSpPr/>
          <p:nvPr/>
        </p:nvSpPr>
        <p:spPr>
          <a:xfrm>
            <a:off x="996650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3-dot86"/>
          <p:cNvSpPr/>
          <p:nvPr/>
        </p:nvSpPr>
        <p:spPr>
          <a:xfrm>
            <a:off x="1046942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3-dot87"/>
          <p:cNvSpPr/>
          <p:nvPr/>
        </p:nvSpPr>
        <p:spPr>
          <a:xfrm>
            <a:off x="109723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3-dot88"/>
          <p:cNvSpPr/>
          <p:nvPr/>
        </p:nvSpPr>
        <p:spPr>
          <a:xfrm>
            <a:off x="946358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3-dot89"/>
          <p:cNvSpPr/>
          <p:nvPr/>
        </p:nvSpPr>
        <p:spPr>
          <a:xfrm>
            <a:off x="996650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3-dot90"/>
          <p:cNvSpPr/>
          <p:nvPr/>
        </p:nvSpPr>
        <p:spPr>
          <a:xfrm>
            <a:off x="1046942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3-dot91"/>
          <p:cNvSpPr/>
          <p:nvPr/>
        </p:nvSpPr>
        <p:spPr>
          <a:xfrm>
            <a:off x="109723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3-dot92"/>
          <p:cNvSpPr/>
          <p:nvPr/>
        </p:nvSpPr>
        <p:spPr>
          <a:xfrm>
            <a:off x="946358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3-dot93"/>
          <p:cNvSpPr/>
          <p:nvPr/>
        </p:nvSpPr>
        <p:spPr>
          <a:xfrm>
            <a:off x="996650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3-dot94"/>
          <p:cNvSpPr/>
          <p:nvPr/>
        </p:nvSpPr>
        <p:spPr>
          <a:xfrm>
            <a:off x="1046942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3-dot95"/>
          <p:cNvSpPr/>
          <p:nvPr/>
        </p:nvSpPr>
        <p:spPr>
          <a:xfrm>
            <a:off x="109723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3-group96"/>
          <p:cNvSpPr/>
          <p:nvPr/>
        </p:nvSpPr>
        <p:spPr>
          <a:xfrm>
            <a:off x="9395460" y="211975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9" name="S03-group97"/>
          <p:cNvSpPr/>
          <p:nvPr/>
        </p:nvSpPr>
        <p:spPr>
          <a:xfrm>
            <a:off x="9395460" y="262267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0" name="S03-group98"/>
          <p:cNvSpPr/>
          <p:nvPr/>
        </p:nvSpPr>
        <p:spPr>
          <a:xfrm>
            <a:off x="9395460" y="312559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03-group99"/>
          <p:cNvSpPr/>
          <p:nvPr/>
        </p:nvSpPr>
        <p:spPr>
          <a:xfrm>
            <a:off x="9395460" y="362851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03-figure100" descr="4개씩 4묶음, 점 16개"/>
          <p:cNvSpPr/>
          <p:nvPr/>
        </p:nvSpPr>
        <p:spPr>
          <a:xfrm>
            <a:off x="9368028" y="2083181"/>
            <a:ext cx="201168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03-label101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뛰어 세요</a:t>
            </a:r>
            <a:endParaRPr lang="ko-KR" sz="4400" dirty="0"/>
          </a:p>
        </p:txBody>
      </p:sp>
      <p:sp>
        <p:nvSpPr>
          <p:cNvPr id="3" name="S04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6은 0에서 4씩 6번 뛰어요.</a:t>
            </a:r>
            <a:endParaRPr lang="ko-KR" sz="3200" dirty="0"/>
          </a:p>
        </p:txBody>
      </p:sp>
      <p:sp>
        <p:nvSpPr>
          <p:cNvPr id="4" name="S04-card10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0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20보다 4 커요.</a:t>
            </a:r>
            <a:endParaRPr lang="ko-KR" sz="3200" dirty="0"/>
          </a:p>
        </p:txBody>
      </p:sp>
      <p:sp>
        <p:nvSpPr>
          <p:cNvPr id="6" name="S04-line105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106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107"/>
          <p:cNvSpPr txBox="1"/>
          <p:nvPr/>
        </p:nvSpPr>
        <p:spPr>
          <a:xfrm>
            <a:off x="502920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04-line108"/>
          <p:cNvSpPr/>
          <p:nvPr/>
        </p:nvSpPr>
        <p:spPr>
          <a:xfrm>
            <a:off x="124536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109"/>
          <p:cNvSpPr/>
          <p:nvPr/>
        </p:nvSpPr>
        <p:spPr>
          <a:xfrm>
            <a:off x="153060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110"/>
          <p:cNvSpPr/>
          <p:nvPr/>
        </p:nvSpPr>
        <p:spPr>
          <a:xfrm>
            <a:off x="181584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ine111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abel112"/>
          <p:cNvSpPr txBox="1"/>
          <p:nvPr/>
        </p:nvSpPr>
        <p:spPr>
          <a:xfrm>
            <a:off x="1643888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" name="S04-line113"/>
          <p:cNvSpPr/>
          <p:nvPr/>
        </p:nvSpPr>
        <p:spPr>
          <a:xfrm>
            <a:off x="238633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114"/>
          <p:cNvSpPr/>
          <p:nvPr/>
        </p:nvSpPr>
        <p:spPr>
          <a:xfrm>
            <a:off x="267157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ine115"/>
          <p:cNvSpPr/>
          <p:nvPr/>
        </p:nvSpPr>
        <p:spPr>
          <a:xfrm>
            <a:off x="295681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line116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117"/>
          <p:cNvSpPr txBox="1"/>
          <p:nvPr/>
        </p:nvSpPr>
        <p:spPr>
          <a:xfrm>
            <a:off x="2784856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9" name="S04-line118"/>
          <p:cNvSpPr/>
          <p:nvPr/>
        </p:nvSpPr>
        <p:spPr>
          <a:xfrm>
            <a:off x="352729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ine119"/>
          <p:cNvSpPr/>
          <p:nvPr/>
        </p:nvSpPr>
        <p:spPr>
          <a:xfrm>
            <a:off x="381254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line120"/>
          <p:cNvSpPr/>
          <p:nvPr/>
        </p:nvSpPr>
        <p:spPr>
          <a:xfrm>
            <a:off x="409778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21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abel122"/>
          <p:cNvSpPr txBox="1"/>
          <p:nvPr/>
        </p:nvSpPr>
        <p:spPr>
          <a:xfrm>
            <a:off x="3925824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4" name="S04-line123"/>
          <p:cNvSpPr/>
          <p:nvPr/>
        </p:nvSpPr>
        <p:spPr>
          <a:xfrm>
            <a:off x="466826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line124"/>
          <p:cNvSpPr/>
          <p:nvPr/>
        </p:nvSpPr>
        <p:spPr>
          <a:xfrm>
            <a:off x="495350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25"/>
          <p:cNvSpPr/>
          <p:nvPr/>
        </p:nvSpPr>
        <p:spPr>
          <a:xfrm>
            <a:off x="523875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2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27"/>
          <p:cNvSpPr txBox="1"/>
          <p:nvPr/>
        </p:nvSpPr>
        <p:spPr>
          <a:xfrm>
            <a:off x="5066792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1600" dirty="0"/>
          </a:p>
        </p:txBody>
      </p:sp>
      <p:sp>
        <p:nvSpPr>
          <p:cNvPr id="29" name="S04-line128"/>
          <p:cNvSpPr/>
          <p:nvPr/>
        </p:nvSpPr>
        <p:spPr>
          <a:xfrm>
            <a:off x="580923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ine129"/>
          <p:cNvSpPr/>
          <p:nvPr/>
        </p:nvSpPr>
        <p:spPr>
          <a:xfrm>
            <a:off x="609447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line130"/>
          <p:cNvSpPr/>
          <p:nvPr/>
        </p:nvSpPr>
        <p:spPr>
          <a:xfrm>
            <a:off x="637971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ine131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4-label132"/>
          <p:cNvSpPr txBox="1"/>
          <p:nvPr/>
        </p:nvSpPr>
        <p:spPr>
          <a:xfrm>
            <a:off x="6207760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600" dirty="0"/>
          </a:p>
        </p:txBody>
      </p:sp>
      <p:sp>
        <p:nvSpPr>
          <p:cNvPr id="34" name="S04-line133"/>
          <p:cNvSpPr/>
          <p:nvPr/>
        </p:nvSpPr>
        <p:spPr>
          <a:xfrm>
            <a:off x="695020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4-line134"/>
          <p:cNvSpPr/>
          <p:nvPr/>
        </p:nvSpPr>
        <p:spPr>
          <a:xfrm>
            <a:off x="723544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ine135"/>
          <p:cNvSpPr/>
          <p:nvPr/>
        </p:nvSpPr>
        <p:spPr>
          <a:xfrm>
            <a:off x="752068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4-line136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abel137"/>
          <p:cNvSpPr txBox="1"/>
          <p:nvPr/>
        </p:nvSpPr>
        <p:spPr>
          <a:xfrm>
            <a:off x="7348728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1600" dirty="0"/>
          </a:p>
        </p:txBody>
      </p:sp>
      <p:sp>
        <p:nvSpPr>
          <p:cNvPr id="39" name="S04-line138"/>
          <p:cNvSpPr/>
          <p:nvPr/>
        </p:nvSpPr>
        <p:spPr>
          <a:xfrm>
            <a:off x="809117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ine139"/>
          <p:cNvSpPr/>
          <p:nvPr/>
        </p:nvSpPr>
        <p:spPr>
          <a:xfrm>
            <a:off x="837641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4-line140"/>
          <p:cNvSpPr/>
          <p:nvPr/>
        </p:nvSpPr>
        <p:spPr>
          <a:xfrm>
            <a:off x="866165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ine141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4-label142"/>
          <p:cNvSpPr txBox="1"/>
          <p:nvPr/>
        </p:nvSpPr>
        <p:spPr>
          <a:xfrm>
            <a:off x="8489696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1600" dirty="0"/>
          </a:p>
        </p:txBody>
      </p:sp>
      <p:sp>
        <p:nvSpPr>
          <p:cNvPr id="44" name="S04-line143"/>
          <p:cNvSpPr/>
          <p:nvPr/>
        </p:nvSpPr>
        <p:spPr>
          <a:xfrm>
            <a:off x="923213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4-line144"/>
          <p:cNvSpPr/>
          <p:nvPr/>
        </p:nvSpPr>
        <p:spPr>
          <a:xfrm>
            <a:off x="951738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4-line145"/>
          <p:cNvSpPr/>
          <p:nvPr/>
        </p:nvSpPr>
        <p:spPr>
          <a:xfrm>
            <a:off x="980262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4-line146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4-label147"/>
          <p:cNvSpPr txBox="1"/>
          <p:nvPr/>
        </p:nvSpPr>
        <p:spPr>
          <a:xfrm>
            <a:off x="9630664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1600" dirty="0"/>
          </a:p>
        </p:txBody>
      </p:sp>
      <p:sp>
        <p:nvSpPr>
          <p:cNvPr id="49" name="S04-line148"/>
          <p:cNvSpPr/>
          <p:nvPr/>
        </p:nvSpPr>
        <p:spPr>
          <a:xfrm>
            <a:off x="1037310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4-line149"/>
          <p:cNvSpPr/>
          <p:nvPr/>
        </p:nvSpPr>
        <p:spPr>
          <a:xfrm>
            <a:off x="1065834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4-line150"/>
          <p:cNvSpPr/>
          <p:nvPr/>
        </p:nvSpPr>
        <p:spPr>
          <a:xfrm>
            <a:off x="1094359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4-line151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4-label152"/>
          <p:cNvSpPr txBox="1"/>
          <p:nvPr/>
        </p:nvSpPr>
        <p:spPr>
          <a:xfrm>
            <a:off x="10771632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1600" dirty="0"/>
          </a:p>
        </p:txBody>
      </p:sp>
      <p:sp>
        <p:nvSpPr>
          <p:cNvPr id="54" name="S04-mark153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5" name="S04-line154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55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56"/>
          <p:cNvSpPr txBox="1"/>
          <p:nvPr/>
        </p:nvSpPr>
        <p:spPr>
          <a:xfrm>
            <a:off x="960120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1600" dirty="0"/>
          </a:p>
        </p:txBody>
      </p:sp>
      <p:sp>
        <p:nvSpPr>
          <p:cNvPr id="58" name="S04-line157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58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59"/>
          <p:cNvSpPr txBox="1"/>
          <p:nvPr/>
        </p:nvSpPr>
        <p:spPr>
          <a:xfrm>
            <a:off x="2101088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1600" dirty="0"/>
          </a:p>
        </p:txBody>
      </p:sp>
      <p:sp>
        <p:nvSpPr>
          <p:cNvPr id="61" name="S04-line160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61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62"/>
          <p:cNvSpPr txBox="1"/>
          <p:nvPr/>
        </p:nvSpPr>
        <p:spPr>
          <a:xfrm>
            <a:off x="3242056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1600" dirty="0"/>
          </a:p>
        </p:txBody>
      </p:sp>
      <p:sp>
        <p:nvSpPr>
          <p:cNvPr id="64" name="S04-line163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4-line164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4-label165"/>
          <p:cNvSpPr txBox="1"/>
          <p:nvPr/>
        </p:nvSpPr>
        <p:spPr>
          <a:xfrm>
            <a:off x="4383024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1600" dirty="0"/>
          </a:p>
        </p:txBody>
      </p:sp>
      <p:sp>
        <p:nvSpPr>
          <p:cNvPr id="67" name="S04-line166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4-line167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4-label168"/>
          <p:cNvSpPr txBox="1"/>
          <p:nvPr/>
        </p:nvSpPr>
        <p:spPr>
          <a:xfrm>
            <a:off x="5523992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1600" dirty="0"/>
          </a:p>
        </p:txBody>
      </p:sp>
      <p:sp>
        <p:nvSpPr>
          <p:cNvPr id="70" name="S04-line169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4-line170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4-label171"/>
          <p:cNvSpPr txBox="1"/>
          <p:nvPr/>
        </p:nvSpPr>
        <p:spPr>
          <a:xfrm>
            <a:off x="6664960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1600" dirty="0"/>
          </a:p>
        </p:txBody>
      </p:sp>
      <p:sp>
        <p:nvSpPr>
          <p:cNvPr id="73" name="S04-figure172" descr="0부터 36까지 수직선(4마다 긴 눈금과 수)에서 0부터 4씩 6번 뛰어 24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4단을 완성해요</a:t>
            </a:r>
            <a:endParaRPr lang="ko-KR" sz="4400" dirty="0"/>
          </a:p>
        </p:txBody>
      </p:sp>
      <p:sp>
        <p:nvSpPr>
          <p:cNvPr id="3" name="S05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4를 더하면 다음 곱이에요.</a:t>
            </a:r>
            <a:endParaRPr lang="ko-KR" sz="3200" dirty="0"/>
          </a:p>
        </p:txBody>
      </p:sp>
      <p:graphicFrame>
        <p:nvGraphicFramePr>
          <p:cNvPr id="6" name="S05-table1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435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두 개면 8씩</a:t>
            </a:r>
            <a:endParaRPr lang="ko-KR" sz="4400" dirty="0"/>
          </a:p>
        </p:txBody>
      </p:sp>
      <p:sp>
        <p:nvSpPr>
          <p:cNvPr id="3" name="S06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 두 개를 붙여요.</a:t>
            </a:r>
            <a:endParaRPr lang="ko-KR" sz="3200" dirty="0"/>
          </a:p>
        </p:txBody>
      </p:sp>
      <p:sp>
        <p:nvSpPr>
          <p:cNvPr id="4" name="S06-card1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3은 4 × 3의 2배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+ 12 = 24</a:t>
            </a:r>
            <a:endParaRPr lang="ko-KR" sz="3200" dirty="0"/>
          </a:p>
        </p:txBody>
      </p:sp>
      <p:sp>
        <p:nvSpPr>
          <p:cNvPr id="6" name="S06-dot180"/>
          <p:cNvSpPr/>
          <p:nvPr/>
        </p:nvSpPr>
        <p:spPr>
          <a:xfrm>
            <a:off x="154579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81"/>
          <p:cNvSpPr/>
          <p:nvPr/>
        </p:nvSpPr>
        <p:spPr>
          <a:xfrm>
            <a:off x="195727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82"/>
          <p:cNvSpPr/>
          <p:nvPr/>
        </p:nvSpPr>
        <p:spPr>
          <a:xfrm>
            <a:off x="236875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83"/>
          <p:cNvSpPr/>
          <p:nvPr/>
        </p:nvSpPr>
        <p:spPr>
          <a:xfrm>
            <a:off x="278023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84"/>
          <p:cNvSpPr/>
          <p:nvPr/>
        </p:nvSpPr>
        <p:spPr>
          <a:xfrm>
            <a:off x="154579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85"/>
          <p:cNvSpPr/>
          <p:nvPr/>
        </p:nvSpPr>
        <p:spPr>
          <a:xfrm>
            <a:off x="195727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86"/>
          <p:cNvSpPr/>
          <p:nvPr/>
        </p:nvSpPr>
        <p:spPr>
          <a:xfrm>
            <a:off x="236875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87"/>
          <p:cNvSpPr/>
          <p:nvPr/>
        </p:nvSpPr>
        <p:spPr>
          <a:xfrm>
            <a:off x="278023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88"/>
          <p:cNvSpPr/>
          <p:nvPr/>
        </p:nvSpPr>
        <p:spPr>
          <a:xfrm>
            <a:off x="154579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89"/>
          <p:cNvSpPr/>
          <p:nvPr/>
        </p:nvSpPr>
        <p:spPr>
          <a:xfrm>
            <a:off x="195727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90"/>
          <p:cNvSpPr/>
          <p:nvPr/>
        </p:nvSpPr>
        <p:spPr>
          <a:xfrm>
            <a:off x="236875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91"/>
          <p:cNvSpPr/>
          <p:nvPr/>
        </p:nvSpPr>
        <p:spPr>
          <a:xfrm>
            <a:off x="278023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92"/>
          <p:cNvSpPr/>
          <p:nvPr/>
        </p:nvSpPr>
        <p:spPr>
          <a:xfrm>
            <a:off x="1495044" y="250837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93"/>
          <p:cNvSpPr/>
          <p:nvPr/>
        </p:nvSpPr>
        <p:spPr>
          <a:xfrm>
            <a:off x="1495044" y="291985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94"/>
          <p:cNvSpPr/>
          <p:nvPr/>
        </p:nvSpPr>
        <p:spPr>
          <a:xfrm>
            <a:off x="1495044" y="333133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95" descr="주황 점 4개씩 3묶음, 12개"/>
          <p:cNvSpPr/>
          <p:nvPr/>
        </p:nvSpPr>
        <p:spPr>
          <a:xfrm>
            <a:off x="1467612" y="2471801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label19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600" dirty="0"/>
          </a:p>
        </p:txBody>
      </p:sp>
      <p:sp>
        <p:nvSpPr>
          <p:cNvPr id="23" name="S06-dot197"/>
          <p:cNvSpPr/>
          <p:nvPr/>
        </p:nvSpPr>
        <p:spPr>
          <a:xfrm>
            <a:off x="534969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198"/>
          <p:cNvSpPr/>
          <p:nvPr/>
        </p:nvSpPr>
        <p:spPr>
          <a:xfrm>
            <a:off x="576117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99"/>
          <p:cNvSpPr/>
          <p:nvPr/>
        </p:nvSpPr>
        <p:spPr>
          <a:xfrm>
            <a:off x="617265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200"/>
          <p:cNvSpPr/>
          <p:nvPr/>
        </p:nvSpPr>
        <p:spPr>
          <a:xfrm>
            <a:off x="658413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201"/>
          <p:cNvSpPr/>
          <p:nvPr/>
        </p:nvSpPr>
        <p:spPr>
          <a:xfrm>
            <a:off x="534969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202"/>
          <p:cNvSpPr/>
          <p:nvPr/>
        </p:nvSpPr>
        <p:spPr>
          <a:xfrm>
            <a:off x="576117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203"/>
          <p:cNvSpPr/>
          <p:nvPr/>
        </p:nvSpPr>
        <p:spPr>
          <a:xfrm>
            <a:off x="617265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204"/>
          <p:cNvSpPr/>
          <p:nvPr/>
        </p:nvSpPr>
        <p:spPr>
          <a:xfrm>
            <a:off x="658413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05"/>
          <p:cNvSpPr/>
          <p:nvPr/>
        </p:nvSpPr>
        <p:spPr>
          <a:xfrm>
            <a:off x="534969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06"/>
          <p:cNvSpPr/>
          <p:nvPr/>
        </p:nvSpPr>
        <p:spPr>
          <a:xfrm>
            <a:off x="576117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207"/>
          <p:cNvSpPr/>
          <p:nvPr/>
        </p:nvSpPr>
        <p:spPr>
          <a:xfrm>
            <a:off x="617265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208"/>
          <p:cNvSpPr/>
          <p:nvPr/>
        </p:nvSpPr>
        <p:spPr>
          <a:xfrm>
            <a:off x="658413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group209"/>
          <p:cNvSpPr/>
          <p:nvPr/>
        </p:nvSpPr>
        <p:spPr>
          <a:xfrm>
            <a:off x="5298948" y="250837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group210"/>
          <p:cNvSpPr/>
          <p:nvPr/>
        </p:nvSpPr>
        <p:spPr>
          <a:xfrm>
            <a:off x="5298948" y="291985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211"/>
          <p:cNvSpPr/>
          <p:nvPr/>
        </p:nvSpPr>
        <p:spPr>
          <a:xfrm>
            <a:off x="5298948" y="333133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figure212" descr="파란 점 4개씩 3묶음, 12개"/>
          <p:cNvSpPr/>
          <p:nvPr/>
        </p:nvSpPr>
        <p:spPr>
          <a:xfrm>
            <a:off x="5271516" y="2471801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06-label21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600" dirty="0"/>
          </a:p>
        </p:txBody>
      </p:sp>
      <p:sp>
        <p:nvSpPr>
          <p:cNvPr id="40" name="S06-dot214"/>
          <p:cNvSpPr/>
          <p:nvPr/>
        </p:nvSpPr>
        <p:spPr>
          <a:xfrm>
            <a:off x="833064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15"/>
          <p:cNvSpPr/>
          <p:nvPr/>
        </p:nvSpPr>
        <p:spPr>
          <a:xfrm>
            <a:off x="874212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16"/>
          <p:cNvSpPr/>
          <p:nvPr/>
        </p:nvSpPr>
        <p:spPr>
          <a:xfrm>
            <a:off x="915360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17"/>
          <p:cNvSpPr/>
          <p:nvPr/>
        </p:nvSpPr>
        <p:spPr>
          <a:xfrm>
            <a:off x="956508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218"/>
          <p:cNvSpPr/>
          <p:nvPr/>
        </p:nvSpPr>
        <p:spPr>
          <a:xfrm>
            <a:off x="997656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219"/>
          <p:cNvSpPr/>
          <p:nvPr/>
        </p:nvSpPr>
        <p:spPr>
          <a:xfrm>
            <a:off x="1038804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220"/>
          <p:cNvSpPr/>
          <p:nvPr/>
        </p:nvSpPr>
        <p:spPr>
          <a:xfrm>
            <a:off x="1079952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221"/>
          <p:cNvSpPr/>
          <p:nvPr/>
        </p:nvSpPr>
        <p:spPr>
          <a:xfrm>
            <a:off x="1121100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222"/>
          <p:cNvSpPr/>
          <p:nvPr/>
        </p:nvSpPr>
        <p:spPr>
          <a:xfrm>
            <a:off x="833064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223"/>
          <p:cNvSpPr/>
          <p:nvPr/>
        </p:nvSpPr>
        <p:spPr>
          <a:xfrm>
            <a:off x="874212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224"/>
          <p:cNvSpPr/>
          <p:nvPr/>
        </p:nvSpPr>
        <p:spPr>
          <a:xfrm>
            <a:off x="915360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225"/>
          <p:cNvSpPr/>
          <p:nvPr/>
        </p:nvSpPr>
        <p:spPr>
          <a:xfrm>
            <a:off x="956508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26"/>
          <p:cNvSpPr/>
          <p:nvPr/>
        </p:nvSpPr>
        <p:spPr>
          <a:xfrm>
            <a:off x="997656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27"/>
          <p:cNvSpPr/>
          <p:nvPr/>
        </p:nvSpPr>
        <p:spPr>
          <a:xfrm>
            <a:off x="1038804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28"/>
          <p:cNvSpPr/>
          <p:nvPr/>
        </p:nvSpPr>
        <p:spPr>
          <a:xfrm>
            <a:off x="1079952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29"/>
          <p:cNvSpPr/>
          <p:nvPr/>
        </p:nvSpPr>
        <p:spPr>
          <a:xfrm>
            <a:off x="1121100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30"/>
          <p:cNvSpPr/>
          <p:nvPr/>
        </p:nvSpPr>
        <p:spPr>
          <a:xfrm>
            <a:off x="833064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31"/>
          <p:cNvSpPr/>
          <p:nvPr/>
        </p:nvSpPr>
        <p:spPr>
          <a:xfrm>
            <a:off x="874212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32"/>
          <p:cNvSpPr/>
          <p:nvPr/>
        </p:nvSpPr>
        <p:spPr>
          <a:xfrm>
            <a:off x="915360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33"/>
          <p:cNvSpPr/>
          <p:nvPr/>
        </p:nvSpPr>
        <p:spPr>
          <a:xfrm>
            <a:off x="956508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34"/>
          <p:cNvSpPr/>
          <p:nvPr/>
        </p:nvSpPr>
        <p:spPr>
          <a:xfrm>
            <a:off x="997656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35"/>
          <p:cNvSpPr/>
          <p:nvPr/>
        </p:nvSpPr>
        <p:spPr>
          <a:xfrm>
            <a:off x="1038804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36"/>
          <p:cNvSpPr/>
          <p:nvPr/>
        </p:nvSpPr>
        <p:spPr>
          <a:xfrm>
            <a:off x="1079952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37"/>
          <p:cNvSpPr/>
          <p:nvPr/>
        </p:nvSpPr>
        <p:spPr>
          <a:xfrm>
            <a:off x="1121100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group238"/>
          <p:cNvSpPr/>
          <p:nvPr/>
        </p:nvSpPr>
        <p:spPr>
          <a:xfrm>
            <a:off x="8279892" y="250837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5" name="S06-group239"/>
          <p:cNvSpPr/>
          <p:nvPr/>
        </p:nvSpPr>
        <p:spPr>
          <a:xfrm>
            <a:off x="8279892" y="291985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6" name="S06-group240"/>
          <p:cNvSpPr/>
          <p:nvPr/>
        </p:nvSpPr>
        <p:spPr>
          <a:xfrm>
            <a:off x="8279892" y="333133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figure241" descr="점 8개씩 3묶음, 24개"/>
          <p:cNvSpPr/>
          <p:nvPr/>
        </p:nvSpPr>
        <p:spPr>
          <a:xfrm>
            <a:off x="8252460" y="2471801"/>
            <a:ext cx="329184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06-label242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 = 24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8씩 뛰어 세요</a:t>
            </a:r>
            <a:endParaRPr lang="ko-KR" sz="4400" dirty="0"/>
          </a:p>
        </p:txBody>
      </p:sp>
      <p:sp>
        <p:nvSpPr>
          <p:cNvPr id="3" name="S07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4는 0에서 8씩 4번 뛰어요.</a:t>
            </a:r>
            <a:endParaRPr lang="ko-KR" sz="3200" dirty="0"/>
          </a:p>
        </p:txBody>
      </p:sp>
      <p:sp>
        <p:nvSpPr>
          <p:cNvPr id="4" name="S07-card2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 = 32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 = 24보다 8 커요.</a:t>
            </a:r>
            <a:endParaRPr lang="ko-KR" sz="3200" dirty="0"/>
          </a:p>
        </p:txBody>
      </p:sp>
      <p:sp>
        <p:nvSpPr>
          <p:cNvPr id="6" name="S07-line24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4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48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49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50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1" name="S07-line251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52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13" name="S07-line253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54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5" name="S07-line255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56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17" name="S07-line257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58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07-line259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60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600" dirty="0"/>
          </a:p>
        </p:txBody>
      </p:sp>
      <p:sp>
        <p:nvSpPr>
          <p:cNvPr id="21" name="S07-line261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62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3" name="S07-line263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64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25" name="S07-line265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66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2600" dirty="0"/>
          </a:p>
        </p:txBody>
      </p:sp>
      <p:sp>
        <p:nvSpPr>
          <p:cNvPr id="27" name="S07-mark267"/>
          <p:cNvSpPr/>
          <p:nvPr/>
        </p:nvSpPr>
        <p:spPr>
          <a:xfrm>
            <a:off x="543255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68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69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70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71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72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73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74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75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76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77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78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79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figure280" descr="0부터 72까지 8씩 눈금이 있는 수직선에서 0부터 8씩 4번 뛰어 3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8단을 완성해요</a:t>
            </a:r>
            <a:endParaRPr lang="ko-KR" sz="4400" dirty="0"/>
          </a:p>
        </p:txBody>
      </p:sp>
      <p:sp>
        <p:nvSpPr>
          <p:cNvPr id="3" name="S08-text2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곱을 보고 8단을 채워요.</a:t>
            </a:r>
            <a:endParaRPr lang="ko-KR" sz="3200" dirty="0"/>
          </a:p>
        </p:txBody>
      </p:sp>
      <p:sp>
        <p:nvSpPr>
          <p:cNvPr id="4" name="S08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곱을 두 번 더하면 8단의 곱이에요.</a:t>
            </a:r>
            <a:endParaRPr lang="ko-KR" sz="3200" dirty="0"/>
          </a:p>
        </p:txBody>
      </p:sp>
      <p:graphicFrame>
        <p:nvGraphicFramePr>
          <p:cNvPr id="9" name="S08-table2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98445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text2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①④는 다리가 모두 몇 개인지 구해요.</a:t>
            </a:r>
            <a:endParaRPr lang="ko-KR" sz="3200" dirty="0"/>
          </a:p>
        </p:txBody>
      </p:sp>
      <p:sp>
        <p:nvSpPr>
          <p:cNvPr id="4" name="S09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6" name="S09-chip28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28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7마리</a:t>
            </a:r>
            <a:endParaRPr lang="ko-KR" sz="3200" dirty="0"/>
          </a:p>
        </p:txBody>
      </p:sp>
      <p:sp>
        <p:nvSpPr>
          <p:cNvPr id="8" name="S09-chip29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9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9 = □</a:t>
            </a:r>
            <a:endParaRPr lang="ko-KR" sz="3600" dirty="0"/>
          </a:p>
        </p:txBody>
      </p:sp>
      <p:sp>
        <p:nvSpPr>
          <p:cNvPr id="10" name="S09-chip29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9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5 = □</a:t>
            </a:r>
            <a:endParaRPr lang="ko-KR" sz="3600" dirty="0"/>
          </a:p>
        </p:txBody>
      </p:sp>
      <p:sp>
        <p:nvSpPr>
          <p:cNvPr id="12" name="S09-chip29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ext29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문어 6마리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9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9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8을 보고 8 × 2를 구했어요.</a:t>
            </a:r>
            <a:endParaRPr lang="ko-KR" sz="3200" dirty="0"/>
          </a:p>
        </p:txBody>
      </p:sp>
      <p:sp>
        <p:nvSpPr>
          <p:cNvPr id="5" name="S10-card2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30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10-text30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“8은 4보다 4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+ 4 = 12예요.”</a:t>
            </a:r>
            <a:endParaRPr lang="ko-KR" sz="3200" dirty="0"/>
          </a:p>
        </p:txBody>
      </p:sp>
      <p:sp>
        <p:nvSpPr>
          <p:cNvPr id="9" name="S10-chip3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16</a:t>
            </a:r>
            <a:endParaRPr lang="ko-KR" sz="2600" dirty="0"/>
          </a:p>
        </p:txBody>
      </p:sp>
      <p:sp>
        <p:nvSpPr>
          <p:cNvPr id="10" name="S10-dot303"/>
          <p:cNvSpPr/>
          <p:nvPr/>
        </p:nvSpPr>
        <p:spPr>
          <a:xfrm>
            <a:off x="739109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304"/>
          <p:cNvSpPr/>
          <p:nvPr/>
        </p:nvSpPr>
        <p:spPr>
          <a:xfrm>
            <a:off x="780257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305"/>
          <p:cNvSpPr/>
          <p:nvPr/>
        </p:nvSpPr>
        <p:spPr>
          <a:xfrm>
            <a:off x="821405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306"/>
          <p:cNvSpPr/>
          <p:nvPr/>
        </p:nvSpPr>
        <p:spPr>
          <a:xfrm>
            <a:off x="862553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307"/>
          <p:cNvSpPr/>
          <p:nvPr/>
        </p:nvSpPr>
        <p:spPr>
          <a:xfrm>
            <a:off x="903701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308"/>
          <p:cNvSpPr/>
          <p:nvPr/>
        </p:nvSpPr>
        <p:spPr>
          <a:xfrm>
            <a:off x="944849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309"/>
          <p:cNvSpPr/>
          <p:nvPr/>
        </p:nvSpPr>
        <p:spPr>
          <a:xfrm>
            <a:off x="985997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310"/>
          <p:cNvSpPr/>
          <p:nvPr/>
        </p:nvSpPr>
        <p:spPr>
          <a:xfrm>
            <a:off x="1027145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311"/>
          <p:cNvSpPr/>
          <p:nvPr/>
        </p:nvSpPr>
        <p:spPr>
          <a:xfrm>
            <a:off x="739109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312"/>
          <p:cNvSpPr/>
          <p:nvPr/>
        </p:nvSpPr>
        <p:spPr>
          <a:xfrm>
            <a:off x="780257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313"/>
          <p:cNvSpPr/>
          <p:nvPr/>
        </p:nvSpPr>
        <p:spPr>
          <a:xfrm>
            <a:off x="821405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314"/>
          <p:cNvSpPr/>
          <p:nvPr/>
        </p:nvSpPr>
        <p:spPr>
          <a:xfrm>
            <a:off x="862553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315"/>
          <p:cNvSpPr/>
          <p:nvPr/>
        </p:nvSpPr>
        <p:spPr>
          <a:xfrm>
            <a:off x="903701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16"/>
          <p:cNvSpPr/>
          <p:nvPr/>
        </p:nvSpPr>
        <p:spPr>
          <a:xfrm>
            <a:off x="944849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17"/>
          <p:cNvSpPr/>
          <p:nvPr/>
        </p:nvSpPr>
        <p:spPr>
          <a:xfrm>
            <a:off x="985997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318"/>
          <p:cNvSpPr/>
          <p:nvPr/>
        </p:nvSpPr>
        <p:spPr>
          <a:xfrm>
            <a:off x="1027145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319"/>
          <p:cNvSpPr/>
          <p:nvPr/>
        </p:nvSpPr>
        <p:spPr>
          <a:xfrm>
            <a:off x="7340346" y="3515614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320"/>
          <p:cNvSpPr/>
          <p:nvPr/>
        </p:nvSpPr>
        <p:spPr>
          <a:xfrm>
            <a:off x="7340346" y="3927094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figure321" descr="점 8개씩 2묶음, 16개"/>
          <p:cNvSpPr/>
          <p:nvPr/>
        </p:nvSpPr>
        <p:spPr>
          <a:xfrm>
            <a:off x="7312914" y="3479038"/>
            <a:ext cx="32918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0-text322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“4씩 2묶음이 두 개: 8 + 8”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2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2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 = □</a:t>
            </a:r>
            <a:endParaRPr lang="ko-KR" sz="3600" dirty="0"/>
          </a:p>
        </p:txBody>
      </p:sp>
      <p:sp>
        <p:nvSpPr>
          <p:cNvPr id="6" name="S11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9 = □</a:t>
            </a:r>
            <a:endParaRPr lang="ko-KR" sz="3600" dirty="0"/>
          </a:p>
        </p:txBody>
      </p:sp>
      <p:sp>
        <p:nvSpPr>
          <p:cNvPr id="8" name="S11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32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28, 8 × 7은?</a:t>
            </a:r>
            <a:endParaRPr lang="ko-KR" sz="3200" dirty="0"/>
          </a:p>
        </p:txBody>
      </p:sp>
      <p:sp>
        <p:nvSpPr>
          <p:cNvPr id="10" name="S11-chip33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3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 8마리의 다리는?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방법은?</a:t>
            </a:r>
            <a:endParaRPr lang="ko-KR" sz="4400" dirty="0"/>
          </a:p>
        </p:txBody>
      </p:sp>
      <p:sp>
        <p:nvSpPr>
          <p:cNvPr id="3" name="S13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24예요. 8 × 6을 구하는 식은?</a:t>
            </a:r>
            <a:endParaRPr lang="ko-KR" sz="3200" dirty="0"/>
          </a:p>
        </p:txBody>
      </p:sp>
      <p:sp>
        <p:nvSpPr>
          <p:cNvPr id="4" name="S13-card3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식인지 말해 보세요.</a:t>
            </a:r>
            <a:endParaRPr lang="ko-KR" sz="3200" dirty="0"/>
          </a:p>
        </p:txBody>
      </p:sp>
      <p:sp>
        <p:nvSpPr>
          <p:cNvPr id="6" name="S13-chip33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3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3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+ 4</a:t>
            </a:r>
            <a:endParaRPr lang="ko-KR" sz="3200" dirty="0"/>
          </a:p>
        </p:txBody>
      </p:sp>
      <p:sp>
        <p:nvSpPr>
          <p:cNvPr id="9" name="S13-chip33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3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4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+ 8</a:t>
            </a:r>
            <a:endParaRPr lang="ko-KR" sz="3200" dirty="0"/>
          </a:p>
        </p:txBody>
      </p:sp>
      <p:sp>
        <p:nvSpPr>
          <p:cNvPr id="12" name="S13-chip34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4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4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+ 24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8단의 곱은 4단 곱의 2배예요.</a:t>
            </a:r>
            <a:endParaRPr lang="ko-KR" sz="3200" dirty="0"/>
          </a:p>
        </p:txBody>
      </p:sp>
      <p:sp>
        <p:nvSpPr>
          <p:cNvPr id="5" name="S14-chip34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4단 곱을 두 번 더하기</a:t>
            </a:r>
            <a:endParaRPr lang="ko-KR" sz="2600" dirty="0"/>
          </a:p>
        </p:txBody>
      </p:sp>
      <p:sp>
        <p:nvSpPr>
          <p:cNvPr id="6" name="S14-chip34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4단 곱에 4만 더하기</a:t>
            </a:r>
            <a:endParaRPr lang="ko-KR" sz="2600" dirty="0"/>
          </a:p>
        </p:txBody>
      </p:sp>
      <p:sp>
        <p:nvSpPr>
          <p:cNvPr id="7" name="S14-text34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4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× 5 = □</a:t>
            </a:r>
            <a:endParaRPr lang="ko-KR" sz="3000" dirty="0"/>
          </a:p>
        </p:txBody>
      </p:sp>
      <p:sp>
        <p:nvSpPr>
          <p:cNvPr id="9" name="S14-eqtext35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× 7 = □</a:t>
            </a:r>
            <a:endParaRPr lang="ko-KR" sz="3000" dirty="0"/>
          </a:p>
        </p:txBody>
      </p:sp>
      <p:sp>
        <p:nvSpPr>
          <p:cNvPr id="10" name="S14-eqtext35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× 4 = □</a:t>
            </a:r>
            <a:endParaRPr lang="ko-KR" sz="3000" dirty="0"/>
          </a:p>
        </p:txBody>
      </p:sp>
      <p:sp>
        <p:nvSpPr>
          <p:cNvPr id="11" name="S14-text35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7단과 9단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3씩 두 개</a:t>
            </a:r>
            <a:endParaRPr lang="ko-KR" sz="4400" dirty="0"/>
          </a:p>
        </p:txBody>
      </p:sp>
      <p:sp>
        <p:nvSpPr>
          <p:cNvPr id="3" name="S15-text3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2묶음 두 개를 붙여요.</a:t>
            </a:r>
            <a:endParaRPr lang="ko-KR" sz="3200" dirty="0"/>
          </a:p>
        </p:txBody>
      </p:sp>
      <p:sp>
        <p:nvSpPr>
          <p:cNvPr id="4" name="S15-card35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5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2는 3 × 2의 2배예요.</a:t>
            </a:r>
            <a:endParaRPr lang="ko-KR" sz="3200" dirty="0"/>
          </a:p>
        </p:txBody>
      </p:sp>
      <p:sp>
        <p:nvSpPr>
          <p:cNvPr id="6" name="S15-dot356"/>
          <p:cNvSpPr/>
          <p:nvPr/>
        </p:nvSpPr>
        <p:spPr>
          <a:xfrm>
            <a:off x="157185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57"/>
          <p:cNvSpPr/>
          <p:nvPr/>
        </p:nvSpPr>
        <p:spPr>
          <a:xfrm>
            <a:off x="212049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58"/>
          <p:cNvSpPr/>
          <p:nvPr/>
        </p:nvSpPr>
        <p:spPr>
          <a:xfrm>
            <a:off x="266913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59"/>
          <p:cNvSpPr/>
          <p:nvPr/>
        </p:nvSpPr>
        <p:spPr>
          <a:xfrm>
            <a:off x="157185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60"/>
          <p:cNvSpPr/>
          <p:nvPr/>
        </p:nvSpPr>
        <p:spPr>
          <a:xfrm>
            <a:off x="212049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61"/>
          <p:cNvSpPr/>
          <p:nvPr/>
        </p:nvSpPr>
        <p:spPr>
          <a:xfrm>
            <a:off x="266913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group362"/>
          <p:cNvSpPr/>
          <p:nvPr/>
        </p:nvSpPr>
        <p:spPr>
          <a:xfrm>
            <a:off x="1495044" y="257695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5-group363"/>
          <p:cNvSpPr/>
          <p:nvPr/>
        </p:nvSpPr>
        <p:spPr>
          <a:xfrm>
            <a:off x="1495044" y="312559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15-figure364" descr="주황 점 3개씩 2묶음, 6개"/>
          <p:cNvSpPr/>
          <p:nvPr/>
        </p:nvSpPr>
        <p:spPr>
          <a:xfrm>
            <a:off x="1467612" y="2540381"/>
            <a:ext cx="16459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5-label36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16" name="S15-dot366"/>
          <p:cNvSpPr/>
          <p:nvPr/>
        </p:nvSpPr>
        <p:spPr>
          <a:xfrm>
            <a:off x="537575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67"/>
          <p:cNvSpPr/>
          <p:nvPr/>
        </p:nvSpPr>
        <p:spPr>
          <a:xfrm>
            <a:off x="592439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368"/>
          <p:cNvSpPr/>
          <p:nvPr/>
        </p:nvSpPr>
        <p:spPr>
          <a:xfrm>
            <a:off x="647303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369"/>
          <p:cNvSpPr/>
          <p:nvPr/>
        </p:nvSpPr>
        <p:spPr>
          <a:xfrm>
            <a:off x="537575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370"/>
          <p:cNvSpPr/>
          <p:nvPr/>
        </p:nvSpPr>
        <p:spPr>
          <a:xfrm>
            <a:off x="592439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371"/>
          <p:cNvSpPr/>
          <p:nvPr/>
        </p:nvSpPr>
        <p:spPr>
          <a:xfrm>
            <a:off x="647303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group372"/>
          <p:cNvSpPr/>
          <p:nvPr/>
        </p:nvSpPr>
        <p:spPr>
          <a:xfrm>
            <a:off x="5298948" y="257695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5-group373"/>
          <p:cNvSpPr/>
          <p:nvPr/>
        </p:nvSpPr>
        <p:spPr>
          <a:xfrm>
            <a:off x="5298948" y="312559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5-figure374" descr="파란 점 3개씩 2묶음, 6개"/>
          <p:cNvSpPr/>
          <p:nvPr/>
        </p:nvSpPr>
        <p:spPr>
          <a:xfrm>
            <a:off x="5271516" y="2540381"/>
            <a:ext cx="16459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5-label375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26" name="S15-dot376"/>
          <p:cNvSpPr/>
          <p:nvPr/>
        </p:nvSpPr>
        <p:spPr>
          <a:xfrm>
            <a:off x="835670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5-dot377"/>
          <p:cNvSpPr/>
          <p:nvPr/>
        </p:nvSpPr>
        <p:spPr>
          <a:xfrm>
            <a:off x="890534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dot378"/>
          <p:cNvSpPr/>
          <p:nvPr/>
        </p:nvSpPr>
        <p:spPr>
          <a:xfrm>
            <a:off x="945398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5-dot379"/>
          <p:cNvSpPr/>
          <p:nvPr/>
        </p:nvSpPr>
        <p:spPr>
          <a:xfrm>
            <a:off x="1000262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dot380"/>
          <p:cNvSpPr/>
          <p:nvPr/>
        </p:nvSpPr>
        <p:spPr>
          <a:xfrm>
            <a:off x="1055126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381"/>
          <p:cNvSpPr/>
          <p:nvPr/>
        </p:nvSpPr>
        <p:spPr>
          <a:xfrm>
            <a:off x="1109990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382"/>
          <p:cNvSpPr/>
          <p:nvPr/>
        </p:nvSpPr>
        <p:spPr>
          <a:xfrm>
            <a:off x="835670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383"/>
          <p:cNvSpPr/>
          <p:nvPr/>
        </p:nvSpPr>
        <p:spPr>
          <a:xfrm>
            <a:off x="890534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384"/>
          <p:cNvSpPr/>
          <p:nvPr/>
        </p:nvSpPr>
        <p:spPr>
          <a:xfrm>
            <a:off x="945398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dot385"/>
          <p:cNvSpPr/>
          <p:nvPr/>
        </p:nvSpPr>
        <p:spPr>
          <a:xfrm>
            <a:off x="1000262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5-dot386"/>
          <p:cNvSpPr/>
          <p:nvPr/>
        </p:nvSpPr>
        <p:spPr>
          <a:xfrm>
            <a:off x="1055126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dot387"/>
          <p:cNvSpPr/>
          <p:nvPr/>
        </p:nvSpPr>
        <p:spPr>
          <a:xfrm>
            <a:off x="1109990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5-group388"/>
          <p:cNvSpPr/>
          <p:nvPr/>
        </p:nvSpPr>
        <p:spPr>
          <a:xfrm>
            <a:off x="8279892" y="2576957"/>
            <a:ext cx="323697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15-group389"/>
          <p:cNvSpPr/>
          <p:nvPr/>
        </p:nvSpPr>
        <p:spPr>
          <a:xfrm>
            <a:off x="8279892" y="3125597"/>
            <a:ext cx="323697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15-figure390" descr="점 6개씩 2묶음, 12개"/>
          <p:cNvSpPr/>
          <p:nvPr/>
        </p:nvSpPr>
        <p:spPr>
          <a:xfrm>
            <a:off x="8252460" y="2540381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5-label391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4단과 8단</dc:title>
  <dc:subject>KR22-G02-MAT-TIMES48-L01</dc:subject>
  <dc:creator>education-ppt</dc:creator>
  <cp:lastModifiedBy>education-ppt</cp:lastModifiedBy>
  <cp:revision>1</cp:revision>
  <dcterms:created xsi:type="dcterms:W3CDTF">2026-10-26T07:46:48Z</dcterms:created>
  <dcterms:modified xsi:type="dcterms:W3CDTF">2026-10-26T07:46:48Z</dcterms:modified>
</cp:coreProperties>
</file>