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af81aff-50a5-80b9-fa11-7b6b4e1240e2}">
          <p14:sldIdLst>
            <p14:sldId id="256"/>
            <p14:sldId id="257"/>
          </p14:sldIdLst>
        </p14:section>
        <p14:section name="개념" id="{08389ac7-72f0-04a2-5fa9-e889a666764c}">
          <p14:sldIdLst>
            <p14:sldId id="258"/>
            <p14:sldId id="259"/>
            <p14:sldId id="260"/>
          </p14:sldIdLst>
        </p14:section>
        <p14:section name="연습" id="{0eeb70d8-3237-fd45-b1c0-675f247450bf}">
          <p14:sldIdLst>
            <p14:sldId id="261"/>
            <p14:sldId id="262"/>
            <p14:sldId id="263"/>
          </p14:sldIdLst>
        </p14:section>
        <p14:section name="확인" id="{046b531d-c31e-73b2-d219-8df80ed99e03}">
          <p14:sldIdLst>
            <p14:sldId id="264"/>
            <p14:sldId id="265"/>
          </p14:sldIdLst>
        </p14:section>
        <p14:section name="정리" id="{3d435ca9-51a8-1a51-ec5f-f2ebbe3c868f}">
          <p14:sldIdLst>
            <p14:sldId id="266"/>
          </p14:sldIdLst>
        </p14:section>
        <p14:section name="보충" id="{a9b61d01-c8c8-5efd-a760-532b6cbf093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곱셈의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곱셈의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곱셈의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곱셈의 뜻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개인지 빨리 세려면?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748522" y="8618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9434322" y="8618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10120122" y="8618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748522" y="1547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9434322" y="1547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10120122" y="1547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748522" y="2233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434322" y="2233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10120122" y="2233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8748522" y="29192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9434322" y="29192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10120122" y="29192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group13"/>
          <p:cNvSpPr/>
          <p:nvPr/>
        </p:nvSpPr>
        <p:spPr>
          <a:xfrm>
            <a:off x="8645652" y="7680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1-group14"/>
          <p:cNvSpPr/>
          <p:nvPr/>
        </p:nvSpPr>
        <p:spPr>
          <a:xfrm>
            <a:off x="8645652" y="14538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1-group15"/>
          <p:cNvSpPr/>
          <p:nvPr/>
        </p:nvSpPr>
        <p:spPr>
          <a:xfrm>
            <a:off x="8645652" y="21396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1-group16"/>
          <p:cNvSpPr/>
          <p:nvPr/>
        </p:nvSpPr>
        <p:spPr>
          <a:xfrm>
            <a:off x="8645652" y="2825496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1-figure17" descr="점 3개씩 4줄, 줄마다 묶음 표시"/>
          <p:cNvSpPr/>
          <p:nvPr/>
        </p:nvSpPr>
        <p:spPr>
          <a:xfrm>
            <a:off x="8618220" y="731520"/>
            <a:ext cx="20574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1-card18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2" name="S01-cardtext19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묶어 세고, 몇의 몇 배로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곱셈식으로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기억하기</a:t>
            </a:r>
            <a:endParaRPr lang="ko-KR" sz="44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뛰어 세요: 2, 4, □, □</a:t>
            </a:r>
            <a:endParaRPr lang="ko-KR" sz="32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2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+ 5 + 5 = □</a:t>
            </a:r>
            <a:endParaRPr lang="ko-KR" sz="3600" dirty="0"/>
          </a:p>
        </p:txBody>
      </p:sp>
      <p:sp>
        <p:nvSpPr>
          <p:cNvPr id="7" name="S02-chip2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2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묶어 세기</a:t>
            </a:r>
            <a:endParaRPr lang="ko-KR" sz="44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사과를 3개씩 묶었어요.</a:t>
            </a:r>
            <a:endParaRPr lang="ko-KR" sz="3200" dirty="0"/>
          </a:p>
        </p:txBody>
      </p:sp>
      <p:sp>
        <p:nvSpPr>
          <p:cNvPr id="4" name="S03-card2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12개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세는 것보다 빨라요.</a:t>
            </a:r>
            <a:endParaRPr lang="ko-KR" sz="3200" dirty="0"/>
          </a:p>
        </p:txBody>
      </p:sp>
      <p:sp>
        <p:nvSpPr>
          <p:cNvPr id="6" name="S03-dot29"/>
          <p:cNvSpPr/>
          <p:nvPr/>
        </p:nvSpPr>
        <p:spPr>
          <a:xfrm>
            <a:off x="2086365" y="2138676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0"/>
          <p:cNvSpPr/>
          <p:nvPr/>
        </p:nvSpPr>
        <p:spPr>
          <a:xfrm>
            <a:off x="2754766" y="2138676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31"/>
          <p:cNvSpPr/>
          <p:nvPr/>
        </p:nvSpPr>
        <p:spPr>
          <a:xfrm>
            <a:off x="3423167" y="2138676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32"/>
          <p:cNvSpPr/>
          <p:nvPr/>
        </p:nvSpPr>
        <p:spPr>
          <a:xfrm>
            <a:off x="2086365" y="2807077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33"/>
          <p:cNvSpPr/>
          <p:nvPr/>
        </p:nvSpPr>
        <p:spPr>
          <a:xfrm>
            <a:off x="2754766" y="2807077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34"/>
          <p:cNvSpPr/>
          <p:nvPr/>
        </p:nvSpPr>
        <p:spPr>
          <a:xfrm>
            <a:off x="3423167" y="2807077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35"/>
          <p:cNvSpPr/>
          <p:nvPr/>
        </p:nvSpPr>
        <p:spPr>
          <a:xfrm>
            <a:off x="2086365" y="3475478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36"/>
          <p:cNvSpPr/>
          <p:nvPr/>
        </p:nvSpPr>
        <p:spPr>
          <a:xfrm>
            <a:off x="2754766" y="3475478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37"/>
          <p:cNvSpPr/>
          <p:nvPr/>
        </p:nvSpPr>
        <p:spPr>
          <a:xfrm>
            <a:off x="3423167" y="3475478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38"/>
          <p:cNvSpPr/>
          <p:nvPr/>
        </p:nvSpPr>
        <p:spPr>
          <a:xfrm>
            <a:off x="2086365" y="4143879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39"/>
          <p:cNvSpPr/>
          <p:nvPr/>
        </p:nvSpPr>
        <p:spPr>
          <a:xfrm>
            <a:off x="2754766" y="4143879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0"/>
          <p:cNvSpPr/>
          <p:nvPr/>
        </p:nvSpPr>
        <p:spPr>
          <a:xfrm>
            <a:off x="3423167" y="4143879"/>
            <a:ext cx="414409" cy="414409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41"/>
          <p:cNvSpPr/>
          <p:nvPr/>
        </p:nvSpPr>
        <p:spPr>
          <a:xfrm>
            <a:off x="1986801" y="2048256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42"/>
          <p:cNvSpPr/>
          <p:nvPr/>
        </p:nvSpPr>
        <p:spPr>
          <a:xfrm>
            <a:off x="1986801" y="2716657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group43"/>
          <p:cNvSpPr/>
          <p:nvPr/>
        </p:nvSpPr>
        <p:spPr>
          <a:xfrm>
            <a:off x="1986801" y="3385058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group44"/>
          <p:cNvSpPr/>
          <p:nvPr/>
        </p:nvSpPr>
        <p:spPr>
          <a:xfrm>
            <a:off x="1986801" y="4053459"/>
            <a:ext cx="1950339" cy="595249"/>
          </a:xfrm>
          <a:prstGeom prst="roundRect">
            <a:avLst>
              <a:gd name="adj" fmla="val 184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3-figure45" descr="점 3개씩 4줄, 줄마다 묶음 표시"/>
          <p:cNvSpPr/>
          <p:nvPr/>
        </p:nvSpPr>
        <p:spPr>
          <a:xfrm>
            <a:off x="1959369" y="2011680"/>
            <a:ext cx="2005203" cy="267360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3-card46"/>
          <p:cNvSpPr/>
          <p:nvPr/>
        </p:nvSpPr>
        <p:spPr>
          <a:xfrm>
            <a:off x="5741060" y="2365502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4" name="S03-cardtext47"/>
          <p:cNvSpPr txBox="1"/>
          <p:nvPr/>
        </p:nvSpPr>
        <p:spPr>
          <a:xfrm>
            <a:off x="6015380" y="2502662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</a:t>
            </a:r>
            <a:endParaRPr lang="ko-KR" sz="3200" dirty="0"/>
          </a:p>
        </p:txBody>
      </p:sp>
      <p:sp>
        <p:nvSpPr>
          <p:cNvPr id="25" name="S03-card48"/>
          <p:cNvSpPr/>
          <p:nvPr/>
        </p:nvSpPr>
        <p:spPr>
          <a:xfrm>
            <a:off x="5741060" y="3462782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3-cardtext49"/>
          <p:cNvSpPr txBox="1"/>
          <p:nvPr/>
        </p:nvSpPr>
        <p:spPr>
          <a:xfrm>
            <a:off x="6015380" y="3599942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3, 6, 9, 12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몇의 몇 배</a:t>
            </a:r>
            <a:endParaRPr lang="ko-KR" sz="4400" dirty="0"/>
          </a:p>
        </p:txBody>
      </p:sp>
      <p:sp>
        <p:nvSpPr>
          <p:cNvPr id="3" name="S04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단추를 2개씩 묶었어요.</a:t>
            </a:r>
            <a:endParaRPr lang="ko-KR" sz="3200" dirty="0"/>
          </a:p>
        </p:txBody>
      </p:sp>
      <p:sp>
        <p:nvSpPr>
          <p:cNvPr id="4" name="S04-card5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3배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3묶음은 2의 3배예요.</a:t>
            </a:r>
            <a:endParaRPr lang="ko-KR" sz="3200" dirty="0"/>
          </a:p>
        </p:txBody>
      </p:sp>
      <p:sp>
        <p:nvSpPr>
          <p:cNvPr id="6" name="S04-dot53"/>
          <p:cNvSpPr/>
          <p:nvPr/>
        </p:nvSpPr>
        <p:spPr>
          <a:xfrm>
            <a:off x="26860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54"/>
          <p:cNvSpPr/>
          <p:nvPr/>
        </p:nvSpPr>
        <p:spPr>
          <a:xfrm>
            <a:off x="3371850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group55"/>
          <p:cNvSpPr/>
          <p:nvPr/>
        </p:nvSpPr>
        <p:spPr>
          <a:xfrm>
            <a:off x="2583180" y="27826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4-figure56" descr="점 2개 한 묶음"/>
          <p:cNvSpPr/>
          <p:nvPr/>
        </p:nvSpPr>
        <p:spPr>
          <a:xfrm>
            <a:off x="2555748" y="2746121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4-label5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1묶음</a:t>
            </a:r>
            <a:endParaRPr lang="ko-KR" sz="2600" dirty="0"/>
          </a:p>
        </p:txBody>
      </p:sp>
      <p:sp>
        <p:nvSpPr>
          <p:cNvPr id="11" name="S04-dot58"/>
          <p:cNvSpPr/>
          <p:nvPr/>
        </p:nvSpPr>
        <p:spPr>
          <a:xfrm>
            <a:off x="8391906" y="21906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4-dot59"/>
          <p:cNvSpPr/>
          <p:nvPr/>
        </p:nvSpPr>
        <p:spPr>
          <a:xfrm>
            <a:off x="9077706" y="21906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60"/>
          <p:cNvSpPr/>
          <p:nvPr/>
        </p:nvSpPr>
        <p:spPr>
          <a:xfrm>
            <a:off x="8391906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1"/>
          <p:cNvSpPr/>
          <p:nvPr/>
        </p:nvSpPr>
        <p:spPr>
          <a:xfrm>
            <a:off x="9077706" y="28764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62"/>
          <p:cNvSpPr/>
          <p:nvPr/>
        </p:nvSpPr>
        <p:spPr>
          <a:xfrm>
            <a:off x="8391906" y="35622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dot63"/>
          <p:cNvSpPr/>
          <p:nvPr/>
        </p:nvSpPr>
        <p:spPr>
          <a:xfrm>
            <a:off x="9077706" y="3562223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4-group64"/>
          <p:cNvSpPr/>
          <p:nvPr/>
        </p:nvSpPr>
        <p:spPr>
          <a:xfrm>
            <a:off x="8289036" y="20968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4-group65"/>
          <p:cNvSpPr/>
          <p:nvPr/>
        </p:nvSpPr>
        <p:spPr>
          <a:xfrm>
            <a:off x="8289036" y="27826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4-group66"/>
          <p:cNvSpPr/>
          <p:nvPr/>
        </p:nvSpPr>
        <p:spPr>
          <a:xfrm>
            <a:off x="8289036" y="3468497"/>
            <a:ext cx="13167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4-figure67" descr="점 2개씩 3묶음"/>
          <p:cNvSpPr/>
          <p:nvPr/>
        </p:nvSpPr>
        <p:spPr>
          <a:xfrm>
            <a:off x="8261604" y="2060321"/>
            <a:ext cx="13716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4-label68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3묶음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나타내요</a:t>
            </a:r>
            <a:endParaRPr lang="ko-KR" sz="4400" dirty="0"/>
          </a:p>
        </p:txBody>
      </p:sp>
      <p:sp>
        <p:nvSpPr>
          <p:cNvPr id="3" name="S05-card6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곱하기 4는 12와 같아요.</a:t>
            </a:r>
            <a:endParaRPr lang="ko-KR" sz="3200" dirty="0"/>
          </a:p>
        </p:txBody>
      </p:sp>
      <p:sp>
        <p:nvSpPr>
          <p:cNvPr id="5" name="S05-dot71"/>
          <p:cNvSpPr/>
          <p:nvPr/>
        </p:nvSpPr>
        <p:spPr>
          <a:xfrm>
            <a:off x="8864879" y="17642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5-dot72"/>
          <p:cNvSpPr/>
          <p:nvPr/>
        </p:nvSpPr>
        <p:spPr>
          <a:xfrm>
            <a:off x="9550679" y="17642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dot73"/>
          <p:cNvSpPr/>
          <p:nvPr/>
        </p:nvSpPr>
        <p:spPr>
          <a:xfrm>
            <a:off x="10236479" y="17642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74"/>
          <p:cNvSpPr/>
          <p:nvPr/>
        </p:nvSpPr>
        <p:spPr>
          <a:xfrm>
            <a:off x="8864879" y="24500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dot75"/>
          <p:cNvSpPr/>
          <p:nvPr/>
        </p:nvSpPr>
        <p:spPr>
          <a:xfrm>
            <a:off x="9550679" y="24500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dot76"/>
          <p:cNvSpPr/>
          <p:nvPr/>
        </p:nvSpPr>
        <p:spPr>
          <a:xfrm>
            <a:off x="10236479" y="24500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dot77"/>
          <p:cNvSpPr/>
          <p:nvPr/>
        </p:nvSpPr>
        <p:spPr>
          <a:xfrm>
            <a:off x="8864879" y="31358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78"/>
          <p:cNvSpPr/>
          <p:nvPr/>
        </p:nvSpPr>
        <p:spPr>
          <a:xfrm>
            <a:off x="9550679" y="31358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dot79"/>
          <p:cNvSpPr/>
          <p:nvPr/>
        </p:nvSpPr>
        <p:spPr>
          <a:xfrm>
            <a:off x="10236479" y="31358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5-dot80"/>
          <p:cNvSpPr/>
          <p:nvPr/>
        </p:nvSpPr>
        <p:spPr>
          <a:xfrm>
            <a:off x="8864879" y="38216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dot81"/>
          <p:cNvSpPr/>
          <p:nvPr/>
        </p:nvSpPr>
        <p:spPr>
          <a:xfrm>
            <a:off x="9550679" y="38216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82"/>
          <p:cNvSpPr/>
          <p:nvPr/>
        </p:nvSpPr>
        <p:spPr>
          <a:xfrm>
            <a:off x="10236479" y="3821684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group83"/>
          <p:cNvSpPr/>
          <p:nvPr/>
        </p:nvSpPr>
        <p:spPr>
          <a:xfrm>
            <a:off x="8762009" y="16705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5-group84"/>
          <p:cNvSpPr/>
          <p:nvPr/>
        </p:nvSpPr>
        <p:spPr>
          <a:xfrm>
            <a:off x="8762009" y="23563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5-group85"/>
          <p:cNvSpPr/>
          <p:nvPr/>
        </p:nvSpPr>
        <p:spPr>
          <a:xfrm>
            <a:off x="8762009" y="30421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5-group86"/>
          <p:cNvSpPr/>
          <p:nvPr/>
        </p:nvSpPr>
        <p:spPr>
          <a:xfrm>
            <a:off x="8762009" y="3727958"/>
            <a:ext cx="20025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5-figure87" descr="점 3개씩 4묶음"/>
          <p:cNvSpPr/>
          <p:nvPr/>
        </p:nvSpPr>
        <p:spPr>
          <a:xfrm>
            <a:off x="8734577" y="1633982"/>
            <a:ext cx="2057400" cy="2743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5-stepno88"/>
          <p:cNvSpPr txBox="1"/>
          <p:nvPr/>
        </p:nvSpPr>
        <p:spPr>
          <a:xfrm>
            <a:off x="548640" y="201803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5-text89"/>
          <p:cNvSpPr txBox="1"/>
          <p:nvPr/>
        </p:nvSpPr>
        <p:spPr>
          <a:xfrm>
            <a:off x="1325880" y="2018030"/>
            <a:ext cx="61946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3의 4배</a:t>
            </a:r>
            <a:endParaRPr lang="ko-KR" sz="3200" dirty="0"/>
          </a:p>
        </p:txBody>
      </p:sp>
      <p:sp>
        <p:nvSpPr>
          <p:cNvPr id="24" name="S05-stepno90"/>
          <p:cNvSpPr txBox="1"/>
          <p:nvPr/>
        </p:nvSpPr>
        <p:spPr>
          <a:xfrm>
            <a:off x="548640" y="273126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5-text91"/>
          <p:cNvSpPr txBox="1"/>
          <p:nvPr/>
        </p:nvSpPr>
        <p:spPr>
          <a:xfrm>
            <a:off x="1325880" y="2731262"/>
            <a:ext cx="32664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</a:t>
            </a:r>
            <a:endParaRPr lang="ko-KR" sz="3200" dirty="0"/>
          </a:p>
        </p:txBody>
      </p:sp>
      <p:sp>
        <p:nvSpPr>
          <p:cNvPr id="26" name="S05-eqtext92"/>
          <p:cNvSpPr txBox="1"/>
          <p:nvPr/>
        </p:nvSpPr>
        <p:spPr>
          <a:xfrm>
            <a:off x="4592309" y="2731262"/>
            <a:ext cx="29281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 = 12</a:t>
            </a:r>
            <a:endParaRPr lang="ko-KR" sz="2600" dirty="0"/>
          </a:p>
        </p:txBody>
      </p:sp>
      <p:sp>
        <p:nvSpPr>
          <p:cNvPr id="27" name="S05-stepno93"/>
          <p:cNvSpPr txBox="1"/>
          <p:nvPr/>
        </p:nvSpPr>
        <p:spPr>
          <a:xfrm>
            <a:off x="548640" y="34444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8" name="S05-text94"/>
          <p:cNvSpPr txBox="1"/>
          <p:nvPr/>
        </p:nvSpPr>
        <p:spPr>
          <a:xfrm>
            <a:off x="1325880" y="3444494"/>
            <a:ext cx="32664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</a:t>
            </a:r>
            <a:endParaRPr lang="ko-KR" sz="3200" dirty="0"/>
          </a:p>
        </p:txBody>
      </p:sp>
      <p:sp>
        <p:nvSpPr>
          <p:cNvPr id="29" name="S05-eqtext95"/>
          <p:cNvSpPr txBox="1"/>
          <p:nvPr/>
        </p:nvSpPr>
        <p:spPr>
          <a:xfrm>
            <a:off x="4592309" y="3444494"/>
            <a:ext cx="29281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몇의 몇 배일까요?</a:t>
            </a:r>
            <a:endParaRPr lang="ko-KR" sz="4400" dirty="0"/>
          </a:p>
        </p:txBody>
      </p:sp>
      <p:sp>
        <p:nvSpPr>
          <p:cNvPr id="3" name="S06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묶음이에요? 몇의 몇 배예요?</a:t>
            </a:r>
            <a:endParaRPr lang="ko-KR" sz="3200" dirty="0"/>
          </a:p>
        </p:txBody>
      </p:sp>
      <p:sp>
        <p:nvSpPr>
          <p:cNvPr id="4" name="S06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몇 개인지 먼저 세어요.</a:t>
            </a:r>
            <a:endParaRPr lang="ko-KR" sz="3200" dirty="0"/>
          </a:p>
        </p:txBody>
      </p:sp>
      <p:sp>
        <p:nvSpPr>
          <p:cNvPr id="6" name="S06-chip9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dot100"/>
          <p:cNvSpPr/>
          <p:nvPr/>
        </p:nvSpPr>
        <p:spPr>
          <a:xfrm>
            <a:off x="232074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01"/>
          <p:cNvSpPr/>
          <p:nvPr/>
        </p:nvSpPr>
        <p:spPr>
          <a:xfrm>
            <a:off x="280842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02"/>
          <p:cNvSpPr/>
          <p:nvPr/>
        </p:nvSpPr>
        <p:spPr>
          <a:xfrm>
            <a:off x="329610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03"/>
          <p:cNvSpPr/>
          <p:nvPr/>
        </p:nvSpPr>
        <p:spPr>
          <a:xfrm>
            <a:off x="378378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04"/>
          <p:cNvSpPr/>
          <p:nvPr/>
        </p:nvSpPr>
        <p:spPr>
          <a:xfrm>
            <a:off x="4271467" y="21043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05"/>
          <p:cNvSpPr/>
          <p:nvPr/>
        </p:nvSpPr>
        <p:spPr>
          <a:xfrm>
            <a:off x="232074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06"/>
          <p:cNvSpPr/>
          <p:nvPr/>
        </p:nvSpPr>
        <p:spPr>
          <a:xfrm>
            <a:off x="280842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07"/>
          <p:cNvSpPr/>
          <p:nvPr/>
        </p:nvSpPr>
        <p:spPr>
          <a:xfrm>
            <a:off x="329610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08"/>
          <p:cNvSpPr/>
          <p:nvPr/>
        </p:nvSpPr>
        <p:spPr>
          <a:xfrm>
            <a:off x="378378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09"/>
          <p:cNvSpPr/>
          <p:nvPr/>
        </p:nvSpPr>
        <p:spPr>
          <a:xfrm>
            <a:off x="4271467" y="25920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10"/>
          <p:cNvSpPr/>
          <p:nvPr/>
        </p:nvSpPr>
        <p:spPr>
          <a:xfrm>
            <a:off x="232074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111"/>
          <p:cNvSpPr/>
          <p:nvPr/>
        </p:nvSpPr>
        <p:spPr>
          <a:xfrm>
            <a:off x="280842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112"/>
          <p:cNvSpPr/>
          <p:nvPr/>
        </p:nvSpPr>
        <p:spPr>
          <a:xfrm>
            <a:off x="329610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13"/>
          <p:cNvSpPr/>
          <p:nvPr/>
        </p:nvSpPr>
        <p:spPr>
          <a:xfrm>
            <a:off x="378378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14"/>
          <p:cNvSpPr/>
          <p:nvPr/>
        </p:nvSpPr>
        <p:spPr>
          <a:xfrm>
            <a:off x="4271467" y="307969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group115"/>
          <p:cNvSpPr/>
          <p:nvPr/>
        </p:nvSpPr>
        <p:spPr>
          <a:xfrm>
            <a:off x="2255520" y="2048256"/>
            <a:ext cx="238353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6-group116"/>
          <p:cNvSpPr/>
          <p:nvPr/>
        </p:nvSpPr>
        <p:spPr>
          <a:xfrm>
            <a:off x="2255520" y="2535936"/>
            <a:ext cx="238353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06-group117"/>
          <p:cNvSpPr/>
          <p:nvPr/>
        </p:nvSpPr>
        <p:spPr>
          <a:xfrm>
            <a:off x="2255520" y="3023616"/>
            <a:ext cx="238353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6-figure118" descr="점 5개씩 3묶음"/>
          <p:cNvSpPr/>
          <p:nvPr/>
        </p:nvSpPr>
        <p:spPr>
          <a:xfrm>
            <a:off x="2228088" y="2011680"/>
            <a:ext cx="24384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6-chip1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7" name="S06-dot120"/>
          <p:cNvSpPr/>
          <p:nvPr/>
        </p:nvSpPr>
        <p:spPr>
          <a:xfrm>
            <a:off x="8879738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21"/>
          <p:cNvSpPr/>
          <p:nvPr/>
        </p:nvSpPr>
        <p:spPr>
          <a:xfrm>
            <a:off x="9245498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22"/>
          <p:cNvSpPr/>
          <p:nvPr/>
        </p:nvSpPr>
        <p:spPr>
          <a:xfrm>
            <a:off x="8879738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23"/>
          <p:cNvSpPr/>
          <p:nvPr/>
        </p:nvSpPr>
        <p:spPr>
          <a:xfrm>
            <a:off x="9245498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24"/>
          <p:cNvSpPr/>
          <p:nvPr/>
        </p:nvSpPr>
        <p:spPr>
          <a:xfrm>
            <a:off x="8879738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25"/>
          <p:cNvSpPr/>
          <p:nvPr/>
        </p:nvSpPr>
        <p:spPr>
          <a:xfrm>
            <a:off x="9245498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26"/>
          <p:cNvSpPr/>
          <p:nvPr/>
        </p:nvSpPr>
        <p:spPr>
          <a:xfrm>
            <a:off x="8879738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27"/>
          <p:cNvSpPr/>
          <p:nvPr/>
        </p:nvSpPr>
        <p:spPr>
          <a:xfrm>
            <a:off x="9245498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group128"/>
          <p:cNvSpPr/>
          <p:nvPr/>
        </p:nvSpPr>
        <p:spPr>
          <a:xfrm>
            <a:off x="8837676" y="204825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06-group129"/>
          <p:cNvSpPr/>
          <p:nvPr/>
        </p:nvSpPr>
        <p:spPr>
          <a:xfrm>
            <a:off x="8837676" y="241401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130"/>
          <p:cNvSpPr/>
          <p:nvPr/>
        </p:nvSpPr>
        <p:spPr>
          <a:xfrm>
            <a:off x="8837676" y="277977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group131"/>
          <p:cNvSpPr/>
          <p:nvPr/>
        </p:nvSpPr>
        <p:spPr>
          <a:xfrm>
            <a:off x="8837676" y="3145536"/>
            <a:ext cx="67665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figure132" descr="점 2개씩 4묶음"/>
          <p:cNvSpPr/>
          <p:nvPr/>
        </p:nvSpPr>
        <p:spPr>
          <a:xfrm>
            <a:off x="8810244" y="2011680"/>
            <a:ext cx="73152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6-chip13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41" name="S06-dot134"/>
          <p:cNvSpPr/>
          <p:nvPr/>
        </p:nvSpPr>
        <p:spPr>
          <a:xfrm>
            <a:off x="15201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135"/>
          <p:cNvSpPr/>
          <p:nvPr/>
        </p:nvSpPr>
        <p:spPr>
          <a:xfrm>
            <a:off x="22059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136"/>
          <p:cNvSpPr/>
          <p:nvPr/>
        </p:nvSpPr>
        <p:spPr>
          <a:xfrm>
            <a:off x="28917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137"/>
          <p:cNvSpPr/>
          <p:nvPr/>
        </p:nvSpPr>
        <p:spPr>
          <a:xfrm>
            <a:off x="35775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138"/>
          <p:cNvSpPr/>
          <p:nvPr/>
        </p:nvSpPr>
        <p:spPr>
          <a:xfrm>
            <a:off x="42633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139"/>
          <p:cNvSpPr/>
          <p:nvPr/>
        </p:nvSpPr>
        <p:spPr>
          <a:xfrm>
            <a:off x="4949190" y="38336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140"/>
          <p:cNvSpPr/>
          <p:nvPr/>
        </p:nvSpPr>
        <p:spPr>
          <a:xfrm>
            <a:off x="15201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141"/>
          <p:cNvSpPr/>
          <p:nvPr/>
        </p:nvSpPr>
        <p:spPr>
          <a:xfrm>
            <a:off x="22059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142"/>
          <p:cNvSpPr/>
          <p:nvPr/>
        </p:nvSpPr>
        <p:spPr>
          <a:xfrm>
            <a:off x="28917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143"/>
          <p:cNvSpPr/>
          <p:nvPr/>
        </p:nvSpPr>
        <p:spPr>
          <a:xfrm>
            <a:off x="35775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144"/>
          <p:cNvSpPr/>
          <p:nvPr/>
        </p:nvSpPr>
        <p:spPr>
          <a:xfrm>
            <a:off x="42633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145"/>
          <p:cNvSpPr/>
          <p:nvPr/>
        </p:nvSpPr>
        <p:spPr>
          <a:xfrm>
            <a:off x="4949190" y="45194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group146"/>
          <p:cNvSpPr/>
          <p:nvPr/>
        </p:nvSpPr>
        <p:spPr>
          <a:xfrm>
            <a:off x="1417320" y="3739896"/>
            <a:ext cx="40599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4" name="S06-group147"/>
          <p:cNvSpPr/>
          <p:nvPr/>
        </p:nvSpPr>
        <p:spPr>
          <a:xfrm>
            <a:off x="1417320" y="4425696"/>
            <a:ext cx="40599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5" name="S06-figure148" descr="점 6개씩 2묶음"/>
          <p:cNvSpPr/>
          <p:nvPr/>
        </p:nvSpPr>
        <p:spPr>
          <a:xfrm>
            <a:off x="1389888" y="3703320"/>
            <a:ext cx="41148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06-chip14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57" name="S06-dot150"/>
          <p:cNvSpPr/>
          <p:nvPr/>
        </p:nvSpPr>
        <p:spPr>
          <a:xfrm>
            <a:off x="8537143" y="375025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151"/>
          <p:cNvSpPr/>
          <p:nvPr/>
        </p:nvSpPr>
        <p:spPr>
          <a:xfrm>
            <a:off x="9024823" y="375025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152"/>
          <p:cNvSpPr/>
          <p:nvPr/>
        </p:nvSpPr>
        <p:spPr>
          <a:xfrm>
            <a:off x="9512503" y="375025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153"/>
          <p:cNvSpPr/>
          <p:nvPr/>
        </p:nvSpPr>
        <p:spPr>
          <a:xfrm>
            <a:off x="8537143" y="42379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154"/>
          <p:cNvSpPr/>
          <p:nvPr/>
        </p:nvSpPr>
        <p:spPr>
          <a:xfrm>
            <a:off x="9024823" y="42379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155"/>
          <p:cNvSpPr/>
          <p:nvPr/>
        </p:nvSpPr>
        <p:spPr>
          <a:xfrm>
            <a:off x="9512503" y="423793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156"/>
          <p:cNvSpPr/>
          <p:nvPr/>
        </p:nvSpPr>
        <p:spPr>
          <a:xfrm>
            <a:off x="8537143" y="47256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dot157"/>
          <p:cNvSpPr/>
          <p:nvPr/>
        </p:nvSpPr>
        <p:spPr>
          <a:xfrm>
            <a:off x="9024823" y="47256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6-dot158"/>
          <p:cNvSpPr/>
          <p:nvPr/>
        </p:nvSpPr>
        <p:spPr>
          <a:xfrm>
            <a:off x="9512503" y="4725619"/>
            <a:ext cx="302362" cy="30236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6-group159"/>
          <p:cNvSpPr/>
          <p:nvPr/>
        </p:nvSpPr>
        <p:spPr>
          <a:xfrm>
            <a:off x="8471916" y="3694176"/>
            <a:ext cx="140817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7" name="S06-group160"/>
          <p:cNvSpPr/>
          <p:nvPr/>
        </p:nvSpPr>
        <p:spPr>
          <a:xfrm>
            <a:off x="8471916" y="4181856"/>
            <a:ext cx="140817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8" name="S06-group161"/>
          <p:cNvSpPr/>
          <p:nvPr/>
        </p:nvSpPr>
        <p:spPr>
          <a:xfrm>
            <a:off x="8471916" y="4669536"/>
            <a:ext cx="1408176" cy="414528"/>
          </a:xfrm>
          <a:prstGeom prst="roundRect">
            <a:avLst>
              <a:gd name="adj" fmla="val 264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9" name="S06-figure162" descr="점 3개씩 3묶음"/>
          <p:cNvSpPr/>
          <p:nvPr/>
        </p:nvSpPr>
        <p:spPr>
          <a:xfrm>
            <a:off x="8444484" y="3657600"/>
            <a:ext cx="146304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16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16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3의 4배는 얼마일까요?</a:t>
            </a:r>
            <a:endParaRPr lang="ko-KR" sz="3200" dirty="0"/>
          </a:p>
        </p:txBody>
      </p:sp>
      <p:sp>
        <p:nvSpPr>
          <p:cNvPr id="5" name="S07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16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600" dirty="0"/>
          </a:p>
        </p:txBody>
      </p:sp>
      <p:sp>
        <p:nvSpPr>
          <p:cNvPr id="8" name="S07-text16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7</a:t>
            </a:r>
            <a:endParaRPr lang="ko-KR" sz="3200" dirty="0"/>
          </a:p>
        </p:txBody>
      </p:sp>
      <p:sp>
        <p:nvSpPr>
          <p:cNvPr id="9" name="S07-chip16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12</a:t>
            </a:r>
            <a:endParaRPr lang="ko-KR" sz="2600" dirty="0"/>
          </a:p>
        </p:txBody>
      </p:sp>
      <p:sp>
        <p:nvSpPr>
          <p:cNvPr id="10" name="S07-text17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 = 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나타내요</a:t>
            </a:r>
            <a:endParaRPr lang="ko-KR" sz="4400" dirty="0"/>
          </a:p>
        </p:txBody>
      </p:sp>
      <p:sp>
        <p:nvSpPr>
          <p:cNvPr id="3" name="S08-text1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덧셈식과 곱셈식으로 나타내요.</a:t>
            </a:r>
            <a:endParaRPr lang="ko-KR" sz="3200" dirty="0"/>
          </a:p>
        </p:txBody>
      </p:sp>
      <p:sp>
        <p:nvSpPr>
          <p:cNvPr id="4" name="S08-card1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■의 ▲배는 ■ × ▲로 써요.</a:t>
            </a:r>
            <a:endParaRPr lang="ko-KR" sz="3200" dirty="0"/>
          </a:p>
        </p:txBody>
      </p:sp>
      <p:sp>
        <p:nvSpPr>
          <p:cNvPr id="6" name="S08-chip1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dot175"/>
          <p:cNvSpPr/>
          <p:nvPr/>
        </p:nvSpPr>
        <p:spPr>
          <a:xfrm>
            <a:off x="23911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176"/>
          <p:cNvSpPr/>
          <p:nvPr/>
        </p:nvSpPr>
        <p:spPr>
          <a:xfrm>
            <a:off x="28483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177"/>
          <p:cNvSpPr/>
          <p:nvPr/>
        </p:nvSpPr>
        <p:spPr>
          <a:xfrm>
            <a:off x="33055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178"/>
          <p:cNvSpPr/>
          <p:nvPr/>
        </p:nvSpPr>
        <p:spPr>
          <a:xfrm>
            <a:off x="37627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179"/>
          <p:cNvSpPr/>
          <p:nvPr/>
        </p:nvSpPr>
        <p:spPr>
          <a:xfrm>
            <a:off x="421995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dot180"/>
          <p:cNvSpPr/>
          <p:nvPr/>
        </p:nvSpPr>
        <p:spPr>
          <a:xfrm>
            <a:off x="23911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181"/>
          <p:cNvSpPr/>
          <p:nvPr/>
        </p:nvSpPr>
        <p:spPr>
          <a:xfrm>
            <a:off x="28483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182"/>
          <p:cNvSpPr/>
          <p:nvPr/>
        </p:nvSpPr>
        <p:spPr>
          <a:xfrm>
            <a:off x="33055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183"/>
          <p:cNvSpPr/>
          <p:nvPr/>
        </p:nvSpPr>
        <p:spPr>
          <a:xfrm>
            <a:off x="37627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dot184"/>
          <p:cNvSpPr/>
          <p:nvPr/>
        </p:nvSpPr>
        <p:spPr>
          <a:xfrm>
            <a:off x="421995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8-group185"/>
          <p:cNvSpPr/>
          <p:nvPr/>
        </p:nvSpPr>
        <p:spPr>
          <a:xfrm>
            <a:off x="2331720" y="2048256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8-group186"/>
          <p:cNvSpPr/>
          <p:nvPr/>
        </p:nvSpPr>
        <p:spPr>
          <a:xfrm>
            <a:off x="2331720" y="2505456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8-figure187" descr="점 5개씩 2묶음"/>
          <p:cNvSpPr/>
          <p:nvPr/>
        </p:nvSpPr>
        <p:spPr>
          <a:xfrm>
            <a:off x="2304288" y="201168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8-chip18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1" name="S08-text18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4의 3배</a:t>
            </a:r>
            <a:endParaRPr lang="ko-KR" sz="3200" dirty="0"/>
          </a:p>
        </p:txBody>
      </p:sp>
      <p:sp>
        <p:nvSpPr>
          <p:cNvPr id="22" name="S08-chip19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3" name="S08-eqtext19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+ 2 + 2 + 2 + 2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9-text1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곱셈식을 읽어요.</a:t>
            </a:r>
            <a:endParaRPr lang="ko-KR" sz="3200" dirty="0"/>
          </a:p>
        </p:txBody>
      </p:sp>
      <p:sp>
        <p:nvSpPr>
          <p:cNvPr id="4" name="S09-chip19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9-dot194"/>
          <p:cNvSpPr/>
          <p:nvPr/>
        </p:nvSpPr>
        <p:spPr>
          <a:xfrm>
            <a:off x="260238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dot195"/>
          <p:cNvSpPr/>
          <p:nvPr/>
        </p:nvSpPr>
        <p:spPr>
          <a:xfrm>
            <a:off x="296814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196"/>
          <p:cNvSpPr/>
          <p:nvPr/>
        </p:nvSpPr>
        <p:spPr>
          <a:xfrm>
            <a:off x="333390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197"/>
          <p:cNvSpPr/>
          <p:nvPr/>
        </p:nvSpPr>
        <p:spPr>
          <a:xfrm>
            <a:off x="369966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198"/>
          <p:cNvSpPr/>
          <p:nvPr/>
        </p:nvSpPr>
        <p:spPr>
          <a:xfrm>
            <a:off x="4065422" y="208117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99"/>
          <p:cNvSpPr/>
          <p:nvPr/>
        </p:nvSpPr>
        <p:spPr>
          <a:xfrm>
            <a:off x="260238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00"/>
          <p:cNvSpPr/>
          <p:nvPr/>
        </p:nvSpPr>
        <p:spPr>
          <a:xfrm>
            <a:off x="296814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01"/>
          <p:cNvSpPr/>
          <p:nvPr/>
        </p:nvSpPr>
        <p:spPr>
          <a:xfrm>
            <a:off x="333390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202"/>
          <p:cNvSpPr/>
          <p:nvPr/>
        </p:nvSpPr>
        <p:spPr>
          <a:xfrm>
            <a:off x="369966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203"/>
          <p:cNvSpPr/>
          <p:nvPr/>
        </p:nvSpPr>
        <p:spPr>
          <a:xfrm>
            <a:off x="4065422" y="244693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204"/>
          <p:cNvSpPr/>
          <p:nvPr/>
        </p:nvSpPr>
        <p:spPr>
          <a:xfrm>
            <a:off x="260238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205"/>
          <p:cNvSpPr/>
          <p:nvPr/>
        </p:nvSpPr>
        <p:spPr>
          <a:xfrm>
            <a:off x="296814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206"/>
          <p:cNvSpPr/>
          <p:nvPr/>
        </p:nvSpPr>
        <p:spPr>
          <a:xfrm>
            <a:off x="333390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207"/>
          <p:cNvSpPr/>
          <p:nvPr/>
        </p:nvSpPr>
        <p:spPr>
          <a:xfrm>
            <a:off x="369966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208"/>
          <p:cNvSpPr/>
          <p:nvPr/>
        </p:nvSpPr>
        <p:spPr>
          <a:xfrm>
            <a:off x="4065422" y="281269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209"/>
          <p:cNvSpPr/>
          <p:nvPr/>
        </p:nvSpPr>
        <p:spPr>
          <a:xfrm>
            <a:off x="260238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210"/>
          <p:cNvSpPr/>
          <p:nvPr/>
        </p:nvSpPr>
        <p:spPr>
          <a:xfrm>
            <a:off x="296814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211"/>
          <p:cNvSpPr/>
          <p:nvPr/>
        </p:nvSpPr>
        <p:spPr>
          <a:xfrm>
            <a:off x="333390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dot212"/>
          <p:cNvSpPr/>
          <p:nvPr/>
        </p:nvSpPr>
        <p:spPr>
          <a:xfrm>
            <a:off x="369966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9-dot213"/>
          <p:cNvSpPr/>
          <p:nvPr/>
        </p:nvSpPr>
        <p:spPr>
          <a:xfrm>
            <a:off x="4065422" y="3178454"/>
            <a:ext cx="226771" cy="22677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9-group214"/>
          <p:cNvSpPr/>
          <p:nvPr/>
        </p:nvSpPr>
        <p:spPr>
          <a:xfrm>
            <a:off x="2560320" y="204825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9-group215"/>
          <p:cNvSpPr/>
          <p:nvPr/>
        </p:nvSpPr>
        <p:spPr>
          <a:xfrm>
            <a:off x="2560320" y="241401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9-group216"/>
          <p:cNvSpPr/>
          <p:nvPr/>
        </p:nvSpPr>
        <p:spPr>
          <a:xfrm>
            <a:off x="2560320" y="277977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9-group217"/>
          <p:cNvSpPr/>
          <p:nvPr/>
        </p:nvSpPr>
        <p:spPr>
          <a:xfrm>
            <a:off x="2560320" y="3145536"/>
            <a:ext cx="177393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9-figure218" descr="점 5개씩 4묶음"/>
          <p:cNvSpPr/>
          <p:nvPr/>
        </p:nvSpPr>
        <p:spPr>
          <a:xfrm>
            <a:off x="2532888" y="2011680"/>
            <a:ext cx="18288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9-chip219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1" name="S09-text220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3배를 곱셈식으로</a:t>
            </a:r>
            <a:endParaRPr lang="ko-KR" sz="3200" dirty="0"/>
          </a:p>
        </p:txBody>
      </p:sp>
      <p:sp>
        <p:nvSpPr>
          <p:cNvPr id="32" name="S09-chip22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3" name="S09-text222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+ 7을 곱셈식으로</a:t>
            </a:r>
            <a:endParaRPr lang="ko-KR" sz="3200" dirty="0"/>
          </a:p>
        </p:txBody>
      </p:sp>
      <p:sp>
        <p:nvSpPr>
          <p:cNvPr id="34" name="S09-chip223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5" name="S09-eqtext224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2의 4배는 어느 것?</a:t>
            </a:r>
            <a:endParaRPr lang="ko-KR" sz="4400" dirty="0"/>
          </a:p>
        </p:txBody>
      </p:sp>
      <p:sp>
        <p:nvSpPr>
          <p:cNvPr id="3" name="S11-card2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곱셈식으로 말해요.</a:t>
            </a:r>
            <a:endParaRPr lang="ko-KR" sz="3200" dirty="0"/>
          </a:p>
        </p:txBody>
      </p:sp>
      <p:sp>
        <p:nvSpPr>
          <p:cNvPr id="5" name="S11-chip227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1-dot228"/>
          <p:cNvSpPr/>
          <p:nvPr/>
        </p:nvSpPr>
        <p:spPr>
          <a:xfrm>
            <a:off x="119954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1-dot229"/>
          <p:cNvSpPr/>
          <p:nvPr/>
        </p:nvSpPr>
        <p:spPr>
          <a:xfrm>
            <a:off x="179390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dot230"/>
          <p:cNvSpPr/>
          <p:nvPr/>
        </p:nvSpPr>
        <p:spPr>
          <a:xfrm>
            <a:off x="238826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dot231"/>
          <p:cNvSpPr/>
          <p:nvPr/>
        </p:nvSpPr>
        <p:spPr>
          <a:xfrm>
            <a:off x="2982620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dot232"/>
          <p:cNvSpPr/>
          <p:nvPr/>
        </p:nvSpPr>
        <p:spPr>
          <a:xfrm>
            <a:off x="119954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1-dot233"/>
          <p:cNvSpPr/>
          <p:nvPr/>
        </p:nvSpPr>
        <p:spPr>
          <a:xfrm>
            <a:off x="179390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1-dot234"/>
          <p:cNvSpPr/>
          <p:nvPr/>
        </p:nvSpPr>
        <p:spPr>
          <a:xfrm>
            <a:off x="238826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1-dot235"/>
          <p:cNvSpPr/>
          <p:nvPr/>
        </p:nvSpPr>
        <p:spPr>
          <a:xfrm>
            <a:off x="2982620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group236"/>
          <p:cNvSpPr/>
          <p:nvPr/>
        </p:nvSpPr>
        <p:spPr>
          <a:xfrm>
            <a:off x="1114044" y="3017520"/>
            <a:ext cx="232257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11-group237"/>
          <p:cNvSpPr/>
          <p:nvPr/>
        </p:nvSpPr>
        <p:spPr>
          <a:xfrm>
            <a:off x="1114044" y="3611880"/>
            <a:ext cx="232257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11-figure238" descr="점 4개씩 2묶음"/>
          <p:cNvSpPr/>
          <p:nvPr/>
        </p:nvSpPr>
        <p:spPr>
          <a:xfrm>
            <a:off x="1086612" y="2980944"/>
            <a:ext cx="2377440" cy="1188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1-chip239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8" name="S11-dot240"/>
          <p:cNvSpPr/>
          <p:nvPr/>
        </p:nvSpPr>
        <p:spPr>
          <a:xfrm>
            <a:off x="5613044" y="24995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1-dot241"/>
          <p:cNvSpPr/>
          <p:nvPr/>
        </p:nvSpPr>
        <p:spPr>
          <a:xfrm>
            <a:off x="6207404" y="24995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1-dot242"/>
          <p:cNvSpPr/>
          <p:nvPr/>
        </p:nvSpPr>
        <p:spPr>
          <a:xfrm>
            <a:off x="5613044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1-dot243"/>
          <p:cNvSpPr/>
          <p:nvPr/>
        </p:nvSpPr>
        <p:spPr>
          <a:xfrm>
            <a:off x="6207404" y="309387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1-dot244"/>
          <p:cNvSpPr/>
          <p:nvPr/>
        </p:nvSpPr>
        <p:spPr>
          <a:xfrm>
            <a:off x="5613044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1-dot245"/>
          <p:cNvSpPr/>
          <p:nvPr/>
        </p:nvSpPr>
        <p:spPr>
          <a:xfrm>
            <a:off x="6207404" y="368823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1-dot246"/>
          <p:cNvSpPr/>
          <p:nvPr/>
        </p:nvSpPr>
        <p:spPr>
          <a:xfrm>
            <a:off x="5613044" y="42825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1-dot247"/>
          <p:cNvSpPr/>
          <p:nvPr/>
        </p:nvSpPr>
        <p:spPr>
          <a:xfrm>
            <a:off x="6207404" y="42825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1-group248"/>
          <p:cNvSpPr/>
          <p:nvPr/>
        </p:nvSpPr>
        <p:spPr>
          <a:xfrm>
            <a:off x="5527548" y="242316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1-group249"/>
          <p:cNvSpPr/>
          <p:nvPr/>
        </p:nvSpPr>
        <p:spPr>
          <a:xfrm>
            <a:off x="5527548" y="301752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1-group250"/>
          <p:cNvSpPr/>
          <p:nvPr/>
        </p:nvSpPr>
        <p:spPr>
          <a:xfrm>
            <a:off x="5527548" y="361188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11-group251"/>
          <p:cNvSpPr/>
          <p:nvPr/>
        </p:nvSpPr>
        <p:spPr>
          <a:xfrm>
            <a:off x="5527548" y="420624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0" name="S11-figure252" descr="점 2개씩 4묶음"/>
          <p:cNvSpPr/>
          <p:nvPr/>
        </p:nvSpPr>
        <p:spPr>
          <a:xfrm>
            <a:off x="5500116" y="2386584"/>
            <a:ext cx="1188720" cy="23774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1-chip253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32" name="S11-dot254"/>
          <p:cNvSpPr/>
          <p:nvPr/>
        </p:nvSpPr>
        <p:spPr>
          <a:xfrm>
            <a:off x="9432188" y="27966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1-dot255"/>
          <p:cNvSpPr/>
          <p:nvPr/>
        </p:nvSpPr>
        <p:spPr>
          <a:xfrm>
            <a:off x="10026548" y="279669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1-dot256"/>
          <p:cNvSpPr/>
          <p:nvPr/>
        </p:nvSpPr>
        <p:spPr>
          <a:xfrm>
            <a:off x="9432188" y="339105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1-dot257"/>
          <p:cNvSpPr/>
          <p:nvPr/>
        </p:nvSpPr>
        <p:spPr>
          <a:xfrm>
            <a:off x="10026548" y="339105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1-dot258"/>
          <p:cNvSpPr/>
          <p:nvPr/>
        </p:nvSpPr>
        <p:spPr>
          <a:xfrm>
            <a:off x="9432188" y="39854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1-dot259"/>
          <p:cNvSpPr/>
          <p:nvPr/>
        </p:nvSpPr>
        <p:spPr>
          <a:xfrm>
            <a:off x="10026548" y="3985412"/>
            <a:ext cx="368503" cy="368503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1-group260"/>
          <p:cNvSpPr/>
          <p:nvPr/>
        </p:nvSpPr>
        <p:spPr>
          <a:xfrm>
            <a:off x="9346692" y="272034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11-group261"/>
          <p:cNvSpPr/>
          <p:nvPr/>
        </p:nvSpPr>
        <p:spPr>
          <a:xfrm>
            <a:off x="9346692" y="331470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11-group262"/>
          <p:cNvSpPr/>
          <p:nvPr/>
        </p:nvSpPr>
        <p:spPr>
          <a:xfrm>
            <a:off x="9346692" y="3909060"/>
            <a:ext cx="1133856" cy="521208"/>
          </a:xfrm>
          <a:prstGeom prst="roundRect">
            <a:avLst>
              <a:gd name="adj" fmla="val 21053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11-figure263" descr="점 2개씩 3묶음"/>
          <p:cNvSpPr/>
          <p:nvPr/>
        </p:nvSpPr>
        <p:spPr>
          <a:xfrm>
            <a:off x="9319260" y="2683764"/>
            <a:ext cx="118872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2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2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4묶음은 3의 4배, 3 × 4 = 12예요.</a:t>
            </a:r>
            <a:endParaRPr lang="ko-KR" sz="3200" dirty="0"/>
          </a:p>
        </p:txBody>
      </p:sp>
      <p:sp>
        <p:nvSpPr>
          <p:cNvPr id="5" name="S12-chip26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묶음의 수부터 세기</a:t>
            </a:r>
            <a:endParaRPr lang="ko-KR" sz="2600" dirty="0"/>
          </a:p>
        </p:txBody>
      </p:sp>
      <p:sp>
        <p:nvSpPr>
          <p:cNvPr id="6" name="S12-chip26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3의 4배를 3 + 4로 하기</a:t>
            </a:r>
            <a:endParaRPr lang="ko-KR" sz="2600" dirty="0"/>
          </a:p>
        </p:txBody>
      </p:sp>
      <p:sp>
        <p:nvSpPr>
          <p:cNvPr id="7" name="S12-text26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26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5의 3배는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얼마?</a:t>
            </a:r>
            <a:endParaRPr lang="ko-KR" sz="2600" dirty="0"/>
          </a:p>
        </p:txBody>
      </p:sp>
      <p:sp>
        <p:nvSpPr>
          <p:cNvPr id="9" name="S12-text27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 + 4 + 4 + 4 + 4를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</a:t>
            </a:r>
            <a:endParaRPr lang="ko-KR" sz="2600" dirty="0"/>
          </a:p>
        </p:txBody>
      </p:sp>
      <p:sp>
        <p:nvSpPr>
          <p:cNvPr id="10" name="S12-eqtext27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 × 2 = □</a:t>
            </a:r>
            <a:endParaRPr lang="ko-KR" sz="3000" dirty="0"/>
          </a:p>
        </p:txBody>
      </p:sp>
      <p:sp>
        <p:nvSpPr>
          <p:cNvPr id="11" name="S12-text2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2단과 5단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3씩 뛰어 세기</a:t>
            </a:r>
            <a:endParaRPr lang="ko-KR" sz="4400" dirty="0"/>
          </a:p>
        </p:txBody>
      </p:sp>
      <p:sp>
        <p:nvSpPr>
          <p:cNvPr id="3" name="S13-text2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0에서 3씩 4번 뛰어요.</a:t>
            </a:r>
            <a:endParaRPr lang="ko-KR" sz="3200" dirty="0"/>
          </a:p>
        </p:txBody>
      </p:sp>
      <p:sp>
        <p:nvSpPr>
          <p:cNvPr id="4" name="S13-card2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2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4번 뛰면 12예요.</a:t>
            </a:r>
            <a:endParaRPr lang="ko-KR" sz="3200" dirty="0"/>
          </a:p>
        </p:txBody>
      </p:sp>
      <p:sp>
        <p:nvSpPr>
          <p:cNvPr id="6" name="S13-line276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3-line277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3-label278"/>
          <p:cNvSpPr txBox="1"/>
          <p:nvPr/>
        </p:nvSpPr>
        <p:spPr>
          <a:xfrm>
            <a:off x="50292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13-line279"/>
          <p:cNvSpPr/>
          <p:nvPr/>
        </p:nvSpPr>
        <p:spPr>
          <a:xfrm>
            <a:off x="164470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3-label280"/>
          <p:cNvSpPr txBox="1"/>
          <p:nvPr/>
        </p:nvSpPr>
        <p:spPr>
          <a:xfrm>
            <a:off x="118750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13-line281"/>
          <p:cNvSpPr/>
          <p:nvPr/>
        </p:nvSpPr>
        <p:spPr>
          <a:xfrm>
            <a:off x="232928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3-label282"/>
          <p:cNvSpPr txBox="1"/>
          <p:nvPr/>
        </p:nvSpPr>
        <p:spPr>
          <a:xfrm>
            <a:off x="187208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13-line283"/>
          <p:cNvSpPr/>
          <p:nvPr/>
        </p:nvSpPr>
        <p:spPr>
          <a:xfrm>
            <a:off x="301386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3-label284"/>
          <p:cNvSpPr txBox="1"/>
          <p:nvPr/>
        </p:nvSpPr>
        <p:spPr>
          <a:xfrm>
            <a:off x="255666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13-line285"/>
          <p:cNvSpPr/>
          <p:nvPr/>
        </p:nvSpPr>
        <p:spPr>
          <a:xfrm>
            <a:off x="369844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3-label286"/>
          <p:cNvSpPr txBox="1"/>
          <p:nvPr/>
        </p:nvSpPr>
        <p:spPr>
          <a:xfrm>
            <a:off x="3241243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13-line287"/>
          <p:cNvSpPr/>
          <p:nvPr/>
        </p:nvSpPr>
        <p:spPr>
          <a:xfrm>
            <a:off x="438302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3-label288"/>
          <p:cNvSpPr txBox="1"/>
          <p:nvPr/>
        </p:nvSpPr>
        <p:spPr>
          <a:xfrm>
            <a:off x="3925824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13-line289"/>
          <p:cNvSpPr/>
          <p:nvPr/>
        </p:nvSpPr>
        <p:spPr>
          <a:xfrm>
            <a:off x="506760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3-label290"/>
          <p:cNvSpPr txBox="1"/>
          <p:nvPr/>
        </p:nvSpPr>
        <p:spPr>
          <a:xfrm>
            <a:off x="4610405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13-line291"/>
          <p:cNvSpPr/>
          <p:nvPr/>
        </p:nvSpPr>
        <p:spPr>
          <a:xfrm>
            <a:off x="575218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3-label292"/>
          <p:cNvSpPr txBox="1"/>
          <p:nvPr/>
        </p:nvSpPr>
        <p:spPr>
          <a:xfrm>
            <a:off x="529498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13-line293"/>
          <p:cNvSpPr/>
          <p:nvPr/>
        </p:nvSpPr>
        <p:spPr>
          <a:xfrm>
            <a:off x="643676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3-label294"/>
          <p:cNvSpPr txBox="1"/>
          <p:nvPr/>
        </p:nvSpPr>
        <p:spPr>
          <a:xfrm>
            <a:off x="5979566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13-line295"/>
          <p:cNvSpPr/>
          <p:nvPr/>
        </p:nvSpPr>
        <p:spPr>
          <a:xfrm>
            <a:off x="712134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3-label296"/>
          <p:cNvSpPr txBox="1"/>
          <p:nvPr/>
        </p:nvSpPr>
        <p:spPr>
          <a:xfrm>
            <a:off x="6664147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13-line297"/>
          <p:cNvSpPr/>
          <p:nvPr/>
        </p:nvSpPr>
        <p:spPr>
          <a:xfrm>
            <a:off x="780592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3-label298"/>
          <p:cNvSpPr txBox="1"/>
          <p:nvPr/>
        </p:nvSpPr>
        <p:spPr>
          <a:xfrm>
            <a:off x="7348728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13-line299"/>
          <p:cNvSpPr/>
          <p:nvPr/>
        </p:nvSpPr>
        <p:spPr>
          <a:xfrm>
            <a:off x="8490509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3-label300"/>
          <p:cNvSpPr txBox="1"/>
          <p:nvPr/>
        </p:nvSpPr>
        <p:spPr>
          <a:xfrm>
            <a:off x="8033309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1" name="S13-line301"/>
          <p:cNvSpPr/>
          <p:nvPr/>
        </p:nvSpPr>
        <p:spPr>
          <a:xfrm>
            <a:off x="917509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3-label302"/>
          <p:cNvSpPr txBox="1"/>
          <p:nvPr/>
        </p:nvSpPr>
        <p:spPr>
          <a:xfrm>
            <a:off x="871789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33" name="S13-line303"/>
          <p:cNvSpPr/>
          <p:nvPr/>
        </p:nvSpPr>
        <p:spPr>
          <a:xfrm>
            <a:off x="985967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3-label304"/>
          <p:cNvSpPr txBox="1"/>
          <p:nvPr/>
        </p:nvSpPr>
        <p:spPr>
          <a:xfrm>
            <a:off x="9402470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600" dirty="0"/>
          </a:p>
        </p:txBody>
      </p:sp>
      <p:sp>
        <p:nvSpPr>
          <p:cNvPr id="35" name="S13-line305"/>
          <p:cNvSpPr/>
          <p:nvPr/>
        </p:nvSpPr>
        <p:spPr>
          <a:xfrm>
            <a:off x="10544251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3-label306"/>
          <p:cNvSpPr txBox="1"/>
          <p:nvPr/>
        </p:nvSpPr>
        <p:spPr>
          <a:xfrm>
            <a:off x="10087051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37" name="S13-line307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3-label308"/>
          <p:cNvSpPr txBox="1"/>
          <p:nvPr/>
        </p:nvSpPr>
        <p:spPr>
          <a:xfrm>
            <a:off x="10771632" y="4122115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39" name="S13-mark309"/>
          <p:cNvSpPr/>
          <p:nvPr/>
        </p:nvSpPr>
        <p:spPr>
          <a:xfrm>
            <a:off x="9083650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0" name="S13-line310"/>
          <p:cNvSpPr/>
          <p:nvPr/>
        </p:nvSpPr>
        <p:spPr>
          <a:xfrm flipV="1">
            <a:off x="960120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13-line311"/>
          <p:cNvSpPr/>
          <p:nvPr/>
        </p:nvSpPr>
        <p:spPr>
          <a:xfrm>
            <a:off x="960120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13-label312"/>
          <p:cNvSpPr txBox="1"/>
          <p:nvPr/>
        </p:nvSpPr>
        <p:spPr>
          <a:xfrm>
            <a:off x="960120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43" name="S13-line313"/>
          <p:cNvSpPr/>
          <p:nvPr/>
        </p:nvSpPr>
        <p:spPr>
          <a:xfrm flipV="1">
            <a:off x="3013862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13-line314"/>
          <p:cNvSpPr/>
          <p:nvPr/>
        </p:nvSpPr>
        <p:spPr>
          <a:xfrm>
            <a:off x="3013862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13-label315"/>
          <p:cNvSpPr txBox="1"/>
          <p:nvPr/>
        </p:nvSpPr>
        <p:spPr>
          <a:xfrm>
            <a:off x="3013862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46" name="S13-line316"/>
          <p:cNvSpPr/>
          <p:nvPr/>
        </p:nvSpPr>
        <p:spPr>
          <a:xfrm flipV="1">
            <a:off x="506760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13-line317"/>
          <p:cNvSpPr/>
          <p:nvPr/>
        </p:nvSpPr>
        <p:spPr>
          <a:xfrm>
            <a:off x="5067605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13-label318"/>
          <p:cNvSpPr txBox="1"/>
          <p:nvPr/>
        </p:nvSpPr>
        <p:spPr>
          <a:xfrm>
            <a:off x="5067605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49" name="S13-line319"/>
          <p:cNvSpPr/>
          <p:nvPr/>
        </p:nvSpPr>
        <p:spPr>
          <a:xfrm flipV="1">
            <a:off x="712134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13-line320"/>
          <p:cNvSpPr/>
          <p:nvPr/>
        </p:nvSpPr>
        <p:spPr>
          <a:xfrm>
            <a:off x="7121347" y="3555187"/>
            <a:ext cx="205374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13-label321"/>
          <p:cNvSpPr txBox="1"/>
          <p:nvPr/>
        </p:nvSpPr>
        <p:spPr>
          <a:xfrm>
            <a:off x="7121347" y="3107639"/>
            <a:ext cx="205374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</a:t>
            </a:r>
            <a:endParaRPr lang="ko-KR" sz="2600" dirty="0"/>
          </a:p>
        </p:txBody>
      </p:sp>
      <p:sp>
        <p:nvSpPr>
          <p:cNvPr id="52" name="S13-figure322" descr="0부터 15까지 수직선에서 0, 3, 6, 9, 12로 3씩 네 번 뛰는 화살표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곱셈의 뜻</dc:title>
  <dc:subject>KR22-G02-MAT-MULT-L01</dc:subject>
  <dc:creator>education-ppt</dc:creator>
  <cp:lastModifiedBy>education-ppt</cp:lastModifiedBy>
  <cp:revision>1</cp:revision>
  <dcterms:created xsi:type="dcterms:W3CDTF">2026-10-26T07:04:35Z</dcterms:created>
  <dcterms:modified xsi:type="dcterms:W3CDTF">2026-10-26T07:04:35Z</dcterms:modified>
</cp:coreProperties>
</file>