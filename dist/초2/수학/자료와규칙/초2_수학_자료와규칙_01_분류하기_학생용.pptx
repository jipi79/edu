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3ea5e6a-6fda-1284-2021-9b7a376e2f9a}">
          <p14:sldIdLst>
            <p14:sldId id="256"/>
            <p14:sldId id="257"/>
          </p14:sldIdLst>
        </p14:section>
        <p14:section name="개념" id="{edfb8328-617d-1ab2-415a-d51323195066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53a29bbb-df68-d874-7856-2a5fdea369e9}">
          <p14:sldIdLst>
            <p14:sldId id="261"/>
            <p14:sldId id="262"/>
            <p14:sldId id="265"/>
            <p14:sldId id="266"/>
          </p14:sldIdLst>
        </p14:section>
        <p14:section name="개념" id="{6effb2d2-dd2e-50e3-5fcf-bb2945a77237}">
          <p14:sldIdLst/>
        </p14:section>
        <p14:section name="연습" id="{aa828b14-39a4-3f83-1c6a-f2611a34a302}">
          <p14:sldIdLst/>
        </p14:section>
        <p14:section name="확인" id="{77f36c73-ab76-e2b1-3aaf-e175d91cc8e4}">
          <p14:sldIdLst>
            <p14:sldId id="267"/>
            <p14:sldId id="268"/>
          </p14:sldIdLst>
        </p14:section>
        <p14:section name="정리" id="{a7dd3fe3-ec78-05fd-58e4-27e0c79d6a7e}">
          <p14:sldIdLst>
            <p14:sldId id="269"/>
          </p14:sldIdLst>
        </p14:section>
        <p14:section name="보충" id="{5c47b793-383d-b390-94ce-6d842672543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자료와규칙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분류하기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분류하기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분류하기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나누면 좋을까?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7680960" y="1687068"/>
            <a:ext cx="832104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3600" dirty="0"/>
          </a:p>
        </p:txBody>
      </p:sp>
      <p:sp>
        <p:nvSpPr>
          <p:cNvPr id="5" name="S01-tile2"/>
          <p:cNvSpPr txBox="1"/>
          <p:nvPr/>
        </p:nvSpPr>
        <p:spPr>
          <a:xfrm>
            <a:off x="8714232" y="1687068"/>
            <a:ext cx="832104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3600" dirty="0"/>
          </a:p>
        </p:txBody>
      </p:sp>
      <p:sp>
        <p:nvSpPr>
          <p:cNvPr id="6" name="S01-tile3"/>
          <p:cNvSpPr txBox="1"/>
          <p:nvPr/>
        </p:nvSpPr>
        <p:spPr>
          <a:xfrm>
            <a:off x="9747504" y="1687068"/>
            <a:ext cx="832104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3600" dirty="0"/>
          </a:p>
        </p:txBody>
      </p:sp>
      <p:sp>
        <p:nvSpPr>
          <p:cNvPr id="7" name="S01-tile4"/>
          <p:cNvSpPr txBox="1"/>
          <p:nvPr/>
        </p:nvSpPr>
        <p:spPr>
          <a:xfrm>
            <a:off x="10780776" y="1687068"/>
            <a:ext cx="832104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600" dirty="0"/>
          </a:p>
        </p:txBody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분명한 기준을 정해 나누어요.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나눈 것을 세어 표에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모양의 이름을 말하고, 세어 봐요.</a:t>
            </a:r>
            <a:endParaRPr lang="ko-KR" sz="32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figure9" descr="동그라미"/>
          <p:cNvSpPr/>
          <p:nvPr/>
        </p:nvSpPr>
        <p:spPr>
          <a:xfrm>
            <a:off x="1600200" y="2290572"/>
            <a:ext cx="1316736" cy="1316736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2-figure10" descr="세모"/>
          <p:cNvSpPr/>
          <p:nvPr/>
        </p:nvSpPr>
        <p:spPr>
          <a:xfrm>
            <a:off x="3429000" y="2350424"/>
            <a:ext cx="1316736" cy="1197033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2-figure11" descr="네모"/>
          <p:cNvSpPr/>
          <p:nvPr/>
        </p:nvSpPr>
        <p:spPr>
          <a:xfrm>
            <a:off x="5257800" y="2290572"/>
            <a:ext cx="1316736" cy="1316736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2-chip12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dot13"/>
          <p:cNvSpPr/>
          <p:nvPr/>
        </p:nvSpPr>
        <p:spPr>
          <a:xfrm>
            <a:off x="2503170" y="46565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dot14"/>
          <p:cNvSpPr/>
          <p:nvPr/>
        </p:nvSpPr>
        <p:spPr>
          <a:xfrm>
            <a:off x="3188970" y="46565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2-dot15"/>
          <p:cNvSpPr/>
          <p:nvPr/>
        </p:nvSpPr>
        <p:spPr>
          <a:xfrm>
            <a:off x="3874770" y="46565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2-dot16"/>
          <p:cNvSpPr/>
          <p:nvPr/>
        </p:nvSpPr>
        <p:spPr>
          <a:xfrm>
            <a:off x="4560570" y="46565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2-dot17"/>
          <p:cNvSpPr/>
          <p:nvPr/>
        </p:nvSpPr>
        <p:spPr>
          <a:xfrm>
            <a:off x="5246370" y="46565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dot18"/>
          <p:cNvSpPr/>
          <p:nvPr/>
        </p:nvSpPr>
        <p:spPr>
          <a:xfrm>
            <a:off x="2503170" y="53423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2-dot19"/>
          <p:cNvSpPr/>
          <p:nvPr/>
        </p:nvSpPr>
        <p:spPr>
          <a:xfrm>
            <a:off x="3188970" y="53423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dot20"/>
          <p:cNvSpPr/>
          <p:nvPr/>
        </p:nvSpPr>
        <p:spPr>
          <a:xfrm>
            <a:off x="3874770" y="53423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2-figure21" descr="점 8개"/>
          <p:cNvSpPr/>
          <p:nvPr/>
        </p:nvSpPr>
        <p:spPr>
          <a:xfrm>
            <a:off x="2372868" y="4526280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기준이 좋을까요?</a:t>
            </a:r>
            <a:endParaRPr lang="ko-KR" sz="4400" dirty="0"/>
          </a:p>
        </p:txBody>
      </p:sp>
      <p:sp>
        <p:nvSpPr>
          <p:cNvPr id="3" name="S03-card2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2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나누어도 결과가 같아야 해요.</a:t>
            </a:r>
            <a:endParaRPr lang="ko-KR" sz="3200" dirty="0"/>
          </a:p>
        </p:txBody>
      </p:sp>
      <p:sp>
        <p:nvSpPr>
          <p:cNvPr id="5" name="S03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‘맛있는 것’은 기준이 될까요?</a:t>
            </a:r>
            <a:endParaRPr lang="ko-KR" sz="3200" dirty="0"/>
          </a:p>
        </p:txBody>
      </p:sp>
      <p:sp>
        <p:nvSpPr>
          <p:cNvPr id="7" name="S03-chip2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모양, 색깔, 다리 수</a:t>
            </a:r>
            <a:endParaRPr lang="ko-KR" sz="2600" dirty="0"/>
          </a:p>
        </p:txBody>
      </p:sp>
      <p:sp>
        <p:nvSpPr>
          <p:cNvPr id="8" name="S03-text2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나누어도 똑같아요.</a:t>
            </a:r>
            <a:endParaRPr lang="ko-KR" sz="3200" dirty="0"/>
          </a:p>
        </p:txBody>
      </p:sp>
      <p:sp>
        <p:nvSpPr>
          <p:cNvPr id="9" name="S03-chip2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예쁜 것, 좋아하는 것</a:t>
            </a:r>
            <a:endParaRPr lang="ko-KR" sz="2600" dirty="0"/>
          </a:p>
        </p:txBody>
      </p:sp>
      <p:sp>
        <p:nvSpPr>
          <p:cNvPr id="10" name="S03-text2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달라요.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모양으로 나누어요</a:t>
            </a:r>
            <a:endParaRPr lang="ko-KR" sz="4400" dirty="0"/>
          </a:p>
        </p:txBody>
      </p:sp>
      <p:sp>
        <p:nvSpPr>
          <p:cNvPr id="3" name="S04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모양</a:t>
            </a:r>
            <a:endParaRPr lang="ko-KR" sz="3200" dirty="0"/>
          </a:p>
        </p:txBody>
      </p:sp>
      <p:sp>
        <p:nvSpPr>
          <p:cNvPr id="4" name="S04-card31"/>
          <p:cNvSpPr/>
          <p:nvPr/>
        </p:nvSpPr>
        <p:spPr>
          <a:xfrm>
            <a:off x="548640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32"/>
          <p:cNvSpPr txBox="1"/>
          <p:nvPr/>
        </p:nvSpPr>
        <p:spPr>
          <a:xfrm>
            <a:off x="822960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동그라미: 1, 4, 6, 8</a:t>
            </a:r>
            <a:endParaRPr lang="ko-KR" sz="3200" dirty="0"/>
          </a:p>
        </p:txBody>
      </p:sp>
      <p:sp>
        <p:nvSpPr>
          <p:cNvPr id="6" name="S04-card33"/>
          <p:cNvSpPr/>
          <p:nvPr/>
        </p:nvSpPr>
        <p:spPr>
          <a:xfrm>
            <a:off x="4322064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4"/>
          <p:cNvSpPr txBox="1"/>
          <p:nvPr/>
        </p:nvSpPr>
        <p:spPr>
          <a:xfrm>
            <a:off x="4596384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세모: 2, 5</a:t>
            </a:r>
            <a:endParaRPr lang="ko-KR" sz="3200" dirty="0"/>
          </a:p>
        </p:txBody>
      </p:sp>
      <p:sp>
        <p:nvSpPr>
          <p:cNvPr id="8" name="S04-card35"/>
          <p:cNvSpPr/>
          <p:nvPr/>
        </p:nvSpPr>
        <p:spPr>
          <a:xfrm>
            <a:off x="8095488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36"/>
          <p:cNvSpPr txBox="1"/>
          <p:nvPr/>
        </p:nvSpPr>
        <p:spPr>
          <a:xfrm>
            <a:off x="8369808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네모: 3, 7</a:t>
            </a:r>
            <a:endParaRPr lang="ko-KR" sz="3200" dirty="0"/>
          </a:p>
        </p:txBody>
      </p:sp>
      <p:sp>
        <p:nvSpPr>
          <p:cNvPr id="10" name="S04-tile37"/>
          <p:cNvSpPr txBox="1"/>
          <p:nvPr/>
        </p:nvSpPr>
        <p:spPr>
          <a:xfrm>
            <a:off x="548640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11" name="S04-label38"/>
          <p:cNvSpPr txBox="1"/>
          <p:nvPr/>
        </p:nvSpPr>
        <p:spPr>
          <a:xfrm>
            <a:off x="448056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04-tile39"/>
          <p:cNvSpPr txBox="1"/>
          <p:nvPr/>
        </p:nvSpPr>
        <p:spPr>
          <a:xfrm>
            <a:off x="1960245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5200" dirty="0"/>
          </a:p>
        </p:txBody>
      </p:sp>
      <p:sp>
        <p:nvSpPr>
          <p:cNvPr id="13" name="S04-label40"/>
          <p:cNvSpPr txBox="1"/>
          <p:nvPr/>
        </p:nvSpPr>
        <p:spPr>
          <a:xfrm>
            <a:off x="1859661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" name="S04-tile41"/>
          <p:cNvSpPr txBox="1"/>
          <p:nvPr/>
        </p:nvSpPr>
        <p:spPr>
          <a:xfrm>
            <a:off x="3371850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15" name="S04-label42"/>
          <p:cNvSpPr txBox="1"/>
          <p:nvPr/>
        </p:nvSpPr>
        <p:spPr>
          <a:xfrm>
            <a:off x="3271266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6" name="S04-tile43"/>
          <p:cNvSpPr txBox="1"/>
          <p:nvPr/>
        </p:nvSpPr>
        <p:spPr>
          <a:xfrm>
            <a:off x="4783455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5200" dirty="0"/>
          </a:p>
        </p:txBody>
      </p:sp>
      <p:sp>
        <p:nvSpPr>
          <p:cNvPr id="17" name="S04-label44"/>
          <p:cNvSpPr txBox="1"/>
          <p:nvPr/>
        </p:nvSpPr>
        <p:spPr>
          <a:xfrm>
            <a:off x="4682871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8" name="S04-tile45"/>
          <p:cNvSpPr txBox="1"/>
          <p:nvPr/>
        </p:nvSpPr>
        <p:spPr>
          <a:xfrm>
            <a:off x="6195060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200" dirty="0"/>
          </a:p>
        </p:txBody>
      </p:sp>
      <p:sp>
        <p:nvSpPr>
          <p:cNvPr id="19" name="S04-label46"/>
          <p:cNvSpPr txBox="1"/>
          <p:nvPr/>
        </p:nvSpPr>
        <p:spPr>
          <a:xfrm>
            <a:off x="6094476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0" name="S04-tile47"/>
          <p:cNvSpPr txBox="1"/>
          <p:nvPr/>
        </p:nvSpPr>
        <p:spPr>
          <a:xfrm>
            <a:off x="7606665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21" name="S04-label48"/>
          <p:cNvSpPr txBox="1"/>
          <p:nvPr/>
        </p:nvSpPr>
        <p:spPr>
          <a:xfrm>
            <a:off x="7506081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2" name="S04-tile49"/>
          <p:cNvSpPr txBox="1"/>
          <p:nvPr/>
        </p:nvSpPr>
        <p:spPr>
          <a:xfrm>
            <a:off x="9018270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5200" dirty="0"/>
          </a:p>
        </p:txBody>
      </p:sp>
      <p:sp>
        <p:nvSpPr>
          <p:cNvPr id="23" name="S04-label50"/>
          <p:cNvSpPr txBox="1"/>
          <p:nvPr/>
        </p:nvSpPr>
        <p:spPr>
          <a:xfrm>
            <a:off x="8917686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4" name="S04-tile51"/>
          <p:cNvSpPr txBox="1"/>
          <p:nvPr/>
        </p:nvSpPr>
        <p:spPr>
          <a:xfrm>
            <a:off x="10429875" y="2506282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25" name="S04-label52"/>
          <p:cNvSpPr txBox="1"/>
          <p:nvPr/>
        </p:nvSpPr>
        <p:spPr>
          <a:xfrm>
            <a:off x="10329291" y="3753295"/>
            <a:ext cx="14116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색칠로 나누어요</a:t>
            </a:r>
            <a:endParaRPr lang="ko-KR" sz="4400" dirty="0"/>
          </a:p>
        </p:txBody>
      </p:sp>
      <p:sp>
        <p:nvSpPr>
          <p:cNvPr id="3" name="S05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색칠했는지</a:t>
            </a:r>
            <a:endParaRPr lang="ko-KR" sz="3200" dirty="0"/>
          </a:p>
        </p:txBody>
      </p:sp>
      <p:sp>
        <p:nvSpPr>
          <p:cNvPr id="4" name="S05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바뀌면 나누는 방법도 바뀌어요.</a:t>
            </a:r>
            <a:endParaRPr lang="ko-KR" sz="3200" dirty="0"/>
          </a:p>
        </p:txBody>
      </p:sp>
      <p:sp>
        <p:nvSpPr>
          <p:cNvPr id="6" name="S05-card56"/>
          <p:cNvSpPr/>
          <p:nvPr/>
        </p:nvSpPr>
        <p:spPr>
          <a:xfrm>
            <a:off x="548640" y="379984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57"/>
          <p:cNvSpPr txBox="1"/>
          <p:nvPr/>
        </p:nvSpPr>
        <p:spPr>
          <a:xfrm>
            <a:off x="822960" y="393700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것: 1, 3, 5, 6, 8</a:t>
            </a:r>
            <a:endParaRPr lang="ko-KR" sz="3200" dirty="0"/>
          </a:p>
        </p:txBody>
      </p:sp>
      <p:sp>
        <p:nvSpPr>
          <p:cNvPr id="8" name="S05-card58"/>
          <p:cNvSpPr/>
          <p:nvPr/>
        </p:nvSpPr>
        <p:spPr>
          <a:xfrm>
            <a:off x="6208776" y="379984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59"/>
          <p:cNvSpPr txBox="1"/>
          <p:nvPr/>
        </p:nvSpPr>
        <p:spPr>
          <a:xfrm>
            <a:off x="6483096" y="393700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색칠하지 않은 것: 2, 4, 7</a:t>
            </a:r>
            <a:endParaRPr lang="ko-KR" sz="3200" dirty="0"/>
          </a:p>
        </p:txBody>
      </p:sp>
      <p:sp>
        <p:nvSpPr>
          <p:cNvPr id="10" name="S05-tile60"/>
          <p:cNvSpPr txBox="1"/>
          <p:nvPr/>
        </p:nvSpPr>
        <p:spPr>
          <a:xfrm>
            <a:off x="980948" y="2011680"/>
            <a:ext cx="1102360" cy="110236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800" dirty="0"/>
          </a:p>
        </p:txBody>
      </p:sp>
      <p:sp>
        <p:nvSpPr>
          <p:cNvPr id="11" name="S05-label61"/>
          <p:cNvSpPr txBox="1"/>
          <p:nvPr/>
        </p:nvSpPr>
        <p:spPr>
          <a:xfrm>
            <a:off x="880364" y="3150616"/>
            <a:ext cx="1303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05-tile62"/>
          <p:cNvSpPr txBox="1"/>
          <p:nvPr/>
        </p:nvSpPr>
        <p:spPr>
          <a:xfrm>
            <a:off x="2284476" y="2011680"/>
            <a:ext cx="1102360" cy="110236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4800" dirty="0"/>
          </a:p>
        </p:txBody>
      </p:sp>
      <p:sp>
        <p:nvSpPr>
          <p:cNvPr id="13" name="S05-label63"/>
          <p:cNvSpPr txBox="1"/>
          <p:nvPr/>
        </p:nvSpPr>
        <p:spPr>
          <a:xfrm>
            <a:off x="2183892" y="3150616"/>
            <a:ext cx="1303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" name="S05-tile64"/>
          <p:cNvSpPr txBox="1"/>
          <p:nvPr/>
        </p:nvSpPr>
        <p:spPr>
          <a:xfrm>
            <a:off x="3588004" y="2011680"/>
            <a:ext cx="1102360" cy="110236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4800" dirty="0"/>
          </a:p>
        </p:txBody>
      </p:sp>
      <p:sp>
        <p:nvSpPr>
          <p:cNvPr id="15" name="S05-label65"/>
          <p:cNvSpPr txBox="1"/>
          <p:nvPr/>
        </p:nvSpPr>
        <p:spPr>
          <a:xfrm>
            <a:off x="3487420" y="3150616"/>
            <a:ext cx="1303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6" name="S05-tile66"/>
          <p:cNvSpPr txBox="1"/>
          <p:nvPr/>
        </p:nvSpPr>
        <p:spPr>
          <a:xfrm>
            <a:off x="4891532" y="2011680"/>
            <a:ext cx="1102360" cy="110236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4800" dirty="0"/>
          </a:p>
        </p:txBody>
      </p:sp>
      <p:sp>
        <p:nvSpPr>
          <p:cNvPr id="17" name="S05-label67"/>
          <p:cNvSpPr txBox="1"/>
          <p:nvPr/>
        </p:nvSpPr>
        <p:spPr>
          <a:xfrm>
            <a:off x="4790948" y="3150616"/>
            <a:ext cx="1303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8" name="S05-tile68"/>
          <p:cNvSpPr txBox="1"/>
          <p:nvPr/>
        </p:nvSpPr>
        <p:spPr>
          <a:xfrm>
            <a:off x="6195060" y="2011680"/>
            <a:ext cx="1102360" cy="110236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800" dirty="0"/>
          </a:p>
        </p:txBody>
      </p:sp>
      <p:sp>
        <p:nvSpPr>
          <p:cNvPr id="19" name="S05-label69"/>
          <p:cNvSpPr txBox="1"/>
          <p:nvPr/>
        </p:nvSpPr>
        <p:spPr>
          <a:xfrm>
            <a:off x="6094476" y="3150616"/>
            <a:ext cx="1303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0" name="S05-tile70"/>
          <p:cNvSpPr txBox="1"/>
          <p:nvPr/>
        </p:nvSpPr>
        <p:spPr>
          <a:xfrm>
            <a:off x="7498588" y="2011680"/>
            <a:ext cx="1102360" cy="110236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800" dirty="0"/>
          </a:p>
        </p:txBody>
      </p:sp>
      <p:sp>
        <p:nvSpPr>
          <p:cNvPr id="21" name="S05-label71"/>
          <p:cNvSpPr txBox="1"/>
          <p:nvPr/>
        </p:nvSpPr>
        <p:spPr>
          <a:xfrm>
            <a:off x="7398004" y="3150616"/>
            <a:ext cx="1303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2" name="S05-tile72"/>
          <p:cNvSpPr txBox="1"/>
          <p:nvPr/>
        </p:nvSpPr>
        <p:spPr>
          <a:xfrm>
            <a:off x="8802116" y="2011680"/>
            <a:ext cx="1102360" cy="110236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4800" dirty="0"/>
          </a:p>
        </p:txBody>
      </p:sp>
      <p:sp>
        <p:nvSpPr>
          <p:cNvPr id="23" name="S05-label73"/>
          <p:cNvSpPr txBox="1"/>
          <p:nvPr/>
        </p:nvSpPr>
        <p:spPr>
          <a:xfrm>
            <a:off x="8701532" y="3150616"/>
            <a:ext cx="1303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4" name="S05-tile74"/>
          <p:cNvSpPr txBox="1"/>
          <p:nvPr/>
        </p:nvSpPr>
        <p:spPr>
          <a:xfrm>
            <a:off x="10105644" y="2011680"/>
            <a:ext cx="1102360" cy="110236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800" dirty="0"/>
          </a:p>
        </p:txBody>
      </p:sp>
      <p:sp>
        <p:nvSpPr>
          <p:cNvPr id="25" name="S05-label75"/>
          <p:cNvSpPr txBox="1"/>
          <p:nvPr/>
        </p:nvSpPr>
        <p:spPr>
          <a:xfrm>
            <a:off x="10005060" y="3150616"/>
            <a:ext cx="1303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기준은?</a:t>
            </a:r>
            <a:endParaRPr lang="ko-KR" sz="4400" dirty="0"/>
          </a:p>
        </p:txBody>
      </p:sp>
      <p:sp>
        <p:nvSpPr>
          <p:cNvPr id="3" name="S06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동물을 나누는 기준으로 알맞은 것은?</a:t>
            </a:r>
            <a:endParaRPr lang="ko-KR" sz="3200" dirty="0"/>
          </a:p>
        </p:txBody>
      </p:sp>
      <p:sp>
        <p:nvSpPr>
          <p:cNvPr id="4" name="S06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기준이 좋은지 말해 보세요.</a:t>
            </a:r>
            <a:endParaRPr lang="ko-KR" sz="3200" dirty="0"/>
          </a:p>
        </p:txBody>
      </p:sp>
      <p:sp>
        <p:nvSpPr>
          <p:cNvPr id="6" name="S06-chip7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6-card8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8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귀여운 것과 무서운 것</a:t>
            </a:r>
            <a:endParaRPr lang="ko-KR" sz="3200" dirty="0"/>
          </a:p>
        </p:txBody>
      </p:sp>
      <p:sp>
        <p:nvSpPr>
          <p:cNvPr id="9" name="S06-chip8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6-card8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8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 2개인 것과 4개인 것</a:t>
            </a:r>
            <a:endParaRPr lang="ko-KR" sz="3200" dirty="0"/>
          </a:p>
        </p:txBody>
      </p:sp>
      <p:sp>
        <p:nvSpPr>
          <p:cNvPr id="12" name="S06-chip8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6-card8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8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것과 싫어하는 것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동물을 나누어요</a:t>
            </a:r>
            <a:endParaRPr lang="ko-KR" sz="4400" dirty="0"/>
          </a:p>
        </p:txBody>
      </p:sp>
      <p:sp>
        <p:nvSpPr>
          <p:cNvPr id="3" name="S07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수를 기준으로 나누어요.</a:t>
            </a:r>
            <a:endParaRPr lang="ko-KR" sz="3200" dirty="0"/>
          </a:p>
        </p:txBody>
      </p:sp>
      <p:sp>
        <p:nvSpPr>
          <p:cNvPr id="4" name="S07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2개인 동물과 4개인 동물은?</a:t>
            </a:r>
            <a:endParaRPr lang="ko-KR" sz="3200" dirty="0"/>
          </a:p>
        </p:txBody>
      </p:sp>
      <p:sp>
        <p:nvSpPr>
          <p:cNvPr id="6" name="S07-word91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</a:t>
            </a:r>
            <a:endParaRPr lang="ko-KR" sz="3600" dirty="0"/>
          </a:p>
        </p:txBody>
      </p:sp>
      <p:sp>
        <p:nvSpPr>
          <p:cNvPr id="7" name="S07-word92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닭</a:t>
            </a:r>
            <a:endParaRPr lang="ko-KR" sz="3600" dirty="0"/>
          </a:p>
        </p:txBody>
      </p:sp>
      <p:sp>
        <p:nvSpPr>
          <p:cNvPr id="8" name="S07-word93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600" dirty="0"/>
          </a:p>
        </p:txBody>
      </p:sp>
      <p:sp>
        <p:nvSpPr>
          <p:cNvPr id="9" name="S07-word94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참새</a:t>
            </a:r>
            <a:endParaRPr lang="ko-KR" sz="3600" dirty="0"/>
          </a:p>
        </p:txBody>
      </p:sp>
      <p:sp>
        <p:nvSpPr>
          <p:cNvPr id="10" name="S07-word95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</a:t>
            </a:r>
            <a:endParaRPr lang="ko-KR" sz="3600" dirty="0"/>
          </a:p>
        </p:txBody>
      </p:sp>
      <p:sp>
        <p:nvSpPr>
          <p:cNvPr id="11" name="S07-word96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세어서 표에 써요</a:t>
            </a:r>
            <a:endParaRPr lang="ko-KR" sz="4400" dirty="0"/>
          </a:p>
        </p:txBody>
      </p:sp>
      <p:sp>
        <p:nvSpPr>
          <p:cNvPr id="3" name="S08-text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모양별로 세어 표에 써요.</a:t>
            </a:r>
            <a:endParaRPr lang="ko-KR" sz="3200" dirty="0"/>
          </a:p>
        </p:txBody>
      </p:sp>
      <p:sp>
        <p:nvSpPr>
          <p:cNvPr id="4" name="S08-card9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9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+ 2 + 2 = 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합계가 전체 8개와 같아요.</a:t>
            </a:r>
            <a:endParaRPr lang="ko-KR" sz="3200" dirty="0"/>
          </a:p>
        </p:txBody>
      </p:sp>
      <p:sp>
        <p:nvSpPr>
          <p:cNvPr id="6" name="S08-tile100"/>
          <p:cNvSpPr txBox="1"/>
          <p:nvPr/>
        </p:nvSpPr>
        <p:spPr>
          <a:xfrm>
            <a:off x="1381760" y="2011680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3400" dirty="0"/>
          </a:p>
        </p:txBody>
      </p:sp>
      <p:sp>
        <p:nvSpPr>
          <p:cNvPr id="7" name="S08-label101"/>
          <p:cNvSpPr txBox="1"/>
          <p:nvPr/>
        </p:nvSpPr>
        <p:spPr>
          <a:xfrm>
            <a:off x="1281176" y="2827274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tile102"/>
          <p:cNvSpPr txBox="1"/>
          <p:nvPr/>
        </p:nvSpPr>
        <p:spPr>
          <a:xfrm>
            <a:off x="2361946" y="2011680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3400" dirty="0"/>
          </a:p>
        </p:txBody>
      </p:sp>
      <p:sp>
        <p:nvSpPr>
          <p:cNvPr id="9" name="S08-label103"/>
          <p:cNvSpPr txBox="1"/>
          <p:nvPr/>
        </p:nvSpPr>
        <p:spPr>
          <a:xfrm>
            <a:off x="2261362" y="2827274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8-tile104"/>
          <p:cNvSpPr txBox="1"/>
          <p:nvPr/>
        </p:nvSpPr>
        <p:spPr>
          <a:xfrm>
            <a:off x="3342132" y="2011680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3400" dirty="0"/>
          </a:p>
        </p:txBody>
      </p:sp>
      <p:sp>
        <p:nvSpPr>
          <p:cNvPr id="11" name="S08-label105"/>
          <p:cNvSpPr txBox="1"/>
          <p:nvPr/>
        </p:nvSpPr>
        <p:spPr>
          <a:xfrm>
            <a:off x="3241548" y="2827274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8-tile106"/>
          <p:cNvSpPr txBox="1"/>
          <p:nvPr/>
        </p:nvSpPr>
        <p:spPr>
          <a:xfrm>
            <a:off x="4322318" y="2011680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400" dirty="0"/>
          </a:p>
        </p:txBody>
      </p:sp>
      <p:sp>
        <p:nvSpPr>
          <p:cNvPr id="13" name="S08-label107"/>
          <p:cNvSpPr txBox="1"/>
          <p:nvPr/>
        </p:nvSpPr>
        <p:spPr>
          <a:xfrm>
            <a:off x="4221734" y="2827274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8-tile108"/>
          <p:cNvSpPr txBox="1"/>
          <p:nvPr/>
        </p:nvSpPr>
        <p:spPr>
          <a:xfrm>
            <a:off x="1381760" y="3449066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3400" dirty="0"/>
          </a:p>
        </p:txBody>
      </p:sp>
      <p:sp>
        <p:nvSpPr>
          <p:cNvPr id="15" name="S08-label109"/>
          <p:cNvSpPr txBox="1"/>
          <p:nvPr/>
        </p:nvSpPr>
        <p:spPr>
          <a:xfrm>
            <a:off x="1281176" y="4264660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6" name="S08-tile110"/>
          <p:cNvSpPr txBox="1"/>
          <p:nvPr/>
        </p:nvSpPr>
        <p:spPr>
          <a:xfrm>
            <a:off x="2361946" y="3449066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3400" dirty="0"/>
          </a:p>
        </p:txBody>
      </p:sp>
      <p:sp>
        <p:nvSpPr>
          <p:cNvPr id="17" name="S08-label111"/>
          <p:cNvSpPr txBox="1"/>
          <p:nvPr/>
        </p:nvSpPr>
        <p:spPr>
          <a:xfrm>
            <a:off x="2261362" y="4264660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8" name="S08-tile112"/>
          <p:cNvSpPr txBox="1"/>
          <p:nvPr/>
        </p:nvSpPr>
        <p:spPr>
          <a:xfrm>
            <a:off x="3342132" y="3449066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3400" dirty="0"/>
          </a:p>
        </p:txBody>
      </p:sp>
      <p:sp>
        <p:nvSpPr>
          <p:cNvPr id="19" name="S08-label113"/>
          <p:cNvSpPr txBox="1"/>
          <p:nvPr/>
        </p:nvSpPr>
        <p:spPr>
          <a:xfrm>
            <a:off x="3241548" y="4264660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0" name="S08-tile114"/>
          <p:cNvSpPr txBox="1"/>
          <p:nvPr/>
        </p:nvSpPr>
        <p:spPr>
          <a:xfrm>
            <a:off x="4322318" y="3449066"/>
            <a:ext cx="779018" cy="779018"/>
          </a:xfrm>
          <a:prstGeom prst="roundRect">
            <a:avLst>
              <a:gd name="adj" fmla="val 164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3400" dirty="0"/>
          </a:p>
        </p:txBody>
      </p:sp>
      <p:sp>
        <p:nvSpPr>
          <p:cNvPr id="21" name="S08-label115"/>
          <p:cNvSpPr txBox="1"/>
          <p:nvPr/>
        </p:nvSpPr>
        <p:spPr>
          <a:xfrm>
            <a:off x="4221734" y="4264660"/>
            <a:ext cx="980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graphicFrame>
        <p:nvGraphicFramePr>
          <p:cNvPr id="9" name="S08-table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2836672"/>
          <a:ext cx="5385816" cy="914400"/>
        </p:xfrm>
        <a:graphic>
          <a:graphicData uri="http://schemas.openxmlformats.org/drawingml/2006/table">
            <a:tbl>
              <a:tblPr/>
              <a:tblGrid>
                <a:gridCol w="1346454"/>
                <a:gridCol w="1346454"/>
                <a:gridCol w="1346454"/>
                <a:gridCol w="134645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동그라미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빠짐없이 세요</a:t>
            </a:r>
            <a:endParaRPr lang="ko-KR" sz="4400" dirty="0"/>
          </a:p>
        </p:txBody>
      </p:sp>
      <p:sp>
        <p:nvSpPr>
          <p:cNvPr id="3" name="S09-text117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것과 안 한 것을 세어요.</a:t>
            </a:r>
            <a:endParaRPr lang="ko-KR" sz="3200" dirty="0"/>
          </a:p>
        </p:txBody>
      </p:sp>
      <p:graphicFrame>
        <p:nvGraphicFramePr>
          <p:cNvPr id="10" name="S09-table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3652" y="3900170"/>
          <a:ext cx="4826660" cy="914400"/>
        </p:xfrm>
        <a:graphic>
          <a:graphicData uri="http://schemas.openxmlformats.org/drawingml/2006/table">
            <a:tbl>
              <a:tblPr/>
              <a:tblGrid>
                <a:gridCol w="1608887"/>
                <a:gridCol w="1608887"/>
                <a:gridCol w="1608887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색칠한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9-stepno119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120"/>
          <p:cNvSpPr txBox="1"/>
          <p:nvPr/>
        </p:nvSpPr>
        <p:spPr>
          <a:xfrm>
            <a:off x="1325880" y="3424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✓ 표시하며 세요.</a:t>
            </a:r>
            <a:endParaRPr lang="ko-KR" sz="3200" dirty="0"/>
          </a:p>
        </p:txBody>
      </p:sp>
      <p:sp>
        <p:nvSpPr>
          <p:cNvPr id="7" name="S09-stepno121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122"/>
          <p:cNvSpPr txBox="1"/>
          <p:nvPr/>
        </p:nvSpPr>
        <p:spPr>
          <a:xfrm>
            <a:off x="1325880" y="41376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세지 않은 것이 없는지 봐요.</a:t>
            </a:r>
            <a:endParaRPr lang="ko-KR" sz="3200" dirty="0"/>
          </a:p>
        </p:txBody>
      </p:sp>
      <p:sp>
        <p:nvSpPr>
          <p:cNvPr id="9" name="S09-stepno123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124"/>
          <p:cNvSpPr txBox="1"/>
          <p:nvPr/>
        </p:nvSpPr>
        <p:spPr>
          <a:xfrm>
            <a:off x="1325880" y="48508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합계가 전체와 같은지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과일을 세어요</a:t>
            </a:r>
            <a:endParaRPr lang="ko-KR" sz="4400" dirty="0"/>
          </a:p>
        </p:txBody>
      </p:sp>
      <p:sp>
        <p:nvSpPr>
          <p:cNvPr id="3" name="S10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종류별로 세어 표를 채워요.</a:t>
            </a:r>
            <a:endParaRPr lang="ko-KR" sz="3200" dirty="0"/>
          </a:p>
        </p:txBody>
      </p:sp>
      <p:sp>
        <p:nvSpPr>
          <p:cNvPr id="4" name="S10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과일은 무엇일까요?</a:t>
            </a:r>
            <a:endParaRPr lang="ko-KR" sz="3200" dirty="0"/>
          </a:p>
        </p:txBody>
      </p:sp>
      <p:sp>
        <p:nvSpPr>
          <p:cNvPr id="6" name="S10-word128"/>
          <p:cNvSpPr txBox="1"/>
          <p:nvPr/>
        </p:nvSpPr>
        <p:spPr>
          <a:xfrm>
            <a:off x="548640" y="201168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7" name="S10-word129"/>
          <p:cNvSpPr txBox="1"/>
          <p:nvPr/>
        </p:nvSpPr>
        <p:spPr>
          <a:xfrm>
            <a:off x="2435352" y="201168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8" name="S10-word130"/>
          <p:cNvSpPr txBox="1"/>
          <p:nvPr/>
        </p:nvSpPr>
        <p:spPr>
          <a:xfrm>
            <a:off x="4322064" y="201168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9" name="S10-word131"/>
          <p:cNvSpPr txBox="1"/>
          <p:nvPr/>
        </p:nvSpPr>
        <p:spPr>
          <a:xfrm>
            <a:off x="548640" y="313944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0" name="S10-word132"/>
          <p:cNvSpPr txBox="1"/>
          <p:nvPr/>
        </p:nvSpPr>
        <p:spPr>
          <a:xfrm>
            <a:off x="2435352" y="313944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11" name="S10-word133"/>
          <p:cNvSpPr txBox="1"/>
          <p:nvPr/>
        </p:nvSpPr>
        <p:spPr>
          <a:xfrm>
            <a:off x="4322064" y="313944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sp>
        <p:nvSpPr>
          <p:cNvPr id="12" name="S10-word134"/>
          <p:cNvSpPr txBox="1"/>
          <p:nvPr/>
        </p:nvSpPr>
        <p:spPr>
          <a:xfrm>
            <a:off x="548640" y="426720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3600" dirty="0"/>
          </a:p>
        </p:txBody>
      </p:sp>
      <p:sp>
        <p:nvSpPr>
          <p:cNvPr id="13" name="S10-word135"/>
          <p:cNvSpPr txBox="1"/>
          <p:nvPr/>
        </p:nvSpPr>
        <p:spPr>
          <a:xfrm>
            <a:off x="2435352" y="426720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14" name="S10-word136"/>
          <p:cNvSpPr txBox="1"/>
          <p:nvPr/>
        </p:nvSpPr>
        <p:spPr>
          <a:xfrm>
            <a:off x="4322064" y="4267200"/>
            <a:ext cx="161239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600" dirty="0"/>
          </a:p>
        </p:txBody>
      </p:sp>
      <p:graphicFrame>
        <p:nvGraphicFramePr>
          <p:cNvPr id="11" name="S10-table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3054350"/>
          <a:ext cx="5385816" cy="914400"/>
        </p:xfrm>
        <a:graphic>
          <a:graphicData uri="http://schemas.openxmlformats.org/drawingml/2006/table">
            <a:tbl>
              <a:tblPr/>
              <a:tblGrid>
                <a:gridCol w="1346454"/>
                <a:gridCol w="1346454"/>
                <a:gridCol w="1346454"/>
                <a:gridCol w="134645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셌을까요?</a:t>
            </a:r>
            <a:endParaRPr lang="ko-KR" sz="4400" dirty="0"/>
          </a:p>
        </p:txBody>
      </p:sp>
      <p:sp>
        <p:nvSpPr>
          <p:cNvPr id="3" name="S11-card1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S08의 카드 8장을 모양별로 세었어요.</a:t>
            </a:r>
            <a:endParaRPr lang="ko-KR" sz="3200" dirty="0"/>
          </a:p>
        </p:txBody>
      </p:sp>
      <p:sp>
        <p:nvSpPr>
          <p:cNvPr id="5" name="S11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카드는 8장이에요. 누가 잘못 셌을까요?</a:t>
            </a:r>
            <a:endParaRPr lang="ko-KR" sz="3200" dirty="0"/>
          </a:p>
        </p:txBody>
      </p:sp>
      <p:sp>
        <p:nvSpPr>
          <p:cNvPr id="7" name="S11-chip14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graphicFrame>
        <p:nvGraphicFramePr>
          <p:cNvPr id="12" name="S11-table1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25850"/>
          <a:ext cx="5362956" cy="914400"/>
        </p:xfrm>
        <a:graphic>
          <a:graphicData uri="http://schemas.openxmlformats.org/drawingml/2006/table">
            <a:tbl>
              <a:tblPr/>
              <a:tblGrid>
                <a:gridCol w="1340739"/>
                <a:gridCol w="1340739"/>
                <a:gridCol w="1340739"/>
                <a:gridCol w="1340739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동그라미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11-chip14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graphicFrame>
        <p:nvGraphicFramePr>
          <p:cNvPr id="23" name="S11-table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3625850"/>
          <a:ext cx="5362956" cy="914400"/>
        </p:xfrm>
        <a:graphic>
          <a:graphicData uri="http://schemas.openxmlformats.org/drawingml/2006/table">
            <a:tbl>
              <a:tblPr/>
              <a:tblGrid>
                <a:gridCol w="1340739"/>
                <a:gridCol w="1340739"/>
                <a:gridCol w="1340739"/>
                <a:gridCol w="1340739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동그라미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1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모양별로 세어 표를 채우고, 가장 많은 것을 말해요.</a:t>
            </a:r>
            <a:endParaRPr lang="ko-KR" sz="3200" dirty="0"/>
          </a:p>
        </p:txBody>
      </p:sp>
      <p:sp>
        <p:nvSpPr>
          <p:cNvPr id="4" name="S12-card1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색칠했는지로도 나누어 세어요.</a:t>
            </a:r>
            <a:endParaRPr lang="ko-KR" sz="3200" dirty="0"/>
          </a:p>
        </p:txBody>
      </p:sp>
      <p:sp>
        <p:nvSpPr>
          <p:cNvPr id="6" name="S12-tile149"/>
          <p:cNvSpPr txBox="1"/>
          <p:nvPr/>
        </p:nvSpPr>
        <p:spPr>
          <a:xfrm>
            <a:off x="548640" y="2092147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000" dirty="0"/>
          </a:p>
        </p:txBody>
      </p:sp>
      <p:sp>
        <p:nvSpPr>
          <p:cNvPr id="7" name="S12-label150"/>
          <p:cNvSpPr txBox="1"/>
          <p:nvPr/>
        </p:nvSpPr>
        <p:spPr>
          <a:xfrm>
            <a:off x="448056" y="3044952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12-tile151"/>
          <p:cNvSpPr txBox="1"/>
          <p:nvPr/>
        </p:nvSpPr>
        <p:spPr>
          <a:xfrm>
            <a:off x="1666037" y="2092147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4000" dirty="0"/>
          </a:p>
        </p:txBody>
      </p:sp>
      <p:sp>
        <p:nvSpPr>
          <p:cNvPr id="9" name="S12-label152"/>
          <p:cNvSpPr txBox="1"/>
          <p:nvPr/>
        </p:nvSpPr>
        <p:spPr>
          <a:xfrm>
            <a:off x="1565453" y="3044952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12-tile153"/>
          <p:cNvSpPr txBox="1"/>
          <p:nvPr/>
        </p:nvSpPr>
        <p:spPr>
          <a:xfrm>
            <a:off x="2783434" y="2092147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000" dirty="0"/>
          </a:p>
        </p:txBody>
      </p:sp>
      <p:sp>
        <p:nvSpPr>
          <p:cNvPr id="11" name="S12-label154"/>
          <p:cNvSpPr txBox="1"/>
          <p:nvPr/>
        </p:nvSpPr>
        <p:spPr>
          <a:xfrm>
            <a:off x="2682850" y="3044952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12-tile155"/>
          <p:cNvSpPr txBox="1"/>
          <p:nvPr/>
        </p:nvSpPr>
        <p:spPr>
          <a:xfrm>
            <a:off x="3900830" y="2092147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4000" dirty="0"/>
          </a:p>
        </p:txBody>
      </p:sp>
      <p:sp>
        <p:nvSpPr>
          <p:cNvPr id="13" name="S12-label156"/>
          <p:cNvSpPr txBox="1"/>
          <p:nvPr/>
        </p:nvSpPr>
        <p:spPr>
          <a:xfrm>
            <a:off x="3800246" y="3044952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12-tile157"/>
          <p:cNvSpPr txBox="1"/>
          <p:nvPr/>
        </p:nvSpPr>
        <p:spPr>
          <a:xfrm>
            <a:off x="5018227" y="2092147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4000" dirty="0"/>
          </a:p>
        </p:txBody>
      </p:sp>
      <p:sp>
        <p:nvSpPr>
          <p:cNvPr id="15" name="S12-label158"/>
          <p:cNvSpPr txBox="1"/>
          <p:nvPr/>
        </p:nvSpPr>
        <p:spPr>
          <a:xfrm>
            <a:off x="4917643" y="3044952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6" name="S12-tile159"/>
          <p:cNvSpPr txBox="1"/>
          <p:nvPr/>
        </p:nvSpPr>
        <p:spPr>
          <a:xfrm>
            <a:off x="1107338" y="3666744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000" dirty="0"/>
          </a:p>
        </p:txBody>
      </p:sp>
      <p:sp>
        <p:nvSpPr>
          <p:cNvPr id="17" name="S12-label160"/>
          <p:cNvSpPr txBox="1"/>
          <p:nvPr/>
        </p:nvSpPr>
        <p:spPr>
          <a:xfrm>
            <a:off x="1006754" y="4619549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8" name="S12-tile161"/>
          <p:cNvSpPr txBox="1"/>
          <p:nvPr/>
        </p:nvSpPr>
        <p:spPr>
          <a:xfrm>
            <a:off x="2224735" y="3666744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000" dirty="0"/>
          </a:p>
        </p:txBody>
      </p:sp>
      <p:sp>
        <p:nvSpPr>
          <p:cNvPr id="19" name="S12-label162"/>
          <p:cNvSpPr txBox="1"/>
          <p:nvPr/>
        </p:nvSpPr>
        <p:spPr>
          <a:xfrm>
            <a:off x="2124151" y="4619549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0" name="S12-tile163"/>
          <p:cNvSpPr txBox="1"/>
          <p:nvPr/>
        </p:nvSpPr>
        <p:spPr>
          <a:xfrm>
            <a:off x="3342132" y="3666744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4000" dirty="0"/>
          </a:p>
        </p:txBody>
      </p:sp>
      <p:sp>
        <p:nvSpPr>
          <p:cNvPr id="21" name="S12-label164"/>
          <p:cNvSpPr txBox="1"/>
          <p:nvPr/>
        </p:nvSpPr>
        <p:spPr>
          <a:xfrm>
            <a:off x="3241548" y="4619549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2" name="S12-tile165"/>
          <p:cNvSpPr txBox="1"/>
          <p:nvPr/>
        </p:nvSpPr>
        <p:spPr>
          <a:xfrm>
            <a:off x="4459529" y="3666744"/>
            <a:ext cx="916229" cy="916229"/>
          </a:xfrm>
          <a:prstGeom prst="roundRect">
            <a:avLst>
              <a:gd name="adj" fmla="val 139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4000" dirty="0"/>
          </a:p>
        </p:txBody>
      </p:sp>
      <p:sp>
        <p:nvSpPr>
          <p:cNvPr id="23" name="S12-label166"/>
          <p:cNvSpPr txBox="1"/>
          <p:nvPr/>
        </p:nvSpPr>
        <p:spPr>
          <a:xfrm>
            <a:off x="4358945" y="4619549"/>
            <a:ext cx="11173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graphicFrame>
        <p:nvGraphicFramePr>
          <p:cNvPr id="13" name="S12-table1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3054350"/>
          <a:ext cx="5385816" cy="914400"/>
        </p:xfrm>
        <a:graphic>
          <a:graphicData uri="http://schemas.openxmlformats.org/drawingml/2006/table">
            <a:tbl>
              <a:tblPr/>
              <a:tblGrid>
                <a:gridCol w="1346454"/>
                <a:gridCol w="1346454"/>
                <a:gridCol w="1346454"/>
                <a:gridCol w="134645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동그라미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기준일까요?</a:t>
            </a:r>
            <a:endParaRPr lang="ko-KR" sz="4400" dirty="0"/>
          </a:p>
        </p:txBody>
      </p:sp>
      <p:sp>
        <p:nvSpPr>
          <p:cNvPr id="3" name="S14-text1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무리로 나누었어요.</a:t>
            </a:r>
            <a:endParaRPr lang="ko-KR" sz="3200" dirty="0"/>
          </a:p>
        </p:txBody>
      </p:sp>
      <p:sp>
        <p:nvSpPr>
          <p:cNvPr id="4" name="S14-card1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기준으로 나누었는지 말해 보세요.</a:t>
            </a:r>
            <a:endParaRPr lang="ko-KR" sz="3200" dirty="0"/>
          </a:p>
        </p:txBody>
      </p:sp>
      <p:sp>
        <p:nvSpPr>
          <p:cNvPr id="6" name="S14-tile171"/>
          <p:cNvSpPr txBox="1"/>
          <p:nvPr/>
        </p:nvSpPr>
        <p:spPr>
          <a:xfrm>
            <a:off x="548640" y="2708910"/>
            <a:ext cx="1195578" cy="1195578"/>
          </a:xfrm>
          <a:prstGeom prst="roundRect">
            <a:avLst>
              <a:gd name="adj" fmla="val 1070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7" name="S14-tile172"/>
          <p:cNvSpPr txBox="1"/>
          <p:nvPr/>
        </p:nvSpPr>
        <p:spPr>
          <a:xfrm>
            <a:off x="1945386" y="2708910"/>
            <a:ext cx="1195578" cy="1195578"/>
          </a:xfrm>
          <a:prstGeom prst="roundRect">
            <a:avLst>
              <a:gd name="adj" fmla="val 1070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8" name="S14-tile173"/>
          <p:cNvSpPr txBox="1"/>
          <p:nvPr/>
        </p:nvSpPr>
        <p:spPr>
          <a:xfrm>
            <a:off x="3342132" y="2708910"/>
            <a:ext cx="1195578" cy="1195578"/>
          </a:xfrm>
          <a:prstGeom prst="roundRect">
            <a:avLst>
              <a:gd name="adj" fmla="val 1070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200" dirty="0"/>
          </a:p>
        </p:txBody>
      </p:sp>
      <p:sp>
        <p:nvSpPr>
          <p:cNvPr id="9" name="S14-tile174"/>
          <p:cNvSpPr txBox="1"/>
          <p:nvPr/>
        </p:nvSpPr>
        <p:spPr>
          <a:xfrm>
            <a:off x="4738878" y="2708910"/>
            <a:ext cx="1195578" cy="1195578"/>
          </a:xfrm>
          <a:prstGeom prst="roundRect">
            <a:avLst>
              <a:gd name="adj" fmla="val 1070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10" name="S14-label175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무리</a:t>
            </a:r>
            <a:endParaRPr lang="ko-KR" sz="2600" dirty="0"/>
          </a:p>
        </p:txBody>
      </p:sp>
      <p:sp>
        <p:nvSpPr>
          <p:cNvPr id="11" name="S14-tile176"/>
          <p:cNvSpPr txBox="1"/>
          <p:nvPr/>
        </p:nvSpPr>
        <p:spPr>
          <a:xfrm>
            <a:off x="6688836" y="26208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5900" dirty="0"/>
          </a:p>
        </p:txBody>
      </p:sp>
      <p:sp>
        <p:nvSpPr>
          <p:cNvPr id="12" name="S14-tile177"/>
          <p:cNvSpPr txBox="1"/>
          <p:nvPr/>
        </p:nvSpPr>
        <p:spPr>
          <a:xfrm>
            <a:off x="8261604" y="26208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5900" dirty="0"/>
          </a:p>
        </p:txBody>
      </p:sp>
      <p:sp>
        <p:nvSpPr>
          <p:cNvPr id="13" name="S14-tile178"/>
          <p:cNvSpPr txBox="1"/>
          <p:nvPr/>
        </p:nvSpPr>
        <p:spPr>
          <a:xfrm>
            <a:off x="9834372" y="2620899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</a:t>
            </a:r>
            <a:endParaRPr lang="ko-KR" sz="5900" dirty="0"/>
          </a:p>
        </p:txBody>
      </p:sp>
      <p:sp>
        <p:nvSpPr>
          <p:cNvPr id="14" name="S14-label179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무리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1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나누어도 같은 기준으로 나누고, 빠짐없이 세어요.</a:t>
            </a:r>
            <a:endParaRPr lang="ko-KR" sz="3200" dirty="0"/>
          </a:p>
        </p:txBody>
      </p:sp>
      <p:sp>
        <p:nvSpPr>
          <p:cNvPr id="5" name="S15-chip18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합계와 전체 비교하기</a:t>
            </a:r>
            <a:endParaRPr lang="ko-KR" sz="2600" dirty="0"/>
          </a:p>
        </p:txBody>
      </p:sp>
      <p:sp>
        <p:nvSpPr>
          <p:cNvPr id="6" name="S15-chip18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‘예쁜 것’으로 나누기</a:t>
            </a:r>
            <a:endParaRPr lang="ko-KR" sz="2600" dirty="0"/>
          </a:p>
        </p:txBody>
      </p:sp>
      <p:sp>
        <p:nvSpPr>
          <p:cNvPr id="7" name="S15-text18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18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‘맛있는 것’은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될까요?</a:t>
            </a:r>
            <a:endParaRPr lang="ko-KR" sz="2600" dirty="0"/>
          </a:p>
        </p:txBody>
      </p:sp>
      <p:sp>
        <p:nvSpPr>
          <p:cNvPr id="9" name="S15-text18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●▲●■●에서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●는 몇 개?</a:t>
            </a:r>
            <a:endParaRPr lang="ko-KR" sz="2600" dirty="0"/>
          </a:p>
        </p:txBody>
      </p:sp>
      <p:sp>
        <p:nvSpPr>
          <p:cNvPr id="10" name="S15-text18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합계는 무엇과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같아야 할까요?</a:t>
            </a:r>
            <a:endParaRPr lang="ko-KR" sz="2600" dirty="0"/>
          </a:p>
        </p:txBody>
      </p:sp>
      <p:sp>
        <p:nvSpPr>
          <p:cNvPr id="11" name="S15-text18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표와 그래프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것끼리</a:t>
            </a:r>
            <a:endParaRPr lang="ko-KR" sz="4400" dirty="0"/>
          </a:p>
        </p:txBody>
      </p:sp>
      <p:sp>
        <p:nvSpPr>
          <p:cNvPr id="3" name="S16-text1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모양끼리 모아서 세어요.</a:t>
            </a:r>
            <a:endParaRPr lang="ko-KR" sz="3200" dirty="0"/>
          </a:p>
        </p:txBody>
      </p:sp>
      <p:sp>
        <p:nvSpPr>
          <p:cNvPr id="4" name="S16-card1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동그라미는 하나, 둘, 셋. 3개예요.</a:t>
            </a:r>
            <a:endParaRPr lang="ko-KR" sz="3200" dirty="0"/>
          </a:p>
        </p:txBody>
      </p:sp>
      <p:sp>
        <p:nvSpPr>
          <p:cNvPr id="6" name="S16-tile192"/>
          <p:cNvSpPr txBox="1"/>
          <p:nvPr/>
        </p:nvSpPr>
        <p:spPr>
          <a:xfrm>
            <a:off x="2263140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7" name="S16-tile193"/>
          <p:cNvSpPr txBox="1"/>
          <p:nvPr/>
        </p:nvSpPr>
        <p:spPr>
          <a:xfrm>
            <a:off x="3835908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8" name="S16-tile194"/>
          <p:cNvSpPr txBox="1"/>
          <p:nvPr/>
        </p:nvSpPr>
        <p:spPr>
          <a:xfrm>
            <a:off x="5408676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9" name="S16-tile195"/>
          <p:cNvSpPr txBox="1"/>
          <p:nvPr/>
        </p:nvSpPr>
        <p:spPr>
          <a:xfrm>
            <a:off x="6981444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900" dirty="0"/>
          </a:p>
        </p:txBody>
      </p:sp>
      <p:sp>
        <p:nvSpPr>
          <p:cNvPr id="10" name="S16-tile196"/>
          <p:cNvSpPr txBox="1"/>
          <p:nvPr/>
        </p:nvSpPr>
        <p:spPr>
          <a:xfrm>
            <a:off x="8554212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분류하기</dc:title>
  <dc:subject>KR22-G02-MAT-SORT-L01</dc:subject>
  <dc:creator>education-ppt</dc:creator>
  <cp:lastModifiedBy>education-ppt</cp:lastModifiedBy>
  <cp:revision>1</cp:revision>
  <dcterms:created xsi:type="dcterms:W3CDTF">2026-10-26T07:46:56Z</dcterms:created>
  <dcterms:modified xsi:type="dcterms:W3CDTF">2026-10-26T07:46:56Z</dcterms:modified>
</cp:coreProperties>
</file>