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572fc26-f035-ffbe-1ca2-3442b131b365}">
          <p14:sldIdLst>
            <p14:sldId id="256"/>
            <p14:sldId id="257"/>
          </p14:sldIdLst>
        </p14:section>
        <p14:section name="개념" id="{8a58ea68-8425-decf-159e-d430430502a6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2325a74a-aacd-f111-a76a-70abe001d030}">
          <p14:sldIdLst>
            <p14:sldId id="261"/>
            <p14:sldId id="262"/>
            <p14:sldId id="265"/>
            <p14:sldId id="266"/>
          </p14:sldIdLst>
        </p14:section>
        <p14:section name="개념" id="{ba604182-6eda-b5a8-bcf5-5fc9bf749435}">
          <p14:sldIdLst/>
        </p14:section>
        <p14:section name="연습" id="{1789109f-7268-d2b2-e590-4041851c361b}">
          <p14:sldIdLst/>
        </p14:section>
        <p14:section name="확인" id="{51ca2ce7-fd2c-c39c-f474-e34ae3bd841d}">
          <p14:sldIdLst>
            <p14:sldId id="267"/>
            <p14:sldId id="268"/>
          </p14:sldIdLst>
        </p14:section>
        <p14:section name="정리" id="{08df02b9-68d2-a3ae-0ef1-4ba0ffa8dfbc}">
          <p14:sldIdLst>
            <p14:sldId id="269"/>
          </p14:sldIdLst>
        </p14:section>
        <p14:section name="보충" id="{4713c665-5860-f8f9-e99b-2c7f518c401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나누면 좋을까?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600" dirty="0"/>
          </a:p>
        </p:txBody>
      </p:sp>
      <p:sp>
        <p:nvSpPr>
          <p:cNvPr id="5" name="S01-tile2"/>
          <p:cNvSpPr txBox="1"/>
          <p:nvPr/>
        </p:nvSpPr>
        <p:spPr>
          <a:xfrm>
            <a:off x="8714232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600" dirty="0"/>
          </a:p>
        </p:txBody>
      </p:sp>
      <p:sp>
        <p:nvSpPr>
          <p:cNvPr id="6" name="S01-tile3"/>
          <p:cNvSpPr txBox="1"/>
          <p:nvPr/>
        </p:nvSpPr>
        <p:spPr>
          <a:xfrm>
            <a:off x="9747504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600" dirty="0"/>
          </a:p>
        </p:txBody>
      </p:sp>
      <p:sp>
        <p:nvSpPr>
          <p:cNvPr id="7" name="S01-tile4"/>
          <p:cNvSpPr txBox="1"/>
          <p:nvPr/>
        </p:nvSpPr>
        <p:spPr>
          <a:xfrm>
            <a:off x="10780776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6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분명한 기준을 정해 나누어요.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것을 세어 표에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모양의 이름을 말하고, 세어 봐요.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9" descr="동그라미"/>
          <p:cNvSpPr/>
          <p:nvPr/>
        </p:nvSpPr>
        <p:spPr>
          <a:xfrm>
            <a:off x="1540459" y="2169871"/>
            <a:ext cx="1009498" cy="100949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figure10" descr="세모"/>
          <p:cNvSpPr/>
          <p:nvPr/>
        </p:nvSpPr>
        <p:spPr>
          <a:xfrm>
            <a:off x="2942539" y="2215757"/>
            <a:ext cx="1009498" cy="917725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figure11" descr="네모"/>
          <p:cNvSpPr/>
          <p:nvPr/>
        </p:nvSpPr>
        <p:spPr>
          <a:xfrm>
            <a:off x="4344619" y="2169871"/>
            <a:ext cx="1009498" cy="1009498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dot13"/>
          <p:cNvSpPr/>
          <p:nvPr/>
        </p:nvSpPr>
        <p:spPr>
          <a:xfrm>
            <a:off x="18630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14"/>
          <p:cNvSpPr/>
          <p:nvPr/>
        </p:nvSpPr>
        <p:spPr>
          <a:xfrm>
            <a:off x="25488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15"/>
          <p:cNvSpPr/>
          <p:nvPr/>
        </p:nvSpPr>
        <p:spPr>
          <a:xfrm>
            <a:off x="32346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16"/>
          <p:cNvSpPr/>
          <p:nvPr/>
        </p:nvSpPr>
        <p:spPr>
          <a:xfrm>
            <a:off x="39204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17"/>
          <p:cNvSpPr/>
          <p:nvPr/>
        </p:nvSpPr>
        <p:spPr>
          <a:xfrm>
            <a:off x="46062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18"/>
          <p:cNvSpPr/>
          <p:nvPr/>
        </p:nvSpPr>
        <p:spPr>
          <a:xfrm>
            <a:off x="18630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19"/>
          <p:cNvSpPr/>
          <p:nvPr/>
        </p:nvSpPr>
        <p:spPr>
          <a:xfrm>
            <a:off x="25488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20"/>
          <p:cNvSpPr/>
          <p:nvPr/>
        </p:nvSpPr>
        <p:spPr>
          <a:xfrm>
            <a:off x="32346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figure21" descr="점 8개"/>
          <p:cNvSpPr/>
          <p:nvPr/>
        </p:nvSpPr>
        <p:spPr>
          <a:xfrm>
            <a:off x="1732788" y="4251960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기준이 좋을까요?</a:t>
            </a:r>
            <a:endParaRPr lang="ko-KR" sz="4400" dirty="0"/>
          </a:p>
        </p:txBody>
      </p:sp>
      <p:sp>
        <p:nvSpPr>
          <p:cNvPr id="3" name="S03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같아야 해요.</a:t>
            </a:r>
            <a:endParaRPr lang="ko-KR" sz="3200" dirty="0"/>
          </a:p>
        </p:txBody>
      </p:sp>
      <p:sp>
        <p:nvSpPr>
          <p:cNvPr id="5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‘맛있는 것’은 기준이 될까요?</a:t>
            </a:r>
            <a:endParaRPr lang="ko-KR" sz="3200" dirty="0"/>
          </a:p>
        </p:txBody>
      </p:sp>
      <p:sp>
        <p:nvSpPr>
          <p:cNvPr id="7" name="S03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모양, 색깔, 다리 수</a:t>
            </a:r>
            <a:endParaRPr lang="ko-KR" sz="2600" dirty="0"/>
          </a:p>
        </p:txBody>
      </p:sp>
      <p:sp>
        <p:nvSpPr>
          <p:cNvPr id="8" name="S03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똑같아요.</a:t>
            </a:r>
            <a:endParaRPr lang="ko-KR" sz="3200" dirty="0"/>
          </a:p>
        </p:txBody>
      </p:sp>
      <p:sp>
        <p:nvSpPr>
          <p:cNvPr id="9" name="S03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예쁜 것, 좋아하는 것</a:t>
            </a:r>
            <a:endParaRPr lang="ko-KR" sz="2600" dirty="0"/>
          </a:p>
        </p:txBody>
      </p:sp>
      <p:sp>
        <p:nvSpPr>
          <p:cNvPr id="10" name="S03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달라요.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나누어요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모양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동그라미: 1, 4, 6, 8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세모: 2, 5</a:t>
            </a:r>
            <a:endParaRPr lang="ko-KR" sz="3200" dirty="0"/>
          </a:p>
        </p:txBody>
      </p:sp>
      <p:sp>
        <p:nvSpPr>
          <p:cNvPr id="8" name="S04-card35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6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네모: 3, 7</a:t>
            </a:r>
            <a:endParaRPr lang="ko-KR" sz="3200" dirty="0"/>
          </a:p>
        </p:txBody>
      </p:sp>
      <p:sp>
        <p:nvSpPr>
          <p:cNvPr id="10" name="S04-tile37"/>
          <p:cNvSpPr txBox="1"/>
          <p:nvPr/>
        </p:nvSpPr>
        <p:spPr>
          <a:xfrm>
            <a:off x="54864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4-label38"/>
          <p:cNvSpPr txBox="1"/>
          <p:nvPr/>
        </p:nvSpPr>
        <p:spPr>
          <a:xfrm>
            <a:off x="44805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4-tile39"/>
          <p:cNvSpPr txBox="1"/>
          <p:nvPr/>
        </p:nvSpPr>
        <p:spPr>
          <a:xfrm>
            <a:off x="196024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4-label40"/>
          <p:cNvSpPr txBox="1"/>
          <p:nvPr/>
        </p:nvSpPr>
        <p:spPr>
          <a:xfrm>
            <a:off x="185966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ile41"/>
          <p:cNvSpPr txBox="1"/>
          <p:nvPr/>
        </p:nvSpPr>
        <p:spPr>
          <a:xfrm>
            <a:off x="337185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4-label42"/>
          <p:cNvSpPr txBox="1"/>
          <p:nvPr/>
        </p:nvSpPr>
        <p:spPr>
          <a:xfrm>
            <a:off x="327126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4-tile43"/>
          <p:cNvSpPr txBox="1"/>
          <p:nvPr/>
        </p:nvSpPr>
        <p:spPr>
          <a:xfrm>
            <a:off x="478345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4-label44"/>
          <p:cNvSpPr txBox="1"/>
          <p:nvPr/>
        </p:nvSpPr>
        <p:spPr>
          <a:xfrm>
            <a:off x="468287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4-label46"/>
          <p:cNvSpPr txBox="1"/>
          <p:nvPr/>
        </p:nvSpPr>
        <p:spPr>
          <a:xfrm>
            <a:off x="609447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4-tile47"/>
          <p:cNvSpPr txBox="1"/>
          <p:nvPr/>
        </p:nvSpPr>
        <p:spPr>
          <a:xfrm>
            <a:off x="760666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4-label48"/>
          <p:cNvSpPr txBox="1"/>
          <p:nvPr/>
        </p:nvSpPr>
        <p:spPr>
          <a:xfrm>
            <a:off x="750608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4-tile49"/>
          <p:cNvSpPr txBox="1"/>
          <p:nvPr/>
        </p:nvSpPr>
        <p:spPr>
          <a:xfrm>
            <a:off x="901827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4-label50"/>
          <p:cNvSpPr txBox="1"/>
          <p:nvPr/>
        </p:nvSpPr>
        <p:spPr>
          <a:xfrm>
            <a:off x="891768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4-tile51"/>
          <p:cNvSpPr txBox="1"/>
          <p:nvPr/>
        </p:nvSpPr>
        <p:spPr>
          <a:xfrm>
            <a:off x="1042987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4-label52"/>
          <p:cNvSpPr txBox="1"/>
          <p:nvPr/>
        </p:nvSpPr>
        <p:spPr>
          <a:xfrm>
            <a:off x="1032929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색칠로 나누어요</a:t>
            </a:r>
            <a:endParaRPr lang="ko-KR" sz="4400" dirty="0"/>
          </a:p>
        </p:txBody>
      </p:sp>
      <p:sp>
        <p:nvSpPr>
          <p:cNvPr id="3" name="S05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색칠했는지</a:t>
            </a:r>
            <a:endParaRPr lang="ko-KR" sz="3200" dirty="0"/>
          </a:p>
        </p:txBody>
      </p:sp>
      <p:sp>
        <p:nvSpPr>
          <p:cNvPr id="4" name="S05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바뀌면 나누는 방법도 바뀌어요.</a:t>
            </a:r>
            <a:endParaRPr lang="ko-KR" sz="3200" dirty="0"/>
          </a:p>
        </p:txBody>
      </p:sp>
      <p:sp>
        <p:nvSpPr>
          <p:cNvPr id="6" name="S05-card5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5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것: 1, 3, 5, 6, 8</a:t>
            </a:r>
            <a:endParaRPr lang="ko-KR" sz="3200" dirty="0"/>
          </a:p>
        </p:txBody>
      </p:sp>
      <p:sp>
        <p:nvSpPr>
          <p:cNvPr id="8" name="S05-card5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5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것: 2, 4, 7</a:t>
            </a:r>
            <a:endParaRPr lang="ko-KR" sz="3200" dirty="0"/>
          </a:p>
        </p:txBody>
      </p:sp>
      <p:sp>
        <p:nvSpPr>
          <p:cNvPr id="10" name="S05-tile60"/>
          <p:cNvSpPr txBox="1"/>
          <p:nvPr/>
        </p:nvSpPr>
        <p:spPr>
          <a:xfrm>
            <a:off x="54864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5-label61"/>
          <p:cNvSpPr txBox="1"/>
          <p:nvPr/>
        </p:nvSpPr>
        <p:spPr>
          <a:xfrm>
            <a:off x="44805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ile62"/>
          <p:cNvSpPr txBox="1"/>
          <p:nvPr/>
        </p:nvSpPr>
        <p:spPr>
          <a:xfrm>
            <a:off x="196024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5-label63"/>
          <p:cNvSpPr txBox="1"/>
          <p:nvPr/>
        </p:nvSpPr>
        <p:spPr>
          <a:xfrm>
            <a:off x="185966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ile64"/>
          <p:cNvSpPr txBox="1"/>
          <p:nvPr/>
        </p:nvSpPr>
        <p:spPr>
          <a:xfrm>
            <a:off x="337185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5-label65"/>
          <p:cNvSpPr txBox="1"/>
          <p:nvPr/>
        </p:nvSpPr>
        <p:spPr>
          <a:xfrm>
            <a:off x="327126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ile66"/>
          <p:cNvSpPr txBox="1"/>
          <p:nvPr/>
        </p:nvSpPr>
        <p:spPr>
          <a:xfrm>
            <a:off x="478345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5-label67"/>
          <p:cNvSpPr txBox="1"/>
          <p:nvPr/>
        </p:nvSpPr>
        <p:spPr>
          <a:xfrm>
            <a:off x="468287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5-tile68"/>
          <p:cNvSpPr txBox="1"/>
          <p:nvPr/>
        </p:nvSpPr>
        <p:spPr>
          <a:xfrm>
            <a:off x="619506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5-label69"/>
          <p:cNvSpPr txBox="1"/>
          <p:nvPr/>
        </p:nvSpPr>
        <p:spPr>
          <a:xfrm>
            <a:off x="609447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5-tile70"/>
          <p:cNvSpPr txBox="1"/>
          <p:nvPr/>
        </p:nvSpPr>
        <p:spPr>
          <a:xfrm>
            <a:off x="760666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5-label71"/>
          <p:cNvSpPr txBox="1"/>
          <p:nvPr/>
        </p:nvSpPr>
        <p:spPr>
          <a:xfrm>
            <a:off x="750608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5-tile72"/>
          <p:cNvSpPr txBox="1"/>
          <p:nvPr/>
        </p:nvSpPr>
        <p:spPr>
          <a:xfrm>
            <a:off x="901827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5-label73"/>
          <p:cNvSpPr txBox="1"/>
          <p:nvPr/>
        </p:nvSpPr>
        <p:spPr>
          <a:xfrm>
            <a:off x="891768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5-tile74"/>
          <p:cNvSpPr txBox="1"/>
          <p:nvPr/>
        </p:nvSpPr>
        <p:spPr>
          <a:xfrm>
            <a:off x="1042987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5-label75"/>
          <p:cNvSpPr txBox="1"/>
          <p:nvPr/>
        </p:nvSpPr>
        <p:spPr>
          <a:xfrm>
            <a:off x="1032929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기준은?</a:t>
            </a:r>
            <a:endParaRPr lang="ko-KR" sz="44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나누는 기준으로 알맞은 것은?</a:t>
            </a:r>
            <a:endParaRPr lang="ko-KR" sz="32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기준이 좋은지 말해 보세요.</a:t>
            </a:r>
            <a:endParaRPr lang="ko-KR" sz="3200" dirty="0"/>
          </a:p>
        </p:txBody>
      </p:sp>
      <p:sp>
        <p:nvSpPr>
          <p:cNvPr id="6" name="S06-chip7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귀여운 것과 무서운 것</a:t>
            </a:r>
            <a:endParaRPr lang="ko-KR" sz="3200" dirty="0"/>
          </a:p>
        </p:txBody>
      </p:sp>
      <p:sp>
        <p:nvSpPr>
          <p:cNvPr id="9" name="S06-chip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8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8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2개인 것과 4개인 것</a:t>
            </a:r>
            <a:endParaRPr lang="ko-KR" sz="3200" dirty="0"/>
          </a:p>
        </p:txBody>
      </p:sp>
      <p:sp>
        <p:nvSpPr>
          <p:cNvPr id="12" name="S06-chip8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8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8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것과 싫어하는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나누어요</a:t>
            </a:r>
            <a:endParaRPr lang="ko-KR" sz="4400" dirty="0"/>
          </a:p>
        </p:txBody>
      </p:sp>
      <p:sp>
        <p:nvSpPr>
          <p:cNvPr id="3" name="S07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수를 기준으로 나누어요.</a:t>
            </a:r>
            <a:endParaRPr lang="ko-KR" sz="3200" dirty="0"/>
          </a:p>
        </p:txBody>
      </p:sp>
      <p:sp>
        <p:nvSpPr>
          <p:cNvPr id="4" name="S07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2개인 동물과 4개인 동물은?</a:t>
            </a:r>
            <a:endParaRPr lang="ko-KR" sz="3200" dirty="0"/>
          </a:p>
        </p:txBody>
      </p:sp>
      <p:sp>
        <p:nvSpPr>
          <p:cNvPr id="6" name="S07-word91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07-word92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</a:t>
            </a:r>
            <a:endParaRPr lang="ko-KR" sz="3600" dirty="0"/>
          </a:p>
        </p:txBody>
      </p:sp>
      <p:sp>
        <p:nvSpPr>
          <p:cNvPr id="8" name="S07-word93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9" name="S07-word94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3600" dirty="0"/>
          </a:p>
        </p:txBody>
      </p:sp>
      <p:sp>
        <p:nvSpPr>
          <p:cNvPr id="10" name="S07-word95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11" name="S07-word96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세어서 표에 써요</a:t>
            </a:r>
            <a:endParaRPr lang="ko-KR" sz="4400" dirty="0"/>
          </a:p>
        </p:txBody>
      </p:sp>
      <p:sp>
        <p:nvSpPr>
          <p:cNvPr id="3" name="S08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표에 써요.</a:t>
            </a:r>
            <a:endParaRPr lang="ko-KR" sz="3200" dirty="0"/>
          </a:p>
        </p:txBody>
      </p:sp>
      <p:sp>
        <p:nvSpPr>
          <p:cNvPr id="4" name="S08-card9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9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 8개와 같아요.</a:t>
            </a:r>
            <a:endParaRPr lang="ko-KR" sz="3200" dirty="0"/>
          </a:p>
        </p:txBody>
      </p:sp>
      <p:sp>
        <p:nvSpPr>
          <p:cNvPr id="6" name="S08-tile100"/>
          <p:cNvSpPr txBox="1"/>
          <p:nvPr/>
        </p:nvSpPr>
        <p:spPr>
          <a:xfrm>
            <a:off x="1381760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7" name="S08-label101"/>
          <p:cNvSpPr txBox="1"/>
          <p:nvPr/>
        </p:nvSpPr>
        <p:spPr>
          <a:xfrm>
            <a:off x="1281176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102"/>
          <p:cNvSpPr txBox="1"/>
          <p:nvPr/>
        </p:nvSpPr>
        <p:spPr>
          <a:xfrm>
            <a:off x="2361946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400" dirty="0"/>
          </a:p>
        </p:txBody>
      </p:sp>
      <p:sp>
        <p:nvSpPr>
          <p:cNvPr id="9" name="S08-label103"/>
          <p:cNvSpPr txBox="1"/>
          <p:nvPr/>
        </p:nvSpPr>
        <p:spPr>
          <a:xfrm>
            <a:off x="2261362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104"/>
          <p:cNvSpPr txBox="1"/>
          <p:nvPr/>
        </p:nvSpPr>
        <p:spPr>
          <a:xfrm>
            <a:off x="3342132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400" dirty="0"/>
          </a:p>
        </p:txBody>
      </p:sp>
      <p:sp>
        <p:nvSpPr>
          <p:cNvPr id="11" name="S08-label105"/>
          <p:cNvSpPr txBox="1"/>
          <p:nvPr/>
        </p:nvSpPr>
        <p:spPr>
          <a:xfrm>
            <a:off x="3241548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ile106"/>
          <p:cNvSpPr txBox="1"/>
          <p:nvPr/>
        </p:nvSpPr>
        <p:spPr>
          <a:xfrm>
            <a:off x="4322318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3" name="S08-label107"/>
          <p:cNvSpPr txBox="1"/>
          <p:nvPr/>
        </p:nvSpPr>
        <p:spPr>
          <a:xfrm>
            <a:off x="4221734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ile108"/>
          <p:cNvSpPr txBox="1"/>
          <p:nvPr/>
        </p:nvSpPr>
        <p:spPr>
          <a:xfrm>
            <a:off x="1381760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400" dirty="0"/>
          </a:p>
        </p:txBody>
      </p:sp>
      <p:sp>
        <p:nvSpPr>
          <p:cNvPr id="15" name="S08-label109"/>
          <p:cNvSpPr txBox="1"/>
          <p:nvPr/>
        </p:nvSpPr>
        <p:spPr>
          <a:xfrm>
            <a:off x="1281176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08-tile110"/>
          <p:cNvSpPr txBox="1"/>
          <p:nvPr/>
        </p:nvSpPr>
        <p:spPr>
          <a:xfrm>
            <a:off x="2361946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17" name="S08-label111"/>
          <p:cNvSpPr txBox="1"/>
          <p:nvPr/>
        </p:nvSpPr>
        <p:spPr>
          <a:xfrm>
            <a:off x="2261362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08-tile112"/>
          <p:cNvSpPr txBox="1"/>
          <p:nvPr/>
        </p:nvSpPr>
        <p:spPr>
          <a:xfrm>
            <a:off x="3342132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400" dirty="0"/>
          </a:p>
        </p:txBody>
      </p:sp>
      <p:sp>
        <p:nvSpPr>
          <p:cNvPr id="19" name="S08-label113"/>
          <p:cNvSpPr txBox="1"/>
          <p:nvPr/>
        </p:nvSpPr>
        <p:spPr>
          <a:xfrm>
            <a:off x="3241548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08-tile114"/>
          <p:cNvSpPr txBox="1"/>
          <p:nvPr/>
        </p:nvSpPr>
        <p:spPr>
          <a:xfrm>
            <a:off x="4322318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21" name="S08-label115"/>
          <p:cNvSpPr txBox="1"/>
          <p:nvPr/>
        </p:nvSpPr>
        <p:spPr>
          <a:xfrm>
            <a:off x="4221734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graphicFrame>
        <p:nvGraphicFramePr>
          <p:cNvPr id="9" name="S08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820162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빠짐없이 세요</a:t>
            </a:r>
            <a:endParaRPr lang="ko-KR" sz="4400" dirty="0"/>
          </a:p>
        </p:txBody>
      </p:sp>
      <p:sp>
        <p:nvSpPr>
          <p:cNvPr id="3" name="S09-text11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것과 안 한 것을 세어요.</a:t>
            </a:r>
            <a:endParaRPr lang="ko-KR" sz="3200" dirty="0"/>
          </a:p>
        </p:txBody>
      </p:sp>
      <p:graphicFrame>
        <p:nvGraphicFramePr>
          <p:cNvPr id="10" name="S09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88366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색칠한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119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120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✓ 표시하며 세요.</a:t>
            </a:r>
            <a:endParaRPr lang="ko-KR" sz="3200" dirty="0"/>
          </a:p>
        </p:txBody>
      </p:sp>
      <p:sp>
        <p:nvSpPr>
          <p:cNvPr id="7" name="S09-stepno121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122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세지 않은 것이 없는지 봐요.</a:t>
            </a:r>
            <a:endParaRPr lang="ko-KR" sz="3200" dirty="0"/>
          </a:p>
        </p:txBody>
      </p:sp>
      <p:sp>
        <p:nvSpPr>
          <p:cNvPr id="9" name="S09-stepno123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124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전체와 같은지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세어요</a:t>
            </a:r>
            <a:endParaRPr lang="ko-KR" sz="4400" dirty="0"/>
          </a:p>
        </p:txBody>
      </p:sp>
      <p:sp>
        <p:nvSpPr>
          <p:cNvPr id="3" name="S10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세어 표를 채워요.</a:t>
            </a:r>
            <a:endParaRPr lang="ko-KR" sz="3200" dirty="0"/>
          </a:p>
        </p:txBody>
      </p:sp>
      <p:sp>
        <p:nvSpPr>
          <p:cNvPr id="4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무엇일까요?</a:t>
            </a:r>
            <a:endParaRPr lang="ko-KR" sz="3200" dirty="0"/>
          </a:p>
        </p:txBody>
      </p:sp>
      <p:sp>
        <p:nvSpPr>
          <p:cNvPr id="6" name="S10-word128"/>
          <p:cNvSpPr txBox="1"/>
          <p:nvPr/>
        </p:nvSpPr>
        <p:spPr>
          <a:xfrm>
            <a:off x="548640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10-word129"/>
          <p:cNvSpPr txBox="1"/>
          <p:nvPr/>
        </p:nvSpPr>
        <p:spPr>
          <a:xfrm>
            <a:off x="2435352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8" name="S10-word130"/>
          <p:cNvSpPr txBox="1"/>
          <p:nvPr/>
        </p:nvSpPr>
        <p:spPr>
          <a:xfrm>
            <a:off x="4322064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9" name="S10-word131"/>
          <p:cNvSpPr txBox="1"/>
          <p:nvPr/>
        </p:nvSpPr>
        <p:spPr>
          <a:xfrm>
            <a:off x="548640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0" name="S10-word132"/>
          <p:cNvSpPr txBox="1"/>
          <p:nvPr/>
        </p:nvSpPr>
        <p:spPr>
          <a:xfrm>
            <a:off x="2435352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1" name="S10-word133"/>
          <p:cNvSpPr txBox="1"/>
          <p:nvPr/>
        </p:nvSpPr>
        <p:spPr>
          <a:xfrm>
            <a:off x="4322064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10-word134"/>
          <p:cNvSpPr txBox="1"/>
          <p:nvPr/>
        </p:nvSpPr>
        <p:spPr>
          <a:xfrm>
            <a:off x="548640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3" name="S10-word135"/>
          <p:cNvSpPr txBox="1"/>
          <p:nvPr/>
        </p:nvSpPr>
        <p:spPr>
          <a:xfrm>
            <a:off x="2435352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4" name="S10-word136"/>
          <p:cNvSpPr txBox="1"/>
          <p:nvPr/>
        </p:nvSpPr>
        <p:spPr>
          <a:xfrm>
            <a:off x="4322064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graphicFrame>
        <p:nvGraphicFramePr>
          <p:cNvPr id="11" name="S10-table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셌을까요?</a:t>
            </a:r>
            <a:endParaRPr lang="ko-KR" sz="4400" dirty="0"/>
          </a:p>
        </p:txBody>
      </p:sp>
      <p:sp>
        <p:nvSpPr>
          <p:cNvPr id="3" name="S11-card1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카드 8장을 모양별로 세었어요.</a:t>
            </a:r>
            <a:endParaRPr lang="ko-KR" sz="3200" dirty="0"/>
          </a:p>
        </p:txBody>
      </p:sp>
      <p:sp>
        <p:nvSpPr>
          <p:cNvPr id="5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카드는 8장이에요. 누가 잘못 셌을까요?</a:t>
            </a:r>
            <a:endParaRPr lang="ko-KR" sz="3200" dirty="0"/>
          </a:p>
        </p:txBody>
      </p:sp>
      <p:sp>
        <p:nvSpPr>
          <p:cNvPr id="7" name="S11-chip1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graphicFrame>
        <p:nvGraphicFramePr>
          <p:cNvPr id="12" name="S11-table1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1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graphicFrame>
        <p:nvGraphicFramePr>
          <p:cNvPr id="23" name="S11-table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표를 채우고, 가장 많은 것을 말해요.</a:t>
            </a:r>
            <a:endParaRPr lang="ko-KR" sz="3200" dirty="0"/>
          </a:p>
        </p:txBody>
      </p:sp>
      <p:sp>
        <p:nvSpPr>
          <p:cNvPr id="4" name="S12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색칠했는지로도 나누어 세어요.</a:t>
            </a:r>
            <a:endParaRPr lang="ko-KR" sz="3200" dirty="0"/>
          </a:p>
        </p:txBody>
      </p:sp>
      <p:sp>
        <p:nvSpPr>
          <p:cNvPr id="6" name="S12-tile149"/>
          <p:cNvSpPr txBox="1"/>
          <p:nvPr/>
        </p:nvSpPr>
        <p:spPr>
          <a:xfrm>
            <a:off x="54864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7" name="S12-label150"/>
          <p:cNvSpPr txBox="1"/>
          <p:nvPr/>
        </p:nvSpPr>
        <p:spPr>
          <a:xfrm>
            <a:off x="44805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2-tile151"/>
          <p:cNvSpPr txBox="1"/>
          <p:nvPr/>
        </p:nvSpPr>
        <p:spPr>
          <a:xfrm>
            <a:off x="166603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000" dirty="0"/>
          </a:p>
        </p:txBody>
      </p:sp>
      <p:sp>
        <p:nvSpPr>
          <p:cNvPr id="9" name="S12-label152"/>
          <p:cNvSpPr txBox="1"/>
          <p:nvPr/>
        </p:nvSpPr>
        <p:spPr>
          <a:xfrm>
            <a:off x="156545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2-tile153"/>
          <p:cNvSpPr txBox="1"/>
          <p:nvPr/>
        </p:nvSpPr>
        <p:spPr>
          <a:xfrm>
            <a:off x="2783434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1" name="S12-label154"/>
          <p:cNvSpPr txBox="1"/>
          <p:nvPr/>
        </p:nvSpPr>
        <p:spPr>
          <a:xfrm>
            <a:off x="2682850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2-tile155"/>
          <p:cNvSpPr txBox="1"/>
          <p:nvPr/>
        </p:nvSpPr>
        <p:spPr>
          <a:xfrm>
            <a:off x="390083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000" dirty="0"/>
          </a:p>
        </p:txBody>
      </p:sp>
      <p:sp>
        <p:nvSpPr>
          <p:cNvPr id="13" name="S12-label156"/>
          <p:cNvSpPr txBox="1"/>
          <p:nvPr/>
        </p:nvSpPr>
        <p:spPr>
          <a:xfrm>
            <a:off x="380024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2-tile157"/>
          <p:cNvSpPr txBox="1"/>
          <p:nvPr/>
        </p:nvSpPr>
        <p:spPr>
          <a:xfrm>
            <a:off x="501822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15" name="S12-label158"/>
          <p:cNvSpPr txBox="1"/>
          <p:nvPr/>
        </p:nvSpPr>
        <p:spPr>
          <a:xfrm>
            <a:off x="491764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12-tile159"/>
          <p:cNvSpPr txBox="1"/>
          <p:nvPr/>
        </p:nvSpPr>
        <p:spPr>
          <a:xfrm>
            <a:off x="1107338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000" dirty="0"/>
          </a:p>
        </p:txBody>
      </p:sp>
      <p:sp>
        <p:nvSpPr>
          <p:cNvPr id="17" name="S12-label160"/>
          <p:cNvSpPr txBox="1"/>
          <p:nvPr/>
        </p:nvSpPr>
        <p:spPr>
          <a:xfrm>
            <a:off x="1006754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12-tile161"/>
          <p:cNvSpPr txBox="1"/>
          <p:nvPr/>
        </p:nvSpPr>
        <p:spPr>
          <a:xfrm>
            <a:off x="2224735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9" name="S12-label162"/>
          <p:cNvSpPr txBox="1"/>
          <p:nvPr/>
        </p:nvSpPr>
        <p:spPr>
          <a:xfrm>
            <a:off x="2124151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12-tile163"/>
          <p:cNvSpPr txBox="1"/>
          <p:nvPr/>
        </p:nvSpPr>
        <p:spPr>
          <a:xfrm>
            <a:off x="3342132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4000" dirty="0"/>
          </a:p>
        </p:txBody>
      </p:sp>
      <p:sp>
        <p:nvSpPr>
          <p:cNvPr id="21" name="S12-label164"/>
          <p:cNvSpPr txBox="1"/>
          <p:nvPr/>
        </p:nvSpPr>
        <p:spPr>
          <a:xfrm>
            <a:off x="3241548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" name="S12-tile165"/>
          <p:cNvSpPr txBox="1"/>
          <p:nvPr/>
        </p:nvSpPr>
        <p:spPr>
          <a:xfrm>
            <a:off x="4459529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23" name="S12-label166"/>
          <p:cNvSpPr txBox="1"/>
          <p:nvPr/>
        </p:nvSpPr>
        <p:spPr>
          <a:xfrm>
            <a:off x="4358945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graphicFrame>
        <p:nvGraphicFramePr>
          <p:cNvPr id="13" name="S12-table1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기준일까요?</a:t>
            </a:r>
            <a:endParaRPr lang="ko-KR" sz="4400" dirty="0"/>
          </a:p>
        </p:txBody>
      </p:sp>
      <p:sp>
        <p:nvSpPr>
          <p:cNvPr id="3" name="S14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무리로 나누었어요.</a:t>
            </a:r>
            <a:endParaRPr lang="ko-KR" sz="3200" dirty="0"/>
          </a:p>
        </p:txBody>
      </p:sp>
      <p:sp>
        <p:nvSpPr>
          <p:cNvPr id="4" name="S14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나누었는지 말해 보세요.</a:t>
            </a:r>
            <a:endParaRPr lang="ko-KR" sz="3200" dirty="0"/>
          </a:p>
        </p:txBody>
      </p:sp>
      <p:sp>
        <p:nvSpPr>
          <p:cNvPr id="6" name="S14-tile171"/>
          <p:cNvSpPr txBox="1"/>
          <p:nvPr/>
        </p:nvSpPr>
        <p:spPr>
          <a:xfrm>
            <a:off x="548640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7" name="S14-tile172"/>
          <p:cNvSpPr txBox="1"/>
          <p:nvPr/>
        </p:nvSpPr>
        <p:spPr>
          <a:xfrm>
            <a:off x="1945386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14-tile173"/>
          <p:cNvSpPr txBox="1"/>
          <p:nvPr/>
        </p:nvSpPr>
        <p:spPr>
          <a:xfrm>
            <a:off x="3342132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9" name="S14-tile174"/>
          <p:cNvSpPr txBox="1"/>
          <p:nvPr/>
        </p:nvSpPr>
        <p:spPr>
          <a:xfrm>
            <a:off x="4738878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0" name="S14-label17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무리</a:t>
            </a:r>
            <a:endParaRPr lang="ko-KR" sz="2600" dirty="0"/>
          </a:p>
        </p:txBody>
      </p:sp>
      <p:sp>
        <p:nvSpPr>
          <p:cNvPr id="11" name="S14-tile176"/>
          <p:cNvSpPr txBox="1"/>
          <p:nvPr/>
        </p:nvSpPr>
        <p:spPr>
          <a:xfrm>
            <a:off x="6688836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900" dirty="0"/>
          </a:p>
        </p:txBody>
      </p:sp>
      <p:sp>
        <p:nvSpPr>
          <p:cNvPr id="12" name="S14-tile177"/>
          <p:cNvSpPr txBox="1"/>
          <p:nvPr/>
        </p:nvSpPr>
        <p:spPr>
          <a:xfrm>
            <a:off x="8261604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900" dirty="0"/>
          </a:p>
        </p:txBody>
      </p:sp>
      <p:sp>
        <p:nvSpPr>
          <p:cNvPr id="13" name="S14-tile178"/>
          <p:cNvSpPr txBox="1"/>
          <p:nvPr/>
        </p:nvSpPr>
        <p:spPr>
          <a:xfrm>
            <a:off x="9834372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900" dirty="0"/>
          </a:p>
        </p:txBody>
      </p:sp>
      <p:sp>
        <p:nvSpPr>
          <p:cNvPr id="14" name="S14-label17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무리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기준으로 나누고, 빠짐없이 세어요.</a:t>
            </a:r>
            <a:endParaRPr lang="ko-KR" sz="3200" dirty="0"/>
          </a:p>
        </p:txBody>
      </p:sp>
      <p:sp>
        <p:nvSpPr>
          <p:cNvPr id="5" name="S15-chip1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합계와 전체 비교하기</a:t>
            </a:r>
            <a:endParaRPr lang="ko-KR" sz="2600" dirty="0"/>
          </a:p>
        </p:txBody>
      </p:sp>
      <p:sp>
        <p:nvSpPr>
          <p:cNvPr id="6" name="S15-chip1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‘예쁜 것’으로 나누기</a:t>
            </a:r>
            <a:endParaRPr lang="ko-KR" sz="2600" dirty="0"/>
          </a:p>
        </p:txBody>
      </p:sp>
      <p:sp>
        <p:nvSpPr>
          <p:cNvPr id="7" name="S15-text1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‘맛있는 것’은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될까요?</a:t>
            </a:r>
            <a:endParaRPr lang="ko-KR" sz="2600" dirty="0"/>
          </a:p>
        </p:txBody>
      </p:sp>
      <p:sp>
        <p:nvSpPr>
          <p:cNvPr id="9" name="S15-text1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●▲●■●에서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몇 개?</a:t>
            </a:r>
            <a:endParaRPr lang="ko-KR" sz="2600" dirty="0"/>
          </a:p>
        </p:txBody>
      </p:sp>
      <p:sp>
        <p:nvSpPr>
          <p:cNvPr id="10" name="S15-text1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합계는 무엇과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같아야 할까요?</a:t>
            </a:r>
            <a:endParaRPr lang="ko-KR" sz="2600" dirty="0"/>
          </a:p>
        </p:txBody>
      </p:sp>
      <p:sp>
        <p:nvSpPr>
          <p:cNvPr id="11" name="S15-text1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표와 그래프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</a:t>
            </a:r>
            <a:endParaRPr lang="ko-KR" sz="4400" dirty="0"/>
          </a:p>
        </p:txBody>
      </p:sp>
      <p:sp>
        <p:nvSpPr>
          <p:cNvPr id="3" name="S16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모아서 세어요.</a:t>
            </a:r>
            <a:endParaRPr lang="ko-KR" sz="3200" dirty="0"/>
          </a:p>
        </p:txBody>
      </p:sp>
      <p:sp>
        <p:nvSpPr>
          <p:cNvPr id="4" name="S16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동그라미는 하나, 둘, 셋. 3개예요.</a:t>
            </a:r>
            <a:endParaRPr lang="ko-KR" sz="3200" dirty="0"/>
          </a:p>
        </p:txBody>
      </p:sp>
      <p:sp>
        <p:nvSpPr>
          <p:cNvPr id="6" name="S16-tile192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16-tile193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6-tile194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16-tile195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6-tile196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분류하기</dc:title>
  <dc:subject>KR22-G02-MAT-SORT-L01</dc:subject>
  <dc:creator>education-ppt</dc:creator>
  <cp:lastModifiedBy>education-ppt</cp:lastModifiedBy>
  <cp:revision>1</cp:revision>
  <dcterms:created xsi:type="dcterms:W3CDTF">2026-10-26T07:03:06Z</dcterms:created>
  <dcterms:modified xsi:type="dcterms:W3CDTF">2026-10-26T07:03:06Z</dcterms:modified>
</cp:coreProperties>
</file>