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3d6cc2f-f5f9-f275-086f-3d5a016d1988}">
          <p14:sldIdLst>
            <p14:sldId id="256"/>
            <p14:sldId id="257"/>
          </p14:sldIdLst>
        </p14:section>
        <p14:section name="개념" id="{91147ac4-66f7-fea3-3fe4-847d6fb32f07}">
          <p14:sldIdLst>
            <p14:sldId id="258"/>
            <p14:sldId id="259"/>
            <p14:sldId id="262"/>
            <p14:sldId id="263"/>
          </p14:sldIdLst>
        </p14:section>
        <p14:section name="연습" id="{0d7fb6f2-f033-be6e-b1ef-93ff88cda762}">
          <p14:sldIdLst>
            <p14:sldId id="260"/>
            <p14:sldId id="261"/>
            <p14:sldId id="264"/>
            <p14:sldId id="265"/>
          </p14:sldIdLst>
        </p14:section>
        <p14:section name="개념" id="{3e361406-f33c-9d7c-5ed4-215c8013a6ff}">
          <p14:sldIdLst/>
        </p14:section>
        <p14:section name="연습" id="{53fbf15d-2d2a-3524-d514-54837998f7f0}">
          <p14:sldIdLst/>
        </p14:section>
        <p14:section name="확인" id="{a716c10c-0d39-9aaa-ecbc-64d354632342}">
          <p14:sldIdLst>
            <p14:sldId id="266"/>
            <p14:sldId id="267"/>
          </p14:sldIdLst>
        </p14:section>
        <p14:section name="정리" id="{3903b35b-78f1-28fe-136d-bc538086cda2}">
          <p14:sldIdLst>
            <p14:sldId id="268"/>
          </p14:sldIdLst>
        </p14:section>
        <p14:section name="보충" id="{503e7b78-28a6-f8aa-4573-0903271ac25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오늘은 먹고, 자고, 씻는 습관을 살펴보고, 속상한 마음을 알맞게 알리는 방법을 배운다고 알립니다.
시간: 약 2분
이렇게 말해 보세요
- “잠을 푹 못 잔 날에는 기분이 어땠어? 배가 많이 고플 때는?”
- “몸을 잘 돌보면 마음도 편해져. 오늘은 내 습관을 살펴보고, 속상할 때 마음을 말로 알리는 방법도 연습할 거야.”
예상 답
- “졸려서 짜증 났어요.” / “배고프면 화나요.” / “몰라요.”
주의
- 습관 점검은 아이를 꾸짖는 시간이 아닙니다. 부모도 자기 습관(늦게 자기, 휴대폰 오래 보기 등)을 솔직하게 함께 살펴보면 아이가 편하게 말합니다.
- 아이가 오랫동안 잠을 못 이루거나, 먹는 것을 크게 거부하거나, 슬픔·걱정이 오래가면 이 수업으로 해결하려 하지 말고 담임 선생님, 소아청소년과, 상담 기관과 상의합니다.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확인(손 씻을 때, 마음 말하기)]
목적: 손을 씻어야 할 때를 알고, 마음을 감정 낱말과 까닭으로 말할 수 있는지 확인합니다. 계획상 선수 차시인 1학년 ‘손 씻기와 몸의 경계’에서 배운 것입니다.
시간: 약 3분
이렇게 말해 보세요
- “손을 꼭 씻어야 할 때가 언제였지? 두 가지 말해 볼래?”
- “지금 네 마음은 어때? ‘나는 ~해서 ~해요.’로 말해 줘.”
정답
- ① 밥 먹기 전, 화장실 다녀온 뒤, 밖에서 놀고 온 뒤, 코를 풀거나 기침한 뒤 가운데 두 가지
- ② 예: “나는 오늘 공부를 일찍 시작해서 조금 귀찮아요.” — 감정 낱말과 까닭이 함께 있으면 맞습니다.
막히면
- 마음을 낱말로 말하기 어려우면 S14(보충)를 먼저 합니다.
- 손 씻을 때를 잘 모르면 1학년 ‘손 씻기와 몸의 경계’의 손 씻기 장(S03~S05)을 다른 날 함께 다시 봅니다. 오늘은 ‘먹기 전, 화장실 뒤’ 두 가지만 짚고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식사 습관 네 가지]
목적: 생활 속 식사 습관 네 가지(골고루 먹기, 아침밥, 천천히 씹기, 단것 줄이기)를 알려 줍니다.
시간: 약 3분
이렇게 말해 보세요
- “어제 저녁에 무엇을 먹었지? 밥, 반찬, 과일 가운데 무엇무엇이 있었어?”
- “여러 가지를 골고루 먹으면 몸이 자라는 데 필요한 것을 고루 얻을 수 있어.”
- “아침을 먹으면 오전에 공부하고 놀 힘이 나. 천천히 꼭꼭 씹으면 배도 덜 아프고.”
- “과자나 단 음료는 맛있지만 많이 먹으면 밥을 덜 먹게 되고 이도 상하기 쉬워. 그래서 조금만.”
예상 답
- “저는 채소가 싫어요.” — “싫은 음식이 있을 수 있어. 한 입만 먹어 보기부터 해 볼까?”처럼 받아 줍니다.
막히면
- ‘골고루’를 어려워하면 식판을 떠올리게 하고 칸마다 무엇이 들어가는지 말하게 합니다.
주의
- 이 장은 생활 습관 안내이며 영양 상담이 아닙니다. 알레르기가 있거나 못 먹는 음식은 억지로 먹이지 않습니다. 편식이나 체중이 걱정되면 소아청소년과 등 전문가와 상의합니다.
- 몸매나 체중에 대한 말(“그러면 뚱뚱해져.”)은 하지 않습니다. ‘힘이 나는 습관’으로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수면·위생 습관]
목적: 수면 습관(정한 시간에 자고 일어나기, 자기 전 화면 끄기)과 위생 습관(이 닦기, 손 씻기)을 알려 줍니다.
시간: 약 3분
이렇게 말해 보세요
- “잠을 충분히 자면 아침에 일어날 때 어때? 개운하지? 늘 비슷한 시간에 자고 일어나면 잠이 잘 와.”
- “자기 전에 텔레비전이나 휴대폰을 보면 눈이 말똥말똥해져서 잠이 늦게 와. 그래서 화면을 끄고 불을 꺼.”
- “이는 언제 닦지? 밥 먹은 뒤와 자기 전이야. 자는 동안에는 입속을 씻어 줄 침이 적어서, 자기 전 이 닦기가 특히 중요해.”
예상 답
- “주말에는 늦게 자요.” / “자기 전에 만화 봐요.”
막히면
- ‘충분히’를 어려워하면 “아침에 깨우지 않아도 일어나고, 낮에 졸리지 않으면 충분히 잔 거야.”라고 알려 줍니다.
주의
- 몇 시간을 자야 하는지는 아이마다 다르고 안내하는 기관마다 조금씩 다르므로 숫자로 정하지 않습니다. 아침에 스스로 개운하게 일어나는지, 낮에 졸려 하지 않는지를 기준으로 봅니다.
- 손 씻기 방법(비누로 30초 넘게, 여섯 곳)은 1학년 ‘손 씻기와 몸의 경계’에서 배웠습니다.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다른 사람의 하루에서 습관 찾기]
목적: 다른 사람의 하루에서 좋은 습관(○)과 바꾸면 좋을 습관(△)을 가려내고, 어떻게 바꿀지 말하는 연습을 합니다(목표 A).
시간: 약 4분
이렇게 말해 보세요
- “민서의 하루야. 좋은 습관이면 ○, 바꾸면 좋을 습관이면 △야. ①은 어때? 왜 그렇게 생각해?”
- “△이면 민서에게 어떻게 바꾸라고 말해 줄까?”
정답
- ① △ — 잠이 늦어지고 아침에 피곤해요. 자기 전에는 화면을 끄고 정한 시간에 자요.
- ② ○ — 밥 먹은 뒤 이 닦기는 좋은 습관이에요.
- ③ △ — 오전에 힘이 없을 수 있어요. 바나나나 우유처럼 간단하게라도 아침을 먹어요.
- ○·△와 함께 까닭이나 바꿀 방법을 말하면 잘한 것입니다.
막히면
- “민서가 다음 날 아침에 어떨까?”처럼 그 습관 다음에 생길 일을 물어 줍니다.
주의
- 민서를 ‘나쁜 아이’로 말하지 않습니다. 누구나 바꾸고 싶은 습관이 있다고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내 습관 점검하기]
목적: 어제 하루를 떠올려 내 습관을 ○·△로 점검하고, 잘하는 습관 하나와 고칠 습관 하나를 고릅니다(목표 A, M1). 활동지 1의 점검표(여섯 가지)에 함께 표시합니다.
시간: 약 4분
이렇게 말해 보세요
- “어제 아침부터 잘 때까지 차례로 떠올려 보자. 아침에는 뭘 먹었지? 몇 시쯤 잤지? 자기 전에 이를 닦았어?”
- “활동지 1에도 ○나 △를 해 볼까? 엄마(아빠)도 같이 해 볼게. 엄마는 ‘자기 전 화면 끄기’가 △야.”
- “잘하는 것 하나, 고치고 싶은 것 하나를 골라 볼래? 고칠 것은 어떻게 약속하면 좋을까?”
예상 답
- “이 닦기는 ○예요. 늦게 자는 건 △예요. 9시에 불 끌래요.”
- 처음에는 모두 ○로 표시하기 쉽습니다(M1).
정답
- 아이의 하루이므로 정해진 답이 없습니다. 솔직하게 표시하고 잘하는 것 하나, 고칠 것 하나를 고르면 됩니다.
- 약속은 ‘언제, 무엇을’이 들어가게 정합니다(예: 자기 전에 화면을 끌래요). 활동지 2에 적고 활동지 3에 사흘 동안 기록합니다.
막히면
- 모두 ○로 하면 “어제 저녁 먹은 다음부터 잘 때까지 무엇을 했는지 같이 이야기해 볼까?” 하고 시간 순서로 다시 떠올리게 합니다.
- 약속이 너무 크면(“매일 일찍 잘래요.”) “몇 시에? 그 전에 무엇을 할래?” 하고 작게 바꾸게 합니다.
주의
- △를 고른 아이를 칭찬합니다. 솔직하게 살펴보는 것이 오늘의 목표입니다.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속상한 마음을 나타내는 낱말]
목적: 속상한 마음을 나타내는 여러 낱말을 알고, 마음은 모두 괜찮지만 알리는 방법(행동)은 고를 수 있다는 것을 구별해 줍니다(M2).
시간: 약 3분
이렇게 말해 보세요
- “속상한 마음에도 여러 이름이 있어. 같이 읽어 볼까?”
- “‘서운해요’는 기대한 만큼 해 주지 않아 아쉬울 때야. 친구가 같이 놀자고 했는데 안 왔을 때처럼. ‘억울해요’는 내 잘못이 아닌데 혼나거나 탓을 들을 때야.”
- “이런 마음이 드는 건 괜찮아. 누구나 그래. 다만 그 마음을 어떻게 알릴지는 고를 수 있어.”
- “잠을 못 자거나 배가 고프면 더 쉽게 짜증이 나기도 해. 아까 배운 습관이 마음도 돌봐 주는 거야.”
예상 답
- “동생이 내 거 망가뜨릴 때 억울해요.” / “엄마가 약속 안 지키면 서운해요.”
막히면
- 낱말 뜻을 어려워하면 손거울을 보며 그 마음일 때의 표정을 지어 보게 하고, 부모가 그런 마음이 들었던 경험을 짧게 들려줍니다.
주의
- 아이가 집에서 있었던 일(부모에게 서운했던 일)을 말하면 변명하지 말고 “그랬구나. 말해 줘서 고마워.”라고 먼저 받아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속상할 때 알맞게 표현하는 차례]
목적: 속상할 때 알맞게 표현하는 차례(멈추기 → 마음과 까닭 말하기 → 바라는 것 말하기 → 도움 청하기)를 알려 줍니다(M3).
시간: 약 3분
이렇게 말해 보세요
- “속상하면 먼저 잠깐 멈추고 숨을 크게 쉬어. 코로 천천히 들이마시고, 입으로 후— 내쉬어. 같이 세 번 해 볼까?”
- “그다음 ‘나는 ~해서 속상해.’ 하고 마음과 까닭을 말해. 그리고 ‘~해 줄래?’ 하고 바라는 걸 말하면 상대가 어떻게 할지 알 수 있어.”
- “말해도 안 풀리거나 너무 힘들면 엄마(아빠), 선생님께 말해. 도와줄게.”
예상 답
- “숨 쉬면 화가 좀 내려가요.” / “말하기 부끄러워요.”
막히면
- ‘나는 ~해서 속상해.’를 어려워하면 부모가 빈칸을 두고 말해 주고(“나는 … 해서 속상해.”) 아이가 채우게 합니다.
주의
- 숨 고르기는 화를 참게 하려는 것이 아니라, 말로 알릴 준비를 하는 것입니다. 마음을 말한 뒤에는 꼭 들어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알맞은 표현과 알맞지 않은 표현 견주기]
목적: 같은 속상한 마음을 두 가지로 표현한 모습을 견주어, 마음은 같아도 알리는 방법에 따라 결과가 달라진다는 것을 알게 합니다(M2).
시간: 약 3분
이렇게 말해 보세요
- “가와 나는 둘 다 속상해. 마음은 같지? 그런데 알리는 방법이 달라.”
- “가처럼 하면 동생은 어떻게 될까? 그다음엔 어떤 일이 생길까?”
- “나처럼 말하면 동생은 무엇을 알게 될까?”
정답
- 나. 마음과 까닭(그림이 망가져서 속상해)과 바라는 것(다음엔 물어봐 줘)을 말로 알려서, 동생이 무엇을 잘못했고 다음에 어떻게 할지 알 수 있습니다.
- 가는 동생도 속상하게 만들고 싸움이 커질 수 있습니다. 까닭을 말하면 잘한 것입니다.
막히면
- “네가 동생이라면 가처럼 할 때와 나처럼 할 때 어떤 마음일까?” 하고 입장을 바꿔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역할 놀이로 속상한 마음 말하기]
목적: 역할 놀이로 속상한 상황에서 멈추고, 마음과 까닭, 바라는 것을 말하는 연습을 합니다(목표 B).
시간: 약 4분
이렇게 말해 보세요
- “엄마(아빠)가 친구 할게. (등을 돌리며) ‘우리끼리 놀 거야.’ — 먼저 숨 한 번 쉬고, 뭐라고 말할까?”
- “②는 상대가 없지? 그럴 때는 누구에게 어떻게 말할 수 있을까?”
- “③은 엄마가 혼낸 사람이라고 생각하고 말해 줘.”
예상 답
- ① “나는 같이 놀고 싶은데 안 끼워 줘서 서운해. 나도 같이 해도 될까?”
- ② “나는 블록이 무너져서 속상해요. 같이 다시 쌓아 줄래요?” (혼자 숨을 쉬고 다시 쌓아도 잘한 것)
- ③ “같이 했는데 나만 혼나서 억울해요. 제 이야기도 들어 주세요.”
정답
- 소리 지르거나 던지지 않고, 마음 낱말·까닭·바라는 것을 말하면 잘한 것입니다. 마음 낱말은 상황에 어울리면 무엇이든 됩니다.
막히면
- S08의 차례를 다시 짚으며 ‘멈추기 → 나는 ~해서 속상해 → ~해 줄래?’를 하나씩 말하게 합니다.
- ③을 말하기 어려워하면 부모가 “말해 줘서 고마워. 네 이야기를 들어 볼게.”라고 답해 주는 모습까지 함께 연습합니다.
주의
- 역할 놀이에서 부모는 아이의 말을 끝까지 듣고 “말로 알려 줘서 고마워.”라고 답해 줍니다. 말로 알리면 들어 준다는 경험이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보기(습관 약속과 마음 표현)]
목적: 도움 없이 내 습관을 점검해 약속을 말하는지(목표 A), 속상한 상황을 알맞게 표현하는지(목표 B) 확인합니다.
시간: 약 4분
이렇게 말해 보세요
- “이번에는 엄마(아빠)가 도와주지 않을게. ①은 네 습관 이야기야. 잘하는 것, 고칠 것, 그리고 약속까지.”
- “②는 엄마가 친구 할게. (지우개를 가져가는 시늉) 뭐라고 말할래?”
예상 답
- ① “이 닦기는 잘해요. 늦게 자는 건 고칠래요. 자기 전에 태블릿을 끌게요.”
- ② (숨을 한 번 쉬고) “말없이 가져가서 속상해. 쓰고 싶으면 먼저 물어봐 줄래?”
정답
- ① 잘하는 습관 하나, 고칠 습관 하나, ‘언제, 무엇을’이 들어간 약속을 말하면 목표 A 확인 완료입니다.
- ② 소리 지르거나 빼앗지 않고 마음·까닭·바라는 것을 말하면 목표 B 확인 완료입니다(두 가지만 말하면 ‘도움’으로 기록).
막히면
- ①에서 약속이 나오지 않으면 활동지 1을 보여 주며 “△ 가운데 하나만 골라 볼까?” 하고 묻고 기록표에 ‘도움’으로 표시합니다.
주의
- 관찰한 것을 기록표(S11 줄)에 바로 표시해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잘한 모습과 다시 생각해 볼 모습]
목적: S11에서 아이가 한 말을 예와 비교하며 돌아봅니다.
시간: 약 2분
이렇게 말해 보세요
- “네 약속에는 ‘언제’와 ‘무엇을’이 들어 있었어?”
- “지우개를 가져갔을 때 네가 한 말은 왼쪽이랑 닮았어?”
예상 답
- “네, 자기 전에 끈다고 했어요.” / “바라는 걸 빼먹었어요.”
주의
- 이 장은 학생용 파일에서 빠집니다. 잘한 점을 먼저 말하고, 빠진 것은 하나만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학습]
목적: 오늘 배운 두 가지를 정리하고 다음 수업 첫 5분에 할 복습을 알려 줍니다.
시간: 약 2분
이렇게 말해 보세요
- “몸을 돌보는 습관 중에 이번 주에 꼭 지킬 것은 뭐였지? 속상할 때는 어떻게 하기로 했어?”
예상 답
- “자기 전에 태블릿 끄기요. 속상하면 숨 쉬고 ‘나는 ~해서 속상해’ 해요.”
정답
- ① 이 닦기, 화면 끄기, 정한 시간에 불 끄기 가운데 두 가지 ② 잠깐 멈추기 → “나는 ~해서 속상해.” → 바라는 것 말하기(힘들면 어른에게) ③ 활동지 3 기록을 보며 말하면 맞음(지킨 날의 수는 평가하지 않음)
주의
- 이번 주에 아이가 속상한 마음을 말로 알려 오면, 내용보다 먼저 “말로 알려 줘서 고마워.”라고 답해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보충(마음에 이름 붙이기)]
목적: S02에서 마음을 낱말로 말하기 어려우면, 표정과 낱말을 짝지으며 마음에 이름을 붙이고 까닭을 붙여 말하는 것부터 합니다.
시간: 약 5분
이렇게 말해 보세요
- “엄마(아빠)가 표정을 지을게. 어떤 마음 같아?” (웃는 얼굴 → 기뻐요, 입을 삐죽 → 속상해요)
- “이번엔 네가 거울을 보고 표정을 지어 봐. 엄마가 맞혀 볼게.”
- “생일 선물을 받으면? ‘나는 선물을 받아서 기뻐요.’ 이렇게 말해 보자.”
정답
- 표정에 어울리는 낱말을 고르고, ‘나는 ~해서 ~해요.’로 한 번 말하면 맞습니다.
막히면
- 계획상 선수 차시는 1학년 ‘손 씻기와 몸의 경계’입니다. 마음 말하기가 계속 어려우면 그 차시의 ‘내 마음을 말해요’(S06)와 ‘어떤 마음일까요?’(S07)를 먼저 함께 한 뒤 S07부터 다시 합니다.
주의
- 보충이 오래 걸리면 오늘은 습관(S03~S06)까지만 하고, 마음 표현은 다른 날 이어서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건강과감정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식사·수면·위생 습관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식사·수면·위생 습관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체육·보건·안전 · 식사·수면·위생 습관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식사·수면·위생 습관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몸과 마음을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돌볼까?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먹고, 자고, 씻는 습관을 살펴요.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속상한 마음을 말로 알려요.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씻기와 마음 말하기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때 배웠어요.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꼭 씻어야 할 때 두 가지는?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‘나는 ~해서 ~해요.’로 지금 마음을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먹는 습관</a:t>
            </a:r>
            <a:endParaRPr lang="ko-KR" sz="44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골고루 먹으면 몸이 튼튼하게 자라요.</a:t>
            </a:r>
            <a:endParaRPr lang="ko-KR" sz="3200" dirty="0"/>
          </a:p>
        </p:txBody>
      </p:sp>
      <p:sp>
        <p:nvSpPr>
          <p:cNvPr id="5" name="S03-card10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골고루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음식을 골고루</a:t>
            </a:r>
            <a:endParaRPr lang="ko-KR" sz="3200" dirty="0"/>
          </a:p>
        </p:txBody>
      </p:sp>
      <p:sp>
        <p:nvSpPr>
          <p:cNvPr id="7" name="S03-card12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아침밥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아침을 거르지 않아요</a:t>
            </a:r>
            <a:endParaRPr lang="ko-KR" sz="3200" dirty="0"/>
          </a:p>
        </p:txBody>
      </p:sp>
      <p:sp>
        <p:nvSpPr>
          <p:cNvPr id="9" name="S03-card14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5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꼭꼭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꼭꼭 씹어요</a:t>
            </a:r>
            <a:endParaRPr lang="ko-KR" sz="3200" dirty="0"/>
          </a:p>
        </p:txBody>
      </p:sp>
      <p:sp>
        <p:nvSpPr>
          <p:cNvPr id="11" name="S03-card16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7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단것은 조금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과자, 단 음료는 조금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자고 씻는 습관</a:t>
            </a:r>
            <a:endParaRPr lang="ko-KR" sz="44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잠을 충분히 자면 몸도 마음도 개운해요.</a:t>
            </a:r>
            <a:endParaRPr lang="ko-KR" sz="3200" dirty="0"/>
          </a:p>
        </p:txBody>
      </p:sp>
      <p:sp>
        <p:nvSpPr>
          <p:cNvPr id="5" name="S04-card20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1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정한 시간에 자고 일어나요</a:t>
            </a:r>
            <a:endParaRPr lang="ko-KR" sz="3200" dirty="0"/>
          </a:p>
        </p:txBody>
      </p:sp>
      <p:sp>
        <p:nvSpPr>
          <p:cNvPr id="7" name="S04-card22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3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끄고 불을 꺼요</a:t>
            </a:r>
            <a:endParaRPr lang="ko-KR" sz="3200" dirty="0"/>
          </a:p>
        </p:txBody>
      </p:sp>
      <p:sp>
        <p:nvSpPr>
          <p:cNvPr id="9" name="S04-card24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5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닦기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먹은 뒤, 자기 전에</a:t>
            </a:r>
            <a:endParaRPr lang="ko-KR" sz="3200" dirty="0"/>
          </a:p>
        </p:txBody>
      </p:sp>
      <p:sp>
        <p:nvSpPr>
          <p:cNvPr id="11" name="S04-card26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27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온 뒤, 먹기 전에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습관일까요?</a:t>
            </a:r>
            <a:endParaRPr lang="ko-KR" sz="4400" dirty="0"/>
          </a:p>
        </p:txBody>
      </p:sp>
      <p:sp>
        <p:nvSpPr>
          <p:cNvPr id="3" name="S05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민서의 하루예요. ○일까요, △일까요?</a:t>
            </a:r>
            <a:endParaRPr lang="ko-KR" sz="3200" dirty="0"/>
          </a:p>
        </p:txBody>
      </p:sp>
      <p:sp>
        <p:nvSpPr>
          <p:cNvPr id="4" name="S05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△이면 어떻게 바꿀지 말해요.</a:t>
            </a:r>
            <a:endParaRPr lang="ko-KR" sz="3200" dirty="0"/>
          </a:p>
        </p:txBody>
      </p:sp>
      <p:sp>
        <p:nvSpPr>
          <p:cNvPr id="6" name="S05-chip3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3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밤늦게까지 태블릿을 봐요.</a:t>
            </a:r>
            <a:endParaRPr lang="ko-KR" sz="3200" dirty="0"/>
          </a:p>
        </p:txBody>
      </p:sp>
      <p:sp>
        <p:nvSpPr>
          <p:cNvPr id="8" name="S05-chip3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먹고 바로 이를 닦아요.</a:t>
            </a:r>
            <a:endParaRPr lang="ko-KR" sz="3200" dirty="0"/>
          </a:p>
        </p:txBody>
      </p:sp>
      <p:sp>
        <p:nvSpPr>
          <p:cNvPr id="10" name="S05-chip3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아침을 거르고 학교에 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습관 살펴보기</a:t>
            </a:r>
            <a:endParaRPr lang="ko-KR" sz="4400" dirty="0"/>
          </a:p>
        </p:txBody>
      </p:sp>
      <p:sp>
        <p:nvSpPr>
          <p:cNvPr id="3" name="S06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내 하루를 떠올려요.</a:t>
            </a:r>
            <a:endParaRPr lang="ko-KR" sz="3200" dirty="0"/>
          </a:p>
        </p:txBody>
      </p:sp>
      <p:sp>
        <p:nvSpPr>
          <p:cNvPr id="4" name="S06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것 하나, 고칠 것 하나를 골라요.</a:t>
            </a:r>
            <a:endParaRPr lang="ko-KR" sz="3200" dirty="0"/>
          </a:p>
        </p:txBody>
      </p:sp>
      <p:graphicFrame>
        <p:nvGraphicFramePr>
          <p:cNvPr id="7" name="S06-table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463800"/>
          <a:ext cx="914400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310896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습관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어제 나는?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골고루 먹었어요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/ △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정한 시간에 잤어요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/ △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 전 이를 닦았어요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/ △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속상한 마음도 괜찮아요</a:t>
            </a:r>
            <a:endParaRPr lang="ko-KR" sz="4400" dirty="0"/>
          </a:p>
        </p:txBody>
      </p:sp>
      <p:sp>
        <p:nvSpPr>
          <p:cNvPr id="3" name="S07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마음은 다 괜찮아요. 알리는 방법을 골라요.</a:t>
            </a:r>
            <a:endParaRPr lang="ko-KR" sz="3200" dirty="0"/>
          </a:p>
        </p:txBody>
      </p:sp>
      <p:sp>
        <p:nvSpPr>
          <p:cNvPr id="5" name="S07-word43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속상해요</a:t>
            </a:r>
            <a:endParaRPr lang="ko-KR" sz="3600" dirty="0"/>
          </a:p>
        </p:txBody>
      </p:sp>
      <p:sp>
        <p:nvSpPr>
          <p:cNvPr id="6" name="S07-word44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서운해요</a:t>
            </a:r>
            <a:endParaRPr lang="ko-KR" sz="3600" dirty="0"/>
          </a:p>
        </p:txBody>
      </p:sp>
      <p:sp>
        <p:nvSpPr>
          <p:cNvPr id="7" name="S07-word45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억울해요</a:t>
            </a:r>
            <a:endParaRPr lang="ko-KR" sz="3600" dirty="0"/>
          </a:p>
        </p:txBody>
      </p:sp>
      <p:sp>
        <p:nvSpPr>
          <p:cNvPr id="8" name="S07-word46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짜증 나요</a:t>
            </a:r>
            <a:endParaRPr lang="ko-KR" sz="3600" dirty="0"/>
          </a:p>
        </p:txBody>
      </p:sp>
      <p:sp>
        <p:nvSpPr>
          <p:cNvPr id="9" name="S07-word47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실망했어요</a:t>
            </a:r>
            <a:endParaRPr lang="ko-KR" sz="3600" dirty="0"/>
          </a:p>
        </p:txBody>
      </p:sp>
      <p:sp>
        <p:nvSpPr>
          <p:cNvPr id="10" name="S07-word48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화나요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속상할 때는 이렇게</a:t>
            </a:r>
            <a:endParaRPr lang="ko-KR" sz="4400" dirty="0"/>
          </a:p>
        </p:txBody>
      </p:sp>
      <p:sp>
        <p:nvSpPr>
          <p:cNvPr id="3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때리거나 던지지 않고 말로 알려요.</a:t>
            </a:r>
            <a:endParaRPr lang="ko-KR" sz="3200" dirty="0"/>
          </a:p>
        </p:txBody>
      </p:sp>
      <p:sp>
        <p:nvSpPr>
          <p:cNvPr id="5" name="S08-stepno51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52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잠깐 멈추고 숨을 크게 쉬어요.</a:t>
            </a:r>
            <a:endParaRPr lang="ko-KR" sz="3200" dirty="0"/>
          </a:p>
        </p:txBody>
      </p:sp>
      <p:sp>
        <p:nvSpPr>
          <p:cNvPr id="7" name="S08-stepno53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54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~해서 속상해.” 말해요.</a:t>
            </a:r>
            <a:endParaRPr lang="ko-KR" sz="3200" dirty="0"/>
          </a:p>
        </p:txBody>
      </p:sp>
      <p:sp>
        <p:nvSpPr>
          <p:cNvPr id="9" name="S08-stepno55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56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바라는 것을 말해요.</a:t>
            </a:r>
            <a:endParaRPr lang="ko-KR" sz="3200" dirty="0"/>
          </a:p>
        </p:txBody>
      </p:sp>
      <p:sp>
        <p:nvSpPr>
          <p:cNvPr id="11" name="S08-stepno57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8-text58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힘들면 어른에게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알맞을까?</a:t>
            </a:r>
            <a:endParaRPr lang="ko-KR" sz="4400" dirty="0"/>
          </a:p>
        </p:txBody>
      </p:sp>
      <p:sp>
        <p:nvSpPr>
          <p:cNvPr id="3" name="S09-card5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동생이 내 그림에 낙서했어요.</a:t>
            </a:r>
            <a:endParaRPr lang="ko-KR" sz="3200" dirty="0"/>
          </a:p>
        </p:txBody>
      </p:sp>
      <p:sp>
        <p:nvSpPr>
          <p:cNvPr id="5" name="S09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알맞을까요? 왜 그럴까요?</a:t>
            </a:r>
            <a:endParaRPr lang="ko-KR" sz="3200" dirty="0"/>
          </a:p>
        </p:txBody>
      </p:sp>
      <p:sp>
        <p:nvSpPr>
          <p:cNvPr id="7" name="S09-chip6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9-text6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지르고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 그림을 찢어요.</a:t>
            </a:r>
            <a:endParaRPr lang="ko-KR" sz="3200" dirty="0"/>
          </a:p>
        </p:txBody>
      </p:sp>
      <p:sp>
        <p:nvSpPr>
          <p:cNvPr id="9" name="S09-chip6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9-text6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“그림이 망가져서 속상해.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다음엔 물어봐 줘.”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알려 봐요</a:t>
            </a:r>
            <a:endParaRPr lang="ko-KR" sz="4400" dirty="0"/>
          </a:p>
        </p:txBody>
      </p:sp>
      <p:sp>
        <p:nvSpPr>
          <p:cNvPr id="3" name="S10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상대가 되어 줘요.</a:t>
            </a:r>
            <a:endParaRPr lang="ko-KR" sz="3200" dirty="0"/>
          </a:p>
        </p:txBody>
      </p:sp>
      <p:sp>
        <p:nvSpPr>
          <p:cNvPr id="4" name="S10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~해서 속상해. ~해 줄래?”</a:t>
            </a:r>
            <a:endParaRPr lang="ko-KR" sz="3200" dirty="0"/>
          </a:p>
        </p:txBody>
      </p:sp>
      <p:sp>
        <p:nvSpPr>
          <p:cNvPr id="6" name="S10-chip7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7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놀이에 안 끼워 줬어요.</a:t>
            </a:r>
            <a:endParaRPr lang="ko-KR" sz="3200" dirty="0"/>
          </a:p>
        </p:txBody>
      </p:sp>
      <p:sp>
        <p:nvSpPr>
          <p:cNvPr id="8" name="S10-chip7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7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열심히 쌓은 블록이 무너졌어요.</a:t>
            </a:r>
            <a:endParaRPr lang="ko-KR" sz="3200" dirty="0"/>
          </a:p>
        </p:txBody>
      </p:sp>
      <p:sp>
        <p:nvSpPr>
          <p:cNvPr id="10" name="S10-chip7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7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장난쳤는데 나만 혼났어요.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봐요</a:t>
            </a:r>
            <a:endParaRPr lang="ko-KR" sz="4400" dirty="0"/>
          </a:p>
        </p:txBody>
      </p:sp>
      <p:sp>
        <p:nvSpPr>
          <p:cNvPr id="3" name="S11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듣기만 해요.</a:t>
            </a:r>
            <a:endParaRPr lang="ko-KR" sz="3200" dirty="0"/>
          </a:p>
        </p:txBody>
      </p:sp>
      <p:sp>
        <p:nvSpPr>
          <p:cNvPr id="4" name="S11-chip7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text78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잘하는 습관 하나, 고칠 습관 하나와 약속은?</a:t>
            </a:r>
            <a:endParaRPr lang="ko-KR" sz="3200" dirty="0"/>
          </a:p>
        </p:txBody>
      </p:sp>
      <p:sp>
        <p:nvSpPr>
          <p:cNvPr id="6" name="S11-chip7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text80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내 지우개를 말없이 가져갔어요. 뭐라고 말할까요?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모습 돌아보기</a:t>
            </a:r>
            <a:endParaRPr lang="ko-KR" sz="4400" dirty="0"/>
          </a:p>
        </p:txBody>
      </p:sp>
      <p:sp>
        <p:nvSpPr>
          <p:cNvPr id="3" name="S12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마음은 괜찮아요. 말로 알리면 잘한 거예요.</a:t>
            </a:r>
            <a:endParaRPr lang="ko-KR" sz="3200" dirty="0"/>
          </a:p>
        </p:txBody>
      </p:sp>
      <p:sp>
        <p:nvSpPr>
          <p:cNvPr id="5" name="S12-chip8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잘한 모습</a:t>
            </a:r>
            <a:endParaRPr lang="ko-KR" sz="2600" dirty="0"/>
          </a:p>
        </p:txBody>
      </p:sp>
      <p:sp>
        <p:nvSpPr>
          <p:cNvPr id="6" name="S12-text84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“자기 전에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태블릿을 끌게요.”</a:t>
            </a:r>
            <a:endParaRPr lang="ko-KR" sz="2600" dirty="0"/>
          </a:p>
        </p:txBody>
      </p:sp>
      <p:sp>
        <p:nvSpPr>
          <p:cNvPr id="7" name="S12-text85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언제·무엇을 약속</a:t>
            </a:r>
            <a:endParaRPr lang="ko-KR" sz="2600" dirty="0"/>
          </a:p>
        </p:txBody>
      </p:sp>
      <p:sp>
        <p:nvSpPr>
          <p:cNvPr id="8" name="S12-text86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“말없이 가져가서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속상해.”</a:t>
            </a:r>
            <a:endParaRPr lang="ko-KR" sz="2600" dirty="0"/>
          </a:p>
        </p:txBody>
      </p:sp>
      <p:sp>
        <p:nvSpPr>
          <p:cNvPr id="9" name="S12-text87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마음과 까닭</a:t>
            </a:r>
            <a:endParaRPr lang="ko-KR" sz="2600" dirty="0"/>
          </a:p>
        </p:txBody>
      </p:sp>
      <p:sp>
        <p:nvSpPr>
          <p:cNvPr id="10" name="S12-chip8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다시 생각해 볼 모습</a:t>
            </a:r>
            <a:endParaRPr lang="ko-KR" sz="2600" dirty="0"/>
          </a:p>
        </p:txBody>
      </p:sp>
      <p:sp>
        <p:nvSpPr>
          <p:cNvPr id="11" name="S12-text8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 잘해요.”</a:t>
            </a:r>
            <a:endParaRPr lang="ko-KR" sz="3200" dirty="0"/>
          </a:p>
        </p:txBody>
      </p:sp>
      <p:sp>
        <p:nvSpPr>
          <p:cNvPr id="12" name="S12-text9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살펴보지 않음</a:t>
            </a:r>
            <a:endParaRPr lang="ko-KR" sz="2600" dirty="0"/>
          </a:p>
        </p:txBody>
      </p:sp>
      <p:sp>
        <p:nvSpPr>
          <p:cNvPr id="13" name="S12-text9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지르며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빼앗기</a:t>
            </a:r>
            <a:endParaRPr lang="ko-KR" sz="3200" dirty="0"/>
          </a:p>
        </p:txBody>
      </p:sp>
      <p:sp>
        <p:nvSpPr>
          <p:cNvPr id="14" name="S12-text9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몸으로 화풀이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3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4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골고루 먹고, 충분히 자고, 깨끗이 씻어요.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속상하면 멈추고 말로 알려요.</a:t>
            </a:r>
            <a:endParaRPr lang="ko-KR" sz="3200" dirty="0"/>
          </a:p>
        </p:txBody>
      </p:sp>
      <p:sp>
        <p:nvSpPr>
          <p:cNvPr id="5" name="S13-chip95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자기 전 이 닦고 화면 끄기</a:t>
            </a:r>
            <a:endParaRPr lang="ko-KR" sz="2600" dirty="0"/>
          </a:p>
        </p:txBody>
      </p:sp>
      <p:sp>
        <p:nvSpPr>
          <p:cNvPr id="6" name="S13-chip96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속상하다고 던지거나 때리기</a:t>
            </a:r>
            <a:endParaRPr lang="ko-KR" sz="2600" dirty="0"/>
          </a:p>
        </p:txBody>
      </p:sp>
      <p:sp>
        <p:nvSpPr>
          <p:cNvPr id="7" name="S13-text97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98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자기 전에 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습관 두 가지</a:t>
            </a:r>
            <a:endParaRPr lang="ko-KR" sz="2600" dirty="0"/>
          </a:p>
        </p:txBody>
      </p:sp>
      <p:sp>
        <p:nvSpPr>
          <p:cNvPr id="9" name="S13-text99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속상할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차례</a:t>
            </a:r>
            <a:endParaRPr lang="ko-KR" sz="2600" dirty="0"/>
          </a:p>
        </p:txBody>
      </p:sp>
      <p:sp>
        <p:nvSpPr>
          <p:cNvPr id="10" name="S13-text100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내 약속,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 지켰나요?</a:t>
            </a:r>
            <a:endParaRPr lang="ko-KR" sz="2600" dirty="0"/>
          </a:p>
        </p:txBody>
      </p:sp>
      <p:sp>
        <p:nvSpPr>
          <p:cNvPr id="11" name="S13-text10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싫어요 말하기와 안전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마음에 이름 붙이기</a:t>
            </a:r>
            <a:endParaRPr lang="ko-KR" sz="4400" dirty="0"/>
          </a:p>
        </p:txBody>
      </p:sp>
      <p:sp>
        <p:nvSpPr>
          <p:cNvPr id="3" name="S14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표정을 보고 골라요.</a:t>
            </a:r>
            <a:endParaRPr lang="ko-KR" sz="3200" dirty="0"/>
          </a:p>
        </p:txBody>
      </p:sp>
      <p:sp>
        <p:nvSpPr>
          <p:cNvPr id="4" name="S14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~해서 ~해요.”로 말해요.</a:t>
            </a:r>
            <a:endParaRPr lang="ko-KR" sz="3200" dirty="0"/>
          </a:p>
        </p:txBody>
      </p:sp>
      <p:sp>
        <p:nvSpPr>
          <p:cNvPr id="6" name="S14-word105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기뻐요</a:t>
            </a:r>
            <a:endParaRPr lang="ko-KR" sz="3600" dirty="0"/>
          </a:p>
        </p:txBody>
      </p:sp>
      <p:sp>
        <p:nvSpPr>
          <p:cNvPr id="7" name="S14-word106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슬퍼요</a:t>
            </a:r>
            <a:endParaRPr lang="ko-KR" sz="3600" dirty="0"/>
          </a:p>
        </p:txBody>
      </p:sp>
      <p:sp>
        <p:nvSpPr>
          <p:cNvPr id="8" name="S14-word107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화나요</a:t>
            </a:r>
            <a:endParaRPr lang="ko-KR" sz="3600" dirty="0"/>
          </a:p>
        </p:txBody>
      </p:sp>
      <p:sp>
        <p:nvSpPr>
          <p:cNvPr id="9" name="S14-word108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무서워요</a:t>
            </a:r>
            <a:endParaRPr lang="ko-KR" sz="3600" dirty="0"/>
          </a:p>
        </p:txBody>
      </p:sp>
      <p:sp>
        <p:nvSpPr>
          <p:cNvPr id="10" name="S14-word109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걱정돼요</a:t>
            </a:r>
            <a:endParaRPr lang="ko-KR" sz="3600" dirty="0"/>
          </a:p>
        </p:txBody>
      </p:sp>
      <p:sp>
        <p:nvSpPr>
          <p:cNvPr id="11" name="S14-word110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속상해요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체육·보건·안전 식사·수면·위생 습관</dc:title>
  <dc:subject>KR22-G02-PHE-HABITS-L01</dc:subject>
  <dc:creator>education-ppt</dc:creator>
  <cp:lastModifiedBy>education-ppt</cp:lastModifiedBy>
  <cp:revision>1</cp:revision>
  <dcterms:created xsi:type="dcterms:W3CDTF">2026-10-26T13:05:19Z</dcterms:created>
  <dcterms:modified xsi:type="dcterms:W3CDTF">2026-10-26T13:05:19Z</dcterms:modified>
</cp:coreProperties>
</file>