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62887ae-f0fa-23b8-8623-ed3bf118f907}">
          <p14:sldIdLst>
            <p14:sldId id="256"/>
            <p14:sldId id="257"/>
          </p14:sldIdLst>
        </p14:section>
        <p14:section name="개념" id="{d874c6bc-bfcd-97f1-6d2a-3d5aaa93103d}">
          <p14:sldIdLst>
            <p14:sldId id="258"/>
            <p14:sldId id="259"/>
            <p14:sldId id="262"/>
            <p14:sldId id="263"/>
          </p14:sldIdLst>
        </p14:section>
        <p14:section name="연습" id="{3a7296be-083e-29b8-dced-5c025cf3a99d}">
          <p14:sldIdLst>
            <p14:sldId id="260"/>
            <p14:sldId id="261"/>
            <p14:sldId id="264"/>
            <p14:sldId id="265"/>
          </p14:sldIdLst>
        </p14:section>
        <p14:section name="개념" id="{ec2bf27b-9280-a394-b092-4d7fc4d46843}">
          <p14:sldIdLst/>
        </p14:section>
        <p14:section name="연습" id="{db6b1658-6995-f423-094a-04b728d7539b}">
          <p14:sldIdLst/>
        </p14:section>
        <p14:section name="확인" id="{5d58d629-2bec-8c55-a7c9-08c9452bc533}">
          <p14:sldIdLst>
            <p14:sldId id="266"/>
          </p14:sldIdLst>
        </p14:section>
        <p14:section name="정리" id="{7e854c33-8c5d-b788-68c1-1999beff77f8}">
          <p14:sldIdLst>
            <p14:sldId id="267"/>
          </p14:sldIdLst>
        </p14:section>
        <p14:section name="보충" id="{71c8cb13-a926-80b0-c825-5dc9c241ae4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건강과감정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식사·수면·위생 습관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식사·수면·위생 습관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체육·보건·안전 · 식사·수면·위생 습관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식사·수면·위생 습관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몸과 마음을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돌볼까?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먹고, 자고, 씻는 습관을 살펴요.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속상한 마음을 말로 알려요.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씻기와 마음 말하기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때 배웠어요.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꼭 씻어야 할 때 두 가지는?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~해서 ~해요.’로 지금 마음을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먹는 습관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골고루 먹으면 몸이 튼튼하게 자라요.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골고루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음식을 골고루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아침을 거르지 않아요</a:t>
            </a:r>
            <a:endParaRPr lang="ko-KR" sz="3200" dirty="0"/>
          </a:p>
        </p:txBody>
      </p:sp>
      <p:sp>
        <p:nvSpPr>
          <p:cNvPr id="9" name="S03-card1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꼭꼭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꼭꼭 씹어요</a:t>
            </a:r>
            <a:endParaRPr lang="ko-KR" sz="3200" dirty="0"/>
          </a:p>
        </p:txBody>
      </p:sp>
      <p:sp>
        <p:nvSpPr>
          <p:cNvPr id="11" name="S03-card1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단것은 조금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과자, 단 음료는 조금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자고 씻는 습관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충분히 자면 몸도 마음도 개운해요.</a:t>
            </a:r>
            <a:endParaRPr lang="ko-KR" sz="3200" dirty="0"/>
          </a:p>
        </p:txBody>
      </p:sp>
      <p:sp>
        <p:nvSpPr>
          <p:cNvPr id="5" name="S04-card2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시간에 자고 일어나요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끄고 불을 꺼요</a:t>
            </a:r>
            <a:endParaRPr lang="ko-KR" sz="3200" dirty="0"/>
          </a:p>
        </p:txBody>
      </p:sp>
      <p:sp>
        <p:nvSpPr>
          <p:cNvPr id="9" name="S04-card2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닦기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먹은 뒤, 자기 전에</a:t>
            </a:r>
            <a:endParaRPr lang="ko-KR" sz="3200" dirty="0"/>
          </a:p>
        </p:txBody>
      </p:sp>
      <p:sp>
        <p:nvSpPr>
          <p:cNvPr id="11" name="S04-card2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온 뒤, 먹기 전에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습관일까요?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민서의 하루예요. ○일까요, △일까요?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△이면 어떻게 바꿀지 말해요.</a:t>
            </a:r>
            <a:endParaRPr lang="ko-KR" sz="3200" dirty="0"/>
          </a:p>
        </p:txBody>
      </p:sp>
      <p:sp>
        <p:nvSpPr>
          <p:cNvPr id="6" name="S05-chip3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밤늦게까지 태블릿을 봐요.</a:t>
            </a:r>
            <a:endParaRPr lang="ko-KR" sz="3200" dirty="0"/>
          </a:p>
        </p:txBody>
      </p:sp>
      <p:sp>
        <p:nvSpPr>
          <p:cNvPr id="8" name="S05-chip3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먹고 바로 이를 닦아요.</a:t>
            </a:r>
            <a:endParaRPr lang="ko-KR" sz="3200" dirty="0"/>
          </a:p>
        </p:txBody>
      </p:sp>
      <p:sp>
        <p:nvSpPr>
          <p:cNvPr id="10" name="S05-chip3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아침을 거르고 학교에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습관 살펴보기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내 하루를 떠올려요.</a:t>
            </a:r>
            <a:endParaRPr lang="ko-KR" sz="3200" dirty="0"/>
          </a:p>
        </p:txBody>
      </p:sp>
      <p:sp>
        <p:nvSpPr>
          <p:cNvPr id="4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것 하나, 고칠 것 하나를 골라요.</a:t>
            </a:r>
            <a:endParaRPr lang="ko-KR" sz="3200" dirty="0"/>
          </a:p>
        </p:txBody>
      </p:sp>
      <p:graphicFrame>
        <p:nvGraphicFramePr>
          <p:cNvPr id="7" name="S06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463800"/>
          <a:ext cx="91440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10896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습관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어제 나는?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골고루 먹었어요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/ 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정한 시간에 잤어요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/ 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전 이를 닦았어요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/ 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속상한 마음도 괜찮아요</a:t>
            </a:r>
            <a:endParaRPr lang="ko-KR" sz="4400" dirty="0"/>
          </a:p>
        </p:txBody>
      </p:sp>
      <p:sp>
        <p:nvSpPr>
          <p:cNvPr id="3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마음은 다 괜찮아요. 알리는 방법을 골라요.</a:t>
            </a:r>
            <a:endParaRPr lang="ko-KR" sz="3200" dirty="0"/>
          </a:p>
        </p:txBody>
      </p:sp>
      <p:sp>
        <p:nvSpPr>
          <p:cNvPr id="5" name="S07-word43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600" dirty="0"/>
          </a:p>
        </p:txBody>
      </p:sp>
      <p:sp>
        <p:nvSpPr>
          <p:cNvPr id="6" name="S07-word44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서운해요</a:t>
            </a:r>
            <a:endParaRPr lang="ko-KR" sz="3600" dirty="0"/>
          </a:p>
        </p:txBody>
      </p:sp>
      <p:sp>
        <p:nvSpPr>
          <p:cNvPr id="7" name="S07-word45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억울해요</a:t>
            </a:r>
            <a:endParaRPr lang="ko-KR" sz="3600" dirty="0"/>
          </a:p>
        </p:txBody>
      </p:sp>
      <p:sp>
        <p:nvSpPr>
          <p:cNvPr id="8" name="S07-word46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짜증 나요</a:t>
            </a:r>
            <a:endParaRPr lang="ko-KR" sz="3600" dirty="0"/>
          </a:p>
        </p:txBody>
      </p:sp>
      <p:sp>
        <p:nvSpPr>
          <p:cNvPr id="9" name="S07-word47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실망했어요</a:t>
            </a:r>
            <a:endParaRPr lang="ko-KR" sz="3600" dirty="0"/>
          </a:p>
        </p:txBody>
      </p:sp>
      <p:sp>
        <p:nvSpPr>
          <p:cNvPr id="10" name="S07-word48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속상할 때는 이렇게</a:t>
            </a:r>
            <a:endParaRPr lang="ko-KR" sz="44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때리거나 던지지 않고 말로 알려요.</a:t>
            </a:r>
            <a:endParaRPr lang="ko-KR" sz="3200" dirty="0"/>
          </a:p>
        </p:txBody>
      </p:sp>
      <p:sp>
        <p:nvSpPr>
          <p:cNvPr id="5" name="S08-stepno51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2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멈추고 숨을 크게 쉬어요.</a:t>
            </a:r>
            <a:endParaRPr lang="ko-KR" sz="3200" dirty="0"/>
          </a:p>
        </p:txBody>
      </p:sp>
      <p:sp>
        <p:nvSpPr>
          <p:cNvPr id="7" name="S08-stepno53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4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~해서 속상해.” 말해요.</a:t>
            </a:r>
            <a:endParaRPr lang="ko-KR" sz="3200" dirty="0"/>
          </a:p>
        </p:txBody>
      </p:sp>
      <p:sp>
        <p:nvSpPr>
          <p:cNvPr id="9" name="S08-stepno55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56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것을 말해요.</a:t>
            </a:r>
            <a:endParaRPr lang="ko-KR" sz="3200" dirty="0"/>
          </a:p>
        </p:txBody>
      </p:sp>
      <p:sp>
        <p:nvSpPr>
          <p:cNvPr id="11" name="S08-stepno5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58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힘들면 어른에게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알맞을까?</a:t>
            </a:r>
            <a:endParaRPr lang="ko-KR" sz="4400" dirty="0"/>
          </a:p>
        </p:txBody>
      </p:sp>
      <p:sp>
        <p:nvSpPr>
          <p:cNvPr id="3" name="S09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내 그림에 낙서했어요.</a:t>
            </a:r>
            <a:endParaRPr lang="ko-KR" sz="3200" dirty="0"/>
          </a:p>
        </p:txBody>
      </p:sp>
      <p:sp>
        <p:nvSpPr>
          <p:cNvPr id="5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왜 그럴까요?</a:t>
            </a:r>
            <a:endParaRPr lang="ko-KR" sz="3200" dirty="0"/>
          </a:p>
        </p:txBody>
      </p:sp>
      <p:sp>
        <p:nvSpPr>
          <p:cNvPr id="7" name="S09-chip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지르고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 그림을 찢어요.</a:t>
            </a:r>
            <a:endParaRPr lang="ko-KR" sz="3200" dirty="0"/>
          </a:p>
        </p:txBody>
      </p:sp>
      <p:sp>
        <p:nvSpPr>
          <p:cNvPr id="9" name="S09-chip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“그림이 망가져서 속상해.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다음엔 물어봐 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알려 봐요</a:t>
            </a:r>
            <a:endParaRPr lang="ko-KR" sz="4400" dirty="0"/>
          </a:p>
        </p:txBody>
      </p:sp>
      <p:sp>
        <p:nvSpPr>
          <p:cNvPr id="3" name="S10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상대가 되어 줘요.</a:t>
            </a:r>
            <a:endParaRPr lang="ko-KR" sz="3200" dirty="0"/>
          </a:p>
        </p:txBody>
      </p:sp>
      <p:sp>
        <p:nvSpPr>
          <p:cNvPr id="4" name="S10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~해서 속상해. ~해 줄래?”</a:t>
            </a:r>
            <a:endParaRPr lang="ko-KR" sz="3200" dirty="0"/>
          </a:p>
        </p:txBody>
      </p:sp>
      <p:sp>
        <p:nvSpPr>
          <p:cNvPr id="6" name="S10-chip7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7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놀이에 안 끼워 줬어요.</a:t>
            </a:r>
            <a:endParaRPr lang="ko-KR" sz="3200" dirty="0"/>
          </a:p>
        </p:txBody>
      </p:sp>
      <p:sp>
        <p:nvSpPr>
          <p:cNvPr id="8" name="S10-chip7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7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열심히 쌓은 블록이 무너졌어요.</a:t>
            </a:r>
            <a:endParaRPr lang="ko-KR" sz="3200" dirty="0"/>
          </a:p>
        </p:txBody>
      </p:sp>
      <p:sp>
        <p:nvSpPr>
          <p:cNvPr id="10" name="S10-chip7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7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장난쳤는데 나만 혼났어요.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11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200" dirty="0"/>
          </a:p>
        </p:txBody>
      </p:sp>
      <p:sp>
        <p:nvSpPr>
          <p:cNvPr id="4" name="S11-chip7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7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습관 하나, 고칠 습관 하나와 약속은?</a:t>
            </a:r>
            <a:endParaRPr lang="ko-KR" sz="3200" dirty="0"/>
          </a:p>
        </p:txBody>
      </p:sp>
      <p:sp>
        <p:nvSpPr>
          <p:cNvPr id="6" name="S11-chip7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80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지우개를 말없이 가져갔어요. 뭐라고 말할까요?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골고루 먹고, 충분히 자고, 깨끗이 씻어요.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속상하면 멈추고 말로 알려요.</a:t>
            </a:r>
            <a:endParaRPr lang="ko-KR" sz="3200" dirty="0"/>
          </a:p>
        </p:txBody>
      </p:sp>
      <p:sp>
        <p:nvSpPr>
          <p:cNvPr id="5" name="S13-chip8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자기 전 이 닦고 화면 끄기</a:t>
            </a:r>
            <a:endParaRPr lang="ko-KR" sz="2600" dirty="0"/>
          </a:p>
        </p:txBody>
      </p:sp>
      <p:sp>
        <p:nvSpPr>
          <p:cNvPr id="6" name="S13-chip8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속상하다고 던지거나 때리기</a:t>
            </a:r>
            <a:endParaRPr lang="ko-KR" sz="2600" dirty="0"/>
          </a:p>
        </p:txBody>
      </p:sp>
      <p:sp>
        <p:nvSpPr>
          <p:cNvPr id="7" name="S13-text8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자기 전에 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 두 가지</a:t>
            </a:r>
            <a:endParaRPr lang="ko-KR" sz="2600" dirty="0"/>
          </a:p>
        </p:txBody>
      </p:sp>
      <p:sp>
        <p:nvSpPr>
          <p:cNvPr id="9" name="S13-text8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속상할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차례</a:t>
            </a:r>
            <a:endParaRPr lang="ko-KR" sz="2600" dirty="0"/>
          </a:p>
        </p:txBody>
      </p:sp>
      <p:sp>
        <p:nvSpPr>
          <p:cNvPr id="10" name="S13-text8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 약속,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지켰나요?</a:t>
            </a:r>
            <a:endParaRPr lang="ko-KR" sz="2600" dirty="0"/>
          </a:p>
        </p:txBody>
      </p:sp>
      <p:sp>
        <p:nvSpPr>
          <p:cNvPr id="11" name="S13-text8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싫어요 말하기와 안전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마음에 이름 붙이기</a:t>
            </a:r>
            <a:endParaRPr lang="ko-KR" sz="4400" dirty="0"/>
          </a:p>
        </p:txBody>
      </p:sp>
      <p:sp>
        <p:nvSpPr>
          <p:cNvPr id="3" name="S14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표정을 보고 골라요.</a:t>
            </a:r>
            <a:endParaRPr lang="ko-KR" sz="3200" dirty="0"/>
          </a:p>
        </p:txBody>
      </p:sp>
      <p:sp>
        <p:nvSpPr>
          <p:cNvPr id="4" name="S14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~해서 ~해요.”로 말해요.</a:t>
            </a:r>
            <a:endParaRPr lang="ko-KR" sz="3200" dirty="0"/>
          </a:p>
        </p:txBody>
      </p:sp>
      <p:sp>
        <p:nvSpPr>
          <p:cNvPr id="6" name="S14-word93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</p:txBody>
      </p:sp>
      <p:sp>
        <p:nvSpPr>
          <p:cNvPr id="7" name="S14-word94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600" dirty="0"/>
          </a:p>
        </p:txBody>
      </p:sp>
      <p:sp>
        <p:nvSpPr>
          <p:cNvPr id="8" name="S14-word95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</p:txBody>
      </p:sp>
      <p:sp>
        <p:nvSpPr>
          <p:cNvPr id="9" name="S14-word96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무서워요</a:t>
            </a:r>
            <a:endParaRPr lang="ko-KR" sz="3600" dirty="0"/>
          </a:p>
        </p:txBody>
      </p:sp>
      <p:sp>
        <p:nvSpPr>
          <p:cNvPr id="10" name="S14-word97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걱정돼요</a:t>
            </a:r>
            <a:endParaRPr lang="ko-KR" sz="3600" dirty="0"/>
          </a:p>
        </p:txBody>
      </p:sp>
      <p:sp>
        <p:nvSpPr>
          <p:cNvPr id="11" name="S14-word98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체육·보건·안전 식사·수면·위생 습관</dc:title>
  <dc:subject>KR22-G02-PHE-HABITS-L01</dc:subject>
  <dc:creator>education-ppt</dc:creator>
  <cp:lastModifiedBy>education-ppt</cp:lastModifiedBy>
  <cp:revision>1</cp:revision>
  <dcterms:created xsi:type="dcterms:W3CDTF">2026-10-26T13:19:28Z</dcterms:created>
  <dcterms:modified xsi:type="dcterms:W3CDTF">2026-10-26T13:19:28Z</dcterms:modified>
</cp:coreProperties>
</file>