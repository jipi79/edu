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f4d562d-d6bb-e46f-7265-7c4cbd600ac2}">
          <p14:sldIdLst>
            <p14:sldId id="256"/>
            <p14:sldId id="257"/>
          </p14:sldIdLst>
        </p14:section>
        <p14:section name="개념" id="{385ee33e-f27b-b107-28b7-a6e9a77569f3}">
          <p14:sldIdLst>
            <p14:sldId id="258"/>
            <p14:sldId id="259"/>
            <p14:sldId id="261"/>
            <p14:sldId id="263"/>
            <p14:sldId id="264"/>
          </p14:sldIdLst>
        </p14:section>
        <p14:section name="연습" id="{1e86b7be-f6bb-66fd-0817-ef95c82a66d9}">
          <p14:sldIdLst>
            <p14:sldId id="260"/>
            <p14:sldId id="262"/>
            <p14:sldId id="265"/>
          </p14:sldIdLst>
        </p14:section>
        <p14:section name="개념" id="{cd4677a4-0e6c-d99c-dbf7-5c78d42e7152}">
          <p14:sldIdLst/>
        </p14:section>
        <p14:section name="연습" id="{64f5b196-d215-3066-385a-7d7b6d588659}">
          <p14:sldIdLst/>
        </p14:section>
        <p14:section name="개념" id="{ab85c2a4-a0e1-fa2e-ef59-f1a509fcf34e}">
          <p14:sldIdLst/>
        </p14:section>
        <p14:section name="연습" id="{db0ea4b7-38d3-ea8a-1f38-07047b1324bf}">
          <p14:sldIdLst/>
        </p14:section>
        <p14:section name="확인" id="{a5a7aa96-75b3-1684-8d5b-bf93a8936509}">
          <p14:sldIdLst>
            <p14:sldId id="266"/>
          </p14:sldIdLst>
        </p14:section>
        <p14:section name="정리" id="{92f8a400-2c58-086a-d94f-2370be902157}">
          <p14:sldIdLst>
            <p14:sldId id="267"/>
          </p14:sldIdLst>
        </p14:section>
        <p14:section name="보충" id="{75e57654-c7f0-c229-6586-e10a2905ca41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체육·보건·안전 · 경계와안전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체육·보건·안전 · 싫어요 말하기와 안전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체육·보건·안전 · 싫어요 말하기와 안전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체육·보건·안전 · 싫어요 말하기와 안전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싫어요 말하기와 안전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나를 지키는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 약속은?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싫은 접촉에 ‘싫어요!’ 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길·물·재난에서 몸을 지켜요.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1학년 약속 기억나요?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기억나는 대로 말해요.</a:t>
            </a:r>
            <a:endParaRPr lang="ko-KR" sz="32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싫은 느낌이 들 때 할 일 세 가지는?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불이 나면 몇 번에 전화해요?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길을 잃으면 몇 번에 전화해요?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괜찮은 접촉, 싫은 접촉</a:t>
            </a:r>
            <a:endParaRPr lang="ko-KR" sz="4400" dirty="0"/>
          </a:p>
        </p:txBody>
      </p:sp>
      <p:sp>
        <p:nvSpPr>
          <p:cNvPr id="3" name="S03-card1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몸의 주인은 나예요.</a:t>
            </a:r>
            <a:endParaRPr lang="ko-KR" sz="3200" dirty="0"/>
          </a:p>
        </p:txBody>
      </p:sp>
      <p:sp>
        <p:nvSpPr>
          <p:cNvPr id="5" name="S03-card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3-cardtext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싫은 느낌이 들면 ‘싫어요!’ 해도 돼요.</a:t>
            </a:r>
            <a:endParaRPr lang="ko-KR" sz="3200" dirty="0"/>
          </a:p>
        </p:txBody>
      </p:sp>
      <p:sp>
        <p:nvSpPr>
          <p:cNvPr id="7" name="S03-chip1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괜찮은 접촉</a:t>
            </a:r>
            <a:endParaRPr lang="ko-KR" sz="2600" dirty="0"/>
          </a:p>
        </p:txBody>
      </p:sp>
      <p:sp>
        <p:nvSpPr>
          <p:cNvPr id="8" name="S03-text1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하이파이브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좋을 때 안아 주기</a:t>
            </a:r>
            <a:endParaRPr lang="ko-KR" sz="3200" dirty="0"/>
          </a:p>
        </p:txBody>
      </p:sp>
      <p:sp>
        <p:nvSpPr>
          <p:cNvPr id="9" name="S03-chip1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싫은 접촉</a:t>
            </a:r>
            <a:endParaRPr lang="ko-KR" sz="2600" dirty="0"/>
          </a:p>
        </p:txBody>
      </p:sp>
      <p:sp>
        <p:nvSpPr>
          <p:cNvPr id="10" name="S03-text1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싫다는데 계속 만지기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속옷으로 가리는 곳 만지기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싫은 느낌이 들면</a:t>
            </a:r>
            <a:endParaRPr lang="ko-KR" sz="4400" dirty="0"/>
          </a:p>
        </p:txBody>
      </p:sp>
      <p:sp>
        <p:nvSpPr>
          <p:cNvPr id="3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비밀로 하라고 해도 말해요. 내 잘못이 아니에요.</a:t>
            </a:r>
            <a:endParaRPr lang="ko-KR" sz="3200" dirty="0"/>
          </a:p>
        </p:txBody>
      </p:sp>
      <p:sp>
        <p:nvSpPr>
          <p:cNvPr id="5" name="S04-stepno20"/>
          <p:cNvSpPr txBox="1"/>
          <p:nvPr/>
        </p:nvSpPr>
        <p:spPr>
          <a:xfrm>
            <a:off x="548640" y="22357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4-text21"/>
          <p:cNvSpPr txBox="1"/>
          <p:nvPr/>
        </p:nvSpPr>
        <p:spPr>
          <a:xfrm>
            <a:off x="1325880" y="223570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‘싫어요! 하지 마세요!’ 크게 말해요.</a:t>
            </a:r>
            <a:endParaRPr lang="ko-KR" sz="3200" dirty="0"/>
          </a:p>
        </p:txBody>
      </p:sp>
      <p:sp>
        <p:nvSpPr>
          <p:cNvPr id="7" name="S04-stepno22"/>
          <p:cNvSpPr txBox="1"/>
          <p:nvPr/>
        </p:nvSpPr>
        <p:spPr>
          <a:xfrm>
            <a:off x="548640" y="29489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4-text23"/>
          <p:cNvSpPr txBox="1"/>
          <p:nvPr/>
        </p:nvSpPr>
        <p:spPr>
          <a:xfrm>
            <a:off x="1325880" y="2948940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자리를 떠나요.</a:t>
            </a:r>
            <a:endParaRPr lang="ko-KR" sz="3200" dirty="0"/>
          </a:p>
        </p:txBody>
      </p:sp>
      <p:sp>
        <p:nvSpPr>
          <p:cNvPr id="9" name="S04-stepno24"/>
          <p:cNvSpPr txBox="1"/>
          <p:nvPr/>
        </p:nvSpPr>
        <p:spPr>
          <a:xfrm>
            <a:off x="548640" y="36621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4-text25"/>
          <p:cNvSpPr txBox="1"/>
          <p:nvPr/>
        </p:nvSpPr>
        <p:spPr>
          <a:xfrm>
            <a:off x="1325880" y="366217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믿을 수 있는 어른에게 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때 어떻게 할까요?</a:t>
            </a:r>
            <a:endParaRPr lang="ko-KR" sz="4400" dirty="0"/>
          </a:p>
        </p:txBody>
      </p:sp>
      <p:sp>
        <p:nvSpPr>
          <p:cNvPr id="3" name="S05-text2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말과 행동으로 해 봐요.</a:t>
            </a:r>
            <a:endParaRPr lang="ko-KR" sz="3200" dirty="0"/>
          </a:p>
        </p:txBody>
      </p:sp>
      <p:sp>
        <p:nvSpPr>
          <p:cNvPr id="4" name="S05-card2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싫어요! → 떠나요 → 말해요</a:t>
            </a:r>
            <a:endParaRPr lang="ko-KR" sz="3200" dirty="0"/>
          </a:p>
        </p:txBody>
      </p:sp>
      <p:sp>
        <p:nvSpPr>
          <p:cNvPr id="6" name="S05-chip2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5-text30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사촌이 싫다는데 계속 간지럼을 태워요.</a:t>
            </a:r>
            <a:endParaRPr lang="ko-KR" sz="3200" dirty="0"/>
          </a:p>
        </p:txBody>
      </p:sp>
      <p:sp>
        <p:nvSpPr>
          <p:cNvPr id="8" name="S05-chip3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5-text32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장난으로 내 바지를 내리려 해요.</a:t>
            </a:r>
            <a:endParaRPr lang="ko-KR" sz="3200" dirty="0"/>
          </a:p>
        </p:txBody>
      </p:sp>
      <p:sp>
        <p:nvSpPr>
          <p:cNvPr id="10" name="S05-chip3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5-text34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몸을 만지고 ‘우리 비밀이야.’ 했어요.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길과 물에서 지켜요</a:t>
            </a:r>
            <a:endParaRPr lang="ko-KR" sz="4400" dirty="0"/>
          </a:p>
        </p:txBody>
      </p:sp>
      <p:sp>
        <p:nvSpPr>
          <p:cNvPr id="3" name="S06-card3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3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물에 빠지면 어른에게 외쳐요.</a:t>
            </a:r>
            <a:endParaRPr lang="ko-KR" sz="3200" dirty="0"/>
          </a:p>
        </p:txBody>
      </p:sp>
      <p:sp>
        <p:nvSpPr>
          <p:cNvPr id="5" name="S06-card37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38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차에 타면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안전띠를 꼭 매요</a:t>
            </a:r>
            <a:endParaRPr lang="ko-KR" sz="3200" dirty="0"/>
          </a:p>
        </p:txBody>
      </p:sp>
      <p:sp>
        <p:nvSpPr>
          <p:cNvPr id="7" name="S06-card39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6-cardtext40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주차된 차 사이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뛰어나오지 않아요</a:t>
            </a:r>
            <a:endParaRPr lang="ko-KR" sz="3200" dirty="0"/>
          </a:p>
        </p:txBody>
      </p:sp>
      <p:sp>
        <p:nvSpPr>
          <p:cNvPr id="9" name="S06-card41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6-cardtext42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물놀이 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준비 운동, 구명조끼</a:t>
            </a:r>
            <a:endParaRPr lang="ko-KR" sz="3200" dirty="0"/>
          </a:p>
        </p:txBody>
      </p:sp>
      <p:sp>
        <p:nvSpPr>
          <p:cNvPr id="11" name="S06-card43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12" name="S06-cardtext44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물에서는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어른과 함께, 얕은 곳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위험할까요?</a:t>
            </a:r>
            <a:endParaRPr lang="ko-KR" sz="4400" dirty="0"/>
          </a:p>
        </p:txBody>
      </p:sp>
      <p:sp>
        <p:nvSpPr>
          <p:cNvPr id="3" name="S07-text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위험한지, 어떻게 할지 말해요.</a:t>
            </a:r>
            <a:endParaRPr lang="ko-KR" sz="3200" dirty="0"/>
          </a:p>
        </p:txBody>
      </p:sp>
      <p:sp>
        <p:nvSpPr>
          <p:cNvPr id="4" name="S07-card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위험한 점 → 안전한 행동</a:t>
            </a:r>
            <a:endParaRPr lang="ko-KR" sz="3200" dirty="0"/>
          </a:p>
        </p:txBody>
      </p:sp>
      <p:sp>
        <p:nvSpPr>
          <p:cNvPr id="6" name="S07-chip4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7-text49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 뒷자리에서 안전띠를 풀었어요.</a:t>
            </a:r>
            <a:endParaRPr lang="ko-KR" sz="3200" dirty="0"/>
          </a:p>
        </p:txBody>
      </p:sp>
      <p:sp>
        <p:nvSpPr>
          <p:cNvPr id="8" name="S07-chip5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7-text51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구명조끼 없이 계곡에 들어가요.</a:t>
            </a:r>
            <a:endParaRPr lang="ko-KR" sz="3200" dirty="0"/>
          </a:p>
        </p:txBody>
      </p:sp>
      <p:sp>
        <p:nvSpPr>
          <p:cNvPr id="10" name="S07-chip5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7-text53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물에 빠져 허우적거려요.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땅이 흔들리면</a:t>
            </a:r>
            <a:endParaRPr lang="ko-KR" sz="4400" dirty="0"/>
          </a:p>
        </p:txBody>
      </p:sp>
      <p:sp>
        <p:nvSpPr>
          <p:cNvPr id="3" name="S08-card5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5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흔들리는 동안에는 뛰어나가지 않아요.</a:t>
            </a:r>
            <a:endParaRPr lang="ko-KR" sz="3200" dirty="0"/>
          </a:p>
        </p:txBody>
      </p:sp>
      <p:sp>
        <p:nvSpPr>
          <p:cNvPr id="5" name="S08-stepno56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8-text57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책상 아래에서 머리를 보호해요.</a:t>
            </a:r>
            <a:endParaRPr lang="ko-KR" sz="3200" dirty="0"/>
          </a:p>
        </p:txBody>
      </p:sp>
      <p:sp>
        <p:nvSpPr>
          <p:cNvPr id="7" name="S08-stepno58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8-text59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흔들림이 멈추면 어른과 나가요.</a:t>
            </a:r>
            <a:endParaRPr lang="ko-KR" sz="3200" dirty="0"/>
          </a:p>
        </p:txBody>
      </p:sp>
      <p:sp>
        <p:nvSpPr>
          <p:cNvPr id="9" name="S08-stepno60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8-text61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엘리베이터 말고 계단으로 가요.</a:t>
            </a:r>
            <a:endParaRPr lang="ko-KR" sz="3200" dirty="0"/>
          </a:p>
        </p:txBody>
      </p:sp>
      <p:sp>
        <p:nvSpPr>
          <p:cNvPr id="11" name="S08-stepno62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8-text63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밖에서는 머리를 가리고 넓은 곳으로.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불이 나면</a:t>
            </a:r>
            <a:endParaRPr lang="ko-KR" sz="4400" dirty="0"/>
          </a:p>
        </p:txBody>
      </p:sp>
      <p:sp>
        <p:nvSpPr>
          <p:cNvPr id="3" name="S09-card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9-cardtext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숨지 말고 밖으로! 엘리베이터는 타지 않아요.</a:t>
            </a:r>
            <a:endParaRPr lang="ko-KR" sz="3200" dirty="0"/>
          </a:p>
        </p:txBody>
      </p:sp>
      <p:sp>
        <p:nvSpPr>
          <p:cNvPr id="5" name="S09-stepno66"/>
          <p:cNvSpPr txBox="1"/>
          <p:nvPr/>
        </p:nvSpPr>
        <p:spPr>
          <a:xfrm>
            <a:off x="548640" y="1879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09-text67"/>
          <p:cNvSpPr txBox="1"/>
          <p:nvPr/>
        </p:nvSpPr>
        <p:spPr>
          <a:xfrm>
            <a:off x="1325880" y="1879092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“불이야!” 크게 외쳐요.</a:t>
            </a:r>
            <a:endParaRPr lang="ko-KR" sz="3200" dirty="0"/>
          </a:p>
        </p:txBody>
      </p:sp>
      <p:sp>
        <p:nvSpPr>
          <p:cNvPr id="7" name="S09-stepno68"/>
          <p:cNvSpPr txBox="1"/>
          <p:nvPr/>
        </p:nvSpPr>
        <p:spPr>
          <a:xfrm>
            <a:off x="548640" y="25923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09-text69"/>
          <p:cNvSpPr txBox="1"/>
          <p:nvPr/>
        </p:nvSpPr>
        <p:spPr>
          <a:xfrm>
            <a:off x="1325880" y="2592324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젖은 수건으로 입과 코를 막아요.</a:t>
            </a:r>
            <a:endParaRPr lang="ko-KR" sz="3200" dirty="0"/>
          </a:p>
        </p:txBody>
      </p:sp>
      <p:sp>
        <p:nvSpPr>
          <p:cNvPr id="9" name="S09-stepno70"/>
          <p:cNvSpPr txBox="1"/>
          <p:nvPr/>
        </p:nvSpPr>
        <p:spPr>
          <a:xfrm>
            <a:off x="548640" y="33055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09-text71"/>
          <p:cNvSpPr txBox="1"/>
          <p:nvPr/>
        </p:nvSpPr>
        <p:spPr>
          <a:xfrm>
            <a:off x="1325880" y="3305556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몸을 낮추고 계단으로 나가요.</a:t>
            </a:r>
            <a:endParaRPr lang="ko-KR" sz="3200" dirty="0"/>
          </a:p>
        </p:txBody>
      </p:sp>
      <p:sp>
        <p:nvSpPr>
          <p:cNvPr id="11" name="S09-stepno72"/>
          <p:cNvSpPr txBox="1"/>
          <p:nvPr/>
        </p:nvSpPr>
        <p:spPr>
          <a:xfrm>
            <a:off x="548640" y="40187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09-text73"/>
          <p:cNvSpPr txBox="1"/>
          <p:nvPr/>
        </p:nvSpPr>
        <p:spPr>
          <a:xfrm>
            <a:off x="1325880" y="4018788"/>
            <a:ext cx="10314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밖에서 어른에게 알리고 119에 신고해요.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 대피 연습</a:t>
            </a:r>
            <a:endParaRPr lang="ko-KR" sz="4400" dirty="0"/>
          </a:p>
        </p:txBody>
      </p:sp>
      <p:sp>
        <p:nvSpPr>
          <p:cNvPr id="3" name="S10-text7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천천히 걸어서 연습해요.</a:t>
            </a:r>
            <a:endParaRPr lang="ko-KR" sz="3200" dirty="0"/>
          </a:p>
        </p:txBody>
      </p:sp>
      <p:sp>
        <p:nvSpPr>
          <p:cNvPr id="4" name="S10-card7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7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뛰지 말고, 식탁 모서리를 조심해요.</a:t>
            </a:r>
            <a:endParaRPr lang="ko-KR" sz="3200" dirty="0"/>
          </a:p>
        </p:txBody>
      </p:sp>
      <p:sp>
        <p:nvSpPr>
          <p:cNvPr id="6" name="S10-card77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0-cardtext78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머리를 보호했어요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멈출 때까지 기다렸어요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입·코 막고 낮게 걸었어요</a:t>
            </a:r>
            <a:endParaRPr lang="ko-KR" sz="3200" dirty="0"/>
          </a:p>
        </p:txBody>
      </p:sp>
      <p:sp>
        <p:nvSpPr>
          <p:cNvPr id="8" name="S10-stepno79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10-text80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‘흔들!’ 하면 식탁 아래로 가요.</a:t>
            </a:r>
            <a:endParaRPr lang="ko-KR" sz="2600" dirty="0"/>
          </a:p>
        </p:txBody>
      </p:sp>
      <p:sp>
        <p:nvSpPr>
          <p:cNvPr id="10" name="S10-stepno81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10-text82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‘멈춤!’ 하면 현관까지 걸어요.</a:t>
            </a:r>
            <a:endParaRPr lang="ko-KR" sz="2600" dirty="0"/>
          </a:p>
        </p:txBody>
      </p:sp>
      <p:sp>
        <p:nvSpPr>
          <p:cNvPr id="12" name="S10-stepno83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10-text84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‘불이야!’ 하면 입·코를 막아요.</a:t>
            </a:r>
            <a:endParaRPr lang="ko-KR" sz="2600" dirty="0"/>
          </a:p>
        </p:txBody>
      </p:sp>
      <p:sp>
        <p:nvSpPr>
          <p:cNvPr id="14" name="S10-stepno85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10-text86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몸을 낮춰 현관까지 가요.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봐요</a:t>
            </a:r>
            <a:endParaRPr lang="ko-KR" sz="4400" dirty="0"/>
          </a:p>
        </p:txBody>
      </p:sp>
      <p:sp>
        <p:nvSpPr>
          <p:cNvPr id="3" name="S11-chip8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11-text88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싫은 접촉,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일 세 가지는?</a:t>
            </a:r>
            <a:endParaRPr lang="ko-KR" sz="3200" dirty="0"/>
          </a:p>
        </p:txBody>
      </p:sp>
      <p:sp>
        <p:nvSpPr>
          <p:cNvPr id="5" name="S11-chip89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11-text90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물놀이 약속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가지는?</a:t>
            </a:r>
            <a:endParaRPr lang="ko-KR" sz="3200" dirty="0"/>
          </a:p>
        </p:txBody>
      </p:sp>
      <p:sp>
        <p:nvSpPr>
          <p:cNvPr id="7" name="S11-chip91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11-text92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땅이 흔들리면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해요?</a:t>
            </a:r>
            <a:endParaRPr lang="ko-KR" sz="3200" dirty="0"/>
          </a:p>
        </p:txBody>
      </p:sp>
      <p:sp>
        <p:nvSpPr>
          <p:cNvPr id="9" name="S11-chip93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600" dirty="0"/>
          </a:p>
        </p:txBody>
      </p:sp>
      <p:sp>
        <p:nvSpPr>
          <p:cNvPr id="10" name="S11-text94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119와 112는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걸어요?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95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6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싫으면 ‘싫어요!’ 하고 어른에게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위험할 땐 몸을 지키고 어른에게 알려요.</a:t>
            </a:r>
            <a:endParaRPr lang="ko-KR" sz="3200" dirty="0"/>
          </a:p>
        </p:txBody>
      </p:sp>
      <p:sp>
        <p:nvSpPr>
          <p:cNvPr id="5" name="S13-chip97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구명조끼 입고 어른과 물놀이</a:t>
            </a:r>
            <a:endParaRPr lang="ko-KR" sz="2600" dirty="0"/>
          </a:p>
        </p:txBody>
      </p:sp>
      <p:sp>
        <p:nvSpPr>
          <p:cNvPr id="6" name="S13-chip98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불이 났을 때 숨기</a:t>
            </a:r>
            <a:endParaRPr lang="ko-KR" sz="2600" dirty="0"/>
          </a:p>
        </p:txBody>
      </p:sp>
      <p:sp>
        <p:nvSpPr>
          <p:cNvPr id="7" name="S13-text99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100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싫을 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 일 세 가지</a:t>
            </a:r>
            <a:endParaRPr lang="ko-KR" sz="2600" dirty="0"/>
          </a:p>
        </p:txBody>
      </p:sp>
      <p:sp>
        <p:nvSpPr>
          <p:cNvPr id="9" name="S13-text101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땅이 흔들리면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할 일</a:t>
            </a:r>
            <a:endParaRPr lang="ko-KR" sz="2600" dirty="0"/>
          </a:p>
        </p:txBody>
      </p:sp>
      <p:sp>
        <p:nvSpPr>
          <p:cNvPr id="10" name="S13-text102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119와 112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 걸까요?</a:t>
            </a:r>
            <a:endParaRPr lang="ko-KR" sz="2600" dirty="0"/>
          </a:p>
        </p:txBody>
      </p:sp>
      <p:sp>
        <p:nvSpPr>
          <p:cNvPr id="11" name="S13-text10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서로 다른 이유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도움을 청해요</a:t>
            </a:r>
            <a:endParaRPr lang="ko-KR" sz="4400" dirty="0"/>
          </a:p>
        </p:txBody>
      </p:sp>
      <p:sp>
        <p:nvSpPr>
          <p:cNvPr id="3" name="S14-card10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10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가까운 어른에게 알려요.</a:t>
            </a:r>
            <a:endParaRPr lang="ko-KR" sz="3200" dirty="0"/>
          </a:p>
        </p:txBody>
      </p:sp>
      <p:sp>
        <p:nvSpPr>
          <p:cNvPr id="5" name="S14-card106"/>
          <p:cNvSpPr/>
          <p:nvPr/>
        </p:nvSpPr>
        <p:spPr>
          <a:xfrm>
            <a:off x="548640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4-cardtext107"/>
          <p:cNvSpPr txBox="1"/>
          <p:nvPr/>
        </p:nvSpPr>
        <p:spPr>
          <a:xfrm>
            <a:off x="822960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싫은 느낌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싫어요 → 떠나요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말해요</a:t>
            </a:r>
            <a:endParaRPr lang="ko-KR" sz="3200" dirty="0"/>
          </a:p>
        </p:txBody>
      </p:sp>
      <p:sp>
        <p:nvSpPr>
          <p:cNvPr id="7" name="S14-card108"/>
          <p:cNvSpPr/>
          <p:nvPr/>
        </p:nvSpPr>
        <p:spPr>
          <a:xfrm>
            <a:off x="4322064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4-cardtext109"/>
          <p:cNvSpPr txBox="1"/>
          <p:nvPr/>
        </p:nvSpPr>
        <p:spPr>
          <a:xfrm>
            <a:off x="4596384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112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위험한 사람,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길을 잃었을 때</a:t>
            </a:r>
            <a:endParaRPr lang="ko-KR" sz="3200" dirty="0"/>
          </a:p>
        </p:txBody>
      </p:sp>
      <p:sp>
        <p:nvSpPr>
          <p:cNvPr id="9" name="S14-card110"/>
          <p:cNvSpPr/>
          <p:nvPr/>
        </p:nvSpPr>
        <p:spPr>
          <a:xfrm>
            <a:off x="8095488" y="21259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4-cardtext111"/>
          <p:cNvSpPr txBox="1"/>
          <p:nvPr/>
        </p:nvSpPr>
        <p:spPr>
          <a:xfrm>
            <a:off x="8369808" y="22631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119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불이 났을 때,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크게 다쳤을 때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체육·보건·안전 싫어요 말하기와 안전</dc:title>
  <dc:subject>KR22-G02-PHE-SAYNO-L01</dc:subject>
  <dc:creator>education-ppt</dc:creator>
  <cp:lastModifiedBy>education-ppt</cp:lastModifiedBy>
  <cp:revision>1</cp:revision>
  <dcterms:created xsi:type="dcterms:W3CDTF">2026-10-26T13:08:28Z</dcterms:created>
  <dcterms:modified xsi:type="dcterms:W3CDTF">2026-10-26T13:08:28Z</dcterms:modified>
</cp:coreProperties>
</file>