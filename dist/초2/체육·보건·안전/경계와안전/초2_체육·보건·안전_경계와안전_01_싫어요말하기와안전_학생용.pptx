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c15ef77-04a8-e5bf-3039-26fc2b006d39}">
          <p14:sldIdLst>
            <p14:sldId id="256"/>
            <p14:sldId id="257"/>
          </p14:sldIdLst>
        </p14:section>
        <p14:section name="개념" id="{a3e83230-be29-657d-d6c0-65457d9712d1}">
          <p14:sldIdLst>
            <p14:sldId id="258"/>
            <p14:sldId id="259"/>
            <p14:sldId id="261"/>
            <p14:sldId id="263"/>
            <p14:sldId id="264"/>
          </p14:sldIdLst>
        </p14:section>
        <p14:section name="연습" id="{0eed43ff-8066-1392-afed-7405f0a46457}">
          <p14:sldIdLst>
            <p14:sldId id="260"/>
            <p14:sldId id="262"/>
            <p14:sldId id="265"/>
          </p14:sldIdLst>
        </p14:section>
        <p14:section name="개념" id="{ecb6c2d2-9e50-e703-1986-2533c3ded7d9}">
          <p14:sldIdLst/>
        </p14:section>
        <p14:section name="연습" id="{6b7a4dd7-7e1e-098c-2afd-bea1a43e3508}">
          <p14:sldIdLst/>
        </p14:section>
        <p14:section name="개념" id="{c101efab-4151-cef0-c97c-407599a2c3d0}">
          <p14:sldIdLst/>
        </p14:section>
        <p14:section name="연습" id="{a10a71eb-5f28-2ec4-a171-2ad530cfd4c0}">
          <p14:sldIdLst/>
        </p14:section>
        <p14:section name="확인" id="{f64ffb6c-3e8f-03f7-5b62-0bd2dd5f97e8}">
          <p14:sldIdLst>
            <p14:sldId id="266"/>
          </p14:sldIdLst>
        </p14:section>
        <p14:section name="정리" id="{f32e7994-5a10-3cd3-560c-64fb121888d1}">
          <p14:sldIdLst>
            <p14:sldId id="267"/>
          </p14:sldIdLst>
        </p14:section>
        <p14:section name="보충" id="{f749daae-f972-48ff-e6ef-e7ef3720263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경계와안전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싫어요 말하기와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싫어요 말하기와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체육·보건·안전 · 싫어요 말하기와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싫어요 말하기와 안전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지키는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약속은?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싫은 접촉에 ‘싫어요!’ 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길·물·재난에서 몸을 지켜요.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약속 기억나요?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기억나는 대로 말해요.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느낌이 들 때 할 일 세 가지는?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나면 몇 번에 전화해요?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잃으면 몇 번에 전화해요?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괜찮은 접촉, 싫은 접촉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몸의 주인은 나예요.</a:t>
            </a:r>
            <a:endParaRPr lang="ko-KR" sz="3200" dirty="0"/>
          </a:p>
        </p:txBody>
      </p:sp>
      <p:sp>
        <p:nvSpPr>
          <p:cNvPr id="5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느낌이 들면 ‘싫어요!’ 해도 돼요.</a:t>
            </a:r>
            <a:endParaRPr lang="ko-KR" sz="3200" dirty="0"/>
          </a:p>
        </p:txBody>
      </p:sp>
      <p:sp>
        <p:nvSpPr>
          <p:cNvPr id="7" name="S03-chip1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괜찮은 접촉</a:t>
            </a:r>
            <a:endParaRPr lang="ko-KR" sz="2600" dirty="0"/>
          </a:p>
        </p:txBody>
      </p:sp>
      <p:sp>
        <p:nvSpPr>
          <p:cNvPr id="8" name="S03-text1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하이파이브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좋을 때 안아 주기</a:t>
            </a:r>
            <a:endParaRPr lang="ko-KR" sz="3200" dirty="0"/>
          </a:p>
        </p:txBody>
      </p:sp>
      <p:sp>
        <p:nvSpPr>
          <p:cNvPr id="9" name="S03-chip1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싫은 접촉</a:t>
            </a:r>
            <a:endParaRPr lang="ko-KR" sz="2600" dirty="0"/>
          </a:p>
        </p:txBody>
      </p:sp>
      <p:sp>
        <p:nvSpPr>
          <p:cNvPr id="10" name="S03-text1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싫다는데 계속 만지기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속옷으로 가리는 곳 만지기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느낌이 들면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비밀로 하라고 해도 말해요. 내 잘못이 아니에요.</a:t>
            </a:r>
            <a:endParaRPr lang="ko-KR" sz="3200" dirty="0"/>
          </a:p>
        </p:txBody>
      </p:sp>
      <p:sp>
        <p:nvSpPr>
          <p:cNvPr id="5" name="S04-stepno20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21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‘싫어요! 하지 마세요!’ 크게 말해요.</a:t>
            </a:r>
            <a:endParaRPr lang="ko-KR" sz="3200" dirty="0"/>
          </a:p>
        </p:txBody>
      </p:sp>
      <p:sp>
        <p:nvSpPr>
          <p:cNvPr id="7" name="S04-stepno22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3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자리를 떠나요.</a:t>
            </a:r>
            <a:endParaRPr lang="ko-KR" sz="3200" dirty="0"/>
          </a:p>
        </p:txBody>
      </p:sp>
      <p:sp>
        <p:nvSpPr>
          <p:cNvPr id="9" name="S04-stepno24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5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믿을 수 있는 어른에게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어떻게 할까요?</a:t>
            </a:r>
            <a:endParaRPr lang="ko-KR" sz="4400" dirty="0"/>
          </a:p>
        </p:txBody>
      </p:sp>
      <p:sp>
        <p:nvSpPr>
          <p:cNvPr id="3" name="S05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말과 행동으로 해 봐요.</a:t>
            </a:r>
            <a:endParaRPr lang="ko-KR" sz="3200" dirty="0"/>
          </a:p>
        </p:txBody>
      </p:sp>
      <p:sp>
        <p:nvSpPr>
          <p:cNvPr id="4" name="S05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싫어요! → 떠나요 → 말해요</a:t>
            </a:r>
            <a:endParaRPr lang="ko-KR" sz="3200" dirty="0"/>
          </a:p>
        </p:txBody>
      </p:sp>
      <p:sp>
        <p:nvSpPr>
          <p:cNvPr id="6" name="S05-chip2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3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사촌이 싫다는데 계속 간지럼을 태워요.</a:t>
            </a:r>
            <a:endParaRPr lang="ko-KR" sz="3200" dirty="0"/>
          </a:p>
        </p:txBody>
      </p:sp>
      <p:sp>
        <p:nvSpPr>
          <p:cNvPr id="8" name="S05-chip3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장난으로 내 바지를 내리려 해요.</a:t>
            </a:r>
            <a:endParaRPr lang="ko-KR" sz="3200" dirty="0"/>
          </a:p>
        </p:txBody>
      </p:sp>
      <p:sp>
        <p:nvSpPr>
          <p:cNvPr id="10" name="S05-chip3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몸을 만지고 ‘우리 비밀이야.’ 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길과 물에서 지켜요</a:t>
            </a:r>
            <a:endParaRPr lang="ko-KR" sz="4400" dirty="0"/>
          </a:p>
        </p:txBody>
      </p:sp>
      <p:sp>
        <p:nvSpPr>
          <p:cNvPr id="3" name="S06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물에 빠지면 어른에게 외쳐요.</a:t>
            </a:r>
            <a:endParaRPr lang="ko-KR" sz="3200" dirty="0"/>
          </a:p>
        </p:txBody>
      </p:sp>
      <p:sp>
        <p:nvSpPr>
          <p:cNvPr id="5" name="S06-card37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8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차에 타면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안전띠를 꼭 매요</a:t>
            </a:r>
            <a:endParaRPr lang="ko-KR" sz="3200" dirty="0"/>
          </a:p>
        </p:txBody>
      </p:sp>
      <p:sp>
        <p:nvSpPr>
          <p:cNvPr id="7" name="S06-card39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40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주차된 차 사이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뛰어나오지 않아요</a:t>
            </a:r>
            <a:endParaRPr lang="ko-KR" sz="3200" dirty="0"/>
          </a:p>
        </p:txBody>
      </p:sp>
      <p:sp>
        <p:nvSpPr>
          <p:cNvPr id="9" name="S06-card41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42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물놀이 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운동, 구명조끼</a:t>
            </a:r>
            <a:endParaRPr lang="ko-KR" sz="3200" dirty="0"/>
          </a:p>
        </p:txBody>
      </p:sp>
      <p:sp>
        <p:nvSpPr>
          <p:cNvPr id="11" name="S06-card43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2" name="S06-cardtext44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물에서는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함께, 얕은 곳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위험할까요?</a:t>
            </a:r>
            <a:endParaRPr lang="ko-KR" sz="4400" dirty="0"/>
          </a:p>
        </p:txBody>
      </p:sp>
      <p:sp>
        <p:nvSpPr>
          <p:cNvPr id="3" name="S07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위험한지, 어떻게 할지 말해요.</a:t>
            </a:r>
            <a:endParaRPr lang="ko-KR" sz="3200" dirty="0"/>
          </a:p>
        </p:txBody>
      </p:sp>
      <p:sp>
        <p:nvSpPr>
          <p:cNvPr id="4" name="S07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위험한 점 → 안전한 행동</a:t>
            </a:r>
            <a:endParaRPr lang="ko-KR" sz="3200" dirty="0"/>
          </a:p>
        </p:txBody>
      </p:sp>
      <p:sp>
        <p:nvSpPr>
          <p:cNvPr id="6" name="S07-chip4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4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 뒷자리에서 안전띠를 풀었어요.</a:t>
            </a:r>
            <a:endParaRPr lang="ko-KR" sz="3200" dirty="0"/>
          </a:p>
        </p:txBody>
      </p:sp>
      <p:sp>
        <p:nvSpPr>
          <p:cNvPr id="8" name="S07-chip5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5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구명조끼 없이 계곡에 들어가요.</a:t>
            </a:r>
            <a:endParaRPr lang="ko-KR" sz="3200" dirty="0"/>
          </a:p>
        </p:txBody>
      </p:sp>
      <p:sp>
        <p:nvSpPr>
          <p:cNvPr id="10" name="S07-chip5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5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물에 빠져 허우적거려요.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땅이 흔들리면</a:t>
            </a:r>
            <a:endParaRPr lang="ko-KR" sz="4400" dirty="0"/>
          </a:p>
        </p:txBody>
      </p:sp>
      <p:sp>
        <p:nvSpPr>
          <p:cNvPr id="3" name="S08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흔들리는 동안에는 뛰어나가지 않아요.</a:t>
            </a:r>
            <a:endParaRPr lang="ko-KR" sz="3200" dirty="0"/>
          </a:p>
        </p:txBody>
      </p:sp>
      <p:sp>
        <p:nvSpPr>
          <p:cNvPr id="5" name="S08-stepno56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57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책상 아래에서 머리를 보호해요.</a:t>
            </a:r>
            <a:endParaRPr lang="ko-KR" sz="3200" dirty="0"/>
          </a:p>
        </p:txBody>
      </p:sp>
      <p:sp>
        <p:nvSpPr>
          <p:cNvPr id="7" name="S08-stepno58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59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흔들림이 멈추면 어른과 나가요.</a:t>
            </a:r>
            <a:endParaRPr lang="ko-KR" sz="3200" dirty="0"/>
          </a:p>
        </p:txBody>
      </p:sp>
      <p:sp>
        <p:nvSpPr>
          <p:cNvPr id="9" name="S08-stepno60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61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 말고 계단으로 가요.</a:t>
            </a:r>
            <a:endParaRPr lang="ko-KR" sz="3200" dirty="0"/>
          </a:p>
        </p:txBody>
      </p:sp>
      <p:sp>
        <p:nvSpPr>
          <p:cNvPr id="11" name="S08-stepno62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8-text63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밖에서는 머리를 가리고 넓은 곳으로.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나면</a:t>
            </a:r>
            <a:endParaRPr lang="ko-KR" sz="4400" dirty="0"/>
          </a:p>
        </p:txBody>
      </p:sp>
      <p:sp>
        <p:nvSpPr>
          <p:cNvPr id="3" name="S09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숨지 말고 밖으로! 엘리베이터는 타지 않아요.</a:t>
            </a:r>
            <a:endParaRPr lang="ko-KR" sz="3200" dirty="0"/>
          </a:p>
        </p:txBody>
      </p:sp>
      <p:sp>
        <p:nvSpPr>
          <p:cNvPr id="5" name="S09-stepno66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67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“불이야!” 크게 외쳐요.</a:t>
            </a:r>
            <a:endParaRPr lang="ko-KR" sz="3200" dirty="0"/>
          </a:p>
        </p:txBody>
      </p:sp>
      <p:sp>
        <p:nvSpPr>
          <p:cNvPr id="7" name="S09-stepno68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69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젖은 수건으로 입과 코를 막아요.</a:t>
            </a:r>
            <a:endParaRPr lang="ko-KR" sz="3200" dirty="0"/>
          </a:p>
        </p:txBody>
      </p:sp>
      <p:sp>
        <p:nvSpPr>
          <p:cNvPr id="9" name="S09-stepno70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71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몸을 낮추고 계단으로 나가요.</a:t>
            </a:r>
            <a:endParaRPr lang="ko-KR" sz="3200" dirty="0"/>
          </a:p>
        </p:txBody>
      </p:sp>
      <p:sp>
        <p:nvSpPr>
          <p:cNvPr id="11" name="S09-stepno72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9-text73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밖에서 어른에게 알리고 119에 신고해요.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대피 연습</a:t>
            </a:r>
            <a:endParaRPr lang="ko-KR" sz="4400" dirty="0"/>
          </a:p>
        </p:txBody>
      </p:sp>
      <p:sp>
        <p:nvSpPr>
          <p:cNvPr id="3" name="S10-text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걸어서 연습해요.</a:t>
            </a:r>
            <a:endParaRPr lang="ko-KR" sz="3200" dirty="0"/>
          </a:p>
        </p:txBody>
      </p:sp>
      <p:sp>
        <p:nvSpPr>
          <p:cNvPr id="4" name="S10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뛰지 말고, 식탁 모서리를 조심해요.</a:t>
            </a:r>
            <a:endParaRPr lang="ko-KR" sz="3200" dirty="0"/>
          </a:p>
        </p:txBody>
      </p:sp>
      <p:sp>
        <p:nvSpPr>
          <p:cNvPr id="6" name="S10-card77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78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머리를 보호했어요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멈출 때까지 기다렸어요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입·코 막고 낮게 걸었어요</a:t>
            </a:r>
            <a:endParaRPr lang="ko-KR" sz="3200" dirty="0"/>
          </a:p>
        </p:txBody>
      </p:sp>
      <p:sp>
        <p:nvSpPr>
          <p:cNvPr id="8" name="S10-stepno79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10-text80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‘흔들!’ 하면 식탁 아래로 가요.</a:t>
            </a:r>
            <a:endParaRPr lang="ko-KR" sz="2600" dirty="0"/>
          </a:p>
        </p:txBody>
      </p:sp>
      <p:sp>
        <p:nvSpPr>
          <p:cNvPr id="10" name="S10-stepno81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10-text82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‘멈춤!’ 하면 현관까지 걸어요.</a:t>
            </a:r>
            <a:endParaRPr lang="ko-KR" sz="2600" dirty="0"/>
          </a:p>
        </p:txBody>
      </p:sp>
      <p:sp>
        <p:nvSpPr>
          <p:cNvPr id="12" name="S10-stepno83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10-text84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‘불이야!’ 하면 입·코를 막아요.</a:t>
            </a:r>
            <a:endParaRPr lang="ko-KR" sz="2600" dirty="0"/>
          </a:p>
        </p:txBody>
      </p:sp>
      <p:sp>
        <p:nvSpPr>
          <p:cNvPr id="14" name="S10-stepno85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10-text86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몸을 낮춰 현관까지 가요.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봐요</a:t>
            </a:r>
            <a:endParaRPr lang="ko-KR" sz="4400" dirty="0"/>
          </a:p>
        </p:txBody>
      </p:sp>
      <p:sp>
        <p:nvSpPr>
          <p:cNvPr id="3" name="S11-chip8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8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접촉,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일 세 가지는?</a:t>
            </a:r>
            <a:endParaRPr lang="ko-KR" sz="3200" dirty="0"/>
          </a:p>
        </p:txBody>
      </p:sp>
      <p:sp>
        <p:nvSpPr>
          <p:cNvPr id="5" name="S11-chip8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9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물놀이 약속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가지는?</a:t>
            </a:r>
            <a:endParaRPr lang="ko-KR" sz="3200" dirty="0"/>
          </a:p>
        </p:txBody>
      </p:sp>
      <p:sp>
        <p:nvSpPr>
          <p:cNvPr id="7" name="S11-chip91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92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땅이 흔들리면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해요?</a:t>
            </a:r>
            <a:endParaRPr lang="ko-KR" sz="3200" dirty="0"/>
          </a:p>
        </p:txBody>
      </p:sp>
      <p:sp>
        <p:nvSpPr>
          <p:cNvPr id="9" name="S11-chip93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11-text94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119와 112는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걸어요?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5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6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싫으면 ‘싫어요!’ 하고 어른에게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위험할 땐 몸을 지키고 어른에게 알려요.</a:t>
            </a:r>
            <a:endParaRPr lang="ko-KR" sz="3200" dirty="0"/>
          </a:p>
        </p:txBody>
      </p:sp>
      <p:sp>
        <p:nvSpPr>
          <p:cNvPr id="5" name="S13-chip97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구명조끼 입고 어른과 물놀이</a:t>
            </a:r>
            <a:endParaRPr lang="ko-KR" sz="2600" dirty="0"/>
          </a:p>
        </p:txBody>
      </p:sp>
      <p:sp>
        <p:nvSpPr>
          <p:cNvPr id="6" name="S13-chip98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불이 났을 때 숨기</a:t>
            </a:r>
            <a:endParaRPr lang="ko-KR" sz="2600" dirty="0"/>
          </a:p>
        </p:txBody>
      </p:sp>
      <p:sp>
        <p:nvSpPr>
          <p:cNvPr id="7" name="S13-text99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0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싫을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일 세 가지</a:t>
            </a:r>
            <a:endParaRPr lang="ko-KR" sz="2600" dirty="0"/>
          </a:p>
        </p:txBody>
      </p:sp>
      <p:sp>
        <p:nvSpPr>
          <p:cNvPr id="9" name="S13-text101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땅이 흔들리면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할 일</a:t>
            </a:r>
            <a:endParaRPr lang="ko-KR" sz="2600" dirty="0"/>
          </a:p>
        </p:txBody>
      </p:sp>
      <p:sp>
        <p:nvSpPr>
          <p:cNvPr id="10" name="S13-text102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119와 112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걸까요?</a:t>
            </a:r>
            <a:endParaRPr lang="ko-KR" sz="2600" dirty="0"/>
          </a:p>
        </p:txBody>
      </p:sp>
      <p:sp>
        <p:nvSpPr>
          <p:cNvPr id="11" name="S13-text10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서로 다른 이유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도움을 청해요</a:t>
            </a:r>
            <a:endParaRPr lang="ko-KR" sz="4400" dirty="0"/>
          </a:p>
        </p:txBody>
      </p:sp>
      <p:sp>
        <p:nvSpPr>
          <p:cNvPr id="3" name="S14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가까운 어른에게 알려요.</a:t>
            </a:r>
            <a:endParaRPr lang="ko-KR" sz="3200" dirty="0"/>
          </a:p>
        </p:txBody>
      </p:sp>
      <p:sp>
        <p:nvSpPr>
          <p:cNvPr id="5" name="S14-card106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4-cardtext107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느낌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싫어요 → 떠나요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말해요</a:t>
            </a:r>
            <a:endParaRPr lang="ko-KR" sz="3200" dirty="0"/>
          </a:p>
        </p:txBody>
      </p:sp>
      <p:sp>
        <p:nvSpPr>
          <p:cNvPr id="7" name="S14-card108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109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위험한 사람,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잃었을 때</a:t>
            </a:r>
            <a:endParaRPr lang="ko-KR" sz="3200" dirty="0"/>
          </a:p>
        </p:txBody>
      </p:sp>
      <p:sp>
        <p:nvSpPr>
          <p:cNvPr id="9" name="S14-card110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111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났을 때,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다쳤을 때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체육·보건·안전 싫어요 말하기와 안전</dc:title>
  <dc:subject>KR22-G02-PHE-SAYNO-L01</dc:subject>
  <dc:creator>education-ppt</dc:creator>
  <cp:lastModifiedBy>education-ppt</cp:lastModifiedBy>
  <cp:revision>1</cp:revision>
  <dcterms:created xsi:type="dcterms:W3CDTF">2026-10-26T13:19:30Z</dcterms:created>
  <dcterms:modified xsi:type="dcterms:W3CDTF">2026-10-26T13:19:30Z</dcterms:modified>
</cp:coreProperties>
</file>