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f685f18-4914-c73a-9414-055aa2d8e3ca}">
          <p14:sldIdLst>
            <p14:sldId id="256"/>
            <p14:sldId id="257"/>
          </p14:sldIdLst>
        </p14:section>
        <p14:section name="개념" id="{4bcbfbbe-6464-71ff-c71f-926889c11379}">
          <p14:sldIdLst>
            <p14:sldId id="258"/>
          </p14:sldIdLst>
        </p14:section>
        <p14:section name="연습" id="{bbd5d604-6218-7355-4179-65ac7f16380f}">
          <p14:sldIdLst>
            <p14:sldId id="259"/>
            <p14:sldId id="260"/>
          </p14:sldIdLst>
        </p14:section>
        <p14:section name="확인" id="{fd128eb5-3017-310c-7c34-a02e01e76ca4}">
          <p14:sldIdLst>
            <p14:sldId id="261"/>
          </p14:sldIdLst>
        </p14:section>
        <p14:section name="정리" id="{cd2de998-73ab-40c9-bfc7-12a433557e56}">
          <p14:sldIdLst>
            <p14:sldId id="262"/>
          </p14:sldIdLst>
        </p14:section>
        <p14:section name="보충" id="{59f927ec-36f6-1e44-a330-66b35bf7630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놀이와협력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규칙 있는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규칙 있는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체육·보건·안전 · 규칙 있는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있는 놀이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규칙이 있으면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더 재미있을까?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동작을 이어서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규칙과 차례를 지켜요.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 풀기: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때 한 놀이예요.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팔을 벌리고 한 곳을 봐요.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 서서 다섯을 세요.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걷다가 ‘멈춰!’ 하면 멈춰요.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징검다리 공 넣기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받으면 출발해요.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밖을 밟으면 처음 칸부터.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던지는 선 뒤에서 던져요.</a:t>
            </a:r>
            <a:endParaRPr lang="ko-KR" sz="3200" dirty="0"/>
          </a:p>
        </p:txBody>
      </p:sp>
      <p:sp>
        <p:nvSpPr>
          <p:cNvPr id="9" name="S03-step18"/>
          <p:cNvSpPr txBox="1"/>
          <p:nvPr/>
        </p:nvSpPr>
        <p:spPr>
          <a:xfrm>
            <a:off x="548640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밟고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걸어요</a:t>
            </a:r>
            <a:endParaRPr lang="ko-KR" sz="2800" dirty="0"/>
          </a:p>
        </p:txBody>
      </p:sp>
      <p:sp>
        <p:nvSpPr>
          <p:cNvPr id="10" name="S03-line19"/>
          <p:cNvSpPr/>
          <p:nvPr/>
        </p:nvSpPr>
        <p:spPr>
          <a:xfrm>
            <a:off x="3067812" y="29972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3-step20"/>
          <p:cNvSpPr txBox="1"/>
          <p:nvPr/>
        </p:nvSpPr>
        <p:spPr>
          <a:xfrm>
            <a:off x="3424428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세요</a:t>
            </a:r>
            <a:endParaRPr lang="ko-KR" sz="2800" dirty="0"/>
          </a:p>
        </p:txBody>
      </p:sp>
      <p:sp>
        <p:nvSpPr>
          <p:cNvPr id="12" name="S03-line21"/>
          <p:cNvSpPr/>
          <p:nvPr/>
        </p:nvSpPr>
        <p:spPr>
          <a:xfrm>
            <a:off x="5943600" y="29972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03-step22"/>
          <p:cNvSpPr txBox="1"/>
          <p:nvPr/>
        </p:nvSpPr>
        <p:spPr>
          <a:xfrm>
            <a:off x="6300216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던져요</a:t>
            </a:r>
            <a:endParaRPr lang="ko-KR" sz="2800" dirty="0"/>
          </a:p>
        </p:txBody>
      </p:sp>
      <p:sp>
        <p:nvSpPr>
          <p:cNvPr id="14" name="S03-line23"/>
          <p:cNvSpPr/>
          <p:nvPr/>
        </p:nvSpPr>
        <p:spPr>
          <a:xfrm>
            <a:off x="8819388" y="29972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3-step24"/>
          <p:cNvSpPr txBox="1"/>
          <p:nvPr/>
        </p:nvSpPr>
        <p:spPr>
          <a:xfrm>
            <a:off x="9176004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돌아와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손뼉!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연습해요</a:t>
            </a:r>
            <a:endParaRPr lang="ko-KR" sz="4400" dirty="0"/>
          </a:p>
        </p:txBody>
      </p:sp>
      <p:sp>
        <p:nvSpPr>
          <p:cNvPr id="3" name="S04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먼저 보여 줘요.</a:t>
            </a:r>
            <a:endParaRPr lang="ko-KR" sz="3200" dirty="0"/>
          </a:p>
        </p:txBody>
      </p:sp>
      <p:sp>
        <p:nvSpPr>
          <p:cNvPr id="4" name="S04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뛰지 말고 걸어요. 미끄러운 양말은 벗어요.</a:t>
            </a:r>
            <a:endParaRPr lang="ko-KR" sz="3200" dirty="0"/>
          </a:p>
        </p:txBody>
      </p:sp>
      <p:sp>
        <p:nvSpPr>
          <p:cNvPr id="6" name="S04-card2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동작을 순서대로 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칸을 밟고 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기다려요</a:t>
            </a:r>
            <a:endParaRPr lang="ko-KR" sz="3200" dirty="0"/>
          </a:p>
        </p:txBody>
      </p:sp>
      <p:sp>
        <p:nvSpPr>
          <p:cNvPr id="8" name="S04-stepno30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1"/>
          <p:cNvSpPr txBox="1"/>
          <p:nvPr/>
        </p:nvSpPr>
        <p:spPr>
          <a:xfrm>
            <a:off x="1325880" y="2578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바닥의 물건을 치워요.</a:t>
            </a:r>
            <a:endParaRPr lang="ko-KR" sz="3200" dirty="0"/>
          </a:p>
        </p:txBody>
      </p:sp>
      <p:sp>
        <p:nvSpPr>
          <p:cNvPr id="10" name="S04-stepno3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3"/>
          <p:cNvSpPr txBox="1"/>
          <p:nvPr/>
        </p:nvSpPr>
        <p:spPr>
          <a:xfrm>
            <a:off x="1325880" y="32918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동작씩 천천히 해요.</a:t>
            </a:r>
            <a:endParaRPr lang="ko-KR" sz="3200" dirty="0"/>
          </a:p>
        </p:txBody>
      </p:sp>
      <p:sp>
        <p:nvSpPr>
          <p:cNvPr id="12" name="S04-stepno34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5"/>
          <p:cNvSpPr txBox="1"/>
          <p:nvPr/>
        </p:nvSpPr>
        <p:spPr>
          <a:xfrm>
            <a:off x="1325880" y="40050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손뼉으로 차례를 넘겨요.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땐 어떻게 할까?</a:t>
            </a:r>
            <a:endParaRPr lang="ko-KR" sz="4400" dirty="0"/>
          </a:p>
        </p:txBody>
      </p:sp>
      <p:sp>
        <p:nvSpPr>
          <p:cNvPr id="3" name="S05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안 들어가서 졌어요.</a:t>
            </a:r>
            <a:endParaRPr lang="ko-KR" sz="3200" dirty="0"/>
          </a:p>
        </p:txBody>
      </p:sp>
      <p:sp>
        <p:nvSpPr>
          <p:cNvPr id="5" name="S05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함께 놀기 좋을까요? 왜?</a:t>
            </a:r>
            <a:endParaRPr lang="ko-KR" sz="3200" dirty="0"/>
          </a:p>
        </p:txBody>
      </p:sp>
      <p:sp>
        <p:nvSpPr>
          <p:cNvPr id="7" name="S05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“에이, 안 해!”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던져 버려요.</a:t>
            </a:r>
            <a:endParaRPr lang="ko-KR" sz="3200" dirty="0"/>
          </a:p>
        </p:txBody>
      </p:sp>
      <p:sp>
        <p:nvSpPr>
          <p:cNvPr id="9" name="S05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“아쉽다.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하자!”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놀이 다섯 판</a:t>
            </a:r>
            <a:endParaRPr lang="ko-KR" sz="4400" dirty="0"/>
          </a:p>
        </p:txBody>
      </p:sp>
      <p:sp>
        <p:nvSpPr>
          <p:cNvPr id="3" name="S06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점수는 활동지에 적어요.</a:t>
            </a:r>
            <a:endParaRPr lang="ko-KR" sz="3200" dirty="0"/>
          </a:p>
        </p:txBody>
      </p:sp>
      <p:sp>
        <p:nvSpPr>
          <p:cNvPr id="4" name="S06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공은 사람 쪽으로 던지지 않아요.</a:t>
            </a:r>
            <a:endParaRPr lang="ko-KR" sz="3200" dirty="0"/>
          </a:p>
        </p:txBody>
      </p:sp>
      <p:sp>
        <p:nvSpPr>
          <p:cNvPr id="6" name="S06-card4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동작을 이어서 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규칙과 차례를 지켜요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결과에 알맞게 말해요</a:t>
            </a:r>
            <a:endParaRPr lang="ko-KR" sz="3200" dirty="0"/>
          </a:p>
        </p:txBody>
      </p:sp>
      <p:sp>
        <p:nvSpPr>
          <p:cNvPr id="8" name="S06-stepno4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50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가위바위보로 차례를 정해요.</a:t>
            </a:r>
            <a:endParaRPr lang="ko-KR" sz="2600" dirty="0"/>
          </a:p>
        </p:txBody>
      </p:sp>
      <p:sp>
        <p:nvSpPr>
          <p:cNvPr id="10" name="S06-stepno5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2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한 판씩 해요.</a:t>
            </a:r>
            <a:endParaRPr lang="ko-KR" sz="2600" dirty="0"/>
          </a:p>
        </p:txBody>
      </p:sp>
      <p:sp>
        <p:nvSpPr>
          <p:cNvPr id="12" name="S06-stepno5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4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들어가면 1점이에요.</a:t>
            </a:r>
            <a:endParaRPr lang="ko-KR" sz="2600" dirty="0"/>
          </a:p>
        </p:txBody>
      </p:sp>
      <p:sp>
        <p:nvSpPr>
          <p:cNvPr id="14" name="S06-stepno5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56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서로 인사해요.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동작을 이어서 하고,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차례를 지키면 모두 즐거워요.</a:t>
            </a:r>
            <a:endParaRPr lang="ko-KR" sz="3200" dirty="0"/>
          </a:p>
        </p:txBody>
      </p:sp>
      <p:sp>
        <p:nvSpPr>
          <p:cNvPr id="5" name="S07-chip5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손뼉 받고 출발하기</a:t>
            </a:r>
            <a:endParaRPr lang="ko-KR" sz="2600" dirty="0"/>
          </a:p>
        </p:txBody>
      </p:sp>
      <p:sp>
        <p:nvSpPr>
          <p:cNvPr id="6" name="S07-chip6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이기려고 칸 건너뛰기</a:t>
            </a:r>
            <a:endParaRPr lang="ko-KR" sz="2600" dirty="0"/>
          </a:p>
        </p:txBody>
      </p:sp>
      <p:sp>
        <p:nvSpPr>
          <p:cNvPr id="7" name="S07-text6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2"/>
          <p:cNvSpPr txBox="1"/>
          <p:nvPr/>
        </p:nvSpPr>
        <p:spPr>
          <a:xfrm>
            <a:off x="548640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놀이 순서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동작 말하기</a:t>
            </a:r>
            <a:endParaRPr lang="ko-KR" sz="2600" dirty="0"/>
          </a:p>
        </p:txBody>
      </p:sp>
      <p:sp>
        <p:nvSpPr>
          <p:cNvPr id="9" name="S07-text63"/>
          <p:cNvSpPr txBox="1"/>
          <p:nvPr/>
        </p:nvSpPr>
        <p:spPr>
          <a:xfrm>
            <a:off x="6208776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규칙이 필요한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하나</a:t>
            </a:r>
            <a:endParaRPr lang="ko-KR" sz="2600" dirty="0"/>
          </a:p>
        </p:txBody>
      </p:sp>
      <p:sp>
        <p:nvSpPr>
          <p:cNvPr id="10" name="S07-text6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식사·수면·위생 습관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연습해요</a:t>
            </a:r>
            <a:endParaRPr lang="ko-KR" sz="4400" dirty="0"/>
          </a:p>
        </p:txBody>
      </p:sp>
      <p:sp>
        <p:nvSpPr>
          <p:cNvPr id="3" name="S08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되는 것부터 하나씩 해요.</a:t>
            </a:r>
            <a:endParaRPr lang="ko-KR" sz="3200" dirty="0"/>
          </a:p>
        </p:txBody>
      </p:sp>
      <p:sp>
        <p:nvSpPr>
          <p:cNvPr id="4" name="S08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되면 이어 붙여요.</a:t>
            </a:r>
            <a:endParaRPr lang="ko-KR" sz="3200" dirty="0"/>
          </a:p>
        </p:txBody>
      </p:sp>
      <p:sp>
        <p:nvSpPr>
          <p:cNvPr id="6" name="S08-step68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 짚고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 서기</a:t>
            </a:r>
            <a:endParaRPr lang="ko-KR" sz="3000" dirty="0"/>
          </a:p>
        </p:txBody>
      </p:sp>
      <p:sp>
        <p:nvSpPr>
          <p:cNvPr id="7" name="S08-line6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0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따라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ko-KR" sz="3000" dirty="0"/>
          </a:p>
        </p:txBody>
      </p:sp>
      <p:sp>
        <p:nvSpPr>
          <p:cNvPr id="9" name="S08-line7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2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살살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던지기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체육·보건·안전 규칙 있는 놀이</dc:title>
  <dc:subject>KR22-G02-PHE-PLAY-L01</dc:subject>
  <dc:creator>education-ppt</dc:creator>
  <cp:lastModifiedBy>education-ppt</cp:lastModifiedBy>
  <cp:revision>1</cp:revision>
  <dcterms:created xsi:type="dcterms:W3CDTF">2026-10-26T13:19:25Z</dcterms:created>
  <dcterms:modified xsi:type="dcterms:W3CDTF">2026-10-26T13:19:25Z</dcterms:modified>
</cp:coreProperties>
</file>