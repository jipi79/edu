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3cdadfff-1b82-fd04-e75b-a7e311d6cd13}">
          <p14:sldIdLst>
            <p14:sldId id="256"/>
            <p14:sldId id="257"/>
          </p14:sldIdLst>
        </p14:section>
        <p14:section name="개념" id="{ca723c3f-a227-0e21-1b61-258394805f9d}">
          <p14:sldIdLst>
            <p14:sldId id="258"/>
          </p14:sldIdLst>
        </p14:section>
        <p14:section name="연습" id="{a035ef57-bb64-a5e4-42e5-1711501ddbf1}">
          <p14:sldIdLst>
            <p14:sldId id="259"/>
            <p14:sldId id="260"/>
          </p14:sldIdLst>
        </p14:section>
        <p14:section name="확인" id="{701a9f49-2057-7fef-cd9f-075868f898fb}">
          <p14:sldIdLst>
            <p14:sldId id="261"/>
          </p14:sldIdLst>
        </p14:section>
        <p14:section name="정리" id="{9a4ba93a-d035-2332-8381-2501fb52fe04}">
          <p14:sldIdLst>
            <p14:sldId id="262"/>
          </p14:sldIdLst>
        </p14:section>
        <p14:section name="보충" id="{3e55645b-3214-71b8-9772-949179dc9c90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놀이와협력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체육·보건·안전 · 규칙 있는 놀이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 있는 놀이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규칙이 있으면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더 재미있을까?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동작을 이어서 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규칙과 차례를 지켜요.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몸 풀기: 기억나요?</a:t>
            </a:r>
            <a:endParaRPr lang="ko-KR" sz="44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1학년 때 한 놀이예요.</a:t>
            </a:r>
            <a:endParaRPr lang="ko-KR" sz="3200" dirty="0"/>
          </a:p>
        </p:txBody>
      </p:sp>
      <p:sp>
        <p:nvSpPr>
          <p:cNvPr id="4" name="S02-card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2-cardtext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팔을 벌리고 한 곳을 봐요.</a:t>
            </a:r>
            <a:endParaRPr lang="ko-KR" sz="32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 서서 다섯을 세요.</a:t>
            </a:r>
            <a:endParaRPr lang="ko-KR" sz="32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걷다가 ‘멈춰!’ 하면 멈춰요.</a:t>
            </a:r>
            <a:endParaRPr lang="ko-KR" sz="3200" dirty="0"/>
          </a:p>
        </p:txBody>
      </p:sp>
      <p:sp>
        <p:nvSpPr>
          <p:cNvPr id="10" name="S02-chip1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2-text11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테이프 선을 따라 걸어요.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징검다리 공 넣기</a:t>
            </a:r>
            <a:endParaRPr lang="ko-KR" sz="4400" dirty="0"/>
          </a:p>
        </p:txBody>
      </p:sp>
      <p:sp>
        <p:nvSpPr>
          <p:cNvPr id="3" name="S03-card12"/>
          <p:cNvSpPr/>
          <p:nvPr/>
        </p:nvSpPr>
        <p:spPr>
          <a:xfrm>
            <a:off x="548640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3-cardtext13"/>
          <p:cNvSpPr txBox="1"/>
          <p:nvPr/>
        </p:nvSpPr>
        <p:spPr>
          <a:xfrm>
            <a:off x="822960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손뼉을 받으면 출발해요.</a:t>
            </a:r>
            <a:endParaRPr lang="ko-KR" sz="3200" dirty="0"/>
          </a:p>
        </p:txBody>
      </p:sp>
      <p:sp>
        <p:nvSpPr>
          <p:cNvPr id="5" name="S03-card14"/>
          <p:cNvSpPr/>
          <p:nvPr/>
        </p:nvSpPr>
        <p:spPr>
          <a:xfrm>
            <a:off x="4322064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3-cardtext15"/>
          <p:cNvSpPr txBox="1"/>
          <p:nvPr/>
        </p:nvSpPr>
        <p:spPr>
          <a:xfrm>
            <a:off x="4596384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 밖을 밟으면 처음 칸부터.</a:t>
            </a:r>
            <a:endParaRPr lang="ko-KR" sz="3200" dirty="0"/>
          </a:p>
        </p:txBody>
      </p:sp>
      <p:sp>
        <p:nvSpPr>
          <p:cNvPr id="7" name="S03-card16"/>
          <p:cNvSpPr/>
          <p:nvPr/>
        </p:nvSpPr>
        <p:spPr>
          <a:xfrm>
            <a:off x="8095488" y="4897120"/>
            <a:ext cx="3544824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3-cardtext17"/>
          <p:cNvSpPr txBox="1"/>
          <p:nvPr/>
        </p:nvSpPr>
        <p:spPr>
          <a:xfrm>
            <a:off x="8369808" y="5034280"/>
            <a:ext cx="2996184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던지는 선 뒤에서 던져요.</a:t>
            </a:r>
            <a:endParaRPr lang="ko-KR" sz="3200" dirty="0"/>
          </a:p>
        </p:txBody>
      </p:sp>
      <p:sp>
        <p:nvSpPr>
          <p:cNvPr id="9" name="S03-step18"/>
          <p:cNvSpPr txBox="1"/>
          <p:nvPr/>
        </p:nvSpPr>
        <p:spPr>
          <a:xfrm>
            <a:off x="548640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칸을 밟고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걸어요</a:t>
            </a:r>
            <a:endParaRPr lang="ko-KR" sz="2800" dirty="0"/>
          </a:p>
        </p:txBody>
      </p:sp>
      <p:sp>
        <p:nvSpPr>
          <p:cNvPr id="10" name="S03-line19"/>
          <p:cNvSpPr/>
          <p:nvPr/>
        </p:nvSpPr>
        <p:spPr>
          <a:xfrm>
            <a:off x="3067812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1" name="S03-step20"/>
          <p:cNvSpPr txBox="1"/>
          <p:nvPr/>
        </p:nvSpPr>
        <p:spPr>
          <a:xfrm>
            <a:off x="3424428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발로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셋 세요</a:t>
            </a:r>
            <a:endParaRPr lang="ko-KR" sz="2800" dirty="0"/>
          </a:p>
        </p:txBody>
      </p:sp>
      <p:sp>
        <p:nvSpPr>
          <p:cNvPr id="12" name="S03-line21"/>
          <p:cNvSpPr/>
          <p:nvPr/>
        </p:nvSpPr>
        <p:spPr>
          <a:xfrm>
            <a:off x="5943600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3" name="S03-step22"/>
          <p:cNvSpPr txBox="1"/>
          <p:nvPr/>
        </p:nvSpPr>
        <p:spPr>
          <a:xfrm>
            <a:off x="6300216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던져요</a:t>
            </a:r>
            <a:endParaRPr lang="ko-KR" sz="2800" dirty="0"/>
          </a:p>
        </p:txBody>
      </p:sp>
      <p:sp>
        <p:nvSpPr>
          <p:cNvPr id="14" name="S03-line23"/>
          <p:cNvSpPr/>
          <p:nvPr/>
        </p:nvSpPr>
        <p:spPr>
          <a:xfrm>
            <a:off x="8819388" y="299720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5" name="S03-step24"/>
          <p:cNvSpPr txBox="1"/>
          <p:nvPr/>
        </p:nvSpPr>
        <p:spPr>
          <a:xfrm>
            <a:off x="9176004" y="2311400"/>
            <a:ext cx="2464308" cy="1371600"/>
          </a:xfrm>
          <a:prstGeom prst="roundRect">
            <a:avLst>
              <a:gd name="adj" fmla="val 8000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돌아와</a:t>
            </a:r>
            <a:endParaRPr lang="ko-KR" sz="2800" dirty="0"/>
          </a:p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손뼉!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연습해요</a:t>
            </a:r>
            <a:endParaRPr lang="ko-KR" sz="4400" dirty="0"/>
          </a:p>
        </p:txBody>
      </p:sp>
      <p:sp>
        <p:nvSpPr>
          <p:cNvPr id="3" name="S04-text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엄마(아빠)가 먼저 보여 줘요.</a:t>
            </a:r>
            <a:endParaRPr lang="ko-KR" sz="3200" dirty="0"/>
          </a:p>
        </p:txBody>
      </p:sp>
      <p:sp>
        <p:nvSpPr>
          <p:cNvPr id="4" name="S04-card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뛰지 말고 걸어요. 미끄러운 양말은 벗어요.</a:t>
            </a:r>
            <a:endParaRPr lang="ko-KR" sz="3200" dirty="0"/>
          </a:p>
        </p:txBody>
      </p:sp>
      <p:sp>
        <p:nvSpPr>
          <p:cNvPr id="6" name="S04-card28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29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동작을 순서대로 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칸을 밟고 걸어요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차례를 기다려요</a:t>
            </a:r>
            <a:endParaRPr lang="ko-KR" sz="3200" dirty="0"/>
          </a:p>
        </p:txBody>
      </p:sp>
      <p:sp>
        <p:nvSpPr>
          <p:cNvPr id="8" name="S04-stepno30"/>
          <p:cNvSpPr txBox="1"/>
          <p:nvPr/>
        </p:nvSpPr>
        <p:spPr>
          <a:xfrm>
            <a:off x="548640" y="25786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4-text31"/>
          <p:cNvSpPr txBox="1"/>
          <p:nvPr/>
        </p:nvSpPr>
        <p:spPr>
          <a:xfrm>
            <a:off x="1325880" y="257860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바닥의 물건을 치워요.</a:t>
            </a:r>
            <a:endParaRPr lang="ko-KR" sz="3200" dirty="0"/>
          </a:p>
        </p:txBody>
      </p:sp>
      <p:sp>
        <p:nvSpPr>
          <p:cNvPr id="10" name="S04-stepno32"/>
          <p:cNvSpPr txBox="1"/>
          <p:nvPr/>
        </p:nvSpPr>
        <p:spPr>
          <a:xfrm>
            <a:off x="548640" y="329184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4-text33"/>
          <p:cNvSpPr txBox="1"/>
          <p:nvPr/>
        </p:nvSpPr>
        <p:spPr>
          <a:xfrm>
            <a:off x="1325880" y="3291840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동작씩 천천히 해요.</a:t>
            </a:r>
            <a:endParaRPr lang="ko-KR" sz="3200" dirty="0"/>
          </a:p>
        </p:txBody>
      </p:sp>
      <p:sp>
        <p:nvSpPr>
          <p:cNvPr id="12" name="S04-stepno34"/>
          <p:cNvSpPr txBox="1"/>
          <p:nvPr/>
        </p:nvSpPr>
        <p:spPr>
          <a:xfrm>
            <a:off x="548640" y="40050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4-text35"/>
          <p:cNvSpPr txBox="1"/>
          <p:nvPr/>
        </p:nvSpPr>
        <p:spPr>
          <a:xfrm>
            <a:off x="1325880" y="400507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손뼉으로 차례를 넘겨요.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이럴 땐 어떻게 할까?</a:t>
            </a:r>
            <a:endParaRPr lang="ko-KR" sz="4400" dirty="0"/>
          </a:p>
        </p:txBody>
      </p:sp>
      <p:sp>
        <p:nvSpPr>
          <p:cNvPr id="3" name="S05-card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안 들어가서 졌어요.</a:t>
            </a:r>
            <a:endParaRPr lang="ko-KR" sz="3200" dirty="0"/>
          </a:p>
        </p:txBody>
      </p:sp>
      <p:sp>
        <p:nvSpPr>
          <p:cNvPr id="5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함께 놀기 좋을까요? 왜?</a:t>
            </a:r>
            <a:endParaRPr lang="ko-KR" sz="3200" dirty="0"/>
          </a:p>
        </p:txBody>
      </p:sp>
      <p:sp>
        <p:nvSpPr>
          <p:cNvPr id="7" name="S05-chip4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5-text4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“에이, 안 해!”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공을 던져 버려요.</a:t>
            </a:r>
            <a:endParaRPr lang="ko-KR" sz="3200" dirty="0"/>
          </a:p>
        </p:txBody>
      </p:sp>
      <p:sp>
        <p:nvSpPr>
          <p:cNvPr id="9" name="S05-chip4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5-text4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“아쉽다.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다시 하자!”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진짜 놀이 다섯 판</a:t>
            </a:r>
            <a:endParaRPr lang="ko-KR" sz="4400" dirty="0"/>
          </a:p>
        </p:txBody>
      </p:sp>
      <p:sp>
        <p:nvSpPr>
          <p:cNvPr id="3" name="S06-text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점수는 활동지에 적어요.</a:t>
            </a:r>
            <a:endParaRPr lang="ko-KR" sz="3200" dirty="0"/>
          </a:p>
        </p:txBody>
      </p:sp>
      <p:sp>
        <p:nvSpPr>
          <p:cNvPr id="4" name="S06-card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공은 사람 쪽으로 던지지 않아요.</a:t>
            </a:r>
            <a:endParaRPr lang="ko-KR" sz="3200" dirty="0"/>
          </a:p>
        </p:txBody>
      </p:sp>
      <p:sp>
        <p:nvSpPr>
          <p:cNvPr id="6" name="S06-card47"/>
          <p:cNvSpPr/>
          <p:nvPr/>
        </p:nvSpPr>
        <p:spPr>
          <a:xfrm>
            <a:off x="6813652" y="2011680"/>
            <a:ext cx="4826660" cy="3108960"/>
          </a:xfrm>
          <a:prstGeom prst="roundRect">
            <a:avLst>
              <a:gd name="adj" fmla="val 35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48"/>
          <p:cNvSpPr txBox="1"/>
          <p:nvPr/>
        </p:nvSpPr>
        <p:spPr>
          <a:xfrm>
            <a:off x="7087972" y="2148840"/>
            <a:ext cx="42780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네 동작을 이어서 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규칙과 차례를 지켜요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결과에 알맞게 말해요</a:t>
            </a:r>
            <a:endParaRPr lang="ko-KR" sz="3200" dirty="0"/>
          </a:p>
        </p:txBody>
      </p:sp>
      <p:sp>
        <p:nvSpPr>
          <p:cNvPr id="8" name="S06-stepno49"/>
          <p:cNvSpPr txBox="1"/>
          <p:nvPr/>
        </p:nvSpPr>
        <p:spPr>
          <a:xfrm>
            <a:off x="548640" y="22219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" name="S06-text50"/>
          <p:cNvSpPr txBox="1"/>
          <p:nvPr/>
        </p:nvSpPr>
        <p:spPr>
          <a:xfrm>
            <a:off x="1325880" y="222199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가위바위보로 차례를 정해요.</a:t>
            </a:r>
            <a:endParaRPr lang="ko-KR" sz="2600" dirty="0"/>
          </a:p>
        </p:txBody>
      </p:sp>
      <p:sp>
        <p:nvSpPr>
          <p:cNvPr id="10" name="S06-stepno51"/>
          <p:cNvSpPr txBox="1"/>
          <p:nvPr/>
        </p:nvSpPr>
        <p:spPr>
          <a:xfrm>
            <a:off x="548640" y="29352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1" name="S06-text52"/>
          <p:cNvSpPr txBox="1"/>
          <p:nvPr/>
        </p:nvSpPr>
        <p:spPr>
          <a:xfrm>
            <a:off x="1325880" y="293522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번갈아 한 판씩 해요.</a:t>
            </a:r>
            <a:endParaRPr lang="ko-KR" sz="2600" dirty="0"/>
          </a:p>
        </p:txBody>
      </p:sp>
      <p:sp>
        <p:nvSpPr>
          <p:cNvPr id="12" name="S06-stepno53"/>
          <p:cNvSpPr txBox="1"/>
          <p:nvPr/>
        </p:nvSpPr>
        <p:spPr>
          <a:xfrm>
            <a:off x="548640" y="364845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3" name="S06-text54"/>
          <p:cNvSpPr txBox="1"/>
          <p:nvPr/>
        </p:nvSpPr>
        <p:spPr>
          <a:xfrm>
            <a:off x="1325880" y="364845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공이 들어가면 1점이에요.</a:t>
            </a:r>
            <a:endParaRPr lang="ko-KR" sz="2600" dirty="0"/>
          </a:p>
        </p:txBody>
      </p:sp>
      <p:sp>
        <p:nvSpPr>
          <p:cNvPr id="14" name="S06-stepno55"/>
          <p:cNvSpPr txBox="1"/>
          <p:nvPr/>
        </p:nvSpPr>
        <p:spPr>
          <a:xfrm>
            <a:off x="548640" y="43616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5" name="S06-text56"/>
          <p:cNvSpPr txBox="1"/>
          <p:nvPr/>
        </p:nvSpPr>
        <p:spPr>
          <a:xfrm>
            <a:off x="1325880" y="436168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끝나면 서로 인사해요.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07-card57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07-cardtext58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동작을 이어서 하고,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규칙과 차례를 지키면 모두 즐거워요.</a:t>
            </a:r>
            <a:endParaRPr lang="ko-KR" sz="3200" dirty="0"/>
          </a:p>
        </p:txBody>
      </p:sp>
      <p:sp>
        <p:nvSpPr>
          <p:cNvPr id="5" name="S07-chip59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손뼉 받고 출발하기</a:t>
            </a:r>
            <a:endParaRPr lang="ko-KR" sz="2600" dirty="0"/>
          </a:p>
        </p:txBody>
      </p:sp>
      <p:sp>
        <p:nvSpPr>
          <p:cNvPr id="6" name="S07-chip60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이기려고 칸 건너뛰기</a:t>
            </a:r>
            <a:endParaRPr lang="ko-KR" sz="2600" dirty="0"/>
          </a:p>
        </p:txBody>
      </p:sp>
      <p:sp>
        <p:nvSpPr>
          <p:cNvPr id="7" name="S07-text61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07-text62"/>
          <p:cNvSpPr txBox="1"/>
          <p:nvPr/>
        </p:nvSpPr>
        <p:spPr>
          <a:xfrm>
            <a:off x="548640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놀이 순서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 동작 말하기</a:t>
            </a:r>
            <a:endParaRPr lang="ko-KR" sz="2600" dirty="0"/>
          </a:p>
        </p:txBody>
      </p:sp>
      <p:sp>
        <p:nvSpPr>
          <p:cNvPr id="9" name="S07-text63"/>
          <p:cNvSpPr txBox="1"/>
          <p:nvPr/>
        </p:nvSpPr>
        <p:spPr>
          <a:xfrm>
            <a:off x="6208776" y="4201160"/>
            <a:ext cx="5431536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규칙이 필요한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하나</a:t>
            </a:r>
            <a:endParaRPr lang="ko-KR" sz="2600" dirty="0"/>
          </a:p>
        </p:txBody>
      </p:sp>
      <p:sp>
        <p:nvSpPr>
          <p:cNvPr id="10" name="S07-text6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식사·수면·위생 습관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하나씩 연습해요</a:t>
            </a:r>
            <a:endParaRPr lang="ko-KR" sz="4400" dirty="0"/>
          </a:p>
        </p:txBody>
      </p:sp>
      <p:sp>
        <p:nvSpPr>
          <p:cNvPr id="3" name="S08-text6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되는 것부터 하나씩 해요.</a:t>
            </a:r>
            <a:endParaRPr lang="ko-KR" sz="3200" dirty="0"/>
          </a:p>
        </p:txBody>
      </p:sp>
      <p:sp>
        <p:nvSpPr>
          <p:cNvPr id="4" name="S08-card6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6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되면 이어 붙여요.</a:t>
            </a:r>
            <a:endParaRPr lang="ko-KR" sz="3200" dirty="0"/>
          </a:p>
        </p:txBody>
      </p:sp>
      <p:sp>
        <p:nvSpPr>
          <p:cNvPr id="6" name="S08-step68"/>
          <p:cNvSpPr txBox="1"/>
          <p:nvPr/>
        </p:nvSpPr>
        <p:spPr>
          <a:xfrm>
            <a:off x="129387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 짚고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발 서기</a:t>
            </a:r>
            <a:endParaRPr lang="ko-KR" sz="3000" dirty="0"/>
          </a:p>
        </p:txBody>
      </p:sp>
      <p:sp>
        <p:nvSpPr>
          <p:cNvPr id="7" name="S08-line69"/>
          <p:cNvSpPr/>
          <p:nvPr/>
        </p:nvSpPr>
        <p:spPr>
          <a:xfrm>
            <a:off x="427482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8" name="S08-step70"/>
          <p:cNvSpPr txBox="1"/>
          <p:nvPr/>
        </p:nvSpPr>
        <p:spPr>
          <a:xfrm>
            <a:off x="463143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따라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걷기</a:t>
            </a:r>
            <a:endParaRPr lang="ko-KR" sz="3000" dirty="0"/>
          </a:p>
        </p:txBody>
      </p:sp>
      <p:sp>
        <p:nvSpPr>
          <p:cNvPr id="9" name="S08-line71"/>
          <p:cNvSpPr/>
          <p:nvPr/>
        </p:nvSpPr>
        <p:spPr>
          <a:xfrm>
            <a:off x="7612380" y="3566160"/>
            <a:ext cx="301752" cy="0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0" name="S08-step72"/>
          <p:cNvSpPr txBox="1"/>
          <p:nvPr/>
        </p:nvSpPr>
        <p:spPr>
          <a:xfrm>
            <a:off x="7968996" y="278892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EAF3F1"/>
          </a:solidFill>
          <a:ln w="19050">
            <a:solidFill>
              <a:srgbClr val="264653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 살살</a:t>
            </a:r>
            <a:endParaRPr lang="ko-KR" sz="3000" dirty="0"/>
          </a:p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던지기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체육·보건·안전 규칙 있는 놀이</dc:title>
  <dc:subject>KR22-G02-PHE-PLAY-L01</dc:subject>
  <dc:creator>education-ppt</dc:creator>
  <cp:lastModifiedBy>education-ppt</cp:lastModifiedBy>
  <cp:revision>1</cp:revision>
  <dcterms:created xsi:type="dcterms:W3CDTF">2026-10-26T13:01:47Z</dcterms:created>
  <dcterms:modified xsi:type="dcterms:W3CDTF">2026-10-26T13:01:47Z</dcterms:modified>
</cp:coreProperties>
</file>