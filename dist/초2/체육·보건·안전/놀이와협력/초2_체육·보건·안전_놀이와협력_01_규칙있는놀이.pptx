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2b37f51-566a-579b-97bf-0783761720b6}">
          <p14:sldIdLst>
            <p14:sldId id="256"/>
            <p14:sldId id="257"/>
          </p14:sldIdLst>
        </p14:section>
        <p14:section name="개념" id="{0066852f-7845-dfa2-df6c-1eb194c0722e}">
          <p14:sldIdLst>
            <p14:sldId id="258"/>
          </p14:sldIdLst>
        </p14:section>
        <p14:section name="연습" id="{2804ab85-1204-1bf7-3124-be4bc3d2db37}">
          <p14:sldIdLst>
            <p14:sldId id="259"/>
            <p14:sldId id="260"/>
          </p14:sldIdLst>
        </p14:section>
        <p14:section name="확인" id="{b75d61c3-b00d-ce96-c4c8-529b066dd9fc}">
          <p14:sldIdLst>
            <p14:sldId id="261"/>
          </p14:sldIdLst>
        </p14:section>
        <p14:section name="정리" id="{ea7a4550-c07f-43d5-5111-339978de32bd}">
          <p14:sldIdLst>
            <p14:sldId id="262"/>
          </p14:sldIdLst>
        </p14:section>
        <p14:section name="보충" id="{e8263a35-ddb7-edb4-490c-dc0157a6941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걷기·한 발 서기·던지기를 이어 하는 놀이를 규칙과 차례를 지키며 해 본다고 알립니다.
시간: 약 2분
이렇게 말해 보세요
- “숨바꼭질할 때 술래가 눈을 안 감으면 어떻게 될까?”
- “놀이에는 규칙이 있어. 오늘은 엄마(아빠)랑 ‘징검다리 공 넣기’ 놀이를 하면서 규칙과 차례를 지켜 볼 거야.”
예상 답
- “재미없어요.” / “반칙이에요.” / “싸워요.”
주의
- 수업 전에 거실 바닥에 마스킹 테이프로 한 걸음 간격(약 40 cm)의 네모 칸 네 개를 붙이고, 끝 칸에서 한두 걸음 앞에 던지는 선, 그 앞 1 m쯤에 바구니를 둡니다. 양말 두세 켤레를 둥글게 말아 공을 만듭니다.
- 가구 모서리와 떨어진 넓은 곳을 고르고, 미끄러운 양말은 벗습니다. 밥을 먹은 바로 뒤에는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확인(한 발 서기, 멈추기, 선 따라 걷기)]
목적: 놀이에 쓸 기본 움직임(한 발 서기, 멈추기, 선 따라 걷기)을 할 수 있는지 확인하며 몸을 풉니다. 계획상 선수 차시인 1학년 ‘걷기·달리기·균형 놀이’에서 한 동작을 확인합니다.
시간: 약 4분
이렇게 말해 보세요
- “먼저 목, 어깨, 무릎, 발목을 천천히 돌려 몸을 풀자.”
- “한 발로 서서 다섯을 세어 볼까? 발을 바꿔서도!”
- “천천히 걷다가 엄마(아빠)가 ‘멈춰!’ 하면 얼음이야.”
- “바닥의 테이프 칸을 하나씩 밟으며 끝까지 걸어 볼래?”
정답
- ① 한 발로 다섯을 세는 동안 서 있기(양발 중 한쪽이라도 되면 통과) ② ‘멈춰!’에 두 걸음 안에 멈추기 ③ 칸을 벗어나지 않고 끝까지 걷기
막히면
- 한 발 서기가 셋도 안 되거나 선을 자꾸 벗어나면 S08(보충)을 먼저 합니다.
주의
- 아프거나 다친 곳이 있으면 오늘 놀이는 쉬고 다른 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놀이 방법(동작 조합)과 규칙]
목적: 네 동작을 이어 하는 놀이 방법(목표 A)과 세 가지 규칙(목표 B)을 알려 줍니다(M1, M2).
시간: 약 4분
이렇게 말해 보세요
- “놀이 순서는 네 가지야. 칸을 하나씩 밟고 걸어가, 끝 칸에서 한 발로 서서 셋을 세고, 던지는 선 뒤에서 양말 공을 바구니에 던져. 그리고 걸어서 돌아와 다음 사람 손바닥에 손뼉!”
- “규칙도 세 가지야. 손뼉을 받아야 출발할 수 있어. 칸 밖을 밟으면 처음 칸부터 다시. 공은 선 뒤에서 던져.”
- “규칙이 없으면 어떻게 될까? 누가 먼저 할지, 어디서 던질지 다투겠지?”
예상 답
- “빨리 가면 이겨요?” — 빠르기가 아니라 공을 넣는 놀이라서, 정확하게 하는 게 중요하다고 알려 줍니다(M1).
- “규칙이 없으면 싸워요.” / “나만 가까이서 던질 수도 있어요.”
막히면
- 네 동작을 한꺼번에 기억하기 어려우면 ‘걷고, 서고, 던지고, 손뼉’처럼 짧게 말로 외웁니다.
주의
- 공은 아래에서 위로 살살 던지게 합니다(밑으로 던지기). 위로 세게 던지면 전등이나 가구에 맞을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천천히 연습하기(동작 이어 하기와 차례)]
목적: 점수 없이 천천히 놀이를 해 보며 네 동작을 이어 하고(목표 A), 손뼉으로 차례를 넘기는 규칙을 익힙니다(목표 B).
시간: 약 8분
이렇게 말해 보세요
- “놀기 전에 바닥을 같이 살펴보자. 밟으면 넘어질 것을 치워 줘.”
- “엄마(아빠)가 먼저 할게. 잘 봐. 칸, 칸, 칸, 칸. 한 발로 하나, 둘, 셋. 선 뒤에서 살살 던지기. 걸어서 돌아와서… 손뼉!”
- “이제 네 차례야. 손뼉을 받았으니 출발! 천천히 해도 돼.”
- “세 번씩 번갈아 해 보자. 기다리는 사람은 무엇을 할까? 응원해 주자!”
예상 답
- 처음에는 한 발 서기를 빼먹거나, 손뼉을 받기 전에 출발하기 쉽습니다.
- 신이 나서 칸을 건너뛰거나 뛰어가기 쉽습니다(M1).
정답
- 세 번 번갈아 해 보아 관찰 기준 세 가지를 모두 지키면 연습 완료입니다. 공이 들어갔는지는 보지 않습니다.
막히면
- 동작을 빼먹으면 부모가 옆에서 ‘걷고, 서고, 던지고, 손뼉’을 말로 불러 줍니다.
- 칸을 건너뛰면 “칸 밖을 밟았네. 규칙대로 처음 칸부터!” 하고 웃으며 다시 시작하게 합니다.
주의
- 아래층이 있는 집에서는 발뒤꿈치를 쿵쿵 찧지 않고 발 앞쪽으로 살살 걷게 합니다.
- 아이가 지치면 여기서 물을 마시며 쉬고, 다음 날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졌을 때의 말과 행동(오개념 비교)]
목적: 졌을 때 화를 내거나 그만두는 행동(M3)과 결과를 받아들이는 행동을 견주어 보고, 규칙이 왜 필요한지 함께 생각합니다(목표 B).
시간: 약 4분
이렇게 말해 보세요
- “가처럼 하면 같이 놀던 사람은 어떤 마음일까? 놀이는 어떻게 될까?”
- “나처럼 말하면 어떨까? 이긴 사람에게는 뭐라고 말해 주면 좋을까?”
- “지고 있을 때 ‘이제부터 나만 가까이서 던질래!’ 하고 규칙을 바꾸면 어떨까?”
예상 답
- “가처럼 하면 같이 놀기 싫어요.” / “나처럼 하면 또 놀 수 있어요.”
- 이긴 사람에게: “축하해! 잘했어.”
- “그럼 불공평해요.” — 규칙을 바꾸고 싶으면 다음 판 시작 전에 둘이 정한다고 알려 줍니다(M2).
정답
- 나. 졌을 때도 결과를 받아들이고 다시 하자고 하면 모두가 계속 즐겁게 놀 수 있습니다. 까닭(같이 노는 사람의 마음, 놀이가 계속됨)을 말하면 잘한 것입니다.
- 규칙이 필요한 까닭: 모두가 공평하게 놀 수 있어요, 다투지 않아요, 다치지 않아요 가운데 하나를 말하면 맞습니다.
막히면
- “엄마(아빠)가 가처럼 해 볼게.” 하고 일부러 “에이, 안 해!”를 흉내 낸 뒤, 그때 아이의 마음을 물어봅니다.
주의
- 아이가 평소 지면 속상해해도 나무라지 않습니다. “속상한 마음은 괜찮아. 말로 ‘아쉽다’ 하면 돼.”라고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혼자 해 보기(진짜 놀이 다섯 판)]
목적: 도움 없이 네 동작을 이어 하고(목표 A), 규칙과 차례를 지키며 결과를 받아들이는지(목표 B) 관찰합니다.
시간: 약 14분
이렇게 말해 보세요
- “이번엔 진짜 놀이야. 엄마(아빠)는 도와주지 않고 같이 놀기만 할게. 가위바위보로 누가 먼저 할지 정하자.”
- (판마다) “공이 들어갔으면 활동지 2에 ○ 하자. 규칙도 지켰으면 ○!”
- “다섯 판 끝! 서로 인사하자. 오늘 놀이에서 규칙이 왜 필요했던 것 같아?”
예상 답
- “손뼉을 받고 출발해야 부딪히지 않아요.” / “선 뒤에서 던져야 공평해요.”
- 이겼을 때: “와, 이겼다! 엄마도 잘했어.” / 졌을 때: “아쉽다. 한 번 더 하자!”
정답
- 관찰 기준 세 가지를 모두 지키고, 규칙이 필요한 까닭을 한 가지 말하면 목표 A·B 확인 완료입니다. 다섯 판 중 세 판 이상에서 네 동작을 이어 하면 목표 A의 기준을 채운 것입니다.
- 점수(공이 들어간 수)는 평가하지 않습니다.
막히면
- 차례를 잊고 먼저 출발하면 한 번만 “손뼉 받았어?” 하고 묻고 기록표에 ‘도움’으로 표시합니다.
- 지고 나서 그만두려 하면 S05의 나를 떠올리게 하고, 그래도 속상해하면 잠깐 쉬었다가 합니다.
주의
- 부모가 일부러 계속 져 주지 않습니다. 이기고 지는 경험을 모두 하는 것이 결과를 받아들이는 연습이 됩니다.
- 넘어져 많이 아파하거나 머리를 부딪치면 바로 멈추고 어른이 살핍니다. 처치는 아이에게 맡기지 않습니다. 관찰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한 놀이와 지킨 규칙을 정리하고 다음 수업 첫 5분 복습을 알려 줍니다.
시간: 약 3분
이렇게 말해 보세요
- “오늘 놀이에서 가장 지키기 어려웠던 규칙은 뭐야? 다음에 새 규칙을 하나 넣는다면?”
예상 답
- “한 발로 셋 세기가 어려웠어요.” / “다음엔 왼발로만 서기를 넣고 싶어요.”
정답
- ① 칸을 밟고 걷기 → 한 발로 셋 세기 → 공 던지기 → 돌아와 손뼉 ② 공평하게 놀 수 있어요, 다투지 않아요, 다치지 않아요 가운데 하나
주의
- 새 규칙은 활동지 4에 적고, 다음에 놀 때 시작 전에 함께 정해 넣어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보충(동작 하나씩 익히기)]
목적: S02에서 한 발 서기나 선 따라 걷기가 어려우면, 동작을 하나씩 따로 익힌 뒤 이어 붙입니다.
시간: 약 5분
이렇게 말해 보세요
- “벽에 한 손을 대고 한 발로 서 볼까? 셋까지! 이번엔 손가락 하나만 대고.”
- “엄마(아빠) 손을 잡고 테이프 선을 따라 걸어 보자. 다음엔 손을 놓고.”
- “양말 공을 바구니에 살살 넣어 볼까? 가까이에서 시작해서 한 걸음씩 멀리.”
- “이제 두 동작을 이어 볼까? 선 따라 걷고, 한 발로 서기!”
정답
- 벽을 짚고 한 발로 셋까지 서고, 손을 잡고라도 선을 끝까지 걸으면 맞습니다. 두 동작을 이으면 S03으로 갑니다.
막히면
- 계획상 선수 차시는 1학년 ‘걷기·달리기·균형 놀이’입니다. 균형 잡기가 계속 어려우면 그 차시의 균형 놀이(S05)를 며칠 동안 짧게 한 뒤 S03부터 다시 합니다. 자주 넘어지면 담임 선생님과 상의해 보세요.
주의
- 쿠션이나 이불 위에서 균형 놀이를 하지 않습니다. 미끄러져 다치기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놀이와협력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있는 놀이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있으면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더 재미있을까?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동작을 이어서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규칙과 차례를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 풀기: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한 놀이예요.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팔을 벌리고 한 곳을 봐요.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 서서 다섯을 세요.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걷다가 ‘멈춰!’ 하면 멈춰요.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징검다리 공 넣기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받으면 출발해요.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밖을 밟으면 처음 칸부터.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던지는 선 뒤에서 던져요.</a:t>
            </a:r>
            <a:endParaRPr lang="ko-KR" sz="3200" dirty="0"/>
          </a:p>
        </p:txBody>
      </p:sp>
      <p:sp>
        <p:nvSpPr>
          <p:cNvPr id="9" name="S03-step18"/>
          <p:cNvSpPr txBox="1"/>
          <p:nvPr/>
        </p:nvSpPr>
        <p:spPr>
          <a:xfrm>
            <a:off x="548640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밟고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걸어요</a:t>
            </a:r>
            <a:endParaRPr lang="ko-KR" sz="2800" dirty="0"/>
          </a:p>
        </p:txBody>
      </p:sp>
      <p:sp>
        <p:nvSpPr>
          <p:cNvPr id="10" name="S03-line19"/>
          <p:cNvSpPr/>
          <p:nvPr/>
        </p:nvSpPr>
        <p:spPr>
          <a:xfrm>
            <a:off x="3067812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3-step20"/>
          <p:cNvSpPr txBox="1"/>
          <p:nvPr/>
        </p:nvSpPr>
        <p:spPr>
          <a:xfrm>
            <a:off x="3424428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세요</a:t>
            </a:r>
            <a:endParaRPr lang="ko-KR" sz="2800" dirty="0"/>
          </a:p>
        </p:txBody>
      </p:sp>
      <p:sp>
        <p:nvSpPr>
          <p:cNvPr id="12" name="S03-line21"/>
          <p:cNvSpPr/>
          <p:nvPr/>
        </p:nvSpPr>
        <p:spPr>
          <a:xfrm>
            <a:off x="5943600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03-step22"/>
          <p:cNvSpPr txBox="1"/>
          <p:nvPr/>
        </p:nvSpPr>
        <p:spPr>
          <a:xfrm>
            <a:off x="6300216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던져요</a:t>
            </a:r>
            <a:endParaRPr lang="ko-KR" sz="2800" dirty="0"/>
          </a:p>
        </p:txBody>
      </p:sp>
      <p:sp>
        <p:nvSpPr>
          <p:cNvPr id="14" name="S03-line23"/>
          <p:cNvSpPr/>
          <p:nvPr/>
        </p:nvSpPr>
        <p:spPr>
          <a:xfrm>
            <a:off x="8819388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3-step24"/>
          <p:cNvSpPr txBox="1"/>
          <p:nvPr/>
        </p:nvSpPr>
        <p:spPr>
          <a:xfrm>
            <a:off x="9176004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손뼉!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연습해요</a:t>
            </a:r>
            <a:endParaRPr lang="ko-KR" sz="44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먼저 보여 줘요.</a:t>
            </a:r>
            <a:endParaRPr lang="ko-KR" sz="3200" dirty="0"/>
          </a:p>
        </p:txBody>
      </p:sp>
      <p:sp>
        <p:nvSpPr>
          <p:cNvPr id="4" name="S04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뛰지 말고 걸어요. 미끄러운 양말은 벗어요.</a:t>
            </a:r>
            <a:endParaRPr lang="ko-KR" sz="3200" dirty="0"/>
          </a:p>
        </p:txBody>
      </p:sp>
      <p:sp>
        <p:nvSpPr>
          <p:cNvPr id="6" name="S04-card2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동작을 순서대로 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칸을 밟고 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기다려요</a:t>
            </a:r>
            <a:endParaRPr lang="ko-KR" sz="3200" dirty="0"/>
          </a:p>
        </p:txBody>
      </p:sp>
      <p:sp>
        <p:nvSpPr>
          <p:cNvPr id="8" name="S04-stepno30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1"/>
          <p:cNvSpPr txBox="1"/>
          <p:nvPr/>
        </p:nvSpPr>
        <p:spPr>
          <a:xfrm>
            <a:off x="1325880" y="2578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바닥의 물건을 치워요.</a:t>
            </a:r>
            <a:endParaRPr lang="ko-KR" sz="3200" dirty="0"/>
          </a:p>
        </p:txBody>
      </p:sp>
      <p:sp>
        <p:nvSpPr>
          <p:cNvPr id="10" name="S04-stepno32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3"/>
          <p:cNvSpPr txBox="1"/>
          <p:nvPr/>
        </p:nvSpPr>
        <p:spPr>
          <a:xfrm>
            <a:off x="1325880" y="32918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동작씩 천천히 해요.</a:t>
            </a:r>
            <a:endParaRPr lang="ko-KR" sz="3200" dirty="0"/>
          </a:p>
        </p:txBody>
      </p:sp>
      <p:sp>
        <p:nvSpPr>
          <p:cNvPr id="12" name="S04-stepno34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5"/>
          <p:cNvSpPr txBox="1"/>
          <p:nvPr/>
        </p:nvSpPr>
        <p:spPr>
          <a:xfrm>
            <a:off x="1325880" y="40050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차례를 넘겨요.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 할까?</a:t>
            </a:r>
            <a:endParaRPr lang="ko-KR" sz="4400" dirty="0"/>
          </a:p>
        </p:txBody>
      </p:sp>
      <p:sp>
        <p:nvSpPr>
          <p:cNvPr id="3" name="S05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안 들어가서 졌어요.</a:t>
            </a:r>
            <a:endParaRPr lang="ko-KR" sz="3200" dirty="0"/>
          </a:p>
        </p:txBody>
      </p:sp>
      <p:sp>
        <p:nvSpPr>
          <p:cNvPr id="5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함께 놀기 좋을까요? 왜?</a:t>
            </a:r>
            <a:endParaRPr lang="ko-KR" sz="3200" dirty="0"/>
          </a:p>
        </p:txBody>
      </p:sp>
      <p:sp>
        <p:nvSpPr>
          <p:cNvPr id="7" name="S05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“에이, 안 해!”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던져 버려요.</a:t>
            </a:r>
            <a:endParaRPr lang="ko-KR" sz="3200" dirty="0"/>
          </a:p>
        </p:txBody>
      </p:sp>
      <p:sp>
        <p:nvSpPr>
          <p:cNvPr id="9" name="S05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“아쉽다.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하자!”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놀이 다섯 판</a:t>
            </a:r>
            <a:endParaRPr lang="ko-KR" sz="44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점수는 활동지에 적어요.</a:t>
            </a:r>
            <a:endParaRPr lang="ko-KR" sz="3200" dirty="0"/>
          </a:p>
        </p:txBody>
      </p:sp>
      <p:sp>
        <p:nvSpPr>
          <p:cNvPr id="4" name="S06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공은 사람 쪽으로 던지지 않아요.</a:t>
            </a:r>
            <a:endParaRPr lang="ko-KR" sz="3200" dirty="0"/>
          </a:p>
        </p:txBody>
      </p:sp>
      <p:sp>
        <p:nvSpPr>
          <p:cNvPr id="6" name="S06-card4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동작을 이어서 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규칙과 차례를 지켜요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결과에 알맞게 말해요</a:t>
            </a:r>
            <a:endParaRPr lang="ko-KR" sz="3200" dirty="0"/>
          </a:p>
        </p:txBody>
      </p:sp>
      <p:sp>
        <p:nvSpPr>
          <p:cNvPr id="8" name="S06-stepno4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50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가위바위보로 차례를 정해요.</a:t>
            </a:r>
            <a:endParaRPr lang="ko-KR" sz="2600" dirty="0"/>
          </a:p>
        </p:txBody>
      </p:sp>
      <p:sp>
        <p:nvSpPr>
          <p:cNvPr id="10" name="S06-stepno5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2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한 판씩 해요.</a:t>
            </a:r>
            <a:endParaRPr lang="ko-KR" sz="2600" dirty="0"/>
          </a:p>
        </p:txBody>
      </p:sp>
      <p:sp>
        <p:nvSpPr>
          <p:cNvPr id="12" name="S06-stepno5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4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들어가면 1점이에요.</a:t>
            </a:r>
            <a:endParaRPr lang="ko-KR" sz="2600" dirty="0"/>
          </a:p>
        </p:txBody>
      </p:sp>
      <p:sp>
        <p:nvSpPr>
          <p:cNvPr id="14" name="S06-stepno5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56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서로 인사해요.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동작을 이어서 하고,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차례를 지키면 모두 즐거워요.</a:t>
            </a:r>
            <a:endParaRPr lang="ko-KR" sz="3200" dirty="0"/>
          </a:p>
        </p:txBody>
      </p:sp>
      <p:sp>
        <p:nvSpPr>
          <p:cNvPr id="5" name="S07-chip5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손뼉 받고 출발하기</a:t>
            </a:r>
            <a:endParaRPr lang="ko-KR" sz="2600" dirty="0"/>
          </a:p>
        </p:txBody>
      </p:sp>
      <p:sp>
        <p:nvSpPr>
          <p:cNvPr id="6" name="S07-chip6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이기려고 칸 건너뛰기</a:t>
            </a:r>
            <a:endParaRPr lang="ko-KR" sz="2600" dirty="0"/>
          </a:p>
        </p:txBody>
      </p:sp>
      <p:sp>
        <p:nvSpPr>
          <p:cNvPr id="7" name="S07-text6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2"/>
          <p:cNvSpPr txBox="1"/>
          <p:nvPr/>
        </p:nvSpPr>
        <p:spPr>
          <a:xfrm>
            <a:off x="548640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놀이 순서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동작 말하기</a:t>
            </a:r>
            <a:endParaRPr lang="ko-KR" sz="2600" dirty="0"/>
          </a:p>
        </p:txBody>
      </p:sp>
      <p:sp>
        <p:nvSpPr>
          <p:cNvPr id="9" name="S07-text63"/>
          <p:cNvSpPr txBox="1"/>
          <p:nvPr/>
        </p:nvSpPr>
        <p:spPr>
          <a:xfrm>
            <a:off x="6208776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규칙이 필요한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하나</a:t>
            </a:r>
            <a:endParaRPr lang="ko-KR" sz="2600" dirty="0"/>
          </a:p>
        </p:txBody>
      </p:sp>
      <p:sp>
        <p:nvSpPr>
          <p:cNvPr id="10" name="S07-text6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식사·수면·위생 습관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하나씩 연습해요</a:t>
            </a:r>
            <a:endParaRPr lang="ko-KR" sz="4400" dirty="0"/>
          </a:p>
        </p:txBody>
      </p:sp>
      <p:sp>
        <p:nvSpPr>
          <p:cNvPr id="3" name="S08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 것부터 하나씩 해요.</a:t>
            </a:r>
            <a:endParaRPr lang="ko-KR" sz="3200" dirty="0"/>
          </a:p>
        </p:txBody>
      </p:sp>
      <p:sp>
        <p:nvSpPr>
          <p:cNvPr id="4" name="S08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되면 이어 붙여요.</a:t>
            </a:r>
            <a:endParaRPr lang="ko-KR" sz="3200" dirty="0"/>
          </a:p>
        </p:txBody>
      </p:sp>
      <p:sp>
        <p:nvSpPr>
          <p:cNvPr id="6" name="S08-step68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 짚고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 서기</a:t>
            </a:r>
            <a:endParaRPr lang="ko-KR" sz="3000" dirty="0"/>
          </a:p>
        </p:txBody>
      </p:sp>
      <p:sp>
        <p:nvSpPr>
          <p:cNvPr id="7" name="S08-line6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0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따라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</a:t>
            </a:r>
            <a:endParaRPr lang="ko-KR" sz="3000" dirty="0"/>
          </a:p>
        </p:txBody>
      </p:sp>
      <p:sp>
        <p:nvSpPr>
          <p:cNvPr id="9" name="S08-line7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2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살살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던지기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규칙 있는 놀이</dc:title>
  <dc:subject>KR22-G02-PHE-PLAY-L01</dc:subject>
  <dc:creator>education-ppt</dc:creator>
  <cp:lastModifiedBy>education-ppt</cp:lastModifiedBy>
  <cp:revision>1</cp:revision>
  <dcterms:created xsi:type="dcterms:W3CDTF">2026-10-26T13:01:46Z</dcterms:created>
  <dcterms:modified xsi:type="dcterms:W3CDTF">2026-10-26T13:01:46Z</dcterms:modified>
</cp:coreProperties>
</file>