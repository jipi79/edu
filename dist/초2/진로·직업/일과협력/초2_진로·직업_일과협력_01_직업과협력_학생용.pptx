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597a22e-fad7-93fe-ee98-8834c62425e8}">
          <p14:sldIdLst>
            <p14:sldId id="256"/>
            <p14:sldId id="257"/>
          </p14:sldIdLst>
        </p14:section>
        <p14:section name="개념" id="{51a0ce41-9e35-8811-c678-c30fed6aa3da}">
          <p14:sldIdLst>
            <p14:sldId id="258"/>
          </p14:sldIdLst>
        </p14:section>
        <p14:section name="연습" id="{74446533-523f-ee3c-4e8c-152273ec4114}">
          <p14:sldIdLst>
            <p14:sldId id="259"/>
            <p14:sldId id="260"/>
          </p14:sldIdLst>
        </p14:section>
        <p14:section name="확인" id="{c3789b49-decf-1b32-e509-1cdbed941e49}">
          <p14:sldIdLst>
            <p14:sldId id="261"/>
          </p14:sldIdLst>
        </p14:section>
        <p14:section name="정리" id="{2ef2090a-9ee7-2d1b-73dd-119ff57efbe1}">
          <p14:sldIdLst>
            <p14:sldId id="262"/>
          </p14:sldIdLst>
        </p14:section>
        <p14:section name="보충" id="{e92f086f-7609-3620-f762-0d5ea438a15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일과협력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직업과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직업과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진로·직업 · 직업과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직업과 협력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하나가 우리 집에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오기까지 누가 일할까?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빵을 만들고 나르는 사람들의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여러 사람이 함께 일하는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돕는 사람들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일의 이름으로 말해요.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 누가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도와줄까요?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집까지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날라 주는 사람은?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2-text10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 도와주는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빵이 우리 집에 오기까지</a:t>
            </a:r>
            <a:endParaRPr lang="ko-KR" sz="44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하나에도 여러 사람의 일이 이어져 있어요.</a:t>
            </a:r>
            <a:endParaRPr lang="ko-KR" sz="3200" dirty="0"/>
          </a:p>
        </p:txBody>
      </p:sp>
      <p:sp>
        <p:nvSpPr>
          <p:cNvPr id="4" name="S03-card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사람이 힘을 모아 함께 일하는 것</a:t>
            </a:r>
            <a:endParaRPr lang="ko-KR" sz="3200" dirty="0"/>
          </a:p>
        </p:txBody>
      </p:sp>
      <p:sp>
        <p:nvSpPr>
          <p:cNvPr id="6" name="S03-step14"/>
          <p:cNvSpPr txBox="1"/>
          <p:nvPr/>
        </p:nvSpPr>
        <p:spPr>
          <a:xfrm>
            <a:off x="548640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농부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 기르기</a:t>
            </a:r>
            <a:endParaRPr lang="ko-KR" sz="2800" dirty="0"/>
          </a:p>
        </p:txBody>
      </p:sp>
      <p:sp>
        <p:nvSpPr>
          <p:cNvPr id="7" name="S03-line15"/>
          <p:cNvSpPr/>
          <p:nvPr/>
        </p:nvSpPr>
        <p:spPr>
          <a:xfrm>
            <a:off x="2492654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6"/>
          <p:cNvSpPr txBox="1"/>
          <p:nvPr/>
        </p:nvSpPr>
        <p:spPr>
          <a:xfrm>
            <a:off x="2849270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제분 공장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밀가루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ko-KR" sz="2800" dirty="0"/>
          </a:p>
        </p:txBody>
      </p:sp>
      <p:sp>
        <p:nvSpPr>
          <p:cNvPr id="9" name="S03-line17"/>
          <p:cNvSpPr/>
          <p:nvPr/>
        </p:nvSpPr>
        <p:spPr>
          <a:xfrm>
            <a:off x="4793285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8"/>
          <p:cNvSpPr txBox="1"/>
          <p:nvPr/>
        </p:nvSpPr>
        <p:spPr>
          <a:xfrm>
            <a:off x="5149901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제빵사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굽기</a:t>
            </a:r>
            <a:endParaRPr lang="ko-KR" sz="2800" dirty="0"/>
          </a:p>
        </p:txBody>
      </p:sp>
      <p:sp>
        <p:nvSpPr>
          <p:cNvPr id="11" name="S03-line19"/>
          <p:cNvSpPr/>
          <p:nvPr/>
        </p:nvSpPr>
        <p:spPr>
          <a:xfrm>
            <a:off x="7093915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3-step20"/>
          <p:cNvSpPr txBox="1"/>
          <p:nvPr/>
        </p:nvSpPr>
        <p:spPr>
          <a:xfrm>
            <a:off x="7450531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운전기사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나르기</a:t>
            </a:r>
            <a:endParaRPr lang="ko-KR" sz="2800" dirty="0"/>
          </a:p>
        </p:txBody>
      </p:sp>
      <p:sp>
        <p:nvSpPr>
          <p:cNvPr id="13" name="S03-line21"/>
          <p:cNvSpPr/>
          <p:nvPr/>
        </p:nvSpPr>
        <p:spPr>
          <a:xfrm>
            <a:off x="9394546" y="334848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3-step22"/>
          <p:cNvSpPr txBox="1"/>
          <p:nvPr/>
        </p:nvSpPr>
        <p:spPr>
          <a:xfrm>
            <a:off x="9751162" y="2434082"/>
            <a:ext cx="188915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판매원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팔기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 여행 카드 놓기</a:t>
            </a:r>
            <a:endParaRPr lang="ko-KR" sz="4400" dirty="0"/>
          </a:p>
        </p:txBody>
      </p:sp>
      <p:sp>
        <p:nvSpPr>
          <p:cNvPr id="3" name="S04-card2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차례대로 놓아요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하는 일을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일의 이름으로 불러요</a:t>
            </a:r>
            <a:endParaRPr lang="ko-KR" sz="3200" dirty="0"/>
          </a:p>
        </p:txBody>
      </p:sp>
      <p:sp>
        <p:nvSpPr>
          <p:cNvPr id="5" name="S04-stepno25"/>
          <p:cNvSpPr txBox="1"/>
          <p:nvPr/>
        </p:nvSpPr>
        <p:spPr>
          <a:xfrm>
            <a:off x="548640" y="2608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6"/>
          <p:cNvSpPr txBox="1"/>
          <p:nvPr/>
        </p:nvSpPr>
        <p:spPr>
          <a:xfrm>
            <a:off x="1325880" y="25628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다섯 장에 일하는 사람을 써요.</a:t>
            </a:r>
            <a:endParaRPr lang="ko-KR" sz="3200" dirty="0"/>
          </a:p>
        </p:txBody>
      </p:sp>
      <p:sp>
        <p:nvSpPr>
          <p:cNvPr id="7" name="S04-stepno27"/>
          <p:cNvSpPr txBox="1"/>
          <p:nvPr/>
        </p:nvSpPr>
        <p:spPr>
          <a:xfrm>
            <a:off x="548640" y="371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8"/>
          <p:cNvSpPr txBox="1"/>
          <p:nvPr/>
        </p:nvSpPr>
        <p:spPr>
          <a:xfrm>
            <a:off x="1325880" y="3719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뒤 차례대로 놓아요.</a:t>
            </a:r>
            <a:endParaRPr lang="ko-KR" sz="3200" dirty="0"/>
          </a:p>
        </p:txBody>
      </p:sp>
      <p:sp>
        <p:nvSpPr>
          <p:cNvPr id="9" name="S04-stepno29"/>
          <p:cNvSpPr txBox="1"/>
          <p:nvPr/>
        </p:nvSpPr>
        <p:spPr>
          <a:xfrm>
            <a:off x="548640" y="4432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30"/>
          <p:cNvSpPr txBox="1"/>
          <p:nvPr/>
        </p:nvSpPr>
        <p:spPr>
          <a:xfrm>
            <a:off x="1325880" y="44323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사람씩 하는 일을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빠지면?</a:t>
            </a:r>
            <a:endParaRPr lang="ko-KR" sz="4400" dirty="0"/>
          </a:p>
        </p:txBody>
      </p:sp>
      <p:sp>
        <p:nvSpPr>
          <p:cNvPr id="3" name="S05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일이 있어야 다음 일을 할 수 있어요.</a:t>
            </a:r>
            <a:endParaRPr lang="ko-KR" sz="3200" dirty="0"/>
          </a:p>
        </p:txBody>
      </p:sp>
      <p:sp>
        <p:nvSpPr>
          <p:cNvPr id="5" name="S05-chip3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5-text34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농부가 밀을 기르지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않으면?</a:t>
            </a:r>
            <a:endParaRPr lang="ko-KR" sz="3200" dirty="0"/>
          </a:p>
        </p:txBody>
      </p:sp>
      <p:sp>
        <p:nvSpPr>
          <p:cNvPr id="7" name="S05-chip3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5-text36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운전기사가 빵을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나르지 않으면?</a:t>
            </a:r>
            <a:endParaRPr lang="ko-KR" sz="3200" dirty="0"/>
          </a:p>
        </p:txBody>
      </p:sp>
      <p:sp>
        <p:nvSpPr>
          <p:cNvPr id="9" name="S05-chip3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5-text38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제빵사 혼자 모든 일을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하면?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물건의 여행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일하는 사람 세 명 이상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차례가 맞아요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협력의 까닭을 말해요</a:t>
            </a:r>
            <a:endParaRPr lang="ko-KR" sz="3200" dirty="0"/>
          </a:p>
        </p:txBody>
      </p:sp>
      <p:sp>
        <p:nvSpPr>
          <p:cNvPr id="5" name="S06-stepno41"/>
          <p:cNvSpPr txBox="1"/>
          <p:nvPr/>
        </p:nvSpPr>
        <p:spPr>
          <a:xfrm>
            <a:off x="548640" y="18089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42"/>
          <p:cNvSpPr txBox="1"/>
          <p:nvPr/>
        </p:nvSpPr>
        <p:spPr>
          <a:xfrm>
            <a:off x="1325880" y="176326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 하나를 골라요.</a:t>
            </a:r>
            <a:endParaRPr lang="ko-KR" sz="3200" dirty="0"/>
          </a:p>
        </p:txBody>
      </p:sp>
      <p:sp>
        <p:nvSpPr>
          <p:cNvPr id="7" name="S06-stepno43"/>
          <p:cNvSpPr txBox="1"/>
          <p:nvPr/>
        </p:nvSpPr>
        <p:spPr>
          <a:xfrm>
            <a:off x="548640" y="2965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44"/>
          <p:cNvSpPr txBox="1"/>
          <p:nvPr/>
        </p:nvSpPr>
        <p:spPr>
          <a:xfrm>
            <a:off x="1325880" y="291947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만들고 날랐을지 떠올려요.</a:t>
            </a:r>
            <a:endParaRPr lang="ko-KR" sz="3200" dirty="0"/>
          </a:p>
        </p:txBody>
      </p:sp>
      <p:sp>
        <p:nvSpPr>
          <p:cNvPr id="9" name="S06-stepno45"/>
          <p:cNvSpPr txBox="1"/>
          <p:nvPr/>
        </p:nvSpPr>
        <p:spPr>
          <a:xfrm>
            <a:off x="548640" y="407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6"/>
          <p:cNvSpPr txBox="1"/>
          <p:nvPr/>
        </p:nvSpPr>
        <p:spPr>
          <a:xfrm>
            <a:off x="1325880" y="40756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그려요.</a:t>
            </a:r>
            <a:endParaRPr lang="ko-KR" sz="3200" dirty="0"/>
          </a:p>
        </p:txBody>
      </p:sp>
      <p:sp>
        <p:nvSpPr>
          <p:cNvPr id="11" name="S06-stepno47"/>
          <p:cNvSpPr txBox="1"/>
          <p:nvPr/>
        </p:nvSpPr>
        <p:spPr>
          <a:xfrm>
            <a:off x="548640" y="4834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8"/>
          <p:cNvSpPr txBox="1"/>
          <p:nvPr/>
        </p:nvSpPr>
        <p:spPr>
          <a:xfrm>
            <a:off x="1325880" y="478891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협력이 필요한 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직업이 이어서 일해요.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다 할 수 없어서 서로 협력해요.</a:t>
            </a:r>
            <a:endParaRPr lang="ko-KR" sz="3200" dirty="0"/>
          </a:p>
        </p:txBody>
      </p:sp>
      <p:sp>
        <p:nvSpPr>
          <p:cNvPr id="5" name="S07-chip5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일의 이름으로 부르기</a:t>
            </a:r>
            <a:endParaRPr lang="ko-KR" sz="2600" dirty="0"/>
          </a:p>
        </p:txBody>
      </p:sp>
      <p:sp>
        <p:nvSpPr>
          <p:cNvPr id="6" name="S07-chip5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‘남자 일, 여자 일’ 나누기</a:t>
            </a:r>
            <a:endParaRPr lang="ko-KR" sz="2600" dirty="0"/>
          </a:p>
        </p:txBody>
      </p:sp>
      <p:sp>
        <p:nvSpPr>
          <p:cNvPr id="7" name="S07-text5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빵을 굽는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사람은?</a:t>
            </a:r>
            <a:endParaRPr lang="ko-KR" sz="2600" dirty="0"/>
          </a:p>
        </p:txBody>
      </p:sp>
      <p:sp>
        <p:nvSpPr>
          <p:cNvPr id="9" name="S07-text5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운전기사가 없으면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2600" dirty="0"/>
          </a:p>
        </p:txBody>
      </p:sp>
      <p:sp>
        <p:nvSpPr>
          <p:cNvPr id="10" name="S07-text5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협력이 필요한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600" dirty="0"/>
          </a:p>
        </p:txBody>
      </p:sp>
      <p:sp>
        <p:nvSpPr>
          <p:cNvPr id="11" name="S07-text5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학교와 마을의 환경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우리를 돕는 사람</a:t>
            </a:r>
            <a:endParaRPr lang="ko-KR" sz="4400" dirty="0"/>
          </a:p>
        </p:txBody>
      </p:sp>
      <p:sp>
        <p:nvSpPr>
          <p:cNvPr id="3" name="S08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이름으로 불러요.</a:t>
            </a:r>
            <a:endParaRPr lang="ko-KR" sz="3200" dirty="0"/>
          </a:p>
        </p:txBody>
      </p:sp>
      <p:sp>
        <p:nvSpPr>
          <p:cNvPr id="5" name="S08-card6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끄고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구해요</a:t>
            </a:r>
            <a:endParaRPr lang="ko-KR" sz="3200" dirty="0"/>
          </a:p>
        </p:txBody>
      </p:sp>
      <p:sp>
        <p:nvSpPr>
          <p:cNvPr id="7" name="S08-card6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기사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집까지 날라요</a:t>
            </a:r>
            <a:endParaRPr lang="ko-KR" sz="3200" dirty="0"/>
          </a:p>
        </p:txBody>
      </p:sp>
      <p:sp>
        <p:nvSpPr>
          <p:cNvPr id="9" name="S08-card6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의사·간호사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사람을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치료해요</a:t>
            </a:r>
            <a:endParaRPr lang="ko-KR" sz="3200" dirty="0"/>
          </a:p>
        </p:txBody>
      </p:sp>
      <p:sp>
        <p:nvSpPr>
          <p:cNvPr id="11" name="S08-card6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6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환경미화원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깨끗하게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진로·직업 직업과 협력</dc:title>
  <dc:subject>KR22-G02-CAR-TEAMWORK-L01</dc:subject>
  <dc:creator>education-ppt</dc:creator>
  <cp:lastModifiedBy>education-ppt</cp:lastModifiedBy>
  <cp:revision>1</cp:revision>
  <dcterms:created xsi:type="dcterms:W3CDTF">2026-10-26T13:20:53Z</dcterms:created>
  <dcterms:modified xsi:type="dcterms:W3CDTF">2026-10-26T13:20:53Z</dcterms:modified>
</cp:coreProperties>
</file>