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ec0e6de-d182-6b95-a8ab-e1998c99d2c8}">
          <p14:sldIdLst>
            <p14:sldId id="256"/>
            <p14:sldId id="257"/>
          </p14:sldIdLst>
        </p14:section>
        <p14:section name="개념" id="{94997b6d-c9d3-fe11-f496-131539fb40a8}">
          <p14:sldIdLst>
            <p14:sldId id="258"/>
          </p14:sldIdLst>
        </p14:section>
        <p14:section name="연습" id="{a2028cf6-72da-1bf7-f001-4e8aedba10a8}">
          <p14:sldIdLst>
            <p14:sldId id="259"/>
            <p14:sldId id="260"/>
          </p14:sldIdLst>
        </p14:section>
        <p14:section name="확인" id="{1986d406-8577-f9c6-2899-11526f77c20b}">
          <p14:sldIdLst>
            <p14:sldId id="261"/>
          </p14:sldIdLst>
        </p14:section>
        <p14:section name="정리" id="{44c93c6b-311d-4e0c-070c-81d506da0af3}">
          <p14:sldIdLst>
            <p14:sldId id="262"/>
          </p14:sldIdLst>
        </p14:section>
        <p14:section name="보충" id="{d42d2ed4-1a61-c5e3-7b55-eea5f9336ee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빵 한 개를 보여 주며, 빵이 우리 집에 오기까지 일하는 여러 사람과 그들이 함께 일하는 까닭을 알아본다고 알립니다.
시간: 약 2분
이렇게 말해 보세요
- (빵을 보여 주며) “이 빵은 어디에서 왔을까? 누가 만들었을까?”
- “오늘은 빵 하나가 우리 집에 오기까지 어떤 사람들이 일하는지 알아보고, 왜 여러 사람이 함께 일하는지 생각해 볼 거야.”
예상 답
- “빵집에서요.” / “빵 만드는 사람이 만들었어요.” / “마트에서 샀어요.”
막히면
- 떠올리기 어려우면 빵 봉지의 그림이나 글을 함께 보며 “이걸 누가 만들었을까?” 하고 묻습니다.
주의
- 이 차시에서는 ‘아저씨’, ‘아주머니’ 대신 농부, 제빵사, 운전기사, 판매원처럼 일의 이름으로 부릅니다. 어떤 일이든 남녀 누구나 할 수 있다는 것을 말과 예로 보여 줍니다(오해 M1).
- S04에서 쓸 카드용 종이 다섯 장과 사인펜을 준비합니다.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확인(우리를 돕는 사람들)]
목적: 생활을 돕는 사람들이 하는 일을 알고 일의 이름으로 부를 수 있는지 확인합니다. 이 차시는 계획상 선수 차시가 없으므로 1학년 진로 ‘좋아하는 활동과 우리를 돕는 일’(KR22-G01-CAR-HELPERS-L01)에서 배운 것을 확인합니다.
시간: 약 3분
이렇게 말해 보세요
- “① 불이 나면 누가 와서 도와줄까?”
- “② 주문한 물건을 집까지 날라 주는 사람은?”
- “③ 아플 때는?”
정답
- ① 소방관
- ② 택배 기사
- ③ 의사, 간호사(약사도 맞음)
막히면
- 두 가지 이상 어려우면 S08(보충)을 먼저 합니다.
주의
- “소방관 아저씨”처럼 말하면 “소방관”이라고 일의 이름으로 다시 말해 줍니다. 고쳐 말하게 하기보다 부모가 본보기를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빵이 우리 집에 오기까지(직업과 협력)]
목적: 빵이 우리 집에 오기까지 이어지는 다섯 가지 일과 하는 사람을 차례대로 알려 주고, 이렇게 힘을 모아 함께 일하는 것을 ‘협력’이라고 한다는 것을 알려 줍니다(목표 A·B, 오해 M2).
시간: 약 6분
이렇게 말해 보세요
- “빵은 밀가루로 만들어. 밀가루는 ‘밀’이라는 곡식으로 만들지. 밀은 농부가 밭에서 길러.”
- “제분 공장에서는 밀을 곱게 갈아서 밀가루를 만들어. 제빵사는 밀가루로 반죽을 해서 빵을 구워.”
- “운전기사는 트럭으로 빵을 가게까지 날라. 판매원은 가게에서 빵을 팔지. 그래서 우리가 빵을 살 수 있어.”
- “이렇게 여러 사람이 힘을 모아 함께 일하는 것을 ‘협력’이라고 해.”
예상 답
- “빵 하나에 이렇게 많은 사람이 일해요?” / “우유랑 달걀도 들어가요.”
막히면
- 화살표를 손가락으로 따라가며 한 상자씩 “이 사람은 무엇을 해?” 하고 묻습니다.
- ‘제분’이 어려우면 “밀을 갈아 가루로 만드는 일”이라고만 말해 줍니다.
주의
- 실제로는 우유·달걀·설탕을 만드는 사람, 포장하는 사람 등 더 많은 사람이 일합니다. 아이가 말하면 칭찬하고 덧붙여도 좋습니다.
- 우리나라에서 먹는 밀은 다른 나라에서 배로 들여오는 것이 많습니다. 아이가 물으면 “배로 나르는 사람도 함께 일해.”라고 말해 줍니다.
- 어떤 일이든 남녀 누구나 할 수 있습니다. 주변에서 본 여러 사람의 예(여성 운전기사, 남성 판매원 등)를 들어 주면 좋습니다(오해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빵 여행 카드를 차례대로 놓고 하는 일 말하기]
목적: 일하는 사람 카드를 섞어 차례대로 놓아 보며, 사람마다 하는 일을 한 문장으로 말하는 연습을 합니다(목표 A, 오해 M1·M2). 활동지 1과 이어집니다.
시간: 약 8분
이렇게 말해 보세요
- “종이 다섯 장에 농부, 제분 공장, 제빵사, 운전기사, 판매원을 써 볼까? 글씨가 어려우면 엄마(아빠)가 써 줄게.”
- “이제 섞을게. 빵이 우리 집에 오는 차례대로 놓아 볼래?”
- “한 장씩 짚으며 ‘○○는 ~해요.’로 말해 줘.”
예상 답
- “농부는 밀을 길러요. 제분 공장에서는 밀가루를 만들어요. 제빵사는 빵을 구워요. 운전기사는 빵을 날라요. 판매원은 빵을 팔아요.”
정답
- 농부 → 제분 공장 → 제빵사 → 운전기사 → 판매원. 관찰 기준 세 가지를 지키면 연습 완료입니다.
막히면
- 처음 두 장(농부, 제빵사)만 놓게 하고 하나씩 늘립니다.
- 차례가 바뀌면 “밀가루가 없는데 제빵사가 빵을 구울 수 있을까?”처럼 앞의 일이 있어야 다음 일을 할 수 있다는 것을 묻습니다.
주의
- 카드에 사람 모습을 그릴 때 한 가지 성별로만 그리지 않게 이야기 나눕니다(“제빵사는 누구든 될 수 있어.”).
- 아이가 지치면 여기서 쉬고, 다음에 S05부터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한 사람이 빠지면 어떻게 될지 생각하기]
목적: 한 사람이 일을 하지 않거나 한 사람이 모든 일을 할 때를 생각해 보며, 여러 직업이 협력해야 하는 까닭을 말하는 연습을 합니다(목표 B, 오해 M3).
시간: 약 6분
이렇게 말해 보세요
- “① 농부가 밀을 기르지 않으면 그다음 사람들은 어떻게 될까?”
- “② 운전기사가 빵을 나르지 않으면 우리는 빵을 살 수 있을까?”
- “③ 제빵사 혼자 밀도 기르고, 밀가루도 만들고, 나르고, 팔기까지 하면 어떨까?”
정답
- ① 밀가루를 만들 수 없어서 빵을 만들 수 없어요.
- ② 빵이 가게에 오지 못해서 우리가 빵을 살 수 없어요.
- ③ 너무 오래 걸리고 힘들어요. 한 사람이 모든 일을 다 할 수 없어서 여러 사람이 나누어 하고 협력해요.
- 기준: 앞뒤 일이 이어져 있다는 것이나 한 사람이 다 할 수 없다는 것을 까닭으로 말하면 맞음
막히면
- S04의 카드에서 한 장을 빼 보며 “이 사람이 없으면 다음 카드는 어떻게 될까?” 하고 묻습니다.
주의
- 눈에 잘 띄지 않는 일(제분 공장, 운전기사)도 꼭 필요하다는 것을 짚어 줍니다(오해 M3).
- ‘돈을 받으니까 당연하다’보다, 서로의 일 덕분에 우리 생활이 가능하다는 데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우리 집 물건이 오기까지 그리고 협력의 까닭 말하기]
목적: 도움 없이 다른 물건 하나가 우리 집에 오기까지 일하는 사람들을 차례대로 나타내고(목표 A), 협력이 필요한 까닭을 말하는지(목표 B) 관찰합니다. 활동지 4에 그립니다.
시간: 약 12분
이렇게 말해 보세요
- “우리 집에 있는 물건 중에 하나를 골라 볼래? 우유, 사과, 연필 같은 것.”
- “그 물건은 누가 처음 만들었을까? 그다음엔 누가 일했을까?”
- “차례대로 그리고, 사람마다 하는 일을 써 볼까?”
- “이 물건이 우리 집에 오려면 왜 여러 사람이 협력해야 할까?”
예상 답
- 우유: 젖소를 기르는 농부 → 우유 공장 → 운전기사 → 판매원
- 사과: 과수원 농부 → 운전기사 → 판매원
- 연필: 연필 공장 → 운전기사 → 문구점 판매원
- “한 사람이 다 할 수 없으니까요.” / “한 사람이라도 없으면 우리 집에 못 와요.”
정답
- 관찰 기준 세 가지를 지키면 목표 A·B 확인 완료입니다. 두 가지 이하이면 다음 수업 처음에 부족한 부분(S04 또는 S05)을 짧게 다시 합니다.
- 일의 이름이 정확하지 않아도 하는 일이 맞으면 인정합니다(“우유 만드는 사람”).
막히면
- 떠올리기 어려우면 빵의 흐름(S03)을 옆에 두고 “빵에서 제빵사가 한 일을 우유에서는 누가 할까?”처럼 견주게 합니다.
- 그리기가 오래 걸리면 상자와 화살표만 그리고 사람 이름을 씁니다.
주의
- 물건 상자나 포장지에 적힌 만든 곳을 함께 읽어 보면 좋습니다.
- 관찰 결과를 기록표(S06 줄)에 바로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정리와 다음 학습]
목적: 오늘 배운 것을 정리하고 다음 수업 첫 5분 복습을 알려 줍니다.
시간: 약 3분
이렇게 말해 보세요
- “빵이 우리 집에 오기까지 누가 일했지? 왜 여러 사람이 협력해야 할까?”
예상 답
- “농부, 제분 공장, 제빵사, 운전기사, 판매원이요. 한 사람이 다 할 수 없으니까요.”
정답
- ① 제빵사 ② 빵이 가게에 오지 못해 살 수 없어요 ③ 한 사람이 모든 일을 다 할 수 없고, 앞의 일이 있어야 다음 일을 할 수 있어서
막히면
- S03과 S05를 다시 보여 줍니다.
주의
- 장을 보러 갈 때 “이 물건은 누가 날라 왔을까?”처럼 물어 오늘 배운 것을 생활과 이어 줍니다.
- 계획상 이 차시 다음은 환경 ‘학교와 마을의 환경’입니다. 마을 사람들의 직업이 서로 돕는 모습은 2학년 사회 ‘서로 돕는 마을 사람들’에서 이어서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보충(우리를 돕는 사람들의 일)]
목적: S02에서 돕는 사람들의 일을 말하기 어려우면, 네 사람의 일을 카드로 다시 익히고 언제 도움을 받았는지 떠올립니다.
시간: 약 4분
이렇게 말해 보세요
- “카드를 하나씩 읽어 볼까? 택배 기사는 언제 우리를 도와줬지?”
- “아침에 길이 깨끗한 건 누구 덕분일까?”
예상 답
- “택배 기사가 책을 가져다줬어요.” / “환경미화원 덕분이에요.”
정답
- 네 사람 가운데 세 사람 이상의 하는 일을 맞게 말하면 맞습니다.
막히면
- 집에 온 택배 상자, 다녀온 병원처럼 눈에 보이는 물건과 장소를 짚어 줍니다.
주의
- 이 차시는 계획상 선수 차시가 없습니다. 보충으로도 어려우면 1학년 진로 ‘좋아하는 활동과 우리를 돕는 일’(KR22-G01-CAR-HELPERS-L01)을 먼저 합니다.
- 보충이 오래 걸리면 오늘은 S03까지만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진로·직업 · 일과협력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진로·직업 · 직업과 협력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진로·직업 · 직업과 협력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진로·직업 · 직업과 협력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직업과 협력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하나가 우리 집에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오기까지 누가 일할까?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빵을 만들고 나르는 사람들의 일을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여러 사람이 함께 일하는 까닭을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우리를 돕는 사람들</a:t>
            </a:r>
            <a:endParaRPr lang="ko-KR" sz="44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일의 이름으로 말해요.</a:t>
            </a:r>
            <a:endParaRPr lang="ko-KR" sz="32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나면 누가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도와줄까요?</a:t>
            </a:r>
            <a:endParaRPr lang="ko-KR" sz="32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집까지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날라 주는 사람은?</a:t>
            </a:r>
            <a:endParaRPr lang="ko-KR" sz="3200" dirty="0"/>
          </a:p>
        </p:txBody>
      </p:sp>
      <p:sp>
        <p:nvSpPr>
          <p:cNvPr id="9" name="S02-chip9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2-text10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아플 때 도와주는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빵이 우리 집에 오기까지</a:t>
            </a:r>
            <a:endParaRPr lang="ko-KR" sz="4400" dirty="0"/>
          </a:p>
        </p:txBody>
      </p:sp>
      <p:sp>
        <p:nvSpPr>
          <p:cNvPr id="3" name="S03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하나에도 여러 사람의 일이 이어져 있어요.</a:t>
            </a:r>
            <a:endParaRPr lang="ko-KR" sz="3200" dirty="0"/>
          </a:p>
        </p:txBody>
      </p:sp>
      <p:sp>
        <p:nvSpPr>
          <p:cNvPr id="4" name="S03-card1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사람이 힘을 모아 함께 일하는 것</a:t>
            </a:r>
            <a:endParaRPr lang="ko-KR" sz="3200" dirty="0"/>
          </a:p>
        </p:txBody>
      </p:sp>
      <p:sp>
        <p:nvSpPr>
          <p:cNvPr id="6" name="S03-step14"/>
          <p:cNvSpPr txBox="1"/>
          <p:nvPr/>
        </p:nvSpPr>
        <p:spPr>
          <a:xfrm>
            <a:off x="548640" y="2434082"/>
            <a:ext cx="188915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농부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 기르기</a:t>
            </a:r>
            <a:endParaRPr lang="ko-KR" sz="2800" dirty="0"/>
          </a:p>
        </p:txBody>
      </p:sp>
      <p:sp>
        <p:nvSpPr>
          <p:cNvPr id="7" name="S03-line15"/>
          <p:cNvSpPr/>
          <p:nvPr/>
        </p:nvSpPr>
        <p:spPr>
          <a:xfrm>
            <a:off x="2492654" y="334848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3-step16"/>
          <p:cNvSpPr txBox="1"/>
          <p:nvPr/>
        </p:nvSpPr>
        <p:spPr>
          <a:xfrm>
            <a:off x="2849270" y="2434082"/>
            <a:ext cx="188915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제분 공장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밀가루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만들기</a:t>
            </a:r>
            <a:endParaRPr lang="ko-KR" sz="2800" dirty="0"/>
          </a:p>
        </p:txBody>
      </p:sp>
      <p:sp>
        <p:nvSpPr>
          <p:cNvPr id="9" name="S03-line17"/>
          <p:cNvSpPr/>
          <p:nvPr/>
        </p:nvSpPr>
        <p:spPr>
          <a:xfrm>
            <a:off x="4793285" y="334848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3-step18"/>
          <p:cNvSpPr txBox="1"/>
          <p:nvPr/>
        </p:nvSpPr>
        <p:spPr>
          <a:xfrm>
            <a:off x="5149901" y="2434082"/>
            <a:ext cx="188915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제빵사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굽기</a:t>
            </a:r>
            <a:endParaRPr lang="ko-KR" sz="2800" dirty="0"/>
          </a:p>
        </p:txBody>
      </p:sp>
      <p:sp>
        <p:nvSpPr>
          <p:cNvPr id="11" name="S03-line19"/>
          <p:cNvSpPr/>
          <p:nvPr/>
        </p:nvSpPr>
        <p:spPr>
          <a:xfrm>
            <a:off x="7093915" y="334848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3-step20"/>
          <p:cNvSpPr txBox="1"/>
          <p:nvPr/>
        </p:nvSpPr>
        <p:spPr>
          <a:xfrm>
            <a:off x="7450531" y="2434082"/>
            <a:ext cx="188915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운전기사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나르기</a:t>
            </a:r>
            <a:endParaRPr lang="ko-KR" sz="2800" dirty="0"/>
          </a:p>
        </p:txBody>
      </p:sp>
      <p:sp>
        <p:nvSpPr>
          <p:cNvPr id="13" name="S03-line21"/>
          <p:cNvSpPr/>
          <p:nvPr/>
        </p:nvSpPr>
        <p:spPr>
          <a:xfrm>
            <a:off x="9394546" y="334848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3-step22"/>
          <p:cNvSpPr txBox="1"/>
          <p:nvPr/>
        </p:nvSpPr>
        <p:spPr>
          <a:xfrm>
            <a:off x="9751162" y="2434082"/>
            <a:ext cx="188915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판매원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팔기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여행 카드 놓기</a:t>
            </a:r>
            <a:endParaRPr lang="ko-KR" sz="4400" dirty="0"/>
          </a:p>
        </p:txBody>
      </p:sp>
      <p:sp>
        <p:nvSpPr>
          <p:cNvPr id="3" name="S04-card23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4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차례대로 놓아요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하는 일을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일의 이름으로 불러요</a:t>
            </a:r>
            <a:endParaRPr lang="ko-KR" sz="3200" dirty="0"/>
          </a:p>
        </p:txBody>
      </p:sp>
      <p:sp>
        <p:nvSpPr>
          <p:cNvPr id="5" name="S04-stepno25"/>
          <p:cNvSpPr txBox="1"/>
          <p:nvPr/>
        </p:nvSpPr>
        <p:spPr>
          <a:xfrm>
            <a:off x="548640" y="2608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26"/>
          <p:cNvSpPr txBox="1"/>
          <p:nvPr/>
        </p:nvSpPr>
        <p:spPr>
          <a:xfrm>
            <a:off x="1325880" y="256286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다섯 장에 일하는 사람을 써요.</a:t>
            </a:r>
            <a:endParaRPr lang="ko-KR" sz="3200" dirty="0"/>
          </a:p>
        </p:txBody>
      </p:sp>
      <p:sp>
        <p:nvSpPr>
          <p:cNvPr id="7" name="S04-stepno27"/>
          <p:cNvSpPr txBox="1"/>
          <p:nvPr/>
        </p:nvSpPr>
        <p:spPr>
          <a:xfrm>
            <a:off x="548640" y="3719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28"/>
          <p:cNvSpPr txBox="1"/>
          <p:nvPr/>
        </p:nvSpPr>
        <p:spPr>
          <a:xfrm>
            <a:off x="1325880" y="37190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섞은 뒤 차례대로 놓아요.</a:t>
            </a:r>
            <a:endParaRPr lang="ko-KR" sz="3200" dirty="0"/>
          </a:p>
        </p:txBody>
      </p:sp>
      <p:sp>
        <p:nvSpPr>
          <p:cNvPr id="9" name="S04-stepno29"/>
          <p:cNvSpPr txBox="1"/>
          <p:nvPr/>
        </p:nvSpPr>
        <p:spPr>
          <a:xfrm>
            <a:off x="548640" y="44323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30"/>
          <p:cNvSpPr txBox="1"/>
          <p:nvPr/>
        </p:nvSpPr>
        <p:spPr>
          <a:xfrm>
            <a:off x="1325880" y="443230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사람씩 하는 일을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 빠지면?</a:t>
            </a:r>
            <a:endParaRPr lang="ko-KR" sz="4400" dirty="0"/>
          </a:p>
        </p:txBody>
      </p:sp>
      <p:sp>
        <p:nvSpPr>
          <p:cNvPr id="3" name="S05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일이 있어야 다음 일을 할 수 있어요.</a:t>
            </a:r>
            <a:endParaRPr lang="ko-KR" sz="3200" dirty="0"/>
          </a:p>
        </p:txBody>
      </p:sp>
      <p:sp>
        <p:nvSpPr>
          <p:cNvPr id="5" name="S05-chip33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5-text34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농부가 밀을 기르지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않으면?</a:t>
            </a:r>
            <a:endParaRPr lang="ko-KR" sz="3200" dirty="0"/>
          </a:p>
        </p:txBody>
      </p:sp>
      <p:sp>
        <p:nvSpPr>
          <p:cNvPr id="7" name="S05-chip35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5-text36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운전기사가 빵을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나르지 않으면?</a:t>
            </a:r>
            <a:endParaRPr lang="ko-KR" sz="3200" dirty="0"/>
          </a:p>
        </p:txBody>
      </p:sp>
      <p:sp>
        <p:nvSpPr>
          <p:cNvPr id="9" name="S05-chip37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5-text38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제빵사 혼자 모든 일을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하면?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물건의 여행</a:t>
            </a:r>
            <a:endParaRPr lang="ko-KR" sz="4400" dirty="0"/>
          </a:p>
        </p:txBody>
      </p:sp>
      <p:sp>
        <p:nvSpPr>
          <p:cNvPr id="3" name="S06-card39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0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일하는 사람 세 명 이상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차례가 맞아요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협력의 까닭을 말해요</a:t>
            </a:r>
            <a:endParaRPr lang="ko-KR" sz="3200" dirty="0"/>
          </a:p>
        </p:txBody>
      </p:sp>
      <p:sp>
        <p:nvSpPr>
          <p:cNvPr id="5" name="S06-stepno41"/>
          <p:cNvSpPr txBox="1"/>
          <p:nvPr/>
        </p:nvSpPr>
        <p:spPr>
          <a:xfrm>
            <a:off x="548640" y="18089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42"/>
          <p:cNvSpPr txBox="1"/>
          <p:nvPr/>
        </p:nvSpPr>
        <p:spPr>
          <a:xfrm>
            <a:off x="1325880" y="1763268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있는 물건 하나를 골라요.</a:t>
            </a:r>
            <a:endParaRPr lang="ko-KR" sz="3200" dirty="0"/>
          </a:p>
        </p:txBody>
      </p:sp>
      <p:sp>
        <p:nvSpPr>
          <p:cNvPr id="7" name="S06-stepno43"/>
          <p:cNvSpPr txBox="1"/>
          <p:nvPr/>
        </p:nvSpPr>
        <p:spPr>
          <a:xfrm>
            <a:off x="548640" y="2965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44"/>
          <p:cNvSpPr txBox="1"/>
          <p:nvPr/>
        </p:nvSpPr>
        <p:spPr>
          <a:xfrm>
            <a:off x="1325880" y="291947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만들고 날랐을지 떠올려요.</a:t>
            </a:r>
            <a:endParaRPr lang="ko-KR" sz="3200" dirty="0"/>
          </a:p>
        </p:txBody>
      </p:sp>
      <p:sp>
        <p:nvSpPr>
          <p:cNvPr id="9" name="S06-stepno45"/>
          <p:cNvSpPr txBox="1"/>
          <p:nvPr/>
        </p:nvSpPr>
        <p:spPr>
          <a:xfrm>
            <a:off x="548640" y="4075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46"/>
          <p:cNvSpPr txBox="1"/>
          <p:nvPr/>
        </p:nvSpPr>
        <p:spPr>
          <a:xfrm>
            <a:off x="1325880" y="40756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그려요.</a:t>
            </a:r>
            <a:endParaRPr lang="ko-KR" sz="3200" dirty="0"/>
          </a:p>
        </p:txBody>
      </p:sp>
      <p:sp>
        <p:nvSpPr>
          <p:cNvPr id="11" name="S06-stepno47"/>
          <p:cNvSpPr txBox="1"/>
          <p:nvPr/>
        </p:nvSpPr>
        <p:spPr>
          <a:xfrm>
            <a:off x="548640" y="48346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6-text48"/>
          <p:cNvSpPr txBox="1"/>
          <p:nvPr/>
        </p:nvSpPr>
        <p:spPr>
          <a:xfrm>
            <a:off x="1325880" y="478891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협력이 필요한 까닭을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49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50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직업이 이어서 일해요.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 다 할 수 없어서 서로 협력해요.</a:t>
            </a:r>
            <a:endParaRPr lang="ko-KR" sz="3200" dirty="0"/>
          </a:p>
        </p:txBody>
      </p:sp>
      <p:sp>
        <p:nvSpPr>
          <p:cNvPr id="5" name="S07-chip51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일의 이름으로 부르기</a:t>
            </a:r>
            <a:endParaRPr lang="ko-KR" sz="2600" dirty="0"/>
          </a:p>
        </p:txBody>
      </p:sp>
      <p:sp>
        <p:nvSpPr>
          <p:cNvPr id="6" name="S07-chip52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‘남자 일, 여자 일’ 나누기</a:t>
            </a:r>
            <a:endParaRPr lang="ko-KR" sz="2600" dirty="0"/>
          </a:p>
        </p:txBody>
      </p:sp>
      <p:sp>
        <p:nvSpPr>
          <p:cNvPr id="7" name="S07-text53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54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빵을 굽는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사람은?</a:t>
            </a:r>
            <a:endParaRPr lang="ko-KR" sz="2600" dirty="0"/>
          </a:p>
        </p:txBody>
      </p:sp>
      <p:sp>
        <p:nvSpPr>
          <p:cNvPr id="9" name="S07-text55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운전기사가 없으면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될까요?</a:t>
            </a:r>
            <a:endParaRPr lang="ko-KR" sz="2600" dirty="0"/>
          </a:p>
        </p:txBody>
      </p:sp>
      <p:sp>
        <p:nvSpPr>
          <p:cNvPr id="10" name="S07-text56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협력이 필요한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까닭은?</a:t>
            </a:r>
            <a:endParaRPr lang="ko-KR" sz="2600" dirty="0"/>
          </a:p>
        </p:txBody>
      </p:sp>
      <p:sp>
        <p:nvSpPr>
          <p:cNvPr id="11" name="S07-text5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학교와 마을의 환경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우리를 돕는 사람</a:t>
            </a:r>
            <a:endParaRPr lang="ko-KR" sz="4400" dirty="0"/>
          </a:p>
        </p:txBody>
      </p:sp>
      <p:sp>
        <p:nvSpPr>
          <p:cNvPr id="3" name="S08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이름으로 불러요.</a:t>
            </a:r>
            <a:endParaRPr lang="ko-KR" sz="3200" dirty="0"/>
          </a:p>
        </p:txBody>
      </p:sp>
      <p:sp>
        <p:nvSpPr>
          <p:cNvPr id="5" name="S08-card60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61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소방관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불을 끄고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사람을 구해요</a:t>
            </a:r>
            <a:endParaRPr lang="ko-KR" sz="3200" dirty="0"/>
          </a:p>
        </p:txBody>
      </p:sp>
      <p:sp>
        <p:nvSpPr>
          <p:cNvPr id="7" name="S08-card62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63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 기사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집까지 날라요</a:t>
            </a:r>
            <a:endParaRPr lang="ko-KR" sz="3200" dirty="0"/>
          </a:p>
        </p:txBody>
      </p:sp>
      <p:sp>
        <p:nvSpPr>
          <p:cNvPr id="9" name="S08-card64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65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의사·간호사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아픈 사람을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치료해요</a:t>
            </a:r>
            <a:endParaRPr lang="ko-KR" sz="3200" dirty="0"/>
          </a:p>
        </p:txBody>
      </p:sp>
      <p:sp>
        <p:nvSpPr>
          <p:cNvPr id="11" name="S08-card66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8-cardtext67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환경미화원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깨끗하게 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진로·직업 직업과 협력</dc:title>
  <dc:subject>KR22-G02-CAR-TEAMWORK-L01</dc:subject>
  <dc:creator>education-ppt</dc:creator>
  <cp:lastModifiedBy>education-ppt</cp:lastModifiedBy>
  <cp:revision>1</cp:revision>
  <dcterms:created xsi:type="dcterms:W3CDTF">2026-10-26T13:22:53Z</dcterms:created>
  <dcterms:modified xsi:type="dcterms:W3CDTF">2026-10-26T13:22:53Z</dcterms:modified>
</cp:coreProperties>
</file>