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1995b2-2126-6965-5227-0fa2a2daaeba}">
          <p14:sldIdLst>
            <p14:sldId id="256"/>
            <p14:sldId id="257"/>
          </p14:sldIdLst>
        </p14:section>
        <p14:section name="개념" id="{d0e3df71-9952-949a-9fd7-91b645d54b4d}">
          <p14:sldIdLst>
            <p14:sldId id="258"/>
          </p14:sldIdLst>
        </p14:section>
        <p14:section name="연습" id="{9014596b-f3c7-e4a2-03ea-70542a8f9d4c}">
          <p14:sldIdLst>
            <p14:sldId id="259"/>
            <p14:sldId id="260"/>
          </p14:sldIdLst>
        </p14:section>
        <p14:section name="확인" id="{900b2dae-1f8a-6593-545f-9d0d0bf4aa46}">
          <p14:sldIdLst>
            <p14:sldId id="261"/>
          </p14:sldIdLst>
        </p14:section>
        <p14:section name="정리" id="{f3dc26af-d706-ef89-1ec3-1304bb110ae6}">
          <p14:sldIdLst>
            <p14:sldId id="262"/>
          </p14:sldIdLst>
        </p14:section>
        <p14:section name="보충" id="{537e70ae-8e53-0f63-7fba-c3d3d63fb14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강점발견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진로·직업 · 잘하는 일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잘하는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잘한 일을 겪은 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도움이 필요한 일과 도움 받는 방법을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이야기 말하기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~를 좋아해요. ~해서요.”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활동 하나와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지난주에 한 일 하나를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‘언제, 무엇을’ 넣어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일, 어려운 일</a:t>
            </a:r>
            <a:endParaRPr lang="ko-KR" sz="44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누구에게나 둘 다 있어요. ‘아직’을 붙여 말해요.</a:t>
            </a:r>
            <a:endParaRPr lang="ko-KR" sz="32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봤더니 잘된 일,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전보다 나아진 일</a:t>
            </a:r>
            <a:endParaRPr lang="ko-KR" sz="32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도움이 필요한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어려운 일.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도움을 받으면 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 찾기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겪은 일로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언제·무엇을이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가지를 말해요</a:t>
            </a:r>
            <a:endParaRPr lang="ko-KR" sz="32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2062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2062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한 일을 떠올려요.</a:t>
            </a:r>
            <a:endParaRPr lang="ko-KR" sz="32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2919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2919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일 두 가지를 골라요.</a:t>
            </a:r>
            <a:endParaRPr lang="ko-KR" sz="32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367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36327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무엇을, 어떻게 했는지 말해요.</a:t>
            </a:r>
            <a:endParaRPr lang="ko-KR" sz="32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788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7889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본 잘한 일도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윤재는 줄넘기 열 번 넘기가 아직 어려워요.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다음에 도움이 될까요? 왜 그럴까요?</a:t>
            </a:r>
            <a:endParaRPr lang="ko-KR" sz="3200" dirty="0"/>
          </a:p>
        </p:txBody>
      </p:sp>
      <p:sp>
        <p:nvSpPr>
          <p:cNvPr id="7" name="S05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원래 못해.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</p:txBody>
      </p:sp>
      <p:sp>
        <p:nvSpPr>
          <p:cNvPr id="9" name="S05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열 번이 어려워.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박자를 세어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주면 좋겠어.”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소개해요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겪은 일로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‘아직’을 넣어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도움 받을 방법을 정해요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나를 깎아내리지 않아요</a:t>
            </a:r>
            <a:endParaRPr lang="ko-KR" sz="3200" dirty="0"/>
          </a:p>
        </p:txBody>
      </p:sp>
      <p:sp>
        <p:nvSpPr>
          <p:cNvPr id="5" name="S06-stepno35"/>
          <p:cNvSpPr txBox="1"/>
          <p:nvPr/>
        </p:nvSpPr>
        <p:spPr>
          <a:xfrm>
            <a:off x="548640" y="1763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6"/>
          <p:cNvSpPr txBox="1"/>
          <p:nvPr/>
        </p:nvSpPr>
        <p:spPr>
          <a:xfrm>
            <a:off x="1325880" y="17632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 두 가지를 말해요.</a:t>
            </a:r>
            <a:endParaRPr lang="ko-KR" sz="3200" dirty="0"/>
          </a:p>
        </p:txBody>
      </p:sp>
      <p:sp>
        <p:nvSpPr>
          <p:cNvPr id="7" name="S06-stepno37"/>
          <p:cNvSpPr txBox="1"/>
          <p:nvPr/>
        </p:nvSpPr>
        <p:spPr>
          <a:xfrm>
            <a:off x="548640" y="2522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8"/>
          <p:cNvSpPr txBox="1"/>
          <p:nvPr/>
        </p:nvSpPr>
        <p:spPr>
          <a:xfrm>
            <a:off x="1325880" y="247650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‘아직’ 어려운 일 하나를 말해요.</a:t>
            </a:r>
            <a:endParaRPr lang="ko-KR" sz="3200" dirty="0"/>
          </a:p>
        </p:txBody>
      </p:sp>
      <p:sp>
        <p:nvSpPr>
          <p:cNvPr id="9" name="S06-stepno39"/>
          <p:cNvSpPr txBox="1"/>
          <p:nvPr/>
        </p:nvSpPr>
        <p:spPr>
          <a:xfrm>
            <a:off x="548640" y="367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0"/>
          <p:cNvSpPr txBox="1"/>
          <p:nvPr/>
        </p:nvSpPr>
        <p:spPr>
          <a:xfrm>
            <a:off x="1325880" y="36327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도움을 받을지 정해요.</a:t>
            </a:r>
            <a:endParaRPr lang="ko-KR" sz="3200" dirty="0"/>
          </a:p>
        </p:txBody>
      </p:sp>
      <p:sp>
        <p:nvSpPr>
          <p:cNvPr id="11" name="S06-stepno41"/>
          <p:cNvSpPr txBox="1"/>
          <p:nvPr/>
        </p:nvSpPr>
        <p:spPr>
          <a:xfrm>
            <a:off x="548640" y="4834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2"/>
          <p:cNvSpPr txBox="1"/>
          <p:nvPr/>
        </p:nvSpPr>
        <p:spPr>
          <a:xfrm>
            <a:off x="1325880" y="47889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연습 기록표를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잘하는 일도, 아직 어려운 일도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일은 도움을 받아 연습해요.</a:t>
            </a:r>
            <a:endParaRPr lang="ko-KR" sz="3200" dirty="0"/>
          </a:p>
        </p:txBody>
      </p:sp>
      <p:sp>
        <p:nvSpPr>
          <p:cNvPr id="5" name="S07-chip4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겪은 일로 말하기</a:t>
            </a:r>
            <a:endParaRPr lang="ko-KR" sz="2600" dirty="0"/>
          </a:p>
        </p:txBody>
      </p:sp>
      <p:sp>
        <p:nvSpPr>
          <p:cNvPr id="6" name="S07-chip4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‘원래 못해’라고 말하기</a:t>
            </a:r>
            <a:endParaRPr lang="ko-KR" sz="2600" dirty="0"/>
          </a:p>
        </p:txBody>
      </p:sp>
      <p:sp>
        <p:nvSpPr>
          <p:cNvPr id="7" name="S07-text4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잘한 일 하나를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일로 말하기</a:t>
            </a:r>
            <a:endParaRPr lang="ko-KR" sz="2600" dirty="0"/>
          </a:p>
        </p:txBody>
      </p:sp>
      <p:sp>
        <p:nvSpPr>
          <p:cNvPr id="9" name="S07-text4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연습한 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달라졌나요?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도움을 청하는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1" name="S07-text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직업과 협력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어제 한 일</a:t>
            </a:r>
            <a:endParaRPr lang="ko-KR" sz="4400" dirty="0"/>
          </a:p>
        </p:txBody>
      </p:sp>
      <p:sp>
        <p:nvSpPr>
          <p:cNvPr id="3" name="S08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골라요.</a:t>
            </a:r>
            <a:endParaRPr lang="ko-KR" sz="3200" dirty="0"/>
          </a:p>
        </p:txBody>
      </p:sp>
      <p:sp>
        <p:nvSpPr>
          <p:cNvPr id="4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했나요? 하고 나서 어땠나요?</a:t>
            </a:r>
            <a:endParaRPr lang="ko-KR" sz="3200" dirty="0"/>
          </a:p>
        </p:txBody>
      </p:sp>
      <p:sp>
        <p:nvSpPr>
          <p:cNvPr id="6" name="S08-chip55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6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7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정리하기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9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0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</a:t>
            </a:r>
            <a:endParaRPr lang="ko-KR" sz="3200" dirty="0"/>
          </a:p>
        </p:txBody>
      </p:sp>
      <p:sp>
        <p:nvSpPr>
          <p:cNvPr id="12" name="S08-chip61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2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3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심부름하기</a:t>
            </a:r>
            <a:endParaRPr lang="ko-KR" sz="3200" dirty="0"/>
          </a:p>
        </p:txBody>
      </p:sp>
      <p:sp>
        <p:nvSpPr>
          <p:cNvPr id="15" name="S08-chip64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8-card65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66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진로·직업 잘하는 일 찾기</dc:title>
  <dc:subject>KR22-G02-CAR-STRENGTH-L01</dc:subject>
  <dc:creator>education-ppt</dc:creator>
  <cp:lastModifiedBy>education-ppt</cp:lastModifiedBy>
  <cp:revision>1</cp:revision>
  <dcterms:created xsi:type="dcterms:W3CDTF">2026-10-26T13:22:51Z</dcterms:created>
  <dcterms:modified xsi:type="dcterms:W3CDTF">2026-10-26T13:22:51Z</dcterms:modified>
</cp:coreProperties>
</file>