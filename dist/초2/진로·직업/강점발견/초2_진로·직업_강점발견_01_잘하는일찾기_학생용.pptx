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9910481-71c1-db26-dc53-7ca04f83c741}">
          <p14:sldIdLst>
            <p14:sldId id="256"/>
            <p14:sldId id="257"/>
          </p14:sldIdLst>
        </p14:section>
        <p14:section name="개념" id="{4f395b37-2dc1-038e-917b-a2291f3077cc}">
          <p14:sldIdLst>
            <p14:sldId id="258"/>
          </p14:sldIdLst>
        </p14:section>
        <p14:section name="연습" id="{b452ebe6-9885-ccf4-681c-b91211e89923}">
          <p14:sldIdLst>
            <p14:sldId id="259"/>
            <p14:sldId id="260"/>
          </p14:sldIdLst>
        </p14:section>
        <p14:section name="확인" id="{d2240d48-3e9d-e7d0-10fa-cda8210ffca9}">
          <p14:sldIdLst>
            <p14:sldId id="261"/>
          </p14:sldIdLst>
        </p14:section>
        <p14:section name="정리" id="{a24e35f5-8ff1-910f-8274-41ed413f93cd}">
          <p14:sldIdLst>
            <p14:sldId id="262"/>
          </p14:sldIdLst>
        </p14:section>
        <p14:section name="보충" id="{4a727399-14ea-c42d-caee-84d5f3fa889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강점발견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잘하는 일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진로·직업 · 잘하는 일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진로·직업 · 잘하는 일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일 찾기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잘하는 일은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잘한 일을 겪은 일로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도움이 필요한 일과 도움 받는 방법을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이야기 말하기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~를 좋아해요. ~해서요.”</a:t>
            </a:r>
            <a:endParaRPr lang="ko-KR" sz="32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활동 하나와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말해요.</a:t>
            </a:r>
            <a:endParaRPr lang="ko-KR" sz="32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33147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지난주에 한 일 하나를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‘언제, 무엇을’ 넣어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일, 어려운 일</a:t>
            </a:r>
            <a:endParaRPr lang="ko-KR" sz="44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누구에게나 둘 다 있어요. ‘아직’을 붙여 말해요.</a:t>
            </a:r>
            <a:endParaRPr lang="ko-KR" sz="32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봤더니 잘된 일,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전보다 나아진 일</a:t>
            </a:r>
            <a:endParaRPr lang="ko-KR" sz="32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필요한 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어려운 일.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도움을 받으면 돼요.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일 찾기</a:t>
            </a:r>
            <a:endParaRPr lang="ko-KR" sz="4400" dirty="0"/>
          </a:p>
        </p:txBody>
      </p:sp>
      <p:sp>
        <p:nvSpPr>
          <p:cNvPr id="3" name="S04-card15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겪은 일로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언제·무엇을이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두 가지를 말해요</a:t>
            </a:r>
            <a:endParaRPr lang="ko-KR" sz="3200" dirty="0"/>
          </a:p>
        </p:txBody>
      </p:sp>
      <p:sp>
        <p:nvSpPr>
          <p:cNvPr id="5" name="S04-stepno17"/>
          <p:cNvSpPr txBox="1"/>
          <p:nvPr/>
        </p:nvSpPr>
        <p:spPr>
          <a:xfrm>
            <a:off x="548640" y="22062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18"/>
          <p:cNvSpPr txBox="1"/>
          <p:nvPr/>
        </p:nvSpPr>
        <p:spPr>
          <a:xfrm>
            <a:off x="1325880" y="22062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주에 한 일을 떠올려요.</a:t>
            </a:r>
            <a:endParaRPr lang="ko-KR" sz="3200" dirty="0"/>
          </a:p>
        </p:txBody>
      </p:sp>
      <p:sp>
        <p:nvSpPr>
          <p:cNvPr id="7" name="S04-stepno19"/>
          <p:cNvSpPr txBox="1"/>
          <p:nvPr/>
        </p:nvSpPr>
        <p:spPr>
          <a:xfrm>
            <a:off x="548640" y="2919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0"/>
          <p:cNvSpPr txBox="1"/>
          <p:nvPr/>
        </p:nvSpPr>
        <p:spPr>
          <a:xfrm>
            <a:off x="1325880" y="29194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일 두 가지를 골라요.</a:t>
            </a:r>
            <a:endParaRPr lang="ko-KR" sz="3200" dirty="0"/>
          </a:p>
        </p:txBody>
      </p:sp>
      <p:sp>
        <p:nvSpPr>
          <p:cNvPr id="9" name="S04-stepno21"/>
          <p:cNvSpPr txBox="1"/>
          <p:nvPr/>
        </p:nvSpPr>
        <p:spPr>
          <a:xfrm>
            <a:off x="548640" y="3678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2"/>
          <p:cNvSpPr txBox="1"/>
          <p:nvPr/>
        </p:nvSpPr>
        <p:spPr>
          <a:xfrm>
            <a:off x="1325880" y="363270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무엇을, 어떻게 했는지 말해요.</a:t>
            </a:r>
            <a:endParaRPr lang="ko-KR" sz="3200" dirty="0"/>
          </a:p>
        </p:txBody>
      </p:sp>
      <p:sp>
        <p:nvSpPr>
          <p:cNvPr id="11" name="S04-stepno23"/>
          <p:cNvSpPr txBox="1"/>
          <p:nvPr/>
        </p:nvSpPr>
        <p:spPr>
          <a:xfrm>
            <a:off x="548640" y="4788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4-text24"/>
          <p:cNvSpPr txBox="1"/>
          <p:nvPr/>
        </p:nvSpPr>
        <p:spPr>
          <a:xfrm>
            <a:off x="1325880" y="47889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가족이 본 잘한 일도 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말할까요?</a:t>
            </a:r>
            <a:endParaRPr lang="ko-KR" sz="4400" dirty="0"/>
          </a:p>
        </p:txBody>
      </p:sp>
      <p:sp>
        <p:nvSpPr>
          <p:cNvPr id="3" name="S05-card2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윤재는 줄넘기 열 번 넘기가 아직 어려워요.</a:t>
            </a:r>
            <a:endParaRPr lang="ko-KR" sz="3200" dirty="0"/>
          </a:p>
        </p:txBody>
      </p:sp>
      <p:sp>
        <p:nvSpPr>
          <p:cNvPr id="5" name="S05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말이 다음에 도움이 될까요? 왜 그럴까요?</a:t>
            </a:r>
            <a:endParaRPr lang="ko-KR" sz="3200" dirty="0"/>
          </a:p>
        </p:txBody>
      </p:sp>
      <p:sp>
        <p:nvSpPr>
          <p:cNvPr id="7" name="S05-chip2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5-text3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원래 못해.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할래.”</a:t>
            </a:r>
            <a:endParaRPr lang="ko-KR" sz="3200" dirty="0"/>
          </a:p>
        </p:txBody>
      </p:sp>
      <p:sp>
        <p:nvSpPr>
          <p:cNvPr id="9" name="S05-chip3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5-text3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“아직 열 번이 어려워.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박자를 세어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주면 좋겠어.”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소개해요</a:t>
            </a:r>
            <a:endParaRPr lang="ko-KR" sz="4400" dirty="0"/>
          </a:p>
        </p:txBody>
      </p:sp>
      <p:sp>
        <p:nvSpPr>
          <p:cNvPr id="3" name="S06-card33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겪은 일로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‘아직’을 넣어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도움 받을 방법을 정해요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나를 깎아내리지 않아요</a:t>
            </a:r>
            <a:endParaRPr lang="ko-KR" sz="3200" dirty="0"/>
          </a:p>
        </p:txBody>
      </p:sp>
      <p:sp>
        <p:nvSpPr>
          <p:cNvPr id="5" name="S06-stepno35"/>
          <p:cNvSpPr txBox="1"/>
          <p:nvPr/>
        </p:nvSpPr>
        <p:spPr>
          <a:xfrm>
            <a:off x="548640" y="17632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6"/>
          <p:cNvSpPr txBox="1"/>
          <p:nvPr/>
        </p:nvSpPr>
        <p:spPr>
          <a:xfrm>
            <a:off x="1325880" y="17632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일 두 가지를 말해요.</a:t>
            </a:r>
            <a:endParaRPr lang="ko-KR" sz="3200" dirty="0"/>
          </a:p>
        </p:txBody>
      </p:sp>
      <p:sp>
        <p:nvSpPr>
          <p:cNvPr id="7" name="S06-stepno37"/>
          <p:cNvSpPr txBox="1"/>
          <p:nvPr/>
        </p:nvSpPr>
        <p:spPr>
          <a:xfrm>
            <a:off x="548640" y="25222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8"/>
          <p:cNvSpPr txBox="1"/>
          <p:nvPr/>
        </p:nvSpPr>
        <p:spPr>
          <a:xfrm>
            <a:off x="1325880" y="247650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‘아직’ 어려운 일 하나를 말해요.</a:t>
            </a:r>
            <a:endParaRPr lang="ko-KR" sz="3200" dirty="0"/>
          </a:p>
        </p:txBody>
      </p:sp>
      <p:sp>
        <p:nvSpPr>
          <p:cNvPr id="9" name="S06-stepno39"/>
          <p:cNvSpPr txBox="1"/>
          <p:nvPr/>
        </p:nvSpPr>
        <p:spPr>
          <a:xfrm>
            <a:off x="548640" y="3678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40"/>
          <p:cNvSpPr txBox="1"/>
          <p:nvPr/>
        </p:nvSpPr>
        <p:spPr>
          <a:xfrm>
            <a:off x="1325880" y="363270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어떤 도움을 받을지 정해요.</a:t>
            </a:r>
            <a:endParaRPr lang="ko-KR" sz="3200" dirty="0"/>
          </a:p>
        </p:txBody>
      </p:sp>
      <p:sp>
        <p:nvSpPr>
          <p:cNvPr id="11" name="S06-stepno41"/>
          <p:cNvSpPr txBox="1"/>
          <p:nvPr/>
        </p:nvSpPr>
        <p:spPr>
          <a:xfrm>
            <a:off x="548640" y="48346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42"/>
          <p:cNvSpPr txBox="1"/>
          <p:nvPr/>
        </p:nvSpPr>
        <p:spPr>
          <a:xfrm>
            <a:off x="1325880" y="478891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연습 기록표를 붙여요.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4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잘하는 일도, 아직 어려운 일도 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일은 도움을 받아 연습해요.</a:t>
            </a:r>
            <a:endParaRPr lang="ko-KR" sz="3200" dirty="0"/>
          </a:p>
        </p:txBody>
      </p:sp>
      <p:sp>
        <p:nvSpPr>
          <p:cNvPr id="5" name="S07-chip4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겪은 일로 말하기</a:t>
            </a:r>
            <a:endParaRPr lang="ko-KR" sz="2600" dirty="0"/>
          </a:p>
        </p:txBody>
      </p:sp>
      <p:sp>
        <p:nvSpPr>
          <p:cNvPr id="6" name="S07-chip4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‘원래 못해’라고 말하기</a:t>
            </a:r>
            <a:endParaRPr lang="ko-KR" sz="2600" dirty="0"/>
          </a:p>
        </p:txBody>
      </p:sp>
      <p:sp>
        <p:nvSpPr>
          <p:cNvPr id="7" name="S07-text4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48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잘한 일 하나를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겪은 일로 말하기</a:t>
            </a:r>
            <a:endParaRPr lang="ko-KR" sz="2600" dirty="0"/>
          </a:p>
        </p:txBody>
      </p:sp>
      <p:sp>
        <p:nvSpPr>
          <p:cNvPr id="9" name="S07-text49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연습한 일은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달라졌나요?</a:t>
            </a:r>
            <a:endParaRPr lang="ko-KR" sz="2600" dirty="0"/>
          </a:p>
        </p:txBody>
      </p:sp>
      <p:sp>
        <p:nvSpPr>
          <p:cNvPr id="10" name="S07-text50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도움을 청하는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하나</a:t>
            </a:r>
            <a:endParaRPr lang="ko-KR" sz="2600" dirty="0"/>
          </a:p>
        </p:txBody>
      </p:sp>
      <p:sp>
        <p:nvSpPr>
          <p:cNvPr id="11" name="S07-text5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직업과 협력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어제 한 일</a:t>
            </a:r>
            <a:endParaRPr lang="ko-KR" sz="4400" dirty="0"/>
          </a:p>
        </p:txBody>
      </p:sp>
      <p:sp>
        <p:nvSpPr>
          <p:cNvPr id="3" name="S08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일을 골라요.</a:t>
            </a:r>
            <a:endParaRPr lang="ko-KR" sz="3200" dirty="0"/>
          </a:p>
        </p:txBody>
      </p:sp>
      <p:sp>
        <p:nvSpPr>
          <p:cNvPr id="4" name="S08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했나요? 하고 나서 어땠나요?</a:t>
            </a:r>
            <a:endParaRPr lang="ko-KR" sz="3200" dirty="0"/>
          </a:p>
        </p:txBody>
      </p:sp>
      <p:sp>
        <p:nvSpPr>
          <p:cNvPr id="6" name="S08-chip55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56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7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정리하기</a:t>
            </a:r>
            <a:endParaRPr lang="ko-KR" sz="3200" dirty="0"/>
          </a:p>
        </p:txBody>
      </p:sp>
      <p:sp>
        <p:nvSpPr>
          <p:cNvPr id="9" name="S08-chip58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59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0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그리기</a:t>
            </a:r>
            <a:endParaRPr lang="ko-KR" sz="3200" dirty="0"/>
          </a:p>
        </p:txBody>
      </p:sp>
      <p:sp>
        <p:nvSpPr>
          <p:cNvPr id="12" name="S08-chip61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62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63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심부름하기</a:t>
            </a:r>
            <a:endParaRPr lang="ko-KR" sz="3200" dirty="0"/>
          </a:p>
        </p:txBody>
      </p:sp>
      <p:sp>
        <p:nvSpPr>
          <p:cNvPr id="15" name="S08-chip64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8-card65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8-cardtext66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동생과 놀기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진로·직업 잘하는 일 찾기</dc:title>
  <dc:subject>KR22-G02-CAR-STRENGTH-L01</dc:subject>
  <dc:creator>education-ppt</dc:creator>
  <cp:lastModifiedBy>education-ppt</cp:lastModifiedBy>
  <cp:revision>1</cp:revision>
  <dcterms:created xsi:type="dcterms:W3CDTF">2026-10-26T13:20:13Z</dcterms:created>
  <dcterms:modified xsi:type="dcterms:W3CDTF">2026-10-26T13:20:13Z</dcterms:modified>
</cp:coreProperties>
</file>