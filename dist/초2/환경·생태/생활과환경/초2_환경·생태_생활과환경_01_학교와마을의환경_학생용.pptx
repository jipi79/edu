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69f54b3-57ca-d0ec-5c0e-3b666a9eb953}">
          <p14:sldIdLst>
            <p14:sldId id="256"/>
            <p14:sldId id="257"/>
          </p14:sldIdLst>
        </p14:section>
        <p14:section name="개념" id="{9aed23c6-970d-09e9-55f7-8b4f8c8c79e1}">
          <p14:sldIdLst>
            <p14:sldId id="258"/>
            <p14:sldId id="260"/>
          </p14:sldIdLst>
        </p14:section>
        <p14:section name="연습" id="{01e2938d-4b38-9383-a23a-95d9b6519d22}">
          <p14:sldIdLst>
            <p14:sldId id="259"/>
            <p14:sldId id="261"/>
          </p14:sldIdLst>
        </p14:section>
        <p14:section name="개념" id="{7da59c78-a2a2-0b01-b3d5-3e87728b393e}">
          <p14:sldIdLst/>
        </p14:section>
        <p14:section name="연습" id="{9f64153a-1f56-f1b0-225d-5f9a74ad049d}">
          <p14:sldIdLst/>
        </p14:section>
        <p14:section name="확인" id="{1dbbddbf-e4ce-bff1-5666-8e8191677e5f}">
          <p14:sldIdLst>
            <p14:sldId id="262"/>
          </p14:sldIdLst>
        </p14:section>
        <p14:section name="정리" id="{1e3b3ea3-15dd-f5a9-8e7c-6ca1f188a02f}">
          <p14:sldIdLst>
            <p14:sldId id="263"/>
          </p14:sldIdLst>
        </p14:section>
        <p14:section name="보충" id="{0afbccca-0af0-4caf-7255-3a25b14bcd28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환경·생태 · 생활과환경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환경·생태 · 학교와 마을의 환경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환경·생태 · 학교와 마을의 환경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환경·생태 · 학교와 마을의 환경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학교와 마을의 환경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마을에는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마을을 걸으며 보고 들어요.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우리 생활과 이어서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관찰, 기억나요?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지난번에 배운 것을 말해요.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화분이나 개미를 봤던 때를 떠올려요.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무엇을 보나요?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생물을 지키는 약속 하나는?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환경을 살펴봐요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둘레의 모든 것이 환경이에요.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점과 불편한 점을 찾아요.</a:t>
            </a:r>
            <a:endParaRPr lang="ko-KR" sz="32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나무, 길,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건물, 쓰레기</a:t>
            </a:r>
            <a:endParaRPr lang="ko-KR" sz="32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귀로 들어요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새소리,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 소리</a:t>
            </a:r>
            <a:endParaRPr lang="ko-KR" sz="32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몸으로 느껴요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그늘, 바람,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냄새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 마을 지도</a:t>
            </a:r>
            <a:endParaRPr lang="ko-KR" sz="44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 찾아 짚어요.</a:t>
            </a:r>
            <a:endParaRPr lang="ko-KR" sz="3200" dirty="0"/>
          </a:p>
        </p:txBody>
      </p:sp>
      <p:sp>
        <p:nvSpPr>
          <p:cNvPr id="4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말해요.</a:t>
            </a:r>
            <a:endParaRPr lang="ko-KR" sz="3200" dirty="0"/>
          </a:p>
        </p:txBody>
      </p:sp>
      <p:sp>
        <p:nvSpPr>
          <p:cNvPr id="6" name="S04-figure22" descr="지어낸 하늘 마을 지도. 위쪽에 나무 세 그루가 있는 공원, 학교, 공사장이 있고, 가운데로 횡단보도가 있는 큰길이 지나며, 아래쪽에 집, 놀이터, 쓰레기 쌓인 곳이 있다."/>
          <p:cNvSpPr/>
          <p:nvPr/>
        </p:nvSpPr>
        <p:spPr>
          <a:xfrm>
            <a:off x="6450199" y="2330289"/>
            <a:ext cx="1623234" cy="959184"/>
          </a:xfrm>
          <a:custGeom>
            <a:avLst/>
            <a:gdLst/>
            <a:ahLst/>
            <a:cxnLst/>
            <a:rect l="l" t="t" r="r" b="b"/>
            <a:pathLst>
              <a:path w="1623234" h="959184">
                <a:moveTo>
                  <a:pt x="0" y="959184"/>
                </a:moveTo>
                <a:lnTo>
                  <a:pt x="1623234" y="959184"/>
                </a:lnTo>
                <a:lnTo>
                  <a:pt x="1623234" y="0"/>
                </a:lnTo>
                <a:lnTo>
                  <a:pt x="0" y="0"/>
                </a:lnTo>
                <a:close/>
              </a:path>
            </a:pathLst>
          </a:custGeom>
          <a:solidFill>
            <a:srgbClr val="D8F0DE"/>
          </a:solidFill>
          <a:ln w="28575">
            <a:solidFill>
              <a:srgbClr val="7FB89A"/>
            </a:solidFill>
            <a:prstDash val="solid"/>
          </a:ln>
        </p:spPr>
      </p:sp>
      <p:sp>
        <p:nvSpPr>
          <p:cNvPr id="7" name="S04-mark23"/>
          <p:cNvSpPr/>
          <p:nvPr/>
        </p:nvSpPr>
        <p:spPr>
          <a:xfrm>
            <a:off x="8294784" y="2330289"/>
            <a:ext cx="1475667" cy="959184"/>
          </a:xfrm>
          <a:custGeom>
            <a:avLst/>
            <a:gdLst/>
            <a:ahLst/>
            <a:cxnLst/>
            <a:rect l="l" t="t" r="r" b="b"/>
            <a:pathLst>
              <a:path w="1475667" h="959184">
                <a:moveTo>
                  <a:pt x="0" y="959184"/>
                </a:moveTo>
                <a:lnTo>
                  <a:pt x="1475667" y="959184"/>
                </a:lnTo>
                <a:lnTo>
                  <a:pt x="1475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C98A5B"/>
            </a:solidFill>
            <a:prstDash val="solid"/>
          </a:ln>
        </p:spPr>
      </p:sp>
      <p:sp>
        <p:nvSpPr>
          <p:cNvPr id="8" name="S04-mark24"/>
          <p:cNvSpPr/>
          <p:nvPr/>
        </p:nvSpPr>
        <p:spPr>
          <a:xfrm>
            <a:off x="9991801" y="2330289"/>
            <a:ext cx="1475667" cy="959184"/>
          </a:xfrm>
          <a:custGeom>
            <a:avLst/>
            <a:gdLst/>
            <a:ahLst/>
            <a:cxnLst/>
            <a:rect l="l" t="t" r="r" b="b"/>
            <a:pathLst>
              <a:path w="1475667" h="959184">
                <a:moveTo>
                  <a:pt x="0" y="959184"/>
                </a:moveTo>
                <a:lnTo>
                  <a:pt x="1475667" y="959184"/>
                </a:lnTo>
                <a:lnTo>
                  <a:pt x="1475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F7E3A1"/>
          </a:solidFill>
          <a:ln w="28575">
            <a:solidFill>
              <a:srgbClr val="B8962E"/>
            </a:solidFill>
            <a:prstDash val="dash"/>
          </a:ln>
        </p:spPr>
      </p:sp>
      <p:sp>
        <p:nvSpPr>
          <p:cNvPr id="9" name="S04-mark25"/>
          <p:cNvSpPr/>
          <p:nvPr/>
        </p:nvSpPr>
        <p:spPr>
          <a:xfrm>
            <a:off x="6376416" y="3473931"/>
            <a:ext cx="5164836" cy="405809"/>
          </a:xfrm>
          <a:custGeom>
            <a:avLst/>
            <a:gdLst/>
            <a:ahLst/>
            <a:cxnLst/>
            <a:rect l="l" t="t" r="r" b="b"/>
            <a:pathLst>
              <a:path w="5164836" h="405809">
                <a:moveTo>
                  <a:pt x="0" y="405809"/>
                </a:moveTo>
                <a:lnTo>
                  <a:pt x="5164836" y="405809"/>
                </a:lnTo>
                <a:lnTo>
                  <a:pt x="516483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AE1"/>
          </a:solidFill>
          <a:ln/>
        </p:spPr>
      </p:sp>
      <p:sp>
        <p:nvSpPr>
          <p:cNvPr id="10" name="S04-mark26"/>
          <p:cNvSpPr/>
          <p:nvPr/>
        </p:nvSpPr>
        <p:spPr>
          <a:xfrm>
            <a:off x="8811267" y="3787510"/>
            <a:ext cx="442700" cy="55338"/>
          </a:xfrm>
          <a:custGeom>
            <a:avLst/>
            <a:gdLst/>
            <a:ahLst/>
            <a:cxnLst/>
            <a:rect l="l" t="t" r="r" b="b"/>
            <a:pathLst>
              <a:path w="442700" h="55338">
                <a:moveTo>
                  <a:pt x="0" y="55338"/>
                </a:moveTo>
                <a:lnTo>
                  <a:pt x="442700" y="55338"/>
                </a:lnTo>
                <a:lnTo>
                  <a:pt x="4427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04-mark27"/>
          <p:cNvSpPr/>
          <p:nvPr/>
        </p:nvSpPr>
        <p:spPr>
          <a:xfrm>
            <a:off x="8811267" y="3676835"/>
            <a:ext cx="442700" cy="55338"/>
          </a:xfrm>
          <a:custGeom>
            <a:avLst/>
            <a:gdLst/>
            <a:ahLst/>
            <a:cxnLst/>
            <a:rect l="l" t="t" r="r" b="b"/>
            <a:pathLst>
              <a:path w="442700" h="55338">
                <a:moveTo>
                  <a:pt x="0" y="55338"/>
                </a:moveTo>
                <a:lnTo>
                  <a:pt x="442700" y="55338"/>
                </a:lnTo>
                <a:lnTo>
                  <a:pt x="4427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04-mark28"/>
          <p:cNvSpPr/>
          <p:nvPr/>
        </p:nvSpPr>
        <p:spPr>
          <a:xfrm>
            <a:off x="8811267" y="3566160"/>
            <a:ext cx="442700" cy="55338"/>
          </a:xfrm>
          <a:custGeom>
            <a:avLst/>
            <a:gdLst/>
            <a:ahLst/>
            <a:cxnLst/>
            <a:rect l="l" t="t" r="r" b="b"/>
            <a:pathLst>
              <a:path w="442700" h="55338">
                <a:moveTo>
                  <a:pt x="0" y="55338"/>
                </a:moveTo>
                <a:lnTo>
                  <a:pt x="442700" y="55338"/>
                </a:lnTo>
                <a:lnTo>
                  <a:pt x="4427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04-mark29"/>
          <p:cNvSpPr/>
          <p:nvPr/>
        </p:nvSpPr>
        <p:spPr>
          <a:xfrm>
            <a:off x="6597766" y="4027306"/>
            <a:ext cx="1180534" cy="774725"/>
          </a:xfrm>
          <a:custGeom>
            <a:avLst/>
            <a:gdLst/>
            <a:ahLst/>
            <a:cxnLst/>
            <a:rect l="l" t="t" r="r" b="b"/>
            <a:pathLst>
              <a:path w="1180534" h="774725">
                <a:moveTo>
                  <a:pt x="0" y="774725"/>
                </a:moveTo>
                <a:lnTo>
                  <a:pt x="1180534" y="774725"/>
                </a:lnTo>
                <a:lnTo>
                  <a:pt x="1180534" y="295133"/>
                </a:lnTo>
                <a:lnTo>
                  <a:pt x="590267" y="0"/>
                </a:lnTo>
                <a:lnTo>
                  <a:pt x="0" y="295133"/>
                </a:lnTo>
                <a:close/>
              </a:path>
            </a:pathLst>
          </a:custGeom>
          <a:solidFill>
            <a:srgbClr val="D6E4F0"/>
          </a:solidFill>
          <a:ln w="28575">
            <a:solidFill>
              <a:srgbClr val="3D5A80"/>
            </a:solidFill>
            <a:prstDash val="solid"/>
          </a:ln>
        </p:spPr>
      </p:sp>
      <p:sp>
        <p:nvSpPr>
          <p:cNvPr id="14" name="S04-mark30"/>
          <p:cNvSpPr/>
          <p:nvPr/>
        </p:nvSpPr>
        <p:spPr>
          <a:xfrm>
            <a:off x="8294784" y="4064198"/>
            <a:ext cx="1475667" cy="737834"/>
          </a:xfrm>
          <a:custGeom>
            <a:avLst/>
            <a:gdLst/>
            <a:ahLst/>
            <a:cxnLst/>
            <a:rect l="l" t="t" r="r" b="b"/>
            <a:pathLst>
              <a:path w="1475667" h="737834">
                <a:moveTo>
                  <a:pt x="0" y="737834"/>
                </a:moveTo>
                <a:lnTo>
                  <a:pt x="1475667" y="737834"/>
                </a:lnTo>
                <a:lnTo>
                  <a:pt x="1475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4F7"/>
          </a:solidFill>
          <a:ln w="28575">
            <a:solidFill>
              <a:srgbClr val="8A6FB0"/>
            </a:solidFill>
            <a:prstDash val="solid"/>
          </a:ln>
        </p:spPr>
      </p:sp>
      <p:sp>
        <p:nvSpPr>
          <p:cNvPr id="15" name="S04-mark31"/>
          <p:cNvSpPr/>
          <p:nvPr/>
        </p:nvSpPr>
        <p:spPr>
          <a:xfrm>
            <a:off x="9991801" y="4064198"/>
            <a:ext cx="1475667" cy="737834"/>
          </a:xfrm>
          <a:custGeom>
            <a:avLst/>
            <a:gdLst/>
            <a:ahLst/>
            <a:cxnLst/>
            <a:rect l="l" t="t" r="r" b="b"/>
            <a:pathLst>
              <a:path w="1475667" h="737834">
                <a:moveTo>
                  <a:pt x="0" y="737834"/>
                </a:moveTo>
                <a:lnTo>
                  <a:pt x="1475667" y="737834"/>
                </a:lnTo>
                <a:lnTo>
                  <a:pt x="1475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E8DCCB"/>
          </a:solidFill>
          <a:ln w="28575">
            <a:solidFill>
              <a:srgbClr val="8C6D46"/>
            </a:solidFill>
            <a:prstDash val="solid"/>
          </a:ln>
        </p:spPr>
      </p:sp>
      <p:sp>
        <p:nvSpPr>
          <p:cNvPr id="16" name="S04-mark32"/>
          <p:cNvSpPr/>
          <p:nvPr/>
        </p:nvSpPr>
        <p:spPr>
          <a:xfrm>
            <a:off x="6560874" y="2440964"/>
            <a:ext cx="368917" cy="368917"/>
          </a:xfrm>
          <a:prstGeom prst="ellipse">
            <a:avLst/>
          </a:pr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4-mark33"/>
          <p:cNvSpPr/>
          <p:nvPr/>
        </p:nvSpPr>
        <p:spPr>
          <a:xfrm>
            <a:off x="6966683" y="2404072"/>
            <a:ext cx="368917" cy="368917"/>
          </a:xfrm>
          <a:prstGeom prst="ellipse">
            <a:avLst/>
          </a:pr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4-mark34"/>
          <p:cNvSpPr/>
          <p:nvPr/>
        </p:nvSpPr>
        <p:spPr>
          <a:xfrm>
            <a:off x="6708441" y="2846772"/>
            <a:ext cx="368917" cy="368917"/>
          </a:xfrm>
          <a:prstGeom prst="ellipse">
            <a:avLst/>
          </a:pr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4-label36"/>
          <p:cNvSpPr txBox="1"/>
          <p:nvPr/>
        </p:nvSpPr>
        <p:spPr>
          <a:xfrm>
            <a:off x="7289165" y="2603505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2600" dirty="0"/>
          </a:p>
        </p:txBody>
      </p:sp>
      <p:sp>
        <p:nvSpPr>
          <p:cNvPr id="20" name="S04-label38"/>
          <p:cNvSpPr txBox="1"/>
          <p:nvPr/>
        </p:nvSpPr>
        <p:spPr>
          <a:xfrm>
            <a:off x="8654157" y="2603505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</a:t>
            </a:r>
            <a:endParaRPr lang="ko-KR" sz="2600" dirty="0"/>
          </a:p>
        </p:txBody>
      </p:sp>
      <p:sp>
        <p:nvSpPr>
          <p:cNvPr id="21" name="S04-label40"/>
          <p:cNvSpPr txBox="1"/>
          <p:nvPr/>
        </p:nvSpPr>
        <p:spPr>
          <a:xfrm>
            <a:off x="10189377" y="2603505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공사장</a:t>
            </a:r>
            <a:endParaRPr lang="ko-KR" sz="2600" dirty="0"/>
          </a:p>
        </p:txBody>
      </p:sp>
      <p:sp>
        <p:nvSpPr>
          <p:cNvPr id="22" name="S04-label42"/>
          <p:cNvSpPr txBox="1"/>
          <p:nvPr/>
        </p:nvSpPr>
        <p:spPr>
          <a:xfrm>
            <a:off x="7166937" y="3510148"/>
            <a:ext cx="6324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큰길</a:t>
            </a:r>
            <a:endParaRPr lang="ko-KR" sz="2100" dirty="0"/>
          </a:p>
        </p:txBody>
      </p:sp>
      <p:sp>
        <p:nvSpPr>
          <p:cNvPr id="23" name="S04-label44"/>
          <p:cNvSpPr txBox="1"/>
          <p:nvPr/>
        </p:nvSpPr>
        <p:spPr>
          <a:xfrm>
            <a:off x="10118271" y="3510148"/>
            <a:ext cx="6324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큰길</a:t>
            </a:r>
            <a:endParaRPr lang="ko-KR" sz="2100" dirty="0"/>
          </a:p>
        </p:txBody>
      </p:sp>
      <p:sp>
        <p:nvSpPr>
          <p:cNvPr id="24" name="S04-label46"/>
          <p:cNvSpPr txBox="1"/>
          <p:nvPr/>
        </p:nvSpPr>
        <p:spPr>
          <a:xfrm>
            <a:off x="6971371" y="4355861"/>
            <a:ext cx="43332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</a:t>
            </a:r>
            <a:endParaRPr lang="ko-KR" sz="2600" dirty="0"/>
          </a:p>
        </p:txBody>
      </p:sp>
      <p:sp>
        <p:nvSpPr>
          <p:cNvPr id="25" name="S04-label48"/>
          <p:cNvSpPr txBox="1"/>
          <p:nvPr/>
        </p:nvSpPr>
        <p:spPr>
          <a:xfrm>
            <a:off x="8492359" y="4226740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</a:t>
            </a:r>
            <a:endParaRPr lang="ko-KR" sz="2600" dirty="0"/>
          </a:p>
        </p:txBody>
      </p:sp>
      <p:sp>
        <p:nvSpPr>
          <p:cNvPr id="26" name="S04-label50"/>
          <p:cNvSpPr txBox="1"/>
          <p:nvPr/>
        </p:nvSpPr>
        <p:spPr>
          <a:xfrm>
            <a:off x="10242717" y="4099740"/>
            <a:ext cx="97383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</a:t>
            </a:r>
            <a:endParaRPr lang="ko-KR" sz="2100" dirty="0"/>
          </a:p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쌓인 곳</a:t>
            </a:r>
            <a:endParaRPr lang="ko-KR" sz="2100" dirty="0"/>
          </a:p>
        </p:txBody>
      </p:sp>
      <p:sp>
        <p:nvSpPr>
          <p:cNvPr id="27" name="S04-chip5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28" name="S04-text52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시원한 그늘이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곳은?</a:t>
            </a:r>
            <a:endParaRPr lang="ko-KR" sz="2600" dirty="0"/>
          </a:p>
        </p:txBody>
      </p:sp>
      <p:sp>
        <p:nvSpPr>
          <p:cNvPr id="29" name="S04-chip5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0" name="S04-text54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시끄러운 소리가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곳은?</a:t>
            </a:r>
            <a:endParaRPr lang="ko-KR" sz="2600" dirty="0"/>
          </a:p>
        </p:txBody>
      </p:sp>
      <p:sp>
        <p:nvSpPr>
          <p:cNvPr id="31" name="S04-chip5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2" name="S04-text56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냄새가 날 것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곳은?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환경과 우리 생활</a:t>
            </a:r>
            <a:endParaRPr lang="ko-KR" sz="4400" dirty="0"/>
          </a:p>
        </p:txBody>
      </p:sp>
      <p:sp>
        <p:nvSpPr>
          <p:cNvPr id="3" name="S05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환경은 생활과 이어져 있어요.</a:t>
            </a:r>
            <a:endParaRPr lang="ko-KR" sz="3200" dirty="0"/>
          </a:p>
        </p:txBody>
      </p:sp>
      <p:sp>
        <p:nvSpPr>
          <p:cNvPr id="4" name="S05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“○○가 있어서 ~해요.”로 말해요.</a:t>
            </a:r>
            <a:endParaRPr lang="ko-KR" sz="3200" dirty="0"/>
          </a:p>
        </p:txBody>
      </p:sp>
      <p:sp>
        <p:nvSpPr>
          <p:cNvPr id="6" name="S05-card60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61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 그늘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시원하게 쉬어요</a:t>
            </a:r>
            <a:endParaRPr lang="ko-KR" sz="3200" dirty="0"/>
          </a:p>
        </p:txBody>
      </p:sp>
      <p:sp>
        <p:nvSpPr>
          <p:cNvPr id="8" name="S05-card62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63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뛰어놀고 산책해요</a:t>
            </a:r>
            <a:endParaRPr lang="ko-KR" sz="3200" dirty="0"/>
          </a:p>
        </p:txBody>
      </p:sp>
      <p:sp>
        <p:nvSpPr>
          <p:cNvPr id="10" name="S05-card64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65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냄새나고 다칠 수 있어요</a:t>
            </a:r>
            <a:endParaRPr lang="ko-KR" sz="3200" dirty="0"/>
          </a:p>
        </p:txBody>
      </p:sp>
      <p:sp>
        <p:nvSpPr>
          <p:cNvPr id="12" name="S05-card66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3" name="S05-cardtext67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시끄러운 소리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잠자기 힘들어요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 마을 사람들</a:t>
            </a:r>
            <a:endParaRPr lang="ko-KR" sz="4400" dirty="0"/>
          </a:p>
        </p:txBody>
      </p:sp>
      <p:sp>
        <p:nvSpPr>
          <p:cNvPr id="3" name="S06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속 사람들은 어떨까요?</a:t>
            </a:r>
            <a:endParaRPr lang="ko-KR" sz="3200" dirty="0"/>
          </a:p>
        </p:txBody>
      </p:sp>
      <p:sp>
        <p:nvSpPr>
          <p:cNvPr id="4" name="S06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“○○가 있어서 ~해요.”</a:t>
            </a:r>
            <a:endParaRPr lang="ko-KR" sz="3200" dirty="0"/>
          </a:p>
        </p:txBody>
      </p:sp>
      <p:sp>
        <p:nvSpPr>
          <p:cNvPr id="6" name="S06-figure71" descr="지어낸 하늘 마을 지도. 위쪽에 나무 세 그루가 있는 공원, 학교, 공사장이 있고, 가운데로 횡단보도가 있는 큰길이 지나며, 아래쪽에 집, 놀이터, 쓰레기 쌓인 곳이 있다."/>
          <p:cNvSpPr/>
          <p:nvPr/>
        </p:nvSpPr>
        <p:spPr>
          <a:xfrm>
            <a:off x="6450199" y="2330289"/>
            <a:ext cx="1623234" cy="959184"/>
          </a:xfrm>
          <a:custGeom>
            <a:avLst/>
            <a:gdLst/>
            <a:ahLst/>
            <a:cxnLst/>
            <a:rect l="l" t="t" r="r" b="b"/>
            <a:pathLst>
              <a:path w="1623234" h="959184">
                <a:moveTo>
                  <a:pt x="0" y="959184"/>
                </a:moveTo>
                <a:lnTo>
                  <a:pt x="1623234" y="959184"/>
                </a:lnTo>
                <a:lnTo>
                  <a:pt x="1623234" y="0"/>
                </a:lnTo>
                <a:lnTo>
                  <a:pt x="0" y="0"/>
                </a:lnTo>
                <a:close/>
              </a:path>
            </a:pathLst>
          </a:custGeom>
          <a:solidFill>
            <a:srgbClr val="D8F0DE"/>
          </a:solidFill>
          <a:ln w="28575">
            <a:solidFill>
              <a:srgbClr val="7FB89A"/>
            </a:solidFill>
            <a:prstDash val="solid"/>
          </a:ln>
        </p:spPr>
      </p:sp>
      <p:sp>
        <p:nvSpPr>
          <p:cNvPr id="7" name="S06-mark72"/>
          <p:cNvSpPr/>
          <p:nvPr/>
        </p:nvSpPr>
        <p:spPr>
          <a:xfrm>
            <a:off x="8294784" y="2330289"/>
            <a:ext cx="1475667" cy="959184"/>
          </a:xfrm>
          <a:custGeom>
            <a:avLst/>
            <a:gdLst/>
            <a:ahLst/>
            <a:cxnLst/>
            <a:rect l="l" t="t" r="r" b="b"/>
            <a:pathLst>
              <a:path w="1475667" h="959184">
                <a:moveTo>
                  <a:pt x="0" y="959184"/>
                </a:moveTo>
                <a:lnTo>
                  <a:pt x="1475667" y="959184"/>
                </a:lnTo>
                <a:lnTo>
                  <a:pt x="1475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C98A5B"/>
            </a:solidFill>
            <a:prstDash val="solid"/>
          </a:ln>
        </p:spPr>
      </p:sp>
      <p:sp>
        <p:nvSpPr>
          <p:cNvPr id="8" name="S06-mark73"/>
          <p:cNvSpPr/>
          <p:nvPr/>
        </p:nvSpPr>
        <p:spPr>
          <a:xfrm>
            <a:off x="9991801" y="2330289"/>
            <a:ext cx="1475667" cy="959184"/>
          </a:xfrm>
          <a:custGeom>
            <a:avLst/>
            <a:gdLst/>
            <a:ahLst/>
            <a:cxnLst/>
            <a:rect l="l" t="t" r="r" b="b"/>
            <a:pathLst>
              <a:path w="1475667" h="959184">
                <a:moveTo>
                  <a:pt x="0" y="959184"/>
                </a:moveTo>
                <a:lnTo>
                  <a:pt x="1475667" y="959184"/>
                </a:lnTo>
                <a:lnTo>
                  <a:pt x="1475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F7E3A1"/>
          </a:solidFill>
          <a:ln w="28575">
            <a:solidFill>
              <a:srgbClr val="B8962E"/>
            </a:solidFill>
            <a:prstDash val="dash"/>
          </a:ln>
        </p:spPr>
      </p:sp>
      <p:sp>
        <p:nvSpPr>
          <p:cNvPr id="9" name="S06-mark74"/>
          <p:cNvSpPr/>
          <p:nvPr/>
        </p:nvSpPr>
        <p:spPr>
          <a:xfrm>
            <a:off x="6376416" y="3473931"/>
            <a:ext cx="5164836" cy="405809"/>
          </a:xfrm>
          <a:custGeom>
            <a:avLst/>
            <a:gdLst/>
            <a:ahLst/>
            <a:cxnLst/>
            <a:rect l="l" t="t" r="r" b="b"/>
            <a:pathLst>
              <a:path w="5164836" h="405809">
                <a:moveTo>
                  <a:pt x="0" y="405809"/>
                </a:moveTo>
                <a:lnTo>
                  <a:pt x="5164836" y="405809"/>
                </a:lnTo>
                <a:lnTo>
                  <a:pt x="516483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AE1"/>
          </a:solidFill>
          <a:ln/>
        </p:spPr>
      </p:sp>
      <p:sp>
        <p:nvSpPr>
          <p:cNvPr id="10" name="S06-mark75"/>
          <p:cNvSpPr/>
          <p:nvPr/>
        </p:nvSpPr>
        <p:spPr>
          <a:xfrm>
            <a:off x="8811267" y="3787510"/>
            <a:ext cx="442700" cy="55338"/>
          </a:xfrm>
          <a:custGeom>
            <a:avLst/>
            <a:gdLst/>
            <a:ahLst/>
            <a:cxnLst/>
            <a:rect l="l" t="t" r="r" b="b"/>
            <a:pathLst>
              <a:path w="442700" h="55338">
                <a:moveTo>
                  <a:pt x="0" y="55338"/>
                </a:moveTo>
                <a:lnTo>
                  <a:pt x="442700" y="55338"/>
                </a:lnTo>
                <a:lnTo>
                  <a:pt x="4427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06-mark76"/>
          <p:cNvSpPr/>
          <p:nvPr/>
        </p:nvSpPr>
        <p:spPr>
          <a:xfrm>
            <a:off x="8811267" y="3676835"/>
            <a:ext cx="442700" cy="55338"/>
          </a:xfrm>
          <a:custGeom>
            <a:avLst/>
            <a:gdLst/>
            <a:ahLst/>
            <a:cxnLst/>
            <a:rect l="l" t="t" r="r" b="b"/>
            <a:pathLst>
              <a:path w="442700" h="55338">
                <a:moveTo>
                  <a:pt x="0" y="55338"/>
                </a:moveTo>
                <a:lnTo>
                  <a:pt x="442700" y="55338"/>
                </a:lnTo>
                <a:lnTo>
                  <a:pt x="4427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06-mark77"/>
          <p:cNvSpPr/>
          <p:nvPr/>
        </p:nvSpPr>
        <p:spPr>
          <a:xfrm>
            <a:off x="8811267" y="3566160"/>
            <a:ext cx="442700" cy="55338"/>
          </a:xfrm>
          <a:custGeom>
            <a:avLst/>
            <a:gdLst/>
            <a:ahLst/>
            <a:cxnLst/>
            <a:rect l="l" t="t" r="r" b="b"/>
            <a:pathLst>
              <a:path w="442700" h="55338">
                <a:moveTo>
                  <a:pt x="0" y="55338"/>
                </a:moveTo>
                <a:lnTo>
                  <a:pt x="442700" y="55338"/>
                </a:lnTo>
                <a:lnTo>
                  <a:pt x="4427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06-mark78"/>
          <p:cNvSpPr/>
          <p:nvPr/>
        </p:nvSpPr>
        <p:spPr>
          <a:xfrm>
            <a:off x="6597766" y="4027306"/>
            <a:ext cx="1180534" cy="774725"/>
          </a:xfrm>
          <a:custGeom>
            <a:avLst/>
            <a:gdLst/>
            <a:ahLst/>
            <a:cxnLst/>
            <a:rect l="l" t="t" r="r" b="b"/>
            <a:pathLst>
              <a:path w="1180534" h="774725">
                <a:moveTo>
                  <a:pt x="0" y="774725"/>
                </a:moveTo>
                <a:lnTo>
                  <a:pt x="1180534" y="774725"/>
                </a:lnTo>
                <a:lnTo>
                  <a:pt x="1180534" y="295133"/>
                </a:lnTo>
                <a:lnTo>
                  <a:pt x="590267" y="0"/>
                </a:lnTo>
                <a:lnTo>
                  <a:pt x="0" y="295133"/>
                </a:lnTo>
                <a:close/>
              </a:path>
            </a:pathLst>
          </a:custGeom>
          <a:solidFill>
            <a:srgbClr val="D6E4F0"/>
          </a:solidFill>
          <a:ln w="28575">
            <a:solidFill>
              <a:srgbClr val="3D5A80"/>
            </a:solidFill>
            <a:prstDash val="solid"/>
          </a:ln>
        </p:spPr>
      </p:sp>
      <p:sp>
        <p:nvSpPr>
          <p:cNvPr id="14" name="S06-mark79"/>
          <p:cNvSpPr/>
          <p:nvPr/>
        </p:nvSpPr>
        <p:spPr>
          <a:xfrm>
            <a:off x="8294784" y="4064198"/>
            <a:ext cx="1475667" cy="737834"/>
          </a:xfrm>
          <a:custGeom>
            <a:avLst/>
            <a:gdLst/>
            <a:ahLst/>
            <a:cxnLst/>
            <a:rect l="l" t="t" r="r" b="b"/>
            <a:pathLst>
              <a:path w="1475667" h="737834">
                <a:moveTo>
                  <a:pt x="0" y="737834"/>
                </a:moveTo>
                <a:lnTo>
                  <a:pt x="1475667" y="737834"/>
                </a:lnTo>
                <a:lnTo>
                  <a:pt x="1475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4F7"/>
          </a:solidFill>
          <a:ln w="28575">
            <a:solidFill>
              <a:srgbClr val="8A6FB0"/>
            </a:solidFill>
            <a:prstDash val="solid"/>
          </a:ln>
        </p:spPr>
      </p:sp>
      <p:sp>
        <p:nvSpPr>
          <p:cNvPr id="15" name="S06-mark80"/>
          <p:cNvSpPr/>
          <p:nvPr/>
        </p:nvSpPr>
        <p:spPr>
          <a:xfrm>
            <a:off x="9991801" y="4064198"/>
            <a:ext cx="1475667" cy="737834"/>
          </a:xfrm>
          <a:custGeom>
            <a:avLst/>
            <a:gdLst/>
            <a:ahLst/>
            <a:cxnLst/>
            <a:rect l="l" t="t" r="r" b="b"/>
            <a:pathLst>
              <a:path w="1475667" h="737834">
                <a:moveTo>
                  <a:pt x="0" y="737834"/>
                </a:moveTo>
                <a:lnTo>
                  <a:pt x="1475667" y="737834"/>
                </a:lnTo>
                <a:lnTo>
                  <a:pt x="1475667" y="0"/>
                </a:lnTo>
                <a:lnTo>
                  <a:pt x="0" y="0"/>
                </a:lnTo>
                <a:close/>
              </a:path>
            </a:pathLst>
          </a:custGeom>
          <a:solidFill>
            <a:srgbClr val="E8DCCB"/>
          </a:solidFill>
          <a:ln w="28575">
            <a:solidFill>
              <a:srgbClr val="8C6D46"/>
            </a:solidFill>
            <a:prstDash val="solid"/>
          </a:ln>
        </p:spPr>
      </p:sp>
      <p:sp>
        <p:nvSpPr>
          <p:cNvPr id="16" name="S06-mark81"/>
          <p:cNvSpPr/>
          <p:nvPr/>
        </p:nvSpPr>
        <p:spPr>
          <a:xfrm>
            <a:off x="6560874" y="2440964"/>
            <a:ext cx="368917" cy="368917"/>
          </a:xfrm>
          <a:prstGeom prst="ellipse">
            <a:avLst/>
          </a:pr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6-mark82"/>
          <p:cNvSpPr/>
          <p:nvPr/>
        </p:nvSpPr>
        <p:spPr>
          <a:xfrm>
            <a:off x="6966683" y="2404072"/>
            <a:ext cx="368917" cy="368917"/>
          </a:xfrm>
          <a:prstGeom prst="ellipse">
            <a:avLst/>
          </a:pr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6-mark83"/>
          <p:cNvSpPr/>
          <p:nvPr/>
        </p:nvSpPr>
        <p:spPr>
          <a:xfrm>
            <a:off x="6708441" y="2846772"/>
            <a:ext cx="368917" cy="368917"/>
          </a:xfrm>
          <a:prstGeom prst="ellipse">
            <a:avLst/>
          </a:prstGeom>
          <a:solidFill>
            <a:srgbClr val="2A9D8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6-label85"/>
          <p:cNvSpPr txBox="1"/>
          <p:nvPr/>
        </p:nvSpPr>
        <p:spPr>
          <a:xfrm>
            <a:off x="7289165" y="2603505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2600" dirty="0"/>
          </a:p>
        </p:txBody>
      </p:sp>
      <p:sp>
        <p:nvSpPr>
          <p:cNvPr id="20" name="S06-label87"/>
          <p:cNvSpPr txBox="1"/>
          <p:nvPr/>
        </p:nvSpPr>
        <p:spPr>
          <a:xfrm>
            <a:off x="8654157" y="2603505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</a:t>
            </a:r>
            <a:endParaRPr lang="ko-KR" sz="2600" dirty="0"/>
          </a:p>
        </p:txBody>
      </p:sp>
      <p:sp>
        <p:nvSpPr>
          <p:cNvPr id="21" name="S06-label89"/>
          <p:cNvSpPr txBox="1"/>
          <p:nvPr/>
        </p:nvSpPr>
        <p:spPr>
          <a:xfrm>
            <a:off x="10189377" y="2603505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공사장</a:t>
            </a:r>
            <a:endParaRPr lang="ko-KR" sz="2600" dirty="0"/>
          </a:p>
        </p:txBody>
      </p:sp>
      <p:sp>
        <p:nvSpPr>
          <p:cNvPr id="22" name="S06-label91"/>
          <p:cNvSpPr txBox="1"/>
          <p:nvPr/>
        </p:nvSpPr>
        <p:spPr>
          <a:xfrm>
            <a:off x="7166937" y="3510148"/>
            <a:ext cx="6324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큰길</a:t>
            </a:r>
            <a:endParaRPr lang="ko-KR" sz="2100" dirty="0"/>
          </a:p>
        </p:txBody>
      </p:sp>
      <p:sp>
        <p:nvSpPr>
          <p:cNvPr id="23" name="S06-label93"/>
          <p:cNvSpPr txBox="1"/>
          <p:nvPr/>
        </p:nvSpPr>
        <p:spPr>
          <a:xfrm>
            <a:off x="10118271" y="3510148"/>
            <a:ext cx="6324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큰길</a:t>
            </a:r>
            <a:endParaRPr lang="ko-KR" sz="2100" dirty="0"/>
          </a:p>
        </p:txBody>
      </p:sp>
      <p:sp>
        <p:nvSpPr>
          <p:cNvPr id="24" name="S06-label95"/>
          <p:cNvSpPr txBox="1"/>
          <p:nvPr/>
        </p:nvSpPr>
        <p:spPr>
          <a:xfrm>
            <a:off x="6971371" y="4355861"/>
            <a:ext cx="43332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</a:t>
            </a:r>
            <a:endParaRPr lang="ko-KR" sz="2600" dirty="0"/>
          </a:p>
        </p:txBody>
      </p:sp>
      <p:sp>
        <p:nvSpPr>
          <p:cNvPr id="25" name="S06-label97"/>
          <p:cNvSpPr txBox="1"/>
          <p:nvPr/>
        </p:nvSpPr>
        <p:spPr>
          <a:xfrm>
            <a:off x="8492359" y="4226740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</a:t>
            </a:r>
            <a:endParaRPr lang="ko-KR" sz="2600" dirty="0"/>
          </a:p>
        </p:txBody>
      </p:sp>
      <p:sp>
        <p:nvSpPr>
          <p:cNvPr id="26" name="S06-label99"/>
          <p:cNvSpPr txBox="1"/>
          <p:nvPr/>
        </p:nvSpPr>
        <p:spPr>
          <a:xfrm>
            <a:off x="10242717" y="4099740"/>
            <a:ext cx="97383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</a:t>
            </a:r>
            <a:endParaRPr lang="ko-KR" sz="2100" dirty="0"/>
          </a:p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쌓인 곳</a:t>
            </a:r>
            <a:endParaRPr lang="ko-KR" sz="2100" dirty="0"/>
          </a:p>
        </p:txBody>
      </p:sp>
      <p:sp>
        <p:nvSpPr>
          <p:cNvPr id="27" name="S06-chip10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28" name="S06-text101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 건너편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살면?</a:t>
            </a:r>
            <a:endParaRPr lang="ko-KR" sz="2600" dirty="0"/>
          </a:p>
        </p:txBody>
      </p:sp>
      <p:sp>
        <p:nvSpPr>
          <p:cNvPr id="29" name="S06-chip10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0" name="S06-text103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공사장 옆 학교에서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공부하면?</a:t>
            </a:r>
            <a:endParaRPr lang="ko-KR" sz="2600" dirty="0"/>
          </a:p>
        </p:txBody>
      </p:sp>
      <p:sp>
        <p:nvSpPr>
          <p:cNvPr id="31" name="S06-chip10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2" name="S06-text105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 옆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놀이터에서 놀면?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마을 한 바퀴</a:t>
            </a:r>
            <a:endParaRPr lang="ko-KR" sz="4400" dirty="0"/>
          </a:p>
        </p:txBody>
      </p:sp>
      <p:sp>
        <p:nvSpPr>
          <p:cNvPr id="3" name="S07-card106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107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어른 손을 잡고 인도로 걸어요.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쓰레기는 손으로 만지지 않아요.</a:t>
            </a:r>
            <a:endParaRPr lang="ko-KR" sz="3200" dirty="0"/>
          </a:p>
        </p:txBody>
      </p:sp>
      <p:sp>
        <p:nvSpPr>
          <p:cNvPr id="5" name="S07-card108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109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가지 넘게 적었어요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소리도 하나 적었어요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생활과 이어 두 번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어른 곁에서 걸었어요</a:t>
            </a:r>
            <a:endParaRPr lang="ko-KR" sz="3200" dirty="0"/>
          </a:p>
        </p:txBody>
      </p:sp>
      <p:sp>
        <p:nvSpPr>
          <p:cNvPr id="7" name="S07-stepno110"/>
          <p:cNvSpPr txBox="1"/>
          <p:nvPr/>
        </p:nvSpPr>
        <p:spPr>
          <a:xfrm>
            <a:off x="548640" y="14772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111"/>
          <p:cNvSpPr txBox="1"/>
          <p:nvPr/>
        </p:nvSpPr>
        <p:spPr>
          <a:xfrm>
            <a:off x="1325880" y="1431544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 10분쯤 걸어요.</a:t>
            </a:r>
            <a:endParaRPr lang="ko-KR" sz="3200" dirty="0"/>
          </a:p>
        </p:txBody>
      </p:sp>
      <p:sp>
        <p:nvSpPr>
          <p:cNvPr id="9" name="S07-stepno112"/>
          <p:cNvSpPr txBox="1"/>
          <p:nvPr/>
        </p:nvSpPr>
        <p:spPr>
          <a:xfrm>
            <a:off x="548640" y="25877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113"/>
          <p:cNvSpPr txBox="1"/>
          <p:nvPr/>
        </p:nvSpPr>
        <p:spPr>
          <a:xfrm>
            <a:off x="1325880" y="25877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들은 것을 적어요.</a:t>
            </a:r>
            <a:endParaRPr lang="ko-KR" sz="3200" dirty="0"/>
          </a:p>
        </p:txBody>
      </p:sp>
      <p:sp>
        <p:nvSpPr>
          <p:cNvPr id="11" name="S07-stepno114"/>
          <p:cNvSpPr txBox="1"/>
          <p:nvPr/>
        </p:nvSpPr>
        <p:spPr>
          <a:xfrm>
            <a:off x="548640" y="33009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115"/>
          <p:cNvSpPr txBox="1"/>
          <p:nvPr/>
        </p:nvSpPr>
        <p:spPr>
          <a:xfrm>
            <a:off x="1325880" y="33009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좋으면 ○, 불편하면 △</a:t>
            </a:r>
            <a:endParaRPr lang="ko-KR" sz="3200" dirty="0"/>
          </a:p>
        </p:txBody>
      </p:sp>
      <p:sp>
        <p:nvSpPr>
          <p:cNvPr id="13" name="S07-stepno116"/>
          <p:cNvSpPr txBox="1"/>
          <p:nvPr/>
        </p:nvSpPr>
        <p:spPr>
          <a:xfrm>
            <a:off x="548640" y="40142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7-text117"/>
          <p:cNvSpPr txBox="1"/>
          <p:nvPr/>
        </p:nvSpPr>
        <p:spPr>
          <a:xfrm>
            <a:off x="1325880" y="40142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와서 이어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8-card11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8-cardtext11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환경은 우리 생활과 이어져 있어요.</a:t>
            </a:r>
            <a:endParaRPr lang="ko-KR" sz="3200" dirty="0"/>
          </a:p>
        </p:txBody>
      </p:sp>
      <p:sp>
        <p:nvSpPr>
          <p:cNvPr id="5" name="S08-chip12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눈·귀·몸으로 살피기</a:t>
            </a:r>
            <a:endParaRPr lang="ko-KR" sz="2600" dirty="0"/>
          </a:p>
        </p:txBody>
      </p:sp>
      <p:sp>
        <p:nvSpPr>
          <p:cNvPr id="6" name="S08-chip12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보기만 하고 지나치기</a:t>
            </a:r>
            <a:endParaRPr lang="ko-KR" sz="2600" dirty="0"/>
          </a:p>
        </p:txBody>
      </p:sp>
      <p:sp>
        <p:nvSpPr>
          <p:cNvPr id="7" name="S08-text12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8-text123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환경을 살피는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두 가지</a:t>
            </a:r>
            <a:endParaRPr lang="ko-KR" sz="2600" dirty="0"/>
          </a:p>
        </p:txBody>
      </p:sp>
      <p:sp>
        <p:nvSpPr>
          <p:cNvPr id="9" name="S08-text124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나무 그늘이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주는 좋은 점</a:t>
            </a:r>
            <a:endParaRPr lang="ko-KR" sz="2600" dirty="0"/>
          </a:p>
        </p:txBody>
      </p:sp>
      <p:sp>
        <p:nvSpPr>
          <p:cNvPr id="10" name="S08-text125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우리 마을에서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것 하나</a:t>
            </a:r>
            <a:endParaRPr lang="ko-KR" sz="2600" dirty="0"/>
          </a:p>
        </p:txBody>
      </p:sp>
      <p:sp>
        <p:nvSpPr>
          <p:cNvPr id="11" name="S08-text12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쓰레기 줄이기와 분리배출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자세히 살펴보기</a:t>
            </a:r>
            <a:endParaRPr lang="ko-KR" sz="4400" dirty="0"/>
          </a:p>
        </p:txBody>
      </p:sp>
      <p:sp>
        <p:nvSpPr>
          <p:cNvPr id="3" name="S09-text1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창밖의 나무 하나를 봐요.</a:t>
            </a:r>
            <a:endParaRPr lang="ko-KR" sz="3200" dirty="0"/>
          </a:p>
        </p:txBody>
      </p:sp>
      <p:sp>
        <p:nvSpPr>
          <p:cNvPr id="4" name="S09-card1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1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가만히, 오래 보면 더 많이 보여요.</a:t>
            </a:r>
            <a:endParaRPr lang="ko-KR" sz="3200" dirty="0"/>
          </a:p>
        </p:txBody>
      </p:sp>
      <p:sp>
        <p:nvSpPr>
          <p:cNvPr id="6" name="S09-card13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13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색이에요?</a:t>
            </a:r>
            <a:endParaRPr lang="ko-KR" sz="3200" dirty="0"/>
          </a:p>
        </p:txBody>
      </p:sp>
      <p:sp>
        <p:nvSpPr>
          <p:cNvPr id="8" name="S09-card13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13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모양이에요?</a:t>
            </a:r>
            <a:endParaRPr lang="ko-KR" sz="3200" dirty="0"/>
          </a:p>
        </p:txBody>
      </p:sp>
      <p:sp>
        <p:nvSpPr>
          <p:cNvPr id="10" name="S09-card13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9-cardtext13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흔들려요?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환경·생태 학교와 마을의 환경</dc:title>
  <dc:subject>KR22-G02-ENV-AROUND-L01</dc:subject>
  <dc:creator>education-ppt</dc:creator>
  <cp:lastModifiedBy>education-ppt</cp:lastModifiedBy>
  <cp:revision>1</cp:revision>
  <dcterms:created xsi:type="dcterms:W3CDTF">2026-10-26T13:21:20Z</dcterms:created>
  <dcterms:modified xsi:type="dcterms:W3CDTF">2026-10-26T13:21:20Z</dcterms:modified>
</cp:coreProperties>
</file>