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ee40330-a55c-99e3-b047-18c529bd8bd7}">
          <p14:sldIdLst>
            <p14:sldId id="256"/>
            <p14:sldId id="257"/>
          </p14:sldIdLst>
        </p14:section>
        <p14:section name="개념" id="{d99f6946-aef3-d9c2-5f0e-66aa2d50a700}">
          <p14:sldIdLst>
            <p14:sldId id="258"/>
            <p14:sldId id="260"/>
          </p14:sldIdLst>
        </p14:section>
        <p14:section name="연습" id="{5496a5da-9c8c-a1fb-5491-0d9ef1756b2f}">
          <p14:sldIdLst>
            <p14:sldId id="259"/>
            <p14:sldId id="261"/>
          </p14:sldIdLst>
        </p14:section>
        <p14:section name="개념" id="{a2cec555-130c-49f4-a973-95095e84caf9}">
          <p14:sldIdLst/>
        </p14:section>
        <p14:section name="연습" id="{2aca810d-67bd-9d43-6933-10b4b0c39c92}">
          <p14:sldIdLst/>
        </p14:section>
        <p14:section name="확인" id="{ea074660-0f11-130b-176b-3b73cd66686f}">
          <p14:sldIdLst>
            <p14:sldId id="262"/>
          </p14:sldIdLst>
        </p14:section>
        <p14:section name="정리" id="{a37713a0-5850-4290-e995-0732f77c87ee}">
          <p14:sldIdLst>
            <p14:sldId id="263"/>
          </p14:sldIdLst>
        </p14:section>
        <p14:section name="보충" id="{6afbe69e-5ea6-68fc-2e17-83cae243944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4-mark30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36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38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4-label40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4-label44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4-label46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4-label48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4-label50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4-label52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3" name="S04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4-text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3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4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5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6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7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8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9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80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6-mark81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6-mark82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6-mark83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6-mark84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5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86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87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89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6-label95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6-label97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6-label99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6-label101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6-label103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6-chip1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6-text10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31" name="S06-chip10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6-text10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3" name="S06-chip10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6-text10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1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1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1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걸어요.</a:t>
            </a:r>
            <a:endParaRPr lang="ko-KR" sz="3200" dirty="0"/>
          </a:p>
        </p:txBody>
      </p:sp>
      <p:sp>
        <p:nvSpPr>
          <p:cNvPr id="9" name="S07-stepno11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2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2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2026-10-26T13:43:03Z</dcterms:created>
  <dcterms:modified xsi:type="dcterms:W3CDTF">2026-10-26T13:43:03Z</dcterms:modified>
</cp:coreProperties>
</file>