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6123985-4b1a-154c-fe2e-98e358318cd6}">
          <p14:sldIdLst>
            <p14:sldId id="256"/>
            <p14:sldId id="257"/>
          </p14:sldIdLst>
        </p14:section>
        <p14:section name="개념" id="{e156da47-0f5e-49a1-bdee-08dcb1647e35}">
          <p14:sldIdLst>
            <p14:sldId id="258"/>
            <p14:sldId id="260"/>
          </p14:sldIdLst>
        </p14:section>
        <p14:section name="연습" id="{ee8d31d6-23e5-395f-6e8d-eafa083a9771}">
          <p14:sldIdLst>
            <p14:sldId id="259"/>
            <p14:sldId id="261"/>
          </p14:sldIdLst>
        </p14:section>
        <p14:section name="개념" id="{4e786a5d-1085-ae20-0460-42ffb30fd500}">
          <p14:sldIdLst/>
        </p14:section>
        <p14:section name="연습" id="{d86fe57f-9864-c3fd-ed70-a08153b0ab97}">
          <p14:sldIdLst/>
        </p14:section>
        <p14:section name="확인" id="{eea0451e-325b-2226-9946-747aa43b70ac}">
          <p14:sldIdLst>
            <p14:sldId id="262"/>
          </p14:sldIdLst>
        </p14:section>
        <p14:section name="정리" id="{42be1596-ff83-287c-4331-63f90a2c7f11}">
          <p14:sldIdLst>
            <p14:sldId id="263"/>
          </p14:sldIdLst>
        </p14:section>
        <p14:section name="보충" id="{af1832a5-937c-186f-b783-5f21c67d011e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생활과환경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학교와 마을의 환경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마을을 걸으며 보고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생활과 이어서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관찰,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지난번에 배운 것을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화분이나 개미를 봤던 때를 떠올려요.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무엇을 보나요?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지키는 약속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환경을 살펴봐요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둘레의 모든 것이 환경이에요.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점과 불편한 점을 찾아요.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나무, 길,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건물, 쓰레기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귀로 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새소리,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소리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느껴요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그늘, 바람,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지도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찾아 짚어요.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04-figure22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4-mark23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4-mark24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4-mark25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4-mark26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4-mark27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4-mark28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4-mark29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4-mark30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4-mark31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4-mark32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4-mark33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34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35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36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38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4-label40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4-label44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4-label46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4-label48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4-label50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4-label52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4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4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시원한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곳은?</a:t>
            </a:r>
            <a:endParaRPr lang="ko-KR" sz="2600" dirty="0"/>
          </a:p>
        </p:txBody>
      </p:sp>
      <p:sp>
        <p:nvSpPr>
          <p:cNvPr id="31" name="S04-chip5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4-text5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곳은?</a:t>
            </a:r>
            <a:endParaRPr lang="ko-KR" sz="2600" dirty="0"/>
          </a:p>
        </p:txBody>
      </p:sp>
      <p:sp>
        <p:nvSpPr>
          <p:cNvPr id="33" name="S04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4-text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냄새가 날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곳은?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환경과 우리 생활</a:t>
            </a:r>
            <a:endParaRPr lang="ko-KR" sz="4400" dirty="0"/>
          </a:p>
        </p:txBody>
      </p:sp>
      <p:sp>
        <p:nvSpPr>
          <p:cNvPr id="3" name="S05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생활과 이어져 있어요.</a:t>
            </a:r>
            <a:endParaRPr lang="ko-KR" sz="3200" dirty="0"/>
          </a:p>
        </p:txBody>
      </p:sp>
      <p:sp>
        <p:nvSpPr>
          <p:cNvPr id="4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~해요.”로 말해요.</a:t>
            </a:r>
            <a:endParaRPr lang="ko-KR" sz="3200" dirty="0"/>
          </a:p>
        </p:txBody>
      </p:sp>
      <p:sp>
        <p:nvSpPr>
          <p:cNvPr id="6" name="S05-card6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6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그늘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시원하게 쉬어요</a:t>
            </a:r>
            <a:endParaRPr lang="ko-KR" sz="3200" dirty="0"/>
          </a:p>
        </p:txBody>
      </p:sp>
      <p:sp>
        <p:nvSpPr>
          <p:cNvPr id="8" name="S05-card6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6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뛰어놀고 산책해요</a:t>
            </a:r>
            <a:endParaRPr lang="ko-KR" sz="3200" dirty="0"/>
          </a:p>
        </p:txBody>
      </p:sp>
      <p:sp>
        <p:nvSpPr>
          <p:cNvPr id="10" name="S05-card6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6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냄새나고 다칠 수 있어요</a:t>
            </a:r>
            <a:endParaRPr lang="ko-KR" sz="3200" dirty="0"/>
          </a:p>
        </p:txBody>
      </p:sp>
      <p:sp>
        <p:nvSpPr>
          <p:cNvPr id="12" name="S05-card6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3" name="S05-cardtext6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힘들어요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사람들</a:t>
            </a:r>
            <a:endParaRPr lang="ko-KR" sz="4400" dirty="0"/>
          </a:p>
        </p:txBody>
      </p:sp>
      <p:sp>
        <p:nvSpPr>
          <p:cNvPr id="3" name="S06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속 사람들은 어떨까요?</a:t>
            </a:r>
            <a:endParaRPr lang="ko-KR" sz="3200" dirty="0"/>
          </a:p>
        </p:txBody>
      </p:sp>
      <p:sp>
        <p:nvSpPr>
          <p:cNvPr id="4" name="S06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</a:t>
            </a:r>
            <a:endParaRPr lang="ko-KR" sz="3200" dirty="0"/>
          </a:p>
        </p:txBody>
      </p:sp>
      <p:sp>
        <p:nvSpPr>
          <p:cNvPr id="6" name="S06-figure73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6-mark74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6-mark75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6-mark76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6-mark77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6-mark78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6-mark79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6-mark80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6-mark81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6-mark82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6-mark83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6-mark84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85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86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87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89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6-label91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6-label93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6-label95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6-label97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6-label99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6-label101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6-label103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6-chip1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6-text10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 건너편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살면?</a:t>
            </a:r>
            <a:endParaRPr lang="ko-KR" sz="2600" dirty="0"/>
          </a:p>
        </p:txBody>
      </p:sp>
      <p:sp>
        <p:nvSpPr>
          <p:cNvPr id="31" name="S06-chip10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6-text10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 옆 학교에서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공부하면?</a:t>
            </a:r>
            <a:endParaRPr lang="ko-KR" sz="2600" dirty="0"/>
          </a:p>
        </p:txBody>
      </p:sp>
      <p:sp>
        <p:nvSpPr>
          <p:cNvPr id="33" name="S06-chip10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6-text10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옆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놀면?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 한 바퀴</a:t>
            </a:r>
            <a:endParaRPr lang="ko-KR" sz="4400" dirty="0"/>
          </a:p>
        </p:txBody>
      </p:sp>
      <p:sp>
        <p:nvSpPr>
          <p:cNvPr id="3" name="S07-card110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11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 손을 잡고 인도로 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쓰레기는 손으로 만지지 않아요.</a:t>
            </a:r>
            <a:endParaRPr lang="ko-KR" sz="3200" dirty="0"/>
          </a:p>
        </p:txBody>
      </p:sp>
      <p:sp>
        <p:nvSpPr>
          <p:cNvPr id="5" name="S07-card112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3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소리도 하나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생활과 이어 두 번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어른 곁에서 걸었어요</a:t>
            </a:r>
            <a:endParaRPr lang="ko-KR" sz="3200" dirty="0"/>
          </a:p>
        </p:txBody>
      </p:sp>
      <p:sp>
        <p:nvSpPr>
          <p:cNvPr id="7" name="S07-stepno114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115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걸어요.</a:t>
            </a:r>
            <a:endParaRPr lang="ko-KR" sz="3200" dirty="0"/>
          </a:p>
        </p:txBody>
      </p:sp>
      <p:sp>
        <p:nvSpPr>
          <p:cNvPr id="9" name="S07-stepno116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117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들은 것을 적어요.</a:t>
            </a:r>
            <a:endParaRPr lang="ko-KR" sz="3200" dirty="0"/>
          </a:p>
        </p:txBody>
      </p:sp>
      <p:sp>
        <p:nvSpPr>
          <p:cNvPr id="11" name="S07-stepno118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119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좋으면 ○, 불편하면 △</a:t>
            </a:r>
            <a:endParaRPr lang="ko-KR" sz="3200" dirty="0"/>
          </a:p>
        </p:txBody>
      </p:sp>
      <p:sp>
        <p:nvSpPr>
          <p:cNvPr id="13" name="S07-stepno120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121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와서 이어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1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1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우리 생활과 이어져 있어요.</a:t>
            </a:r>
            <a:endParaRPr lang="ko-KR" sz="3200" dirty="0"/>
          </a:p>
        </p:txBody>
      </p:sp>
      <p:sp>
        <p:nvSpPr>
          <p:cNvPr id="5" name="S08-chip12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눈·귀·몸으로 살피기</a:t>
            </a:r>
            <a:endParaRPr lang="ko-KR" sz="2600" dirty="0"/>
          </a:p>
        </p:txBody>
      </p:sp>
      <p:sp>
        <p:nvSpPr>
          <p:cNvPr id="6" name="S08-chip12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보기만 하고 지나치기</a:t>
            </a:r>
            <a:endParaRPr lang="ko-KR" sz="2600" dirty="0"/>
          </a:p>
        </p:txBody>
      </p:sp>
      <p:sp>
        <p:nvSpPr>
          <p:cNvPr id="7" name="S08-text12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12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환경을 살피는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두 가지</a:t>
            </a:r>
            <a:endParaRPr lang="ko-KR" sz="2600" dirty="0"/>
          </a:p>
        </p:txBody>
      </p:sp>
      <p:sp>
        <p:nvSpPr>
          <p:cNvPr id="9" name="S08-text12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나무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좋은 점</a:t>
            </a:r>
            <a:endParaRPr lang="ko-KR" sz="2600" dirty="0"/>
          </a:p>
        </p:txBody>
      </p:sp>
      <p:sp>
        <p:nvSpPr>
          <p:cNvPr id="10" name="S08-text12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 마을에서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 하나</a:t>
            </a:r>
            <a:endParaRPr lang="ko-KR" sz="2600" dirty="0"/>
          </a:p>
        </p:txBody>
      </p:sp>
      <p:sp>
        <p:nvSpPr>
          <p:cNvPr id="11" name="S08-text1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쓰레기 줄이기와 분리배출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자세히 살펴보기</a:t>
            </a:r>
            <a:endParaRPr lang="ko-KR" sz="4400" dirty="0"/>
          </a:p>
        </p:txBody>
      </p:sp>
      <p:sp>
        <p:nvSpPr>
          <p:cNvPr id="3" name="S09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창밖의 나무 하나를 봐요.</a:t>
            </a:r>
            <a:endParaRPr lang="ko-KR" sz="3200" dirty="0"/>
          </a:p>
        </p:txBody>
      </p:sp>
      <p:sp>
        <p:nvSpPr>
          <p:cNvPr id="4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가만히, 오래 보면 더 많이 보여요.</a:t>
            </a:r>
            <a:endParaRPr lang="ko-KR" sz="3200" dirty="0"/>
          </a:p>
        </p:txBody>
      </p:sp>
      <p:sp>
        <p:nvSpPr>
          <p:cNvPr id="6" name="S09-card1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1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색이에요?</a:t>
            </a:r>
            <a:endParaRPr lang="ko-KR" sz="3200" dirty="0"/>
          </a:p>
        </p:txBody>
      </p:sp>
      <p:sp>
        <p:nvSpPr>
          <p:cNvPr id="8" name="S09-card1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1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모양이에요?</a:t>
            </a:r>
            <a:endParaRPr lang="ko-KR" sz="3200" dirty="0"/>
          </a:p>
        </p:txBody>
      </p:sp>
      <p:sp>
        <p:nvSpPr>
          <p:cNvPr id="10" name="S09-card1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9-cardtext1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흔들려요?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환경·생태 학교와 마을의 환경</dc:title>
  <dc:subject>KR22-G02-ENV-AROUND-L01</dc:subject>
  <dc:creator>education-ppt</dc:creator>
  <cp:lastModifiedBy>education-ppt</cp:lastModifiedBy>
  <cp:revision>1</cp:revision>
  <dcterms:created xsi:type="dcterms:W3CDTF">2026-10-26T13:22:14Z</dcterms:created>
  <dcterms:modified xsi:type="dcterms:W3CDTF">2026-10-26T13:22:14Z</dcterms:modified>
</cp:coreProperties>
</file>