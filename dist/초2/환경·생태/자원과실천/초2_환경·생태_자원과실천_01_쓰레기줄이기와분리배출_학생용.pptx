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87e64be-de57-3b08-ec27-c58dcbaa74e4}">
          <p14:sldIdLst>
            <p14:sldId id="256"/>
            <p14:sldId id="257"/>
          </p14:sldIdLst>
        </p14:section>
        <p14:section name="개념" id="{d3e6d9a2-ebc3-785a-ae4b-c5a06cd15f43}">
          <p14:sldIdLst>
            <p14:sldId id="258"/>
            <p14:sldId id="260"/>
          </p14:sldIdLst>
        </p14:section>
        <p14:section name="연습" id="{1e161755-7d16-ff6c-3f11-c14f50d89a19}">
          <p14:sldIdLst>
            <p14:sldId id="259"/>
            <p14:sldId id="261"/>
          </p14:sldIdLst>
        </p14:section>
        <p14:section name="개념" id="{efefe486-35b6-c875-358c-098ce4685f7e}">
          <p14:sldIdLst/>
        </p14:section>
        <p14:section name="연습" id="{4c7b210e-2cef-ce8d-c60c-01214a91e81e}">
          <p14:sldIdLst/>
        </p14:section>
        <p14:section name="확인" id="{79d25d43-c0b7-a4dd-f00f-7845b62ad563}">
          <p14:sldIdLst>
            <p14:sldId id="262"/>
          </p14:sldIdLst>
        </p14:section>
        <p14:section name="정리" id="{a403999c-e372-af4b-2abc-2d7655e76ccd}">
          <p14:sldIdLst>
            <p14:sldId id="263"/>
          </p14:sldIdLst>
        </p14:section>
        <p14:section name="보충" id="{c0d8014d-54e5-b531-fc52-46398c73184d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환경·생태 · 자원과실천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환경·생태 · 쓰레기 줄이기와 분리배출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환경·생태 · 쓰레기 줄이기와 분리배출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환경·생태 · 쓰레기 줄이기와 분리배출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 줄이기와 분리배출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쓰레기를 어떻게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줄일 수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쓰레기를 줄이는 방법을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약속대로 나누어 내놓아요.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아끼기, 기억나요?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지난번 약속을 떠올려요.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실천 기록표를 떠올려요.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종이를 아끼는 방법은?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종이는 무엇으로 만들까요?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쓰레기를 줄여요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버리기 전에 먼저 줄여요.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쓰레기를 적게 만드는 게 먼저예요.</a:t>
            </a:r>
            <a:endParaRPr lang="ko-KR" sz="32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써요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물병,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장바구니</a:t>
            </a:r>
            <a:endParaRPr lang="ko-KR" sz="32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받아요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“빨대는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괜찮아요.”</a:t>
            </a:r>
            <a:endParaRPr lang="ko-KR" sz="32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써요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고쳐 쓰고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물려줘요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줄일까요?</a:t>
            </a:r>
            <a:endParaRPr lang="ko-KR" sz="4400" dirty="0"/>
          </a:p>
        </p:txBody>
      </p:sp>
      <p:sp>
        <p:nvSpPr>
          <p:cNvPr id="3" name="S04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때는 어떻게 할까요?</a:t>
            </a:r>
            <a:endParaRPr lang="ko-KR" sz="3200" dirty="0"/>
          </a:p>
        </p:txBody>
      </p:sp>
      <p:sp>
        <p:nvSpPr>
          <p:cNvPr id="4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써요, 안 받아요, 오래 써요.</a:t>
            </a:r>
            <a:endParaRPr lang="ko-KR" sz="3200" dirty="0"/>
          </a:p>
        </p:txBody>
      </p:sp>
      <p:sp>
        <p:nvSpPr>
          <p:cNvPr id="6" name="S04-chip2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4-text2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소풍 갈 때 마실 물은?</a:t>
            </a:r>
            <a:endParaRPr lang="ko-KR" sz="3200" dirty="0"/>
          </a:p>
        </p:txBody>
      </p:sp>
      <p:sp>
        <p:nvSpPr>
          <p:cNvPr id="8" name="S04-chip2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4-text2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 하나 샀는데 봉투를 줘요.</a:t>
            </a:r>
            <a:endParaRPr lang="ko-KR" sz="3200" dirty="0"/>
          </a:p>
        </p:txBody>
      </p:sp>
      <p:sp>
        <p:nvSpPr>
          <p:cNvPr id="10" name="S04-chip2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4-text2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작아진 운동화는?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분리배출 네 가지 약속</a:t>
            </a:r>
            <a:endParaRPr lang="ko-KR" sz="4400" dirty="0"/>
          </a:p>
        </p:txBody>
      </p:sp>
      <p:sp>
        <p:nvSpPr>
          <p:cNvPr id="3" name="S05-text28"/>
          <p:cNvSpPr txBox="1"/>
          <p:nvPr/>
        </p:nvSpPr>
        <p:spPr>
          <a:xfrm>
            <a:off x="548640" y="1325880"/>
            <a:ext cx="1109167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종류별로 나누어 내놓는 것을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분리배출이라고 해요.</a:t>
            </a:r>
            <a:endParaRPr lang="ko-KR" sz="3200" dirty="0"/>
          </a:p>
        </p:txBody>
      </p:sp>
      <p:sp>
        <p:nvSpPr>
          <p:cNvPr id="4" name="S05-card29"/>
          <p:cNvSpPr/>
          <p:nvPr/>
        </p:nvSpPr>
        <p:spPr>
          <a:xfrm>
            <a:off x="548640" y="2500376"/>
            <a:ext cx="5431536" cy="1744472"/>
          </a:xfrm>
          <a:prstGeom prst="roundRect">
            <a:avLst>
              <a:gd name="adj" fmla="val 629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30"/>
          <p:cNvSpPr txBox="1"/>
          <p:nvPr/>
        </p:nvSpPr>
        <p:spPr>
          <a:xfrm>
            <a:off x="822960" y="2637536"/>
            <a:ext cx="4882896" cy="1470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비워요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안에 든 것을 버려요</a:t>
            </a:r>
            <a:endParaRPr lang="ko-KR" sz="3200" dirty="0"/>
          </a:p>
        </p:txBody>
      </p:sp>
      <p:sp>
        <p:nvSpPr>
          <p:cNvPr id="6" name="S05-card31"/>
          <p:cNvSpPr/>
          <p:nvPr/>
        </p:nvSpPr>
        <p:spPr>
          <a:xfrm>
            <a:off x="6208776" y="2500376"/>
            <a:ext cx="5431536" cy="1744472"/>
          </a:xfrm>
          <a:prstGeom prst="roundRect">
            <a:avLst>
              <a:gd name="adj" fmla="val 629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2"/>
          <p:cNvSpPr txBox="1"/>
          <p:nvPr/>
        </p:nvSpPr>
        <p:spPr>
          <a:xfrm>
            <a:off x="6483096" y="2637536"/>
            <a:ext cx="4882896" cy="1470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헹궈요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물로 살짝 씻어요</a:t>
            </a:r>
            <a:endParaRPr lang="ko-KR" sz="3200" dirty="0"/>
          </a:p>
        </p:txBody>
      </p:sp>
      <p:sp>
        <p:nvSpPr>
          <p:cNvPr id="8" name="S05-card33"/>
          <p:cNvSpPr/>
          <p:nvPr/>
        </p:nvSpPr>
        <p:spPr>
          <a:xfrm>
            <a:off x="548640" y="4473448"/>
            <a:ext cx="5431536" cy="1744472"/>
          </a:xfrm>
          <a:prstGeom prst="roundRect">
            <a:avLst>
              <a:gd name="adj" fmla="val 629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34"/>
          <p:cNvSpPr txBox="1"/>
          <p:nvPr/>
        </p:nvSpPr>
        <p:spPr>
          <a:xfrm>
            <a:off x="822960" y="4610608"/>
            <a:ext cx="4882896" cy="1470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분리해요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뚜껑·스티커를 떼요</a:t>
            </a:r>
            <a:endParaRPr lang="ko-KR" sz="3200" dirty="0"/>
          </a:p>
        </p:txBody>
      </p:sp>
      <p:sp>
        <p:nvSpPr>
          <p:cNvPr id="10" name="S05-card35"/>
          <p:cNvSpPr/>
          <p:nvPr/>
        </p:nvSpPr>
        <p:spPr>
          <a:xfrm>
            <a:off x="6208776" y="4473448"/>
            <a:ext cx="5431536" cy="1744472"/>
          </a:xfrm>
          <a:prstGeom prst="roundRect">
            <a:avLst>
              <a:gd name="adj" fmla="val 629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5-cardtext36"/>
          <p:cNvSpPr txBox="1"/>
          <p:nvPr/>
        </p:nvSpPr>
        <p:spPr>
          <a:xfrm>
            <a:off x="6483096" y="4610608"/>
            <a:ext cx="4882896" cy="1470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섞지 않아요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종류끼리 모아요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넣을까요?</a:t>
            </a:r>
            <a:endParaRPr lang="ko-KR" sz="4400" dirty="0"/>
          </a:p>
        </p:txBody>
      </p:sp>
      <p:sp>
        <p:nvSpPr>
          <p:cNvPr id="3" name="S06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넣을 곳과 지킬 약속을 말해요.</a:t>
            </a:r>
            <a:endParaRPr lang="ko-KR" sz="3200" dirty="0"/>
          </a:p>
        </p:txBody>
      </p:sp>
      <p:graphicFrame>
        <p:nvGraphicFramePr>
          <p:cNvPr id="7" name="S06-table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8514" y="2461260"/>
          <a:ext cx="5120640" cy="914400"/>
        </p:xfrm>
        <a:graphic>
          <a:graphicData uri="http://schemas.openxmlformats.org/drawingml/2006/table">
            <a:tbl>
              <a:tblPr/>
              <a:tblGrid>
                <a:gridCol w="2150669"/>
                <a:gridCol w="2969971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종이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공책, 신문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세제 통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비닐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과자 봉지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음료수 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유리병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주스 병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6-chip3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6-text40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라면 봉지</a:t>
            </a:r>
            <a:endParaRPr lang="ko-KR" sz="3200" dirty="0"/>
          </a:p>
        </p:txBody>
      </p:sp>
      <p:sp>
        <p:nvSpPr>
          <p:cNvPr id="7" name="S06-chip4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6-text42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 상자</a:t>
            </a:r>
            <a:endParaRPr lang="ko-KR" sz="3200" dirty="0"/>
          </a:p>
        </p:txBody>
      </p:sp>
      <p:sp>
        <p:nvSpPr>
          <p:cNvPr id="9" name="S06-chip4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6-text44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샴푸 통</a:t>
            </a:r>
            <a:endParaRPr lang="ko-KR" sz="3200" dirty="0"/>
          </a:p>
        </p:txBody>
      </p:sp>
      <p:sp>
        <p:nvSpPr>
          <p:cNvPr id="11" name="S06-chip45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6-text46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먹은 잼 유리병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분리배출</a:t>
            </a:r>
            <a:endParaRPr lang="ko-KR" sz="4400" dirty="0"/>
          </a:p>
        </p:txBody>
      </p:sp>
      <p:sp>
        <p:nvSpPr>
          <p:cNvPr id="3" name="S07-card47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8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깨진 유리, 날카로운 캔은 만지지 않아요.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어른이 처리해요.</a:t>
            </a:r>
            <a:endParaRPr lang="ko-KR" sz="3200" dirty="0"/>
          </a:p>
        </p:txBody>
      </p:sp>
      <p:sp>
        <p:nvSpPr>
          <p:cNvPr id="5" name="S07-card49"/>
          <p:cNvSpPr/>
          <p:nvPr/>
        </p:nvSpPr>
        <p:spPr>
          <a:xfrm>
            <a:off x="6813652" y="1325880"/>
            <a:ext cx="4826660" cy="3342640"/>
          </a:xfrm>
          <a:prstGeom prst="roundRect">
            <a:avLst>
              <a:gd name="adj" fmla="val 328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50"/>
          <p:cNvSpPr txBox="1"/>
          <p:nvPr/>
        </p:nvSpPr>
        <p:spPr>
          <a:xfrm>
            <a:off x="7087972" y="1463040"/>
            <a:ext cx="4278020" cy="30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종류에 맞게 나눴어요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지킨 약속을 말했어요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줄이기 약속을 정했어요</a:t>
            </a:r>
            <a:endParaRPr lang="ko-KR" sz="3200" dirty="0"/>
          </a:p>
        </p:txBody>
      </p:sp>
      <p:sp>
        <p:nvSpPr>
          <p:cNvPr id="7" name="S07-stepno51"/>
          <p:cNvSpPr txBox="1"/>
          <p:nvPr/>
        </p:nvSpPr>
        <p:spPr>
          <a:xfrm>
            <a:off x="548640" y="16530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52"/>
          <p:cNvSpPr txBox="1"/>
          <p:nvPr/>
        </p:nvSpPr>
        <p:spPr>
          <a:xfrm>
            <a:off x="1325880" y="16530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비우고 헹궈요.</a:t>
            </a:r>
            <a:endParaRPr lang="ko-KR" sz="3200" dirty="0"/>
          </a:p>
        </p:txBody>
      </p:sp>
      <p:sp>
        <p:nvSpPr>
          <p:cNvPr id="9" name="S07-stepno53"/>
          <p:cNvSpPr txBox="1"/>
          <p:nvPr/>
        </p:nvSpPr>
        <p:spPr>
          <a:xfrm>
            <a:off x="548640" y="23662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54"/>
          <p:cNvSpPr txBox="1"/>
          <p:nvPr/>
        </p:nvSpPr>
        <p:spPr>
          <a:xfrm>
            <a:off x="1325880" y="23662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뚜껑·스티커를 떼요.</a:t>
            </a:r>
            <a:endParaRPr lang="ko-KR" sz="3200" dirty="0"/>
          </a:p>
        </p:txBody>
      </p:sp>
      <p:sp>
        <p:nvSpPr>
          <p:cNvPr id="11" name="S07-stepno55"/>
          <p:cNvSpPr txBox="1"/>
          <p:nvPr/>
        </p:nvSpPr>
        <p:spPr>
          <a:xfrm>
            <a:off x="548640" y="30794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56"/>
          <p:cNvSpPr txBox="1"/>
          <p:nvPr/>
        </p:nvSpPr>
        <p:spPr>
          <a:xfrm>
            <a:off x="1325880" y="30794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종류끼리 나눠요.</a:t>
            </a:r>
            <a:endParaRPr lang="ko-KR" sz="3200" dirty="0"/>
          </a:p>
        </p:txBody>
      </p:sp>
      <p:sp>
        <p:nvSpPr>
          <p:cNvPr id="13" name="S07-stepno57"/>
          <p:cNvSpPr txBox="1"/>
          <p:nvPr/>
        </p:nvSpPr>
        <p:spPr>
          <a:xfrm>
            <a:off x="548640" y="37927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7-text58"/>
          <p:cNvSpPr txBox="1"/>
          <p:nvPr/>
        </p:nvSpPr>
        <p:spPr>
          <a:xfrm>
            <a:off x="1325880" y="37927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줄이기 약속을 정해요.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8-card5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8-cardtext6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줄이고, 약속대로 나누어 내놓아요.</a:t>
            </a:r>
            <a:endParaRPr lang="ko-KR" sz="3200" dirty="0"/>
          </a:p>
        </p:txBody>
      </p:sp>
      <p:sp>
        <p:nvSpPr>
          <p:cNvPr id="5" name="S08-chip6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비우고 헹궈서 나누기</a:t>
            </a:r>
            <a:endParaRPr lang="ko-KR" sz="2600" dirty="0"/>
          </a:p>
        </p:txBody>
      </p:sp>
      <p:sp>
        <p:nvSpPr>
          <p:cNvPr id="6" name="S08-chip6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아무거나 섞어 버리기</a:t>
            </a:r>
            <a:endParaRPr lang="ko-KR" sz="2600" dirty="0"/>
          </a:p>
        </p:txBody>
      </p:sp>
      <p:sp>
        <p:nvSpPr>
          <p:cNvPr id="7" name="S08-text6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8-text6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쓰레기를 줄이는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하나</a:t>
            </a:r>
            <a:endParaRPr lang="ko-KR" sz="2600" dirty="0"/>
          </a:p>
        </p:txBody>
      </p:sp>
      <p:sp>
        <p:nvSpPr>
          <p:cNvPr id="9" name="S08-text6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분리배출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약속</a:t>
            </a:r>
            <a:endParaRPr lang="ko-KR" sz="2600" dirty="0"/>
          </a:p>
        </p:txBody>
      </p:sp>
      <p:sp>
        <p:nvSpPr>
          <p:cNvPr id="10" name="S08-text6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과자 봉지는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어디에?</a:t>
            </a:r>
            <a:endParaRPr lang="ko-KR" sz="2600" dirty="0"/>
          </a:p>
        </p:txBody>
      </p:sp>
      <p:sp>
        <p:nvSpPr>
          <p:cNvPr id="11" name="S08-text6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생물과 사는 곳(3학년)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아껴 쓰기</a:t>
            </a:r>
            <a:endParaRPr lang="ko-KR" sz="4400" dirty="0"/>
          </a:p>
        </p:txBody>
      </p:sp>
      <p:sp>
        <p:nvSpPr>
          <p:cNvPr id="3" name="S09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아끼면 버리는 것도 줄어요.</a:t>
            </a:r>
            <a:endParaRPr lang="ko-KR" sz="3200" dirty="0"/>
          </a:p>
        </p:txBody>
      </p:sp>
      <p:sp>
        <p:nvSpPr>
          <p:cNvPr id="4" name="S09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종이는 나무로 만들어요.</a:t>
            </a:r>
            <a:endParaRPr lang="ko-KR" sz="3200" dirty="0"/>
          </a:p>
        </p:txBody>
      </p:sp>
      <p:sp>
        <p:nvSpPr>
          <p:cNvPr id="6" name="S09-card71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72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뒷면도 써요</a:t>
            </a:r>
            <a:endParaRPr lang="ko-KR" sz="3200" dirty="0"/>
          </a:p>
        </p:txBody>
      </p:sp>
      <p:sp>
        <p:nvSpPr>
          <p:cNvPr id="8" name="S09-card73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74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컵에 받아 써요</a:t>
            </a:r>
            <a:endParaRPr lang="ko-KR" sz="3200" dirty="0"/>
          </a:p>
        </p:txBody>
      </p:sp>
      <p:sp>
        <p:nvSpPr>
          <p:cNvPr id="10" name="S09-card75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9-cardtext76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나올 때 꺼요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환경·생태 쓰레기 줄이기와 분리배출</dc:title>
  <dc:subject>KR22-G02-ENV-RECYCLE-L01</dc:subject>
  <dc:creator>education-ppt</dc:creator>
  <cp:lastModifiedBy>education-ppt</cp:lastModifiedBy>
  <cp:revision>1</cp:revision>
  <dcterms:created xsi:type="dcterms:W3CDTF">2026-10-26T13:25:18Z</dcterms:created>
  <dcterms:modified xsi:type="dcterms:W3CDTF">2026-10-26T13:25:18Z</dcterms:modified>
</cp:coreProperties>
</file>