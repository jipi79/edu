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42ed48f-011c-966d-3d87-cc1e14bff929}">
          <p14:sldIdLst>
            <p14:sldId id="256"/>
            <p14:sldId id="257"/>
          </p14:sldIdLst>
        </p14:section>
        <p14:section name="개념" id="{3ee07494-8908-26f5-3bf1-24e3ab2a6629}">
          <p14:sldIdLst>
            <p14:sldId id="258"/>
            <p14:sldId id="260"/>
          </p14:sldIdLst>
        </p14:section>
        <p14:section name="연습" id="{6dff6264-8ad6-9506-f2fb-22a105dc97aa}">
          <p14:sldIdLst>
            <p14:sldId id="259"/>
            <p14:sldId id="261"/>
          </p14:sldIdLst>
        </p14:section>
        <p14:section name="개념" id="{6150d1c9-5875-66c0-12ea-6a90eed46881}">
          <p14:sldIdLst/>
        </p14:section>
        <p14:section name="연습" id="{8798cb4f-c9de-b7cc-0ad5-0c3f1400d232}">
          <p14:sldIdLst/>
        </p14:section>
        <p14:section name="확인" id="{3c122049-3e2b-a301-cd74-dc87e14b6b99}">
          <p14:sldIdLst>
            <p14:sldId id="262"/>
          </p14:sldIdLst>
        </p14:section>
        <p14:section name="정리" id="{9ee83566-0d5e-4a9c-0ec0-522bbe019e24}">
          <p14:sldIdLst>
            <p14:sldId id="263"/>
          </p14:sldIdLst>
        </p14:section>
        <p14:section name="보충" id="{996629ec-478c-91b8-5d94-280fed87544d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자원과실천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쓰레기 줄이기와 분리배출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쓰레기 줄이기와 분리배출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환경·생태 · 쓰레기 줄이기와 분리배출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 줄이기와 분리배출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쓰레기를 어떻게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줄일 수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쓰레기를 줄이는 방법을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약속대로 나누어 내놓아요.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아끼기,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지난번 약속을 떠올려요.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실천 기록표를 떠올려요.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아끼는 방법은?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종이는 무엇으로 만들까요?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쓰레기를 줄여요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버리기 전에 먼저 줄여요.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쓰레기를 적게 만드는 게 먼저예요.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물병,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장바구니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받아요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“빨대는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괜찮아요.”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쓰고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물려줘요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줄일까요?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때는 어떻게 할까요?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써요, 안 받아요, 오래 써요.</a:t>
            </a:r>
            <a:endParaRPr lang="ko-KR" sz="3200" dirty="0"/>
          </a:p>
        </p:txBody>
      </p:sp>
      <p:sp>
        <p:nvSpPr>
          <p:cNvPr id="6" name="S04-chip2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소풍 갈 때 마실 물은?</a:t>
            </a:r>
            <a:endParaRPr lang="ko-KR" sz="3200" dirty="0"/>
          </a:p>
        </p:txBody>
      </p:sp>
      <p:sp>
        <p:nvSpPr>
          <p:cNvPr id="8" name="S04-chip2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 하나 샀는데 봉투를 줘요.</a:t>
            </a:r>
            <a:endParaRPr lang="ko-KR" sz="3200" dirty="0"/>
          </a:p>
        </p:txBody>
      </p:sp>
      <p:sp>
        <p:nvSpPr>
          <p:cNvPr id="10" name="S04-chip2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작아진 운동화는?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분리배출 네 가지 약속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종류별로 나누어 내놓는 것을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분리배출이라고 해요.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2500376"/>
            <a:ext cx="5431536" cy="1744472"/>
          </a:xfrm>
          <a:prstGeom prst="roundRect">
            <a:avLst>
              <a:gd name="adj" fmla="val 629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2637536"/>
            <a:ext cx="4882896" cy="147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비워요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안에 든 것을 버려요</a:t>
            </a:r>
            <a:endParaRPr lang="ko-KR" sz="3200" dirty="0"/>
          </a:p>
        </p:txBody>
      </p:sp>
      <p:sp>
        <p:nvSpPr>
          <p:cNvPr id="6" name="S05-card31"/>
          <p:cNvSpPr/>
          <p:nvPr/>
        </p:nvSpPr>
        <p:spPr>
          <a:xfrm>
            <a:off x="6208776" y="2500376"/>
            <a:ext cx="5431536" cy="1744472"/>
          </a:xfrm>
          <a:prstGeom prst="roundRect">
            <a:avLst>
              <a:gd name="adj" fmla="val 629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2"/>
          <p:cNvSpPr txBox="1"/>
          <p:nvPr/>
        </p:nvSpPr>
        <p:spPr>
          <a:xfrm>
            <a:off x="6483096" y="2637536"/>
            <a:ext cx="4882896" cy="147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헹궈요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살짝 씻어요</a:t>
            </a:r>
            <a:endParaRPr lang="ko-KR" sz="3200" dirty="0"/>
          </a:p>
        </p:txBody>
      </p:sp>
      <p:sp>
        <p:nvSpPr>
          <p:cNvPr id="8" name="S05-card33"/>
          <p:cNvSpPr/>
          <p:nvPr/>
        </p:nvSpPr>
        <p:spPr>
          <a:xfrm>
            <a:off x="548640" y="4473448"/>
            <a:ext cx="5431536" cy="1744472"/>
          </a:xfrm>
          <a:prstGeom prst="roundRect">
            <a:avLst>
              <a:gd name="adj" fmla="val 629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4"/>
          <p:cNvSpPr txBox="1"/>
          <p:nvPr/>
        </p:nvSpPr>
        <p:spPr>
          <a:xfrm>
            <a:off x="822960" y="4610608"/>
            <a:ext cx="4882896" cy="147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분리해요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뚜껑·스티커를 떼요</a:t>
            </a:r>
            <a:endParaRPr lang="ko-KR" sz="3200" dirty="0"/>
          </a:p>
        </p:txBody>
      </p:sp>
      <p:sp>
        <p:nvSpPr>
          <p:cNvPr id="10" name="S05-card35"/>
          <p:cNvSpPr/>
          <p:nvPr/>
        </p:nvSpPr>
        <p:spPr>
          <a:xfrm>
            <a:off x="6208776" y="4473448"/>
            <a:ext cx="5431536" cy="1744472"/>
          </a:xfrm>
          <a:prstGeom prst="roundRect">
            <a:avLst>
              <a:gd name="adj" fmla="val 629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5-cardtext36"/>
          <p:cNvSpPr txBox="1"/>
          <p:nvPr/>
        </p:nvSpPr>
        <p:spPr>
          <a:xfrm>
            <a:off x="6483096" y="4610608"/>
            <a:ext cx="4882896" cy="147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섞지 않아요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종류끼리 모아요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넣을까요?</a:t>
            </a:r>
            <a:endParaRPr lang="ko-KR" sz="4400" dirty="0"/>
          </a:p>
        </p:txBody>
      </p:sp>
      <p:sp>
        <p:nvSpPr>
          <p:cNvPr id="3" name="S06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넣을 곳과 지킬 약속을 말해요.</a:t>
            </a:r>
            <a:endParaRPr lang="ko-KR" sz="3200" dirty="0"/>
          </a:p>
        </p:txBody>
      </p:sp>
      <p:graphicFrame>
        <p:nvGraphicFramePr>
          <p:cNvPr id="7" name="S06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461260"/>
          <a:ext cx="5120640" cy="914400"/>
        </p:xfrm>
        <a:graphic>
          <a:graphicData uri="http://schemas.openxmlformats.org/drawingml/2006/table">
            <a:tbl>
              <a:tblPr/>
              <a:tblGrid>
                <a:gridCol w="2150669"/>
                <a:gridCol w="2969971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공책, 신문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세제 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비닐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 봉지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음료수 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유리병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주스 병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6-chip3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text4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라면 봉지</a:t>
            </a:r>
            <a:endParaRPr lang="ko-KR" sz="3200" dirty="0"/>
          </a:p>
        </p:txBody>
      </p:sp>
      <p:sp>
        <p:nvSpPr>
          <p:cNvPr id="7" name="S06-chip4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text42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택배 상자</a:t>
            </a:r>
            <a:endParaRPr lang="ko-KR" sz="3200" dirty="0"/>
          </a:p>
        </p:txBody>
      </p:sp>
      <p:sp>
        <p:nvSpPr>
          <p:cNvPr id="9" name="S06-chip4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text4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샴푸 통</a:t>
            </a:r>
            <a:endParaRPr lang="ko-KR" sz="3200" dirty="0"/>
          </a:p>
        </p:txBody>
      </p:sp>
      <p:sp>
        <p:nvSpPr>
          <p:cNvPr id="11" name="S06-chip45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text46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먹은 잼 유리병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분리배출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깨진 유리, 날카로운 캔은 만지지 않아요.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어른이 처리해요.</a:t>
            </a:r>
            <a:endParaRPr lang="ko-KR" sz="3200" dirty="0"/>
          </a:p>
        </p:txBody>
      </p:sp>
      <p:sp>
        <p:nvSpPr>
          <p:cNvPr id="5" name="S07-card49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종류에 맞게 나눴어요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지킨 약속을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줄이기 약속을 정했어요</a:t>
            </a:r>
            <a:endParaRPr lang="ko-KR" sz="3200" dirty="0"/>
          </a:p>
        </p:txBody>
      </p:sp>
      <p:sp>
        <p:nvSpPr>
          <p:cNvPr id="7" name="S07-stepno51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2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비우고 헹궈요.</a:t>
            </a:r>
            <a:endParaRPr lang="ko-KR" sz="3200" dirty="0"/>
          </a:p>
        </p:txBody>
      </p:sp>
      <p:sp>
        <p:nvSpPr>
          <p:cNvPr id="9" name="S07-stepno53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4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뚜껑·스티커를 떼요.</a:t>
            </a:r>
            <a:endParaRPr lang="ko-KR" sz="3200" dirty="0"/>
          </a:p>
        </p:txBody>
      </p:sp>
      <p:sp>
        <p:nvSpPr>
          <p:cNvPr id="11" name="S07-stepno55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6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종류끼리 나눠요.</a:t>
            </a:r>
            <a:endParaRPr lang="ko-KR" sz="3200" dirty="0"/>
          </a:p>
        </p:txBody>
      </p:sp>
      <p:sp>
        <p:nvSpPr>
          <p:cNvPr id="13" name="S07-stepno57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8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줄이기 약속을 정해요.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5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줄이고, 약속대로 나누어 내놓아요.</a:t>
            </a:r>
            <a:endParaRPr lang="ko-KR" sz="3200" dirty="0"/>
          </a:p>
        </p:txBody>
      </p:sp>
      <p:sp>
        <p:nvSpPr>
          <p:cNvPr id="5" name="S08-chip6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비우고 헹궈서 나누기</a:t>
            </a:r>
            <a:endParaRPr lang="ko-KR" sz="2600" dirty="0"/>
          </a:p>
        </p:txBody>
      </p:sp>
      <p:sp>
        <p:nvSpPr>
          <p:cNvPr id="6" name="S08-chip6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아무거나 섞어 버리기</a:t>
            </a:r>
            <a:endParaRPr lang="ko-KR" sz="2600" dirty="0"/>
          </a:p>
        </p:txBody>
      </p:sp>
      <p:sp>
        <p:nvSpPr>
          <p:cNvPr id="7" name="S08-text6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6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쓰레기를 줄이는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9" name="S08-text6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분리배출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약속</a:t>
            </a:r>
            <a:endParaRPr lang="ko-KR" sz="2600" dirty="0"/>
          </a:p>
        </p:txBody>
      </p:sp>
      <p:sp>
        <p:nvSpPr>
          <p:cNvPr id="10" name="S08-text6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과자 봉지는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어디에?</a:t>
            </a:r>
            <a:endParaRPr lang="ko-KR" sz="2600" dirty="0"/>
          </a:p>
        </p:txBody>
      </p:sp>
      <p:sp>
        <p:nvSpPr>
          <p:cNvPr id="11" name="S08-text6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생물과 사는 곳(3학년)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아껴 쓰기</a:t>
            </a:r>
            <a:endParaRPr lang="ko-KR" sz="4400" dirty="0"/>
          </a:p>
        </p:txBody>
      </p:sp>
      <p:sp>
        <p:nvSpPr>
          <p:cNvPr id="3" name="S09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아끼면 버리는 것도 줄어요.</a:t>
            </a:r>
            <a:endParaRPr lang="ko-KR" sz="3200" dirty="0"/>
          </a:p>
        </p:txBody>
      </p:sp>
      <p:sp>
        <p:nvSpPr>
          <p:cNvPr id="4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종이는 나무로 만들어요.</a:t>
            </a:r>
            <a:endParaRPr lang="ko-KR" sz="3200" dirty="0"/>
          </a:p>
        </p:txBody>
      </p:sp>
      <p:sp>
        <p:nvSpPr>
          <p:cNvPr id="6" name="S09-card71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72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뒷면도 써요</a:t>
            </a:r>
            <a:endParaRPr lang="ko-KR" sz="3200" dirty="0"/>
          </a:p>
        </p:txBody>
      </p:sp>
      <p:sp>
        <p:nvSpPr>
          <p:cNvPr id="8" name="S09-card73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4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컵에 받아 써요</a:t>
            </a:r>
            <a:endParaRPr lang="ko-KR" sz="3200" dirty="0"/>
          </a:p>
        </p:txBody>
      </p:sp>
      <p:sp>
        <p:nvSpPr>
          <p:cNvPr id="10" name="S09-card75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9-cardtext76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나올 때 꺼요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환경·생태 쓰레기 줄이기와 분리배출</dc:title>
  <dc:subject>KR22-G02-ENV-RECYCLE-L01</dc:subject>
  <dc:creator>education-ppt</dc:creator>
  <cp:lastModifiedBy>education-ppt</cp:lastModifiedBy>
  <cp:revision>1</cp:revision>
  <dcterms:created xsi:type="dcterms:W3CDTF">2026-10-26T13:43:05Z</dcterms:created>
  <dcterms:modified xsi:type="dcterms:W3CDTF">2026-10-26T13:43:05Z</dcterms:modified>
</cp:coreProperties>
</file>