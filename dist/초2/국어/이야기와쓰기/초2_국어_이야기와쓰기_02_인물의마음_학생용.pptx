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59c39ad-dd1e-b6c9-4760-e8e4c64e7ffe}">
          <p14:sldIdLst>
            <p14:sldId id="256"/>
            <p14:sldId id="257"/>
          </p14:sldIdLst>
        </p14:section>
        <p14:section name="개념" id="{c3567d7c-5bad-b0ec-f502-f65a17a196bc}">
          <p14:sldIdLst>
            <p14:sldId id="258"/>
            <p14:sldId id="259"/>
            <p14:sldId id="260"/>
            <p14:sldId id="261"/>
          </p14:sldIdLst>
        </p14:section>
        <p14:section name="연습" id="{2de5d5e4-d034-00b9-4674-4e4a46a3b24b}">
          <p14:sldIdLst>
            <p14:sldId id="262"/>
            <p14:sldId id="263"/>
          </p14:sldIdLst>
        </p14:section>
        <p14:section name="확인" id="{49cb8391-137f-b534-cb68-998bef0d5ea2}">
          <p14:sldIdLst>
            <p14:sldId id="264"/>
            <p14:sldId id="265"/>
          </p14:sldIdLst>
        </p14:section>
        <p14:section name="정리" id="{2d2d8443-68fa-f7f3-a7ed-07dcbc3bacd1}">
          <p14:sldIdLst>
            <p14:sldId id="266"/>
          </p14:sldIdLst>
        </p14:section>
        <p14:section name="보충" id="{80296528-670d-3fb4-f418-ad571744fc4a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이야기와쓰기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인물의 마음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인물의 마음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인물의 마음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인물의 마음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 속 인물은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마음일까?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말과 행동에서 마음의 단서를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마음과 까닭을 함께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일이 있었나요?</a:t>
            </a:r>
            <a:endParaRPr lang="ko-KR" sz="44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하윤이가 먼저 한 일은 무엇인가요?</a:t>
            </a:r>
            <a:endParaRPr lang="ko-KR" sz="32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하윤이는 화분에 물을 준 뒤에 강아지와 산책을 했습니다.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나타내는 말</a:t>
            </a:r>
            <a:endParaRPr lang="ko-KR" sz="44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인물의 마음은 어땠을까요?</a:t>
            </a:r>
            <a:endParaRPr lang="ko-KR" sz="3200" dirty="0"/>
          </a:p>
        </p:txBody>
      </p:sp>
      <p:sp>
        <p:nvSpPr>
          <p:cNvPr id="4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‘좋다, 나쁘다’보다 꼭 맞는 말을 골라요.</a:t>
            </a:r>
            <a:endParaRPr lang="ko-KR" sz="3200" dirty="0"/>
          </a:p>
        </p:txBody>
      </p:sp>
      <p:sp>
        <p:nvSpPr>
          <p:cNvPr id="6" name="S03-word10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기쁘다</a:t>
            </a:r>
            <a:endParaRPr lang="ko-KR" sz="3600" dirty="0"/>
          </a:p>
        </p:txBody>
      </p:sp>
      <p:sp>
        <p:nvSpPr>
          <p:cNvPr id="7" name="S03-word11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속상하다</a:t>
            </a:r>
            <a:endParaRPr lang="ko-KR" sz="3600" dirty="0"/>
          </a:p>
        </p:txBody>
      </p:sp>
      <p:sp>
        <p:nvSpPr>
          <p:cNvPr id="8" name="S03-word12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걱정되다</a:t>
            </a:r>
            <a:endParaRPr lang="ko-KR" sz="3600" dirty="0"/>
          </a:p>
        </p:txBody>
      </p:sp>
      <p:sp>
        <p:nvSpPr>
          <p:cNvPr id="9" name="S03-word13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미안하다</a:t>
            </a:r>
            <a:endParaRPr lang="ko-KR" sz="3600" dirty="0"/>
          </a:p>
        </p:txBody>
      </p:sp>
      <p:sp>
        <p:nvSpPr>
          <p:cNvPr id="10" name="S03-word14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고맙다</a:t>
            </a:r>
            <a:endParaRPr lang="ko-KR" sz="3600" dirty="0"/>
          </a:p>
        </p:txBody>
      </p:sp>
      <p:sp>
        <p:nvSpPr>
          <p:cNvPr id="11" name="S03-word15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화나다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알려 주는 단서</a:t>
            </a:r>
            <a:endParaRPr lang="ko-KR" sz="4400" dirty="0"/>
          </a:p>
        </p:txBody>
      </p:sp>
      <p:sp>
        <p:nvSpPr>
          <p:cNvPr id="3" name="S04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이야기에서 이것을 찾아요.</a:t>
            </a:r>
            <a:endParaRPr lang="ko-KR" sz="3200" dirty="0"/>
          </a:p>
        </p:txBody>
      </p:sp>
      <p:sp>
        <p:nvSpPr>
          <p:cNvPr id="4" name="S04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말과 행동을 보면 마음을 짐작할 수 있어요.</a:t>
            </a:r>
            <a:endParaRPr lang="ko-KR" sz="3200" dirty="0"/>
          </a:p>
        </p:txBody>
      </p:sp>
      <p:sp>
        <p:nvSpPr>
          <p:cNvPr id="6" name="S04-card19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20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인물이 한 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“야호!”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“어떡하지?”</a:t>
            </a:r>
            <a:endParaRPr lang="ko-KR" sz="3200" dirty="0"/>
          </a:p>
        </p:txBody>
      </p:sp>
      <p:sp>
        <p:nvSpPr>
          <p:cNvPr id="8" name="S04-card21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4-cardtext22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인물의 행동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펄쩍 뛰었어요.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고개를 숙였어요.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은지 이야기 읽기</a:t>
            </a:r>
            <a:endParaRPr lang="ko-KR" sz="4400" dirty="0"/>
          </a:p>
        </p:txBody>
      </p:sp>
      <p:sp>
        <p:nvSpPr>
          <p:cNvPr id="3" name="S05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은지는 어떤 마음일까요? 무엇을 보고 알았나요?</a:t>
            </a:r>
            <a:endParaRPr lang="ko-KR" sz="3200" dirty="0"/>
          </a:p>
        </p:txBody>
      </p:sp>
      <p:sp>
        <p:nvSpPr>
          <p:cNvPr id="5" name="S05-passagebox2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은지는 그림 대회에서 상을 받았습니다. “엄마, 제가 상을 받았어요!” 은지는 상장을 들고 깡충깡충 뛰었습니다.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짐작해요</a:t>
            </a:r>
            <a:endParaRPr lang="ko-KR" sz="4400" dirty="0"/>
          </a:p>
        </p:txBody>
      </p:sp>
      <p:sp>
        <p:nvSpPr>
          <p:cNvPr id="3" name="S06-stepno27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6-text28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인물이 한 말에 밑줄을 그어요.</a:t>
            </a:r>
            <a:endParaRPr lang="ko-KR" sz="3200" dirty="0"/>
          </a:p>
        </p:txBody>
      </p:sp>
      <p:sp>
        <p:nvSpPr>
          <p:cNvPr id="5" name="S06-stepno29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6-text30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인물의 행동에 ○ 해요.</a:t>
            </a:r>
            <a:endParaRPr lang="ko-KR" sz="3200" dirty="0"/>
          </a:p>
        </p:txBody>
      </p:sp>
      <p:sp>
        <p:nvSpPr>
          <p:cNvPr id="7" name="S06-stepno31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6-text32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마음 말을 골라요.</a:t>
            </a:r>
            <a:endParaRPr lang="ko-KR" sz="3200" dirty="0"/>
          </a:p>
        </p:txBody>
      </p:sp>
      <p:sp>
        <p:nvSpPr>
          <p:cNvPr id="9" name="S06-stepno33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6-text34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 것을 보니 ~ 마음일 것 같아요.”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도윤이 이야기 읽기</a:t>
            </a:r>
            <a:endParaRPr lang="ko-KR" sz="4400" dirty="0"/>
          </a:p>
        </p:txBody>
      </p:sp>
      <p:sp>
        <p:nvSpPr>
          <p:cNvPr id="3" name="S07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도윤이의 마음을 까닭과 함께 말해요.</a:t>
            </a:r>
            <a:endParaRPr lang="ko-KR" sz="3200" dirty="0"/>
          </a:p>
        </p:txBody>
      </p:sp>
      <p:sp>
        <p:nvSpPr>
          <p:cNvPr id="5" name="S07-passagebox3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7-passage3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도윤이가 아끼는 연이 나무에 걸렸습니다. 도윤이는 나무를 올려다보며 “아, 내 연!” 하고 발을 동동 굴렀습니다.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일, 같은 마음일까?</a:t>
            </a:r>
            <a:endParaRPr lang="ko-KR" sz="4400" dirty="0"/>
          </a:p>
        </p:txBody>
      </p:sp>
      <p:sp>
        <p:nvSpPr>
          <p:cNvPr id="3" name="S08-card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와서 소풍이 다음 주로 미뤄졌어요.</a:t>
            </a:r>
            <a:endParaRPr lang="ko-KR" sz="3200" dirty="0"/>
          </a:p>
        </p:txBody>
      </p:sp>
      <p:sp>
        <p:nvSpPr>
          <p:cNvPr id="5" name="S08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사람의 마음은 같을까요? 무엇을 보고 알았나요?</a:t>
            </a:r>
            <a:endParaRPr lang="ko-KR" sz="3200" dirty="0"/>
          </a:p>
        </p:txBody>
      </p:sp>
      <p:sp>
        <p:nvSpPr>
          <p:cNvPr id="7" name="S08-chip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지아</a:t>
            </a:r>
            <a:endParaRPr lang="ko-KR" sz="2600" dirty="0"/>
          </a:p>
        </p:txBody>
      </p:sp>
      <p:sp>
        <p:nvSpPr>
          <p:cNvPr id="8" name="S08-text4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“에이, 가고 싶었는데.” 하며 입을 삐죽 내밀었어요.</a:t>
            </a:r>
            <a:endParaRPr lang="ko-KR" sz="3200" dirty="0"/>
          </a:p>
        </p:txBody>
      </p:sp>
      <p:sp>
        <p:nvSpPr>
          <p:cNvPr id="9" name="S08-chip4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준서</a:t>
            </a:r>
            <a:endParaRPr lang="ko-KR" sz="2600" dirty="0"/>
          </a:p>
        </p:txBody>
      </p:sp>
      <p:sp>
        <p:nvSpPr>
          <p:cNvPr id="10" name="S08-text4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“집에서 블록 놀이 해야지!” 하며 빙긋 웃었어요.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하준이의 마음을 까닭과 함께 말해요.</a:t>
            </a:r>
            <a:endParaRPr lang="ko-KR" sz="3200" dirty="0"/>
          </a:p>
        </p:txBody>
      </p:sp>
      <p:sp>
        <p:nvSpPr>
          <p:cNvPr id="5" name="S09-passagebox49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50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하준이는 동생이 만든 블록 성을 실수로 무너뜨렸습니다. 하준이는 얼굴이 빨개져서 “미안해. 내가 다시 같이 만들어 줄게.” 하고 말했습니다.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마음일까요?</a:t>
            </a:r>
            <a:endParaRPr lang="ko-KR" sz="4400" dirty="0"/>
          </a:p>
        </p:txBody>
      </p:sp>
      <p:sp>
        <p:nvSpPr>
          <p:cNvPr id="3" name="S11-text51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할아버지께서 아픈 강아지를 안고 “괜찮을까?” 하며 한숨을 쉬셨습니다.</a:t>
            </a:r>
            <a:endParaRPr lang="ko-KR" sz="3200" dirty="0"/>
          </a:p>
        </p:txBody>
      </p:sp>
      <p:sp>
        <p:nvSpPr>
          <p:cNvPr id="4" name="S11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말과 행동을 보고 알았나요?</a:t>
            </a:r>
            <a:endParaRPr lang="ko-KR" sz="3200" dirty="0"/>
          </a:p>
        </p:txBody>
      </p:sp>
      <p:sp>
        <p:nvSpPr>
          <p:cNvPr id="6" name="S11-chip54"/>
          <p:cNvSpPr txBox="1"/>
          <p:nvPr/>
        </p:nvSpPr>
        <p:spPr>
          <a:xfrm>
            <a:off x="1991868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55"/>
          <p:cNvSpPr/>
          <p:nvPr/>
        </p:nvSpPr>
        <p:spPr>
          <a:xfrm>
            <a:off x="548640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56"/>
          <p:cNvSpPr txBox="1"/>
          <p:nvPr/>
        </p:nvSpPr>
        <p:spPr>
          <a:xfrm>
            <a:off x="822960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신나는 마음</a:t>
            </a:r>
            <a:endParaRPr lang="ko-KR" sz="3200" dirty="0"/>
          </a:p>
        </p:txBody>
      </p:sp>
      <p:sp>
        <p:nvSpPr>
          <p:cNvPr id="9" name="S11-chip57"/>
          <p:cNvSpPr txBox="1"/>
          <p:nvPr/>
        </p:nvSpPr>
        <p:spPr>
          <a:xfrm>
            <a:off x="5811012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58"/>
          <p:cNvSpPr/>
          <p:nvPr/>
        </p:nvSpPr>
        <p:spPr>
          <a:xfrm>
            <a:off x="4367784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59"/>
          <p:cNvSpPr txBox="1"/>
          <p:nvPr/>
        </p:nvSpPr>
        <p:spPr>
          <a:xfrm>
            <a:off x="4642104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걱정되는 마음</a:t>
            </a:r>
            <a:endParaRPr lang="ko-KR" sz="3200" dirty="0"/>
          </a:p>
        </p:txBody>
      </p:sp>
      <p:sp>
        <p:nvSpPr>
          <p:cNvPr id="12" name="S11-chip60"/>
          <p:cNvSpPr txBox="1"/>
          <p:nvPr/>
        </p:nvSpPr>
        <p:spPr>
          <a:xfrm>
            <a:off x="9630156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61"/>
          <p:cNvSpPr/>
          <p:nvPr/>
        </p:nvSpPr>
        <p:spPr>
          <a:xfrm>
            <a:off x="8186928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62"/>
          <p:cNvSpPr txBox="1"/>
          <p:nvPr/>
        </p:nvSpPr>
        <p:spPr>
          <a:xfrm>
            <a:off x="8461248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고마운 마음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63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64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인물의 말과 행동을 보고 마음을 짐작하고, 까닭과 함께 말해요.</a:t>
            </a:r>
            <a:endParaRPr lang="ko-KR" sz="3200" dirty="0"/>
          </a:p>
        </p:txBody>
      </p:sp>
      <p:sp>
        <p:nvSpPr>
          <p:cNvPr id="5" name="S12-chip65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말과 행동에서 단서 찾기</a:t>
            </a:r>
            <a:endParaRPr lang="ko-KR" sz="2600" dirty="0"/>
          </a:p>
        </p:txBody>
      </p:sp>
      <p:sp>
        <p:nvSpPr>
          <p:cNvPr id="6" name="S12-chip66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단서 없이 짐작하기</a:t>
            </a:r>
            <a:endParaRPr lang="ko-KR" sz="2600" dirty="0"/>
          </a:p>
        </p:txBody>
      </p:sp>
      <p:sp>
        <p:nvSpPr>
          <p:cNvPr id="7" name="S12-text67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68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마음을 알려 주는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 두 가지</a:t>
            </a:r>
            <a:endParaRPr lang="ko-KR" sz="2600" dirty="0"/>
          </a:p>
        </p:txBody>
      </p:sp>
      <p:sp>
        <p:nvSpPr>
          <p:cNvPr id="9" name="S12-text69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마음을 나타내는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세 개</a:t>
            </a:r>
            <a:endParaRPr lang="ko-KR" sz="2600" dirty="0"/>
          </a:p>
        </p:txBody>
      </p:sp>
      <p:sp>
        <p:nvSpPr>
          <p:cNvPr id="10" name="S12-text70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“고마워!” 하고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인사한 인물의 마음</a:t>
            </a:r>
            <a:endParaRPr lang="ko-KR" sz="2600" dirty="0"/>
          </a:p>
        </p:txBody>
      </p:sp>
      <p:sp>
        <p:nvSpPr>
          <p:cNvPr id="11" name="S12-text7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겪은 일 쓰기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몸으로 보는 마음</a:t>
            </a:r>
            <a:endParaRPr lang="ko-KR" sz="4400" dirty="0"/>
          </a:p>
        </p:txBody>
      </p:sp>
      <p:sp>
        <p:nvSpPr>
          <p:cNvPr id="3" name="S13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해 보이면 마음을 맞혀요.</a:t>
            </a:r>
            <a:endParaRPr lang="ko-KR" sz="3200" dirty="0"/>
          </a:p>
        </p:txBody>
      </p:sp>
      <p:sp>
        <p:nvSpPr>
          <p:cNvPr id="4" name="S13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 낱말 카드에서 골라도 돼요.</a:t>
            </a:r>
            <a:endParaRPr lang="ko-KR" sz="3200" dirty="0"/>
          </a:p>
        </p:txBody>
      </p:sp>
      <p:sp>
        <p:nvSpPr>
          <p:cNvPr id="6" name="S13-chip7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3-text7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활짝 웃으며 손뼉을 쳐요.</a:t>
            </a:r>
            <a:endParaRPr lang="ko-KR" sz="3200" dirty="0"/>
          </a:p>
        </p:txBody>
      </p:sp>
      <p:sp>
        <p:nvSpPr>
          <p:cNvPr id="8" name="S13-chip7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3-text7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고개를 푹 숙이고 한숨을 쉬어요.</a:t>
            </a:r>
            <a:endParaRPr lang="ko-KR" sz="3200" dirty="0"/>
          </a:p>
        </p:txBody>
      </p:sp>
      <p:sp>
        <p:nvSpPr>
          <p:cNvPr id="10" name="S13-chip7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3-text8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“고마워!” 하고 꾸벅 인사해요.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인물의 마음</dc:title>
  <dc:subject>KR22-G02-KOR-FEELING-L01</dc:subject>
  <dc:creator>education-ppt</dc:creator>
  <cp:lastModifiedBy>education-ppt</cp:lastModifiedBy>
  <cp:revision>1</cp:revision>
  <dcterms:created xsi:type="dcterms:W3CDTF">2026-10-26T07:21:12Z</dcterms:created>
  <dcterms:modified xsi:type="dcterms:W3CDTF">2026-10-26T07:21:12Z</dcterms:modified>
</cp:coreProperties>
</file>