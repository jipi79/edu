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89cc5d0-d67c-306f-37e6-1d95202367e1}">
          <p14:sldIdLst>
            <p14:sldId id="256"/>
            <p14:sldId id="257"/>
          </p14:sldIdLst>
        </p14:section>
        <p14:section name="개념" id="{5b4ed65b-44db-4fa4-1cac-ca44b2154bee}">
          <p14:sldIdLst>
            <p14:sldId id="258"/>
            <p14:sldId id="259"/>
            <p14:sldId id="260"/>
          </p14:sldIdLst>
        </p14:section>
        <p14:section name="연습" id="{a95df94e-0ae3-7b40-3194-2ccca8aa9488}">
          <p14:sldIdLst>
            <p14:sldId id="261"/>
            <p14:sldId id="262"/>
            <p14:sldId id="263"/>
          </p14:sldIdLst>
        </p14:section>
        <p14:section name="확인" id="{2b8e25a4-e115-45e1-846d-28fccbd6d6dc}">
          <p14:sldIdLst>
            <p14:sldId id="264"/>
            <p14:sldId id="265"/>
          </p14:sldIdLst>
        </p14:section>
        <p14:section name="정리" id="{e7ab2f79-8622-8986-baf6-607d26f9a161}">
          <p14:sldIdLst>
            <p14:sldId id="266"/>
          </p14:sldIdLst>
        </p14:section>
        <p14:section name="보충" id="{3ae22d49-f27b-e9f4-da98-0fe2c0e3b49d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이야기와쓰기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일이 일어난 차례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일이 일어난 차례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국어 · 일이 일어난 차례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일어난 차례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먼저 일어났을까?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일어난 일을 차례대로 놓아요.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‘처음에, 그다음에’로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누가, 무슨 일을?</a:t>
            </a:r>
            <a:endParaRPr lang="ko-KR" sz="44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나오나요? 어떤 일이 있었나요?</a:t>
            </a:r>
            <a:endParaRPr lang="ko-KR" sz="32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강아지 뭉치가 공을 물고 왔습니다. 아이가 그 공을 멀리 던졌습니다.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차례를 알려 주는 말</a:t>
            </a:r>
            <a:endParaRPr lang="ko-KR" sz="4400" dirty="0"/>
          </a:p>
        </p:txBody>
      </p:sp>
      <p:sp>
        <p:nvSpPr>
          <p:cNvPr id="3" name="S03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말을 찾으면 차례가 보여요.</a:t>
            </a:r>
            <a:endParaRPr lang="ko-KR" sz="3200" dirty="0"/>
          </a:p>
        </p:txBody>
      </p:sp>
      <p:sp>
        <p:nvSpPr>
          <p:cNvPr id="4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말에 ○ 하며 읽어요.</a:t>
            </a:r>
            <a:endParaRPr lang="ko-KR" sz="3200" dirty="0"/>
          </a:p>
        </p:txBody>
      </p:sp>
      <p:sp>
        <p:nvSpPr>
          <p:cNvPr id="6" name="S03-card10"/>
          <p:cNvSpPr/>
          <p:nvPr/>
        </p:nvSpPr>
        <p:spPr>
          <a:xfrm>
            <a:off x="548640" y="24648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1"/>
          <p:cNvSpPr txBox="1"/>
          <p:nvPr/>
        </p:nvSpPr>
        <p:spPr>
          <a:xfrm>
            <a:off x="822960" y="26019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때를 알려 줘요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아침, 저녁,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 뒤, 마침내</a:t>
            </a:r>
            <a:endParaRPr lang="ko-KR" sz="3200" dirty="0"/>
          </a:p>
        </p:txBody>
      </p:sp>
      <p:sp>
        <p:nvSpPr>
          <p:cNvPr id="8" name="S03-card12"/>
          <p:cNvSpPr/>
          <p:nvPr/>
        </p:nvSpPr>
        <p:spPr>
          <a:xfrm>
            <a:off x="4322064" y="24648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3"/>
          <p:cNvSpPr txBox="1"/>
          <p:nvPr/>
        </p:nvSpPr>
        <p:spPr>
          <a:xfrm>
            <a:off x="4596384" y="26019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차례를 알려 줘요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처음에, 그다음에,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마지막에</a:t>
            </a:r>
            <a:endParaRPr lang="ko-KR" sz="3200" dirty="0"/>
          </a:p>
        </p:txBody>
      </p:sp>
      <p:sp>
        <p:nvSpPr>
          <p:cNvPr id="10" name="S03-card14"/>
          <p:cNvSpPr/>
          <p:nvPr/>
        </p:nvSpPr>
        <p:spPr>
          <a:xfrm>
            <a:off x="8095488" y="24648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5"/>
          <p:cNvSpPr txBox="1"/>
          <p:nvPr/>
        </p:nvSpPr>
        <p:spPr>
          <a:xfrm>
            <a:off x="8369808" y="26019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앞뒤를 알려 줘요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~한 뒤에,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~하기 전에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씨앗 이야기 읽기</a:t>
            </a:r>
            <a:endParaRPr lang="ko-KR" sz="44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일이 차례대로 일어났나요? 차례를 알려 주는 말은?</a:t>
            </a:r>
            <a:endParaRPr lang="ko-KR" sz="3200" dirty="0"/>
          </a:p>
        </p:txBody>
      </p:sp>
      <p:sp>
        <p:nvSpPr>
          <p:cNvPr id="5" name="S04-passagebox18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9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지호는 화분에 씨앗을 심었습니다. 날마다 물을 주었더니 며칠 뒤 싹이 났습니다. 마침내 노란 꽃이 피었습니다.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 말해요</a:t>
            </a:r>
            <a:endParaRPr lang="ko-KR" sz="4400" dirty="0"/>
          </a:p>
        </p:txBody>
      </p:sp>
      <p:sp>
        <p:nvSpPr>
          <p:cNvPr id="3" name="S05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말을 넣어 말하면 순서가 잘 보여요.</a:t>
            </a:r>
            <a:endParaRPr lang="ko-KR" sz="3200" dirty="0"/>
          </a:p>
        </p:txBody>
      </p:sp>
      <p:sp>
        <p:nvSpPr>
          <p:cNvPr id="5" name="S05-card22"/>
          <p:cNvSpPr/>
          <p:nvPr/>
        </p:nvSpPr>
        <p:spPr>
          <a:xfrm>
            <a:off x="548640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3"/>
          <p:cNvSpPr txBox="1"/>
          <p:nvPr/>
        </p:nvSpPr>
        <p:spPr>
          <a:xfrm>
            <a:off x="822960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</a:t>
            </a:r>
            <a:endParaRPr lang="ko-KR" sz="3200" dirty="0"/>
          </a:p>
        </p:txBody>
      </p:sp>
      <p:sp>
        <p:nvSpPr>
          <p:cNvPr id="7" name="S05-card24"/>
          <p:cNvSpPr/>
          <p:nvPr/>
        </p:nvSpPr>
        <p:spPr>
          <a:xfrm>
            <a:off x="4322064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25"/>
          <p:cNvSpPr txBox="1"/>
          <p:nvPr/>
        </p:nvSpPr>
        <p:spPr>
          <a:xfrm>
            <a:off x="4596384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그다음에</a:t>
            </a:r>
            <a:endParaRPr lang="ko-KR" sz="3200" dirty="0"/>
          </a:p>
        </p:txBody>
      </p:sp>
      <p:sp>
        <p:nvSpPr>
          <p:cNvPr id="9" name="S05-card26"/>
          <p:cNvSpPr/>
          <p:nvPr/>
        </p:nvSpPr>
        <p:spPr>
          <a:xfrm>
            <a:off x="8095488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5-cardtext27"/>
          <p:cNvSpPr txBox="1"/>
          <p:nvPr/>
        </p:nvSpPr>
        <p:spPr>
          <a:xfrm>
            <a:off x="8369808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마지막에</a:t>
            </a:r>
            <a:endParaRPr lang="ko-KR" sz="3200" dirty="0"/>
          </a:p>
        </p:txBody>
      </p:sp>
      <p:sp>
        <p:nvSpPr>
          <p:cNvPr id="11" name="S05-step28"/>
          <p:cNvSpPr txBox="1"/>
          <p:nvPr/>
        </p:nvSpPr>
        <p:spPr>
          <a:xfrm>
            <a:off x="1293876" y="198882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씨앗을 심었어요</a:t>
            </a:r>
            <a:endParaRPr lang="ko-KR" sz="3000" dirty="0"/>
          </a:p>
        </p:txBody>
      </p:sp>
      <p:sp>
        <p:nvSpPr>
          <p:cNvPr id="12" name="S05-line29"/>
          <p:cNvSpPr/>
          <p:nvPr/>
        </p:nvSpPr>
        <p:spPr>
          <a:xfrm>
            <a:off x="4274820" y="26746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3" name="S05-step30"/>
          <p:cNvSpPr txBox="1"/>
          <p:nvPr/>
        </p:nvSpPr>
        <p:spPr>
          <a:xfrm>
            <a:off x="4631436" y="198882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싹이 났어요</a:t>
            </a:r>
            <a:endParaRPr lang="ko-KR" sz="3000" dirty="0"/>
          </a:p>
        </p:txBody>
      </p:sp>
      <p:sp>
        <p:nvSpPr>
          <p:cNvPr id="14" name="S05-line31"/>
          <p:cNvSpPr/>
          <p:nvPr/>
        </p:nvSpPr>
        <p:spPr>
          <a:xfrm>
            <a:off x="7612380" y="26746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5" name="S05-step32"/>
          <p:cNvSpPr txBox="1"/>
          <p:nvPr/>
        </p:nvSpPr>
        <p:spPr>
          <a:xfrm>
            <a:off x="7968996" y="198882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꽃이 피었어요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곰의 케이크</a:t>
            </a:r>
            <a:endParaRPr lang="ko-KR" sz="4400" dirty="0"/>
          </a:p>
        </p:txBody>
      </p:sp>
      <p:sp>
        <p:nvSpPr>
          <p:cNvPr id="3" name="S06-text33"/>
          <p:cNvSpPr txBox="1"/>
          <p:nvPr/>
        </p:nvSpPr>
        <p:spPr>
          <a:xfrm>
            <a:off x="548640" y="1325880"/>
            <a:ext cx="1109167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곰이 시장에서 밀가루를 샀습니다. 집에 와서 케이크를 구웠습니다. 저녁에는 친구들과 케이크를 나누어 먹었습니다.</a:t>
            </a:r>
            <a:endParaRPr lang="ko-KR" sz="3200" dirty="0"/>
          </a:p>
        </p:txBody>
      </p:sp>
      <p:sp>
        <p:nvSpPr>
          <p:cNvPr id="4" name="S06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가·나·다를 차례대로 놓고, 차례 말을 넣어 말해요.</a:t>
            </a:r>
            <a:endParaRPr lang="ko-KR" sz="3200" dirty="0"/>
          </a:p>
        </p:txBody>
      </p:sp>
      <p:sp>
        <p:nvSpPr>
          <p:cNvPr id="6" name="S06-chip36"/>
          <p:cNvSpPr txBox="1"/>
          <p:nvPr/>
        </p:nvSpPr>
        <p:spPr>
          <a:xfrm>
            <a:off x="1991868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6-card37"/>
          <p:cNvSpPr/>
          <p:nvPr/>
        </p:nvSpPr>
        <p:spPr>
          <a:xfrm>
            <a:off x="548640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38"/>
          <p:cNvSpPr txBox="1"/>
          <p:nvPr/>
        </p:nvSpPr>
        <p:spPr>
          <a:xfrm>
            <a:off x="822960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케이크 나눠 먹기</a:t>
            </a:r>
            <a:endParaRPr lang="ko-KR" sz="3200" dirty="0"/>
          </a:p>
        </p:txBody>
      </p:sp>
      <p:sp>
        <p:nvSpPr>
          <p:cNvPr id="9" name="S06-chip39"/>
          <p:cNvSpPr txBox="1"/>
          <p:nvPr/>
        </p:nvSpPr>
        <p:spPr>
          <a:xfrm>
            <a:off x="5811012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6-card40"/>
          <p:cNvSpPr/>
          <p:nvPr/>
        </p:nvSpPr>
        <p:spPr>
          <a:xfrm>
            <a:off x="4367784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41"/>
          <p:cNvSpPr txBox="1"/>
          <p:nvPr/>
        </p:nvSpPr>
        <p:spPr>
          <a:xfrm>
            <a:off x="4642104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밀가루 사기</a:t>
            </a:r>
            <a:endParaRPr lang="ko-KR" sz="3200" dirty="0"/>
          </a:p>
        </p:txBody>
      </p:sp>
      <p:sp>
        <p:nvSpPr>
          <p:cNvPr id="12" name="S06-chip42"/>
          <p:cNvSpPr txBox="1"/>
          <p:nvPr/>
        </p:nvSpPr>
        <p:spPr>
          <a:xfrm>
            <a:off x="9630156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6-card43"/>
          <p:cNvSpPr/>
          <p:nvPr/>
        </p:nvSpPr>
        <p:spPr>
          <a:xfrm>
            <a:off x="8186928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6-cardtext44"/>
          <p:cNvSpPr txBox="1"/>
          <p:nvPr/>
        </p:nvSpPr>
        <p:spPr>
          <a:xfrm>
            <a:off x="8461248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케이크 굽기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한 일은?</a:t>
            </a:r>
            <a:endParaRPr lang="ko-KR" sz="4400" dirty="0"/>
          </a:p>
        </p:txBody>
      </p:sp>
      <p:sp>
        <p:nvSpPr>
          <p:cNvPr id="3" name="S07-card4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동생은 밥을 먹기 전에 손을 씻었습니다.</a:t>
            </a:r>
            <a:endParaRPr lang="ko-KR" sz="3200" dirty="0"/>
          </a:p>
        </p:txBody>
      </p:sp>
      <p:sp>
        <p:nvSpPr>
          <p:cNvPr id="5" name="S07-card47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8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일어난 차례일까요? ‘전에’는 무엇을 알려 주나요?</a:t>
            </a:r>
            <a:endParaRPr lang="ko-KR" sz="3200" dirty="0"/>
          </a:p>
        </p:txBody>
      </p:sp>
      <p:sp>
        <p:nvSpPr>
          <p:cNvPr id="7" name="S07-chip4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50"/>
          <p:cNvSpPr txBox="1"/>
          <p:nvPr/>
        </p:nvSpPr>
        <p:spPr>
          <a:xfrm>
            <a:off x="548640" y="315468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먹기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손 씻기</a:t>
            </a:r>
            <a:endParaRPr lang="ko-KR" sz="3200" dirty="0"/>
          </a:p>
        </p:txBody>
      </p:sp>
      <p:sp>
        <p:nvSpPr>
          <p:cNvPr id="9" name="S07-chip5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52"/>
          <p:cNvSpPr txBox="1"/>
          <p:nvPr/>
        </p:nvSpPr>
        <p:spPr>
          <a:xfrm>
            <a:off x="6277356" y="315468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밥 먹기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정리하는 방법</a:t>
            </a:r>
            <a:endParaRPr lang="ko-KR" sz="4400" dirty="0"/>
          </a:p>
        </p:txBody>
      </p:sp>
      <p:sp>
        <p:nvSpPr>
          <p:cNvPr id="3" name="S08-stepno53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8-text54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 일을 찾아요.</a:t>
            </a:r>
            <a:endParaRPr lang="ko-KR" sz="3200" dirty="0"/>
          </a:p>
        </p:txBody>
      </p:sp>
      <p:sp>
        <p:nvSpPr>
          <p:cNvPr id="5" name="S08-stepno55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8-text56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때와 차례를 알려 주는 말에 ○ 해요.</a:t>
            </a:r>
            <a:endParaRPr lang="ko-KR" sz="3200" dirty="0"/>
          </a:p>
        </p:txBody>
      </p:sp>
      <p:sp>
        <p:nvSpPr>
          <p:cNvPr id="7" name="S08-stepno57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8-text58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 차례대로 놓아요.</a:t>
            </a:r>
            <a:endParaRPr lang="ko-KR" sz="3200" dirty="0"/>
          </a:p>
        </p:txBody>
      </p:sp>
      <p:sp>
        <p:nvSpPr>
          <p:cNvPr id="9" name="S08-stepno59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8-text60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‘처음에, 그다음에, 마지막에’로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61"/>
          <p:cNvSpPr txBox="1"/>
          <p:nvPr/>
        </p:nvSpPr>
        <p:spPr>
          <a:xfrm>
            <a:off x="548640" y="1325880"/>
            <a:ext cx="1109167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그치자 수아는 장화를 신고 나갔습니다. 웅덩이에서 첨벙첨벙 뛰었습니다. 집에 와서 젖은 양말을 벗었습니다.</a:t>
            </a:r>
            <a:endParaRPr lang="ko-KR" sz="3200" dirty="0"/>
          </a:p>
        </p:txBody>
      </p:sp>
      <p:sp>
        <p:nvSpPr>
          <p:cNvPr id="4" name="S09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가·나·다를 차례대로 놓고, 차례 말을 넣어 말해요.</a:t>
            </a:r>
            <a:endParaRPr lang="ko-KR" sz="3200" dirty="0"/>
          </a:p>
        </p:txBody>
      </p:sp>
      <p:sp>
        <p:nvSpPr>
          <p:cNvPr id="6" name="S09-chip64"/>
          <p:cNvSpPr txBox="1"/>
          <p:nvPr/>
        </p:nvSpPr>
        <p:spPr>
          <a:xfrm>
            <a:off x="1991868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9-card65"/>
          <p:cNvSpPr/>
          <p:nvPr/>
        </p:nvSpPr>
        <p:spPr>
          <a:xfrm>
            <a:off x="548640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9-cardtext66"/>
          <p:cNvSpPr txBox="1"/>
          <p:nvPr/>
        </p:nvSpPr>
        <p:spPr>
          <a:xfrm>
            <a:off x="822960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웅덩이에서 뛰기</a:t>
            </a:r>
            <a:endParaRPr lang="ko-KR" sz="3200" dirty="0"/>
          </a:p>
        </p:txBody>
      </p:sp>
      <p:sp>
        <p:nvSpPr>
          <p:cNvPr id="9" name="S09-chip67"/>
          <p:cNvSpPr txBox="1"/>
          <p:nvPr/>
        </p:nvSpPr>
        <p:spPr>
          <a:xfrm>
            <a:off x="5811012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9-card68"/>
          <p:cNvSpPr/>
          <p:nvPr/>
        </p:nvSpPr>
        <p:spPr>
          <a:xfrm>
            <a:off x="4367784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69"/>
          <p:cNvSpPr txBox="1"/>
          <p:nvPr/>
        </p:nvSpPr>
        <p:spPr>
          <a:xfrm>
            <a:off x="4642104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 벗기</a:t>
            </a:r>
            <a:endParaRPr lang="ko-KR" sz="3200" dirty="0"/>
          </a:p>
        </p:txBody>
      </p:sp>
      <p:sp>
        <p:nvSpPr>
          <p:cNvPr id="12" name="S09-chip70"/>
          <p:cNvSpPr txBox="1"/>
          <p:nvPr/>
        </p:nvSpPr>
        <p:spPr>
          <a:xfrm>
            <a:off x="9630156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9-card71"/>
          <p:cNvSpPr/>
          <p:nvPr/>
        </p:nvSpPr>
        <p:spPr>
          <a:xfrm>
            <a:off x="8186928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9-cardtext72"/>
          <p:cNvSpPr txBox="1"/>
          <p:nvPr/>
        </p:nvSpPr>
        <p:spPr>
          <a:xfrm>
            <a:off x="8461248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장화 신고 나가기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먼저 한 일은?</a:t>
            </a:r>
            <a:endParaRPr lang="ko-KR" sz="4400" dirty="0"/>
          </a:p>
        </p:txBody>
      </p:sp>
      <p:sp>
        <p:nvSpPr>
          <p:cNvPr id="3" name="S11-text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아빠가 빵을 구운 뒤에, 나는 빵에 잼을 발랐습니다.</a:t>
            </a:r>
            <a:endParaRPr lang="ko-KR" sz="3200" dirty="0"/>
          </a:p>
        </p:txBody>
      </p:sp>
      <p:sp>
        <p:nvSpPr>
          <p:cNvPr id="4" name="S11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말을 보고 알았나요?</a:t>
            </a:r>
            <a:endParaRPr lang="ko-KR" sz="3200" dirty="0"/>
          </a:p>
        </p:txBody>
      </p:sp>
      <p:sp>
        <p:nvSpPr>
          <p:cNvPr id="6" name="S11-chip7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77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78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빵에 잼을 발랐어요.</a:t>
            </a:r>
            <a:endParaRPr lang="ko-KR" sz="3200" dirty="0"/>
          </a:p>
        </p:txBody>
      </p:sp>
      <p:sp>
        <p:nvSpPr>
          <p:cNvPr id="9" name="S11-chip7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80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81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아빠가 빵을 구웠어요.</a:t>
            </a:r>
            <a:endParaRPr lang="ko-KR" sz="3200" dirty="0"/>
          </a:p>
        </p:txBody>
      </p:sp>
      <p:sp>
        <p:nvSpPr>
          <p:cNvPr id="12" name="S11-chip8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83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84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빵을 먹었어요.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85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86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차례를 알려 주는 말로 일이 일어난 차례를 찾고, 차례 말을 넣어 말해요.</a:t>
            </a:r>
            <a:endParaRPr lang="ko-KR" sz="3200" dirty="0"/>
          </a:p>
        </p:txBody>
      </p:sp>
      <p:sp>
        <p:nvSpPr>
          <p:cNvPr id="5" name="S12-chip87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차례 말에 ○ 하기</a:t>
            </a:r>
            <a:endParaRPr lang="ko-KR" sz="2600" dirty="0"/>
          </a:p>
        </p:txBody>
      </p:sp>
      <p:sp>
        <p:nvSpPr>
          <p:cNvPr id="6" name="S12-chip88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생각나는 대로 말하기</a:t>
            </a:r>
            <a:endParaRPr lang="ko-KR" sz="2600" dirty="0"/>
          </a:p>
        </p:txBody>
      </p:sp>
      <p:sp>
        <p:nvSpPr>
          <p:cNvPr id="7" name="S12-text89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90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차례 말 세 가지</a:t>
            </a:r>
            <a:endParaRPr lang="ko-KR" sz="2600" dirty="0"/>
          </a:p>
        </p:txBody>
      </p:sp>
      <p:sp>
        <p:nvSpPr>
          <p:cNvPr id="9" name="S12-text91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‘먹기 전에’의 뜻</a:t>
            </a:r>
            <a:endParaRPr lang="ko-KR" sz="2600" dirty="0"/>
          </a:p>
        </p:txBody>
      </p:sp>
      <p:sp>
        <p:nvSpPr>
          <p:cNvPr id="10" name="S12-text92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씨앗 이야기 차례</a:t>
            </a:r>
            <a:endParaRPr lang="ko-KR" sz="2600" dirty="0"/>
          </a:p>
        </p:txBody>
      </p:sp>
      <p:sp>
        <p:nvSpPr>
          <p:cNvPr id="11" name="S12-text9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인물의 마음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무엇을 먼저 할까?</a:t>
            </a:r>
            <a:endParaRPr lang="ko-KR" sz="4400" dirty="0"/>
          </a:p>
        </p:txBody>
      </p:sp>
      <p:sp>
        <p:nvSpPr>
          <p:cNvPr id="3" name="S13-text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 나갈 때 무엇을 먼저 할까요?</a:t>
            </a:r>
            <a:endParaRPr lang="ko-KR" sz="3200" dirty="0"/>
          </a:p>
        </p:txBody>
      </p:sp>
      <p:sp>
        <p:nvSpPr>
          <p:cNvPr id="4" name="S13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 말하고 몸으로 해 봐요.</a:t>
            </a:r>
            <a:endParaRPr lang="ko-KR" sz="3200" dirty="0"/>
          </a:p>
        </p:txBody>
      </p:sp>
      <p:sp>
        <p:nvSpPr>
          <p:cNvPr id="6" name="S13-chip9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3-card98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99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신발을 신어요.</a:t>
            </a:r>
            <a:endParaRPr lang="ko-KR" sz="3200" dirty="0"/>
          </a:p>
        </p:txBody>
      </p:sp>
      <p:sp>
        <p:nvSpPr>
          <p:cNvPr id="9" name="S13-chip10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3-card101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102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양말을 신어요.</a:t>
            </a:r>
            <a:endParaRPr lang="ko-KR" sz="3200" dirty="0"/>
          </a:p>
        </p:txBody>
      </p:sp>
      <p:sp>
        <p:nvSpPr>
          <p:cNvPr id="12" name="S13-chip10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3-card104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105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문을 열고 나가요.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국어 일이 일어난 차례</dc:title>
  <dc:subject>KR22-G02-KOR-SEQUENCE-L01</dc:subject>
  <dc:creator>education-ppt</dc:creator>
  <cp:lastModifiedBy>education-ppt</cp:lastModifiedBy>
  <cp:revision>1</cp:revision>
  <dcterms:created xsi:type="dcterms:W3CDTF">2026-10-26T07:06:38Z</dcterms:created>
  <dcterms:modified xsi:type="dcterms:W3CDTF">2026-10-26T07:06:38Z</dcterms:modified>
</cp:coreProperties>
</file>