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6f73040-e2b6-7d5d-fdb9-fb5eb1ab3168}">
          <p14:sldIdLst>
            <p14:sldId id="256"/>
            <p14:sldId id="257"/>
          </p14:sldIdLst>
        </p14:section>
        <p14:section name="개념" id="{6dc33aab-183d-a972-866b-d6283b39d9d1}">
          <p14:sldIdLst>
            <p14:sldId id="258"/>
            <p14:sldId id="259"/>
            <p14:sldId id="260"/>
            <p14:sldId id="261"/>
          </p14:sldIdLst>
        </p14:section>
        <p14:section name="연습" id="{8ae07341-45c9-5aa6-d104-f5eecc9554d8}">
          <p14:sldIdLst>
            <p14:sldId id="262"/>
            <p14:sldId id="263"/>
          </p14:sldIdLst>
        </p14:section>
        <p14:section name="확인" id="{501ec23c-139f-8989-b402-5108e27a8041}">
          <p14:sldIdLst>
            <p14:sldId id="264"/>
            <p14:sldId id="265"/>
            <p14:sldId id="266"/>
          </p14:sldIdLst>
        </p14:section>
        <p14:section name="정리" id="{3bb830f6-5ebf-c3aa-3c5c-aad7318fae03}">
          <p14:sldIdLst>
            <p14:sldId id="267"/>
          </p14:sldIdLst>
        </p14:section>
        <p14:section name="보충" id="{d74d3ff1-9c0a-fb74-3c91-d83d911848d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사람의 마음은 말과 행동으로 드러난다는 데 관심을 갖게 합니다.
시간: 약 2분
이렇게 말해 보세요
- “엄마(아빠)가 지금 어떤 마음인지 맞혀 볼래?” (활짝 웃으며 손뼉을 칩니다.)
- “어떻게 알았어? 오늘은 이야기 속 인물이 한 말과 행동을 보고 마음을 짐작하는 방법을 배울 거야.”
예상 답
- “기뻐요. 웃고 손뼉을 쳤어요.”
막히면
- “기쁜 거야, 슬픈 거야?”처럼 두 가지 중에서 고르게 합니다.
주의
- ‘짐작’은 ‘아마 이럴 거라고 생각해 보는 것’이라고 쉽게 풀어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확인(일어난 일과 차례)]
목적: 앞 차시 ‘일이 일어난 차례’에서 배운, 일어난 일을 찾고 차례를 아는 힘을 확인합니다. 무슨 일이 있었는지 알아야 인물의 마음을 짐작할 수 있습니다.
시간: 약 3분
이렇게 말해 보세요
- “소리 내어 읽어 볼래? 하윤이가 한 일은 무엇무엇이야?”
- “둘 중에 먼저 한 일은 뭐야? 어떤 말을 보고 알았어?”
정답
- 한 일: 화분에 물을 주었습니다, 강아지와 산책을 했습니다.
- 먼저 한 일: 화분에 물을 주었습니다(‘준 뒤에’가 단서).
막히면
- ‘뒤에’에 ○ 하게 하고 “물을 준 다음에 산책했을까, 산책한 다음에 물을 줬을까?”라고 묻습니다.
- 일어난 일을 찾지 못하면 S13(보충)을 먼저 합니다. 보충으로도 어려우면 앞 차시 ‘일이 일어난 차례’(KR22-G02-KOR-SEQUENCE-L01)를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마음을 나타내는 말]
목적: 마음을 나타내는 말을 익혀, 짐작한 마음을 알맞은 낱말로 말할 수 있게 합니다(M3).
시간: 약 3분
이렇게 말해 보세요
- “하나씩 같이 읽어 보자. ‘속상하다’는 일이 잘 안 되어서 마음이 아플 때 써.”
- “‘걱정되다’는 나쁜 일이 생길까 봐 마음이 놓이지 않을 때, ‘미안하다’는 내가 잘못해서 남에게 마음이 쓰일 때 써.”
- “선물을 받았을 때는 어떤 마음일까? 장난감이 망가졌을 때는?”
예상 답
- “선물을 받으면 기쁘고 고마워요. 장난감이 망가지면 속상해요.”
막히면
- 아이가 겪은 일로 묻습니다. “지난번에 넘어졌을 때 어떤 마음이었어?”
주의
- 낱말을 외우게 하기보다, 상황에 맞는 낱말을 고르는 것에 집중합니다. 마음 낱말 카드를 만들었다면 책상에 펼쳐 두고 수업 내내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마음을 알려 주는 단서]
목적: 인물의 마음을 짐작하는 단서가 ‘인물이 한 말’과 ‘인물의 행동’이라는 것을 알려 줍니다.
시간: 약 3분
이렇게 말해 보세요
- “인물이 한 말은 큰따옴표(“ ”) 안에 있어. ‘야호!’라고 말한 사람은 어떤 마음일까?”
- “행동은 인물이 몸으로 한 일이야. 고개를 푹 숙인 사람은 어떤 마음일까?”
예상 답
- “야호는 기쁠 때 해요.” “고개를 숙이면 속상하거나 미안한 거예요.”
막히면
- 부모가 직접 ‘야호!’ 하고 말하며 펄쩍 뛰어 보이고, 이어서 고개를 숙여 보인 뒤 차이를 묻습니다.
주의
- 고개를 숙이는 행동처럼 하나의 행동이 여러 마음을 나타낼 수 있습니다. 앞뒤 내용과 함께 보면 된다고만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읽기(단서 찾아 마음 짐작하기)]
목적: 부모가 생각을 소리 내어 말하며 단서(말과 행동)를 찾고 마음을 짐작하는 과정을 보여 줍니다.
시간: 약 4분
이렇게 말해 보세요
- “엄마(아빠)가 먼저 해 볼게. 은지가 한 말은 따옴표 안에 있어. ‘제가 상을 받았어요!’ 느낌표가 있으니 크게 말했나 봐.”
- “행동도 찾아볼게. 상장을 들고 ‘깡충깡충 뛰었습니다.’ 기쁠 때 이렇게 뛰지.”
- “그래서 이렇게 말할 수 있어. ‘깡충깡충 뛴 것을 보니 은지는 기쁜 마음일 것 같아요.’”
예상 답
- “기뻐요.” “신나요.”
정답
- 마음: 기쁘다(신나다, 뿌듯하다도 맞음)
- 단서: 한 말 “엄마, 제가 상을 받았어요!” / 행동 ‘상장을 들고 깡충깡충 뛰었습니다.’
막히면
- 말에는 밑줄, 행동에는 ○ 하며 다시 읽어 줍니다.
주의
- 이 장은 시범입니다. 부모가 단서를 찾는 과정을 들려주는 것이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마음을 짐작하고 말하는 방법]
목적: 단서를 찾아 마음을 짐작하고, 까닭과 함께 말하는 순서를 정리합니다(M3).
시간: 약 3분
이렇게 말해 보세요
- “은지 이야기에서 엄마(아빠)가 한 순서야. 하나씩 읽어 볼래?”
- “4번처럼 말하면 왜 그렇게 생각했는지 까닭까지 알려 줄 수 있어. 은지 이야기로 4번을 말해 볼래?”
예상 답
- “깡충깡충 뛴 것을 보니 은지는 기쁜 마음일 것 같아요.”
- “‘제가 상을 받았어요!’라고 말한 것을 보니 신나는 마음일 것 같아요.”
막히면
- 부모가 앞부분 “깡충깡충 뛴 것을 보니…”를 말해 주고 뒷부분을 아이가 잇게 합니다.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단서 찾고 마음 짐작하기]
목적: 부모와 함께 말과 행동을 찾아 마음을 짐작하고, 까닭을 붙여 말합니다.
시간: 약 4분
이렇게 말해 보세요
- “같이 읽어 보자. 도윤이가 한 말에 밑줄을 그어 볼래? 행동은 어디 있어?”
- “‘발을 동동 굴렀다’는 마음이 급하고 안타까울 때 발을 자꾸 구르는 거야. 도윤이는 어떤 마음일까?”
- “‘~ 것을 보니’를 넣어서 말해 볼래?”
정답
- 마음: 속상하다, 걱정되다(안타깝다, 애가 탄다도 맞음)
- 단서: 한 말 “아, 내 연!” / 행동 ‘나무를 올려다보며’, ‘발을 동동 굴렀습니다’
- 예: “발을 동동 구른 것을 보니 도윤이는 속상한 마음일 것 같아요.”
막히면
- 부모가 발을 동동 구르는 흉내를 내며 “엄마(아빠)가 지금 기뻐 보여, 속상해 보여?”라고 묻습니다.
- “나라면…”으로 말하면 “도윤이는 뭐라고 말했어?”라고 다시 글로 돌아오게 합니다(M1).
주의
- 글 속 단서와 맞으면 ‘속상하다’, ‘걱정되다’ 등 다른 마음 말도 맞습니다. ‘기쁘다’처럼 단서와 맞지 않는 답만 고쳐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비교(같은 일, 다른 마음)]
목적: 같은 일을 겪어도 말과 행동에 따라 마음이 다를 수 있다는 것을 알게 합니다(M2).
시간: 약 4분
이렇게 말해 보세요
- “소풍이 미뤄졌어. 그럼 둘 다 속상할까?”
- “지아가 한 말과 행동을 찾아봐. 준서는 어떻게 말하고 어떻게 했어?”
정답
- 가 지아: 속상하다(아쉽다, 실망스럽다도 맞음) — “에이, 가고 싶었는데.”, ‘입을 삐죽 내밀었어요’
- 나 준서: 기쁘다(신나다도 맞음) — “집에서 블록 놀이 해야지!”, ‘빙긋 웃었어요’
- 두 사람의 마음은 다릅니다. 일어난 일만 보지 말고 인물의 말과 행동을 봐야 합니다.
막히면
- 부모가 두 사람의 말을 표정과 함께 실감 나게 읽어 줍니다.
- ‘입을 삐죽 내밀다’는 마음에 들지 않을 때 입술을 앞으로 내미는 것이라고 알려 주고 함께 해 봅니다.
주의
- ‘소풍이 미뤄지면 슬픈 게 당연해요’라고 말하면, 준서의 말과 행동을 다시 짚게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마음 짐작하기]
목적: 도움 없이 단서를 찾아 인물의 마음을 짐작하고, 까닭과 함께 말하는지 확인합니다.
시간: 약 5분
이렇게 말해 보세요
- “이번에는 혼자 해 볼래? 활동지 1번에 같은 글이 있어. 말에 밑줄, 행동에 ○ 하고 하준이의 마음을 말해 줘.”
정답
- 마음: 미안하다(당황스럽다, 부끄럽다도 단서와 맞으면 맞음)
- 단서: 한 말 “미안해. 내가 다시 같이 만들어 줄게.” / 행동 ‘얼굴이 빨개져서’
- 예: “‘미안해.’라고 말한 것을 보니 하준이는 미안한 마음일 것 같아요.”
막히면
- S06의 순서를 다시 보여 줍니다.
- 마음 낱말 카드에서 고르게 해도 됩니다. 도움을 받아 해결했다면 기록표에 ‘도움’으로 표시합니다.
주의
- 마음은 맞게 말했는데 까닭을 붙이지 못하면 기록표에 ‘마음만’으로 표시합니다.
- 동생의 마음(속상하다)을 말하면 “하준이의 마음을 물었어. 하준이는 뭐라고 말했어?”라고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 답과 왼쪽을 비교해 볼까?”
- “오른쪽 답은 무엇이 아쉬울까?”
예상 답
- “속상한 건 동생이에요.” “왜 그렇게 생각했는지 안 말했어요.”
정답
- 미안한 마음 — “미안해. 내가 다시 같이 만들어 줄게.”라고 말한 것, 얼굴이 빨개진 것이 단서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글에서 말과 행동을 단서로 인물의 마음을 고르는지 확인합니다(목표 A).
시간: 약 2분
이렇게 말해 보세요
- “소리 내어 읽어 볼래? 할아버지는 어떤 마음일까? 어떤 말과 행동을 보고 알았어?”
정답
- 나. 걱정되는 마음
- 단서: “괜찮을까?”라는 말, 한숨을 쉰 행동, 강아지가 아프다는 일
막히면
- 부모가 한숨을 쉬어 보이고 “사람은 언제 한숨을 쉬지?”라고 묻습니다.
주의
- 답만 고르고 단서를 짚지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“말이랑 행동을 보고 마음을 알아요.”
정답
- ① 인물이 한 말, 인물의 행동 ② 기쁘다, 속상하다, 걱정되다, 미안하다, 고맙다, 화나다 가운데 세 개(다른 마음 말도 맞음) ③ 고마운 마음(기쁜 마음도 맞음)
막히면
- S04의 카드와 S06의 순서를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보충(몸짓과 표정으로 마음 알기)]
목적: 글을 읽기 전에, 눈앞에서 보는 말과 몸짓으로 마음을 짐작하는 것부터 다시 익힙니다.
시간: 약 3분
이렇게 말해 보세요
- “엄마(아빠)가 하나씩 해 볼게. 잘 보고 어떤 마음인지 맞혀 봐.”
- “어떻게 알았어? 무엇을 보고 알았어?”
정답
- ① 기쁘다(신나다) ② 속상하다(실망스럽다) ③ 고맙다
막히면
- 두 가지 마음 낱말 카드만 보여 주고 그중에서 고르게 합니다.
- 보충으로도 일어난 일을 찾기 어려우면 앞 차시 ‘일이 일어난 차례’(KR22-G02-KOR-SEQUENCE-L01)를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이야기와쓰기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인물의 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인물의 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인물의 마음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마음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속 인물은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말과 행동에서 마음의 단서를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마음과 까닭을 함께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있었나요?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하윤이가 먼저 한 일은 무엇인가요?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하윤이는 화분에 물을 준 뒤에 강아지와 산책을 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인물의 마음은 어땠을까요?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‘좋다, 나쁘다’보다 꼭 맞는 말을 골라요.</a:t>
            </a:r>
            <a:endParaRPr lang="ko-KR" sz="3200" dirty="0"/>
          </a:p>
        </p:txBody>
      </p:sp>
      <p:sp>
        <p:nvSpPr>
          <p:cNvPr id="6" name="S03-word10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기쁘다</a:t>
            </a:r>
            <a:endParaRPr lang="ko-KR" sz="3600" dirty="0"/>
          </a:p>
        </p:txBody>
      </p:sp>
      <p:sp>
        <p:nvSpPr>
          <p:cNvPr id="7" name="S03-word11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속상하다</a:t>
            </a:r>
            <a:endParaRPr lang="ko-KR" sz="3600" dirty="0"/>
          </a:p>
        </p:txBody>
      </p:sp>
      <p:sp>
        <p:nvSpPr>
          <p:cNvPr id="8" name="S03-word12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걱정되다</a:t>
            </a:r>
            <a:endParaRPr lang="ko-KR" sz="3600" dirty="0"/>
          </a:p>
        </p:txBody>
      </p:sp>
      <p:sp>
        <p:nvSpPr>
          <p:cNvPr id="9" name="S03-word13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미안하다</a:t>
            </a:r>
            <a:endParaRPr lang="ko-KR" sz="3600" dirty="0"/>
          </a:p>
        </p:txBody>
      </p:sp>
      <p:sp>
        <p:nvSpPr>
          <p:cNvPr id="10" name="S03-word14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고맙다</a:t>
            </a:r>
            <a:endParaRPr lang="ko-KR" sz="3600" dirty="0"/>
          </a:p>
        </p:txBody>
      </p:sp>
      <p:sp>
        <p:nvSpPr>
          <p:cNvPr id="11" name="S03-word15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알려 주는 단서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이야기에서 이것을 찾아요.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행동을 보면 마음을 짐작할 수 있어요.</a:t>
            </a:r>
            <a:endParaRPr lang="ko-KR" sz="3200" dirty="0"/>
          </a:p>
        </p:txBody>
      </p:sp>
      <p:sp>
        <p:nvSpPr>
          <p:cNvPr id="6" name="S04-card19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0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“야호!”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“어떡하지?”</a:t>
            </a:r>
            <a:endParaRPr lang="ko-KR" sz="3200" dirty="0"/>
          </a:p>
        </p:txBody>
      </p:sp>
      <p:sp>
        <p:nvSpPr>
          <p:cNvPr id="8" name="S04-card21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22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행동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펄쩍 뛰었어요.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숙였어요.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은지 이야기 읽기</a:t>
            </a:r>
            <a:endParaRPr lang="ko-KR" sz="44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은지는 어떤 마음일까요? 무엇을 보고 알았나요?</a:t>
            </a:r>
            <a:endParaRPr lang="ko-KR" sz="3200" dirty="0"/>
          </a:p>
        </p:txBody>
      </p:sp>
      <p:sp>
        <p:nvSpPr>
          <p:cNvPr id="5" name="S05-passagebox2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은지는 그림 대회에서 상을 받았습니다. “엄마, 제가 상을 받았어요!” 은지는 상장을 들고 깡충깡충 뛰었습니다.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짐작해요</a:t>
            </a:r>
            <a:endParaRPr lang="ko-KR" sz="4400" dirty="0"/>
          </a:p>
        </p:txBody>
      </p:sp>
      <p:sp>
        <p:nvSpPr>
          <p:cNvPr id="3" name="S06-stepno27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28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말에 밑줄을 그어요.</a:t>
            </a:r>
            <a:endParaRPr lang="ko-KR" sz="3200" dirty="0"/>
          </a:p>
        </p:txBody>
      </p:sp>
      <p:sp>
        <p:nvSpPr>
          <p:cNvPr id="5" name="S06-stepno29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30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행동에 ○ 해요.</a:t>
            </a:r>
            <a:endParaRPr lang="ko-KR" sz="3200" dirty="0"/>
          </a:p>
        </p:txBody>
      </p:sp>
      <p:sp>
        <p:nvSpPr>
          <p:cNvPr id="7" name="S06-stepno31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2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마음 말을 골라요.</a:t>
            </a:r>
            <a:endParaRPr lang="ko-KR" sz="3200" dirty="0"/>
          </a:p>
        </p:txBody>
      </p:sp>
      <p:sp>
        <p:nvSpPr>
          <p:cNvPr id="9" name="S06-stepno33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4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 것을 보니 ~ 마음일 것 같아요.”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 이야기 읽기</a:t>
            </a:r>
            <a:endParaRPr lang="ko-KR" sz="4400" dirty="0"/>
          </a:p>
        </p:txBody>
      </p:sp>
      <p:sp>
        <p:nvSpPr>
          <p:cNvPr id="3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도윤이의 마음을 까닭과 함께 말해요.</a:t>
            </a:r>
            <a:endParaRPr lang="ko-KR" sz="3200" dirty="0"/>
          </a:p>
        </p:txBody>
      </p:sp>
      <p:sp>
        <p:nvSpPr>
          <p:cNvPr id="5" name="S07-passagebox3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3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도윤이가 아끼는 연이 나무에 걸렸습니다. 도윤이는 나무를 올려다보며 “아, 내 연!” 하고 발을 동동 굴렀습니다.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일, 같은 마음일까?</a:t>
            </a:r>
            <a:endParaRPr lang="ko-KR" sz="4400" dirty="0"/>
          </a:p>
        </p:txBody>
      </p:sp>
      <p:sp>
        <p:nvSpPr>
          <p:cNvPr id="3" name="S08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와서 소풍이 다음 주로 미뤄졌어요.</a:t>
            </a:r>
            <a:endParaRPr lang="ko-KR" sz="3200" dirty="0"/>
          </a:p>
        </p:txBody>
      </p:sp>
      <p:sp>
        <p:nvSpPr>
          <p:cNvPr id="5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마음은 같을까요? 무엇을 보고 알았나요?</a:t>
            </a:r>
            <a:endParaRPr lang="ko-KR" sz="3200" dirty="0"/>
          </a:p>
        </p:txBody>
      </p:sp>
      <p:sp>
        <p:nvSpPr>
          <p:cNvPr id="7" name="S08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지아</a:t>
            </a:r>
            <a:endParaRPr lang="ko-KR" sz="2600" dirty="0"/>
          </a:p>
        </p:txBody>
      </p:sp>
      <p:sp>
        <p:nvSpPr>
          <p:cNvPr id="8" name="S08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“에이, 가고 싶었는데.” 하며 입을 삐죽 내밀었어요.</a:t>
            </a:r>
            <a:endParaRPr lang="ko-KR" sz="3200" dirty="0"/>
          </a:p>
        </p:txBody>
      </p:sp>
      <p:sp>
        <p:nvSpPr>
          <p:cNvPr id="9" name="S08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준서</a:t>
            </a:r>
            <a:endParaRPr lang="ko-KR" sz="2600" dirty="0"/>
          </a:p>
        </p:txBody>
      </p:sp>
      <p:sp>
        <p:nvSpPr>
          <p:cNvPr id="10" name="S08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“집에서 블록 놀이 해야지!” 하며 빙긋 웃었어요.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하준이의 마음을 까닭과 함께 말해요.</a:t>
            </a:r>
            <a:endParaRPr lang="ko-KR" sz="3200" dirty="0"/>
          </a:p>
        </p:txBody>
      </p:sp>
      <p:sp>
        <p:nvSpPr>
          <p:cNvPr id="5" name="S09-passagebox4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하준이는 동생이 만든 블록 성을 실수로 무너뜨렸습니다. 하준이는 얼굴이 빨개져서 “미안해. 내가 다시 같이 만들어 줄게.” 하고 말했습니다.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0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 말과 까닭(말이나 행동)이 함께 있으면 잘한 거예요.</a:t>
            </a:r>
            <a:endParaRPr lang="ko-KR" sz="3200" dirty="0"/>
          </a:p>
        </p:txBody>
      </p:sp>
      <p:sp>
        <p:nvSpPr>
          <p:cNvPr id="5" name="S10-chip5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54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미안한 마음</a:t>
            </a:r>
            <a:endParaRPr lang="ko-KR" sz="3200" dirty="0"/>
          </a:p>
        </p:txBody>
      </p:sp>
      <p:sp>
        <p:nvSpPr>
          <p:cNvPr id="7" name="S10-text55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“미안해.”라고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말함</a:t>
            </a:r>
            <a:endParaRPr lang="ko-KR" sz="2600" dirty="0"/>
          </a:p>
        </p:txBody>
      </p:sp>
      <p:sp>
        <p:nvSpPr>
          <p:cNvPr id="8" name="S10-text56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당황한 마음</a:t>
            </a:r>
            <a:endParaRPr lang="ko-KR" sz="3200" dirty="0"/>
          </a:p>
        </p:txBody>
      </p:sp>
      <p:sp>
        <p:nvSpPr>
          <p:cNvPr id="9" name="S10-text57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빨개짐</a:t>
            </a:r>
            <a:endParaRPr lang="ko-KR" sz="2600" dirty="0"/>
          </a:p>
        </p:txBody>
      </p:sp>
      <p:sp>
        <p:nvSpPr>
          <p:cNvPr id="10" name="S10-chip5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5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속상한 마음</a:t>
            </a:r>
            <a:endParaRPr lang="ko-KR" sz="3200" dirty="0"/>
          </a:p>
        </p:txBody>
      </p:sp>
      <p:sp>
        <p:nvSpPr>
          <p:cNvPr id="12" name="S10-text6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말함</a:t>
            </a:r>
            <a:endParaRPr lang="ko-KR" sz="2600" dirty="0"/>
          </a:p>
        </p:txBody>
      </p:sp>
      <p:sp>
        <p:nvSpPr>
          <p:cNvPr id="13" name="S10-text6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“미안해요.”</a:t>
            </a:r>
            <a:endParaRPr lang="ko-KR" sz="3200" dirty="0"/>
          </a:p>
        </p:txBody>
      </p:sp>
      <p:sp>
        <p:nvSpPr>
          <p:cNvPr id="14" name="S10-text6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마음일까요?</a:t>
            </a:r>
            <a:endParaRPr lang="ko-KR" sz="44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할아버지께서 아픈 강아지를 안고 “괜찮을까?” 하며 한숨을 쉬셨습니다.</a:t>
            </a:r>
            <a:endParaRPr lang="ko-KR" sz="3200" dirty="0"/>
          </a:p>
        </p:txBody>
      </p:sp>
      <p:sp>
        <p:nvSpPr>
          <p:cNvPr id="4" name="S11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말과 행동을 보고 알았나요?</a:t>
            </a:r>
            <a:endParaRPr lang="ko-KR" sz="3200" dirty="0"/>
          </a:p>
        </p:txBody>
      </p:sp>
      <p:sp>
        <p:nvSpPr>
          <p:cNvPr id="6" name="S11-chip66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67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68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신나는 마음</a:t>
            </a:r>
            <a:endParaRPr lang="ko-KR" sz="3200" dirty="0"/>
          </a:p>
        </p:txBody>
      </p:sp>
      <p:sp>
        <p:nvSpPr>
          <p:cNvPr id="9" name="S11-chip69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0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1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걱정되는 마음</a:t>
            </a:r>
            <a:endParaRPr lang="ko-KR" sz="3200" dirty="0"/>
          </a:p>
        </p:txBody>
      </p:sp>
      <p:sp>
        <p:nvSpPr>
          <p:cNvPr id="12" name="S11-chip72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73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4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마음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7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말과 행동을 보고 마음을 짐작하고, 까닭과 함께 말해요.</a:t>
            </a:r>
            <a:endParaRPr lang="ko-KR" sz="3200" dirty="0"/>
          </a:p>
        </p:txBody>
      </p:sp>
      <p:sp>
        <p:nvSpPr>
          <p:cNvPr id="5" name="S12-chip7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말과 행동에서 단서 찾기</a:t>
            </a:r>
            <a:endParaRPr lang="ko-KR" sz="2600" dirty="0"/>
          </a:p>
        </p:txBody>
      </p:sp>
      <p:sp>
        <p:nvSpPr>
          <p:cNvPr id="6" name="S12-chip7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단서 없이 짐작하기</a:t>
            </a:r>
            <a:endParaRPr lang="ko-KR" sz="2600" dirty="0"/>
          </a:p>
        </p:txBody>
      </p:sp>
      <p:sp>
        <p:nvSpPr>
          <p:cNvPr id="7" name="S12-text7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마음을 알려 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 두 가지</a:t>
            </a:r>
            <a:endParaRPr lang="ko-KR" sz="2600" dirty="0"/>
          </a:p>
        </p:txBody>
      </p:sp>
      <p:sp>
        <p:nvSpPr>
          <p:cNvPr id="9" name="S12-text8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마음을 나타내는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세 개</a:t>
            </a:r>
            <a:endParaRPr lang="ko-KR" sz="2600" dirty="0"/>
          </a:p>
        </p:txBody>
      </p:sp>
      <p:sp>
        <p:nvSpPr>
          <p:cNvPr id="10" name="S12-text8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“고마워!” 하고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인사한 인물의 마음</a:t>
            </a:r>
            <a:endParaRPr lang="ko-KR" sz="2600" dirty="0"/>
          </a:p>
        </p:txBody>
      </p:sp>
      <p:sp>
        <p:nvSpPr>
          <p:cNvPr id="11" name="S12-text8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겪은 일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몸으로 보는 마음</a:t>
            </a:r>
            <a:endParaRPr lang="ko-KR" sz="4400" dirty="0"/>
          </a:p>
        </p:txBody>
      </p:sp>
      <p:sp>
        <p:nvSpPr>
          <p:cNvPr id="3" name="S13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해 보이면 마음을 맞혀요.</a:t>
            </a:r>
            <a:endParaRPr lang="ko-KR" sz="3200" dirty="0"/>
          </a:p>
        </p:txBody>
      </p:sp>
      <p:sp>
        <p:nvSpPr>
          <p:cNvPr id="4" name="S13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 낱말 카드에서 골라도 돼요.</a:t>
            </a:r>
            <a:endParaRPr lang="ko-KR" sz="3200" dirty="0"/>
          </a:p>
        </p:txBody>
      </p:sp>
      <p:sp>
        <p:nvSpPr>
          <p:cNvPr id="6" name="S13-chip8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8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활짝 웃으며 손뼉을 쳐요.</a:t>
            </a:r>
            <a:endParaRPr lang="ko-KR" sz="3200" dirty="0"/>
          </a:p>
        </p:txBody>
      </p:sp>
      <p:sp>
        <p:nvSpPr>
          <p:cNvPr id="8" name="S13-chip8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9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푹 숙이고 한숨을 쉬어요.</a:t>
            </a:r>
            <a:endParaRPr lang="ko-KR" sz="3200" dirty="0"/>
          </a:p>
        </p:txBody>
      </p:sp>
      <p:sp>
        <p:nvSpPr>
          <p:cNvPr id="10" name="S13-chip9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9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“고마워!” 하고 꾸벅 인사해요.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인물의 마음</dc:title>
  <dc:subject>KR22-G02-KOR-FEELING-L01</dc:subject>
  <dc:creator>education-ppt</dc:creator>
  <cp:lastModifiedBy>education-ppt</cp:lastModifiedBy>
  <cp:revision>1</cp:revision>
  <dcterms:created xsi:type="dcterms:W3CDTF">2026-10-26T07:46:02Z</dcterms:created>
  <dcterms:modified xsi:type="dcterms:W3CDTF">2026-10-26T07:46:02Z</dcterms:modified>
</cp:coreProperties>
</file>