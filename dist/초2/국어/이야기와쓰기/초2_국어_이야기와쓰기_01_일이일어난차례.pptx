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49caea9-14a3-f3bb-01f8-62adb1b51531}">
          <p14:sldIdLst>
            <p14:sldId id="256"/>
            <p14:sldId id="257"/>
          </p14:sldIdLst>
        </p14:section>
        <p14:section name="개념" id="{42885b4a-c5da-54ce-b024-8d519d03a98e}">
          <p14:sldIdLst>
            <p14:sldId id="258"/>
            <p14:sldId id="259"/>
            <p14:sldId id="260"/>
          </p14:sldIdLst>
        </p14:section>
        <p14:section name="연습" id="{f7d09b69-2a7a-4c88-dc4e-8ed898309a21}">
          <p14:sldIdLst>
            <p14:sldId id="261"/>
            <p14:sldId id="262"/>
            <p14:sldId id="263"/>
          </p14:sldIdLst>
        </p14:section>
        <p14:section name="확인" id="{a5ed00b7-171f-ad5a-de4e-ea3c555ec7d4}">
          <p14:sldIdLst>
            <p14:sldId id="264"/>
            <p14:sldId id="265"/>
            <p14:sldId id="266"/>
          </p14:sldIdLst>
        </p14:section>
        <p14:section name="정리" id="{9d9fa166-26ca-d6ce-5ccd-57a4576bf7ae}">
          <p14:sldIdLst>
            <p14:sldId id="267"/>
          </p14:sldIdLst>
        </p14:section>
        <p14:section name="보충" id="{ca204461-69a0-9552-d4f7-1422659f7da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일에는 먼저와 나중이 있다는 데 관심을 갖게 합니다.
시간: 약 2분
이렇게 말해 보세요
- “오늘 아침에 일어나서 제일 먼저 한 일이 뭐야? 그다음에는?”
- “이야기에서도 일이 차례대로 일어나. 오늘은 그 차례를 찾고 말하는 방법을 배울 거야.”
예상 답
- “세수했어요. 그다음에 밥 먹었어요.”
막히면
- “세수하기와 아침 먹기 중에 무엇을 먼저 했어?”처럼 두 가지 중에서 고르게 합니다.
주의
- 차례가 조금 뒤섞여도 고치지 말고 들어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확인(인물과 일어난 일)]
목적: 1학년에서 배운, 이야기의 인물과 일어난 일을 말하는 힘을 확인합니다. 일어난 일을 찾아야 차례를 정할 수 있습니다.
시간: 약 3분
이렇게 말해 보세요
- “소리 내어 읽어 볼래? 누가 나와? 무슨 일이 있었어?”
정답
- 인물: 강아지 뭉치, 아이
- 일어난 일: 뭉치가 공을 물고 왔고, 아이가 공을 멀리 던졌습니다.
막히면
- 문장마다 “누가 무엇을 했어?”라고 하나씩 묻습니다.
- 일어난 일을 말하지 못하면 S13(보충)을 먼저 합니다. 보충으로도 어려우면 앞 차시 ‘그림책 읽고 이야기하기’(KR22-G01-KOR-STORY-L01)를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차례를 알려 주는 말]
목적: 일이 일어난 차례를 알려 주는 말을 소개합니다.
시간: 약 3분
이렇게 말해 보세요
- “‘아침에’, ‘며칠 뒤’ 같은 말은 언제 일어났는지 알려 줘.”
- “‘밥을 먹은 뒤에’라고 하면 밥 먹기가 먼저야, 나중이야?”
예상 답
- “밥 먹기가 먼저예요.”
막히면
- 아이의 하루로 말해 봅니다. “아침에 뭐 했어? 학교 끝난 뒤에는?”
주의
- 말을 외우게 하기보다 ‘이런 말이 나오면 차례 단서’라는 것만 기억하게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읽기]
목적: 부모가 생각을 소리 내어 말하며 일어난 일과 차례를 알려 주는 말을 찾는 과정을 보여 줍니다.
시간: 약 4분
이렇게 말해 보세요
- “엄마(아빠)가 먼저 해 볼게. 처음에 지호가 씨앗을 심었어. ‘며칠 뒤’라는 말이 있으니까 싹은 그다음이야.”
- “‘마침내’는 마지막에 드디어 이루어졌다는 뜻이야. 그래서 꽃이 핀 게 마지막이야.”
예상 답
- “씨앗 심고, 싹 나고, 꽃 피었어요.”
정답
- 씨앗을 심음 → (물을 주어) 싹이 남 → 꽃이 핌
- 차례를 알려 주는 말: 며칠 뒤, 마침내 (날마다)
막히면
- ‘며칠 뒤’, ‘마침내’에 ○ 하며 다시 읽어 줍니다.
주의
- 이 장은 시범입니다. 부모가 찾는 과정을 들려주는 것이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차례 말을 넣어 말하기]
목적: ‘처음에, 그다음에, 마지막에’를 넣어 차례대로 다시 말하는 방법을 보여 줍니다(M3).
시간: 약 3분
이렇게 말해 보세요
- “엄마(아빠)가 말해 볼게. 처음에 지호는 씨앗을 심었어요. 그다음에 싹이 났어요. 마지막에 꽃이 피었어요.”
- “이번엔 네가 아래 말을 짚으면서 말해 볼래?”
예상 답
- “처음에 씨앗을 심었어요. 그다음에 싹이 났어요. 마지막에 꽃이 피었어요.”
막히면
- 부모가 한 문장씩 말하고 아이가 따라 말하게 합니다.
주의
- ‘그리고, 그리고’로만 이어 말하면 차례 말을 짚어 주며 다시 말하게 합니다.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함께 차례 맞추기]
목적: 부모와 함께 일을 차례대로 놓고 차례 말을 넣어 말합니다.
시간: 약 5분
이렇게 말해 보세요
- “같이 읽어 보자. 곰이 제일 먼저 한 일은 뭐야? 어떤 말을 보고 알았어?”
- “가, 나, 다를 차례대로 놓아 볼까? 이제 ‘처음에, 그다음에, 마지막에’를 넣어 말해 봐.”
정답
- 나 → 다 → 가 (밀가루 사기 → 케이크 굽기 → 나눠 먹기)
- 단서: ‘집에 와서’, ‘저녁에는’
- 예: “처음에 곰이 밀가루를 샀어요. 그다음에 케이크를 구웠어요. 마지막에 친구들과 나눠 먹었어요.”
막히면
- 종이 띠 3장에 가·나·다를 써서 아이가 손으로 옮겨 놓게 합니다(M1).
- “밀가루가 없으면 케이크를 구울 수 있을까?”라고 묻습니다.
주의
- 보기 가·나·다는 일부러 섞어 놓은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비교(글의 순서와 일어난 차례)]
목적: 글에 먼저 나온 일이 늘 먼저 일어난 일은 아니라는 것을 알게 합니다(M2).
시간: 약 3분
이렇게 말해 보세요
- “글에는 ‘밥’이 먼저 나왔어. 그럼 밥을 먼저 먹은 걸까?”
- “‘먹기 전에’는 무슨 뜻이야? 몸으로 해 볼까?”
정답
- 나. ‘밥을 먹기 전에’는 밥을 먹는 것보다 손 씻기가 먼저라는 뜻입니다.
- 글에 나온 순서와 일이 일어난 차례가 다를 수 있습니다.
막히면
- 실제로 손 씻는 흉내를 낸 뒤 숟가락을 드는 흉내를 내며 “무엇을 먼저 했어?”라고 묻습니다.
주의
- 어려워하면 ‘전에’ = ‘먼저’, ‘뒤에’ = ‘나중’이라고만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차례 정리 방법]
목적: 지금까지 한 일을 순서로 정리해 혼자 할 때 쓰게 합니다.
시간: 약 2분
이렇게 말해 보세요
- “곰 이야기에서 우리가 한 순서야. 하나씩 읽어 볼래?”
예상 답
- 아이가 네 단계를 자기 말로 다시 말합니다. 예: “일을 찾고, 단서에 동그라미 하고, 차례대로 놓고, 말해요.”
막히면
- S06의 곰 이야기에 1~4를 다시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차례 정리하기]
목적: 도움 없이 일을 차례대로 놓고, 차례 말을 넣어 다시 말하는지 확인합니다.
시간: 약 5분
이렇게 말해 보세요
- “이번에는 혼자 해 볼래? 활동지 1번에 같은 글이 있어. 다 놓았으면 ‘처음에, 그다음에, 마지막에’를 넣어 말해 줘.”
정답
- 다 → 가 → 나 (장화 신고 나가기 → 웅덩이에서 뛰기 → 양말 벗기)
- 단서: ‘비가 그치자’, ‘집에 와서’
- 예: “처음에 수아는 장화를 신고 나갔어요. 그다음에 웅덩이에서 뛰었어요. 마지막에 양말을 벗었어요.”
막히면
- S08의 순서를 다시 보여 줍니다.
- 종이 띠를 써도 됩니다. 도움을 받아 해결했다면 기록표에 ‘도움’으로 표시합니다.
주의
- 차례는 맞는데 차례 말을 넣어 말하지 못하면 기록표에 ‘차례만’으로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“네 차례와 왼쪽을 비교해 볼까?”
- “웅덩이에서 뛰려면 먼저 무엇을 해야 했을까?”
예상 답
- “밖에 나가야 해요.”
정답
- 다 → 가 → 나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문장에서 ‘뒤에’를 단서로 먼저 일어난 일을 찾는지 확인합니다(목표 A).
시간: 약 2분
이렇게 말해 보세요
- “가장 먼저 일어난 일은 무엇일까? 어떤 말을 보고 알았어?”
정답
- 나. ‘구운 뒤에’라는 말이 있어서 빵을 구운 일이 먼저입니다.
- 가는 그다음 일, 다는 글에 없는 일입니다.
막히면
- ‘뒤에’에 ○ 하게 하고 “빵을 굽기 전에 잼을 바를 수 있을까?”라고 묻습니다.
주의
- 답만 맞히고 ‘뒤에’를 짚지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것을 한 문장으로 말해 볼래?”
예상 답
- “처음에, 그다음에, 마지막에를 넣어서 차례대로 말해요.”
정답
- ① 처음에, 그다음에, 마지막에 ② 먹는 것보다 먼저 한다는 뜻 ③ 씨앗 심기 → 싹이 남 → 꽃이 핌
막히면
- S03의 카드와 S05의 그림을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보충(생활 속 차례)]
목적: 몸으로 해 볼 수 있는 생활 속 일로 ‘먼저’와 ‘나중’을 익힙니다.
시간: 약 3분
이렇게 말해 보세요
- “밖에 나갈 때 무엇을 제일 먼저 해? 그다음에는? 진짜로 해 볼까?”
정답
- 나(양말) → 가(신발) → 다(문을 열고 나가기)
막히면
- 실제 양말과 신발을 놓고 아이가 직접 해 보게 한 뒤, 한 일을 차례대로 말하게 합니다.
- 보충으로도 일어난 일을 말하기 어려우면 앞 차시 ‘그림책 읽고 이야기하기’(KR22-G01-KOR-STORY-L01)를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이야기와쓰기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일이 일어난 차례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일이 일어난 차례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일이 일어난 차례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차례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먼저 일어났을까?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일어난 일을 차례대로 놓아요.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‘처음에, 그다음에’로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무슨 일을?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나오나요? 어떤 일이 있었나요?</a:t>
            </a:r>
            <a:endParaRPr lang="ko-KR" sz="32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강아지 뭉치가 공을 물고 왔습니다. 아이가 그 공을 멀리 던졌습니다.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알려 주는 말</a:t>
            </a:r>
            <a:endParaRPr lang="ko-KR" sz="44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말을 찾으면 차례가 보여요.</a:t>
            </a:r>
            <a:endParaRPr lang="ko-KR" sz="32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말에 ○ 하며 읽어요.</a:t>
            </a:r>
            <a:endParaRPr lang="ko-KR" sz="3200" dirty="0"/>
          </a:p>
        </p:txBody>
      </p:sp>
      <p:sp>
        <p:nvSpPr>
          <p:cNvPr id="6" name="S03-card10"/>
          <p:cNvSpPr/>
          <p:nvPr/>
        </p:nvSpPr>
        <p:spPr>
          <a:xfrm>
            <a:off x="548640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때를 알려 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아침, 저녁,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뒤, 마침내</a:t>
            </a:r>
            <a:endParaRPr lang="ko-KR" sz="3200" dirty="0"/>
          </a:p>
        </p:txBody>
      </p:sp>
      <p:sp>
        <p:nvSpPr>
          <p:cNvPr id="8" name="S03-card12"/>
          <p:cNvSpPr/>
          <p:nvPr/>
        </p:nvSpPr>
        <p:spPr>
          <a:xfrm>
            <a:off x="4322064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4596384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알려 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처음에, 그다음에,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</a:t>
            </a:r>
            <a:endParaRPr lang="ko-KR" sz="3200" dirty="0"/>
          </a:p>
        </p:txBody>
      </p:sp>
      <p:sp>
        <p:nvSpPr>
          <p:cNvPr id="10" name="S03-card14"/>
          <p:cNvSpPr/>
          <p:nvPr/>
        </p:nvSpPr>
        <p:spPr>
          <a:xfrm>
            <a:off x="8095488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5"/>
          <p:cNvSpPr txBox="1"/>
          <p:nvPr/>
        </p:nvSpPr>
        <p:spPr>
          <a:xfrm>
            <a:off x="8369808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앞뒤를 알려 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~한 뒤에,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~하기 전에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씨앗 이야기 읽기</a:t>
            </a:r>
            <a:endParaRPr lang="ko-KR" sz="44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일이 차례대로 일어났나요? 차례를 알려 주는 말은?</a:t>
            </a:r>
            <a:endParaRPr lang="ko-KR" sz="3200" dirty="0"/>
          </a:p>
        </p:txBody>
      </p:sp>
      <p:sp>
        <p:nvSpPr>
          <p:cNvPr id="5" name="S04-passagebox1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지호는 화분에 씨앗을 심었습니다. 날마다 물을 주었더니 며칠 뒤 싹이 났습니다. 마침내 노란 꽃이 피었습니다.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말해요</a:t>
            </a:r>
            <a:endParaRPr lang="ko-KR" sz="4400" dirty="0"/>
          </a:p>
        </p:txBody>
      </p:sp>
      <p:sp>
        <p:nvSpPr>
          <p:cNvPr id="3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말을 넣어 말하면 순서가 잘 보여요.</a:t>
            </a:r>
            <a:endParaRPr lang="ko-KR" sz="3200" dirty="0"/>
          </a:p>
        </p:txBody>
      </p:sp>
      <p:sp>
        <p:nvSpPr>
          <p:cNvPr id="5" name="S05-card22"/>
          <p:cNvSpPr/>
          <p:nvPr/>
        </p:nvSpPr>
        <p:spPr>
          <a:xfrm>
            <a:off x="548640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3"/>
          <p:cNvSpPr txBox="1"/>
          <p:nvPr/>
        </p:nvSpPr>
        <p:spPr>
          <a:xfrm>
            <a:off x="822960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</a:t>
            </a:r>
            <a:endParaRPr lang="ko-KR" sz="3200" dirty="0"/>
          </a:p>
        </p:txBody>
      </p:sp>
      <p:sp>
        <p:nvSpPr>
          <p:cNvPr id="7" name="S05-card24"/>
          <p:cNvSpPr/>
          <p:nvPr/>
        </p:nvSpPr>
        <p:spPr>
          <a:xfrm>
            <a:off x="4322064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5"/>
          <p:cNvSpPr txBox="1"/>
          <p:nvPr/>
        </p:nvSpPr>
        <p:spPr>
          <a:xfrm>
            <a:off x="4596384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그다음에</a:t>
            </a:r>
            <a:endParaRPr lang="ko-KR" sz="3200" dirty="0"/>
          </a:p>
        </p:txBody>
      </p:sp>
      <p:sp>
        <p:nvSpPr>
          <p:cNvPr id="9" name="S05-card26"/>
          <p:cNvSpPr/>
          <p:nvPr/>
        </p:nvSpPr>
        <p:spPr>
          <a:xfrm>
            <a:off x="8095488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27"/>
          <p:cNvSpPr txBox="1"/>
          <p:nvPr/>
        </p:nvSpPr>
        <p:spPr>
          <a:xfrm>
            <a:off x="8369808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</a:t>
            </a:r>
            <a:endParaRPr lang="ko-KR" sz="3200" dirty="0"/>
          </a:p>
        </p:txBody>
      </p:sp>
      <p:sp>
        <p:nvSpPr>
          <p:cNvPr id="11" name="S05-step28"/>
          <p:cNvSpPr txBox="1"/>
          <p:nvPr/>
        </p:nvSpPr>
        <p:spPr>
          <a:xfrm>
            <a:off x="1293876" y="19888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씨앗을 심었어요</a:t>
            </a:r>
            <a:endParaRPr lang="ko-KR" sz="3000" dirty="0"/>
          </a:p>
        </p:txBody>
      </p:sp>
      <p:sp>
        <p:nvSpPr>
          <p:cNvPr id="12" name="S05-line29"/>
          <p:cNvSpPr/>
          <p:nvPr/>
        </p:nvSpPr>
        <p:spPr>
          <a:xfrm>
            <a:off x="4274820" y="26746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05-step30"/>
          <p:cNvSpPr txBox="1"/>
          <p:nvPr/>
        </p:nvSpPr>
        <p:spPr>
          <a:xfrm>
            <a:off x="4631436" y="19888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싹이 났어요</a:t>
            </a:r>
            <a:endParaRPr lang="ko-KR" sz="3000" dirty="0"/>
          </a:p>
        </p:txBody>
      </p:sp>
      <p:sp>
        <p:nvSpPr>
          <p:cNvPr id="14" name="S05-line31"/>
          <p:cNvSpPr/>
          <p:nvPr/>
        </p:nvSpPr>
        <p:spPr>
          <a:xfrm>
            <a:off x="7612380" y="26746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5-step32"/>
          <p:cNvSpPr txBox="1"/>
          <p:nvPr/>
        </p:nvSpPr>
        <p:spPr>
          <a:xfrm>
            <a:off x="7968996" y="198882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 피었어요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곰의 케이크</a:t>
            </a:r>
            <a:endParaRPr lang="ko-KR" sz="4400" dirty="0"/>
          </a:p>
        </p:txBody>
      </p:sp>
      <p:sp>
        <p:nvSpPr>
          <p:cNvPr id="3" name="S06-text33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곰이 시장에서 밀가루를 샀습니다. 집에 와서 케이크를 구웠습니다. 저녁에는 친구들과 케이크를 나누어 먹었습니다.</a:t>
            </a:r>
            <a:endParaRPr lang="ko-KR" sz="3200" dirty="0"/>
          </a:p>
        </p:txBody>
      </p:sp>
      <p:sp>
        <p:nvSpPr>
          <p:cNvPr id="4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가·나·다를 차례대로 놓고, 차례 말을 넣어 말해요.</a:t>
            </a:r>
            <a:endParaRPr lang="ko-KR" sz="3200" dirty="0"/>
          </a:p>
        </p:txBody>
      </p:sp>
      <p:sp>
        <p:nvSpPr>
          <p:cNvPr id="6" name="S06-chip36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37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8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케이크 나눠 먹기</a:t>
            </a:r>
            <a:endParaRPr lang="ko-KR" sz="3200" dirty="0"/>
          </a:p>
        </p:txBody>
      </p:sp>
      <p:sp>
        <p:nvSpPr>
          <p:cNvPr id="9" name="S06-chip39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40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1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밀가루 사기</a:t>
            </a:r>
            <a:endParaRPr lang="ko-KR" sz="3200" dirty="0"/>
          </a:p>
        </p:txBody>
      </p:sp>
      <p:sp>
        <p:nvSpPr>
          <p:cNvPr id="12" name="S06-chip42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43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44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케이크 굽기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한 일은?</a:t>
            </a:r>
            <a:endParaRPr lang="ko-KR" sz="4400" dirty="0"/>
          </a:p>
        </p:txBody>
      </p:sp>
      <p:sp>
        <p:nvSpPr>
          <p:cNvPr id="3" name="S07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동생은 밥을 먹기 전에 손을 씻었습니다.</a:t>
            </a:r>
            <a:endParaRPr lang="ko-KR" sz="3200" dirty="0"/>
          </a:p>
        </p:txBody>
      </p:sp>
      <p:sp>
        <p:nvSpPr>
          <p:cNvPr id="5" name="S07-card47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8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일어난 차례일까요? ‘전에’는 무엇을 알려 주나요?</a:t>
            </a:r>
            <a:endParaRPr lang="ko-KR" sz="3200" dirty="0"/>
          </a:p>
        </p:txBody>
      </p:sp>
      <p:sp>
        <p:nvSpPr>
          <p:cNvPr id="7" name="S07-chip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50"/>
          <p:cNvSpPr txBox="1"/>
          <p:nvPr/>
        </p:nvSpPr>
        <p:spPr>
          <a:xfrm>
            <a:off x="548640" y="315468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손 씻기</a:t>
            </a:r>
            <a:endParaRPr lang="ko-KR" sz="3200" dirty="0"/>
          </a:p>
        </p:txBody>
      </p:sp>
      <p:sp>
        <p:nvSpPr>
          <p:cNvPr id="9" name="S07-chip5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2"/>
          <p:cNvSpPr txBox="1"/>
          <p:nvPr/>
        </p:nvSpPr>
        <p:spPr>
          <a:xfrm>
            <a:off x="6277356" y="315468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밥 먹기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정리하는 방법</a:t>
            </a:r>
            <a:endParaRPr lang="ko-KR" sz="4400" dirty="0"/>
          </a:p>
        </p:txBody>
      </p:sp>
      <p:sp>
        <p:nvSpPr>
          <p:cNvPr id="3" name="S08-stepno53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8-text54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일을 찾아요.</a:t>
            </a:r>
            <a:endParaRPr lang="ko-KR" sz="3200" dirty="0"/>
          </a:p>
        </p:txBody>
      </p:sp>
      <p:sp>
        <p:nvSpPr>
          <p:cNvPr id="5" name="S08-stepno55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8-text56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때와 차례를 알려 주는 말에 ○ 해요.</a:t>
            </a:r>
            <a:endParaRPr lang="ko-KR" sz="3200" dirty="0"/>
          </a:p>
        </p:txBody>
      </p:sp>
      <p:sp>
        <p:nvSpPr>
          <p:cNvPr id="7" name="S08-stepno57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8-text58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차례대로 놓아요.</a:t>
            </a:r>
            <a:endParaRPr lang="ko-KR" sz="3200" dirty="0"/>
          </a:p>
        </p:txBody>
      </p:sp>
      <p:sp>
        <p:nvSpPr>
          <p:cNvPr id="9" name="S08-stepno59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8-text60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‘처음에, 그다음에, 마지막에’로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1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그치자 수아는 장화를 신고 나갔습니다. 웅덩이에서 첨벙첨벙 뛰었습니다. 집에 와서 젖은 양말을 벗었습니다.</a:t>
            </a:r>
            <a:endParaRPr lang="ko-KR" sz="3200" dirty="0"/>
          </a:p>
        </p:txBody>
      </p:sp>
      <p:sp>
        <p:nvSpPr>
          <p:cNvPr id="4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가·나·다를 차례대로 놓고, 차례 말을 넣어 말해요.</a:t>
            </a:r>
            <a:endParaRPr lang="ko-KR" sz="3200" dirty="0"/>
          </a:p>
        </p:txBody>
      </p:sp>
      <p:sp>
        <p:nvSpPr>
          <p:cNvPr id="6" name="S09-chip64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9-card65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66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웅덩이에서 뛰기</a:t>
            </a:r>
            <a:endParaRPr lang="ko-KR" sz="3200" dirty="0"/>
          </a:p>
        </p:txBody>
      </p:sp>
      <p:sp>
        <p:nvSpPr>
          <p:cNvPr id="9" name="S09-chip67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9-card68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9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벗기</a:t>
            </a:r>
            <a:endParaRPr lang="ko-KR" sz="3200" dirty="0"/>
          </a:p>
        </p:txBody>
      </p:sp>
      <p:sp>
        <p:nvSpPr>
          <p:cNvPr id="12" name="S09-chip70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9-card71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72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장화 신고 나가기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0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‘비가 그치자’, ‘집에 와서’가 차례를 알려 줘요.</a:t>
            </a:r>
            <a:endParaRPr lang="ko-KR" sz="3200" dirty="0"/>
          </a:p>
        </p:txBody>
      </p:sp>
      <p:sp>
        <p:nvSpPr>
          <p:cNvPr id="5" name="S10-chip7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76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→ 가 → 나</a:t>
            </a:r>
            <a:endParaRPr lang="ko-KR" sz="3200" dirty="0"/>
          </a:p>
        </p:txBody>
      </p:sp>
      <p:sp>
        <p:nvSpPr>
          <p:cNvPr id="7" name="S10-text77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나가기 → 뛰기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양말 벗기</a:t>
            </a:r>
            <a:endParaRPr lang="ko-KR" sz="2600" dirty="0"/>
          </a:p>
        </p:txBody>
      </p:sp>
      <p:sp>
        <p:nvSpPr>
          <p:cNvPr id="8" name="S10-chip7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9" name="S10-text7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→ 다 → 나</a:t>
            </a:r>
            <a:endParaRPr lang="ko-KR" sz="3200" dirty="0"/>
          </a:p>
        </p:txBody>
      </p:sp>
      <p:sp>
        <p:nvSpPr>
          <p:cNvPr id="10" name="S10-text8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재미있는 일을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말함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먼저 한 일은?</a:t>
            </a:r>
            <a:endParaRPr lang="ko-KR" sz="4400" dirty="0"/>
          </a:p>
        </p:txBody>
      </p:sp>
      <p:sp>
        <p:nvSpPr>
          <p:cNvPr id="3" name="S11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빵을 구운 뒤에, 나는 빵에 잼을 발랐습니다.</a:t>
            </a:r>
            <a:endParaRPr lang="ko-KR" sz="3200" dirty="0"/>
          </a:p>
        </p:txBody>
      </p:sp>
      <p:sp>
        <p:nvSpPr>
          <p:cNvPr id="4" name="S11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말을 보고 알았나요?</a:t>
            </a:r>
            <a:endParaRPr lang="ko-KR" sz="3200" dirty="0"/>
          </a:p>
        </p:txBody>
      </p:sp>
      <p:sp>
        <p:nvSpPr>
          <p:cNvPr id="6" name="S11-chip8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8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빵에 잼을 발랐어요.</a:t>
            </a:r>
            <a:endParaRPr lang="ko-KR" sz="3200" dirty="0"/>
          </a:p>
        </p:txBody>
      </p:sp>
      <p:sp>
        <p:nvSpPr>
          <p:cNvPr id="9" name="S11-chip8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8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빵을 구웠어요.</a:t>
            </a:r>
            <a:endParaRPr lang="ko-KR" sz="3200" dirty="0"/>
          </a:p>
        </p:txBody>
      </p:sp>
      <p:sp>
        <p:nvSpPr>
          <p:cNvPr id="12" name="S11-chip9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9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9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빵을 먹었어요.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차례를 알려 주는 말로 일이 일어난 차례를 찾고, 차례 말을 넣어 말해요.</a:t>
            </a:r>
            <a:endParaRPr lang="ko-KR" sz="3200" dirty="0"/>
          </a:p>
        </p:txBody>
      </p:sp>
      <p:sp>
        <p:nvSpPr>
          <p:cNvPr id="5" name="S12-chip9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차례 말에 ○ 하기</a:t>
            </a:r>
            <a:endParaRPr lang="ko-KR" sz="2600" dirty="0"/>
          </a:p>
        </p:txBody>
      </p:sp>
      <p:sp>
        <p:nvSpPr>
          <p:cNvPr id="6" name="S12-chip9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생각나는 대로 말하기</a:t>
            </a:r>
            <a:endParaRPr lang="ko-KR" sz="2600" dirty="0"/>
          </a:p>
        </p:txBody>
      </p:sp>
      <p:sp>
        <p:nvSpPr>
          <p:cNvPr id="7" name="S12-text9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차례 말 세 가지</a:t>
            </a:r>
            <a:endParaRPr lang="ko-KR" sz="2600" dirty="0"/>
          </a:p>
        </p:txBody>
      </p:sp>
      <p:sp>
        <p:nvSpPr>
          <p:cNvPr id="9" name="S12-text9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‘먹기 전에’의 뜻</a:t>
            </a:r>
            <a:endParaRPr lang="ko-KR" sz="2600" dirty="0"/>
          </a:p>
        </p:txBody>
      </p:sp>
      <p:sp>
        <p:nvSpPr>
          <p:cNvPr id="10" name="S12-text10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씨앗 이야기 차례</a:t>
            </a:r>
            <a:endParaRPr lang="ko-KR" sz="2600" dirty="0"/>
          </a:p>
        </p:txBody>
      </p:sp>
      <p:sp>
        <p:nvSpPr>
          <p:cNvPr id="11" name="S12-text1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인물의 마음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무엇을 먼저 할까?</a:t>
            </a:r>
            <a:endParaRPr lang="ko-KR" sz="4400" dirty="0"/>
          </a:p>
        </p:txBody>
      </p:sp>
      <p:sp>
        <p:nvSpPr>
          <p:cNvPr id="3" name="S13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 나갈 때 무엇을 먼저 할까요?</a:t>
            </a:r>
            <a:endParaRPr lang="ko-KR" sz="3200" dirty="0"/>
          </a:p>
        </p:txBody>
      </p:sp>
      <p:sp>
        <p:nvSpPr>
          <p:cNvPr id="4" name="S13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말하고 몸으로 해 봐요.</a:t>
            </a:r>
            <a:endParaRPr lang="ko-KR" sz="3200" dirty="0"/>
          </a:p>
        </p:txBody>
      </p:sp>
      <p:sp>
        <p:nvSpPr>
          <p:cNvPr id="6" name="S13-chip10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10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0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신발을 신어요.</a:t>
            </a:r>
            <a:endParaRPr lang="ko-KR" sz="3200" dirty="0"/>
          </a:p>
        </p:txBody>
      </p:sp>
      <p:sp>
        <p:nvSpPr>
          <p:cNvPr id="9" name="S13-chip10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10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1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양말을 신어요.</a:t>
            </a:r>
            <a:endParaRPr lang="ko-KR" sz="3200" dirty="0"/>
          </a:p>
        </p:txBody>
      </p:sp>
      <p:sp>
        <p:nvSpPr>
          <p:cNvPr id="12" name="S13-chip11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11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1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열고 나가요.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일이 일어난 차례</dc:title>
  <dc:subject>KR22-G02-KOR-SEQUENCE-L01</dc:subject>
  <dc:creator>education-ppt</dc:creator>
  <cp:lastModifiedBy>education-ppt</cp:lastModifiedBy>
  <cp:revision>1</cp:revision>
  <dcterms:created xsi:type="dcterms:W3CDTF">2026-10-26T07:09:26Z</dcterms:created>
  <dcterms:modified xsi:type="dcterms:W3CDTF">2026-10-26T07:09:26Z</dcterms:modified>
</cp:coreProperties>
</file>