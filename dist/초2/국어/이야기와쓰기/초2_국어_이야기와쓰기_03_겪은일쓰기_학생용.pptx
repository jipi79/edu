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f931903-ed9d-8daa-457e-daadd2154266}">
          <p14:sldIdLst>
            <p14:sldId id="256"/>
            <p14:sldId id="257"/>
          </p14:sldIdLst>
        </p14:section>
        <p14:section name="개념" id="{1b5e671f-8097-9f2e-ff07-868f1970c4c7}">
          <p14:sldIdLst>
            <p14:sldId id="258"/>
            <p14:sldId id="259"/>
            <p14:sldId id="260"/>
            <p14:sldId id="261"/>
          </p14:sldIdLst>
        </p14:section>
        <p14:section name="연습" id="{b39231c8-c381-dc9e-4e7c-b9df0808d4cc}">
          <p14:sldIdLst>
            <p14:sldId id="262"/>
            <p14:sldId id="263"/>
          </p14:sldIdLst>
        </p14:section>
        <p14:section name="확인" id="{2a7c045a-6960-77fa-c78f-948f11b4d2bb}">
          <p14:sldIdLst>
            <p14:sldId id="264"/>
            <p14:sldId id="265"/>
          </p14:sldIdLst>
        </p14:section>
        <p14:section name="정리" id="{0da29bbb-2506-c524-34b6-b4b21db72be8}">
          <p14:sldIdLst>
            <p14:sldId id="266"/>
          </p14:sldIdLst>
        </p14:section>
        <p14:section name="보충" id="{dd81f30d-0a5c-646a-79d2-191cc64477f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이야기와쓰기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겪은 일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겪은 일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겪은 일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겪은 일 쓰기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기억에 남는 일을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 써 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쓸 일을 골라 차례대로 떠올려요.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일과 마음을 차례대로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친구는 어떤 마음일까?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친구는 어떤 마음일까요? 무엇을 보고 알았나요?</a:t>
            </a:r>
            <a:endParaRPr lang="ko-KR" sz="32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지우는 넘어진 친구에게 달려가 손을 잡아 주었습니다. 친구는 “고마워.” 하며 활짝 웃었습니다.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겪은 일을 쓴 글</a:t>
            </a:r>
            <a:endParaRPr lang="ko-KR" sz="44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어디서, 누구와? 차례 말과 마음은?</a:t>
            </a:r>
            <a:endParaRPr lang="ko-KR" sz="3200" dirty="0"/>
          </a:p>
        </p:txBody>
      </p:sp>
      <p:sp>
        <p:nvSpPr>
          <p:cNvPr id="5" name="S03-passagebox9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3-passage10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탄 두발자전거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토요일 아침에 아빠와 공원에 갔다. 처음에는 자전거가 자꾸 넘어져서 무서웠다. 그다음에 아빠가 뒤를 잡아 주셔서 천천히 달렸다. 마지막에는 혼자서 끝까지 달렸다. 정말 뿌듯했다.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들어가는 것</a:t>
            </a:r>
            <a:endParaRPr lang="ko-KR" sz="4400" dirty="0"/>
          </a:p>
        </p:txBody>
      </p:sp>
      <p:sp>
        <p:nvSpPr>
          <p:cNvPr id="3" name="S04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 글에서 찾은 것이에요.</a:t>
            </a:r>
            <a:endParaRPr lang="ko-KR" sz="3200" dirty="0"/>
          </a:p>
        </p:txBody>
      </p:sp>
      <p:sp>
        <p:nvSpPr>
          <p:cNvPr id="4" name="S04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붙이면 무슨 일인지 한눈에 보여요.</a:t>
            </a:r>
            <a:endParaRPr lang="ko-KR" sz="3200" dirty="0"/>
          </a:p>
        </p:txBody>
      </p:sp>
      <p:sp>
        <p:nvSpPr>
          <p:cNvPr id="6" name="S04-card14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15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어디서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 아침,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3200" dirty="0"/>
          </a:p>
        </p:txBody>
      </p:sp>
      <p:sp>
        <p:nvSpPr>
          <p:cNvPr id="8" name="S04-card16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4-cardtext17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무엇을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</a:t>
            </a:r>
            <a:endParaRPr lang="ko-KR" sz="3200" dirty="0"/>
          </a:p>
        </p:txBody>
      </p:sp>
      <p:sp>
        <p:nvSpPr>
          <p:cNvPr id="10" name="S04-card18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19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생각이나 마음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무서웠다,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뿌듯했다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전에 떠올려요</a:t>
            </a:r>
            <a:endParaRPr lang="ko-KR" sz="4400" dirty="0"/>
          </a:p>
        </p:txBody>
      </p:sp>
      <p:sp>
        <p:nvSpPr>
          <p:cNvPr id="3" name="S05-stepno20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5-text21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일 하나를 골라요.</a:t>
            </a:r>
            <a:endParaRPr lang="ko-KR" sz="3200" dirty="0"/>
          </a:p>
        </p:txBody>
      </p:sp>
      <p:sp>
        <p:nvSpPr>
          <p:cNvPr id="5" name="S05-stepno22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5-text23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어디서, 누구와 했나요?</a:t>
            </a:r>
            <a:endParaRPr lang="ko-KR" sz="3200" dirty="0"/>
          </a:p>
        </p:txBody>
      </p:sp>
      <p:sp>
        <p:nvSpPr>
          <p:cNvPr id="7" name="S05-stepno24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5-text25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일을 차례대로 떠올려요.</a:t>
            </a:r>
            <a:endParaRPr lang="ko-KR" sz="3200" dirty="0"/>
          </a:p>
        </p:txBody>
      </p:sp>
      <p:sp>
        <p:nvSpPr>
          <p:cNvPr id="9" name="S05-stepno26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5-text27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생각이나 마음은?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말을 넣어요</a:t>
            </a:r>
            <a:endParaRPr lang="ko-KR" sz="4400" dirty="0"/>
          </a:p>
        </p:txBody>
      </p:sp>
      <p:sp>
        <p:nvSpPr>
          <p:cNvPr id="3" name="S06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일을 차례 말로 이어요.</a:t>
            </a:r>
            <a:endParaRPr lang="ko-KR" sz="3200" dirty="0"/>
          </a:p>
        </p:txBody>
      </p:sp>
      <p:sp>
        <p:nvSpPr>
          <p:cNvPr id="4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끝에 생각이나 마음을 한 문장 더 써요.</a:t>
            </a:r>
            <a:endParaRPr lang="ko-KR" sz="3200" dirty="0"/>
          </a:p>
        </p:txBody>
      </p:sp>
      <p:sp>
        <p:nvSpPr>
          <p:cNvPr id="6" name="S06-card31"/>
          <p:cNvSpPr/>
          <p:nvPr/>
        </p:nvSpPr>
        <p:spPr>
          <a:xfrm>
            <a:off x="548640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32"/>
          <p:cNvSpPr txBox="1"/>
          <p:nvPr/>
        </p:nvSpPr>
        <p:spPr>
          <a:xfrm>
            <a:off x="822960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</a:t>
            </a:r>
            <a:endParaRPr lang="ko-KR" sz="3200" dirty="0"/>
          </a:p>
        </p:txBody>
      </p:sp>
      <p:sp>
        <p:nvSpPr>
          <p:cNvPr id="8" name="S06-card33"/>
          <p:cNvSpPr/>
          <p:nvPr/>
        </p:nvSpPr>
        <p:spPr>
          <a:xfrm>
            <a:off x="4322064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34"/>
          <p:cNvSpPr txBox="1"/>
          <p:nvPr/>
        </p:nvSpPr>
        <p:spPr>
          <a:xfrm>
            <a:off x="4596384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그다음에</a:t>
            </a:r>
            <a:endParaRPr lang="ko-KR" sz="3200" dirty="0"/>
          </a:p>
        </p:txBody>
      </p:sp>
      <p:sp>
        <p:nvSpPr>
          <p:cNvPr id="10" name="S06-card35"/>
          <p:cNvSpPr/>
          <p:nvPr/>
        </p:nvSpPr>
        <p:spPr>
          <a:xfrm>
            <a:off x="8095488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36"/>
          <p:cNvSpPr txBox="1"/>
          <p:nvPr/>
        </p:nvSpPr>
        <p:spPr>
          <a:xfrm>
            <a:off x="8369808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</a:t>
            </a:r>
            <a:endParaRPr lang="ko-KR" sz="3200" dirty="0"/>
          </a:p>
        </p:txBody>
      </p:sp>
      <p:sp>
        <p:nvSpPr>
          <p:cNvPr id="12" name="S06-step37"/>
          <p:cNvSpPr txBox="1"/>
          <p:nvPr/>
        </p:nvSpPr>
        <p:spPr>
          <a:xfrm>
            <a:off x="1293876" y="23317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넘어져서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무서웠다</a:t>
            </a:r>
            <a:endParaRPr lang="ko-KR" sz="2800" dirty="0"/>
          </a:p>
        </p:txBody>
      </p:sp>
      <p:sp>
        <p:nvSpPr>
          <p:cNvPr id="13" name="S06-line38"/>
          <p:cNvSpPr/>
          <p:nvPr/>
        </p:nvSpPr>
        <p:spPr>
          <a:xfrm>
            <a:off x="4274820" y="3017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6-step39"/>
          <p:cNvSpPr txBox="1"/>
          <p:nvPr/>
        </p:nvSpPr>
        <p:spPr>
          <a:xfrm>
            <a:off x="4631436" y="23317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잡아 주셨다</a:t>
            </a:r>
            <a:endParaRPr lang="ko-KR" sz="2800" dirty="0"/>
          </a:p>
        </p:txBody>
      </p:sp>
      <p:sp>
        <p:nvSpPr>
          <p:cNvPr id="15" name="S06-line40"/>
          <p:cNvSpPr/>
          <p:nvPr/>
        </p:nvSpPr>
        <p:spPr>
          <a:xfrm>
            <a:off x="7612380" y="3017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06-step41"/>
          <p:cNvSpPr txBox="1"/>
          <p:nvPr/>
        </p:nvSpPr>
        <p:spPr>
          <a:xfrm>
            <a:off x="7968996" y="23317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혼자서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달렸다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글이 더 좋을까?</a:t>
            </a:r>
            <a:endParaRPr lang="ko-KR" sz="4400" dirty="0"/>
          </a:p>
        </p:txBody>
      </p:sp>
      <p:sp>
        <p:nvSpPr>
          <p:cNvPr id="3" name="S07-card4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‘수영장에 간 일’을 썼어요.</a:t>
            </a:r>
            <a:endParaRPr lang="ko-KR" sz="3200" dirty="0"/>
          </a:p>
        </p:txBody>
      </p:sp>
      <p:sp>
        <p:nvSpPr>
          <p:cNvPr id="5" name="S07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글이 더 잘 떠오르나요? 왜 그럴까요?</a:t>
            </a:r>
            <a:endParaRPr lang="ko-KR" sz="3200" dirty="0"/>
          </a:p>
        </p:txBody>
      </p:sp>
      <p:sp>
        <p:nvSpPr>
          <p:cNvPr id="7" name="S07-chip4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4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수영장에 갔다. 그리고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수영했다. 그리고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왔다.</a:t>
            </a:r>
            <a:endParaRPr lang="ko-KR" sz="3200" dirty="0"/>
          </a:p>
        </p:txBody>
      </p:sp>
      <p:sp>
        <p:nvSpPr>
          <p:cNvPr id="9" name="S07-chip4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4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처음에는 물이 차가워서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놀랐다. 그다음에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아빠와 물장구를 쳤다.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가고 싶다.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먼저 해 봐요</a:t>
            </a:r>
            <a:endParaRPr lang="ko-KR" sz="4400" dirty="0"/>
          </a:p>
        </p:txBody>
      </p:sp>
      <p:sp>
        <p:nvSpPr>
          <p:cNvPr id="3" name="S08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일을 하나 골라 대답해요.</a:t>
            </a:r>
            <a:endParaRPr lang="ko-KR" sz="3200" dirty="0"/>
          </a:p>
        </p:txBody>
      </p:sp>
      <p:sp>
        <p:nvSpPr>
          <p:cNvPr id="4" name="S08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대답을 활동지 2번 표에 짧게 적어요.</a:t>
            </a:r>
            <a:endParaRPr lang="ko-KR" sz="3200" dirty="0"/>
          </a:p>
        </p:txBody>
      </p:sp>
      <p:sp>
        <p:nvSpPr>
          <p:cNvPr id="6" name="S08-chip5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5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어디서, 누구와 했나요?</a:t>
            </a:r>
            <a:endParaRPr lang="ko-KR" sz="3200" dirty="0"/>
          </a:p>
        </p:txBody>
      </p:sp>
      <p:sp>
        <p:nvSpPr>
          <p:cNvPr id="8" name="S08-chip5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5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무엇을 했나요?</a:t>
            </a:r>
            <a:endParaRPr lang="ko-KR" sz="3200" dirty="0"/>
          </a:p>
        </p:txBody>
      </p:sp>
      <p:sp>
        <p:nvSpPr>
          <p:cNvPr id="10" name="S08-chip5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5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그다음에, 마지막에는요?</a:t>
            </a:r>
            <a:endParaRPr lang="ko-KR" sz="3200" dirty="0"/>
          </a:p>
        </p:txBody>
      </p:sp>
      <p:sp>
        <p:nvSpPr>
          <p:cNvPr id="12" name="S08-chip5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8-text6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마음은 어땠나요?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겪은 일 글</a:t>
            </a:r>
            <a:endParaRPr lang="ko-KR" sz="4400" dirty="0"/>
          </a:p>
        </p:txBody>
      </p:sp>
      <p:sp>
        <p:nvSpPr>
          <p:cNvPr id="3" name="S09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4번에 겪은 일을 써요.</a:t>
            </a:r>
            <a:endParaRPr lang="ko-KR" sz="3200" dirty="0"/>
          </a:p>
        </p:txBody>
      </p:sp>
      <p:sp>
        <p:nvSpPr>
          <p:cNvPr id="4" name="S09-card62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63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제목을 붙였어요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언제·어디서·누구와를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 말을 넣었어요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생각이나 마음을 썼어요</a:t>
            </a:r>
            <a:endParaRPr lang="ko-KR" sz="3200" dirty="0"/>
          </a:p>
        </p:txBody>
      </p:sp>
      <p:sp>
        <p:nvSpPr>
          <p:cNvPr id="6" name="S09-stepno64"/>
          <p:cNvSpPr txBox="1"/>
          <p:nvPr/>
        </p:nvSpPr>
        <p:spPr>
          <a:xfrm>
            <a:off x="548640" y="23276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65"/>
          <p:cNvSpPr txBox="1"/>
          <p:nvPr/>
        </p:nvSpPr>
        <p:spPr>
          <a:xfrm>
            <a:off x="1325880" y="23276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써요.</a:t>
            </a:r>
            <a:endParaRPr lang="ko-KR" sz="3200" dirty="0"/>
          </a:p>
        </p:txBody>
      </p:sp>
      <p:sp>
        <p:nvSpPr>
          <p:cNvPr id="8" name="S09-stepno66"/>
          <p:cNvSpPr txBox="1"/>
          <p:nvPr/>
        </p:nvSpPr>
        <p:spPr>
          <a:xfrm>
            <a:off x="548640" y="3086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67"/>
          <p:cNvSpPr txBox="1"/>
          <p:nvPr/>
        </p:nvSpPr>
        <p:spPr>
          <a:xfrm>
            <a:off x="1325880" y="304088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어디서, 누구와를 써요.</a:t>
            </a:r>
            <a:endParaRPr lang="ko-KR" sz="3200" dirty="0"/>
          </a:p>
        </p:txBody>
      </p:sp>
      <p:sp>
        <p:nvSpPr>
          <p:cNvPr id="10" name="S09-stepno68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69"/>
          <p:cNvSpPr txBox="1"/>
          <p:nvPr/>
        </p:nvSpPr>
        <p:spPr>
          <a:xfrm>
            <a:off x="1325880" y="419709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말을 넣어 한 일을 써요.</a:t>
            </a:r>
            <a:endParaRPr lang="ko-KR" sz="3200" dirty="0"/>
          </a:p>
        </p:txBody>
      </p:sp>
      <p:sp>
        <p:nvSpPr>
          <p:cNvPr id="12" name="S09-stepno70"/>
          <p:cNvSpPr txBox="1"/>
          <p:nvPr/>
        </p:nvSpPr>
        <p:spPr>
          <a:xfrm>
            <a:off x="548640" y="5353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9-text71"/>
          <p:cNvSpPr txBox="1"/>
          <p:nvPr/>
        </p:nvSpPr>
        <p:spPr>
          <a:xfrm>
            <a:off x="1325880" y="53533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생각이나 마음으로 끝내요.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빠졌나요?</a:t>
            </a:r>
            <a:endParaRPr lang="ko-KR" sz="4400" dirty="0"/>
          </a:p>
        </p:txBody>
      </p:sp>
      <p:sp>
        <p:nvSpPr>
          <p:cNvPr id="3" name="S11-text72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추석에 할머니 댁에서 송편을 빚었다. 처음에 반죽을 동그랗게 굴렸다. 그다음에 깨를 넣고 꼭꼭 눌렀다.</a:t>
            </a:r>
            <a:endParaRPr lang="ko-KR" sz="3200" dirty="0"/>
          </a:p>
        </p:txBody>
      </p:sp>
      <p:sp>
        <p:nvSpPr>
          <p:cNvPr id="4" name="S11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것을 넣어 한 문장 더 말해요.</a:t>
            </a:r>
            <a:endParaRPr lang="ko-KR" sz="3200" dirty="0"/>
          </a:p>
        </p:txBody>
      </p:sp>
      <p:sp>
        <p:nvSpPr>
          <p:cNvPr id="6" name="S11-chip75"/>
          <p:cNvSpPr txBox="1"/>
          <p:nvPr/>
        </p:nvSpPr>
        <p:spPr>
          <a:xfrm>
            <a:off x="1991868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76"/>
          <p:cNvSpPr/>
          <p:nvPr/>
        </p:nvSpPr>
        <p:spPr>
          <a:xfrm>
            <a:off x="548640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77"/>
          <p:cNvSpPr txBox="1"/>
          <p:nvPr/>
        </p:nvSpPr>
        <p:spPr>
          <a:xfrm>
            <a:off x="822960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어디서</a:t>
            </a:r>
            <a:endParaRPr lang="ko-KR" sz="3200" dirty="0"/>
          </a:p>
        </p:txBody>
      </p:sp>
      <p:sp>
        <p:nvSpPr>
          <p:cNvPr id="9" name="S11-chip78"/>
          <p:cNvSpPr txBox="1"/>
          <p:nvPr/>
        </p:nvSpPr>
        <p:spPr>
          <a:xfrm>
            <a:off x="5811012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79"/>
          <p:cNvSpPr/>
          <p:nvPr/>
        </p:nvSpPr>
        <p:spPr>
          <a:xfrm>
            <a:off x="4367784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80"/>
          <p:cNvSpPr txBox="1"/>
          <p:nvPr/>
        </p:nvSpPr>
        <p:spPr>
          <a:xfrm>
            <a:off x="4642104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알려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주는 말</a:t>
            </a:r>
            <a:endParaRPr lang="ko-KR" sz="3200" dirty="0"/>
          </a:p>
        </p:txBody>
      </p:sp>
      <p:sp>
        <p:nvSpPr>
          <p:cNvPr id="12" name="S11-chip81"/>
          <p:cNvSpPr txBox="1"/>
          <p:nvPr/>
        </p:nvSpPr>
        <p:spPr>
          <a:xfrm>
            <a:off x="9630156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82"/>
          <p:cNvSpPr/>
          <p:nvPr/>
        </p:nvSpPr>
        <p:spPr>
          <a:xfrm>
            <a:off x="8186928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83"/>
          <p:cNvSpPr txBox="1"/>
          <p:nvPr/>
        </p:nvSpPr>
        <p:spPr>
          <a:xfrm>
            <a:off x="8461248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생각이나 마음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8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8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겪은 일 하나를 골라 한 일을 차례대로 쓰고, 생각이나 마음으로 끝내요.</a:t>
            </a:r>
            <a:endParaRPr lang="ko-KR" sz="3200" dirty="0"/>
          </a:p>
        </p:txBody>
      </p:sp>
      <p:sp>
        <p:nvSpPr>
          <p:cNvPr id="5" name="S12-chip8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차례 말 넣어 쓰기</a:t>
            </a:r>
            <a:endParaRPr lang="ko-KR" sz="2600" dirty="0"/>
          </a:p>
        </p:txBody>
      </p:sp>
      <p:sp>
        <p:nvSpPr>
          <p:cNvPr id="6" name="S12-chip8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하루 일을 모두 쓰기</a:t>
            </a:r>
            <a:endParaRPr lang="ko-KR" sz="2600" dirty="0"/>
          </a:p>
        </p:txBody>
      </p:sp>
      <p:sp>
        <p:nvSpPr>
          <p:cNvPr id="7" name="S12-text8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8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겪은 일 글에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들어가는 것 세 가지</a:t>
            </a:r>
            <a:endParaRPr lang="ko-KR" sz="2600" dirty="0"/>
          </a:p>
        </p:txBody>
      </p:sp>
      <p:sp>
        <p:nvSpPr>
          <p:cNvPr id="9" name="S12-text9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차례를 알려 주는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세 가지</a:t>
            </a:r>
            <a:endParaRPr lang="ko-KR" sz="2600" dirty="0"/>
          </a:p>
        </p:txBody>
      </p:sp>
      <p:sp>
        <p:nvSpPr>
          <p:cNvPr id="10" name="S12-text9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‘재미있었다’ 말고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 말 두 개</a:t>
            </a:r>
            <a:endParaRPr lang="ko-KR" sz="2600" dirty="0"/>
          </a:p>
        </p:txBody>
      </p:sp>
      <p:sp>
        <p:nvSpPr>
          <p:cNvPr id="11" name="S12-text9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듣고 질문하기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묻고 답해요</a:t>
            </a:r>
            <a:endParaRPr lang="ko-KR" sz="4400" dirty="0"/>
          </a:p>
        </p:txBody>
      </p:sp>
      <p:sp>
        <p:nvSpPr>
          <p:cNvPr id="3" name="S13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질문에 한 문장으로 대답해요.</a:t>
            </a:r>
            <a:endParaRPr lang="ko-KR" sz="3200" dirty="0"/>
          </a:p>
        </p:txBody>
      </p:sp>
      <p:sp>
        <p:nvSpPr>
          <p:cNvPr id="4" name="S13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 하나가 글의 한 문장이 돼요.</a:t>
            </a:r>
            <a:endParaRPr lang="ko-KR" sz="3200" dirty="0"/>
          </a:p>
        </p:txBody>
      </p:sp>
      <p:sp>
        <p:nvSpPr>
          <p:cNvPr id="6" name="S13-chip9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3-text9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아침에 무엇을 먹었나요?</a:t>
            </a:r>
            <a:endParaRPr lang="ko-KR" sz="3200" dirty="0"/>
          </a:p>
        </p:txBody>
      </p:sp>
      <p:sp>
        <p:nvSpPr>
          <p:cNvPr id="8" name="S13-chip9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3-text9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그다음에 무엇을 했나요?</a:t>
            </a:r>
            <a:endParaRPr lang="ko-KR" sz="3200" dirty="0"/>
          </a:p>
        </p:txBody>
      </p:sp>
      <p:sp>
        <p:nvSpPr>
          <p:cNvPr id="10" name="S13-chip10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3-text10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기분은 어땠나요?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겪은 일 쓰기</dc:title>
  <dc:subject>KR22-G02-KOR-WRITE-L01</dc:subject>
  <dc:creator>education-ppt</dc:creator>
  <cp:lastModifiedBy>education-ppt</cp:lastModifiedBy>
  <cp:revision>1</cp:revision>
  <dcterms:created xsi:type="dcterms:W3CDTF">2026-10-26T07:46:07Z</dcterms:created>
  <dcterms:modified xsi:type="dcterms:W3CDTF">2026-10-26T07:46:07Z</dcterms:modified>
</cp:coreProperties>
</file>