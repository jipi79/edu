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7b22d70-2664-9ad1-cb1a-dd8f118307e9}">
          <p14:sldIdLst>
            <p14:sldId id="256"/>
            <p14:sldId id="257"/>
          </p14:sldIdLst>
        </p14:section>
        <p14:section name="개념" id="{cd035e8d-ce6c-571e-bd8d-eb89b9b267f6}">
          <p14:sldIdLst>
            <p14:sldId id="258"/>
            <p14:sldId id="259"/>
            <p14:sldId id="260"/>
            <p14:sldId id="261"/>
          </p14:sldIdLst>
        </p14:section>
        <p14:section name="연습" id="{7136f928-2959-db5c-99a2-3ef3f26b628f}">
          <p14:sldIdLst>
            <p14:sldId id="262"/>
            <p14:sldId id="263"/>
          </p14:sldIdLst>
        </p14:section>
        <p14:section name="확인" id="{e33a5b44-1e76-5568-40ac-b7c7557028ac}">
          <p14:sldIdLst>
            <p14:sldId id="264"/>
            <p14:sldId id="265"/>
            <p14:sldId id="266"/>
          </p14:sldIdLst>
        </p14:section>
        <p14:section name="정리" id="{29d5c7e1-9eeb-f5e0-d2a0-654415d3de72}">
          <p14:sldIdLst>
            <p14:sldId id="267"/>
          </p14:sldIdLst>
        </p14:section>
        <p14:section name="보충" id="{f2db74ae-2afe-9f63-2596-1778a4b7de3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겪은 일을 글로 남기고 싶은 마음이 들게 합니다.
시간: 약 2분
이렇게 말해 보세요
- “요즘 있었던 일 가운데 제일 기억에 남는 일이 뭐야?”
- “오늘은 그런 일을 골라서, 일어난 차례대로 쓰고 그때 마음까지 쓰는 방법을 배울 거야.”
예상 답
- “놀이공원에 간 거요.” “할머니 댁에 간 거요.”
막히면
- “이번 주말에 뭐 했어? 그중에 제일 재미있었던 건?”처럼 좁혀서 묻습니다.
주의
- 아이가 말한 일을 기억해 두었다가 S08에서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확인(인물의 마음)]
목적: 앞 차시 ‘인물의 마음’에서 배운, 말과 행동으로 마음을 짐작하고 마음을 나타내는 말로 말하는 힘을 확인합니다. 겪은 일을 쓸 때 그때의 마음을 알맞은 말로 써야 합니다.
시간: 약 3분
이렇게 말해 보세요
- “소리 내어 읽어 볼래? 친구는 어떤 마음일까? 무엇을 보고 알았어?”
정답
- 고마운 마음(기쁜 마음도 맞음)
- 단서: “고마워.”라는 말, 활짝 웃은 행동
막히면
- “친구가 뭐라고 말했어?”라고 묻고 따옴표 안의 말을 짚게 합니다.
- 마음을 말하지 못하면 S13(보충)을 먼저 합니다. 보충으로도 어려우면 앞 차시 ‘인물의 마음’(KR22-G02-KOR-FEELING-L01)을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겪은 일을 쓴 글 읽기(시범)]
목적: 잘 쓴 겪은 일 글을 함께 읽으며, 부모가 생각을 소리 내어 말해 글에 들어간 것을 찾아 보여 줍니다.
시간: 약 4분
이렇게 말해 보세요
- “엄마(아빠)가 먼저 읽어 볼게. 맨 위 굵은 글씨는 제목이야. 무슨 이야기인지 알려 줘.”
- “‘토요일 아침에’는 언제, ‘공원에’는 어디서, ‘아빠와’는 누구와야.”
- “‘처음에는, 그다음에, 마지막에는’이 차례를 알려 주네. 끝에는 ‘뿌듯했다’는 마음이 있어.”
예상 답
- “토요일 아침, 공원, 아빠요.” “무서웠다, 뿌듯했다가 마음이에요.”
정답
- 제목: 처음 탄 두발자전거 / 언제: 토요일 아침 / 어디서: 공원 / 누구와: 아빠
- 차례 말: 처음에는, 그다음에, 마지막에는 / 마음: 무서웠다, 뿌듯했다
막히면
- 부모가 한 문장씩 읽고 멈추어 “여기에는 무엇이 있어?”라고 묻습니다.
주의
- 이 장은 시범입니다. 부모가 찾는 과정을 들려주는 것이 중심입니다. 활동지 1번에 같은 글이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겪은 일 글에 들어가는 것]
목적: 겪은 일 글에 들어가는 것(언제·어디서·누구와, 차례대로 한 일, 생각이나 마음, 제목)을 정리합니다.
시간: 약 2분
이렇게 말해 보세요
- “겪은 일을 쓸 때는 이 세 가지를 넣어. 그리고 맨 위에 제목을 붙여.”
- “‘재미있었다’만 쓰면 무엇이 재미있었는지 모르겠지? 그래서 마음은 꼭 맞는 말로 써.”
예상 답
- “언제, 어디서, 누구와, 한 일, 마음이요.”
막히면
- S03의 글로 돌아가 카드마다 해당하는 곳을 손가락으로 짚게 합니다.
주의
- 마음 낱말이 부족하면 앞 차시 S03의 낱말(기쁘다, 속상하다, 걱정되다, 미안하다, 고맙다, 화나다)을 다시 보여 줍니다(M3).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쓸 일 고르고 떠올리기]
목적: 쓰기 전에 쓸 일을 한 가지로 고르고, 차례대로 떠올리는 순서를 알려 줍니다(M1).
시간: 약 2분
이렇게 말해 보세요
- “하루에 한 일을 다 쓰면 글이 길기만 하고 재미가 없어. 제일 기억나는 일 하나만 골라.”
- “그 일 안에서 처음에 무엇을 했는지, 그다음엔, 마지막엔 무엇을 했는지 떠올려 봐.”
예상 답
- 아이가 네 단계를 자기 말로 다시 말합니다. 예: “하나 고르고, 언제 어디서 누구랑, 차례대로, 마음.”
막히면
- 자전거 글로 다시 보여 줍니다. “이 글은 토요일에 한 일 가운데 자전거 탄 일 하나만 썼어.”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차례 말을 넣어 이어 쓰기]
목적: 떠올린 일을 차례 말로 이어 쓰고, 생각이나 마음으로 끝맺는 방법을 보여 줍니다(M2).
시간: 약 3분
이렇게 말해 보세요
- “앞 시간에 배운 차례 말 기억나? 자전거 글은 이 말로 한 일을 이었어.”
- “마지막에 ‘정말 뿌듯했다.’처럼 생각이나 마음을 한 문장 더 쓰면 글이 끝난 느낌이 들어.”
예상 답
- “처음에 넘어져서 무서웠다. 그다음에 아빠가 잡아 주셨다. 마지막에 혼자서 끝까지 달렸다.”
막히면
- 부모가 차례 말을 짚으며 한 문장씩 말하고 아이가 따라 말하게 합니다.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비교(그리고만 쓴 글)]
목적: ‘그리고’만 이어 쓰고 마음이 없는 글과, 차례 말과 마음이 들어간 글을 비교합니다(M2, M3).
시간: 약 3분
이렇게 말해 보세요
- “두 글을 같이 읽어 보자. 어느 글을 읽을 때 수영장 모습이 더 잘 떠올라?”
- “가 글에는 무엇이 없을까? 나 글에서 차례 말과 마음(생각)을 찾아볼래?”
정답
- 나. 차례 말(처음에는, 그다음에)이 있고, 한 일이 자세하고, 마음(놀랐다)과 생각(또 가고 싶다)이 있습니다.
- 가는 ‘그리고’만 되풀이하고 생각이나 마음이 없습니다.
막히면
- “가 글을 읽고 나면, 이 친구가 수영장에서 어떤 마음이었는지 알 수 있어?”라고 묻습니다.
주의
- 가 글을 쓴 친구를 탓하지 않고 “어떻게 고치면 좋을까?”로 이어 갑니다. 활동지 3번에서 비슷한 글을 고쳐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쓰기 전에 말로 해 보기]
목적: 쓰기 전에 고른 일을 말로 차례대로 떠올리고, 활동지 2번에 낱말로 메모합니다.
시간: 약 4분
이렇게 말해 보세요
- “S01에서 말한 일로 해 볼까? 언제, 어디서, 누구와 했어?”
- “처음에 무엇을 했어? 그다음에는? 마지막에는? 그때 마음은 어땠어?”
- “대답한 것을 표에 짧게 적어 보자. 낱말만 써도 돼.”
예상 답
- 예: “일요일에 할머니 댁에서 할머니와 했어요. 처음에 밀가루를 반죽했어요. 그다음에 만두를 빚었어요. 마지막에 쪄서 먹었어요. 맛있고 뿌듯했어요.”
막히면
- 부모가 질문을 하나씩 하고 아이가 답한 말을 부모가 표에 대신 적어 줍니다. 도움을 받았다면 기록표에 표시합니다.
- 하루 일을 늘어놓으면 “그중에 하나만 고르면 뭐야?”라고 묻습니다(M1).
주의
- 답은 아이가 고른 일에 따라 다릅니다. 한 가지 일 안에서 두세 가지 일을 차례대로 말하면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겪은 일 쓰기]
목적: 메모를 보고 혼자 겪은 일 글을 쓰는지 관찰 기준으로 확인합니다.
시간: 약 8분
이렇게 말해 보세요
- “2번 메모를 보면서 혼자 써 볼래? 다 쓰면 소리 내어 읽어 줘.”
- “다 읽었으면 오른쪽 네 가지를 같이 확인해 보자.”
예상 답
- 예: 제목 ‘할머니와 만든 만두’ / 일요일에 할머니 댁에서 만두를 만들었다. 처음에 할머니와 밀가루를 반죽했다. 그다음에 만두를 빚었다. 마지막에 쪄서 먹었다. 내가 빚은 만두가 제일 맛있었다.
막히면
- 한 문장을 쓰고 멈추면 메모의 다음 칸을 짚어 주며 “그다음은?”이라고 묻습니다.
- 문장 만들기가 어려우면 아이가 말하고 부모가 받아 적은 뒤 아이가 보고 옮겨 쓰게 합니다. 이 경우 기록표에 ‘도움’으로 표시합니다.
주의
- 관찰 기준 4가지 가운데 3가지 이상이면 통과입니다. 맞춤법은 오늘의 목표가 아니므로 글을 다 쓴 뒤 한두 군데만 함께 고칩니다.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좋은 예와 흔한 실수]
목적: 아이의 글을 좋은 예, 흔한 실수와 비교하며 고칠 점을 한 가지 찾습니다.
시간: 약 2분
이렇게 말해 보세요
- “네 글과 왼쪽을 비교해 볼까? 네 글에도 차례 말이 있어?”
- “오른쪽처럼 쓴 곳이 있으면 어떻게 고치면 좋을까?”
예상 답
- “‘그리고’를 ‘그다음에’로 바꿔요.” “무엇이 재미있었는지 써요.”
정답
- 좋은 예: 한 가지 일, 차례 말, 생각이나 마음이 들어간 문장
- 흔한 실수: ‘그리고’만 되풀이하기, ‘재미있었다’ 한마디로 끝내기, 하루 일을 모두 쓰기
주의
- 이 장은 학생용 파일에서 빠집니다. 고칠 점은 한 가지만 골라 함께 고칩니다.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확인(빠진 것 찾기)]
목적: 처음 보는 글에서 빠진 것(생각이나 마음)을 찾고, 알맞은 문장을 더하는지 확인합니다(목표 B).
시간: 약 2분
이렇게 말해 보세요
- “소리 내어 읽어 볼래? 이 글에 무엇이 빠졌을까? 빠진 것을 넣어 한 문장 더 말해 줘.”
정답
- 다. 생각이나 마음
- 더할 문장 예: “내가 빚은 송편이 예뻐서 뿌듯했다.” “할머니와 함께해서 즐거웠다.” (마음이나 생각이 들어가면 맞음)
막히면
- S04의 카드 세 장을 다시 보여 주고 “이 글에서 하나씩 찾아볼까?”라고 묻습니다.
- 가는 ‘추석에, 할머니 댁에서’, 나는 ‘처음에, 그다음에’가 글에 있다는 것을 함께 짚습니다.
주의
- 답은 골랐지만 문장을 더하지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“오늘 배운 것을 한 문장으로 말해 볼래?”
예상 답
- “한 가지 일을 골라서 차례대로 쓰고 마음을 써요.”
정답
- ① 언제·어디서·누구와, 차례대로 한 일, 생각이나 마음(제목도 맞음) ② 처음에, 그다음에, 마지막에 ③ 뿌듯했다, 신났다, 기뻤다, 놀랐다, 속상했다 등 두 개
막히면
- S04의 카드와 S06의 그림을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보충(묻고 답하며 문장 만들기)]
목적: 질문에 한 문장으로 답하며, 겪은 일을 차례대로 말하고 마음을 덧붙이는 것부터 다시 익힙니다.
시간: 약 3분
이렇게 말해 보세요
- “오늘 아침 일로 해 보자. 아침에 무엇을 먹었어? ‘나는’으로 시작해서 말해 볼래?”
- “세 대답을 이으면 짧은 글이 돼. 엄마(아빠)가 적어 줄게. 같이 읽어 보자.”
예상 답
- 예: ① 나는 아침에 토스트를 먹었다. ② 그다음에 이를 닦고 학교에 갔다. ③ 학교에 늦을까 봐 걱정되었다.
막히면
- 마음을 말하기 어려우면 마음 낱말 두 개를 보여 주고 고르게 합니다.
- 보충으로도 어려우면 앞 차시 ‘인물의 마음’(KR22-G02-KOR-FEELING-L01)과 ‘일이 일어난 차례’(KR22-G02-KOR-SEQUENCE-L01)를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이야기와쓰기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겪은 일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겪은 일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겪은 일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겪은 일 쓰기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기억에 남는 일을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 써 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쓸 일을 골라 차례대로 떠올려요.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일과 마음을 차례대로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친구는 어떤 마음일까?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친구는 어떤 마음일까요? 무엇을 보고 알았나요?</a:t>
            </a:r>
            <a:endParaRPr lang="ko-KR" sz="32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지우는 넘어진 친구에게 달려가 손을 잡아 주었습니다. 친구는 “고마워.” 하며 활짝 웃었습니다.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겪은 일을 쓴 글</a:t>
            </a:r>
            <a:endParaRPr lang="ko-KR" sz="44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어디서, 누구와? 차례 말과 마음은?</a:t>
            </a:r>
            <a:endParaRPr lang="ko-KR" sz="3200" dirty="0"/>
          </a:p>
        </p:txBody>
      </p:sp>
      <p:sp>
        <p:nvSpPr>
          <p:cNvPr id="5" name="S03-passagebox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3-passage1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탄 두발자전거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토요일 아침에 아빠와 공원에 갔다. 처음에는 자전거가 자꾸 넘어져서 무서웠다. 그다음에 아빠가 뒤를 잡아 주셔서 천천히 달렸다. 마지막에는 혼자서 끝까지 달렸다. 정말 뿌듯했다.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들어가는 것</a:t>
            </a:r>
            <a:endParaRPr lang="ko-KR" sz="4400" dirty="0"/>
          </a:p>
        </p:txBody>
      </p:sp>
      <p:sp>
        <p:nvSpPr>
          <p:cNvPr id="3" name="S04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글에서 찾은 것이에요.</a:t>
            </a:r>
            <a:endParaRPr lang="ko-KR" sz="3200" dirty="0"/>
          </a:p>
        </p:txBody>
      </p:sp>
      <p:sp>
        <p:nvSpPr>
          <p:cNvPr id="4" name="S04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붙이면 무슨 일인지 한눈에 보여요.</a:t>
            </a:r>
            <a:endParaRPr lang="ko-KR" sz="3200" dirty="0"/>
          </a:p>
        </p:txBody>
      </p:sp>
      <p:sp>
        <p:nvSpPr>
          <p:cNvPr id="6" name="S04-card1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1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아침,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3200" dirty="0"/>
          </a:p>
        </p:txBody>
      </p:sp>
      <p:sp>
        <p:nvSpPr>
          <p:cNvPr id="8" name="S04-card1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4-cardtext1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무엇을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</a:t>
            </a:r>
            <a:endParaRPr lang="ko-KR" sz="3200" dirty="0"/>
          </a:p>
        </p:txBody>
      </p:sp>
      <p:sp>
        <p:nvSpPr>
          <p:cNvPr id="10" name="S04-card1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1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생각이나 마음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무서웠다,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뿌듯했다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전에 떠올려요</a:t>
            </a:r>
            <a:endParaRPr lang="ko-KR" sz="4400" dirty="0"/>
          </a:p>
        </p:txBody>
      </p:sp>
      <p:sp>
        <p:nvSpPr>
          <p:cNvPr id="3" name="S05-stepno20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5-text21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일 하나를 골라요.</a:t>
            </a:r>
            <a:endParaRPr lang="ko-KR" sz="3200" dirty="0"/>
          </a:p>
        </p:txBody>
      </p:sp>
      <p:sp>
        <p:nvSpPr>
          <p:cNvPr id="5" name="S05-stepno22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5-text23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어디서, 누구와 했나요?</a:t>
            </a:r>
            <a:endParaRPr lang="ko-KR" sz="3200" dirty="0"/>
          </a:p>
        </p:txBody>
      </p:sp>
      <p:sp>
        <p:nvSpPr>
          <p:cNvPr id="7" name="S05-stepno24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5-text25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일을 차례대로 떠올려요.</a:t>
            </a:r>
            <a:endParaRPr lang="ko-KR" sz="3200" dirty="0"/>
          </a:p>
        </p:txBody>
      </p:sp>
      <p:sp>
        <p:nvSpPr>
          <p:cNvPr id="9" name="S05-stepno26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5-text27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생각이나 마음은?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말을 넣어요</a:t>
            </a:r>
            <a:endParaRPr lang="ko-KR" sz="4400" dirty="0"/>
          </a:p>
        </p:txBody>
      </p:sp>
      <p:sp>
        <p:nvSpPr>
          <p:cNvPr id="3" name="S06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일을 차례 말로 이어요.</a:t>
            </a:r>
            <a:endParaRPr lang="ko-KR" sz="3200" dirty="0"/>
          </a:p>
        </p:txBody>
      </p:sp>
      <p:sp>
        <p:nvSpPr>
          <p:cNvPr id="4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생각이나 마음을 한 문장 더 써요.</a:t>
            </a:r>
            <a:endParaRPr lang="ko-KR" sz="3200" dirty="0"/>
          </a:p>
        </p:txBody>
      </p:sp>
      <p:sp>
        <p:nvSpPr>
          <p:cNvPr id="6" name="S06-card31"/>
          <p:cNvSpPr/>
          <p:nvPr/>
        </p:nvSpPr>
        <p:spPr>
          <a:xfrm>
            <a:off x="548640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2"/>
          <p:cNvSpPr txBox="1"/>
          <p:nvPr/>
        </p:nvSpPr>
        <p:spPr>
          <a:xfrm>
            <a:off x="822960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</a:t>
            </a:r>
            <a:endParaRPr lang="ko-KR" sz="3200" dirty="0"/>
          </a:p>
        </p:txBody>
      </p:sp>
      <p:sp>
        <p:nvSpPr>
          <p:cNvPr id="8" name="S06-card33"/>
          <p:cNvSpPr/>
          <p:nvPr/>
        </p:nvSpPr>
        <p:spPr>
          <a:xfrm>
            <a:off x="4322064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34"/>
          <p:cNvSpPr txBox="1"/>
          <p:nvPr/>
        </p:nvSpPr>
        <p:spPr>
          <a:xfrm>
            <a:off x="4596384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그다음에</a:t>
            </a:r>
            <a:endParaRPr lang="ko-KR" sz="3200" dirty="0"/>
          </a:p>
        </p:txBody>
      </p:sp>
      <p:sp>
        <p:nvSpPr>
          <p:cNvPr id="10" name="S06-card35"/>
          <p:cNvSpPr/>
          <p:nvPr/>
        </p:nvSpPr>
        <p:spPr>
          <a:xfrm>
            <a:off x="8095488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36"/>
          <p:cNvSpPr txBox="1"/>
          <p:nvPr/>
        </p:nvSpPr>
        <p:spPr>
          <a:xfrm>
            <a:off x="8369808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</a:t>
            </a:r>
            <a:endParaRPr lang="ko-KR" sz="3200" dirty="0"/>
          </a:p>
        </p:txBody>
      </p:sp>
      <p:sp>
        <p:nvSpPr>
          <p:cNvPr id="12" name="S06-step37"/>
          <p:cNvSpPr txBox="1"/>
          <p:nvPr/>
        </p:nvSpPr>
        <p:spPr>
          <a:xfrm>
            <a:off x="1293876" y="23317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넘어져서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무서웠다</a:t>
            </a:r>
            <a:endParaRPr lang="ko-KR" sz="2800" dirty="0"/>
          </a:p>
        </p:txBody>
      </p:sp>
      <p:sp>
        <p:nvSpPr>
          <p:cNvPr id="13" name="S06-line38"/>
          <p:cNvSpPr/>
          <p:nvPr/>
        </p:nvSpPr>
        <p:spPr>
          <a:xfrm>
            <a:off x="4274820" y="3017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6-step39"/>
          <p:cNvSpPr txBox="1"/>
          <p:nvPr/>
        </p:nvSpPr>
        <p:spPr>
          <a:xfrm>
            <a:off x="4631436" y="23317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잡아 주셨다</a:t>
            </a:r>
            <a:endParaRPr lang="ko-KR" sz="2800" dirty="0"/>
          </a:p>
        </p:txBody>
      </p:sp>
      <p:sp>
        <p:nvSpPr>
          <p:cNvPr id="15" name="S06-line40"/>
          <p:cNvSpPr/>
          <p:nvPr/>
        </p:nvSpPr>
        <p:spPr>
          <a:xfrm>
            <a:off x="7612380" y="3017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6-step41"/>
          <p:cNvSpPr txBox="1"/>
          <p:nvPr/>
        </p:nvSpPr>
        <p:spPr>
          <a:xfrm>
            <a:off x="7968996" y="23317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달렸다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글이 더 좋을까?</a:t>
            </a:r>
            <a:endParaRPr lang="ko-KR" sz="4400" dirty="0"/>
          </a:p>
        </p:txBody>
      </p:sp>
      <p:sp>
        <p:nvSpPr>
          <p:cNvPr id="3" name="S07-card4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‘수영장에 간 일’을 썼어요.</a:t>
            </a:r>
            <a:endParaRPr lang="ko-KR" sz="3200" dirty="0"/>
          </a:p>
        </p:txBody>
      </p:sp>
      <p:sp>
        <p:nvSpPr>
          <p:cNvPr id="5" name="S07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글이 더 잘 떠오르나요? 왜 그럴까요?</a:t>
            </a:r>
            <a:endParaRPr lang="ko-KR" sz="3200" dirty="0"/>
          </a:p>
        </p:txBody>
      </p:sp>
      <p:sp>
        <p:nvSpPr>
          <p:cNvPr id="7" name="S07-chip4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수영장에 갔다. 그리고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수영했다. 그리고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왔다.</a:t>
            </a:r>
            <a:endParaRPr lang="ko-KR" sz="3200" dirty="0"/>
          </a:p>
        </p:txBody>
      </p:sp>
      <p:sp>
        <p:nvSpPr>
          <p:cNvPr id="9" name="S07-chip4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4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처음에는 물이 차가워서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놀랐다. 그다음에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아빠와 물장구를 쳤다.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가고 싶다.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먼저 해 봐요</a:t>
            </a:r>
            <a:endParaRPr lang="ko-KR" sz="4400" dirty="0"/>
          </a:p>
        </p:txBody>
      </p:sp>
      <p:sp>
        <p:nvSpPr>
          <p:cNvPr id="3" name="S08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일을 하나 골라 대답해요.</a:t>
            </a:r>
            <a:endParaRPr lang="ko-KR" sz="3200" dirty="0"/>
          </a:p>
        </p:txBody>
      </p:sp>
      <p:sp>
        <p:nvSpPr>
          <p:cNvPr id="4" name="S08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대답을 활동지 2번 표에 짧게 적어요.</a:t>
            </a:r>
            <a:endParaRPr lang="ko-KR" sz="3200" dirty="0"/>
          </a:p>
        </p:txBody>
      </p:sp>
      <p:sp>
        <p:nvSpPr>
          <p:cNvPr id="6" name="S08-chip5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5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어디서, 누구와 했나요?</a:t>
            </a:r>
            <a:endParaRPr lang="ko-KR" sz="3200" dirty="0"/>
          </a:p>
        </p:txBody>
      </p:sp>
      <p:sp>
        <p:nvSpPr>
          <p:cNvPr id="8" name="S08-chip5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5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무엇을 했나요?</a:t>
            </a:r>
            <a:endParaRPr lang="ko-KR" sz="3200" dirty="0"/>
          </a:p>
        </p:txBody>
      </p:sp>
      <p:sp>
        <p:nvSpPr>
          <p:cNvPr id="10" name="S08-chip5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5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그다음에, 마지막에는요?</a:t>
            </a:r>
            <a:endParaRPr lang="ko-KR" sz="3200" dirty="0"/>
          </a:p>
        </p:txBody>
      </p:sp>
      <p:sp>
        <p:nvSpPr>
          <p:cNvPr id="12" name="S08-chip5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8-text6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마음은 어땠나요?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겪은 일 글</a:t>
            </a:r>
            <a:endParaRPr lang="ko-KR" sz="4400" dirty="0"/>
          </a:p>
        </p:txBody>
      </p:sp>
      <p:sp>
        <p:nvSpPr>
          <p:cNvPr id="3" name="S09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4번에 겪은 일을 써요.</a:t>
            </a:r>
            <a:endParaRPr lang="ko-KR" sz="3200" dirty="0"/>
          </a:p>
        </p:txBody>
      </p:sp>
      <p:sp>
        <p:nvSpPr>
          <p:cNvPr id="4" name="S09-card62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63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제목을 붙였어요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언제·어디서·누구와를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 말을 넣었어요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생각이나 마음을 썼어요</a:t>
            </a:r>
            <a:endParaRPr lang="ko-KR" sz="3200" dirty="0"/>
          </a:p>
        </p:txBody>
      </p:sp>
      <p:sp>
        <p:nvSpPr>
          <p:cNvPr id="6" name="S09-stepno64"/>
          <p:cNvSpPr txBox="1"/>
          <p:nvPr/>
        </p:nvSpPr>
        <p:spPr>
          <a:xfrm>
            <a:off x="548640" y="23276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65"/>
          <p:cNvSpPr txBox="1"/>
          <p:nvPr/>
        </p:nvSpPr>
        <p:spPr>
          <a:xfrm>
            <a:off x="1325880" y="23276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써요.</a:t>
            </a:r>
            <a:endParaRPr lang="ko-KR" sz="3200" dirty="0"/>
          </a:p>
        </p:txBody>
      </p:sp>
      <p:sp>
        <p:nvSpPr>
          <p:cNvPr id="8" name="S09-stepno66"/>
          <p:cNvSpPr txBox="1"/>
          <p:nvPr/>
        </p:nvSpPr>
        <p:spPr>
          <a:xfrm>
            <a:off x="548640" y="3086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67"/>
          <p:cNvSpPr txBox="1"/>
          <p:nvPr/>
        </p:nvSpPr>
        <p:spPr>
          <a:xfrm>
            <a:off x="1325880" y="304088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어디서, 누구와를 써요.</a:t>
            </a:r>
            <a:endParaRPr lang="ko-KR" sz="3200" dirty="0"/>
          </a:p>
        </p:txBody>
      </p:sp>
      <p:sp>
        <p:nvSpPr>
          <p:cNvPr id="10" name="S09-stepno68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69"/>
          <p:cNvSpPr txBox="1"/>
          <p:nvPr/>
        </p:nvSpPr>
        <p:spPr>
          <a:xfrm>
            <a:off x="1325880" y="419709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말을 넣어 한 일을 써요.</a:t>
            </a:r>
            <a:endParaRPr lang="ko-KR" sz="3200" dirty="0"/>
          </a:p>
        </p:txBody>
      </p:sp>
      <p:sp>
        <p:nvSpPr>
          <p:cNvPr id="12" name="S09-stepno70"/>
          <p:cNvSpPr txBox="1"/>
          <p:nvPr/>
        </p:nvSpPr>
        <p:spPr>
          <a:xfrm>
            <a:off x="548640" y="5353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9-text71"/>
          <p:cNvSpPr txBox="1"/>
          <p:nvPr/>
        </p:nvSpPr>
        <p:spPr>
          <a:xfrm>
            <a:off x="1325880" y="53533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생각이나 마음으로 끝내요.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예와 흔한 실수</a:t>
            </a:r>
            <a:endParaRPr lang="ko-KR" sz="4400" dirty="0"/>
          </a:p>
        </p:txBody>
      </p:sp>
      <p:sp>
        <p:nvSpPr>
          <p:cNvPr id="3" name="S10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기준 4가지 가운데 3가지 이상이면 잘한 거예요.</a:t>
            </a:r>
            <a:endParaRPr lang="ko-KR" sz="3200" dirty="0"/>
          </a:p>
        </p:txBody>
      </p:sp>
      <p:sp>
        <p:nvSpPr>
          <p:cNvPr id="5" name="S10-chip7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75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할머니와 반죽을 했다.</a:t>
            </a:r>
            <a:endParaRPr lang="ko-KR" sz="2600" dirty="0"/>
          </a:p>
        </p:txBody>
      </p:sp>
      <p:sp>
        <p:nvSpPr>
          <p:cNvPr id="7" name="S10-text76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말과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</a:t>
            </a:r>
            <a:endParaRPr lang="ko-KR" sz="2600" dirty="0"/>
          </a:p>
        </p:txBody>
      </p:sp>
      <p:sp>
        <p:nvSpPr>
          <p:cNvPr id="8" name="S10-text77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빚은 만두가 제일 맛있었다.</a:t>
            </a:r>
            <a:endParaRPr lang="ko-KR" sz="2600" dirty="0"/>
          </a:p>
        </p:txBody>
      </p:sp>
      <p:sp>
        <p:nvSpPr>
          <p:cNvPr id="9" name="S10-text78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생각으로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끝맺음</a:t>
            </a:r>
            <a:endParaRPr lang="ko-KR" sz="2600" dirty="0"/>
          </a:p>
        </p:txBody>
      </p:sp>
      <p:sp>
        <p:nvSpPr>
          <p:cNvPr id="10" name="S10-chip7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0-text8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먹었다. 그리고 잤다.</a:t>
            </a:r>
            <a:endParaRPr lang="ko-KR" sz="2600" dirty="0"/>
          </a:p>
        </p:txBody>
      </p:sp>
      <p:sp>
        <p:nvSpPr>
          <p:cNvPr id="12" name="S10-text8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없이 이음</a:t>
            </a:r>
            <a:endParaRPr lang="ko-KR" sz="2600" dirty="0"/>
          </a:p>
        </p:txBody>
      </p:sp>
      <p:sp>
        <p:nvSpPr>
          <p:cNvPr id="13" name="S10-text8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재미있었다.</a:t>
            </a:r>
            <a:endParaRPr lang="ko-KR" sz="3200" dirty="0"/>
          </a:p>
        </p:txBody>
      </p:sp>
      <p:sp>
        <p:nvSpPr>
          <p:cNvPr id="14" name="S10-text8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좋았는지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빠졌나요?</a:t>
            </a:r>
            <a:endParaRPr lang="ko-KR" sz="4400" dirty="0"/>
          </a:p>
        </p:txBody>
      </p:sp>
      <p:sp>
        <p:nvSpPr>
          <p:cNvPr id="3" name="S11-text84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추석에 할머니 댁에서 송편을 빚었다. 처음에 반죽을 동그랗게 굴렸다. 그다음에 깨를 넣고 꼭꼭 눌렀다.</a:t>
            </a:r>
            <a:endParaRPr lang="ko-KR" sz="3200" dirty="0"/>
          </a:p>
        </p:txBody>
      </p:sp>
      <p:sp>
        <p:nvSpPr>
          <p:cNvPr id="4" name="S11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것을 넣어 한 문장 더 말해요.</a:t>
            </a:r>
            <a:endParaRPr lang="ko-KR" sz="3200" dirty="0"/>
          </a:p>
        </p:txBody>
      </p:sp>
      <p:sp>
        <p:nvSpPr>
          <p:cNvPr id="6" name="S11-chip87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88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9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어디서</a:t>
            </a:r>
            <a:endParaRPr lang="ko-KR" sz="3200" dirty="0"/>
          </a:p>
        </p:txBody>
      </p:sp>
      <p:sp>
        <p:nvSpPr>
          <p:cNvPr id="9" name="S11-chip90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91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92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알려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말</a:t>
            </a:r>
            <a:endParaRPr lang="ko-KR" sz="3200" dirty="0"/>
          </a:p>
        </p:txBody>
      </p:sp>
      <p:sp>
        <p:nvSpPr>
          <p:cNvPr id="12" name="S11-chip93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94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95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생각이나 마음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9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9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겪은 일 하나를 골라 한 일을 차례대로 쓰고, 생각이나 마음으로 끝내요.</a:t>
            </a:r>
            <a:endParaRPr lang="ko-KR" sz="3200" dirty="0"/>
          </a:p>
        </p:txBody>
      </p:sp>
      <p:sp>
        <p:nvSpPr>
          <p:cNvPr id="5" name="S12-chip98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차례 말 넣어 쓰기</a:t>
            </a:r>
            <a:endParaRPr lang="ko-KR" sz="2600" dirty="0"/>
          </a:p>
        </p:txBody>
      </p:sp>
      <p:sp>
        <p:nvSpPr>
          <p:cNvPr id="6" name="S12-chip99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하루 일을 모두 쓰기</a:t>
            </a:r>
            <a:endParaRPr lang="ko-KR" sz="2600" dirty="0"/>
          </a:p>
        </p:txBody>
      </p:sp>
      <p:sp>
        <p:nvSpPr>
          <p:cNvPr id="7" name="S12-text100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101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겪은 일 글에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들어가는 것 세 가지</a:t>
            </a:r>
            <a:endParaRPr lang="ko-KR" sz="2600" dirty="0"/>
          </a:p>
        </p:txBody>
      </p:sp>
      <p:sp>
        <p:nvSpPr>
          <p:cNvPr id="9" name="S12-text102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차례를 알려 주는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세 가지</a:t>
            </a:r>
            <a:endParaRPr lang="ko-KR" sz="2600" dirty="0"/>
          </a:p>
        </p:txBody>
      </p:sp>
      <p:sp>
        <p:nvSpPr>
          <p:cNvPr id="10" name="S12-text103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‘재미있었다’ 말고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 말 두 개</a:t>
            </a:r>
            <a:endParaRPr lang="ko-KR" sz="2600" dirty="0"/>
          </a:p>
        </p:txBody>
      </p:sp>
      <p:sp>
        <p:nvSpPr>
          <p:cNvPr id="11" name="S12-text10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듣고 질문하기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묻고 답해요</a:t>
            </a:r>
            <a:endParaRPr lang="ko-KR" sz="4400" dirty="0"/>
          </a:p>
        </p:txBody>
      </p:sp>
      <p:sp>
        <p:nvSpPr>
          <p:cNvPr id="3" name="S13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질문에 한 문장으로 대답해요.</a:t>
            </a:r>
            <a:endParaRPr lang="ko-KR" sz="3200" dirty="0"/>
          </a:p>
        </p:txBody>
      </p:sp>
      <p:sp>
        <p:nvSpPr>
          <p:cNvPr id="4" name="S13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 하나가 글의 한 문장이 돼요.</a:t>
            </a:r>
            <a:endParaRPr lang="ko-KR" sz="3200" dirty="0"/>
          </a:p>
        </p:txBody>
      </p:sp>
      <p:sp>
        <p:nvSpPr>
          <p:cNvPr id="6" name="S13-chip10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10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아침에 무엇을 먹었나요?</a:t>
            </a:r>
            <a:endParaRPr lang="ko-KR" sz="3200" dirty="0"/>
          </a:p>
        </p:txBody>
      </p:sp>
      <p:sp>
        <p:nvSpPr>
          <p:cNvPr id="8" name="S13-chip11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11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그다음에 무엇을 했나요?</a:t>
            </a:r>
            <a:endParaRPr lang="ko-KR" sz="3200" dirty="0"/>
          </a:p>
        </p:txBody>
      </p:sp>
      <p:sp>
        <p:nvSpPr>
          <p:cNvPr id="10" name="S13-chip11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11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기분은 어땠나요?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겪은 일 쓰기</dc:title>
  <dc:subject>KR22-G02-KOR-WRITE-L01</dc:subject>
  <dc:creator>education-ppt</dc:creator>
  <cp:lastModifiedBy>education-ppt</cp:lastModifiedBy>
  <cp:revision>1</cp:revision>
  <dcterms:created xsi:type="dcterms:W3CDTF">2026-10-26T07:46:07Z</dcterms:created>
  <dcterms:modified xsi:type="dcterms:W3CDTF">2026-10-26T07:46:07Z</dcterms:modified>
</cp:coreProperties>
</file>