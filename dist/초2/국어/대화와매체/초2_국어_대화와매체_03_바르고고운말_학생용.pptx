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a02f46f-b6e4-bef3-9a11-21cec8e47989}">
          <p14:sldIdLst>
            <p14:sldId id="256"/>
            <p14:sldId id="257"/>
          </p14:sldIdLst>
        </p14:section>
        <p14:section name="개념" id="{0c14a540-4c31-49bb-5b31-ca87779cd1e1}">
          <p14:sldIdLst>
            <p14:sldId id="258"/>
            <p14:sldId id="259"/>
            <p14:sldId id="260"/>
            <p14:sldId id="263"/>
          </p14:sldIdLst>
        </p14:section>
        <p14:section name="연습" id="{2fe6cbdb-a3a8-0727-1621-301d2e50970c}">
          <p14:sldIdLst>
            <p14:sldId id="261"/>
            <p14:sldId id="262"/>
            <p14:sldId id="264"/>
          </p14:sldIdLst>
        </p14:section>
        <p14:section name="개념" id="{fdf878b7-8069-d154-b149-231e4437d83c}">
          <p14:sldIdLst/>
        </p14:section>
        <p14:section name="연습" id="{a3fdf973-5816-90d2-2309-cf5d41a5908c}">
          <p14:sldIdLst/>
        </p14:section>
        <p14:section name="확인" id="{a5db13f0-76ce-853a-5235-33f89b016fa7}">
          <p14:sldIdLst>
            <p14:sldId id="265"/>
            <p14:sldId id="266"/>
          </p14:sldIdLst>
        </p14:section>
        <p14:section name="정리" id="{d8d8c2b4-64e7-e59c-3ddb-3bbdf9424bb7}">
          <p14:sldIdLst>
            <p14:sldId id="267"/>
          </p14:sldIdLst>
        </p14:section>
        <p14:section name="보충" id="{af1192ad-b67f-ad13-3765-0ff5fe40fef3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대화와매체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바르고 고운 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바르고 고운 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바르고 고운 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바르고 고운 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말할까?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웃어른께 높임말을 써요.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상대와 상황에 맞게 고운 말을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 생신 초대 쪽지</a:t>
            </a:r>
            <a:endParaRPr lang="ko-KR" sz="44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언제, 어디에서 해요?  ② 할머니께 어떤 인사를 할까요?</a:t>
            </a:r>
            <a:endParaRPr lang="ko-KR" sz="3200" dirty="0"/>
          </a:p>
        </p:txBody>
      </p:sp>
      <p:graphicFrame>
        <p:nvGraphicFramePr>
          <p:cNvPr id="3" name="S02-table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24790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토요일 저녁 6시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할머니 댁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할머니께 드릴 카드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 낱말</a:t>
            </a:r>
            <a:endParaRPr lang="ko-KR" sz="4400" dirty="0"/>
          </a:p>
        </p:txBody>
      </p:sp>
      <p:sp>
        <p:nvSpPr>
          <p:cNvPr id="3" name="S03-text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웃어른께는 낱말을 바꿔 써요.</a:t>
            </a:r>
            <a:endParaRPr lang="ko-KR" sz="3200" dirty="0"/>
          </a:p>
        </p:txBody>
      </p:sp>
      <p:sp>
        <p:nvSpPr>
          <p:cNvPr id="4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“할아버지께서 주무세요.”</a:t>
            </a:r>
            <a:endParaRPr lang="ko-KR" sz="3200" dirty="0"/>
          </a:p>
        </p:txBody>
      </p:sp>
      <p:graphicFrame>
        <p:nvGraphicFramePr>
          <p:cNvPr id="4" name="S03-table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36876" y="2265680"/>
          <a:ext cx="73152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389120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보통 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높임말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먹다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드시다, 잡수시다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계시다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주무시다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높여요</a:t>
            </a:r>
            <a:endParaRPr lang="ko-KR" sz="4400" dirty="0"/>
          </a:p>
        </p:txBody>
      </p:sp>
      <p:sp>
        <p:nvSpPr>
          <p:cNvPr id="3" name="S04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웃어른을 높일 때 함께 바꿔 써요.</a:t>
            </a:r>
            <a:endParaRPr lang="ko-KR" sz="3200" dirty="0"/>
          </a:p>
        </p:txBody>
      </p:sp>
      <p:sp>
        <p:nvSpPr>
          <p:cNvPr id="5" name="S04-card12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3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→ 께서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할머니가 →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할머니께서</a:t>
            </a:r>
            <a:endParaRPr lang="ko-KR" sz="3200" dirty="0"/>
          </a:p>
        </p:txBody>
      </p:sp>
      <p:sp>
        <p:nvSpPr>
          <p:cNvPr id="7" name="S04-card14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15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선생 → 선생님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부모 → 부모님</a:t>
            </a:r>
            <a:endParaRPr lang="ko-KR" sz="3200" dirty="0"/>
          </a:p>
        </p:txBody>
      </p:sp>
      <p:sp>
        <p:nvSpPr>
          <p:cNvPr id="9" name="S04-card16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4-cardtext17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-셨어요, -세요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왔어요 →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오셨어요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높임말로 바꿔요</a:t>
            </a:r>
            <a:endParaRPr lang="ko-KR" sz="4400" dirty="0"/>
          </a:p>
        </p:txBody>
      </p:sp>
      <p:sp>
        <p:nvSpPr>
          <p:cNvPr id="3" name="S05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‘잡수셨어요’라고 해도 맞아요.</a:t>
            </a:r>
            <a:endParaRPr lang="ko-KR" sz="3200" dirty="0"/>
          </a:p>
        </p:txBody>
      </p:sp>
      <p:sp>
        <p:nvSpPr>
          <p:cNvPr id="5" name="S05-text2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할아버지가 사과를 먹었어요.</a:t>
            </a:r>
            <a:endParaRPr lang="ko-KR" sz="3200" dirty="0"/>
          </a:p>
        </p:txBody>
      </p:sp>
      <p:sp>
        <p:nvSpPr>
          <p:cNvPr id="6" name="S05-stepno21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5-text22"/>
          <p:cNvSpPr txBox="1"/>
          <p:nvPr/>
        </p:nvSpPr>
        <p:spPr>
          <a:xfrm>
            <a:off x="1325880" y="2875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‘가’를 ‘께서’로 바꿔요.</a:t>
            </a:r>
            <a:endParaRPr lang="ko-KR" sz="3200" dirty="0"/>
          </a:p>
        </p:txBody>
      </p:sp>
      <p:sp>
        <p:nvSpPr>
          <p:cNvPr id="8" name="S05-stepno23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5-text24"/>
          <p:cNvSpPr txBox="1"/>
          <p:nvPr/>
        </p:nvSpPr>
        <p:spPr>
          <a:xfrm>
            <a:off x="1325880" y="358902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‘먹었어요’를 ‘드셨어요’로 바꿔요.</a:t>
            </a:r>
            <a:endParaRPr lang="ko-KR" sz="3200" dirty="0"/>
          </a:p>
        </p:txBody>
      </p:sp>
      <p:sp>
        <p:nvSpPr>
          <p:cNvPr id="10" name="S05-stepno25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5-text26"/>
          <p:cNvSpPr txBox="1"/>
          <p:nvPr/>
        </p:nvSpPr>
        <p:spPr>
          <a:xfrm>
            <a:off x="1325880" y="430225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할아버지께서 사과를 드셨어요.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높임말로 말해요</a:t>
            </a:r>
            <a:endParaRPr lang="ko-KR" sz="4400" dirty="0"/>
          </a:p>
        </p:txBody>
      </p:sp>
      <p:sp>
        <p:nvSpPr>
          <p:cNvPr id="3" name="S06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높임말로 바꿔 말해요.</a:t>
            </a:r>
            <a:endParaRPr lang="ko-KR" sz="3200" dirty="0"/>
          </a:p>
        </p:txBody>
      </p:sp>
      <p:sp>
        <p:nvSpPr>
          <p:cNvPr id="4" name="S06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‘께서’와 높임 낱말을 함께 바꿔요.</a:t>
            </a:r>
            <a:endParaRPr lang="ko-KR" sz="3200" dirty="0"/>
          </a:p>
        </p:txBody>
      </p:sp>
      <p:sp>
        <p:nvSpPr>
          <p:cNvPr id="6" name="S06-chip3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text3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할머니가 방에 있어요.</a:t>
            </a:r>
            <a:endParaRPr lang="ko-KR" sz="3200" dirty="0"/>
          </a:p>
        </p:txBody>
      </p:sp>
      <p:sp>
        <p:nvSpPr>
          <p:cNvPr id="8" name="S06-chip3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text3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할아버지가 자요.</a:t>
            </a:r>
            <a:endParaRPr lang="ko-KR" sz="3200" dirty="0"/>
          </a:p>
        </p:txBody>
      </p:sp>
      <p:sp>
        <p:nvSpPr>
          <p:cNvPr id="10" name="S06-chip3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6-text3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선생님이 책을 읽었어요.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인사가 알맞을까?</a:t>
            </a:r>
            <a:endParaRPr lang="ko-KR" sz="4400" dirty="0"/>
          </a:p>
        </p:txBody>
      </p:sp>
      <p:sp>
        <p:nvSpPr>
          <p:cNvPr id="3" name="S07-card3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밤에 할아버지께 인사해요.</a:t>
            </a:r>
            <a:endParaRPr lang="ko-KR" sz="3200" dirty="0"/>
          </a:p>
        </p:txBody>
      </p:sp>
      <p:sp>
        <p:nvSpPr>
          <p:cNvPr id="5" name="S07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인사가 알맞을까요? ‘-요’만 붙이면 될까요?</a:t>
            </a:r>
            <a:endParaRPr lang="ko-KR" sz="3200" dirty="0"/>
          </a:p>
        </p:txBody>
      </p:sp>
      <p:sp>
        <p:nvSpPr>
          <p:cNvPr id="7" name="S07-chip4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4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“할아버지,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자요.”</a:t>
            </a:r>
            <a:endParaRPr lang="ko-KR" sz="3200" dirty="0"/>
          </a:p>
        </p:txBody>
      </p:sp>
      <p:sp>
        <p:nvSpPr>
          <p:cNvPr id="9" name="S07-chip4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4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“할아버지,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안녕히 주무세요.”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고운 말을 써요</a:t>
            </a:r>
            <a:endParaRPr lang="ko-KR" sz="4400" dirty="0"/>
          </a:p>
        </p:txBody>
      </p:sp>
      <p:sp>
        <p:nvSpPr>
          <p:cNvPr id="3" name="S08-text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친구에게, 웃어른께 하는 고운 말이에요.</a:t>
            </a:r>
            <a:endParaRPr lang="ko-KR" sz="3200" dirty="0"/>
          </a:p>
        </p:txBody>
      </p:sp>
      <p:sp>
        <p:nvSpPr>
          <p:cNvPr id="4" name="S08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놀리는 말, 거친 말 대신 고운 말을 써요.</a:t>
            </a:r>
            <a:endParaRPr lang="ko-KR" sz="3200" dirty="0"/>
          </a:p>
        </p:txBody>
      </p:sp>
      <p:sp>
        <p:nvSpPr>
          <p:cNvPr id="6" name="S08-card47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48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부탁할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“빌려줄래?”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“도와주세요.”</a:t>
            </a:r>
            <a:endParaRPr lang="ko-KR" sz="3200" dirty="0"/>
          </a:p>
        </p:txBody>
      </p:sp>
      <p:sp>
        <p:nvSpPr>
          <p:cNvPr id="8" name="S08-card49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8-cardtext50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고마울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“고마워.”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“고맙습니다.”</a:t>
            </a:r>
            <a:endParaRPr lang="ko-KR" sz="3200" dirty="0"/>
          </a:p>
        </p:txBody>
      </p:sp>
      <p:sp>
        <p:nvSpPr>
          <p:cNvPr id="10" name="S08-card51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52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미안할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“미안해.”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“죄송합니다.”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고운 말로 바꿔요</a:t>
            </a:r>
            <a:endParaRPr lang="ko-KR" sz="4400" dirty="0"/>
          </a:p>
        </p:txBody>
      </p:sp>
      <p:sp>
        <p:nvSpPr>
          <p:cNvPr id="3" name="S09-text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친구의 마음을 생각해 바꿔 말해요.</a:t>
            </a:r>
            <a:endParaRPr lang="ko-KR" sz="3200" dirty="0"/>
          </a:p>
        </p:txBody>
      </p:sp>
      <p:sp>
        <p:nvSpPr>
          <p:cNvPr id="4" name="S09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부탁하는 말이나 돕는 말로 바꿔요.</a:t>
            </a:r>
            <a:endParaRPr lang="ko-KR" sz="3200" dirty="0"/>
          </a:p>
        </p:txBody>
      </p:sp>
      <p:sp>
        <p:nvSpPr>
          <p:cNvPr id="6" name="S09-chip5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5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“야, 그거 내놔!”</a:t>
            </a:r>
            <a:endParaRPr lang="ko-KR" sz="3200" dirty="0"/>
          </a:p>
        </p:txBody>
      </p:sp>
      <p:sp>
        <p:nvSpPr>
          <p:cNvPr id="8" name="S09-chip5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5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“너는 왜 이렇게 느려?”</a:t>
            </a:r>
            <a:endParaRPr lang="ko-KR" sz="3200" dirty="0"/>
          </a:p>
        </p:txBody>
      </p:sp>
      <p:sp>
        <p:nvSpPr>
          <p:cNvPr id="10" name="S09-chip6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ext6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“비켜!”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 놀이</a:t>
            </a:r>
            <a:endParaRPr lang="ko-KR" sz="4400" dirty="0"/>
          </a:p>
        </p:txBody>
      </p:sp>
      <p:sp>
        <p:nvSpPr>
          <p:cNvPr id="3" name="S10-text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하는 말인지 생각하며 말해요.</a:t>
            </a:r>
            <a:endParaRPr lang="ko-KR" sz="3200" dirty="0"/>
          </a:p>
        </p:txBody>
      </p:sp>
      <p:sp>
        <p:nvSpPr>
          <p:cNvPr id="4" name="S10-card63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64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웃어른께 높임말을 썼어요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‘께서’와 높임 낱말을 맞게 썼어요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친구에게 고운 말을 썼어요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부드러운 목소리로 말했어요</a:t>
            </a:r>
            <a:endParaRPr lang="ko-KR" sz="3200" dirty="0"/>
          </a:p>
        </p:txBody>
      </p:sp>
      <p:sp>
        <p:nvSpPr>
          <p:cNvPr id="6" name="S10-stepno65"/>
          <p:cNvSpPr txBox="1"/>
          <p:nvPr/>
        </p:nvSpPr>
        <p:spPr>
          <a:xfrm>
            <a:off x="548640" y="23276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0-text66"/>
          <p:cNvSpPr txBox="1"/>
          <p:nvPr/>
        </p:nvSpPr>
        <p:spPr>
          <a:xfrm>
            <a:off x="1325880" y="23276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할머니께: 떡 권하기</a:t>
            </a:r>
            <a:endParaRPr lang="ko-KR" sz="3200" dirty="0"/>
          </a:p>
        </p:txBody>
      </p:sp>
      <p:sp>
        <p:nvSpPr>
          <p:cNvPr id="8" name="S10-stepno67"/>
          <p:cNvSpPr txBox="1"/>
          <p:nvPr/>
        </p:nvSpPr>
        <p:spPr>
          <a:xfrm>
            <a:off x="548640" y="3086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0-text68"/>
          <p:cNvSpPr txBox="1"/>
          <p:nvPr/>
        </p:nvSpPr>
        <p:spPr>
          <a:xfrm>
            <a:off x="1325880" y="3040888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엄마께: 할아버지 낮잠 알리기</a:t>
            </a:r>
            <a:endParaRPr lang="ko-KR" sz="3200" dirty="0"/>
          </a:p>
        </p:txBody>
      </p:sp>
      <p:sp>
        <p:nvSpPr>
          <p:cNvPr id="10" name="S10-stepno69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0-text70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친구에게: 색연필 빌리기</a:t>
            </a:r>
            <a:endParaRPr lang="ko-KR" sz="3200" dirty="0"/>
          </a:p>
        </p:txBody>
      </p:sp>
      <p:sp>
        <p:nvSpPr>
          <p:cNvPr id="12" name="S10-stepno71"/>
          <p:cNvSpPr txBox="1"/>
          <p:nvPr/>
        </p:nvSpPr>
        <p:spPr>
          <a:xfrm>
            <a:off x="548640" y="49560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0-text72"/>
          <p:cNvSpPr txBox="1"/>
          <p:nvPr/>
        </p:nvSpPr>
        <p:spPr>
          <a:xfrm>
            <a:off x="1325880" y="4910328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친구에게: 발을 밟아 사과하기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대답은?</a:t>
            </a:r>
            <a:endParaRPr lang="ko-KR" sz="4400" dirty="0"/>
          </a:p>
        </p:txBody>
      </p:sp>
      <p:sp>
        <p:nvSpPr>
          <p:cNvPr id="3" name="S12-text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할머니께서 “같이 먹을래?” 하며 떡을 주셨어요.</a:t>
            </a:r>
            <a:endParaRPr lang="ko-KR" sz="3200" dirty="0"/>
          </a:p>
        </p:txBody>
      </p:sp>
      <p:sp>
        <p:nvSpPr>
          <p:cNvPr id="4" name="S12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대답을 고르고 까닭을 말해요.</a:t>
            </a:r>
            <a:endParaRPr lang="ko-KR" sz="3200" dirty="0"/>
          </a:p>
        </p:txBody>
      </p:sp>
      <p:sp>
        <p:nvSpPr>
          <p:cNvPr id="6" name="S12-chip7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77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78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“네, 저도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드실게요.”</a:t>
            </a:r>
            <a:endParaRPr lang="ko-KR" sz="3200" dirty="0"/>
          </a:p>
        </p:txBody>
      </p:sp>
      <p:sp>
        <p:nvSpPr>
          <p:cNvPr id="9" name="S12-chip79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80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81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“네, 저도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먹을게요.”</a:t>
            </a:r>
            <a:endParaRPr lang="ko-KR" sz="3200" dirty="0"/>
          </a:p>
        </p:txBody>
      </p:sp>
      <p:sp>
        <p:nvSpPr>
          <p:cNvPr id="12" name="S12-chip8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83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84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“할머니도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85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6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웃어른께는 ‘께서, 님’과 높임 낱말을 쓰고, 누구에게나 고운 말을 써요.</a:t>
            </a:r>
            <a:endParaRPr lang="ko-KR" sz="3200" dirty="0"/>
          </a:p>
        </p:txBody>
      </p:sp>
      <p:sp>
        <p:nvSpPr>
          <p:cNvPr id="5" name="S13-chip87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상대에 맞게 말하기</a:t>
            </a:r>
            <a:endParaRPr lang="ko-KR" sz="2600" dirty="0"/>
          </a:p>
        </p:txBody>
      </p:sp>
      <p:sp>
        <p:nvSpPr>
          <p:cNvPr id="6" name="S13-chip88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거친 말, 놀리는 말</a:t>
            </a:r>
            <a:endParaRPr lang="ko-KR" sz="2600" dirty="0"/>
          </a:p>
        </p:txBody>
      </p:sp>
      <p:sp>
        <p:nvSpPr>
          <p:cNvPr id="7" name="S13-text89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90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‘먹다’의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높임말 두 가지</a:t>
            </a:r>
            <a:endParaRPr lang="ko-KR" sz="2600" dirty="0"/>
          </a:p>
        </p:txBody>
      </p:sp>
      <p:sp>
        <p:nvSpPr>
          <p:cNvPr id="9" name="S13-text91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“할아버지가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자요.”를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높임말로</a:t>
            </a:r>
            <a:endParaRPr lang="ko-KR" sz="2600" dirty="0"/>
          </a:p>
        </p:txBody>
      </p:sp>
      <p:sp>
        <p:nvSpPr>
          <p:cNvPr id="10" name="S13-text92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친구에게 미안할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말</a:t>
            </a:r>
            <a:endParaRPr lang="ko-KR" sz="2600" dirty="0"/>
          </a:p>
        </p:txBody>
      </p:sp>
      <p:sp>
        <p:nvSpPr>
          <p:cNvPr id="11" name="S13-text9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 자리 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웃어른께 인사</a:t>
            </a:r>
            <a:endParaRPr lang="ko-KR" sz="4400" dirty="0"/>
          </a:p>
        </p:txBody>
      </p:sp>
      <p:sp>
        <p:nvSpPr>
          <p:cNvPr id="3" name="S14-text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웃어른께 하는 인사로 바꿔 말해요.</a:t>
            </a:r>
            <a:endParaRPr lang="ko-KR" sz="3200" dirty="0"/>
          </a:p>
        </p:txBody>
      </p:sp>
      <p:sp>
        <p:nvSpPr>
          <p:cNvPr id="4" name="S14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4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웃어른께는 ‘-요’나 ‘-니다’로 끝맺어요.</a:t>
            </a:r>
            <a:endParaRPr lang="ko-KR" sz="3200" dirty="0"/>
          </a:p>
        </p:txBody>
      </p:sp>
      <p:sp>
        <p:nvSpPr>
          <p:cNvPr id="6" name="S14-chip9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4-text9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“안녕.”</a:t>
            </a:r>
            <a:endParaRPr lang="ko-KR" sz="3200" dirty="0"/>
          </a:p>
        </p:txBody>
      </p:sp>
      <p:sp>
        <p:nvSpPr>
          <p:cNvPr id="8" name="S14-chip9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4-text10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“고마워.”</a:t>
            </a:r>
            <a:endParaRPr lang="ko-KR" sz="3200" dirty="0"/>
          </a:p>
        </p:txBody>
      </p:sp>
      <p:sp>
        <p:nvSpPr>
          <p:cNvPr id="10" name="S14-chip10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4-text10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“잘 자.”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바르고 고운 말</dc:title>
  <dc:subject>KR22-G02-KOR-POLITE-L01</dc:subject>
  <dc:creator>education-ppt</dc:creator>
  <cp:lastModifiedBy>education-ppt</cp:lastModifiedBy>
  <cp:revision>1</cp:revision>
  <dcterms:created xsi:type="dcterms:W3CDTF">2026-10-26T07:33:23Z</dcterms:created>
  <dcterms:modified xsi:type="dcterms:W3CDTF">2026-10-26T07:33:23Z</dcterms:modified>
</cp:coreProperties>
</file>