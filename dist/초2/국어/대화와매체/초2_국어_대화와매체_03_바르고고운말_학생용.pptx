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76553e2-6df4-6a2f-77f9-99100d20d591}">
          <p14:sldIdLst>
            <p14:sldId id="256"/>
            <p14:sldId id="257"/>
          </p14:sldIdLst>
        </p14:section>
        <p14:section name="개념" id="{952c4351-beef-ed89-3647-e2dedac14188}">
          <p14:sldIdLst>
            <p14:sldId id="258"/>
            <p14:sldId id="259"/>
            <p14:sldId id="260"/>
            <p14:sldId id="263"/>
          </p14:sldIdLst>
        </p14:section>
        <p14:section name="연습" id="{42c21a98-c450-3e25-c018-b8687f28e57c}">
          <p14:sldIdLst>
            <p14:sldId id="261"/>
            <p14:sldId id="262"/>
            <p14:sldId id="264"/>
          </p14:sldIdLst>
        </p14:section>
        <p14:section name="개념" id="{6d51b1f2-7d22-8a7a-22fa-b2b5451f893c}">
          <p14:sldIdLst/>
        </p14:section>
        <p14:section name="연습" id="{7c138e90-fbee-857b-4e42-956160e89bf6}">
          <p14:sldIdLst/>
        </p14:section>
        <p14:section name="확인" id="{a017e82c-0eda-0938-8965-6fec13cd7718}">
          <p14:sldIdLst>
            <p14:sldId id="265"/>
            <p14:sldId id="266"/>
          </p14:sldIdLst>
        </p14:section>
        <p14:section name="정리" id="{b1f1bfd3-01de-9dd0-0c34-f4cce7fe1ca3}">
          <p14:sldIdLst>
            <p14:sldId id="267"/>
          </p14:sldIdLst>
        </p14:section>
        <p14:section name="보충" id="{ad502def-971a-2d3b-70bc-279b22c7486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대화와매체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바르고 고운 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바르고 고운 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바르고 고운 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바르고 고운 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웃어른께 높임말을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상대와 상황에 맞게 고운 말을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생신 초대 쪽지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언제, 어디에서 해요?  ② 할머니께 어떤 인사를 할까요?</a:t>
            </a:r>
            <a:endParaRPr lang="ko-KR" sz="3200" dirty="0"/>
          </a:p>
        </p:txBody>
      </p:sp>
      <p:graphicFrame>
        <p:nvGraphicFramePr>
          <p:cNvPr id="3" name="S02-table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05232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토요일 저녁 6시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 댁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할머니께 드릴 카드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낱말</a:t>
            </a:r>
            <a:endParaRPr lang="ko-KR" sz="4400" dirty="0"/>
          </a:p>
        </p:txBody>
      </p:sp>
      <p:sp>
        <p:nvSpPr>
          <p:cNvPr id="3" name="S03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웃어른께는 낱말을 바꿔 써요.</a:t>
            </a:r>
            <a:endParaRPr lang="ko-KR" sz="3200" dirty="0"/>
          </a:p>
        </p:txBody>
      </p:sp>
      <p:sp>
        <p:nvSpPr>
          <p:cNvPr id="4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“할아버지께서 주무세요.”</a:t>
            </a:r>
            <a:endParaRPr lang="ko-KR" sz="3200" dirty="0"/>
          </a:p>
        </p:txBody>
      </p:sp>
      <p:graphicFrame>
        <p:nvGraphicFramePr>
          <p:cNvPr id="4" name="S03-table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30632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 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높임말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드시다, 잡수시다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계시다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주무시다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높여요</a:t>
            </a:r>
            <a:endParaRPr lang="ko-KR" sz="4400" dirty="0"/>
          </a:p>
        </p:txBody>
      </p:sp>
      <p:sp>
        <p:nvSpPr>
          <p:cNvPr id="3" name="S04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웃어른을 높일 때 함께 바꿔 써요.</a:t>
            </a:r>
            <a:endParaRPr lang="ko-KR" sz="3200" dirty="0"/>
          </a:p>
        </p:txBody>
      </p:sp>
      <p:sp>
        <p:nvSpPr>
          <p:cNvPr id="5" name="S04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→ 께서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→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</a:t>
            </a:r>
            <a:endParaRPr lang="ko-KR" sz="3200" dirty="0"/>
          </a:p>
        </p:txBody>
      </p:sp>
      <p:sp>
        <p:nvSpPr>
          <p:cNvPr id="7" name="S04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 → 선생님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 → 부모님</a:t>
            </a:r>
            <a:endParaRPr lang="ko-KR" sz="3200" dirty="0"/>
          </a:p>
        </p:txBody>
      </p:sp>
      <p:sp>
        <p:nvSpPr>
          <p:cNvPr id="9" name="S04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4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-셨어요, -세요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왔어요 →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오셨어요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 바꿔요</a:t>
            </a:r>
            <a:endParaRPr lang="ko-KR" sz="4400" dirty="0"/>
          </a:p>
        </p:txBody>
      </p:sp>
      <p:sp>
        <p:nvSpPr>
          <p:cNvPr id="3" name="S05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‘잡수셨어요’라고 해도 맞아요.</a:t>
            </a:r>
            <a:endParaRPr lang="ko-KR" sz="3200" dirty="0"/>
          </a:p>
        </p:txBody>
      </p:sp>
      <p:sp>
        <p:nvSpPr>
          <p:cNvPr id="5" name="S05-text2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할아버지가 사과를 먹었어요.</a:t>
            </a:r>
            <a:endParaRPr lang="ko-KR" sz="3200" dirty="0"/>
          </a:p>
        </p:txBody>
      </p:sp>
      <p:sp>
        <p:nvSpPr>
          <p:cNvPr id="6" name="S05-stepno21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5-text22"/>
          <p:cNvSpPr txBox="1"/>
          <p:nvPr/>
        </p:nvSpPr>
        <p:spPr>
          <a:xfrm>
            <a:off x="1325880" y="2875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‘가’를 ‘께서’로 바꿔요.</a:t>
            </a:r>
            <a:endParaRPr lang="ko-KR" sz="3200" dirty="0"/>
          </a:p>
        </p:txBody>
      </p:sp>
      <p:sp>
        <p:nvSpPr>
          <p:cNvPr id="8" name="S05-stepno23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5-text24"/>
          <p:cNvSpPr txBox="1"/>
          <p:nvPr/>
        </p:nvSpPr>
        <p:spPr>
          <a:xfrm>
            <a:off x="1325880" y="35890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‘먹었어요’를 ‘드셨어요’로 바꿔요.</a:t>
            </a:r>
            <a:endParaRPr lang="ko-KR" sz="3200" dirty="0"/>
          </a:p>
        </p:txBody>
      </p:sp>
      <p:sp>
        <p:nvSpPr>
          <p:cNvPr id="10" name="S05-stepno25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5-text26"/>
          <p:cNvSpPr txBox="1"/>
          <p:nvPr/>
        </p:nvSpPr>
        <p:spPr>
          <a:xfrm>
            <a:off x="1325880" y="4302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할아버지께서 사과를 드셨어요.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 말해요</a:t>
            </a:r>
            <a:endParaRPr lang="ko-KR" sz="4400" dirty="0"/>
          </a:p>
        </p:txBody>
      </p:sp>
      <p:sp>
        <p:nvSpPr>
          <p:cNvPr id="3" name="S06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 바꿔 말해요.</a:t>
            </a:r>
            <a:endParaRPr lang="ko-KR" sz="3200" dirty="0"/>
          </a:p>
        </p:txBody>
      </p:sp>
      <p:sp>
        <p:nvSpPr>
          <p:cNvPr id="4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‘께서’와 높임 낱말을 함께 바꿔요.</a:t>
            </a:r>
            <a:endParaRPr lang="ko-KR" sz="3200" dirty="0"/>
          </a:p>
        </p:txBody>
      </p:sp>
      <p:sp>
        <p:nvSpPr>
          <p:cNvPr id="6" name="S06-chip3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3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방에 있어요.</a:t>
            </a:r>
            <a:endParaRPr lang="ko-KR" sz="3200" dirty="0"/>
          </a:p>
        </p:txBody>
      </p:sp>
      <p:sp>
        <p:nvSpPr>
          <p:cNvPr id="8" name="S06-chip3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3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할아버지가 자요.</a:t>
            </a:r>
            <a:endParaRPr lang="ko-KR" sz="3200" dirty="0"/>
          </a:p>
        </p:txBody>
      </p:sp>
      <p:sp>
        <p:nvSpPr>
          <p:cNvPr id="10" name="S06-chip3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text3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선생님이 책을 읽었어요.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인사가 알맞을까?</a:t>
            </a:r>
            <a:endParaRPr lang="ko-KR" sz="4400" dirty="0"/>
          </a:p>
        </p:txBody>
      </p:sp>
      <p:sp>
        <p:nvSpPr>
          <p:cNvPr id="3" name="S07-card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할아버지께 인사해요.</a:t>
            </a:r>
            <a:endParaRPr lang="ko-KR" sz="3200" dirty="0"/>
          </a:p>
        </p:txBody>
      </p:sp>
      <p:sp>
        <p:nvSpPr>
          <p:cNvPr id="5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인사가 알맞을까요? ‘-요’만 붙이면 될까요?</a:t>
            </a:r>
            <a:endParaRPr lang="ko-KR" sz="3200" dirty="0"/>
          </a:p>
        </p:txBody>
      </p:sp>
      <p:sp>
        <p:nvSpPr>
          <p:cNvPr id="7" name="S07-chip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“할아버지,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자요.”</a:t>
            </a:r>
            <a:endParaRPr lang="ko-KR" sz="3200" dirty="0"/>
          </a:p>
        </p:txBody>
      </p:sp>
      <p:sp>
        <p:nvSpPr>
          <p:cNvPr id="9" name="S07-chip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4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“할아버지,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안녕히 주무세요.”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말을 써요</a:t>
            </a:r>
            <a:endParaRPr lang="ko-KR" sz="4400" dirty="0"/>
          </a:p>
        </p:txBody>
      </p:sp>
      <p:sp>
        <p:nvSpPr>
          <p:cNvPr id="3" name="S08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친구에게, 웃어른께 하는 고운 말이에요.</a:t>
            </a:r>
            <a:endParaRPr lang="ko-KR" sz="3200" dirty="0"/>
          </a:p>
        </p:txBody>
      </p:sp>
      <p:sp>
        <p:nvSpPr>
          <p:cNvPr id="4" name="S08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놀리는 말, 거친 말 대신 고운 말을 써요.</a:t>
            </a:r>
            <a:endParaRPr lang="ko-KR" sz="3200" dirty="0"/>
          </a:p>
        </p:txBody>
      </p:sp>
      <p:sp>
        <p:nvSpPr>
          <p:cNvPr id="6" name="S08-card4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4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부탁할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“빌려줄래?”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“도와주세요.”</a:t>
            </a:r>
            <a:endParaRPr lang="ko-KR" sz="3200" dirty="0"/>
          </a:p>
        </p:txBody>
      </p:sp>
      <p:sp>
        <p:nvSpPr>
          <p:cNvPr id="8" name="S08-card4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8-cardtext5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고마울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“고마워.”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“고맙습니다.”</a:t>
            </a:r>
            <a:endParaRPr lang="ko-KR" sz="3200" dirty="0"/>
          </a:p>
        </p:txBody>
      </p:sp>
      <p:sp>
        <p:nvSpPr>
          <p:cNvPr id="10" name="S08-card5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5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미안할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“미안해.”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“죄송합니다.”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말로 바꿔요</a:t>
            </a:r>
            <a:endParaRPr lang="ko-KR" sz="4400" dirty="0"/>
          </a:p>
        </p:txBody>
      </p:sp>
      <p:sp>
        <p:nvSpPr>
          <p:cNvPr id="3" name="S09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친구의 마음을 생각해 바꿔 말해요.</a:t>
            </a:r>
            <a:endParaRPr lang="ko-KR" sz="3200" dirty="0"/>
          </a:p>
        </p:txBody>
      </p:sp>
      <p:sp>
        <p:nvSpPr>
          <p:cNvPr id="4" name="S09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부탁하는 말이나 돕는 말로 바꿔요.</a:t>
            </a:r>
            <a:endParaRPr lang="ko-KR" sz="3200" dirty="0"/>
          </a:p>
        </p:txBody>
      </p:sp>
      <p:sp>
        <p:nvSpPr>
          <p:cNvPr id="6" name="S09-chip5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5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“야, 그거 내놔!”</a:t>
            </a:r>
            <a:endParaRPr lang="ko-KR" sz="3200" dirty="0"/>
          </a:p>
        </p:txBody>
      </p:sp>
      <p:sp>
        <p:nvSpPr>
          <p:cNvPr id="8" name="S09-chip5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5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“너는 왜 이렇게 느려?”</a:t>
            </a:r>
            <a:endParaRPr lang="ko-KR" sz="3200" dirty="0"/>
          </a:p>
        </p:txBody>
      </p:sp>
      <p:sp>
        <p:nvSpPr>
          <p:cNvPr id="10" name="S09-chip6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6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“비켜!”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놀이</a:t>
            </a:r>
            <a:endParaRPr lang="ko-KR" sz="4400" dirty="0"/>
          </a:p>
        </p:txBody>
      </p:sp>
      <p:sp>
        <p:nvSpPr>
          <p:cNvPr id="3" name="S10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하는 말인지 생각하며 말해요.</a:t>
            </a:r>
            <a:endParaRPr lang="ko-KR" sz="3200" dirty="0"/>
          </a:p>
        </p:txBody>
      </p:sp>
      <p:sp>
        <p:nvSpPr>
          <p:cNvPr id="4" name="S10-card63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4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웃어른께 높임말을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‘께서’와 높임 낱말을 맞게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친구에게 고운 말을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부드러운 목소리로 말했어요</a:t>
            </a:r>
            <a:endParaRPr lang="ko-KR" sz="3200" dirty="0"/>
          </a:p>
        </p:txBody>
      </p:sp>
      <p:sp>
        <p:nvSpPr>
          <p:cNvPr id="6" name="S10-stepno65"/>
          <p:cNvSpPr txBox="1"/>
          <p:nvPr/>
        </p:nvSpPr>
        <p:spPr>
          <a:xfrm>
            <a:off x="548640" y="23276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66"/>
          <p:cNvSpPr txBox="1"/>
          <p:nvPr/>
        </p:nvSpPr>
        <p:spPr>
          <a:xfrm>
            <a:off x="1325880" y="23276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할머니께: 떡 권하기</a:t>
            </a:r>
            <a:endParaRPr lang="ko-KR" sz="3200" dirty="0"/>
          </a:p>
        </p:txBody>
      </p:sp>
      <p:sp>
        <p:nvSpPr>
          <p:cNvPr id="8" name="S10-stepno67"/>
          <p:cNvSpPr txBox="1"/>
          <p:nvPr/>
        </p:nvSpPr>
        <p:spPr>
          <a:xfrm>
            <a:off x="548640" y="3086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68"/>
          <p:cNvSpPr txBox="1"/>
          <p:nvPr/>
        </p:nvSpPr>
        <p:spPr>
          <a:xfrm>
            <a:off x="1325880" y="304088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엄마께: 할아버지 낮잠 알리기</a:t>
            </a:r>
            <a:endParaRPr lang="ko-KR" sz="3200" dirty="0"/>
          </a:p>
        </p:txBody>
      </p:sp>
      <p:sp>
        <p:nvSpPr>
          <p:cNvPr id="10" name="S10-stepno69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70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친구에게: 색연필 빌리기</a:t>
            </a:r>
            <a:endParaRPr lang="ko-KR" sz="3200" dirty="0"/>
          </a:p>
        </p:txBody>
      </p:sp>
      <p:sp>
        <p:nvSpPr>
          <p:cNvPr id="12" name="S10-stepno71"/>
          <p:cNvSpPr txBox="1"/>
          <p:nvPr/>
        </p:nvSpPr>
        <p:spPr>
          <a:xfrm>
            <a:off x="548640" y="4956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72"/>
          <p:cNvSpPr txBox="1"/>
          <p:nvPr/>
        </p:nvSpPr>
        <p:spPr>
          <a:xfrm>
            <a:off x="1325880" y="491032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친구에게: 발을 밟아 사과하기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대답은?</a:t>
            </a:r>
            <a:endParaRPr lang="ko-KR" sz="4400" dirty="0"/>
          </a:p>
        </p:txBody>
      </p:sp>
      <p:sp>
        <p:nvSpPr>
          <p:cNvPr id="3" name="S12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 “같이 먹을래?” 하며 떡을 주셨어요.</a:t>
            </a:r>
            <a:endParaRPr lang="ko-KR" sz="3200" dirty="0"/>
          </a:p>
        </p:txBody>
      </p:sp>
      <p:sp>
        <p:nvSpPr>
          <p:cNvPr id="4" name="S12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대답을 고르고 까닭을 말해요.</a:t>
            </a:r>
            <a:endParaRPr lang="ko-KR" sz="3200" dirty="0"/>
          </a:p>
        </p:txBody>
      </p:sp>
      <p:sp>
        <p:nvSpPr>
          <p:cNvPr id="6" name="S12-chip7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7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“네, 저도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드실게요.”</a:t>
            </a:r>
            <a:endParaRPr lang="ko-KR" sz="3200" dirty="0"/>
          </a:p>
        </p:txBody>
      </p:sp>
      <p:sp>
        <p:nvSpPr>
          <p:cNvPr id="9" name="S12-chip7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8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8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“네, 저도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먹을게요.”</a:t>
            </a:r>
            <a:endParaRPr lang="ko-KR" sz="3200" dirty="0"/>
          </a:p>
        </p:txBody>
      </p:sp>
      <p:sp>
        <p:nvSpPr>
          <p:cNvPr id="12" name="S12-chip8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8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“할머니도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85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6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웃어른께는 ‘께서, 님’과 높임 낱말을 쓰고, 누구에게나 고운 말을 써요.</a:t>
            </a:r>
            <a:endParaRPr lang="ko-KR" sz="3200" dirty="0"/>
          </a:p>
        </p:txBody>
      </p:sp>
      <p:sp>
        <p:nvSpPr>
          <p:cNvPr id="5" name="S13-chip87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상대에 맞게 말하기</a:t>
            </a:r>
            <a:endParaRPr lang="ko-KR" sz="2600" dirty="0"/>
          </a:p>
        </p:txBody>
      </p:sp>
      <p:sp>
        <p:nvSpPr>
          <p:cNvPr id="6" name="S13-chip88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거친 말, 놀리는 말</a:t>
            </a:r>
            <a:endParaRPr lang="ko-KR" sz="2600" dirty="0"/>
          </a:p>
        </p:txBody>
      </p:sp>
      <p:sp>
        <p:nvSpPr>
          <p:cNvPr id="7" name="S13-text89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0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‘먹다’의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 두 가지</a:t>
            </a:r>
            <a:endParaRPr lang="ko-KR" sz="2600" dirty="0"/>
          </a:p>
        </p:txBody>
      </p:sp>
      <p:sp>
        <p:nvSpPr>
          <p:cNvPr id="9" name="S13-text91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“할아버지가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자요.”를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</a:t>
            </a:r>
            <a:endParaRPr lang="ko-KR" sz="2600" dirty="0"/>
          </a:p>
        </p:txBody>
      </p:sp>
      <p:sp>
        <p:nvSpPr>
          <p:cNvPr id="10" name="S13-text92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친구에게 미안할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말</a:t>
            </a:r>
            <a:endParaRPr lang="ko-KR" sz="2600" dirty="0"/>
          </a:p>
        </p:txBody>
      </p:sp>
      <p:sp>
        <p:nvSpPr>
          <p:cNvPr id="11" name="S13-text9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 자리 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웃어른께 인사</a:t>
            </a:r>
            <a:endParaRPr lang="ko-KR" sz="4400" dirty="0"/>
          </a:p>
        </p:txBody>
      </p:sp>
      <p:sp>
        <p:nvSpPr>
          <p:cNvPr id="3" name="S14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 하는 인사로 바꿔 말해요.</a:t>
            </a:r>
            <a:endParaRPr lang="ko-KR" sz="3200" dirty="0"/>
          </a:p>
        </p:txBody>
      </p:sp>
      <p:sp>
        <p:nvSpPr>
          <p:cNvPr id="4" name="S14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4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웃어른께는 ‘-요’나 ‘-니다’로 끝맺어요.</a:t>
            </a:r>
            <a:endParaRPr lang="ko-KR" sz="3200" dirty="0"/>
          </a:p>
        </p:txBody>
      </p:sp>
      <p:sp>
        <p:nvSpPr>
          <p:cNvPr id="6" name="S14-chip9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4-text9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“안녕.”</a:t>
            </a:r>
            <a:endParaRPr lang="ko-KR" sz="3200" dirty="0"/>
          </a:p>
        </p:txBody>
      </p:sp>
      <p:sp>
        <p:nvSpPr>
          <p:cNvPr id="8" name="S14-chip9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4-text10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“고마워.”</a:t>
            </a:r>
            <a:endParaRPr lang="ko-KR" sz="3200" dirty="0"/>
          </a:p>
        </p:txBody>
      </p:sp>
      <p:sp>
        <p:nvSpPr>
          <p:cNvPr id="10" name="S14-chip10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4-text10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“잘 자.”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바르고 고운 말</dc:title>
  <dc:subject>KR22-G02-KOR-POLITE-L01</dc:subject>
  <dc:creator>education-ppt</dc:creator>
  <cp:lastModifiedBy>education-ppt</cp:lastModifiedBy>
  <cp:revision>1</cp:revision>
  <dcterms:created xsi:type="dcterms:W3CDTF">2026-10-26T07:46:00Z</dcterms:created>
  <dcterms:modified xsi:type="dcterms:W3CDTF">2026-10-26T07:46:00Z</dcterms:modified>
</cp:coreProperties>
</file>