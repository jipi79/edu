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4e5be6d-0f03-8a6d-e7bb-091129eb87eb}">
          <p14:sldIdLst>
            <p14:sldId id="256"/>
            <p14:sldId id="257"/>
          </p14:sldIdLst>
        </p14:section>
        <p14:section name="개념" id="{0a20d293-c48a-6a7f-2d75-e8e1c159cebc}">
          <p14:sldIdLst>
            <p14:sldId id="258"/>
            <p14:sldId id="259"/>
            <p14:sldId id="260"/>
            <p14:sldId id="263"/>
          </p14:sldIdLst>
        </p14:section>
        <p14:section name="연습" id="{5efbd886-78af-ff81-a7cb-6d7208d249d6}">
          <p14:sldIdLst>
            <p14:sldId id="261"/>
            <p14:sldId id="262"/>
            <p14:sldId id="264"/>
          </p14:sldIdLst>
        </p14:section>
        <p14:section name="개념" id="{0dcdb8f0-30e9-40fd-eb0d-fc32e4e8a3b4}">
          <p14:sldIdLst/>
        </p14:section>
        <p14:section name="연습" id="{0960aa5a-91b8-c5c1-d5cf-f784f226c024}">
          <p14:sldIdLst/>
        </p14:section>
        <p14:section name="확인" id="{c2efe926-fd13-64e7-e53c-fdf58b898f03}">
          <p14:sldIdLst>
            <p14:sldId id="265"/>
            <p14:sldId id="266"/>
            <p14:sldId id="267"/>
          </p14:sldIdLst>
        </p14:section>
        <p14:section name="정리" id="{c1b156ee-b515-33ba-bb89-4232c4f80f6e}">
          <p14:sldIdLst>
            <p14:sldId id="268"/>
          </p14:sldIdLst>
        </p14:section>
        <p14:section name="보충" id="{980f7907-961d-f09f-6134-1152d678266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듣는 사람에 따라 말이 달라진다는 데 관심을 갖게 합니다.
시간: 약 2분
이렇게 말해 보세요
- “친구가 과자를 먹을 때는 ‘맛있게 먹어.’라고 하지? 할머니께도 똑같이 말할까?”
- “오늘은 웃어른께 쓰는 높임말과, 누구에게나 쓰는 고운 말을 배울 거야.”
예상 답
- “할머니께는 ‘맛있게 드세요.’라고 해요.” “잘 모르겠어요.”
막히면
- “할머니께 ‘먹어.’라고 하면 할머니 기분이 어떠실까?”라고 묻습니다.
주의
- 아이가 집에서 쓰는 말을 꾸짖지 않고, 오늘 새로 배우는 것으로 이끕니다.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확인(쪽지에서 정보 찾기, 웃어른께 인사하기)]
목적: 앞 차시 ‘글과 그림에서 정보 찾기’에서 배운, 쪽지에서 필요한 정보를 찾는 힘과 웃어른께 ‘-요’를 붙여 인사하는 습관을 확인합니다.
시간: 약 3분
이렇게 말해 보세요
- “쪽지를 읽어 볼래? 잔치는 언제, 어디에서 해?”
- “할머니를 만나면 어떻게 인사할까?”
- “‘생일’ 대신 ‘생신’, ‘집’ 대신 ‘댁’이라고 쓴 것 봤어? 웃어른께는 이렇게 높이는 말을 써. 오늘 그런 말을 배울 거야.”
정답
- ① 토요일 저녁 6시, 할머니 댁
- ② 예: “할머니, 생신 축하드려요.” “생신 축하해요.” (‘-요’나 ‘-니다’로 끝맺어 인사하면 맞음)
막히면
- ①이 어려우면 앞 차시 ‘글과 그림에서 정보 찾기’(KR22-G02-KOR-FINDINFO-L01)의 S06(정보를 찾는 방법)을 다시 보여 줍니다.
- ②에서 “할머니, 생일 축하해!”처럼 ‘-요’ 없이 말하면 S14(보충)를 먼저 합니다.
주의
- ‘생신’, ‘댁’은 오늘의 목표 낱말이 아닙니다. 뜻만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높임 낱말]
목적: ‘먹다, 있다, 자다’의 높임 낱말을 알려 줍니다(M1).
시간: 약 3분
이렇게 말해 보세요
- “웃어른께는 ‘-요’만 붙이는 게 아니라 낱말을 바꿔. 같이 읽어 보자. 먹다는 드시다, 잡수시다.”
- “할머니께 ‘떡 먹어요.’ 대신 뭐라고 할까?”
- “‘할아버지가 방에 있어요.’는 ‘할아버지께서 방에 계세요.’라고 해.”
예상 답
- “할머니, 떡 드세요.” (“잡수세요.”도 맞음)
막히면
- 부모가 먼저 말하고 아이가 따라 말하게 합니다. 손으로 먹는 시늉, 자는 시늉을 하며 짝 지어 외우게 해도 됩니다.
주의
- ‘계시다’는 ‘어떤 곳에 있다’라는 뜻일 때만 씁니다. ‘할머니께서는 걱정이 있으세요.’처럼 ‘가지고 있다’는 뜻일 때는 ‘계시다’를 쓰지 않습니다(오늘은 다루지 않음).
- ‘잡수시다’가 ‘드시다’보다 더 높이는 말입니다. 둘 다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높임을 나타내는 말 붙이기]
목적: ‘이/가’ 대신 ‘께서’, 부르는 말 뒤의 ‘님’, 끝말의 ‘-세요, -셨어요’로 웃어른을 높인다는 것을 알려 줍니다(M2).
시간: 약 3분
이렇게 말해 보세요
- “웃어른이 무엇을 할 때는 ‘가’ 대신 ‘께서’를 써. ‘할머니가’ 말고 ‘할머니께서’.”
- “‘선생’에 ‘님’을 붙이면 ‘선생님’이 되지. 높이는 말이야.”
- “끝말도 바꿔. ‘할머니께서 왔어요.’가 아니라 ‘할머니께서 오셨어요.’ 지금 웃고 계시면 ‘웃으세요.’처럼 ‘-세요’를 써.”
예상 답
- “할아버지께서 오셨어요.”
막히면
- 카드 하나씩만 따라 말하게 합니다. “할머니께서”, “선생님”, “오셨어요”.
주의
- ‘은/는’ 자리에는 ‘께서는’을 씁니다(할머니께서는). ‘선생님이’도 틀린 말은 아니지만 ‘선생님께서’가 더 높이는 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높임말로 바꾸기 시범]
목적: 앞(께서)과 끝(높임 낱말)을 함께 바꾸는 과정을 부모가 소리 내어 보여 줍니다(M2).
시간: 약 2분
이렇게 말해 보세요
- “엄마(아빠)가 먼저 바꿔 볼게. 할아버지는 웃어른이니까 ‘가’를 ‘께서’로 바꿔.”
- “그다음에 ‘먹었어요’를 높임 낱말로 바꿔. ‘드셨어요’. 이제 처음부터 읽으면 ‘할아버지께서 사과를 드셨어요.’”
예상 답
- 아이가 따라 말합니다. “할아버지께서 사과를 드셨어요.”
막히면
- S03의 표와 S04의 카드를 다시 보여 줍니다.
주의
- 이 장은 시범입니다. 두 곳을 함께 바꾼다는 것이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높임말로 바꿔 말하기]
목적: S05의 순서대로 보통 말을 높임말로 바꿔 말합니다.
시간: 약 4분
이렇게 말해 보세요
- “①부터 해 볼까? 먼저 ‘가’를 바꾸고, 그다음에 끝말을 바꿔.”
- “다 바꿨으면 처음부터 소리 내어 말해 줘.”
정답
- ① 할머니께서 방에 계세요.
- ② 할아버지께서 주무세요.
- ③ 선생님께서 책을 읽으셨어요.
막히면
- 한 곳만 바꾸면(“할머니께서 방에 있어요.”) “끝말도 높여 볼까? ‘있어요’의 높임 낱말은?”이라고 묻습니다(M2).
- ③은 높임 낱말이 따로 없으니 ‘-셨어요’를 붙인다고 알려 줍니다.
주의
- ③에서 ‘선생님이 책을 읽으셨어요.’라고 해도 틀린 말은 아닙니다. ‘께서’를 쓰면 더 높인다고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비교(‘-요’만 붙이기)]
목적: ‘-요’만 붙인다고 높임말이 되지 않는다는 것을 알게 합니다(M1).
시간: 약 2분
이렇게 말해 보세요
- “두 인사를 소리 내어 읽어 볼래? 할아버지께는 어느 쪽이 알맞을까?”
- “가에도 ‘-요’가 있는데 왜 알맞지 않을까?”
정답
- 나. ‘자다’를 높임 낱말 ‘주무시다’로 바꾸었습니다.
- 가는 ‘-요’만 붙이고 ‘자다’를 그대로 두었습니다. 친구나 동생에게 하는 ‘잘 자.’에 ‘-요’만 붙인 말입니다.
막히면
- S03의 표에서 ‘자다’의 높임말을 찾게 합니다.
주의
- 오늘 밤 자기 전에 실제로 “안녕히 주무세요.”라고 인사해 보자고 약속합니다.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고운 말]
목적: 부탁·고마움·미안함을 나타내는 고운 말과, 상대(친구·웃어른)에 따라 말이 달라진다는 것을 알려 줍니다.
시간: 약 3분
이렇게 말해 보세요
- “카드마다 위의 말은 친구나 동생에게, 아래 말은 웃어른께 하는 말이야.”
- “선생님 발을 실수로 밟았으면 뭐라고 할까? 친구 발을 밟았으면?”
예상 답
- “선생님께는 ‘죄송합니다.’, 친구에게는 ‘미안해.’요.”
막히면
- 부모가 웃어른 역할, 친구 역할을 번갈아 하며 상황을 하나씩 보여 줍니다.
주의
- ‘죄송합니다’는 ‘미안합니다’보다 더 높이는 말입니다. 웃어른께 잘못했을 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거친 말을 고운 말로 바꾸기]
목적: 친구에게 하는 거친 말을 부탁하는 말, 돕는 말로 바꿔 말합니다(M4).
시간: 약 3분
이렇게 말해 보세요
- “이 말을 들으면 친구 마음은 어떨까? 어떻게 바꿔 말하면 좋을까?”
- “엄마(아빠)가 친구가 되어 볼게. 바꾼 말로 나에게 말해 줘.”
예상 답
- ① “그거 잠깐 빌려줄래?”
- ② “천천히 해도 괜찮아.” “내가 도와줄까?”
- ③ “잠깐 지나가도 될까?” “조금만 비켜 줄래?”
- (부탁하는 말이나 돕는 말이고, 상대를 탓하는 말이 없으면 맞음)
막히면
- S08 카드의 ‘부탁할 때’를 짚어 주고 “‘~ 줄래?’로 바꿔 볼까?”라고 돕습니다.
주의
- 말투도 함께 봅니다. 같은 말도 부드러운 목소리로 하면 더 고운 말이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역할 놀이(높임말과 고운 말)]
목적: 상대와 상황에 맞게 높임말과 고운 말을 골라 말하는지 역할 놀이로 확인합니다.
시간: 약 6분
이렇게 말해 보세요
- “엄마(아빠)가 할머니, 엄마, 친구가 되어 볼게. 상황마다 알맞은 말로 말해 줘.”
- ① (떡 접시를 건네게 하며) “할머니께 떡을 권해 볼래?”
- ② (엄마 역할로) “할아버지 뭐 하셔?” (할아버지가 낮잠을 자는 상황이라고 알려 줍니다.)
- ③ (친구 역할로) “나 지금 색연필 쓰고 있어.” ④ (친구 역할로) “아야, 내 발!”
예상 답
- ① “할머니, 떡 드세요.” (“잡수세요.”도 맞음)
- ② “할아버지께서 (낮잠을) 주무세요.”
- ③ “색연필 좀 빌려줄래?” 그리고 받으면 “고마워.”
- ④ “미안해. 괜찮아?”
막히면
- S03의 표와 S08의 카드를 보여 주어도 됩니다. 도움을 받았다면 기록표에 표시합니다.
주의
- 관찰 기준 4가지 가운데 3가지 이상이면 통과입니다. ‘께서’를 빠뜨려도 높임 낱말을 바르게 썼다면 다시 한번 말해 보게 하고 칭찬합니다.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알맞은 말과 흔한 실수]
목적: 역할 놀이에서 한 말을 알맞은 말, 흔한 실수와 비교합니다.
시간: 약 2분
이렇게 말해 보세요
- “네가 한 말과 왼쪽을 비교해 볼까?”
- “오른쪽 말은 어떻게 고치면 좋을까?”
예상 답
- “떡 드세요로 바꿔요.” “할아버지께서 주무세요.” “빌려줄래?로 해요.”
정답
- ① 할머니, 떡 드세요(잡수세요). ② 할아버지께서 주무세요. ③ 색연필 좀 빌려줄래? / 고마워. ④ 미안해.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확인(나에게는 높임말을 쓰지 않음)]
목적: 처음 보는 상황에서 높임말을 누구에게 쓰는지(웃어른 ○, 나 ×) 구별하는지 확인합니다(목표 A, M3).
시간: 약 2분
이렇게 말해 보세요
- “할머니께 뭐라고 대답하면 좋을까? 왜 그렇게 생각해?”
- “가와 다는 무엇이 이상할까?”
정답
- 나. 먹는 사람은 ‘나’이므로 높임 낱말을 쓰지 않습니다. 할머니께 하는 말이라 ‘-요’로 끝맺었습니다.
- 가는 나 자신을 높였습니다. 다는 할머니께 ‘먹어요’라고 해서 높이지 않았습니다(“할머니도 드세요.”가 알맞음).
막히면
- “떡을 먹는 사람은 누구야? 높임말은 누구를 높이는 말이었지?”라고 묻습니다.
주의
- 답만 고르고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수업의 복습 질문을 알려 줍니다.
시간: 약 2분
이렇게 말해 보세요
- “오늘 배운 것을 한 문장으로 말해 볼래?”
- “오늘 저녁에 할머니(할아버지)께 전화하거나 만나면 높임말로 인사해 보자.”
예상 답
- “할머니께는 높임말을 쓰고, 친구에게는 고운 말을 써요.”
정답
- ① 드시다, 잡수시다 ② 할아버지께서 주무세요. ③ “미안해.” (“미안해. 괜찮아?”도 맞음)
막히면
- S03의 표와 S08의 카드를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보충(웃어른께 하는 인사)]
목적: 웃어른께 하는 기본 인사말부터 다시 익힙니다.
시간: 약 3분
이렇게 말해 보세요
- “친구에게는 ‘안녕.’이라고 하지? 할머니께는 뭐라고 인사할까?”
- “엄마(아빠)가 할머니가 되어 볼게. 인사해 줄래?”
정답
- ① 안녕하세요. ② 고맙습니다.(고마워요도 맞음) ③ 안녕히 주무세요.
막히면
- 부모가 먼저 말하고 아이가 따라 말하게 합니다. ③은 ‘잘 자요’가 아니라 ‘안녕히 주무세요’라고 한다는 것만 알려 줍니다.
- 쪽지에서 정보 찾기(S02 ①)가 어려웠다면 앞 차시 ‘글과 그림에서 정보 찾기’(KR22-G02-KOR-FINDINFO-L01)의 S06과 S14를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대화와매체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바르고 고운 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국어 · 바르고 고운 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국어 · 바르고 고운 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바르고 고운 말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웃어른께 높임말을 써요.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상대와 상황에 맞게 고운 말을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 생신 초대 쪽지</a:t>
            </a:r>
            <a:endParaRPr lang="ko-KR" sz="4400" dirty="0"/>
          </a:p>
        </p:txBody>
      </p:sp>
      <p:sp>
        <p:nvSpPr>
          <p:cNvPr id="3" name="S02-card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언제, 어디에서 해요?  ② 할머니께 어떤 인사를 할까요?</a:t>
            </a:r>
            <a:endParaRPr lang="ko-KR" sz="3200" dirty="0"/>
          </a:p>
        </p:txBody>
      </p:sp>
      <p:graphicFrame>
        <p:nvGraphicFramePr>
          <p:cNvPr id="3" name="S02-table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2479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토요일 저녁 6시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 댁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준비물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할머니께 드릴 카드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낱말</a:t>
            </a:r>
            <a:endParaRPr lang="ko-KR" sz="4400" dirty="0"/>
          </a:p>
        </p:txBody>
      </p:sp>
      <p:sp>
        <p:nvSpPr>
          <p:cNvPr id="3" name="S03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낱말을 바꿔 써요.</a:t>
            </a:r>
            <a:endParaRPr lang="ko-KR" sz="3200" dirty="0"/>
          </a:p>
        </p:txBody>
      </p:sp>
      <p:sp>
        <p:nvSpPr>
          <p:cNvPr id="4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“할아버지께서 주무세요.”</a:t>
            </a:r>
            <a:endParaRPr lang="ko-KR" sz="3200" dirty="0"/>
          </a:p>
        </p:txBody>
      </p:sp>
      <p:graphicFrame>
        <p:nvGraphicFramePr>
          <p:cNvPr id="4" name="S03-table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265680"/>
          <a:ext cx="73152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389120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 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높임말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드시다, 잡수시다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계시다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주무시다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높여요</a:t>
            </a:r>
            <a:endParaRPr lang="ko-KR" sz="4400" dirty="0"/>
          </a:p>
        </p:txBody>
      </p:sp>
      <p:sp>
        <p:nvSpPr>
          <p:cNvPr id="3" name="S04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웃어른을 높일 때 함께 바꿔 써요.</a:t>
            </a:r>
            <a:endParaRPr lang="ko-KR" sz="3200" dirty="0"/>
          </a:p>
        </p:txBody>
      </p:sp>
      <p:sp>
        <p:nvSpPr>
          <p:cNvPr id="5" name="S04-card12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3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→ 께서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→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</a:t>
            </a:r>
            <a:endParaRPr lang="ko-KR" sz="3200" dirty="0"/>
          </a:p>
        </p:txBody>
      </p:sp>
      <p:sp>
        <p:nvSpPr>
          <p:cNvPr id="7" name="S04-card14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15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 → 선생님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부모 → 부모님</a:t>
            </a:r>
            <a:endParaRPr lang="ko-KR" sz="3200" dirty="0"/>
          </a:p>
        </p:txBody>
      </p:sp>
      <p:sp>
        <p:nvSpPr>
          <p:cNvPr id="9" name="S04-card16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0" name="S04-cardtext17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-셨어요, -세요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왔어요 →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오셨어요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바꿔요</a:t>
            </a:r>
            <a:endParaRPr lang="ko-KR" sz="4400" dirty="0"/>
          </a:p>
        </p:txBody>
      </p:sp>
      <p:sp>
        <p:nvSpPr>
          <p:cNvPr id="3" name="S05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‘잡수셨어요’라고 해도 맞아요.</a:t>
            </a:r>
            <a:endParaRPr lang="ko-KR" sz="3200" dirty="0"/>
          </a:p>
        </p:txBody>
      </p:sp>
      <p:sp>
        <p:nvSpPr>
          <p:cNvPr id="5" name="S05-text2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할아버지가 사과를 먹었어요.</a:t>
            </a:r>
            <a:endParaRPr lang="ko-KR" sz="3200" dirty="0"/>
          </a:p>
        </p:txBody>
      </p:sp>
      <p:sp>
        <p:nvSpPr>
          <p:cNvPr id="6" name="S05-stepno21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5-text22"/>
          <p:cNvSpPr txBox="1"/>
          <p:nvPr/>
        </p:nvSpPr>
        <p:spPr>
          <a:xfrm>
            <a:off x="1325880" y="2875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‘가’를 ‘께서’로 바꿔요.</a:t>
            </a:r>
            <a:endParaRPr lang="ko-KR" sz="3200" dirty="0"/>
          </a:p>
        </p:txBody>
      </p:sp>
      <p:sp>
        <p:nvSpPr>
          <p:cNvPr id="8" name="S05-stepno23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5-text24"/>
          <p:cNvSpPr txBox="1"/>
          <p:nvPr/>
        </p:nvSpPr>
        <p:spPr>
          <a:xfrm>
            <a:off x="1325880" y="358902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‘먹었어요’를 ‘드셨어요’로 바꿔요.</a:t>
            </a:r>
            <a:endParaRPr lang="ko-KR" sz="3200" dirty="0"/>
          </a:p>
        </p:txBody>
      </p:sp>
      <p:sp>
        <p:nvSpPr>
          <p:cNvPr id="10" name="S05-stepno25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5-text26"/>
          <p:cNvSpPr txBox="1"/>
          <p:nvPr/>
        </p:nvSpPr>
        <p:spPr>
          <a:xfrm>
            <a:off x="1325880" y="430225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할아버지께서 사과를 드셨어요.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말해요</a:t>
            </a:r>
            <a:endParaRPr lang="ko-KR" sz="4400" dirty="0"/>
          </a:p>
        </p:txBody>
      </p:sp>
      <p:sp>
        <p:nvSpPr>
          <p:cNvPr id="3" name="S06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바꿔 말해요.</a:t>
            </a:r>
            <a:endParaRPr lang="ko-KR" sz="3200" dirty="0"/>
          </a:p>
        </p:txBody>
      </p:sp>
      <p:sp>
        <p:nvSpPr>
          <p:cNvPr id="4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‘께서’와 높임 낱말을 함께 바꿔요.</a:t>
            </a:r>
            <a:endParaRPr lang="ko-KR" sz="3200" dirty="0"/>
          </a:p>
        </p:txBody>
      </p:sp>
      <p:sp>
        <p:nvSpPr>
          <p:cNvPr id="6" name="S06-chip3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3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방에 있어요.</a:t>
            </a:r>
            <a:endParaRPr lang="ko-KR" sz="3200" dirty="0"/>
          </a:p>
        </p:txBody>
      </p:sp>
      <p:sp>
        <p:nvSpPr>
          <p:cNvPr id="8" name="S06-chip3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3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할아버지가 자요.</a:t>
            </a:r>
            <a:endParaRPr lang="ko-KR" sz="3200" dirty="0"/>
          </a:p>
        </p:txBody>
      </p:sp>
      <p:sp>
        <p:nvSpPr>
          <p:cNvPr id="10" name="S06-chip3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6-text3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선생님이 책을 읽었어요.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인사가 알맞을까?</a:t>
            </a:r>
            <a:endParaRPr lang="ko-KR" sz="4400" dirty="0"/>
          </a:p>
        </p:txBody>
      </p:sp>
      <p:sp>
        <p:nvSpPr>
          <p:cNvPr id="3" name="S07-card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할아버지께 인사해요.</a:t>
            </a:r>
            <a:endParaRPr lang="ko-KR" sz="3200" dirty="0"/>
          </a:p>
        </p:txBody>
      </p:sp>
      <p:sp>
        <p:nvSpPr>
          <p:cNvPr id="5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인사가 알맞을까요? ‘-요’만 붙이면 될까요?</a:t>
            </a:r>
            <a:endParaRPr lang="ko-KR" sz="3200" dirty="0"/>
          </a:p>
        </p:txBody>
      </p:sp>
      <p:sp>
        <p:nvSpPr>
          <p:cNvPr id="7" name="S07-chip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“할아버지,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자요.”</a:t>
            </a:r>
            <a:endParaRPr lang="ko-KR" sz="3200" dirty="0"/>
          </a:p>
        </p:txBody>
      </p:sp>
      <p:sp>
        <p:nvSpPr>
          <p:cNvPr id="9" name="S07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“할아버지,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안녕히 주무세요.”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말을 써요</a:t>
            </a:r>
            <a:endParaRPr lang="ko-KR" sz="4400" dirty="0"/>
          </a:p>
        </p:txBody>
      </p:sp>
      <p:sp>
        <p:nvSpPr>
          <p:cNvPr id="3" name="S08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친구에게, 웃어른께 하는 고운 말이에요.</a:t>
            </a:r>
            <a:endParaRPr lang="ko-KR" sz="3200" dirty="0"/>
          </a:p>
        </p:txBody>
      </p:sp>
      <p:sp>
        <p:nvSpPr>
          <p:cNvPr id="4" name="S08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놀리는 말, 거친 말 대신 고운 말을 써요.</a:t>
            </a:r>
            <a:endParaRPr lang="ko-KR" sz="3200" dirty="0"/>
          </a:p>
        </p:txBody>
      </p:sp>
      <p:sp>
        <p:nvSpPr>
          <p:cNvPr id="6" name="S08-card4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4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“빌려줄래?”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“도와주세요.”</a:t>
            </a:r>
            <a:endParaRPr lang="ko-KR" sz="3200" dirty="0"/>
          </a:p>
        </p:txBody>
      </p:sp>
      <p:sp>
        <p:nvSpPr>
          <p:cNvPr id="8" name="S08-card4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8-cardtext5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고마울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“고마워.”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“고맙습니다.”</a:t>
            </a:r>
            <a:endParaRPr lang="ko-KR" sz="3200" dirty="0"/>
          </a:p>
        </p:txBody>
      </p:sp>
      <p:sp>
        <p:nvSpPr>
          <p:cNvPr id="10" name="S08-card5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8-cardtext5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미안할 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“미안해.”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“죄송합니다.”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고운 말로 바꿔요</a:t>
            </a:r>
            <a:endParaRPr lang="ko-KR" sz="4400" dirty="0"/>
          </a:p>
        </p:txBody>
      </p:sp>
      <p:sp>
        <p:nvSpPr>
          <p:cNvPr id="3" name="S09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친구의 마음을 생각해 바꿔 말해요.</a:t>
            </a:r>
            <a:endParaRPr lang="ko-KR" sz="3200" dirty="0"/>
          </a:p>
        </p:txBody>
      </p:sp>
      <p:sp>
        <p:nvSpPr>
          <p:cNvPr id="4" name="S09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부탁하는 말이나 돕는 말로 바꿔요.</a:t>
            </a:r>
            <a:endParaRPr lang="ko-KR" sz="3200" dirty="0"/>
          </a:p>
        </p:txBody>
      </p:sp>
      <p:sp>
        <p:nvSpPr>
          <p:cNvPr id="6" name="S09-chip5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5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“야, 그거 내놔!”</a:t>
            </a:r>
            <a:endParaRPr lang="ko-KR" sz="3200" dirty="0"/>
          </a:p>
        </p:txBody>
      </p:sp>
      <p:sp>
        <p:nvSpPr>
          <p:cNvPr id="8" name="S09-chip5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5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“너는 왜 이렇게 느려?”</a:t>
            </a:r>
            <a:endParaRPr lang="ko-KR" sz="3200" dirty="0"/>
          </a:p>
        </p:txBody>
      </p:sp>
      <p:sp>
        <p:nvSpPr>
          <p:cNvPr id="10" name="S09-chip6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6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“비켜!”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놀이</a:t>
            </a:r>
            <a:endParaRPr lang="ko-KR" sz="4400" dirty="0"/>
          </a:p>
        </p:txBody>
      </p:sp>
      <p:sp>
        <p:nvSpPr>
          <p:cNvPr id="3" name="S10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하는 말인지 생각하며 말해요.</a:t>
            </a:r>
            <a:endParaRPr lang="ko-KR" sz="3200" dirty="0"/>
          </a:p>
        </p:txBody>
      </p:sp>
      <p:sp>
        <p:nvSpPr>
          <p:cNvPr id="4" name="S10-card63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64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웃어른께 높임말을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‘께서’와 높임 낱말을 맞게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친구에게 고운 말을 썼어요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부드러운 목소리로 말했어요</a:t>
            </a:r>
            <a:endParaRPr lang="ko-KR" sz="3200" dirty="0"/>
          </a:p>
        </p:txBody>
      </p:sp>
      <p:sp>
        <p:nvSpPr>
          <p:cNvPr id="6" name="S10-stepno65"/>
          <p:cNvSpPr txBox="1"/>
          <p:nvPr/>
        </p:nvSpPr>
        <p:spPr>
          <a:xfrm>
            <a:off x="548640" y="23276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66"/>
          <p:cNvSpPr txBox="1"/>
          <p:nvPr/>
        </p:nvSpPr>
        <p:spPr>
          <a:xfrm>
            <a:off x="1325880" y="23276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할머니께: 떡 권하기</a:t>
            </a:r>
            <a:endParaRPr lang="ko-KR" sz="3200" dirty="0"/>
          </a:p>
        </p:txBody>
      </p:sp>
      <p:sp>
        <p:nvSpPr>
          <p:cNvPr id="8" name="S10-stepno67"/>
          <p:cNvSpPr txBox="1"/>
          <p:nvPr/>
        </p:nvSpPr>
        <p:spPr>
          <a:xfrm>
            <a:off x="548640" y="3086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68"/>
          <p:cNvSpPr txBox="1"/>
          <p:nvPr/>
        </p:nvSpPr>
        <p:spPr>
          <a:xfrm>
            <a:off x="1325880" y="304088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엄마께: 할아버지 낮잠 알리기</a:t>
            </a:r>
            <a:endParaRPr lang="ko-KR" sz="3200" dirty="0"/>
          </a:p>
        </p:txBody>
      </p:sp>
      <p:sp>
        <p:nvSpPr>
          <p:cNvPr id="10" name="S10-stepno69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70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친구에게: 색연필 빌리기</a:t>
            </a:r>
            <a:endParaRPr lang="ko-KR" sz="3200" dirty="0"/>
          </a:p>
        </p:txBody>
      </p:sp>
      <p:sp>
        <p:nvSpPr>
          <p:cNvPr id="12" name="S10-stepno71"/>
          <p:cNvSpPr txBox="1"/>
          <p:nvPr/>
        </p:nvSpPr>
        <p:spPr>
          <a:xfrm>
            <a:off x="548640" y="49560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72"/>
          <p:cNvSpPr txBox="1"/>
          <p:nvPr/>
        </p:nvSpPr>
        <p:spPr>
          <a:xfrm>
            <a:off x="1325880" y="4910328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친구에게: 발을 밟아 사과하기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말과 흔한 실수</a:t>
            </a:r>
            <a:endParaRPr lang="ko-KR" sz="4400" dirty="0"/>
          </a:p>
        </p:txBody>
      </p:sp>
      <p:sp>
        <p:nvSpPr>
          <p:cNvPr id="3" name="S11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기준 4가지 가운데 3가지 이상이면 잘한 거예요.</a:t>
            </a:r>
            <a:endParaRPr lang="ko-KR" sz="3200" dirty="0"/>
          </a:p>
        </p:txBody>
      </p:sp>
      <p:sp>
        <p:nvSpPr>
          <p:cNvPr id="5" name="S11-chip7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76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“할머니,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 드세요.”</a:t>
            </a:r>
            <a:endParaRPr lang="ko-KR" sz="2600" dirty="0"/>
          </a:p>
        </p:txBody>
      </p:sp>
      <p:sp>
        <p:nvSpPr>
          <p:cNvPr id="7" name="S11-text77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낱말</a:t>
            </a:r>
            <a:endParaRPr lang="ko-KR" sz="2600" dirty="0"/>
          </a:p>
        </p:txBody>
      </p:sp>
      <p:sp>
        <p:nvSpPr>
          <p:cNvPr id="8" name="S11-text7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“할아버지께서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주무세요.”</a:t>
            </a:r>
            <a:endParaRPr lang="ko-KR" sz="2600" dirty="0"/>
          </a:p>
        </p:txBody>
      </p:sp>
      <p:sp>
        <p:nvSpPr>
          <p:cNvPr id="9" name="S11-text7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께서와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낱말</a:t>
            </a:r>
            <a:endParaRPr lang="ko-KR" sz="2600" dirty="0"/>
          </a:p>
        </p:txBody>
      </p:sp>
      <p:sp>
        <p:nvSpPr>
          <p:cNvPr id="10" name="S11-text80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“색연필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빌려줄래?”</a:t>
            </a:r>
            <a:endParaRPr lang="ko-KR" sz="2600" dirty="0"/>
          </a:p>
        </p:txBody>
      </p:sp>
      <p:sp>
        <p:nvSpPr>
          <p:cNvPr id="11" name="S11-text81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부탁하는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</a:t>
            </a:r>
            <a:endParaRPr lang="ko-KR" sz="2600" dirty="0"/>
          </a:p>
        </p:txBody>
      </p:sp>
      <p:sp>
        <p:nvSpPr>
          <p:cNvPr id="12" name="S11-chip8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83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“할머니,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떡 먹어요.”</a:t>
            </a:r>
            <a:endParaRPr lang="ko-KR" sz="2600" dirty="0"/>
          </a:p>
        </p:txBody>
      </p:sp>
      <p:sp>
        <p:nvSpPr>
          <p:cNvPr id="14" name="S11-text84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‘-요’만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붙임</a:t>
            </a:r>
            <a:endParaRPr lang="ko-KR" sz="2600" dirty="0"/>
          </a:p>
        </p:txBody>
      </p:sp>
      <p:sp>
        <p:nvSpPr>
          <p:cNvPr id="15" name="S11-text85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“할아버지가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자요.”</a:t>
            </a:r>
            <a:endParaRPr lang="ko-KR" sz="2600" dirty="0"/>
          </a:p>
        </p:txBody>
      </p:sp>
      <p:sp>
        <p:nvSpPr>
          <p:cNvPr id="16" name="S11-text86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않음</a:t>
            </a:r>
            <a:endParaRPr lang="ko-KR" sz="2600" dirty="0"/>
          </a:p>
        </p:txBody>
      </p:sp>
      <p:sp>
        <p:nvSpPr>
          <p:cNvPr id="17" name="S11-text87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“색연필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내놔.”</a:t>
            </a:r>
            <a:endParaRPr lang="ko-KR" sz="2600" dirty="0"/>
          </a:p>
        </p:txBody>
      </p:sp>
      <p:sp>
        <p:nvSpPr>
          <p:cNvPr id="18" name="S11-text88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거친 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대답은?</a:t>
            </a:r>
            <a:endParaRPr lang="ko-KR" sz="4400" dirty="0"/>
          </a:p>
        </p:txBody>
      </p:sp>
      <p:sp>
        <p:nvSpPr>
          <p:cNvPr id="3" name="S12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“같이 먹을래?” 하며 떡을 주셨어요.</a:t>
            </a:r>
            <a:endParaRPr lang="ko-KR" sz="3200" dirty="0"/>
          </a:p>
        </p:txBody>
      </p:sp>
      <p:sp>
        <p:nvSpPr>
          <p:cNvPr id="4" name="S12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대답을 고르고 까닭을 말해요.</a:t>
            </a:r>
            <a:endParaRPr lang="ko-KR" sz="3200" dirty="0"/>
          </a:p>
        </p:txBody>
      </p:sp>
      <p:sp>
        <p:nvSpPr>
          <p:cNvPr id="6" name="S12-chip9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93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4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“네, 저도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드실게요.”</a:t>
            </a:r>
            <a:endParaRPr lang="ko-KR" sz="3200" dirty="0"/>
          </a:p>
        </p:txBody>
      </p:sp>
      <p:sp>
        <p:nvSpPr>
          <p:cNvPr id="9" name="S12-chip9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96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7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“네, 저도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먹을게요.”</a:t>
            </a:r>
            <a:endParaRPr lang="ko-KR" sz="3200" dirty="0"/>
          </a:p>
        </p:txBody>
      </p:sp>
      <p:sp>
        <p:nvSpPr>
          <p:cNvPr id="12" name="S12-chip9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99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100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“할머니도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01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2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‘께서, 님’과 높임 낱말을 쓰고, 누구에게나 고운 말을 써요.</a:t>
            </a:r>
            <a:endParaRPr lang="ko-KR" sz="3200" dirty="0"/>
          </a:p>
        </p:txBody>
      </p:sp>
      <p:sp>
        <p:nvSpPr>
          <p:cNvPr id="5" name="S13-chip103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상대에 맞게 말하기</a:t>
            </a:r>
            <a:endParaRPr lang="ko-KR" sz="2600" dirty="0"/>
          </a:p>
        </p:txBody>
      </p:sp>
      <p:sp>
        <p:nvSpPr>
          <p:cNvPr id="6" name="S13-chip104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거친 말, 놀리는 말</a:t>
            </a:r>
            <a:endParaRPr lang="ko-KR" sz="2600" dirty="0"/>
          </a:p>
        </p:txBody>
      </p:sp>
      <p:sp>
        <p:nvSpPr>
          <p:cNvPr id="7" name="S13-text105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6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‘먹다’의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 두 가지</a:t>
            </a:r>
            <a:endParaRPr lang="ko-KR" sz="2600" dirty="0"/>
          </a:p>
        </p:txBody>
      </p:sp>
      <p:sp>
        <p:nvSpPr>
          <p:cNvPr id="9" name="S13-text107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“할아버지가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자요.”를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</a:t>
            </a:r>
            <a:endParaRPr lang="ko-KR" sz="2600" dirty="0"/>
          </a:p>
        </p:txBody>
      </p:sp>
      <p:sp>
        <p:nvSpPr>
          <p:cNvPr id="10" name="S13-text108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친구에게 미안할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말</a:t>
            </a:r>
            <a:endParaRPr lang="ko-KR" sz="2600" dirty="0"/>
          </a:p>
        </p:txBody>
      </p:sp>
      <p:sp>
        <p:nvSpPr>
          <p:cNvPr id="11" name="S13-text10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자리 수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웃어른께 인사</a:t>
            </a:r>
            <a:endParaRPr lang="ko-KR" sz="4400" dirty="0"/>
          </a:p>
        </p:txBody>
      </p:sp>
      <p:sp>
        <p:nvSpPr>
          <p:cNvPr id="3" name="S14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 하는 인사로 바꿔 말해요.</a:t>
            </a:r>
            <a:endParaRPr lang="ko-KR" sz="3200" dirty="0"/>
          </a:p>
        </p:txBody>
      </p:sp>
      <p:sp>
        <p:nvSpPr>
          <p:cNvPr id="4" name="S14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4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웃어른께는 ‘-요’나 ‘-니다’로 끝맺어요.</a:t>
            </a:r>
            <a:endParaRPr lang="ko-KR" sz="3200" dirty="0"/>
          </a:p>
        </p:txBody>
      </p:sp>
      <p:sp>
        <p:nvSpPr>
          <p:cNvPr id="6" name="S14-chip11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4-text11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“안녕.”</a:t>
            </a:r>
            <a:endParaRPr lang="ko-KR" sz="3200" dirty="0"/>
          </a:p>
        </p:txBody>
      </p:sp>
      <p:sp>
        <p:nvSpPr>
          <p:cNvPr id="8" name="S14-chip11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4-text11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“고마워.”</a:t>
            </a:r>
            <a:endParaRPr lang="ko-KR" sz="3200" dirty="0"/>
          </a:p>
        </p:txBody>
      </p:sp>
      <p:sp>
        <p:nvSpPr>
          <p:cNvPr id="10" name="S14-chip11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4-text11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“잘 자.”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국어 바르고 고운 말</dc:title>
  <dc:subject>KR22-G02-KOR-POLITE-L01</dc:subject>
  <dc:creator>education-ppt</dc:creator>
  <cp:lastModifiedBy>education-ppt</cp:lastModifiedBy>
  <cp:revision>1</cp:revision>
  <dcterms:created xsi:type="dcterms:W3CDTF">2026-10-26T07:33:23Z</dcterms:created>
  <dcterms:modified xsi:type="dcterms:W3CDTF">2026-10-26T07:33:23Z</dcterms:modified>
</cp:coreProperties>
</file>