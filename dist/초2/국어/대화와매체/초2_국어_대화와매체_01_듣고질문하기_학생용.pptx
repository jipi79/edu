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6a1b281-d033-8fad-4cf0-9123061f08e0}">
          <p14:sldIdLst>
            <p14:sldId id="256"/>
            <p14:sldId id="257"/>
          </p14:sldIdLst>
        </p14:section>
        <p14:section name="개념" id="{918b92d9-7b0a-b702-161e-8f5032dec90b}">
          <p14:sldIdLst>
            <p14:sldId id="258"/>
            <p14:sldId id="259"/>
            <p14:sldId id="260"/>
          </p14:sldIdLst>
        </p14:section>
        <p14:section name="연습" id="{aa129dbe-03ae-67aa-64ba-af7ce6108728}">
          <p14:sldIdLst>
            <p14:sldId id="261"/>
            <p14:sldId id="262"/>
            <p14:sldId id="263"/>
          </p14:sldIdLst>
        </p14:section>
        <p14:section name="확인" id="{34e6c933-ff44-1035-037b-12066c819cdc}">
          <p14:sldIdLst>
            <p14:sldId id="264"/>
            <p14:sldId id="265"/>
          </p14:sldIdLst>
        </p14:section>
        <p14:section name="정리" id="{d67e76e3-5160-e7ec-ab39-7c2dc95d9b7d}">
          <p14:sldIdLst>
            <p14:sldId id="266"/>
          </p14:sldIdLst>
        </p14:section>
        <p14:section name="보충" id="{a1db219a-8aaa-5bc3-25ef-d4d3c5614f5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물어볼까?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끝까지 듣고 궁금한 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질문하는 말을 넣어 물어요.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이야기를 듣고 대답해요.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있었나요?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끝을 올려 말하고 물음표(?)를 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갔어요?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갔어요?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샀어요?</a:t>
            </a:r>
            <a:endParaRPr lang="ko-KR" sz="3200" dirty="0"/>
          </a:p>
        </p:txBody>
      </p:sp>
      <p:sp>
        <p:nvSpPr>
          <p:cNvPr id="11" name="S03-card18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9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먹었어요?</a:t>
            </a:r>
            <a:endParaRPr lang="ko-KR" sz="3200" dirty="0"/>
          </a:p>
        </p:txBody>
      </p:sp>
      <p:sp>
        <p:nvSpPr>
          <p:cNvPr id="13" name="S03-card20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1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울었어요?</a:t>
            </a:r>
            <a:endParaRPr lang="ko-KR" sz="3200" dirty="0"/>
          </a:p>
        </p:txBody>
      </p:sp>
      <p:sp>
        <p:nvSpPr>
          <p:cNvPr id="15" name="S03-card22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6" name="S03-cardtext23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질문해요</a:t>
            </a:r>
            <a:endParaRPr lang="ko-KR" sz="4400" dirty="0"/>
          </a:p>
        </p:txBody>
      </p:sp>
      <p:sp>
        <p:nvSpPr>
          <p:cNvPr id="3" name="S04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들어요.</a:t>
            </a:r>
            <a:endParaRPr lang="ko-KR" sz="3200" dirty="0"/>
          </a:p>
        </p:txBody>
      </p:sp>
      <p:sp>
        <p:nvSpPr>
          <p:cNvPr id="5" name="S04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7" name="S04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것을 떠올려요.</a:t>
            </a:r>
            <a:endParaRPr lang="ko-KR" sz="3200" dirty="0"/>
          </a:p>
        </p:txBody>
      </p:sp>
      <p:sp>
        <p:nvSpPr>
          <p:cNvPr id="9" name="S04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질문해요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이야기하면 엄마(아빠)가 질문해요.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25831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27203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들었나요?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548640" y="36804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822960" y="38176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말했나요?</a:t>
            </a:r>
            <a:endParaRPr lang="ko-KR" sz="3200" dirty="0"/>
          </a:p>
        </p:txBody>
      </p:sp>
      <p:sp>
        <p:nvSpPr>
          <p:cNvPr id="8" name="S05-card37"/>
          <p:cNvSpPr/>
          <p:nvPr/>
        </p:nvSpPr>
        <p:spPr>
          <a:xfrm>
            <a:off x="548640" y="47777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822960" y="49149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질문하는 말을 썼나요?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이어질까?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바닷가에서 조개를 주웠어.”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들은 이야기와 이어지나요?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“조개를 몇 개 주웠어요?”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“저녁에 뭐 먹어요?”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끝까지 듣고 질문해요.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질문해요.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넣어 물어요.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‘왜’를 넣어 물어요.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‘어떻게’를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질문은?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“어제 할머니 댁에서 감을 땄어. 감이 아주 많이 열렸어.”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질문은? 가와 다는 왜 아닐까요?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“어디에서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감을 땄어요?”</a:t>
            </a:r>
            <a:endParaRPr lang="ko-KR" sz="3200" dirty="0"/>
          </a:p>
        </p:txBody>
      </p:sp>
      <p:sp>
        <p:nvSpPr>
          <p:cNvPr id="9" name="S08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“딴 감으로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했어요?”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와요?”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어릴 적 이야기를 들어요.</a:t>
            </a:r>
            <a:endParaRPr lang="ko-KR" sz="3200" dirty="0"/>
          </a:p>
        </p:txBody>
      </p:sp>
      <p:sp>
        <p:nvSpPr>
          <p:cNvPr id="4" name="S09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듣고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묻지 않았어요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이야기와 이어지는 질문을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질문하는 말을 넣었어요</a:t>
            </a:r>
            <a:endParaRPr lang="ko-KR" sz="3200" dirty="0"/>
          </a:p>
        </p:txBody>
      </p:sp>
      <p:sp>
        <p:nvSpPr>
          <p:cNvPr id="6" name="S09-stepno7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7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8" name="S09-stepno73"/>
          <p:cNvSpPr txBox="1"/>
          <p:nvPr/>
        </p:nvSpPr>
        <p:spPr>
          <a:xfrm>
            <a:off x="548640" y="3618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74"/>
          <p:cNvSpPr txBox="1"/>
          <p:nvPr/>
        </p:nvSpPr>
        <p:spPr>
          <a:xfrm>
            <a:off x="1325880" y="3618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10" name="S09-stepno75"/>
          <p:cNvSpPr txBox="1"/>
          <p:nvPr/>
        </p:nvSpPr>
        <p:spPr>
          <a:xfrm>
            <a:off x="548640" y="4377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76"/>
          <p:cNvSpPr txBox="1"/>
          <p:nvPr/>
        </p:nvSpPr>
        <p:spPr>
          <a:xfrm>
            <a:off x="1325880" y="433222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두 가지 질문해요.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질문이 좋을까?</a:t>
            </a:r>
            <a:endParaRPr lang="ko-KR" sz="4400" dirty="0"/>
          </a:p>
        </p:txBody>
      </p:sp>
      <p:sp>
        <p:nvSpPr>
          <p:cNvPr id="3" name="S11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말했어요. “나는 어제 처음으로 김밥을 만들었어.”</a:t>
            </a:r>
            <a:endParaRPr lang="ko-KR" sz="3200" dirty="0"/>
          </a:p>
        </p:txBody>
      </p:sp>
      <p:sp>
        <p:nvSpPr>
          <p:cNvPr id="4" name="S11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질문을 고르고 까닭을 말해요.</a:t>
            </a:r>
            <a:endParaRPr lang="ko-KR" sz="3200" dirty="0"/>
          </a:p>
        </p:txBody>
      </p:sp>
      <p:sp>
        <p:nvSpPr>
          <p:cNvPr id="6" name="S11-chip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넣었어?”</a:t>
            </a:r>
            <a:endParaRPr lang="ko-KR" sz="3200" dirty="0"/>
          </a:p>
        </p:txBody>
      </p:sp>
      <p:sp>
        <p:nvSpPr>
          <p:cNvPr id="9" name="S11-chip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 어제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김밥 만들었어?”</a:t>
            </a:r>
            <a:endParaRPr lang="ko-KR" sz="3200" dirty="0"/>
          </a:p>
        </p:txBody>
      </p:sp>
      <p:sp>
        <p:nvSpPr>
          <p:cNvPr id="12" name="S11-chip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이따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 할래?”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끝까지 듣고, 더 알고 싶은 것을 질문하는 말을 넣어 물어요.</a:t>
            </a:r>
            <a:endParaRPr lang="ko-KR" sz="3200" dirty="0"/>
          </a:p>
        </p:txBody>
      </p:sp>
      <p:sp>
        <p:nvSpPr>
          <p:cNvPr id="5" name="S12-chip9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질문하기</a:t>
            </a:r>
            <a:endParaRPr lang="ko-KR" sz="2600" dirty="0"/>
          </a:p>
        </p:txBody>
      </p:sp>
      <p:sp>
        <p:nvSpPr>
          <p:cNvPr id="6" name="S12-chip9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들은 것을 또 묻기</a:t>
            </a:r>
            <a:endParaRPr lang="ko-KR" sz="2600" dirty="0"/>
          </a:p>
        </p:txBody>
      </p:sp>
      <p:sp>
        <p:nvSpPr>
          <p:cNvPr id="7" name="S12-text9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질문하는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2-text9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질문은 언제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할까요?</a:t>
            </a:r>
            <a:endParaRPr lang="ko-KR" sz="2600" dirty="0"/>
          </a:p>
        </p:txBody>
      </p:sp>
      <p:sp>
        <p:nvSpPr>
          <p:cNvPr id="10" name="S12-text9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“바다에 갔어.”를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 하나</a:t>
            </a:r>
            <a:endParaRPr lang="ko-KR" sz="2600" dirty="0"/>
          </a:p>
        </p:txBody>
      </p:sp>
      <p:sp>
        <p:nvSpPr>
          <p:cNvPr id="11" name="S12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글과 그림에서 정보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질문 만들기</a:t>
            </a:r>
            <a:endParaRPr lang="ko-KR" sz="4400" dirty="0"/>
          </a:p>
        </p:txBody>
      </p:sp>
      <p:sp>
        <p:nvSpPr>
          <p:cNvPr id="3" name="S13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주어진 말을 넣어 물어요.</a:t>
            </a:r>
            <a:endParaRPr lang="ko-KR" sz="3200" dirty="0"/>
          </a:p>
        </p:txBody>
      </p:sp>
      <p:sp>
        <p:nvSpPr>
          <p:cNvPr id="4" name="S13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넣고 끝을 올려 말해요.</a:t>
            </a:r>
            <a:endParaRPr lang="ko-KR" sz="3200" dirty="0"/>
          </a:p>
        </p:txBody>
      </p:sp>
      <p:sp>
        <p:nvSpPr>
          <p:cNvPr id="6" name="S13-chip10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갔어.” → 누구랑?</a:t>
            </a:r>
            <a:endParaRPr lang="ko-KR" sz="3200" dirty="0"/>
          </a:p>
        </p:txBody>
      </p:sp>
      <p:sp>
        <p:nvSpPr>
          <p:cNvPr id="8" name="S13-chip10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“케이크를 만들었어.” → 어떻게?</a:t>
            </a:r>
            <a:endParaRPr lang="ko-KR" sz="3200" dirty="0"/>
          </a:p>
        </p:txBody>
      </p:sp>
      <p:sp>
        <p:nvSpPr>
          <p:cNvPr id="10" name="S13-chip10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울었어.” → 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듣고 질문하기</dc:title>
  <dc:subject>KR22-G02-KOR-ASK-L01</dc:subject>
  <dc:creator>education-ppt</dc:creator>
  <cp:lastModifiedBy>education-ppt</cp:lastModifiedBy>
  <cp:revision>1</cp:revision>
  <dcterms:created xsi:type="dcterms:W3CDTF">2026-10-26T07:34:03Z</dcterms:created>
  <dcterms:modified xsi:type="dcterms:W3CDTF">2026-10-26T07:34:03Z</dcterms:modified>
</cp:coreProperties>
</file>