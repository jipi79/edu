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6dad756-3e57-5185-4db4-32c9f9e1777c}">
          <p14:sldIdLst>
            <p14:sldId id="256"/>
            <p14:sldId id="257"/>
          </p14:sldIdLst>
        </p14:section>
        <p14:section name="개념" id="{e4ecfcd7-4d41-631a-cdaa-e16b8b2a492e}">
          <p14:sldIdLst>
            <p14:sldId id="258"/>
            <p14:sldId id="259"/>
            <p14:sldId id="260"/>
          </p14:sldIdLst>
        </p14:section>
        <p14:section name="연습" id="{ad9f3387-a6b2-f782-ff78-d8ab8d4df7ed}">
          <p14:sldIdLst>
            <p14:sldId id="261"/>
            <p14:sldId id="262"/>
            <p14:sldId id="263"/>
          </p14:sldIdLst>
        </p14:section>
        <p14:section name="확인" id="{775ae3c8-090b-3880-a737-8622514d1faa}">
          <p14:sldIdLst>
            <p14:sldId id="264"/>
            <p14:sldId id="265"/>
          </p14:sldIdLst>
        </p14:section>
        <p14:section name="정리" id="{f8e0c20b-4a73-55d5-64aa-f8660b0566bc}">
          <p14:sldIdLst>
            <p14:sldId id="266"/>
          </p14:sldIdLst>
        </p14:section>
        <p14:section name="보충" id="{2e490141-d9b6-2277-7c76-33c8cf4841a6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대화와매체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듣고 질문하기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듣고 질문하기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국어 · 듣고 질문하기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듣고 질문하기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알고 싶은 것은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물어볼까?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끝까지 듣고 궁금한 점을 찾아요.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질문하는 말을 넣어 물어요.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듣고 대답해요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엄마(아빠)의 이야기를 듣고 대답해요.</a:t>
            </a:r>
            <a:endParaRPr lang="ko-KR" sz="3200" dirty="0"/>
          </a:p>
        </p:txBody>
      </p:sp>
      <p:sp>
        <p:nvSpPr>
          <p:cNvPr id="4" name="S02-card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2-cardtext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말하는 사람을 보며 끝까지 들어요.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나왔나요?</a:t>
            </a:r>
            <a:endParaRPr lang="ko-KR" sz="32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일이 있었나요?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질문하는 말</a:t>
            </a:r>
            <a:endParaRPr lang="ko-KR" sz="4400" dirty="0"/>
          </a:p>
        </p:txBody>
      </p:sp>
      <p:sp>
        <p:nvSpPr>
          <p:cNvPr id="3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질문은 끝을 올려 말하고 물음표(?)를 써요.</a:t>
            </a:r>
            <a:endParaRPr lang="ko-KR" sz="3200" dirty="0"/>
          </a:p>
        </p:txBody>
      </p:sp>
      <p:sp>
        <p:nvSpPr>
          <p:cNvPr id="5" name="S03-card12"/>
          <p:cNvSpPr/>
          <p:nvPr/>
        </p:nvSpPr>
        <p:spPr>
          <a:xfrm>
            <a:off x="548640" y="132588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3"/>
          <p:cNvSpPr txBox="1"/>
          <p:nvPr/>
        </p:nvSpPr>
        <p:spPr>
          <a:xfrm>
            <a:off x="822960" y="1463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누구랑 갔어요?</a:t>
            </a:r>
            <a:endParaRPr lang="ko-KR" sz="3200" dirty="0"/>
          </a:p>
        </p:txBody>
      </p:sp>
      <p:sp>
        <p:nvSpPr>
          <p:cNvPr id="7" name="S03-card14"/>
          <p:cNvSpPr/>
          <p:nvPr/>
        </p:nvSpPr>
        <p:spPr>
          <a:xfrm>
            <a:off x="4322064" y="132588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5"/>
          <p:cNvSpPr txBox="1"/>
          <p:nvPr/>
        </p:nvSpPr>
        <p:spPr>
          <a:xfrm>
            <a:off x="4596384" y="1463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갔어요?</a:t>
            </a:r>
            <a:endParaRPr lang="ko-KR" sz="3200" dirty="0"/>
          </a:p>
        </p:txBody>
      </p:sp>
      <p:sp>
        <p:nvSpPr>
          <p:cNvPr id="9" name="S03-card16"/>
          <p:cNvSpPr/>
          <p:nvPr/>
        </p:nvSpPr>
        <p:spPr>
          <a:xfrm>
            <a:off x="8095488" y="132588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0" name="S03-cardtext17"/>
          <p:cNvSpPr txBox="1"/>
          <p:nvPr/>
        </p:nvSpPr>
        <p:spPr>
          <a:xfrm>
            <a:off x="8369808" y="1463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어디서?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어디에서 샀어요?</a:t>
            </a:r>
            <a:endParaRPr lang="ko-KR" sz="3200" dirty="0"/>
          </a:p>
        </p:txBody>
      </p:sp>
      <p:sp>
        <p:nvSpPr>
          <p:cNvPr id="11" name="S03-card18"/>
          <p:cNvSpPr/>
          <p:nvPr/>
        </p:nvSpPr>
        <p:spPr>
          <a:xfrm>
            <a:off x="548640" y="333756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3-cardtext19"/>
          <p:cNvSpPr txBox="1"/>
          <p:nvPr/>
        </p:nvSpPr>
        <p:spPr>
          <a:xfrm>
            <a:off x="822960" y="347472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먹었어요?</a:t>
            </a:r>
            <a:endParaRPr lang="ko-KR" sz="3200" dirty="0"/>
          </a:p>
        </p:txBody>
      </p:sp>
      <p:sp>
        <p:nvSpPr>
          <p:cNvPr id="13" name="S03-card20"/>
          <p:cNvSpPr/>
          <p:nvPr/>
        </p:nvSpPr>
        <p:spPr>
          <a:xfrm>
            <a:off x="4322064" y="333756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3-cardtext21"/>
          <p:cNvSpPr txBox="1"/>
          <p:nvPr/>
        </p:nvSpPr>
        <p:spPr>
          <a:xfrm>
            <a:off x="4596384" y="347472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울었어요?</a:t>
            </a:r>
            <a:endParaRPr lang="ko-KR" sz="3200" dirty="0"/>
          </a:p>
        </p:txBody>
      </p:sp>
      <p:sp>
        <p:nvSpPr>
          <p:cNvPr id="15" name="S03-card22"/>
          <p:cNvSpPr/>
          <p:nvPr/>
        </p:nvSpPr>
        <p:spPr>
          <a:xfrm>
            <a:off x="8095488" y="333756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6" name="S03-cardtext23"/>
          <p:cNvSpPr txBox="1"/>
          <p:nvPr/>
        </p:nvSpPr>
        <p:spPr>
          <a:xfrm>
            <a:off x="8369808" y="347472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만들었어요?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질문해요</a:t>
            </a:r>
            <a:endParaRPr lang="ko-KR" sz="4400" dirty="0"/>
          </a:p>
        </p:txBody>
      </p:sp>
      <p:sp>
        <p:nvSpPr>
          <p:cNvPr id="3" name="S04-stepno24"/>
          <p:cNvSpPr txBox="1"/>
          <p:nvPr/>
        </p:nvSpPr>
        <p:spPr>
          <a:xfrm>
            <a:off x="548640" y="24277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4" name="S04-text25"/>
          <p:cNvSpPr txBox="1"/>
          <p:nvPr/>
        </p:nvSpPr>
        <p:spPr>
          <a:xfrm>
            <a:off x="1325880" y="242773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말이 끝날 때까지 들어요.</a:t>
            </a:r>
            <a:endParaRPr lang="ko-KR" sz="3200" dirty="0"/>
          </a:p>
        </p:txBody>
      </p:sp>
      <p:sp>
        <p:nvSpPr>
          <p:cNvPr id="5" name="S04-stepno26"/>
          <p:cNvSpPr txBox="1"/>
          <p:nvPr/>
        </p:nvSpPr>
        <p:spPr>
          <a:xfrm>
            <a:off x="548640" y="31409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6" name="S04-text27"/>
          <p:cNvSpPr txBox="1"/>
          <p:nvPr/>
        </p:nvSpPr>
        <p:spPr>
          <a:xfrm>
            <a:off x="1325880" y="314096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들은 것 하나를 다시 말해요.</a:t>
            </a:r>
            <a:endParaRPr lang="ko-KR" sz="3200" dirty="0"/>
          </a:p>
        </p:txBody>
      </p:sp>
      <p:sp>
        <p:nvSpPr>
          <p:cNvPr id="7" name="S04-stepno28"/>
          <p:cNvSpPr txBox="1"/>
          <p:nvPr/>
        </p:nvSpPr>
        <p:spPr>
          <a:xfrm>
            <a:off x="548640" y="38541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8" name="S04-text29"/>
          <p:cNvSpPr txBox="1"/>
          <p:nvPr/>
        </p:nvSpPr>
        <p:spPr>
          <a:xfrm>
            <a:off x="1325880" y="385419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알고 싶은 것을 떠올려요.</a:t>
            </a:r>
            <a:endParaRPr lang="ko-KR" sz="3200" dirty="0"/>
          </a:p>
        </p:txBody>
      </p:sp>
      <p:sp>
        <p:nvSpPr>
          <p:cNvPr id="9" name="S04-stepno30"/>
          <p:cNvSpPr txBox="1"/>
          <p:nvPr/>
        </p:nvSpPr>
        <p:spPr>
          <a:xfrm>
            <a:off x="548640" y="4567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0" name="S04-text31"/>
          <p:cNvSpPr txBox="1"/>
          <p:nvPr/>
        </p:nvSpPr>
        <p:spPr>
          <a:xfrm>
            <a:off x="1325880" y="456742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질문하는 말을 넣어 물어요.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질문해요</a:t>
            </a:r>
            <a:endParaRPr lang="ko-KR" sz="4400" dirty="0"/>
          </a:p>
        </p:txBody>
      </p:sp>
      <p:sp>
        <p:nvSpPr>
          <p:cNvPr id="3" name="S05-text3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이야기하면 엄마(아빠)가 질문해요.</a:t>
            </a:r>
            <a:endParaRPr lang="ko-KR" sz="3200" dirty="0"/>
          </a:p>
        </p:txBody>
      </p:sp>
      <p:sp>
        <p:nvSpPr>
          <p:cNvPr id="4" name="S05-card33"/>
          <p:cNvSpPr/>
          <p:nvPr/>
        </p:nvSpPr>
        <p:spPr>
          <a:xfrm>
            <a:off x="548640" y="25831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5-cardtext34"/>
          <p:cNvSpPr txBox="1"/>
          <p:nvPr/>
        </p:nvSpPr>
        <p:spPr>
          <a:xfrm>
            <a:off x="822960" y="27203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끝까지 들었나요?</a:t>
            </a:r>
            <a:endParaRPr lang="ko-KR" sz="3200" dirty="0"/>
          </a:p>
        </p:txBody>
      </p:sp>
      <p:sp>
        <p:nvSpPr>
          <p:cNvPr id="6" name="S05-card35"/>
          <p:cNvSpPr/>
          <p:nvPr/>
        </p:nvSpPr>
        <p:spPr>
          <a:xfrm>
            <a:off x="548640" y="368046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36"/>
          <p:cNvSpPr txBox="1"/>
          <p:nvPr/>
        </p:nvSpPr>
        <p:spPr>
          <a:xfrm>
            <a:off x="822960" y="381762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들은 것을 다시 말했나요?</a:t>
            </a:r>
            <a:endParaRPr lang="ko-KR" sz="3200" dirty="0"/>
          </a:p>
        </p:txBody>
      </p:sp>
      <p:sp>
        <p:nvSpPr>
          <p:cNvPr id="8" name="S05-card37"/>
          <p:cNvSpPr/>
          <p:nvPr/>
        </p:nvSpPr>
        <p:spPr>
          <a:xfrm>
            <a:off x="548640" y="47777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5-cardtext38"/>
          <p:cNvSpPr txBox="1"/>
          <p:nvPr/>
        </p:nvSpPr>
        <p:spPr>
          <a:xfrm>
            <a:off x="822960" y="49149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질문하는 말을 썼나요?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질문이 이어질까?</a:t>
            </a:r>
            <a:endParaRPr lang="ko-KR" sz="4400" dirty="0"/>
          </a:p>
        </p:txBody>
      </p:sp>
      <p:sp>
        <p:nvSpPr>
          <p:cNvPr id="3" name="S06-card3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4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“주말에 바닷가에서 조개를 주웠어.”</a:t>
            </a:r>
            <a:endParaRPr lang="ko-KR" sz="3200" dirty="0"/>
          </a:p>
        </p:txBody>
      </p:sp>
      <p:sp>
        <p:nvSpPr>
          <p:cNvPr id="5" name="S06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질문이 들은 이야기와 이어지나요?</a:t>
            </a:r>
            <a:endParaRPr lang="ko-KR" sz="3200" dirty="0"/>
          </a:p>
        </p:txBody>
      </p:sp>
      <p:sp>
        <p:nvSpPr>
          <p:cNvPr id="7" name="S06-chip4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6-text44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“조개를 몇 개 주웠어요?”</a:t>
            </a:r>
            <a:endParaRPr lang="ko-KR" sz="3200" dirty="0"/>
          </a:p>
        </p:txBody>
      </p:sp>
      <p:sp>
        <p:nvSpPr>
          <p:cNvPr id="9" name="S06-chip4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6-text46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“저녁에 뭐 먹어요?”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질문을 만들어요</a:t>
            </a:r>
            <a:endParaRPr lang="ko-KR" sz="4400" dirty="0"/>
          </a:p>
        </p:txBody>
      </p:sp>
      <p:sp>
        <p:nvSpPr>
          <p:cNvPr id="3" name="S07-text4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이야기를 끝까지 듣고 질문해요.</a:t>
            </a:r>
            <a:endParaRPr lang="ko-KR" sz="3200" dirty="0"/>
          </a:p>
        </p:txBody>
      </p:sp>
      <p:sp>
        <p:nvSpPr>
          <p:cNvPr id="4" name="S07-card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말이 다 끝난 다음에 질문해요.</a:t>
            </a:r>
            <a:endParaRPr lang="ko-KR" sz="3200" dirty="0"/>
          </a:p>
        </p:txBody>
      </p:sp>
      <p:sp>
        <p:nvSpPr>
          <p:cNvPr id="6" name="S07-chip50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7-text51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‘누가’를 넣어 물어요.</a:t>
            </a:r>
            <a:endParaRPr lang="ko-KR" sz="3200" dirty="0"/>
          </a:p>
        </p:txBody>
      </p:sp>
      <p:sp>
        <p:nvSpPr>
          <p:cNvPr id="8" name="S07-chip52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7-text53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‘왜’를 넣어 물어요.</a:t>
            </a:r>
            <a:endParaRPr lang="ko-KR" sz="3200" dirty="0"/>
          </a:p>
        </p:txBody>
      </p:sp>
      <p:sp>
        <p:nvSpPr>
          <p:cNvPr id="10" name="S07-chip54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7-text55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‘어떻게’를 넣어 물어요.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질문은?</a:t>
            </a:r>
            <a:endParaRPr lang="ko-KR" sz="4400" dirty="0"/>
          </a:p>
        </p:txBody>
      </p:sp>
      <p:sp>
        <p:nvSpPr>
          <p:cNvPr id="3" name="S08-text5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“어제 할머니 댁에서 감을 땄어. 감이 아주 많이 열렸어.”</a:t>
            </a:r>
            <a:endParaRPr lang="ko-KR" sz="3200" dirty="0"/>
          </a:p>
        </p:txBody>
      </p:sp>
      <p:sp>
        <p:nvSpPr>
          <p:cNvPr id="4" name="S08-card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8-cardtext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알맞은 질문은? 가와 다는 왜 아닐까요?</a:t>
            </a:r>
            <a:endParaRPr lang="ko-KR" sz="3200" dirty="0"/>
          </a:p>
        </p:txBody>
      </p:sp>
      <p:sp>
        <p:nvSpPr>
          <p:cNvPr id="6" name="S08-chip59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8-card60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8-cardtext61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“어디에서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감을 땄어요?”</a:t>
            </a:r>
            <a:endParaRPr lang="ko-KR" sz="3200" dirty="0"/>
          </a:p>
        </p:txBody>
      </p:sp>
      <p:sp>
        <p:nvSpPr>
          <p:cNvPr id="9" name="S08-chip62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8-card63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8-cardtext64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“딴 감으로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했어요?”</a:t>
            </a:r>
            <a:endParaRPr lang="ko-KR" sz="3200" dirty="0"/>
          </a:p>
        </p:txBody>
      </p:sp>
      <p:sp>
        <p:nvSpPr>
          <p:cNvPr id="12" name="S08-chip65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08-card66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8-cardtext67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“내일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 와요?”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09-text6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엄마(아빠)의 어릴 적 이야기를 들어요.</a:t>
            </a:r>
            <a:endParaRPr lang="ko-KR" sz="3200" dirty="0"/>
          </a:p>
        </p:txBody>
      </p:sp>
      <p:sp>
        <p:nvSpPr>
          <p:cNvPr id="4" name="S09-card69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9-cardtext70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끝까지 듣고 기다렸어요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들은 것을 다시 묻지 않았어요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이야기와 이어지는 질문을 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질문하는 말을 넣었어요</a:t>
            </a:r>
            <a:endParaRPr lang="ko-KR" sz="3200" dirty="0"/>
          </a:p>
        </p:txBody>
      </p:sp>
      <p:sp>
        <p:nvSpPr>
          <p:cNvPr id="6" name="S09-stepno71"/>
          <p:cNvSpPr txBox="1"/>
          <p:nvPr/>
        </p:nvSpPr>
        <p:spPr>
          <a:xfrm>
            <a:off x="548640" y="29057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9-text72"/>
          <p:cNvSpPr txBox="1"/>
          <p:nvPr/>
        </p:nvSpPr>
        <p:spPr>
          <a:xfrm>
            <a:off x="1325880" y="290576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끝까지 들어요.</a:t>
            </a:r>
            <a:endParaRPr lang="ko-KR" sz="3200" dirty="0"/>
          </a:p>
        </p:txBody>
      </p:sp>
      <p:sp>
        <p:nvSpPr>
          <p:cNvPr id="8" name="S09-stepno73"/>
          <p:cNvSpPr txBox="1"/>
          <p:nvPr/>
        </p:nvSpPr>
        <p:spPr>
          <a:xfrm>
            <a:off x="548640" y="36189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9-text74"/>
          <p:cNvSpPr txBox="1"/>
          <p:nvPr/>
        </p:nvSpPr>
        <p:spPr>
          <a:xfrm>
            <a:off x="1325880" y="36189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들은 것 하나를 다시 말해요.</a:t>
            </a:r>
            <a:endParaRPr lang="ko-KR" sz="3200" dirty="0"/>
          </a:p>
        </p:txBody>
      </p:sp>
      <p:sp>
        <p:nvSpPr>
          <p:cNvPr id="10" name="S09-stepno75"/>
          <p:cNvSpPr txBox="1"/>
          <p:nvPr/>
        </p:nvSpPr>
        <p:spPr>
          <a:xfrm>
            <a:off x="548640" y="43779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9-text76"/>
          <p:cNvSpPr txBox="1"/>
          <p:nvPr/>
        </p:nvSpPr>
        <p:spPr>
          <a:xfrm>
            <a:off x="1325880" y="4332224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궁금한 점을 두 가지 질문해요.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질문이 좋을까?</a:t>
            </a:r>
            <a:endParaRPr lang="ko-KR" sz="4400" dirty="0"/>
          </a:p>
        </p:txBody>
      </p:sp>
      <p:sp>
        <p:nvSpPr>
          <p:cNvPr id="3" name="S11-text7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말했어요. “나는 어제 처음으로 김밥을 만들었어.”</a:t>
            </a:r>
            <a:endParaRPr lang="ko-KR" sz="3200" dirty="0"/>
          </a:p>
        </p:txBody>
      </p:sp>
      <p:sp>
        <p:nvSpPr>
          <p:cNvPr id="4" name="S11-card7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1-cardtext7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질문을 고르고 까닭을 말해요.</a:t>
            </a:r>
            <a:endParaRPr lang="ko-KR" sz="3200" dirty="0"/>
          </a:p>
        </p:txBody>
      </p:sp>
      <p:sp>
        <p:nvSpPr>
          <p:cNvPr id="6" name="S11-chip80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1-card81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1-cardtext82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“김밥에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넣었어?”</a:t>
            </a:r>
            <a:endParaRPr lang="ko-KR" sz="3200" dirty="0"/>
          </a:p>
        </p:txBody>
      </p:sp>
      <p:sp>
        <p:nvSpPr>
          <p:cNvPr id="9" name="S11-chip83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1-card84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1-cardtext85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“너 어제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김밥 만들었어?”</a:t>
            </a:r>
            <a:endParaRPr lang="ko-KR" sz="3200" dirty="0"/>
          </a:p>
        </p:txBody>
      </p:sp>
      <p:sp>
        <p:nvSpPr>
          <p:cNvPr id="12" name="S11-chip86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1-card87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1-cardtext88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“우리 이따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축구 할래?”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2-card89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90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말을 끝까지 듣고, 더 알고 싶은 것을 질문하는 말을 넣어 물어요.</a:t>
            </a:r>
            <a:endParaRPr lang="ko-KR" sz="3200" dirty="0"/>
          </a:p>
        </p:txBody>
      </p:sp>
      <p:sp>
        <p:nvSpPr>
          <p:cNvPr id="5" name="S12-chip91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끝까지 듣고 질문하기</a:t>
            </a:r>
            <a:endParaRPr lang="ko-KR" sz="2600" dirty="0"/>
          </a:p>
        </p:txBody>
      </p:sp>
      <p:sp>
        <p:nvSpPr>
          <p:cNvPr id="6" name="S12-chip92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들은 것을 또 묻기</a:t>
            </a:r>
            <a:endParaRPr lang="ko-KR" sz="2600" dirty="0"/>
          </a:p>
        </p:txBody>
      </p:sp>
      <p:sp>
        <p:nvSpPr>
          <p:cNvPr id="7" name="S12-text93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2-text94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질문하는 말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</a:t>
            </a:r>
            <a:endParaRPr lang="ko-KR" sz="2600" dirty="0"/>
          </a:p>
        </p:txBody>
      </p:sp>
      <p:sp>
        <p:nvSpPr>
          <p:cNvPr id="9" name="S12-text95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질문은 언제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할까요?</a:t>
            </a:r>
            <a:endParaRPr lang="ko-KR" sz="2600" dirty="0"/>
          </a:p>
        </p:txBody>
      </p:sp>
      <p:sp>
        <p:nvSpPr>
          <p:cNvPr id="10" name="S12-text96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“바다에 갔어.”를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듣고 질문 하나</a:t>
            </a:r>
            <a:endParaRPr lang="ko-KR" sz="2600" dirty="0"/>
          </a:p>
        </p:txBody>
      </p:sp>
      <p:sp>
        <p:nvSpPr>
          <p:cNvPr id="11" name="S12-text9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글과 그림에서 정보 찾기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질문 만들기</a:t>
            </a:r>
            <a:endParaRPr lang="ko-KR" sz="4400" dirty="0"/>
          </a:p>
        </p:txBody>
      </p:sp>
      <p:sp>
        <p:nvSpPr>
          <p:cNvPr id="3" name="S13-text9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말을 듣고 주어진 말을 넣어 물어요.</a:t>
            </a:r>
            <a:endParaRPr lang="ko-KR" sz="3200" dirty="0"/>
          </a:p>
        </p:txBody>
      </p:sp>
      <p:sp>
        <p:nvSpPr>
          <p:cNvPr id="4" name="S13-card9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3-cardtext10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질문하는 말을 넣고 끝을 올려 말해요.</a:t>
            </a:r>
            <a:endParaRPr lang="ko-KR" sz="3200" dirty="0"/>
          </a:p>
        </p:txBody>
      </p:sp>
      <p:sp>
        <p:nvSpPr>
          <p:cNvPr id="6" name="S13-chip101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13-text102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“공원에 갔어.” → 누구랑?</a:t>
            </a:r>
            <a:endParaRPr lang="ko-KR" sz="3200" dirty="0"/>
          </a:p>
        </p:txBody>
      </p:sp>
      <p:sp>
        <p:nvSpPr>
          <p:cNvPr id="8" name="S13-chip103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13-text104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“케이크를 만들었어.” → 어떻게?</a:t>
            </a:r>
            <a:endParaRPr lang="ko-KR" sz="3200" dirty="0"/>
          </a:p>
        </p:txBody>
      </p:sp>
      <p:sp>
        <p:nvSpPr>
          <p:cNvPr id="10" name="S13-chip105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13-text106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“동생이 울었어.” → 왜?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국어 듣고 질문하기</dc:title>
  <dc:subject>KR22-G02-KOR-ASK-L01</dc:subject>
  <dc:creator>education-ppt</dc:creator>
  <cp:lastModifiedBy>education-ppt</cp:lastModifiedBy>
  <cp:revision>1</cp:revision>
  <dcterms:created xsi:type="dcterms:W3CDTF">2026-10-26T07:26:09Z</dcterms:created>
  <dcterms:modified xsi:type="dcterms:W3CDTF">2026-10-26T07:26:09Z</dcterms:modified>
</cp:coreProperties>
</file>