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13f14da-e84c-c2f5-b578-602f64b3d0ef}">
          <p14:sldIdLst>
            <p14:sldId id="256"/>
            <p14:sldId id="257"/>
          </p14:sldIdLst>
        </p14:section>
        <p14:section name="개념" id="{432fbab0-acbd-2b81-b99b-200061997738}">
          <p14:sldIdLst>
            <p14:sldId id="258"/>
            <p14:sldId id="259"/>
            <p14:sldId id="260"/>
          </p14:sldIdLst>
        </p14:section>
        <p14:section name="연습" id="{4cfc8c48-0ea8-0f01-ef63-16481f1d5c5a}">
          <p14:sldIdLst>
            <p14:sldId id="261"/>
            <p14:sldId id="262"/>
            <p14:sldId id="263"/>
          </p14:sldIdLst>
        </p14:section>
        <p14:section name="확인" id="{74e41c6a-cd79-8408-b333-af2f510351e9}">
          <p14:sldIdLst>
            <p14:sldId id="264"/>
            <p14:sldId id="265"/>
            <p14:sldId id="266"/>
          </p14:sldIdLst>
        </p14:section>
        <p14:section name="정리" id="{4bfebf25-c5f2-ea66-dfe4-880cc74500bd}">
          <p14:sldIdLst>
            <p14:sldId id="267"/>
          </p14:sldIdLst>
        </p14:section>
        <p14:section name="보충" id="{e02ff938-f387-2ff5-8ca4-8ec22cd359b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이야기를 들으면 더 알고 싶은 것이 생긴다는 데 관심을 갖게 합니다.
시간: 약 2분
이렇게 말해 보세요
- “친구가 ‘나 어제 놀이공원 갔어!’ 하고 말하면, 너는 무엇이 더 궁금해?”
- “오늘은 말을 끝까지 듣고, 궁금한 것을 질문하는 방법을 배울 거야.”
예상 답
- “누구랑 갔는지 궁금해요.” “뭐 탔어?”
막히면
- “엄마(아빠)는 무엇을 탔는지 궁금해. 너는?”처럼 예를 하나 들어 줍니다.
주의
- 이 차시는 듣고 말하는 수업입니다. 이야기 대본은 노트에만 있으니 부모가 직접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확인(끝까지 듣고 다시 말하기)]
목적: 1학년에서 배운, 말하는 사람을 보며 끝까지 듣고 들은 내용을 다시 말하는 힘을 확인합니다. 잘 들어야 궁금한 점을 질문할 수 있습니다.
시간: 약 3분
이렇게 말해 보세요
- “엄마(아빠)가 짧은 이야기를 할게. 잘 듣고 대답해 줘.”
- (이야기) “어제 엄마(아빠)가 집 앞에서 아기 고양이를 봤어. 고양이가 상자 안에서 야옹야옹 울고 있었어.”
- “누가 나왔어? 무슨 일이 있었어?”
정답
- ① 엄마(아빠), 아기 고양이
- ② 엄마(아빠)가 집 앞에서 아기 고양이를 보았고, 고양이가 상자 안에서 야옹야옹 울고 있었다(둘 가운데 하나만 말해도 맞음).
막히면
- 이야기를 한 번 더 천천히 들려줍니다. 말하는 동안 아이가 부모의 얼굴을 보게 합니다.
- 다시 들어도 답하지 못하면 S13(보충)을 먼저 합니다. 보충으로도 어려우면 1학년 차시 ‘바르게 듣고 차례 지켜 말하기’(KR22-G01-KOR-LISTEN-L01)를 먼저 합니다.
주의
- 이 이야기는 S04에서 다시 씁니다. “고양이는 그다음에 어떻게 됐어요?”처럼 궁금한 점을 이미 말하면 칭찬해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질문하는 말]
목적: 질문하는 말 여섯 가지와 질문의 모양(끝을 올려 말하기, 물음표)을 알려 줍니다(M4).
시간: 약 3분
이렇게 말해 보세요
- “궁금한 것을 물을 때 쓰는 말이야. 하나씩 같이 읽어 보자. 끝을 올려서 말해 봐.”
- “‘누가’는 사람을, ‘언제’는 때를, ‘어디서’는 곳을, ‘무엇을’은 물건이나 일을, ‘왜’는 까닭을, ‘어떻게’는 방법이나 모습을 물어.”
- “아까 고양이 이야기에서 궁금한 것을 이 말로 물어볼래?”
예상 답
- “고양이가 왜 울었어요?” “고양이는 어떻게 됐어요?”
막히면
- 카드 하나를 짚어 주고 “‘왜’를 넣어서 고양이에게 물어볼까?”처럼 하나만 고르게 합니다.
주의
- ‘누구랑’은 ‘누구와’를 말할 때 흔히 쓰는 말입니다. 둘 다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질문하는 차례]
목적: 끝까지 듣고, 들은 것을 확인한 뒤, 새로 알고 싶은 것을 묻는 순서를 알려 줍니다(M2, M3).
시간: 약 3분
이렇게 말해 보세요
- “2번이 중요해. ‘고양이가 상자 안에서 울었군요.’처럼 들은 것을 먼저 말하면, 이미 들은 것을 또 묻지 않게 돼.”
- “고양이 이야기로 2번부터 4번까지 해 볼래?”
예상 답
- “고양이가 상자 안에서 울었군요. 고양이는 그다음에 어떻게 됐어요?”
막히면
- 부모가 2번의 말을 먼저 해 주고 아이는 4번만 하게 합니다.
주의
- 아이의 질문에는 짧게 지어서 답해 주어도 됩니다(예: “경비 아저씨가 우유를 주셨어.”).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질문하기 시범(역할 바꾸기)]
목적: 아이가 이야기하고 부모가 질문해, 잘 듣고 질문하는 모습을 직접 보여 줍니다.
시간: 약 4분
이렇게 말해 보세요
- “이번에는 네가 이야기해 줘. 어제 학교(유치원, 집)에서 있었던 일 하나를 말해 볼래? 엄마(아빠)가 잘 듣고 질문해 볼게.”
- (아이가 다 말할 때까지 눈을 보며 고개를 끄덕입니다. 말이 끝나면) “아, 친구랑 블록 놀이를 했구나. 무엇을 만들었어? 왜 그걸 만들고 싶었어?”
- “엄마(아빠)가 어떻게 들었어? 어떤 질문하는 말을 썼어?”
예상 답
- “끝까지 들었어요. 무엇을이랑 왜를 썼어요.”
막히면
- 아이가 이야기를 떠올리지 못하면 “오늘 아침에 먹은 것” 같은 쉬운 주제를 줍니다.
- 평가하지 못하면 “엄마(아빠)가 네 말을 중간에 끊었어?”처럼 하나씩 묻습니다.
주의
- 부모는 아이의 말이 끝날 때까지 끼어들지 않고, 들은 것을 먼저 말한 뒤 질문합니다. 이 모습이 오늘의 시범입니다.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비교(상관없는 질문)]
목적: 들은 이야기와 이어지는 질문과 상관없는 질문을 구별합니다(M1).
시간: 약 3분
이렇게 말해 보세요
- (위의 말을 부모가 실감 나게 말해 준 뒤) “두 질문을 읽어 볼래? 어느 질문이 조개 이야기와 이어져?”
- “나 질문은 무엇에 대한 질문이야? 조개 이야기를 한 사람은 나 질문을 들으면 어떤 기분일까?”
정답
- 가. 조개를 주운 이야기와 이어지고, 더 알고 싶은 것을 묻습니다.
- 나는 들은 이야기와 상관없는 질문입니다. 말한 사람은 자기 이야기를 듣지 않았다고 느낄 수 있습니다.
막히면
- “가 질문에 ‘조개’라는 말이 있어? 나 질문에는?”이라고 물어 이야기 속 낱말을 찾게 합니다.
주의
- 아이가 저녁이 궁금한 마음은 인정해 주고, “그 질문은 이야기가 끝난 뒤에 따로 하자.”라고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함께 질문 만들기]
목적: 들은 이야기에 대해 질문하는 말을 넣어 질문을 만들어 봅니다. 부모는 아이의 질문에 답해 줍니다.
시간: 약 4분
이렇게 말해 보세요
- (물건을 들고 이야기합니다) “오늘 엄마(아빠)가 길에서 신기한 것을 봤어. 커다란 강아지가 작은 수레를 끌고 가는데, 수레에 꽃이 가득 실려 있었어.” (물건을 내려놓습니다.)
- “이제 질문해도 돼. ①부터 ‘누가’를 넣어서 물어볼래?”
예상 답
- ① “누가 강아지랑 같이 있었어요?” ② “강아지가 왜 수레를 끌었어요?” ③ “강아지가 어떻게 수레를 끌었어요?” (질문하는 말이 들어가고 이야기와 이어지면 맞음)
- 부모의 대답 예: “주인 아저씨가 옆에서 같이 걸어가셨어.” “꽃집에 꽃을 가져다주는 중이었대.” “수레에 끈을 매서 몸에 걸고 끌었어.”
막히면
- S03 카드의 예를 짚으며 “‘왜 울었어요?’처럼 ‘왜’를 넣어 강아지에게 물어볼까?”라고 돕습니다.
- 이야기 중간에 끼어들면 물건을 가리키며 “아직 엄마(아빠) 차례야.”라고 말합니다(M3).
주의
- 아이가 질문하면 꼭 짧게 대답해 주어 질문하면 새로 알게 된다는 것을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알맞은 질문 고르기(이미 들은 것, 상관없는 것)]
목적: 이미 들은 것을 다시 묻는 질문(M2)과 상관없는 질문(M1)을 이어지는 질문과 비교합니다.
시간: 약 3분
이렇게 말해 보세요
- (위의 말을 부모가 먼저 말해 줍니다) “세 질문 가운데 가장 알맞은 것은 뭘까?”
- “가 질문의 답은 벌써 들었어? 다 질문은 감 이야기와 이어져?”
정답
- 나. 감 이야기와 이어지고, 아직 듣지 못한 새로운 것을 묻습니다.
- 가는 이미 들은 것(할머니 댁)을 다시 묻는 질문, 다는 이야기와 상관없는 질문입니다.
막히면
- 가를 고르면 “어디에서 감을 땄다고 했지?”라고 다시 물어 이미 들은 것임을 알게 합니다.
주의
- 들은 것을 확인하려고 다시 묻는 것(“할머니 댁이라고 했지요?”)은 괜찮다고 덧붙여도 됩니다. 오늘은 새로 알고 싶은 것을 묻는 연습입니다.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 보기(듣고 질문하기 역할 놀이)]
목적: 도움 없이 이야기를 끝까지 듣고 궁금한 점을 질문하는지 관찰 기준으로 확인합니다.
시간: 약 6분
이렇게 말해 보세요
- “이번에는 혼자 해 볼래? 엄마(아빠)가 어릴 때 이야기를 할게. 다 듣고 나서 질문 두 개를 해 줘.”
- (물건을 들고 이야기합니다) “엄마(아빠)는 여덟 살 때 처음으로 기차를 탔어. 창밖으로 산과 강이 휙휙 지나갔어. 내릴 때 너무 아쉬워서 기차에 손을 흔들었어.” (물건을 내려놓습니다.)
예상 답
- 다시 말하기 예: “여덟 살 때 처음 기차를 탔군요.”
- 질문 예: “누구랑 기차를 탔어요?” “어디까지 갔어요?” “기차에서 무엇을 먹었어요?” (이야기와 이어지고 질문하는 말이 있으면 맞음)
- 이미 들은 것을 묻는 질문: “몇 살 때 탔어요?”(여덟 살), “왜 손을 흔들었어요?”(아쉬워서)
막히면
- 이야기를 한 번 더 들려줍니다. S03 카드를 보여 주어도 됩니다. 도움을 받았다면 기록표에 표시합니다.
주의
- 질문에는 짧게 지어서 대답해 줍니다(예: “할머니랑 탔어.” “바닷가 마을까지 갔어.”).
- 관찰 기준 4가지 가운데 3가지 이상이면 통과입니다. 활동지 2번은 다른 이야기로 같은 연습을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좋은 질문과 흔한 실수]
목적: 아이의 질문을 좋은 예, 흔한 실수와 비교합니다.
시간: 약 2분
이렇게 말해 보세요
- “네가 한 질문과 왼쪽을 비교해 볼까?”
- “오른쪽 질문은 왜 아쉬울까?”
예상 답
- “여덟 살이라고 벌써 말했어요.” “그건 내 이야기예요.”
정답
- 좋은 질문: 이야기와 이어지고, 아직 듣지 못한 것을 질문하는 말로 묻는 질문
- 흔한 실수: 이미 들은 것 다시 묻기, 상관없는 질문, 질문 대신 자기 이야기 하기, 중간에 끼어들기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상황에서 이어지면서 새로운 것을 묻는 질문을 고르는지 확인합니다(목표 A).
시간: 약 2분
이렇게 말해 보세요
- “친구에게 할 질문으로 가장 알맞은 것은 뭘까? 왜 그렇게 생각해?”
정답
- 가. 김밥 이야기와 이어지고, 아직 듣지 못한 것을 묻습니다.
- 나는 이미 들은 것을 다시 묻는 질문, 다는 이야기와 상관없는 질문입니다.
막히면
- 친구의 말을 부모가 다시 말해 주고 “친구가 어제 무엇을 했다고 했지?”라고 묻습니다.
주의
- 친구에게 하는 말이라 ‘-요’ 없이 물었습니다. 웃어른께 묻는 말은 ‘바르고 고운 말’ 차시에서 다룹니다.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“오늘 배운 것을 한 문장으로 말해 볼래?”
예상 답
- “끝까지 듣고 궁금한 걸 물어봐요.”
정답
- ① 누가, 언제, 어디서, 무엇을, 왜, 어떻게 가운데 세 가지 ② 말하는 사람의 말이 다 끝난 다음에 ③ 예: “누구랑 바다에 갔어?” “바다에서 무엇을 했어?” (바다 이야기와 이어지고 질문하는 말이 있으면 맞음)
막히면
- S03의 카드와 S04의 순서를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보충(질문하는 말 넣어 묻기)]
목적: 한 문장을 듣고 정해 준 질문하는 말을 넣어 질문 문장을 만드는 것부터 다시 익힙니다.
시간: 약 3분
이렇게 말해 보세요
- “엄마(아빠)가 ‘공원에 갔어.’라고 말하면, ‘누구랑’을 넣어서 물어볼래?”
- “끝을 올려서 말해 봐. 물어보는 말처럼 들리지?”
예상 답
- ① “누구랑 공원에 갔어요?” ② “케이크를 어떻게 만들었어요?” ③ “동생이 왜 울었어요?”
막히면
- 부모가 먼저 질문을 말하고 아이가 따라 말하게 한 뒤, 같은 질문하는 말로 다른 질문을 만들게 합니다.
- 보충으로도 어려우면 1학년 차시 ‘바르게 듣고 차례 지켜 말하기’(KR22-G01-KOR-LISTEN-L01)와 ‘문장 부호’(KR22-G01-KOR-PUNCT-L01)의 물음표 부분을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듣고 질문하기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질문하기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 싶은 것은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물어볼까?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끝까지 듣고 궁금한 점을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질문하는 말을 넣어 물어요.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듣고 대답해요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이야기를 듣고 대답해요.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사람을 보며 끝까지 들어요.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나왔나요?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 있었나요?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질문은 끝을 올려 말하고 물음표(?)를 써요.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누구랑 갔어요?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갔어요?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샀어요?</a:t>
            </a:r>
            <a:endParaRPr lang="ko-KR" sz="32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먹었어요?</a:t>
            </a:r>
            <a:endParaRPr lang="ko-KR" sz="32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울었어요?</a:t>
            </a:r>
            <a:endParaRPr lang="ko-KR" sz="3200" dirty="0"/>
          </a:p>
        </p:txBody>
      </p:sp>
      <p:sp>
        <p:nvSpPr>
          <p:cNvPr id="15" name="S03-card22"/>
          <p:cNvSpPr/>
          <p:nvPr/>
        </p:nvSpPr>
        <p:spPr>
          <a:xfrm>
            <a:off x="8095488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6" name="S03-cardtext23"/>
          <p:cNvSpPr txBox="1"/>
          <p:nvPr/>
        </p:nvSpPr>
        <p:spPr>
          <a:xfrm>
            <a:off x="8369808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질문해요</a:t>
            </a:r>
            <a:endParaRPr lang="ko-KR" sz="4400" dirty="0"/>
          </a:p>
        </p:txBody>
      </p:sp>
      <p:sp>
        <p:nvSpPr>
          <p:cNvPr id="3" name="S04-stepno24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4-text25"/>
          <p:cNvSpPr txBox="1"/>
          <p:nvPr/>
        </p:nvSpPr>
        <p:spPr>
          <a:xfrm>
            <a:off x="1325880" y="242773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끝날 때까지 들어요.</a:t>
            </a:r>
            <a:endParaRPr lang="ko-KR" sz="3200" dirty="0"/>
          </a:p>
        </p:txBody>
      </p:sp>
      <p:sp>
        <p:nvSpPr>
          <p:cNvPr id="5" name="S04-stepno26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4-text27"/>
          <p:cNvSpPr txBox="1"/>
          <p:nvPr/>
        </p:nvSpPr>
        <p:spPr>
          <a:xfrm>
            <a:off x="1325880" y="314096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 하나를 다시 말해요.</a:t>
            </a:r>
            <a:endParaRPr lang="ko-KR" sz="3200" dirty="0"/>
          </a:p>
        </p:txBody>
      </p:sp>
      <p:sp>
        <p:nvSpPr>
          <p:cNvPr id="7" name="S04-stepno28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4-text29"/>
          <p:cNvSpPr txBox="1"/>
          <p:nvPr/>
        </p:nvSpPr>
        <p:spPr>
          <a:xfrm>
            <a:off x="1325880" y="385419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 싶은 것을 떠올려요.</a:t>
            </a:r>
            <a:endParaRPr lang="ko-KR" sz="3200" dirty="0"/>
          </a:p>
        </p:txBody>
      </p:sp>
      <p:sp>
        <p:nvSpPr>
          <p:cNvPr id="9" name="S04-stepno30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4-text31"/>
          <p:cNvSpPr txBox="1"/>
          <p:nvPr/>
        </p:nvSpPr>
        <p:spPr>
          <a:xfrm>
            <a:off x="1325880" y="4567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질문해요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이야기하면 엄마(아빠)가 질문해요.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25831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27203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들었나요?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548640" y="368046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822960" y="381762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다시 말했나요?</a:t>
            </a:r>
            <a:endParaRPr lang="ko-KR" sz="3200" dirty="0"/>
          </a:p>
        </p:txBody>
      </p:sp>
      <p:sp>
        <p:nvSpPr>
          <p:cNvPr id="8" name="S05-card37"/>
          <p:cNvSpPr/>
          <p:nvPr/>
        </p:nvSpPr>
        <p:spPr>
          <a:xfrm>
            <a:off x="548640" y="47777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38"/>
          <p:cNvSpPr txBox="1"/>
          <p:nvPr/>
        </p:nvSpPr>
        <p:spPr>
          <a:xfrm>
            <a:off x="822960" y="49149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질문하는 말을 썼나요?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질문이 이어질까?</a:t>
            </a:r>
            <a:endParaRPr lang="ko-KR" sz="4400" dirty="0"/>
          </a:p>
        </p:txBody>
      </p:sp>
      <p:sp>
        <p:nvSpPr>
          <p:cNvPr id="3" name="S06-card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“주말에 바닷가에서 조개를 주웠어.”</a:t>
            </a:r>
            <a:endParaRPr lang="ko-KR" sz="3200" dirty="0"/>
          </a:p>
        </p:txBody>
      </p:sp>
      <p:sp>
        <p:nvSpPr>
          <p:cNvPr id="5" name="S06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질문이 들은 이야기와 이어지나요?</a:t>
            </a:r>
            <a:endParaRPr lang="ko-KR" sz="3200" dirty="0"/>
          </a:p>
        </p:txBody>
      </p:sp>
      <p:sp>
        <p:nvSpPr>
          <p:cNvPr id="7" name="S06-chip4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6-text44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“조개를 몇 개 주웠어요?”</a:t>
            </a:r>
            <a:endParaRPr lang="ko-KR" sz="3200" dirty="0"/>
          </a:p>
        </p:txBody>
      </p:sp>
      <p:sp>
        <p:nvSpPr>
          <p:cNvPr id="9" name="S06-chip4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6-text46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“저녁에 뭐 먹어요?”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7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끝까지 듣고 질문해요.</a:t>
            </a:r>
            <a:endParaRPr lang="ko-KR" sz="3200" dirty="0"/>
          </a:p>
        </p:txBody>
      </p:sp>
      <p:sp>
        <p:nvSpPr>
          <p:cNvPr id="4" name="S07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말이 다 끝난 다음에 질문해요.</a:t>
            </a:r>
            <a:endParaRPr lang="ko-KR" sz="3200" dirty="0"/>
          </a:p>
        </p:txBody>
      </p:sp>
      <p:sp>
        <p:nvSpPr>
          <p:cNvPr id="6" name="S07-chip5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5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‘누가’를 넣어 물어요.</a:t>
            </a:r>
            <a:endParaRPr lang="ko-KR" sz="3200" dirty="0"/>
          </a:p>
        </p:txBody>
      </p:sp>
      <p:sp>
        <p:nvSpPr>
          <p:cNvPr id="8" name="S07-chip5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‘왜’를 넣어 물어요.</a:t>
            </a:r>
            <a:endParaRPr lang="ko-KR" sz="3200" dirty="0"/>
          </a:p>
        </p:txBody>
      </p:sp>
      <p:sp>
        <p:nvSpPr>
          <p:cNvPr id="10" name="S07-chip5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‘어떻게’를 넣어 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질문은?</a:t>
            </a:r>
            <a:endParaRPr lang="ko-KR" sz="4400" dirty="0"/>
          </a:p>
        </p:txBody>
      </p:sp>
      <p:sp>
        <p:nvSpPr>
          <p:cNvPr id="3" name="S08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“어제 할머니 댁에서 감을 땄어. 감이 아주 많이 열렸어.”</a:t>
            </a:r>
            <a:endParaRPr lang="ko-KR" sz="3200" dirty="0"/>
          </a:p>
        </p:txBody>
      </p:sp>
      <p:sp>
        <p:nvSpPr>
          <p:cNvPr id="4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알맞은 질문은? 가와 다는 왜 아닐까요?</a:t>
            </a:r>
            <a:endParaRPr lang="ko-KR" sz="3200" dirty="0"/>
          </a:p>
        </p:txBody>
      </p:sp>
      <p:sp>
        <p:nvSpPr>
          <p:cNvPr id="6" name="S08-chip5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8-card6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“어디에서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감을 땄어요?”</a:t>
            </a:r>
            <a:endParaRPr lang="ko-KR" sz="3200" dirty="0"/>
          </a:p>
        </p:txBody>
      </p:sp>
      <p:sp>
        <p:nvSpPr>
          <p:cNvPr id="9" name="S08-chip6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8-card6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6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“딴 감으로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했어요?”</a:t>
            </a:r>
            <a:endParaRPr lang="ko-KR" sz="3200" dirty="0"/>
          </a:p>
        </p:txBody>
      </p:sp>
      <p:sp>
        <p:nvSpPr>
          <p:cNvPr id="12" name="S08-chip6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8-card6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8-cardtext6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와요?”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엄마(아빠)의 어릴 적 이야기를 들어요.</a:t>
            </a:r>
            <a:endParaRPr lang="ko-KR" sz="3200" dirty="0"/>
          </a:p>
        </p:txBody>
      </p:sp>
      <p:sp>
        <p:nvSpPr>
          <p:cNvPr id="4" name="S09-card6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7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듣고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다시 묻지 않았어요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이야기와 이어지는 질문을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질문하는 말을 넣었어요</a:t>
            </a:r>
            <a:endParaRPr lang="ko-KR" sz="3200" dirty="0"/>
          </a:p>
        </p:txBody>
      </p:sp>
      <p:sp>
        <p:nvSpPr>
          <p:cNvPr id="6" name="S09-stepno71"/>
          <p:cNvSpPr txBox="1"/>
          <p:nvPr/>
        </p:nvSpPr>
        <p:spPr>
          <a:xfrm>
            <a:off x="548640" y="29057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72"/>
          <p:cNvSpPr txBox="1"/>
          <p:nvPr/>
        </p:nvSpPr>
        <p:spPr>
          <a:xfrm>
            <a:off x="1325880" y="29057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3200" dirty="0"/>
          </a:p>
        </p:txBody>
      </p:sp>
      <p:sp>
        <p:nvSpPr>
          <p:cNvPr id="8" name="S09-stepno73"/>
          <p:cNvSpPr txBox="1"/>
          <p:nvPr/>
        </p:nvSpPr>
        <p:spPr>
          <a:xfrm>
            <a:off x="548640" y="3618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74"/>
          <p:cNvSpPr txBox="1"/>
          <p:nvPr/>
        </p:nvSpPr>
        <p:spPr>
          <a:xfrm>
            <a:off x="1325880" y="3618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 하나를 다시 말해요.</a:t>
            </a:r>
            <a:endParaRPr lang="ko-KR" sz="3200" dirty="0"/>
          </a:p>
        </p:txBody>
      </p:sp>
      <p:sp>
        <p:nvSpPr>
          <p:cNvPr id="10" name="S09-stepno75"/>
          <p:cNvSpPr txBox="1"/>
          <p:nvPr/>
        </p:nvSpPr>
        <p:spPr>
          <a:xfrm>
            <a:off x="548640" y="43779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76"/>
          <p:cNvSpPr txBox="1"/>
          <p:nvPr/>
        </p:nvSpPr>
        <p:spPr>
          <a:xfrm>
            <a:off x="1325880" y="433222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점을 두 가지 질문해요.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질문과 흔한 실수</a:t>
            </a:r>
            <a:endParaRPr lang="ko-KR" sz="4400" dirty="0"/>
          </a:p>
        </p:txBody>
      </p:sp>
      <p:sp>
        <p:nvSpPr>
          <p:cNvPr id="3" name="S10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기준 4가지 가운데 3가지 이상이면 잘한 거예요.</a:t>
            </a:r>
            <a:endParaRPr lang="ko-KR" sz="3200" dirty="0"/>
          </a:p>
        </p:txBody>
      </p:sp>
      <p:sp>
        <p:nvSpPr>
          <p:cNvPr id="5" name="S10-chip7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0-text80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“누구랑 기차를 탔어요?”</a:t>
            </a:r>
            <a:endParaRPr lang="ko-KR" sz="2600" dirty="0"/>
          </a:p>
        </p:txBody>
      </p:sp>
      <p:sp>
        <p:nvSpPr>
          <p:cNvPr id="7" name="S10-text81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2600" dirty="0"/>
          </a:p>
        </p:txBody>
      </p:sp>
      <p:sp>
        <p:nvSpPr>
          <p:cNvPr id="8" name="S10-text82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“어디까지 갔어요?”</a:t>
            </a:r>
            <a:endParaRPr lang="ko-KR" sz="3200" dirty="0"/>
          </a:p>
        </p:txBody>
      </p:sp>
      <p:sp>
        <p:nvSpPr>
          <p:cNvPr id="9" name="S10-text83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어디?</a:t>
            </a:r>
            <a:endParaRPr lang="ko-KR" sz="2600" dirty="0"/>
          </a:p>
        </p:txBody>
      </p:sp>
      <p:sp>
        <p:nvSpPr>
          <p:cNvPr id="10" name="S10-chip8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0-text8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“몇 살 때 탔어요?”</a:t>
            </a:r>
            <a:endParaRPr lang="ko-KR" sz="3200" dirty="0"/>
          </a:p>
        </p:txBody>
      </p:sp>
      <p:sp>
        <p:nvSpPr>
          <p:cNvPr id="12" name="S10-text8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들은 것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(여덟 살)</a:t>
            </a:r>
            <a:endParaRPr lang="ko-KR" sz="2600" dirty="0"/>
          </a:p>
        </p:txBody>
      </p:sp>
      <p:sp>
        <p:nvSpPr>
          <p:cNvPr id="13" name="S10-text8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“나도 기차 탈래!”</a:t>
            </a:r>
            <a:endParaRPr lang="ko-KR" sz="3200" dirty="0"/>
          </a:p>
        </p:txBody>
      </p:sp>
      <p:sp>
        <p:nvSpPr>
          <p:cNvPr id="14" name="S10-text8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질문이 좋을까?</a:t>
            </a:r>
            <a:endParaRPr lang="ko-KR" sz="4400" dirty="0"/>
          </a:p>
        </p:txBody>
      </p:sp>
      <p:sp>
        <p:nvSpPr>
          <p:cNvPr id="3" name="S11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말했어요. “나는 어제 처음으로 김밥을 만들었어.”</a:t>
            </a:r>
            <a:endParaRPr lang="ko-KR" sz="3200" dirty="0"/>
          </a:p>
        </p:txBody>
      </p:sp>
      <p:sp>
        <p:nvSpPr>
          <p:cNvPr id="4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질문을 고르고 까닭을 말해요.</a:t>
            </a:r>
            <a:endParaRPr lang="ko-KR" sz="3200" dirty="0"/>
          </a:p>
        </p:txBody>
      </p:sp>
      <p:sp>
        <p:nvSpPr>
          <p:cNvPr id="6" name="S11-chip9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1-card9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9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“김밥에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넣었어?”</a:t>
            </a:r>
            <a:endParaRPr lang="ko-KR" sz="3200" dirty="0"/>
          </a:p>
        </p:txBody>
      </p:sp>
      <p:sp>
        <p:nvSpPr>
          <p:cNvPr id="9" name="S11-chip9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1-card9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9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 어제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김밥 만들었어?”</a:t>
            </a:r>
            <a:endParaRPr lang="ko-KR" sz="3200" dirty="0"/>
          </a:p>
        </p:txBody>
      </p:sp>
      <p:sp>
        <p:nvSpPr>
          <p:cNvPr id="12" name="S11-chip9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1-card9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10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이따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 할래?”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10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0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끝까지 듣고, 더 알고 싶은 것을 질문하는 말을 넣어 물어요.</a:t>
            </a:r>
            <a:endParaRPr lang="ko-KR" sz="3200" dirty="0"/>
          </a:p>
        </p:txBody>
      </p:sp>
      <p:sp>
        <p:nvSpPr>
          <p:cNvPr id="5" name="S12-chip10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질문하기</a:t>
            </a:r>
            <a:endParaRPr lang="ko-KR" sz="2600" dirty="0"/>
          </a:p>
        </p:txBody>
      </p:sp>
      <p:sp>
        <p:nvSpPr>
          <p:cNvPr id="6" name="S12-chip10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들은 것을 또 묻기</a:t>
            </a:r>
            <a:endParaRPr lang="ko-KR" sz="2600" dirty="0"/>
          </a:p>
        </p:txBody>
      </p:sp>
      <p:sp>
        <p:nvSpPr>
          <p:cNvPr id="7" name="S12-text10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10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질문하는 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9" name="S12-text10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질문은 언제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할까요?</a:t>
            </a:r>
            <a:endParaRPr lang="ko-KR" sz="2600" dirty="0"/>
          </a:p>
        </p:txBody>
      </p:sp>
      <p:sp>
        <p:nvSpPr>
          <p:cNvPr id="10" name="S12-text10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“바다에 갔어.”를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질문 하나</a:t>
            </a:r>
            <a:endParaRPr lang="ko-KR" sz="2600" dirty="0"/>
          </a:p>
        </p:txBody>
      </p:sp>
      <p:sp>
        <p:nvSpPr>
          <p:cNvPr id="11" name="S12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글과 그림에서 정보 찾기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질문 만들기</a:t>
            </a:r>
            <a:endParaRPr lang="ko-KR" sz="4400" dirty="0"/>
          </a:p>
        </p:txBody>
      </p:sp>
      <p:sp>
        <p:nvSpPr>
          <p:cNvPr id="3" name="S13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듣고 주어진 말을 넣어 물어요.</a:t>
            </a:r>
            <a:endParaRPr lang="ko-KR" sz="3200" dirty="0"/>
          </a:p>
        </p:txBody>
      </p:sp>
      <p:sp>
        <p:nvSpPr>
          <p:cNvPr id="4" name="S13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질문하는 말을 넣고 끝을 올려 말해요.</a:t>
            </a:r>
            <a:endParaRPr lang="ko-KR" sz="3200" dirty="0"/>
          </a:p>
        </p:txBody>
      </p:sp>
      <p:sp>
        <p:nvSpPr>
          <p:cNvPr id="6" name="S13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3-text11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“공원에 갔어.” → 누구랑?</a:t>
            </a:r>
            <a:endParaRPr lang="ko-KR" sz="3200" dirty="0"/>
          </a:p>
        </p:txBody>
      </p:sp>
      <p:sp>
        <p:nvSpPr>
          <p:cNvPr id="8" name="S13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3-text11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“케이크를 만들었어.” → 어떻게?</a:t>
            </a:r>
            <a:endParaRPr lang="ko-KR" sz="3200" dirty="0"/>
          </a:p>
        </p:txBody>
      </p:sp>
      <p:sp>
        <p:nvSpPr>
          <p:cNvPr id="10" name="S13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3-text11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“동생이 울었어.” → 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듣고 질문하기</dc:title>
  <dc:subject>KR22-G02-KOR-ASK-L01</dc:subject>
  <dc:creator>education-ppt</dc:creator>
  <cp:lastModifiedBy>education-ppt</cp:lastModifiedBy>
  <cp:revision>1</cp:revision>
  <dcterms:created xsi:type="dcterms:W3CDTF">2026-10-26T07:26:09Z</dcterms:created>
  <dcterms:modified xsi:type="dcterms:W3CDTF">2026-10-26T07:26:09Z</dcterms:modified>
</cp:coreProperties>
</file>