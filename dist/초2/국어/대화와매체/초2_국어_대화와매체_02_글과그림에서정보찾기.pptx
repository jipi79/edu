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478df2e-20df-b3c5-7674-89333923d3e7}">
          <p14:sldIdLst>
            <p14:sldId id="256"/>
            <p14:sldId id="257"/>
          </p14:sldIdLst>
        </p14:section>
        <p14:section name="개념" id="{3dac4944-eb25-c3a7-5c6c-2a16ae12e18f}">
          <p14:sldIdLst>
            <p14:sldId id="258"/>
            <p14:sldId id="259"/>
            <p14:sldId id="260"/>
            <p14:sldId id="261"/>
          </p14:sldIdLst>
        </p14:section>
        <p14:section name="연습" id="{603df35f-20e7-0245-0926-daa67264af97}">
          <p14:sldIdLst>
            <p14:sldId id="262"/>
            <p14:sldId id="263"/>
            <p14:sldId id="264"/>
          </p14:sldIdLst>
        </p14:section>
        <p14:section name="확인" id="{390cd95e-404b-6dae-90dd-a9a5713e6936}">
          <p14:sldIdLst>
            <p14:sldId id="265"/>
            <p14:sldId id="266"/>
            <p14:sldId id="267"/>
          </p14:sldIdLst>
        </p14:section>
        <p14:section name="정리" id="{eac86e54-cc95-454a-622d-5b6d5dd45a1a}">
          <p14:sldIdLst>
            <p14:sldId id="268"/>
          </p14:sldIdLst>
        </p14:section>
        <p14:section name="보충" id="{798f890a-29c1-ab7f-e20a-521beba0ef1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생활 속 안내문에서 필요한 것을 찾는 일이 쓸모 있다는 것을 느끼게 합니다.
시간: 약 2분
이렇게 말해 보세요
- “학교에서 받아 오는 알림장이나 엘리베이터에 붙은 종이 본 적 있지? 그런 글을 안내문이라고 해.”
- “오늘은 안내문과 순서 그림에서 언제, 어디서, 무엇을 가져가는지 같은 필요한 것을 찾는 방법을 배울 거야.”
예상 답
- “학교에서 준비물 쪽지 받았어요.”
막히면
- 집에 있는 실제 안내문을 보여 주며 “여기에는 무엇이 쓰여 있을까?”라고 묻습니다.
주의
- 수업에 나오는 안내문은 모두 꾸며 낸 것입니다. 날짜와 요일은 2026년 달력에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확인(질문하는 말)]
목적: 앞 차시 ‘듣고 질문하기’에서 배운 질문하는 말과 그 말이 묻는 것(때, 곳, 물건)을 확인합니다. 질문하는 말을 알아야 안내문에서 어느 칸을 볼지 정할 수 있습니다.
시간: 약 3분
이렇게 말해 보세요
- “질문하는 말이 어디 있어? ○ 해 볼래?”
- “‘언제’는 무엇을 물어? 때야, 곳이야?”
정답
- ① 언제 — 때(날짜, 시각)를 물어요.
- ② 어디에서 — 곳(장소)을 물어요.
- ③ 무엇을 — 물건(가져갈 것)을 물어요.
막히면
- “‘언제 시작해요?’에 ‘놀이터’라고 답하면 맞을까?”처럼 엉뚱한 답을 들려주고 고치게 합니다.
- 질문하는 말을 찾지 못하면 S14(보충)를 먼저 합니다. 보충으로도 어려우면 앞 차시 ‘듣고 질문하기’(KR22-G02-KOR-ASK-L01)의 S03을 다시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안내문에 있는 것]
목적: 안내문에 흔히 들어가는 정보(언제, 어디서, 누가, 준비물)를 알려 줍니다.
시간: 약 2분
이렇게 말해 보세요
- “안내문에는 보통 이런 것이 있어. ‘언제’ 칸에는 날짜와 시각, ‘어디서’ 칸에는 하는 곳이 있어.”
- “‘무엇을 가져가요?’라고 물으면 어느 칸을 봐야 할까?”
예상 답
- “준비물 칸이요.”
막히면
- S02의 질문을 하나씩 다시 읽고 카드와 짝을 지어 보게 합니다.
주의
- ‘준비물’은 ‘미리 챙겨 가야 할 물건’이라고 풀어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안내문 읽기 시범]
목적: 부모가 생각을 소리 내어 말하며, 질문하는 말을 보고 맞는 칸을 찾아 답하는 과정을 보여 줍니다.
시간: 약 3분
이렇게 말해 보세요
- “엄마(아빠)가 먼저 해 볼게. ‘언제 해요?’ 질문하는 말이 ‘언제’니까 ‘언제’ 칸을 봐. 5월 9일 토요일 오전 10시부터 11시까지네.”
- “‘어디로 가야 해요?’ 이번에는 ‘어디서’ 칸이야. 해바라기 도서관 2층 어린이방.”
- “‘무엇을 가져가요?’는 어느 칸일까? 네가 짚어 볼래?”
예상 답
- “준비물 칸이요. 색연필이에요.”
정답
- 언제: 5월 9일 토요일 오전 10시~11시 / 어디서: 해바라기 도서관 2층 어린이방 / 누가: 1~2학년 어린이 / 준비물: 색연필
막히면
- 부모가 칸 이름을 손가락으로 짚고, 그 옆 칸으로 손가락을 옮겨 읽어 줍니다.
주의
- 이 장은 시범입니다. 질문하는 말 → 칸 이름 → 옆 칸의 답으로 손가락이 옮겨 가는 모습을 보여 주는 것이 중심입니다.
- ‘10시~11시’는 ‘10시부터 11시까지’라고 읽는다고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순서 그림 읽기 시범]
목적: 시각과 할 일이 화살표로 이어진 순서 그림에서 필요한 정보를 찾는 방법을 보여 줍니다(M3).
시간: 약 3분
이렇게 말해 보세요
- “화살표를 따라가면 무엇을 먼저 하고 나중에 하는지 알 수 있어.”
- “‘책갈피는 몇 시에 만들어요?’ 엄마(아빠)는 먼저 ‘책갈피 만들기’ 칸을 찾을게. 그 칸 안에 10시 30분이라고 쓰여 있네. 위에 ‘오전에’라고 했으니까 오전 10시 30분이야.”
- “그럼 ‘오전 10시에는 무엇을 해요?’는 네가 찾아볼래?”
예상 답
- “그림책을 들어요.”
정답
- 책갈피 만들기: 오전 10시 30분 / 오전 10시: 그림책 듣기 / 오전 11시: 마치기
- 안내문의 ‘오전 10시~11시’와 순서 그림의 처음과 끝 시각이 같습니다.
막히면
- 칸 하나를 손가락으로 가리고 하나씩 읽게 합니다.
주의
- 책갈피를 만들 때 안내문의 준비물(색연필)을 쓴다는 것도 함께 짚어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정보를 찾는 방법]
목적: 안내문과 순서 그림에서 정보를 찾는 순서를 정리합니다(M1, M2).
시간: 약 2분
이렇게 말해 보세요
- “지금까지 한 것을 순서로 정리했어. 하나씩 읽어 볼래?”
- “4번이 중요해. 안내문에 없는 것을 지어내서 답하면 안 돼. 그럴 땐 물어봐야 해.”
예상 답
- 아이가 네 단계를 자기 말로 다시 말합니다. 예: “동그라미 하고, 칸 찾고, 짚고, 없으면 없다고 해요.”
막히면
- S04의 안내문으로 1~3을 한 번 더 해 봅니다.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안내문에서 찾기]
목적: 부모와 함께 안내문에서 질문에 맞는 칸을 찾아 답하고 짚습니다.
시간: 약 4분
이렇게 말해 보세요
- “아래 질문을 하나씩 읽어 볼래? 질문하는 말에 ○ 하고, 안내문에서 그 칸을 찾아 짚어 봐.”
- “찾은 답을 소리 내어 읽어 줘.”
정답
- ① 6월 13일 토요일 오후 2시~4시(오후 2시부터 4시까지)
- ② 별빛 마을 회관 1층
- ③ 앞치마, 물병
막히면
- S06의 순서를 다시 보여 줍니다. 칸 이름(왼쪽)을 먼저 짚고 오른쪽으로 손가락을 옮기게 합니다.
주의
- ‘어디에서’와 칸 이름 ‘어디서’는 같은 뜻이라고 알려 줍니다. ‘물어볼 곳’ 칸은 S09에서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함께 순서 그림에서 찾기]
목적: 부모와 함께 순서 그림에서 할 일로 시각을, 시각으로 할 일을 찾습니다.
시간: 약 3분
이렇게 말해 보세요
- “①은 할 일을 알고 시각을 찾는 질문이야. ‘과일 꼬치 만들기’ 칸이 어디 있어? 그 칸의 시각은?”
- “②는 시각을 알고 할 일을 찾는 질문이야. ‘오후 3시 30분’이 쓰인 칸을 찾아볼래?”
정답
- ① 오후 2시 30분
- ② 함께 먹기(만든 과일 꼬치를 함께 먹어요)
막히면
- ①에서 ‘오후 2시’라고 답하면 “그 칸에는 무엇을 한다고 쓰여 있어?”라고 물어 옆 칸을 읽었는지 확인합니다(M3).
주의
- 처음 칸(오후 2시)과 끝 칸(오후 4시)이 안내문의 ‘오후 2시~4시’와 같다는 것도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비교(안내문에 없는 것)]
목적: 안내문에 없는 내용을 짐작해 답하지 않고, 없으면 물어봐야 한다는 것을 알게 합니다(M2).
시간: 약 3분
이렇게 말해 보세요
- “S07 안내문을 다시 볼까? 과일 이름이 쓰여 있어?”
- “가처럼 답하면 무엇이 문제일까? 궁금하면 어디에 물어보면 될까?”
정답
- 나. 안내문에는 ‘과일 꼬치 만들기’만 있고 어떤 과일을 쓰는지는 없습니다.
- 가는 짐작해서 지어낸 답입니다. 궁금하면 ‘물어볼 곳’ 칸의 마을 회관 안내 데스크에 물어봅니다.
막히면
- S07로 돌아가 칸을 하나씩 짚으며 “여기에 과일 이름이 있어?”라고 묻습니다.
주의
- 딸기와 바나나를 쓸 수도 있지만, 안내문으로는 알 수 없다는 점을 구별하게 합니다. 앞 차시에서 배운 질문하기와 이어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안내문에서 찾기]
목적: 도움 없이 안내문에서 질문에 맞는 칸을 찾아 답하고 짚는지 확인합니다.
시간: 약 5분
이렇게 말해 보세요
- “이번에는 혼자 해 볼래? 활동지 1번에 같은 안내문이 있어. 질문하는 말에 ○ 하고, 답을 짚으면서 말해 줘.”
정답
- ① 푸른 숲 공원 정문
- ② 모자, 물병, 운동화
- ③ 10월 24일 토요일로 미뤄요.
막히면
- S06의 순서를 다시 보여 줍니다. 도움을 받아 해결했다면 기록표에 ‘도움’으로 표시합니다.
주의
- ③은 질문하는 말이 아니라 ‘비가 오면’이라는 칸 이름과 같은 말을 찾아야 합니다. 찾으면 크게 칭찬합니다.
- 답은 맞는데 칸을 짚지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 답과 왼쪽을 비교해 볼까?”
- “오른쪽 답은 어느 칸을 보고 답한 걸까?”
예상 답
- “오전 9시는 언제 칸에 있어요.” “안 간다는 말은 안내문에 없어요.”
정답
- ① 푸른 숲 공원 정문 ② 모자, 물병, 운동화 ③ 10월 24일 토요일로 미뤄요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확인(순서 그림)]
목적: 처음 보는 순서 그림에서 할 일로 시각을, 시각으로 할 일을 찾는지 확인합니다(목표 B).
시간: 약 3분
이렇게 말해 보세요
- “숲 놀이 교실의 순서 그림이야. 두 질문에 답하고, 답이 있는 칸을 짚어 줘.”
정답
- ① 오전 9시 30분
- ② 찾은 잎 보여 주기(찾은 나뭇잎을 보여 줘요)
막히면
- ①에서 ‘오전 9시’라고 답하면 “그 칸에는 무엇을 한다고 쓰여 있어?”라고 묻습니다.
주의
- 하나만 맞히면 기록표에 ‘한 가지’로 표시합니다. 처음과 끝 시각이 안내문의 ‘오전 9시~11시’와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“오늘 배운 것을 한 문장으로 말해 볼래?”
- “집에 있는 안내문으로 한 번 더 찾아볼까?” (실제 안내문을 준비했다면)
예상 답
- “질문하는 말을 보고 그 칸을 찾아요.”
정답
- ① 날짜, 요일, 시각(‘언제’ 칸) ② “안내문에 없어요.”라고 말하고 물어볼 곳에 물어봐요. ③ 모자, 물병, 운동화 가운데 하나
막히면
- S03의 카드와 S06의 순서를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보충(짧은 쪽지에서 찾기)]
목적: 칸이 세 개뿐인 짧은 쪽지로, 질문하는 말과 칸을 짝 짓는 것부터 다시 익힙니다.
시간: 약 3분
이렇게 말해 보세요
- “‘몇 시에’는 때를 묻는 말이야. 쪽지에서 때가 쓰인 칸은 어디야?”
- “답을 손가락으로 짚으면서 말해 볼래?”
정답
- ① 오전 10시 ② 놀이터 ③ 줄넘기
막히면
- 부모가 칸 이름을 하나씩 읽어 주고, 아이는 질문과 같은 칸을 고르기만 하게 합니다.
- 보충으로도 어려우면 앞 차시 ‘듣고 질문하기’(KR22-G02-KOR-ASK-L01)의 질문하는 말 카드(S03)를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대화와매체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글과 그림에서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글과 그림에서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글과 그림에서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안내문에서 정보 찾기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찾을까?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안내문에서 필요한 것을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순서 그림에서 시각과 할 일을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묻나요?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말에 ○ 하고, 무엇을 묻는지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시작해요?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모여요?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가져가요?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안내문에 있는 것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안내문은 알아야 할 것을 알려 주는 글이에요.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말과 같은 칸을 찾아요.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날짜, 요일, 시각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곳, 모이는 곳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 수 있는 사람</a:t>
            </a:r>
            <a:endParaRPr lang="ko-KR" sz="3200" dirty="0"/>
          </a:p>
        </p:txBody>
      </p:sp>
      <p:sp>
        <p:nvSpPr>
          <p:cNvPr id="12" name="S03-card19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3" name="S03-cardtext20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가져갈 것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 읽어 주기 안내</a:t>
            </a:r>
            <a:endParaRPr lang="ko-KR" sz="4400" dirty="0"/>
          </a:p>
        </p:txBody>
      </p:sp>
      <p:sp>
        <p:nvSpPr>
          <p:cNvPr id="3" name="S04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“언제 해요?” → ‘언제’ 칸을 봐요.</a:t>
            </a:r>
            <a:endParaRPr lang="ko-KR" sz="3200" dirty="0"/>
          </a:p>
        </p:txBody>
      </p:sp>
      <p:graphicFrame>
        <p:nvGraphicFramePr>
          <p:cNvPr id="5" name="S04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800860"/>
          <a:ext cx="9144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그림책 읽어 주기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5월 9일 토요일 오전 10시~11시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해바라기 도서관 2층 어린이방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1~2학년 어린이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색연필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 그림 읽기</a:t>
            </a:r>
            <a:endParaRPr lang="ko-KR" sz="44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 읽어 주기는 오전에 이렇게 해요.</a:t>
            </a:r>
            <a:endParaRPr lang="ko-KR" sz="32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칸을 찾고, 그 칸의 시각을 읽어요.</a:t>
            </a:r>
            <a:endParaRPr lang="ko-KR" sz="3200" dirty="0"/>
          </a:p>
        </p:txBody>
      </p:sp>
      <p:sp>
        <p:nvSpPr>
          <p:cNvPr id="6" name="S05-step27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 듣기</a:t>
            </a:r>
            <a:endParaRPr lang="ko-KR" sz="2800" dirty="0"/>
          </a:p>
        </p:txBody>
      </p:sp>
      <p:sp>
        <p:nvSpPr>
          <p:cNvPr id="7" name="S05-line28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29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 30분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책갈피 만들기</a:t>
            </a:r>
            <a:endParaRPr lang="ko-KR" sz="2800" dirty="0"/>
          </a:p>
        </p:txBody>
      </p:sp>
      <p:sp>
        <p:nvSpPr>
          <p:cNvPr id="9" name="S05-line30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31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찾아요</a:t>
            </a:r>
            <a:endParaRPr lang="ko-KR" sz="4400" dirty="0"/>
          </a:p>
        </p:txBody>
      </p:sp>
      <p:sp>
        <p:nvSpPr>
          <p:cNvPr id="3" name="S06-stepno32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6-text33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말에 ○ 해요.</a:t>
            </a:r>
            <a:endParaRPr lang="ko-KR" sz="3200" dirty="0"/>
          </a:p>
        </p:txBody>
      </p:sp>
      <p:sp>
        <p:nvSpPr>
          <p:cNvPr id="5" name="S06-stepno34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6-text35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말과 맞는 칸을 찾아요.</a:t>
            </a:r>
            <a:endParaRPr lang="ko-KR" sz="3200" dirty="0"/>
          </a:p>
        </p:txBody>
      </p:sp>
      <p:sp>
        <p:nvSpPr>
          <p:cNvPr id="7" name="S06-stepno36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손가락으로 짚어요.</a:t>
            </a:r>
            <a:endParaRPr lang="ko-KR" sz="3200" dirty="0"/>
          </a:p>
        </p:txBody>
      </p:sp>
      <p:sp>
        <p:nvSpPr>
          <p:cNvPr id="9" name="S06-stepno38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“안내문에 없어요.”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요리 교실 안내</a:t>
            </a:r>
            <a:endParaRPr lang="ko-KR" sz="4400" dirty="0"/>
          </a:p>
        </p:txBody>
      </p:sp>
      <p:sp>
        <p:nvSpPr>
          <p:cNvPr id="3" name="S07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언제 해요?  ② 어디에서 해요?  ③ 무엇을 가져가요?</a:t>
            </a:r>
            <a:endParaRPr lang="ko-KR" sz="3200" dirty="0"/>
          </a:p>
        </p:txBody>
      </p:sp>
      <p:graphicFrame>
        <p:nvGraphicFramePr>
          <p:cNvPr id="8" name="S07-table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516380"/>
          <a:ext cx="9144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과일 꼬치 만들기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6월 13일 토요일 오후 2시~4시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 마을 회관 1층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어린이와 어른 한 명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앞치마, 물병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물어볼 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마을 회관 안내 데스크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요리 교실 순서</a:t>
            </a:r>
            <a:endParaRPr lang="ko-KR" sz="4400" dirty="0"/>
          </a:p>
        </p:txBody>
      </p:sp>
      <p:sp>
        <p:nvSpPr>
          <p:cNvPr id="3" name="S08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요리 교실은 오후에 이렇게 해요.</a:t>
            </a:r>
            <a:endParaRPr lang="ko-KR" sz="3200" dirty="0"/>
          </a:p>
        </p:txBody>
      </p:sp>
      <p:sp>
        <p:nvSpPr>
          <p:cNvPr id="4" name="S08-card44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5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과일 꼬치는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만들어요?</a:t>
            </a:r>
            <a:endParaRPr lang="ko-KR" sz="3200" dirty="0"/>
          </a:p>
        </p:txBody>
      </p:sp>
      <p:sp>
        <p:nvSpPr>
          <p:cNvPr id="6" name="S08-card46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47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오후 3시 30분에는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해요?</a:t>
            </a:r>
            <a:endParaRPr lang="ko-KR" sz="3200" dirty="0"/>
          </a:p>
        </p:txBody>
      </p:sp>
      <p:sp>
        <p:nvSpPr>
          <p:cNvPr id="8" name="S08-step48"/>
          <p:cNvSpPr txBox="1"/>
          <p:nvPr/>
        </p:nvSpPr>
        <p:spPr>
          <a:xfrm>
            <a:off x="548640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</a:t>
            </a:r>
            <a:endParaRPr lang="ko-KR" sz="2600" dirty="0"/>
          </a:p>
        </p:txBody>
      </p:sp>
      <p:sp>
        <p:nvSpPr>
          <p:cNvPr id="9" name="S08-line49"/>
          <p:cNvSpPr/>
          <p:nvPr/>
        </p:nvSpPr>
        <p:spPr>
          <a:xfrm>
            <a:off x="3067812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50"/>
          <p:cNvSpPr txBox="1"/>
          <p:nvPr/>
        </p:nvSpPr>
        <p:spPr>
          <a:xfrm>
            <a:off x="3424428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 30분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 꼬치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ko-KR" sz="2600" dirty="0"/>
          </a:p>
        </p:txBody>
      </p:sp>
      <p:sp>
        <p:nvSpPr>
          <p:cNvPr id="11" name="S08-line51"/>
          <p:cNvSpPr/>
          <p:nvPr/>
        </p:nvSpPr>
        <p:spPr>
          <a:xfrm>
            <a:off x="5943600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52"/>
          <p:cNvSpPr txBox="1"/>
          <p:nvPr/>
        </p:nvSpPr>
        <p:spPr>
          <a:xfrm>
            <a:off x="6300216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 30분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먹기</a:t>
            </a:r>
            <a:endParaRPr lang="ko-KR" sz="2600" dirty="0"/>
          </a:p>
        </p:txBody>
      </p:sp>
      <p:sp>
        <p:nvSpPr>
          <p:cNvPr id="13" name="S08-line53"/>
          <p:cNvSpPr/>
          <p:nvPr/>
        </p:nvSpPr>
        <p:spPr>
          <a:xfrm>
            <a:off x="8819388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8-step54"/>
          <p:cNvSpPr txBox="1"/>
          <p:nvPr/>
        </p:nvSpPr>
        <p:spPr>
          <a:xfrm>
            <a:off x="9176004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안내문에 있을까?</a:t>
            </a:r>
            <a:endParaRPr lang="ko-KR" sz="4400" dirty="0"/>
          </a:p>
        </p:txBody>
      </p:sp>
      <p:sp>
        <p:nvSpPr>
          <p:cNvPr id="3" name="S09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“요리 교실에서 어떤 과일을 써요?” 두 사람이 답했어요.</a:t>
            </a:r>
            <a:endParaRPr lang="ko-KR" sz="3200" dirty="0"/>
          </a:p>
        </p:txBody>
      </p:sp>
      <p:sp>
        <p:nvSpPr>
          <p:cNvPr id="5" name="S09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답이 알맞을까요? 어디에 물어보면 될까요?</a:t>
            </a:r>
            <a:endParaRPr lang="ko-KR" sz="3200" dirty="0"/>
          </a:p>
        </p:txBody>
      </p:sp>
      <p:sp>
        <p:nvSpPr>
          <p:cNvPr id="7" name="S09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“딸기랑 바나나를 써요.”</a:t>
            </a:r>
            <a:endParaRPr lang="ko-KR" sz="3200" dirty="0"/>
          </a:p>
        </p:txBody>
      </p:sp>
      <p:sp>
        <p:nvSpPr>
          <p:cNvPr id="9" name="S09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“안내문에는 없어요. 물어봐요.”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보기: 숲 놀이</a:t>
            </a:r>
            <a:endParaRPr lang="ko-KR" sz="4400" dirty="0"/>
          </a:p>
        </p:txBody>
      </p:sp>
      <p:sp>
        <p:nvSpPr>
          <p:cNvPr id="3" name="S10-card6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어디에서 모여요?  ② 무엇을 준비해요?  ③ 비가 오면 어떻게 돼요?</a:t>
            </a:r>
            <a:endParaRPr lang="ko-KR" sz="3200" dirty="0"/>
          </a:p>
        </p:txBody>
      </p:sp>
      <p:graphicFrame>
        <p:nvGraphicFramePr>
          <p:cNvPr id="11" name="S10-table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1412240"/>
          <a:ext cx="9144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숲에서 나뭇잎 찾기 놀이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17일 토요일 오전 9시~11시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푸른 숲 공원 정문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1~3학년 어린이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모자, 물병, 운동화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비가 오면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24일 토요일로 미뤄요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질문에 맞는 칸을 찾아 짚었으면 잘한 거예요.</a:t>
            </a:r>
            <a:endParaRPr lang="ko-KR" sz="3200" dirty="0"/>
          </a:p>
        </p:txBody>
      </p:sp>
      <p:sp>
        <p:nvSpPr>
          <p:cNvPr id="5" name="S11-chip6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69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푸른 숲 공원 정문</a:t>
            </a:r>
            <a:endParaRPr lang="ko-KR" sz="3200" dirty="0"/>
          </a:p>
        </p:txBody>
      </p:sp>
      <p:sp>
        <p:nvSpPr>
          <p:cNvPr id="7" name="S11-text70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모자, 물병, 운동화</a:t>
            </a:r>
            <a:endParaRPr lang="ko-KR" sz="3200" dirty="0"/>
          </a:p>
        </p:txBody>
      </p:sp>
      <p:sp>
        <p:nvSpPr>
          <p:cNvPr id="8" name="S11-text71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10월 24일 토요일로 미뤄요</a:t>
            </a:r>
            <a:endParaRPr lang="ko-KR" sz="2600" dirty="0"/>
          </a:p>
        </p:txBody>
      </p:sp>
      <p:sp>
        <p:nvSpPr>
          <p:cNvPr id="9" name="S11-chip7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1-text7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오전 9시</a:t>
            </a:r>
            <a:endParaRPr lang="ko-KR" sz="3200" dirty="0"/>
          </a:p>
        </p:txBody>
      </p:sp>
      <p:sp>
        <p:nvSpPr>
          <p:cNvPr id="11" name="S11-text7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‘언제’ 칸을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읽음</a:t>
            </a:r>
            <a:endParaRPr lang="ko-KR" sz="2600" dirty="0"/>
          </a:p>
        </p:txBody>
      </p:sp>
      <p:sp>
        <p:nvSpPr>
          <p:cNvPr id="12" name="S11-text7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안 가요</a:t>
            </a:r>
            <a:endParaRPr lang="ko-KR" sz="3200" dirty="0"/>
          </a:p>
        </p:txBody>
      </p:sp>
      <p:sp>
        <p:nvSpPr>
          <p:cNvPr id="13" name="S11-text7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답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숲 놀이 순서</a:t>
            </a:r>
            <a:endParaRPr lang="ko-KR" sz="4400" dirty="0"/>
          </a:p>
        </p:txBody>
      </p:sp>
      <p:sp>
        <p:nvSpPr>
          <p:cNvPr id="3" name="S12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숲 놀이 교실은 오전에 이렇게 해요.</a:t>
            </a:r>
            <a:endParaRPr lang="ko-KR" sz="3200" dirty="0"/>
          </a:p>
        </p:txBody>
      </p:sp>
      <p:sp>
        <p:nvSpPr>
          <p:cNvPr id="4" name="S12-card78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9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나뭇잎 찾기는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해요?</a:t>
            </a:r>
            <a:endParaRPr lang="ko-KR" sz="3200" dirty="0"/>
          </a:p>
        </p:txBody>
      </p:sp>
      <p:sp>
        <p:nvSpPr>
          <p:cNvPr id="6" name="S12-card80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81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오전 10시 30분에는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해요?</a:t>
            </a:r>
            <a:endParaRPr lang="ko-KR" sz="3200" dirty="0"/>
          </a:p>
        </p:txBody>
      </p:sp>
      <p:sp>
        <p:nvSpPr>
          <p:cNvPr id="8" name="S12-step82"/>
          <p:cNvSpPr txBox="1"/>
          <p:nvPr/>
        </p:nvSpPr>
        <p:spPr>
          <a:xfrm>
            <a:off x="548640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정문에서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모이기</a:t>
            </a:r>
            <a:endParaRPr lang="ko-KR" sz="2600" dirty="0"/>
          </a:p>
        </p:txBody>
      </p:sp>
      <p:sp>
        <p:nvSpPr>
          <p:cNvPr id="9" name="S12-line83"/>
          <p:cNvSpPr/>
          <p:nvPr/>
        </p:nvSpPr>
        <p:spPr>
          <a:xfrm>
            <a:off x="3067812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2-step84"/>
          <p:cNvSpPr txBox="1"/>
          <p:nvPr/>
        </p:nvSpPr>
        <p:spPr>
          <a:xfrm>
            <a:off x="3424428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 30분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나뭇잎 찾기</a:t>
            </a:r>
            <a:endParaRPr lang="ko-KR" sz="2600" dirty="0"/>
          </a:p>
        </p:txBody>
      </p:sp>
      <p:sp>
        <p:nvSpPr>
          <p:cNvPr id="11" name="S12-line85"/>
          <p:cNvSpPr/>
          <p:nvPr/>
        </p:nvSpPr>
        <p:spPr>
          <a:xfrm>
            <a:off x="5943600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2-step86"/>
          <p:cNvSpPr txBox="1"/>
          <p:nvPr/>
        </p:nvSpPr>
        <p:spPr>
          <a:xfrm>
            <a:off x="6300216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 30분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잎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주기</a:t>
            </a:r>
            <a:endParaRPr lang="ko-KR" sz="2600" dirty="0"/>
          </a:p>
        </p:txBody>
      </p:sp>
      <p:sp>
        <p:nvSpPr>
          <p:cNvPr id="13" name="S12-line87"/>
          <p:cNvSpPr/>
          <p:nvPr/>
        </p:nvSpPr>
        <p:spPr>
          <a:xfrm>
            <a:off x="8819388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2-step88"/>
          <p:cNvSpPr txBox="1"/>
          <p:nvPr/>
        </p:nvSpPr>
        <p:spPr>
          <a:xfrm>
            <a:off x="9176004" y="256286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89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0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말을 보고 안내문과 순서 그림에서 맞는 칸을 찾아 답해요.</a:t>
            </a:r>
            <a:endParaRPr lang="ko-KR" sz="3200" dirty="0"/>
          </a:p>
        </p:txBody>
      </p:sp>
      <p:sp>
        <p:nvSpPr>
          <p:cNvPr id="5" name="S13-chip91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칸을 찾아 짚기</a:t>
            </a:r>
            <a:endParaRPr lang="ko-KR" sz="2600" dirty="0"/>
          </a:p>
        </p:txBody>
      </p:sp>
      <p:sp>
        <p:nvSpPr>
          <p:cNvPr id="6" name="S13-chip92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짐작해서 답하기</a:t>
            </a:r>
            <a:endParaRPr lang="ko-KR" sz="2600" dirty="0"/>
          </a:p>
        </p:txBody>
      </p:sp>
      <p:sp>
        <p:nvSpPr>
          <p:cNvPr id="7" name="S13-text93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4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‘언제’를 물으면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찾나요?</a:t>
            </a:r>
            <a:endParaRPr lang="ko-KR" sz="2600" dirty="0"/>
          </a:p>
        </p:txBody>
      </p:sp>
      <p:sp>
        <p:nvSpPr>
          <p:cNvPr id="9" name="S13-text95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안내문에 없으면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하나요?</a:t>
            </a:r>
            <a:endParaRPr lang="ko-KR" sz="2600" dirty="0"/>
          </a:p>
        </p:txBody>
      </p:sp>
      <p:sp>
        <p:nvSpPr>
          <p:cNvPr id="10" name="S13-text96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숲 놀이 교실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 하나</a:t>
            </a:r>
            <a:endParaRPr lang="ko-KR" sz="2600" dirty="0"/>
          </a:p>
        </p:txBody>
      </p:sp>
      <p:sp>
        <p:nvSpPr>
          <p:cNvPr id="11" name="S13-text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바르고 고운 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약속 쪽지</a:t>
            </a:r>
            <a:endParaRPr lang="ko-KR" sz="4400" dirty="0"/>
          </a:p>
        </p:txBody>
      </p:sp>
      <p:sp>
        <p:nvSpPr>
          <p:cNvPr id="3" name="S14-text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만날 약속 쪽지예요.</a:t>
            </a:r>
            <a:endParaRPr lang="ko-KR" sz="3200" dirty="0"/>
          </a:p>
        </p:txBody>
      </p:sp>
      <p:sp>
        <p:nvSpPr>
          <p:cNvPr id="4" name="S14-card99"/>
          <p:cNvSpPr/>
          <p:nvPr/>
        </p:nvSpPr>
        <p:spPr>
          <a:xfrm>
            <a:off x="6277356" y="2011680"/>
            <a:ext cx="5362956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00"/>
          <p:cNvSpPr txBox="1"/>
          <p:nvPr/>
        </p:nvSpPr>
        <p:spPr>
          <a:xfrm>
            <a:off x="6551676" y="2148840"/>
            <a:ext cx="48143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 쪽지</a:t>
            </a:r>
            <a:endParaRPr lang="ko-KR" sz="3200" dirty="0"/>
          </a:p>
        </p:txBody>
      </p:sp>
      <p:graphicFrame>
        <p:nvGraphicFramePr>
          <p:cNvPr id="15" name="S14-table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3512820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10시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놀이터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줄넘기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4-chip10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" name="S14-text103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만나요?</a:t>
            </a:r>
            <a:endParaRPr lang="ko-KR" sz="3200" dirty="0"/>
          </a:p>
        </p:txBody>
      </p:sp>
      <p:sp>
        <p:nvSpPr>
          <p:cNvPr id="9" name="S14-chip10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14-text105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만나요?</a:t>
            </a:r>
            <a:endParaRPr lang="ko-KR" sz="3200" dirty="0"/>
          </a:p>
        </p:txBody>
      </p:sp>
      <p:sp>
        <p:nvSpPr>
          <p:cNvPr id="11" name="S14-chip10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14-text107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가져가요?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글과 그림에서 정보 찾기</dc:title>
  <dc:subject>KR22-G02-KOR-FINDINFO-L01</dc:subject>
  <dc:creator>education-ppt</dc:creator>
  <cp:lastModifiedBy>education-ppt</cp:lastModifiedBy>
  <cp:revision>1</cp:revision>
  <dcterms:created xsi:type="dcterms:W3CDTF">2026-10-26T07:34:57Z</dcterms:created>
  <dcterms:modified xsi:type="dcterms:W3CDTF">2026-10-26T07:34:57Z</dcterms:modified>
</cp:coreProperties>
</file>