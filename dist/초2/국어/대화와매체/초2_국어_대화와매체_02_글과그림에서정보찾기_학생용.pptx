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cfa3fb1-3004-418e-70ec-4541a0c08b0b}">
          <p14:sldIdLst>
            <p14:sldId id="256"/>
            <p14:sldId id="257"/>
          </p14:sldIdLst>
        </p14:section>
        <p14:section name="개념" id="{420721ac-4360-46bf-e3ac-458a69875c4a}">
          <p14:sldIdLst>
            <p14:sldId id="258"/>
            <p14:sldId id="259"/>
            <p14:sldId id="260"/>
            <p14:sldId id="261"/>
          </p14:sldIdLst>
        </p14:section>
        <p14:section name="연습" id="{622e4c70-7d16-4f9e-6b36-7afa3b2707f1}">
          <p14:sldIdLst>
            <p14:sldId id="262"/>
            <p14:sldId id="263"/>
            <p14:sldId id="264"/>
          </p14:sldIdLst>
        </p14:section>
        <p14:section name="확인" id="{81e49e0f-35ba-30de-e6b6-42df6a6198f9}">
          <p14:sldIdLst>
            <p14:sldId id="265"/>
            <p14:sldId id="266"/>
          </p14:sldIdLst>
        </p14:section>
        <p14:section name="정리" id="{aaacd73f-856b-f177-6089-55d798b105ba}">
          <p14:sldIdLst>
            <p14:sldId id="267"/>
          </p14:sldIdLst>
        </p14:section>
        <p14:section name="보충" id="{0364571e-44f2-016e-64f6-d66daacb2b9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대화와매체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글과 그림에서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글과 그림에서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글과 그림에서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안내문에서 정보 찾기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찾을까?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안내문에서 필요한 것을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순서 그림에서 시각과 할 일을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묻나요?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말에 ○ 하고, 무엇을 묻는지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시작해요?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모여요?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가져가요?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안내문에 있는 것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안내문은 알아야 할 것을 알려 주는 글이에요.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말과 같은 칸을 찾아요.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날짜, 요일, 시각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곳, 모이는 곳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 수 있는 사람</a:t>
            </a:r>
            <a:endParaRPr lang="ko-KR" sz="3200" dirty="0"/>
          </a:p>
        </p:txBody>
      </p:sp>
      <p:sp>
        <p:nvSpPr>
          <p:cNvPr id="12" name="S03-card19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3" name="S03-cardtext20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가져갈 것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그림책 읽어 주기 안내</a:t>
            </a:r>
            <a:endParaRPr lang="ko-KR" sz="4400" dirty="0"/>
          </a:p>
        </p:txBody>
      </p:sp>
      <p:sp>
        <p:nvSpPr>
          <p:cNvPr id="3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“언제 해요?” → ‘언제’ 칸을 봐요.</a:t>
            </a:r>
            <a:endParaRPr lang="ko-KR" sz="3200" dirty="0"/>
          </a:p>
        </p:txBody>
      </p:sp>
      <p:graphicFrame>
        <p:nvGraphicFramePr>
          <p:cNvPr id="5" name="S04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1800860"/>
          <a:ext cx="9144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그림책 읽어 주기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5월 9일 토요일 오전 10시~11시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해바라기 도서관 2층 어린이방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1~2학년 어린이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색연필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그림 읽기</a:t>
            </a:r>
            <a:endParaRPr lang="ko-KR" sz="44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그림책 읽어 주기는 오전에 이렇게 해요.</a:t>
            </a:r>
            <a:endParaRPr lang="ko-KR" sz="32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 칸을 찾고, 그 칸의 시각을 읽어요.</a:t>
            </a:r>
            <a:endParaRPr lang="ko-KR" sz="3200" dirty="0"/>
          </a:p>
        </p:txBody>
      </p:sp>
      <p:sp>
        <p:nvSpPr>
          <p:cNvPr id="6" name="S05-step27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그림책 듣기</a:t>
            </a:r>
            <a:endParaRPr lang="ko-KR" sz="2800" dirty="0"/>
          </a:p>
        </p:txBody>
      </p:sp>
      <p:sp>
        <p:nvSpPr>
          <p:cNvPr id="7" name="S05-line28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5-step29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 30분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책갈피 만들기</a:t>
            </a:r>
            <a:endParaRPr lang="ko-KR" sz="2800" dirty="0"/>
          </a:p>
        </p:txBody>
      </p:sp>
      <p:sp>
        <p:nvSpPr>
          <p:cNvPr id="9" name="S05-line30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31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찾아요</a:t>
            </a:r>
            <a:endParaRPr lang="ko-KR" sz="4400" dirty="0"/>
          </a:p>
        </p:txBody>
      </p:sp>
      <p:sp>
        <p:nvSpPr>
          <p:cNvPr id="3" name="S06-stepno32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6-text33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말에 ○ 해요.</a:t>
            </a:r>
            <a:endParaRPr lang="ko-KR" sz="3200" dirty="0"/>
          </a:p>
        </p:txBody>
      </p:sp>
      <p:sp>
        <p:nvSpPr>
          <p:cNvPr id="5" name="S06-stepno34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6-text35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말과 맞는 칸을 찾아요.</a:t>
            </a:r>
            <a:endParaRPr lang="ko-KR" sz="3200" dirty="0"/>
          </a:p>
        </p:txBody>
      </p:sp>
      <p:sp>
        <p:nvSpPr>
          <p:cNvPr id="7" name="S06-stepno36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6-text37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손가락으로 짚어요.</a:t>
            </a:r>
            <a:endParaRPr lang="ko-KR" sz="3200" dirty="0"/>
          </a:p>
        </p:txBody>
      </p:sp>
      <p:sp>
        <p:nvSpPr>
          <p:cNvPr id="9" name="S06-stepno38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6-text39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“안내문에 없어요.”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요리 교실 안내</a:t>
            </a:r>
            <a:endParaRPr lang="ko-KR" sz="4400" dirty="0"/>
          </a:p>
        </p:txBody>
      </p:sp>
      <p:sp>
        <p:nvSpPr>
          <p:cNvPr id="3" name="S07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언제 해요?  ② 어디에서 해요?  ③ 무엇을 가져가요?</a:t>
            </a:r>
            <a:endParaRPr lang="ko-KR" sz="3200" dirty="0"/>
          </a:p>
        </p:txBody>
      </p:sp>
      <p:graphicFrame>
        <p:nvGraphicFramePr>
          <p:cNvPr id="8" name="S07-table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1516380"/>
          <a:ext cx="9144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과일 꼬치 만들기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6월 13일 토요일 오후 2시~4시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 마을 회관 1층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어린이와 어른 한 명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앞치마, 물병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물어볼 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마을 회관 안내 데스크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요리 교실 순서</a:t>
            </a:r>
            <a:endParaRPr lang="ko-KR" sz="4400" dirty="0"/>
          </a:p>
        </p:txBody>
      </p:sp>
      <p:sp>
        <p:nvSpPr>
          <p:cNvPr id="3" name="S08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요리 교실은 오후에 이렇게 해요.</a:t>
            </a:r>
            <a:endParaRPr lang="ko-KR" sz="3200" dirty="0"/>
          </a:p>
        </p:txBody>
      </p:sp>
      <p:sp>
        <p:nvSpPr>
          <p:cNvPr id="4" name="S08-card44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45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과일 꼬치는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만들어요?</a:t>
            </a:r>
            <a:endParaRPr lang="ko-KR" sz="3200" dirty="0"/>
          </a:p>
        </p:txBody>
      </p:sp>
      <p:sp>
        <p:nvSpPr>
          <p:cNvPr id="6" name="S08-card46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47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오후 3시 30분에는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해요?</a:t>
            </a:r>
            <a:endParaRPr lang="ko-KR" sz="3200" dirty="0"/>
          </a:p>
        </p:txBody>
      </p:sp>
      <p:sp>
        <p:nvSpPr>
          <p:cNvPr id="8" name="S08-step48"/>
          <p:cNvSpPr txBox="1"/>
          <p:nvPr/>
        </p:nvSpPr>
        <p:spPr>
          <a:xfrm>
            <a:off x="548640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</a:t>
            </a:r>
            <a:endParaRPr lang="ko-KR" sz="2600" dirty="0"/>
          </a:p>
        </p:txBody>
      </p:sp>
      <p:sp>
        <p:nvSpPr>
          <p:cNvPr id="9" name="S08-line49"/>
          <p:cNvSpPr/>
          <p:nvPr/>
        </p:nvSpPr>
        <p:spPr>
          <a:xfrm>
            <a:off x="3067812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50"/>
          <p:cNvSpPr txBox="1"/>
          <p:nvPr/>
        </p:nvSpPr>
        <p:spPr>
          <a:xfrm>
            <a:off x="3424428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 30분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 꼬치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</a:t>
            </a:r>
            <a:endParaRPr lang="ko-KR" sz="2600" dirty="0"/>
          </a:p>
        </p:txBody>
      </p:sp>
      <p:sp>
        <p:nvSpPr>
          <p:cNvPr id="11" name="S08-line51"/>
          <p:cNvSpPr/>
          <p:nvPr/>
        </p:nvSpPr>
        <p:spPr>
          <a:xfrm>
            <a:off x="5943600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52"/>
          <p:cNvSpPr txBox="1"/>
          <p:nvPr/>
        </p:nvSpPr>
        <p:spPr>
          <a:xfrm>
            <a:off x="6300216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 30분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먹기</a:t>
            </a:r>
            <a:endParaRPr lang="ko-KR" sz="2600" dirty="0"/>
          </a:p>
        </p:txBody>
      </p:sp>
      <p:sp>
        <p:nvSpPr>
          <p:cNvPr id="13" name="S08-line53"/>
          <p:cNvSpPr/>
          <p:nvPr/>
        </p:nvSpPr>
        <p:spPr>
          <a:xfrm>
            <a:off x="8819388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8-step54"/>
          <p:cNvSpPr txBox="1"/>
          <p:nvPr/>
        </p:nvSpPr>
        <p:spPr>
          <a:xfrm>
            <a:off x="9176004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안내문에 있을까?</a:t>
            </a:r>
            <a:endParaRPr lang="ko-KR" sz="4400" dirty="0"/>
          </a:p>
        </p:txBody>
      </p:sp>
      <p:sp>
        <p:nvSpPr>
          <p:cNvPr id="3" name="S09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“요리 교실에서 어떤 과일을 써요?” 두 사람이 답했어요.</a:t>
            </a:r>
            <a:endParaRPr lang="ko-KR" sz="3200" dirty="0"/>
          </a:p>
        </p:txBody>
      </p:sp>
      <p:sp>
        <p:nvSpPr>
          <p:cNvPr id="5" name="S09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답이 알맞을까요? 어디에 물어보면 될까요?</a:t>
            </a:r>
            <a:endParaRPr lang="ko-KR" sz="3200" dirty="0"/>
          </a:p>
        </p:txBody>
      </p:sp>
      <p:sp>
        <p:nvSpPr>
          <p:cNvPr id="7" name="S09-chip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6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“딸기랑 바나나를 써요.”</a:t>
            </a:r>
            <a:endParaRPr lang="ko-KR" sz="3200" dirty="0"/>
          </a:p>
        </p:txBody>
      </p:sp>
      <p:sp>
        <p:nvSpPr>
          <p:cNvPr id="9" name="S09-chip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6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“안내문에는 없어요. 물어봐요.”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보기: 숲 놀이</a:t>
            </a:r>
            <a:endParaRPr lang="ko-KR" sz="4400" dirty="0"/>
          </a:p>
        </p:txBody>
      </p:sp>
      <p:sp>
        <p:nvSpPr>
          <p:cNvPr id="3" name="S10-card6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어디에서 모여요?  ② 무엇을 준비해요?  ③ 비가 오면 어떻게 돼요?</a:t>
            </a:r>
            <a:endParaRPr lang="ko-KR" sz="3200" dirty="0"/>
          </a:p>
        </p:txBody>
      </p:sp>
      <p:graphicFrame>
        <p:nvGraphicFramePr>
          <p:cNvPr id="11" name="S10-table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1412240"/>
          <a:ext cx="9144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숲에서 나뭇잎 찾기 놀이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17일 토요일 오전 9시~11시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푸른 숲 공원 정문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1~3학년 어린이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모자, 물병, 운동화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비가 오면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24일 토요일로 미뤄요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숲 놀이 순서</a:t>
            </a:r>
            <a:endParaRPr lang="ko-KR" sz="4400" dirty="0"/>
          </a:p>
        </p:txBody>
      </p:sp>
      <p:sp>
        <p:nvSpPr>
          <p:cNvPr id="3" name="S12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숲 놀이 교실은 오전에 이렇게 해요.</a:t>
            </a:r>
            <a:endParaRPr lang="ko-KR" sz="3200" dirty="0"/>
          </a:p>
        </p:txBody>
      </p:sp>
      <p:sp>
        <p:nvSpPr>
          <p:cNvPr id="4" name="S12-card67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68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나뭇잎 찾기는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해요?</a:t>
            </a:r>
            <a:endParaRPr lang="ko-KR" sz="3200" dirty="0"/>
          </a:p>
        </p:txBody>
      </p:sp>
      <p:sp>
        <p:nvSpPr>
          <p:cNvPr id="6" name="S12-card69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70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오전 10시 30분에는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해요?</a:t>
            </a:r>
            <a:endParaRPr lang="ko-KR" sz="3200" dirty="0"/>
          </a:p>
        </p:txBody>
      </p:sp>
      <p:sp>
        <p:nvSpPr>
          <p:cNvPr id="8" name="S12-step71"/>
          <p:cNvSpPr txBox="1"/>
          <p:nvPr/>
        </p:nvSpPr>
        <p:spPr>
          <a:xfrm>
            <a:off x="548640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정문에서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모이기</a:t>
            </a:r>
            <a:endParaRPr lang="ko-KR" sz="2600" dirty="0"/>
          </a:p>
        </p:txBody>
      </p:sp>
      <p:sp>
        <p:nvSpPr>
          <p:cNvPr id="9" name="S12-line72"/>
          <p:cNvSpPr/>
          <p:nvPr/>
        </p:nvSpPr>
        <p:spPr>
          <a:xfrm>
            <a:off x="3067812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2-step73"/>
          <p:cNvSpPr txBox="1"/>
          <p:nvPr/>
        </p:nvSpPr>
        <p:spPr>
          <a:xfrm>
            <a:off x="3424428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 30분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나뭇잎 찾기</a:t>
            </a:r>
            <a:endParaRPr lang="ko-KR" sz="2600" dirty="0"/>
          </a:p>
        </p:txBody>
      </p:sp>
      <p:sp>
        <p:nvSpPr>
          <p:cNvPr id="11" name="S12-line74"/>
          <p:cNvSpPr/>
          <p:nvPr/>
        </p:nvSpPr>
        <p:spPr>
          <a:xfrm>
            <a:off x="5943600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2-step75"/>
          <p:cNvSpPr txBox="1"/>
          <p:nvPr/>
        </p:nvSpPr>
        <p:spPr>
          <a:xfrm>
            <a:off x="6300216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 30분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잎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주기</a:t>
            </a:r>
            <a:endParaRPr lang="ko-KR" sz="2600" dirty="0"/>
          </a:p>
        </p:txBody>
      </p:sp>
      <p:sp>
        <p:nvSpPr>
          <p:cNvPr id="13" name="S12-line76"/>
          <p:cNvSpPr/>
          <p:nvPr/>
        </p:nvSpPr>
        <p:spPr>
          <a:xfrm>
            <a:off x="8819388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2-step77"/>
          <p:cNvSpPr txBox="1"/>
          <p:nvPr/>
        </p:nvSpPr>
        <p:spPr>
          <a:xfrm>
            <a:off x="9176004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78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9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말을 보고 안내문과 순서 그림에서 맞는 칸을 찾아 답해요.</a:t>
            </a:r>
            <a:endParaRPr lang="ko-KR" sz="3200" dirty="0"/>
          </a:p>
        </p:txBody>
      </p:sp>
      <p:sp>
        <p:nvSpPr>
          <p:cNvPr id="5" name="S13-chip80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칸을 찾아 짚기</a:t>
            </a:r>
            <a:endParaRPr lang="ko-KR" sz="2600" dirty="0"/>
          </a:p>
        </p:txBody>
      </p:sp>
      <p:sp>
        <p:nvSpPr>
          <p:cNvPr id="6" name="S13-chip81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짐작해서 답하기</a:t>
            </a:r>
            <a:endParaRPr lang="ko-KR" sz="2600" dirty="0"/>
          </a:p>
        </p:txBody>
      </p:sp>
      <p:sp>
        <p:nvSpPr>
          <p:cNvPr id="7" name="S13-text82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83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‘언제’를 물으면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찾나요?</a:t>
            </a:r>
            <a:endParaRPr lang="ko-KR" sz="2600" dirty="0"/>
          </a:p>
        </p:txBody>
      </p:sp>
      <p:sp>
        <p:nvSpPr>
          <p:cNvPr id="9" name="S13-text84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안내문에 없으면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하나요?</a:t>
            </a:r>
            <a:endParaRPr lang="ko-KR" sz="2600" dirty="0"/>
          </a:p>
        </p:txBody>
      </p:sp>
      <p:sp>
        <p:nvSpPr>
          <p:cNvPr id="10" name="S13-text85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숲 놀이 교실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 하나</a:t>
            </a:r>
            <a:endParaRPr lang="ko-KR" sz="2600" dirty="0"/>
          </a:p>
        </p:txBody>
      </p:sp>
      <p:sp>
        <p:nvSpPr>
          <p:cNvPr id="11" name="S13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바르고 고운 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약속 쪽지</a:t>
            </a:r>
            <a:endParaRPr lang="ko-KR" sz="4400" dirty="0"/>
          </a:p>
        </p:txBody>
      </p:sp>
      <p:sp>
        <p:nvSpPr>
          <p:cNvPr id="3" name="S14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만날 약속 쪽지예요.</a:t>
            </a:r>
            <a:endParaRPr lang="ko-KR" sz="3200" dirty="0"/>
          </a:p>
        </p:txBody>
      </p:sp>
      <p:sp>
        <p:nvSpPr>
          <p:cNvPr id="4" name="S14-card88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89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쪽지</a:t>
            </a:r>
            <a:endParaRPr lang="ko-KR" sz="3200" dirty="0"/>
          </a:p>
        </p:txBody>
      </p:sp>
      <p:graphicFrame>
        <p:nvGraphicFramePr>
          <p:cNvPr id="14" name="S14-table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351282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오전 10시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놀이터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줄넘기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4-chip9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" name="S14-text92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만나요?</a:t>
            </a:r>
            <a:endParaRPr lang="ko-KR" sz="3200" dirty="0"/>
          </a:p>
        </p:txBody>
      </p:sp>
      <p:sp>
        <p:nvSpPr>
          <p:cNvPr id="9" name="S14-chip9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14-text94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만나요?</a:t>
            </a:r>
            <a:endParaRPr lang="ko-KR" sz="3200" dirty="0"/>
          </a:p>
        </p:txBody>
      </p:sp>
      <p:sp>
        <p:nvSpPr>
          <p:cNvPr id="11" name="S14-chip9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2" name="S14-text96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가져가요?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글과 그림에서 정보 찾기</dc:title>
  <dc:subject>KR22-G02-KOR-FINDINFO-L01</dc:subject>
  <dc:creator>education-ppt</dc:creator>
  <cp:lastModifiedBy>education-ppt</cp:lastModifiedBy>
  <cp:revision>1</cp:revision>
  <dcterms:created xsi:type="dcterms:W3CDTF">2026-10-26T07:34:57Z</dcterms:created>
  <dcterms:modified xsi:type="dcterms:W3CDTF">2026-10-26T07:34:57Z</dcterms:modified>
</cp:coreProperties>
</file>