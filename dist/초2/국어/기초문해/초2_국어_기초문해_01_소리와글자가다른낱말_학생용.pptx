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9ccc114-8150-cbbb-0371-7a0037c644ad}">
          <p14:sldIdLst>
            <p14:sldId id="256"/>
            <p14:sldId id="257"/>
          </p14:sldIdLst>
        </p14:section>
        <p14:section name="개념" id="{66d1e19a-4a2b-8641-5f80-833aa20ce79e}">
          <p14:sldIdLst>
            <p14:sldId id="258"/>
            <p14:sldId id="259"/>
            <p14:sldId id="260"/>
          </p14:sldIdLst>
        </p14:section>
        <p14:section name="연습" id="{59038c18-80dd-7ef9-db7b-d7a819253664}">
          <p14:sldIdLst>
            <p14:sldId id="261"/>
            <p14:sldId id="262"/>
            <p14:sldId id="263"/>
          </p14:sldIdLst>
        </p14:section>
        <p14:section name="확인" id="{987c6fe2-835d-4161-edf6-99248cdf5868}">
          <p14:sldIdLst>
            <p14:sldId id="264"/>
            <p14:sldId id="265"/>
          </p14:sldIdLst>
        </p14:section>
        <p14:section name="정리" id="{cb7dbf02-016f-ef3e-aeb5-d580a0f34408}">
          <p14:sldIdLst>
            <p14:sldId id="266"/>
          </p14:sldIdLst>
        </p14:section>
        <p14:section name="보충" id="{cbefd105-7d91-31aa-e4a2-c95782ae5399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기초문해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소리와 글자가 다른 낱말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소리와 글자가 다른 낱말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소리와 글자가 다른 낱말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소리와 글자가 다른 낱말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‘음악’은 어떻게 소리 날까?</a:t>
            </a:r>
            <a:endParaRPr lang="ko-KR" sz="3200" dirty="0"/>
          </a:p>
        </p:txBody>
      </p:sp>
      <p:sp>
        <p:nvSpPr>
          <p:cNvPr id="4" name="S01-big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음악</a:t>
            </a:r>
            <a:endParaRPr lang="ko-KR" sz="5400" dirty="0"/>
          </a:p>
        </p:txBody>
      </p:sp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받침이 넘어가는 소리를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받침을 제자리에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받침을 찾아요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받침을 말해 보세요.</a:t>
            </a:r>
            <a:endParaRPr lang="ko-KR" sz="3200" dirty="0"/>
          </a:p>
        </p:txBody>
      </p:sp>
      <p:sp>
        <p:nvSpPr>
          <p:cNvPr id="4" name="S02-word5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3600" dirty="0"/>
          </a:p>
        </p:txBody>
      </p:sp>
      <p:sp>
        <p:nvSpPr>
          <p:cNvPr id="5" name="S02-word6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</a:t>
            </a:r>
            <a:endParaRPr lang="ko-KR" sz="3600" dirty="0"/>
          </a:p>
        </p:txBody>
      </p:sp>
      <p:sp>
        <p:nvSpPr>
          <p:cNvPr id="6" name="S02-word7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600" dirty="0"/>
          </a:p>
        </p:txBody>
      </p:sp>
      <p:sp>
        <p:nvSpPr>
          <p:cNvPr id="7" name="S02-word8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</a:t>
            </a:r>
            <a:endParaRPr lang="ko-KR" sz="3600" dirty="0"/>
          </a:p>
        </p:txBody>
      </p:sp>
      <p:sp>
        <p:nvSpPr>
          <p:cNvPr id="8" name="S02-word9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9" name="S02-word10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뒤로 넘어가요</a:t>
            </a:r>
            <a:endParaRPr lang="ko-KR" sz="4400" dirty="0"/>
          </a:p>
        </p:txBody>
      </p:sp>
      <p:sp>
        <p:nvSpPr>
          <p:cNvPr id="3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 글자가 ㅇ으로 시작하면 받침이 넘어가 소리 나요.</a:t>
            </a:r>
            <a:endParaRPr lang="ko-KR" sz="3200" dirty="0"/>
          </a:p>
        </p:txBody>
      </p:sp>
      <p:sp>
        <p:nvSpPr>
          <p:cNvPr id="5" name="S03-card13"/>
          <p:cNvSpPr/>
          <p:nvPr/>
        </p:nvSpPr>
        <p:spPr>
          <a:xfrm>
            <a:off x="548640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822960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‘음’의 받침 ㅁ이 뒤로 넘어가요</a:t>
            </a:r>
            <a:endParaRPr lang="ko-KR" sz="3200" dirty="0"/>
          </a:p>
        </p:txBody>
      </p:sp>
      <p:sp>
        <p:nvSpPr>
          <p:cNvPr id="7" name="S03-card15"/>
          <p:cNvSpPr/>
          <p:nvPr/>
        </p:nvSpPr>
        <p:spPr>
          <a:xfrm>
            <a:off x="6208776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6"/>
          <p:cNvSpPr txBox="1"/>
          <p:nvPr/>
        </p:nvSpPr>
        <p:spPr>
          <a:xfrm>
            <a:off x="6483096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[으막]으로 소리 나요</a:t>
            </a:r>
            <a:endParaRPr lang="ko-KR" sz="3200" dirty="0"/>
          </a:p>
        </p:txBody>
      </p:sp>
      <p:sp>
        <p:nvSpPr>
          <p:cNvPr id="9" name="S03-tile17"/>
          <p:cNvSpPr txBox="1"/>
          <p:nvPr/>
        </p:nvSpPr>
        <p:spPr>
          <a:xfrm>
            <a:off x="1769364" y="15032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</a:t>
            </a:r>
            <a:endParaRPr lang="ko-KR" sz="5900" dirty="0"/>
          </a:p>
        </p:txBody>
      </p:sp>
      <p:sp>
        <p:nvSpPr>
          <p:cNvPr id="10" name="S03-tile18"/>
          <p:cNvSpPr txBox="1"/>
          <p:nvPr/>
        </p:nvSpPr>
        <p:spPr>
          <a:xfrm>
            <a:off x="3342132" y="15032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</a:t>
            </a:r>
            <a:endParaRPr lang="ko-KR" sz="5900" dirty="0"/>
          </a:p>
        </p:txBody>
      </p:sp>
      <p:sp>
        <p:nvSpPr>
          <p:cNvPr id="11" name="S03-label19"/>
          <p:cNvSpPr txBox="1"/>
          <p:nvPr/>
        </p:nvSpPr>
        <p:spPr>
          <a:xfrm>
            <a:off x="548640" y="31254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</a:t>
            </a:r>
            <a:endParaRPr lang="ko-KR" sz="2600" dirty="0"/>
          </a:p>
        </p:txBody>
      </p:sp>
      <p:sp>
        <p:nvSpPr>
          <p:cNvPr id="12" name="S03-tile20"/>
          <p:cNvSpPr txBox="1"/>
          <p:nvPr/>
        </p:nvSpPr>
        <p:spPr>
          <a:xfrm>
            <a:off x="7475220" y="15032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</a:t>
            </a:r>
            <a:endParaRPr lang="ko-KR" sz="5900" dirty="0"/>
          </a:p>
        </p:txBody>
      </p:sp>
      <p:sp>
        <p:nvSpPr>
          <p:cNvPr id="13" name="S03-tile21"/>
          <p:cNvSpPr txBox="1"/>
          <p:nvPr/>
        </p:nvSpPr>
        <p:spPr>
          <a:xfrm>
            <a:off x="9047988" y="1503299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</a:t>
            </a:r>
            <a:endParaRPr lang="ko-KR" sz="5900" dirty="0"/>
          </a:p>
        </p:txBody>
      </p:sp>
      <p:sp>
        <p:nvSpPr>
          <p:cNvPr id="14" name="S03-label22"/>
          <p:cNvSpPr txBox="1"/>
          <p:nvPr/>
        </p:nvSpPr>
        <p:spPr>
          <a:xfrm>
            <a:off x="6254496" y="31254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[으막]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넘어가는 소리 찾기</a:t>
            </a:r>
            <a:endParaRPr lang="ko-KR" sz="4400" dirty="0"/>
          </a:p>
        </p:txBody>
      </p:sp>
      <p:sp>
        <p:nvSpPr>
          <p:cNvPr id="3" name="S04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어디로 갔는지 찾아보세요.</a:t>
            </a:r>
            <a:endParaRPr lang="ko-KR" sz="3200" dirty="0"/>
          </a:p>
        </p:txBody>
      </p:sp>
      <p:sp>
        <p:nvSpPr>
          <p:cNvPr id="4" name="S04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글자는 그대로 두고, 읽을 때만 넘겨 읽어요.</a:t>
            </a:r>
            <a:endParaRPr lang="ko-KR" sz="3200" dirty="0"/>
          </a:p>
        </p:txBody>
      </p:sp>
      <p:sp>
        <p:nvSpPr>
          <p:cNvPr id="6" name="S04-word26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[노리]</a:t>
            </a:r>
            <a:endParaRPr lang="ko-KR" sz="3600" dirty="0"/>
          </a:p>
        </p:txBody>
      </p:sp>
      <p:sp>
        <p:nvSpPr>
          <p:cNvPr id="7" name="S04-word27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[어름]</a:t>
            </a:r>
            <a:endParaRPr lang="ko-KR" sz="3600" dirty="0"/>
          </a:p>
        </p:txBody>
      </p:sp>
      <p:sp>
        <p:nvSpPr>
          <p:cNvPr id="8" name="S04-word28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[구거]</a:t>
            </a:r>
            <a:endParaRPr lang="ko-KR" sz="3600" dirty="0"/>
          </a:p>
        </p:txBody>
      </p:sp>
      <p:sp>
        <p:nvSpPr>
          <p:cNvPr id="9" name="S04-word29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[다너]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때는 제자리에</a:t>
            </a:r>
            <a:endParaRPr lang="ko-KR" sz="4400" dirty="0"/>
          </a:p>
        </p:txBody>
      </p:sp>
      <p:sp>
        <p:nvSpPr>
          <p:cNvPr id="3" name="S05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넘어가도 받침은 앞 글자에 써요.</a:t>
            </a:r>
            <a:endParaRPr lang="ko-KR" sz="3200" dirty="0"/>
          </a:p>
        </p:txBody>
      </p:sp>
      <p:sp>
        <p:nvSpPr>
          <p:cNvPr id="4" name="S05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한 번만, 앞 글자 밑에 써요.</a:t>
            </a:r>
            <a:endParaRPr lang="ko-KR" sz="3200" dirty="0"/>
          </a:p>
        </p:txBody>
      </p:sp>
      <p:sp>
        <p:nvSpPr>
          <p:cNvPr id="6" name="S05-card33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4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떼어 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[바블] → 밥 + 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밥을</a:t>
            </a:r>
            <a:endParaRPr lang="ko-KR" sz="3200" dirty="0"/>
          </a:p>
        </p:txBody>
      </p:sp>
      <p:sp>
        <p:nvSpPr>
          <p:cNvPr id="8" name="S05-card35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5-cardtext36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말 떠올리기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[노리] → 놀다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놀이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</a:t>
            </a:r>
            <a:endParaRPr lang="ko-KR" sz="4400" dirty="0"/>
          </a:p>
        </p:txBody>
      </p:sp>
      <p:sp>
        <p:nvSpPr>
          <p:cNvPr id="3" name="S06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넘어가는 곳을 찾아 읽어요.</a:t>
            </a:r>
            <a:endParaRPr lang="ko-KR" sz="3200" dirty="0"/>
          </a:p>
        </p:txBody>
      </p:sp>
      <p:sp>
        <p:nvSpPr>
          <p:cNvPr id="4" name="S06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다음에 ㅇ이 오면 넘겨 읽어요.</a:t>
            </a:r>
            <a:endParaRPr lang="ko-KR" sz="3200" dirty="0"/>
          </a:p>
        </p:txBody>
      </p:sp>
      <p:sp>
        <p:nvSpPr>
          <p:cNvPr id="6" name="S06-chip4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4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밥을 먹어요.</a:t>
            </a:r>
            <a:endParaRPr lang="ko-KR" sz="3200" dirty="0"/>
          </a:p>
        </p:txBody>
      </p:sp>
      <p:sp>
        <p:nvSpPr>
          <p:cNvPr id="8" name="S06-chip4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4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얼음이 녹아요.</a:t>
            </a:r>
            <a:endParaRPr lang="ko-KR" sz="3200" dirty="0"/>
          </a:p>
        </p:txBody>
      </p:sp>
      <p:sp>
        <p:nvSpPr>
          <p:cNvPr id="10" name="S06-chip4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4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음악을 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쓸까요?</a:t>
            </a:r>
            <a:endParaRPr lang="ko-KR" sz="4400" dirty="0"/>
          </a:p>
        </p:txBody>
      </p:sp>
      <p:sp>
        <p:nvSpPr>
          <p:cNvPr id="3" name="S07-card4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[노리터]를 듣고 이렇게 썼어요.</a:t>
            </a:r>
            <a:endParaRPr lang="ko-KR" sz="3200" dirty="0"/>
          </a:p>
        </p:txBody>
      </p:sp>
      <p:sp>
        <p:nvSpPr>
          <p:cNvPr id="5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바르게 쓴 것일까요? 왜 그럴까요?</a:t>
            </a:r>
            <a:endParaRPr lang="ko-KR" sz="3200" dirty="0"/>
          </a:p>
        </p:txBody>
      </p:sp>
      <p:sp>
        <p:nvSpPr>
          <p:cNvPr id="7" name="S07-chip5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5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노리터</a:t>
            </a:r>
            <a:endParaRPr lang="ko-KR" sz="3200" dirty="0"/>
          </a:p>
        </p:txBody>
      </p:sp>
      <p:sp>
        <p:nvSpPr>
          <p:cNvPr id="9" name="S07-chip5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써요</a:t>
            </a:r>
            <a:endParaRPr lang="ko-KR" sz="4400" dirty="0"/>
          </a:p>
        </p:txBody>
      </p:sp>
      <p:sp>
        <p:nvSpPr>
          <p:cNvPr id="3" name="S08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바르게 써 보세요.</a:t>
            </a:r>
            <a:endParaRPr lang="ko-KR" sz="3200" dirty="0"/>
          </a:p>
        </p:txBody>
      </p:sp>
      <p:sp>
        <p:nvSpPr>
          <p:cNvPr id="4" name="S08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붙은 말을 떼어 봐요. 물 + 이</a:t>
            </a:r>
            <a:endParaRPr lang="ko-KR" sz="3200" dirty="0"/>
          </a:p>
        </p:txBody>
      </p:sp>
      <p:sp>
        <p:nvSpPr>
          <p:cNvPr id="6" name="S08-chip5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5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[무리] 차가워요.</a:t>
            </a:r>
            <a:endParaRPr lang="ko-KR" sz="3200" dirty="0"/>
          </a:p>
        </p:txBody>
      </p:sp>
      <p:sp>
        <p:nvSpPr>
          <p:cNvPr id="8" name="S08-chip5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6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[소늘] 씻어요.</a:t>
            </a:r>
            <a:endParaRPr lang="ko-KR" sz="3200" dirty="0"/>
          </a:p>
        </p:txBody>
      </p:sp>
      <p:sp>
        <p:nvSpPr>
          <p:cNvPr id="10" name="S08-chip6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6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[지베] 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소리 내어 읽고, ③④ 바르게 써요.</a:t>
            </a:r>
            <a:endParaRPr lang="ko-KR" sz="3200" dirty="0"/>
          </a:p>
        </p:txBody>
      </p:sp>
      <p:sp>
        <p:nvSpPr>
          <p:cNvPr id="4" name="S09-chip6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text6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목요일</a:t>
            </a:r>
            <a:endParaRPr lang="ko-KR" sz="3200" dirty="0"/>
          </a:p>
        </p:txBody>
      </p:sp>
      <p:sp>
        <p:nvSpPr>
          <p:cNvPr id="6" name="S09-chip6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text6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</a:t>
            </a:r>
            <a:endParaRPr lang="ko-KR" sz="3200" dirty="0"/>
          </a:p>
        </p:txBody>
      </p:sp>
      <p:sp>
        <p:nvSpPr>
          <p:cNvPr id="8" name="S09-chip6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6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[그리믈] 그려요.</a:t>
            </a:r>
            <a:endParaRPr lang="ko-KR" sz="3200" dirty="0"/>
          </a:p>
        </p:txBody>
      </p:sp>
      <p:sp>
        <p:nvSpPr>
          <p:cNvPr id="10" name="S09-chip7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09-text7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[이비] 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것은?</a:t>
            </a:r>
            <a:endParaRPr lang="ko-KR" sz="4400" dirty="0"/>
          </a:p>
        </p:txBody>
      </p:sp>
      <p:sp>
        <p:nvSpPr>
          <p:cNvPr id="3" name="S11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[연피를] 주세요.</a:t>
            </a:r>
            <a:endParaRPr lang="ko-KR" sz="3200" dirty="0"/>
          </a:p>
        </p:txBody>
      </p:sp>
      <p:sp>
        <p:nvSpPr>
          <p:cNvPr id="4" name="S11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1-chip7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7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7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연피를</a:t>
            </a:r>
            <a:endParaRPr lang="ko-KR" sz="3200" dirty="0"/>
          </a:p>
        </p:txBody>
      </p:sp>
      <p:sp>
        <p:nvSpPr>
          <p:cNvPr id="9" name="S11-chip7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7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8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연필을</a:t>
            </a:r>
            <a:endParaRPr lang="ko-KR" sz="3200" dirty="0"/>
          </a:p>
        </p:txBody>
      </p:sp>
      <p:sp>
        <p:nvSpPr>
          <p:cNvPr id="12" name="S11-chip8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8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8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연필를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8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8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뒤에 ㅇ이 오면 소리는 넘어가요. 쓸 때는 받침을 제자리에 써요.</a:t>
            </a:r>
            <a:endParaRPr lang="ko-KR" sz="3200" dirty="0"/>
          </a:p>
        </p:txBody>
      </p:sp>
      <p:sp>
        <p:nvSpPr>
          <p:cNvPr id="5" name="S12-chip8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떼어 보고 쓰기</a:t>
            </a:r>
            <a:endParaRPr lang="ko-KR" sz="2600" dirty="0"/>
          </a:p>
        </p:txBody>
      </p:sp>
      <p:sp>
        <p:nvSpPr>
          <p:cNvPr id="6" name="S12-chip8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소리 나는 대로 쓰기</a:t>
            </a:r>
            <a:endParaRPr lang="ko-KR" sz="2600" dirty="0"/>
          </a:p>
        </p:txBody>
      </p:sp>
      <p:sp>
        <p:nvSpPr>
          <p:cNvPr id="7" name="S12-text8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8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[으막] 바르게 쓰기</a:t>
            </a:r>
            <a:endParaRPr lang="ko-KR" sz="2600" dirty="0"/>
          </a:p>
        </p:txBody>
      </p:sp>
      <p:sp>
        <p:nvSpPr>
          <p:cNvPr id="9" name="S12-text9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‘놀이’ 소리 내어 읽기</a:t>
            </a:r>
            <a:endParaRPr lang="ko-KR" sz="2600" dirty="0"/>
          </a:p>
        </p:txBody>
      </p:sp>
      <p:sp>
        <p:nvSpPr>
          <p:cNvPr id="10" name="S12-text9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[바블] 바르게 쓰기</a:t>
            </a:r>
            <a:endParaRPr lang="ko-KR" sz="2600" dirty="0"/>
          </a:p>
        </p:txBody>
      </p:sp>
      <p:sp>
        <p:nvSpPr>
          <p:cNvPr id="11" name="S12-text9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헷갈리는 낱말 바르게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받침이 뭐예요?</a:t>
            </a:r>
            <a:endParaRPr lang="ko-KR" sz="4400" dirty="0"/>
          </a:p>
        </p:txBody>
      </p:sp>
      <p:sp>
        <p:nvSpPr>
          <p:cNvPr id="3" name="S13-card93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94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아래에 있는 자음이 받침이에요</a:t>
            </a:r>
            <a:endParaRPr lang="ko-KR" sz="3200" dirty="0"/>
          </a:p>
        </p:txBody>
      </p:sp>
      <p:sp>
        <p:nvSpPr>
          <p:cNvPr id="5" name="S13-card95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3-cardtext96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있으면 소리가 달라져요</a:t>
            </a:r>
            <a:endParaRPr lang="ko-KR" sz="3200" dirty="0"/>
          </a:p>
        </p:txBody>
      </p:sp>
      <p:sp>
        <p:nvSpPr>
          <p:cNvPr id="7" name="S13-word97"/>
          <p:cNvSpPr txBox="1"/>
          <p:nvPr/>
        </p:nvSpPr>
        <p:spPr>
          <a:xfrm>
            <a:off x="548640" y="212852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없음</a:t>
            </a:r>
            <a:endParaRPr lang="ko-KR" sz="3600" dirty="0"/>
          </a:p>
        </p:txBody>
      </p:sp>
      <p:sp>
        <p:nvSpPr>
          <p:cNvPr id="8" name="S13-word98"/>
          <p:cNvSpPr txBox="1"/>
          <p:nvPr/>
        </p:nvSpPr>
        <p:spPr>
          <a:xfrm>
            <a:off x="3390138" y="212852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ㅂ</a:t>
            </a:r>
            <a:endParaRPr lang="ko-KR" sz="3600" dirty="0"/>
          </a:p>
        </p:txBody>
      </p:sp>
      <p:sp>
        <p:nvSpPr>
          <p:cNvPr id="9" name="S13-word99"/>
          <p:cNvSpPr txBox="1"/>
          <p:nvPr/>
        </p:nvSpPr>
        <p:spPr>
          <a:xfrm>
            <a:off x="6231636" y="212852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없음</a:t>
            </a:r>
            <a:endParaRPr lang="ko-KR" sz="3600" dirty="0"/>
          </a:p>
        </p:txBody>
      </p:sp>
      <p:sp>
        <p:nvSpPr>
          <p:cNvPr id="10" name="S13-word100"/>
          <p:cNvSpPr txBox="1"/>
          <p:nvPr/>
        </p:nvSpPr>
        <p:spPr>
          <a:xfrm>
            <a:off x="9073134" y="212852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ㄹ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소리와 글자가 다른 낱말</dc:title>
  <dc:subject>KR22-G02-KOR-LINKSOUND-L01</dc:subject>
  <dc:creator>education-ppt</dc:creator>
  <cp:lastModifiedBy>education-ppt</cp:lastModifiedBy>
  <cp:revision>1</cp:revision>
  <dcterms:created xsi:type="dcterms:W3CDTF">2026-10-26T07:45:46Z</dcterms:created>
  <dcterms:modified xsi:type="dcterms:W3CDTF">2026-10-26T07:45:46Z</dcterms:modified>
</cp:coreProperties>
</file>