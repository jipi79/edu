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68526218-d2fc-ac45-e374-2c0dc197b85d}">
          <p14:sldIdLst>
            <p14:sldId id="256"/>
            <p14:sldId id="257"/>
          </p14:sldIdLst>
        </p14:section>
        <p14:section name="개념" id="{76cd031f-d371-2437-4841-e31d85cae633}">
          <p14:sldIdLst>
            <p14:sldId id="258"/>
            <p14:sldId id="260"/>
            <p14:sldId id="261"/>
          </p14:sldIdLst>
        </p14:section>
        <p14:section name="연습" id="{85b804fd-13e7-55c8-4e85-78f1d9e6af3e}">
          <p14:sldIdLst>
            <p14:sldId id="259"/>
            <p14:sldId id="262"/>
            <p14:sldId id="263"/>
          </p14:sldIdLst>
        </p14:section>
        <p14:section name="개념" id="{89812f63-ecf4-2973-def7-ea08f892dfd7}">
          <p14:sldIdLst/>
        </p14:section>
        <p14:section name="연습" id="{816b2a02-1636-fa29-602a-fd9a41a002ee}">
          <p14:sldIdLst/>
        </p14:section>
        <p14:section name="확인" id="{92167a85-429f-6396-b96a-544ebe3b3262}">
          <p14:sldIdLst>
            <p14:sldId id="264"/>
            <p14:sldId id="265"/>
          </p14:sldIdLst>
        </p14:section>
        <p14:section name="정리" id="{8510e809-953b-33c7-09bb-c6162bb7ecf2}">
          <p14:sldIdLst>
            <p14:sldId id="266"/>
          </p14:sldIdLst>
        </p14:section>
        <p14:section name="보충" id="{a35baf9f-fd77-15f4-8c5b-345b313eb636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국어 · 기초문해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국어 · 짧은 글 읽고 내용 확인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국어 · 짧은 글 읽고 내용 확인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국어 · 짧은 글 읽고 내용 확인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글 읽고 확인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글에서 ‘누가’는 어떻게 찾을까?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짧은 글을 또박또박 읽어요.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누가·무엇을·어떻게를 찾아요.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읽고 골라 볼까요?</a:t>
            </a:r>
            <a:endParaRPr lang="ko-KR" sz="44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소리 내어 읽고, ②는 알맞은 말을 골라요.</a:t>
            </a:r>
            <a:endParaRPr lang="ko-KR" sz="3200" dirty="0"/>
          </a:p>
        </p:txBody>
      </p:sp>
      <p:sp>
        <p:nvSpPr>
          <p:cNvPr id="4" name="S02-chip4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text5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놀이터에서 친구와 놀았어요.</a:t>
            </a:r>
            <a:endParaRPr lang="ko-KR" sz="32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42062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숙제를 다 (맞혔어요 / 마쳤어요).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또박또박 읽어요</a:t>
            </a:r>
            <a:endParaRPr lang="ko-KR" sz="4400" dirty="0"/>
          </a:p>
        </p:txBody>
      </p:sp>
      <p:sp>
        <p:nvSpPr>
          <p:cNvPr id="3" name="S03-stepno8"/>
          <p:cNvSpPr txBox="1"/>
          <p:nvPr/>
        </p:nvSpPr>
        <p:spPr>
          <a:xfrm>
            <a:off x="548640" y="24277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4" name="S03-text9"/>
          <p:cNvSpPr txBox="1"/>
          <p:nvPr/>
        </p:nvSpPr>
        <p:spPr>
          <a:xfrm>
            <a:off x="1325880" y="242773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손가락으로 낱말을 짚어요.</a:t>
            </a:r>
            <a:endParaRPr lang="ko-KR" sz="3200" dirty="0"/>
          </a:p>
        </p:txBody>
      </p:sp>
      <p:sp>
        <p:nvSpPr>
          <p:cNvPr id="5" name="S03-stepno10"/>
          <p:cNvSpPr txBox="1"/>
          <p:nvPr/>
        </p:nvSpPr>
        <p:spPr>
          <a:xfrm>
            <a:off x="548640" y="31409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6" name="S03-text11"/>
          <p:cNvSpPr txBox="1"/>
          <p:nvPr/>
        </p:nvSpPr>
        <p:spPr>
          <a:xfrm>
            <a:off x="1325880" y="314096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빠뜨리거나 바꾸지 않아요.</a:t>
            </a:r>
            <a:endParaRPr lang="ko-KR" sz="3200" dirty="0"/>
          </a:p>
        </p:txBody>
      </p:sp>
      <p:sp>
        <p:nvSpPr>
          <p:cNvPr id="7" name="S03-stepno12"/>
          <p:cNvSpPr txBox="1"/>
          <p:nvPr/>
        </p:nvSpPr>
        <p:spPr>
          <a:xfrm>
            <a:off x="548640" y="38541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8" name="S03-text13"/>
          <p:cNvSpPr txBox="1"/>
          <p:nvPr/>
        </p:nvSpPr>
        <p:spPr>
          <a:xfrm>
            <a:off x="1325880" y="385419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마침표(.)에서 잠깐 쉬어요.</a:t>
            </a:r>
            <a:endParaRPr lang="ko-KR" sz="3200" dirty="0"/>
          </a:p>
        </p:txBody>
      </p:sp>
      <p:sp>
        <p:nvSpPr>
          <p:cNvPr id="9" name="S03-stepno14"/>
          <p:cNvSpPr txBox="1"/>
          <p:nvPr/>
        </p:nvSpPr>
        <p:spPr>
          <a:xfrm>
            <a:off x="548640" y="4567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0" name="S03-text15"/>
          <p:cNvSpPr txBox="1"/>
          <p:nvPr/>
        </p:nvSpPr>
        <p:spPr>
          <a:xfrm>
            <a:off x="1325880" y="456742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이상하면 다시 읽어요.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곳을 찾아요</a:t>
            </a:r>
            <a:endParaRPr lang="ko-KR" sz="4400" dirty="0"/>
          </a:p>
        </p:txBody>
      </p:sp>
      <p:sp>
        <p:nvSpPr>
          <p:cNvPr id="3" name="S04-text1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읽을 때 틀린 곳을 찾아요.</a:t>
            </a:r>
            <a:endParaRPr lang="ko-KR" sz="3200" dirty="0"/>
          </a:p>
        </p:txBody>
      </p:sp>
      <p:sp>
        <p:nvSpPr>
          <p:cNvPr id="4" name="S04-card1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4-cardtext1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찾은 다음에는 내가 바르게 읽어요.</a:t>
            </a:r>
            <a:endParaRPr lang="ko-KR" sz="3200" dirty="0"/>
          </a:p>
        </p:txBody>
      </p:sp>
      <p:sp>
        <p:nvSpPr>
          <p:cNvPr id="6" name="S04-chip19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4-text20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고양이가 상자 안에서 잠을 잡니다.</a:t>
            </a:r>
            <a:endParaRPr lang="ko-KR" sz="3200" dirty="0"/>
          </a:p>
        </p:txBody>
      </p:sp>
      <p:sp>
        <p:nvSpPr>
          <p:cNvPr id="8" name="S04-chip21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4-text22"/>
          <p:cNvSpPr txBox="1"/>
          <p:nvPr/>
        </p:nvSpPr>
        <p:spPr>
          <a:xfrm>
            <a:off x="1344168" y="365760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아빠와 함께 공원에서 자전거를 탔습니다.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준호 이야기 읽기</a:t>
            </a:r>
            <a:endParaRPr lang="ko-KR" sz="4400" dirty="0"/>
          </a:p>
        </p:txBody>
      </p:sp>
      <p:sp>
        <p:nvSpPr>
          <p:cNvPr id="3" name="S05-card2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2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누가, 무엇을, 어떻게 했나요?</a:t>
            </a:r>
            <a:endParaRPr lang="ko-KR" sz="3200" dirty="0"/>
          </a:p>
        </p:txBody>
      </p:sp>
      <p:sp>
        <p:nvSpPr>
          <p:cNvPr id="5" name="S05-passagebox25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5-passage26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준호는 아침에 화분에 물을 주었습니다. 물뿌리개로 살살 물을 뿌렸습니다.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가지를 물어요</a:t>
            </a:r>
            <a:endParaRPr lang="ko-KR" sz="4400" dirty="0"/>
          </a:p>
        </p:txBody>
      </p:sp>
      <p:sp>
        <p:nvSpPr>
          <p:cNvPr id="3" name="S06-text2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준호 이야기에서 찾은 답이에요.</a:t>
            </a:r>
            <a:endParaRPr lang="ko-KR" sz="3200" dirty="0"/>
          </a:p>
        </p:txBody>
      </p:sp>
      <p:sp>
        <p:nvSpPr>
          <p:cNvPr id="4" name="S06-card2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2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답은 글 속에 있어요. 손가락으로 짚어 봐요.</a:t>
            </a:r>
            <a:endParaRPr lang="ko-KR" sz="3200" dirty="0"/>
          </a:p>
        </p:txBody>
      </p:sp>
      <p:sp>
        <p:nvSpPr>
          <p:cNvPr id="6" name="S06-card30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6-cardtext31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누가?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준호</a:t>
            </a:r>
            <a:endParaRPr lang="ko-KR" sz="3200" dirty="0"/>
          </a:p>
        </p:txBody>
      </p:sp>
      <p:sp>
        <p:nvSpPr>
          <p:cNvPr id="8" name="S06-card32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6-cardtext33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했나요?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화분에 물을 주었어요</a:t>
            </a:r>
            <a:endParaRPr lang="ko-KR" sz="3200" dirty="0"/>
          </a:p>
        </p:txBody>
      </p:sp>
      <p:sp>
        <p:nvSpPr>
          <p:cNvPr id="10" name="S06-card34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1" name="S06-cardtext35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어떻게?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물뿌리개로 살살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다람쥐 이야기 읽기</a:t>
            </a:r>
            <a:endParaRPr lang="ko-KR" sz="4400" dirty="0"/>
          </a:p>
        </p:txBody>
      </p:sp>
      <p:sp>
        <p:nvSpPr>
          <p:cNvPr id="3" name="S07-card3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3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내어 읽고, 누가 무엇을 어떻게 했는지 짚어 봐요.</a:t>
            </a:r>
            <a:endParaRPr lang="ko-KR" sz="3200" dirty="0"/>
          </a:p>
        </p:txBody>
      </p:sp>
      <p:sp>
        <p:nvSpPr>
          <p:cNvPr id="5" name="S07-passagebox38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7-passage39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다람쥐가 도토리를 모았습니다. 도토리를 볼에 가득 넣고 나무 위로 쪼르르 올라갔습니다.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글에 있는 답일까요?</a:t>
            </a:r>
            <a:endParaRPr lang="ko-KR" sz="4400" dirty="0"/>
          </a:p>
        </p:txBody>
      </p:sp>
      <p:sp>
        <p:nvSpPr>
          <p:cNvPr id="3" name="S08-card4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4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“다람쥐는 도토리를 어떻게 했나요?” 두 친구가 답했어요.</a:t>
            </a:r>
            <a:endParaRPr lang="ko-KR" sz="3200" dirty="0"/>
          </a:p>
        </p:txBody>
      </p:sp>
      <p:sp>
        <p:nvSpPr>
          <p:cNvPr id="5" name="S08-card4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4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답이 글에 있나요? 짚어 보세요.</a:t>
            </a:r>
            <a:endParaRPr lang="ko-KR" sz="3200" dirty="0"/>
          </a:p>
        </p:txBody>
      </p:sp>
      <p:sp>
        <p:nvSpPr>
          <p:cNvPr id="7" name="S08-chip44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8-text45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맛있게 먹었어요.</a:t>
            </a:r>
            <a:endParaRPr lang="ko-KR" sz="3200" dirty="0"/>
          </a:p>
        </p:txBody>
      </p:sp>
      <p:sp>
        <p:nvSpPr>
          <p:cNvPr id="9" name="S08-chip4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8-text47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볼에 가득 넣었어요.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09-card4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4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내어 읽고, 누가 무엇을 어떻게 했는지 말해요.</a:t>
            </a:r>
            <a:endParaRPr lang="ko-KR" sz="3200" dirty="0"/>
          </a:p>
        </p:txBody>
      </p:sp>
      <p:sp>
        <p:nvSpPr>
          <p:cNvPr id="5" name="S09-passagebox50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9-passage51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민서는 동생과 함께 바닷가에서 모래성을 쌓았습니다. 양손으로 모래를 꼭꼭 눌렀습니다.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하셨을까요?</a:t>
            </a:r>
            <a:endParaRPr lang="ko-KR" sz="4400" dirty="0"/>
          </a:p>
        </p:txBody>
      </p:sp>
      <p:sp>
        <p:nvSpPr>
          <p:cNvPr id="3" name="S11-text5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할머니께서 사과를 깨끗이 씻어 반으로 잘라 주셨습니다.</a:t>
            </a:r>
            <a:endParaRPr lang="ko-KR" sz="3200" dirty="0"/>
          </a:p>
        </p:txBody>
      </p:sp>
      <p:sp>
        <p:nvSpPr>
          <p:cNvPr id="4" name="S11-card5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1-cardtext5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할머니께서 사과를 어떻게 하셨나요?</a:t>
            </a:r>
            <a:endParaRPr lang="ko-KR" sz="3200" dirty="0"/>
          </a:p>
        </p:txBody>
      </p:sp>
      <p:sp>
        <p:nvSpPr>
          <p:cNvPr id="6" name="S11-chip55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1-card56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1-cardtext57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깨끗이 씻어 잘라 주셨어요.</a:t>
            </a:r>
            <a:endParaRPr lang="ko-KR" sz="3200" dirty="0"/>
          </a:p>
        </p:txBody>
      </p:sp>
      <p:sp>
        <p:nvSpPr>
          <p:cNvPr id="9" name="S11-chip58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1-card59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1-cardtext60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시장에 가서 파셨어요.</a:t>
            </a:r>
            <a:endParaRPr lang="ko-KR" sz="3200" dirty="0"/>
          </a:p>
        </p:txBody>
      </p:sp>
      <p:sp>
        <p:nvSpPr>
          <p:cNvPr id="12" name="S11-chip61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1-card62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1-cardtext63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나무에서 따 오셨어요.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2-card64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65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글을 또박또박 읽고, 누가·무엇을·어떻게를 글에서 찾아요.</a:t>
            </a:r>
            <a:endParaRPr lang="ko-KR" sz="3200" dirty="0"/>
          </a:p>
        </p:txBody>
      </p:sp>
      <p:sp>
        <p:nvSpPr>
          <p:cNvPr id="5" name="S12-chip66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글에서 찾아 짚기</a:t>
            </a:r>
            <a:endParaRPr lang="ko-KR" sz="2600" dirty="0"/>
          </a:p>
        </p:txBody>
      </p:sp>
      <p:sp>
        <p:nvSpPr>
          <p:cNvPr id="6" name="S12-chip67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생각으로 지어내기</a:t>
            </a:r>
            <a:endParaRPr lang="ko-KR" sz="2600" dirty="0"/>
          </a:p>
        </p:txBody>
      </p:sp>
      <p:sp>
        <p:nvSpPr>
          <p:cNvPr id="7" name="S12-text68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2-text69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‘누가’가 묻는 것</a:t>
            </a:r>
            <a:endParaRPr lang="ko-KR" sz="2600" dirty="0"/>
          </a:p>
        </p:txBody>
      </p:sp>
      <p:sp>
        <p:nvSpPr>
          <p:cNvPr id="9" name="S12-text70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마침표에서는?</a:t>
            </a:r>
            <a:endParaRPr lang="ko-KR" sz="2600" dirty="0"/>
          </a:p>
        </p:txBody>
      </p:sp>
      <p:sp>
        <p:nvSpPr>
          <p:cNvPr id="10" name="S12-text71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‘어떻게’가 묻는 것</a:t>
            </a:r>
            <a:endParaRPr lang="ko-KR" sz="2600" dirty="0"/>
          </a:p>
        </p:txBody>
      </p:sp>
      <p:sp>
        <p:nvSpPr>
          <p:cNvPr id="11" name="S12-text72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낱말의 관계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한 문장 읽기</a:t>
            </a:r>
            <a:endParaRPr lang="ko-KR" sz="4400" dirty="0"/>
          </a:p>
        </p:txBody>
      </p:sp>
      <p:sp>
        <p:nvSpPr>
          <p:cNvPr id="3" name="S13-text7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낱말씩 짚으며 읽고 답해요.</a:t>
            </a:r>
            <a:endParaRPr lang="ko-KR" sz="3200" dirty="0"/>
          </a:p>
        </p:txBody>
      </p:sp>
      <p:sp>
        <p:nvSpPr>
          <p:cNvPr id="4" name="S13-card7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3-cardtext7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답은 문장 속에 있어요.</a:t>
            </a:r>
            <a:endParaRPr lang="ko-KR" sz="3200" dirty="0"/>
          </a:p>
        </p:txBody>
      </p:sp>
      <p:sp>
        <p:nvSpPr>
          <p:cNvPr id="6" name="S13-chip76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13-text77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강아지가 공을 물어요. 누가?</a:t>
            </a:r>
            <a:endParaRPr lang="ko-KR" sz="3200" dirty="0"/>
          </a:p>
        </p:txBody>
      </p:sp>
      <p:sp>
        <p:nvSpPr>
          <p:cNvPr id="8" name="S13-chip78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13-text79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아기가 우유를 마셔요. 무엇을?</a:t>
            </a:r>
            <a:endParaRPr lang="ko-KR" sz="3200" dirty="0"/>
          </a:p>
        </p:txBody>
      </p:sp>
      <p:sp>
        <p:nvSpPr>
          <p:cNvPr id="10" name="S13-chip80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13-text81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토끼가 깡충깡충 뛰어요. 어떻게?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국어 짧은 글 읽고 내용 확인</dc:title>
  <dc:subject>KR22-G02-KOR-READCHECK-L01</dc:subject>
  <dc:creator>education-ppt</dc:creator>
  <cp:lastModifiedBy>education-ppt</cp:lastModifiedBy>
  <cp:revision>1</cp:revision>
  <dcterms:created xsi:type="dcterms:W3CDTF">2026-10-26T07:45:48Z</dcterms:created>
  <dcterms:modified xsi:type="dcterms:W3CDTF">2026-10-26T07:45:48Z</dcterms:modified>
</cp:coreProperties>
</file>