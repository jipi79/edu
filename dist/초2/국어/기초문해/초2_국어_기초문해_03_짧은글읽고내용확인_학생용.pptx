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f45c71f-4a75-cd1e-c260-f37f2dc3f910}">
          <p14:sldIdLst>
            <p14:sldId id="256"/>
            <p14:sldId id="257"/>
          </p14:sldIdLst>
        </p14:section>
        <p14:section name="개념" id="{99ddc1b4-dc8a-9e3d-63b4-8939f27e08d9}">
          <p14:sldIdLst>
            <p14:sldId id="258"/>
            <p14:sldId id="260"/>
            <p14:sldId id="261"/>
          </p14:sldIdLst>
        </p14:section>
        <p14:section name="연습" id="{b225b813-0ed0-1cd5-59a8-81fe5c2409e4}">
          <p14:sldIdLst>
            <p14:sldId id="259"/>
            <p14:sldId id="262"/>
            <p14:sldId id="263"/>
          </p14:sldIdLst>
        </p14:section>
        <p14:section name="개념" id="{d8fca5bb-ef65-bde0-6691-928599a42cb7}">
          <p14:sldIdLst/>
        </p14:section>
        <p14:section name="연습" id="{bfb92615-ef67-15a6-4623-67bd6a2c9bf6}">
          <p14:sldIdLst/>
        </p14:section>
        <p14:section name="확인" id="{a742c30e-cde6-04ed-2d75-a85fab980811}">
          <p14:sldIdLst>
            <p14:sldId id="264"/>
            <p14:sldId id="265"/>
          </p14:sldIdLst>
        </p14:section>
        <p14:section name="정리" id="{767fba10-ac23-c5e5-f557-4621a10cf4ea}">
          <p14:sldIdLst>
            <p14:sldId id="266"/>
          </p14:sldIdLst>
        </p14:section>
        <p14:section name="보충" id="{f3ac690b-8b32-a376-61ba-bfc3974ed7b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짧은 글 읽고 내용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글 읽고 확인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‘누가’는 어떻게 찾을까?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짧은 글을 또박또박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누가·무엇을·어떻게를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골라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소리 내어 읽고, ②는 알맞은 말을 골라요.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친구와 놀았어요.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다 (맞혔어요 / 마쳤어요).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또박또박 읽어요</a:t>
            </a:r>
            <a:endParaRPr lang="ko-KR" sz="4400" dirty="0"/>
          </a:p>
        </p:txBody>
      </p:sp>
      <p:sp>
        <p:nvSpPr>
          <p:cNvPr id="3" name="S03-stepno8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3-text9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낱말을 짚어요.</a:t>
            </a:r>
            <a:endParaRPr lang="ko-KR" sz="3200" dirty="0"/>
          </a:p>
        </p:txBody>
      </p:sp>
      <p:sp>
        <p:nvSpPr>
          <p:cNvPr id="5" name="S03-stepno10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3-text11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빠뜨리거나 바꾸지 않아요.</a:t>
            </a:r>
            <a:endParaRPr lang="ko-KR" sz="3200" dirty="0"/>
          </a:p>
        </p:txBody>
      </p:sp>
      <p:sp>
        <p:nvSpPr>
          <p:cNvPr id="7" name="S03-stepno1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3-text13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마침표(.)에서 잠깐 쉬어요.</a:t>
            </a:r>
            <a:endParaRPr lang="ko-KR" sz="3200" dirty="0"/>
          </a:p>
        </p:txBody>
      </p:sp>
      <p:sp>
        <p:nvSpPr>
          <p:cNvPr id="9" name="S03-stepno14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3-text15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이상하면 다시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곳을 찾아요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읽을 때 틀린 곳을 찾아요.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다음에는 내가 바르게 읽어요.</a:t>
            </a:r>
            <a:endParaRPr lang="ko-KR" sz="32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0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상자 안에서 잠을 잡니다.</a:t>
            </a:r>
            <a:endParaRPr lang="ko-KR" sz="3200" dirty="0"/>
          </a:p>
        </p:txBody>
      </p:sp>
      <p:sp>
        <p:nvSpPr>
          <p:cNvPr id="8" name="S04-chip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2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함께 공원에서 자전거를 탔습니다.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 이야기 읽기</a:t>
            </a:r>
            <a:endParaRPr lang="ko-KR" sz="44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무엇을, 어떻게 했나요?</a:t>
            </a:r>
            <a:endParaRPr lang="ko-KR" sz="32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준호는 아침에 화분에 물을 주었습니다. 물뿌리개로 살살 물을 뿌렸습니다.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물어요</a:t>
            </a:r>
            <a:endParaRPr lang="ko-KR" sz="44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 이야기에서 찾은 답이에요.</a:t>
            </a:r>
            <a:endParaRPr lang="ko-KR" sz="32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글 속에 있어요. 손가락으로 짚어 봐요.</a:t>
            </a:r>
            <a:endParaRPr lang="ko-KR" sz="3200" dirty="0"/>
          </a:p>
        </p:txBody>
      </p:sp>
      <p:sp>
        <p:nvSpPr>
          <p:cNvPr id="6" name="S06-card3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</a:t>
            </a:r>
            <a:endParaRPr lang="ko-KR" sz="3200" dirty="0"/>
          </a:p>
        </p:txBody>
      </p:sp>
      <p:sp>
        <p:nvSpPr>
          <p:cNvPr id="8" name="S06-card3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3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물을 주었어요</a:t>
            </a:r>
            <a:endParaRPr lang="ko-KR" sz="3200" dirty="0"/>
          </a:p>
        </p:txBody>
      </p:sp>
      <p:sp>
        <p:nvSpPr>
          <p:cNvPr id="10" name="S06-card3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물뿌리개로 살살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 이야기 읽기</a:t>
            </a:r>
            <a:endParaRPr lang="ko-KR" sz="44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누가 무엇을 어떻게 했는지 짚어 봐요.</a:t>
            </a:r>
            <a:endParaRPr lang="ko-KR" sz="3200" dirty="0"/>
          </a:p>
        </p:txBody>
      </p:sp>
      <p:sp>
        <p:nvSpPr>
          <p:cNvPr id="5" name="S07-passagebox3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다람쥐가 도토리를 모았습니다. 도토리를 볼에 가득 넣고 나무 위로 쪼르르 올라갔습니다.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있는 답일까요?</a:t>
            </a:r>
            <a:endParaRPr lang="ko-KR" sz="44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“다람쥐는 도토리를 어떻게 했나요?” 두 친구가 답했어요.</a:t>
            </a:r>
            <a:endParaRPr lang="ko-KR" sz="32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답이 글에 있나요? 짚어 보세요.</a:t>
            </a:r>
            <a:endParaRPr lang="ko-KR" sz="32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맛있게 먹었어요.</a:t>
            </a:r>
            <a:endParaRPr lang="ko-KR" sz="32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볼에 가득 넣었어요.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누가 무엇을 어떻게 했는지 말해요.</a:t>
            </a:r>
            <a:endParaRPr lang="ko-KR" sz="3200" dirty="0"/>
          </a:p>
        </p:txBody>
      </p:sp>
      <p:sp>
        <p:nvSpPr>
          <p:cNvPr id="5" name="S09-passagebox5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민서는 동생과 함께 바닷가에서 모래성을 쌓았습니다. 양손으로 모래를 꼭꼭 눌렀습니다.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하셨을까요?</a:t>
            </a:r>
            <a:endParaRPr lang="ko-KR" sz="4400" dirty="0"/>
          </a:p>
        </p:txBody>
      </p:sp>
      <p:sp>
        <p:nvSpPr>
          <p:cNvPr id="3" name="S11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사과를 깨끗이 씻어 반으로 잘라 주셨습니다.</a:t>
            </a:r>
            <a:endParaRPr lang="ko-KR" sz="3200" dirty="0"/>
          </a:p>
        </p:txBody>
      </p:sp>
      <p:sp>
        <p:nvSpPr>
          <p:cNvPr id="4" name="S11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사과를 어떻게 하셨나요?</a:t>
            </a:r>
            <a:endParaRPr lang="ko-KR" sz="3200" dirty="0"/>
          </a:p>
        </p:txBody>
      </p:sp>
      <p:sp>
        <p:nvSpPr>
          <p:cNvPr id="6" name="S11-chip5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5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5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깨끗이 씻어 잘라 주셨어요.</a:t>
            </a:r>
            <a:endParaRPr lang="ko-KR" sz="3200" dirty="0"/>
          </a:p>
        </p:txBody>
      </p:sp>
      <p:sp>
        <p:nvSpPr>
          <p:cNvPr id="9" name="S11-chip5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5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6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시장에 가서 파셨어요.</a:t>
            </a:r>
            <a:endParaRPr lang="ko-KR" sz="3200" dirty="0"/>
          </a:p>
        </p:txBody>
      </p:sp>
      <p:sp>
        <p:nvSpPr>
          <p:cNvPr id="12" name="S11-chip6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6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6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나무에서 따 오셨어요.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6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또박또박 읽고, 누가·무엇을·어떻게를 글에서 찾아요.</a:t>
            </a:r>
            <a:endParaRPr lang="ko-KR" sz="3200" dirty="0"/>
          </a:p>
        </p:txBody>
      </p:sp>
      <p:sp>
        <p:nvSpPr>
          <p:cNvPr id="5" name="S12-chip6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글에서 찾아 짚기</a:t>
            </a:r>
            <a:endParaRPr lang="ko-KR" sz="2600" dirty="0"/>
          </a:p>
        </p:txBody>
      </p:sp>
      <p:sp>
        <p:nvSpPr>
          <p:cNvPr id="6" name="S12-chip6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생각으로 지어내기</a:t>
            </a:r>
            <a:endParaRPr lang="ko-KR" sz="2600" dirty="0"/>
          </a:p>
        </p:txBody>
      </p:sp>
      <p:sp>
        <p:nvSpPr>
          <p:cNvPr id="7" name="S12-text6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6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‘누가’가 묻는 것</a:t>
            </a:r>
            <a:endParaRPr lang="ko-KR" sz="2600" dirty="0"/>
          </a:p>
        </p:txBody>
      </p:sp>
      <p:sp>
        <p:nvSpPr>
          <p:cNvPr id="9" name="S12-text7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마침표에서는?</a:t>
            </a:r>
            <a:endParaRPr lang="ko-KR" sz="2600" dirty="0"/>
          </a:p>
        </p:txBody>
      </p:sp>
      <p:sp>
        <p:nvSpPr>
          <p:cNvPr id="10" name="S12-text7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‘어떻게’가 묻는 것</a:t>
            </a:r>
            <a:endParaRPr lang="ko-KR" sz="2600" dirty="0"/>
          </a:p>
        </p:txBody>
      </p:sp>
      <p:sp>
        <p:nvSpPr>
          <p:cNvPr id="11" name="S12-text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낱말의 관계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문장 읽기</a:t>
            </a:r>
            <a:endParaRPr lang="ko-KR" sz="4400" dirty="0"/>
          </a:p>
        </p:txBody>
      </p:sp>
      <p:sp>
        <p:nvSpPr>
          <p:cNvPr id="3" name="S13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낱말씩 짚으며 읽고 답해요.</a:t>
            </a:r>
            <a:endParaRPr lang="ko-KR" sz="3200" dirty="0"/>
          </a:p>
        </p:txBody>
      </p:sp>
      <p:sp>
        <p:nvSpPr>
          <p:cNvPr id="4" name="S13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문장 속에 있어요.</a:t>
            </a:r>
            <a:endParaRPr lang="ko-KR" sz="3200" dirty="0"/>
          </a:p>
        </p:txBody>
      </p:sp>
      <p:sp>
        <p:nvSpPr>
          <p:cNvPr id="6" name="S13-chip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7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공을 물어요. 누가?</a:t>
            </a:r>
            <a:endParaRPr lang="ko-KR" sz="3200" dirty="0"/>
          </a:p>
        </p:txBody>
      </p:sp>
      <p:sp>
        <p:nvSpPr>
          <p:cNvPr id="8" name="S13-chip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7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우유를 마셔요. 무엇을?</a:t>
            </a:r>
            <a:endParaRPr lang="ko-KR" sz="3200" dirty="0"/>
          </a:p>
        </p:txBody>
      </p:sp>
      <p:sp>
        <p:nvSpPr>
          <p:cNvPr id="10" name="S13-chip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8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 깡충깡충 뛰어요. 어떻게?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짧은 글 읽고 내용 확인</dc:title>
  <dc:subject>KR22-G02-KOR-READCHECK-L01</dc:subject>
  <dc:creator>education-ppt</dc:creator>
  <cp:lastModifiedBy>education-ppt</cp:lastModifiedBy>
  <cp:revision>1</cp:revision>
  <dcterms:created xsi:type="dcterms:W3CDTF">2026-10-26T07:09:20Z</dcterms:created>
  <dcterms:modified xsi:type="dcterms:W3CDTF">2026-10-26T07:09:20Z</dcterms:modified>
</cp:coreProperties>
</file>