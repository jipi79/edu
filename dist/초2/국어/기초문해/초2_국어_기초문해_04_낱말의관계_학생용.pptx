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4bd1480-eca1-052a-2982-b5002e55c1c0}">
          <p14:sldIdLst>
            <p14:sldId id="256"/>
            <p14:sldId id="257"/>
          </p14:sldIdLst>
        </p14:section>
        <p14:section name="개념" id="{6be5315e-f670-7298-2997-a1a160472835}">
          <p14:sldIdLst>
            <p14:sldId id="258"/>
            <p14:sldId id="259"/>
            <p14:sldId id="260"/>
          </p14:sldIdLst>
        </p14:section>
        <p14:section name="연습" id="{dcb1da39-add3-9045-7bfd-bedf61e3d71f}">
          <p14:sldIdLst>
            <p14:sldId id="261"/>
            <p14:sldId id="262"/>
            <p14:sldId id="263"/>
          </p14:sldIdLst>
        </p14:section>
        <p14:section name="확인" id="{4c228d25-155e-fa9f-ab4c-454c7b2ce22e}">
          <p14:sldIdLst>
            <p14:sldId id="264"/>
            <p14:sldId id="265"/>
          </p14:sldIdLst>
        </p14:section>
        <p14:section name="정리" id="{ea1b6d0b-0128-4d75-ff7a-e6976ff74276}">
          <p14:sldIdLst>
            <p14:sldId id="266"/>
          </p14:sldIdLst>
        </p14:section>
        <p14:section name="보충" id="{288bdef1-d354-f2a2-6d9c-d8c6fd82e60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기초문해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낱말의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낱말의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낱말의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관계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‘크다’와 짝이 되는 말은 무엇일까?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비슷한 말과 반대말을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흉내 내는 말을 넣어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어떻게 했나요?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나오나요? 어떻게 뛰었나요?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토끼가 풀밭에서 깡충깡충 뛰었습니다. 그러다 큰 나무 아래에서 쉬었습니다.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비슷한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넣어도 뜻이 거의 같아요.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비슷한 말은 서로 바꾸어 쓸 수 있어요.</a:t>
            </a:r>
            <a:endParaRPr lang="ko-KR" sz="32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· 얼른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와.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얼른 와.</a:t>
            </a:r>
            <a:endParaRPr lang="ko-KR" sz="32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예쁘다 · 곱다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예뻐요.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꽃이 고와요.</a:t>
            </a:r>
            <a:endParaRPr lang="ko-KR" sz="32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· 매우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매우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반대인 말</a:t>
            </a:r>
            <a:endParaRPr lang="ko-KR" sz="44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되는 두 말의 뜻이 서로 거꾸로예요.</a:t>
            </a:r>
            <a:endParaRPr lang="ko-KR" sz="32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반대말은 한 낱말로 짝을 지어요.</a:t>
            </a:r>
            <a:endParaRPr lang="ko-KR" sz="3200" dirty="0"/>
          </a:p>
        </p:txBody>
      </p:sp>
      <p:sp>
        <p:nvSpPr>
          <p:cNvPr id="6" name="S04-card19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0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크다 ↔ 작다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수박은 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콩은 작아요.</a:t>
            </a:r>
            <a:endParaRPr lang="ko-KR" sz="3200" dirty="0"/>
          </a:p>
        </p:txBody>
      </p:sp>
      <p:sp>
        <p:nvSpPr>
          <p:cNvPr id="8" name="S04-card21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22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많다 ↔ 적다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많아요.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적어요.</a:t>
            </a:r>
            <a:endParaRPr lang="ko-KR" sz="3200" dirty="0"/>
          </a:p>
        </p:txBody>
      </p:sp>
      <p:sp>
        <p:nvSpPr>
          <p:cNvPr id="10" name="S04-card23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4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높다 ↔ 낮다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산은 높아요.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언덕은 낮아요.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넣으면 글이 생생해져요.</a:t>
            </a:r>
            <a:endParaRPr lang="ko-KR" sz="3200" dirty="0"/>
          </a:p>
        </p:txBody>
      </p:sp>
      <p:sp>
        <p:nvSpPr>
          <p:cNvPr id="5" name="S05-card2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흉내: 귀로 들어요</a:t>
            </a:r>
            <a:endParaRPr lang="ko-KR" sz="3200" dirty="0"/>
          </a:p>
        </p:txBody>
      </p:sp>
      <p:sp>
        <p:nvSpPr>
          <p:cNvPr id="7" name="S05-card2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흉내: 눈으로 봐요</a:t>
            </a:r>
            <a:endParaRPr lang="ko-KR" sz="3200" dirty="0"/>
          </a:p>
        </p:txBody>
      </p:sp>
      <p:sp>
        <p:nvSpPr>
          <p:cNvPr id="9" name="S05-word31"/>
          <p:cNvSpPr txBox="1"/>
          <p:nvPr/>
        </p:nvSpPr>
        <p:spPr>
          <a:xfrm>
            <a:off x="548640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멍멍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10" name="S05-word32"/>
          <p:cNvSpPr txBox="1"/>
          <p:nvPr/>
        </p:nvSpPr>
        <p:spPr>
          <a:xfrm>
            <a:off x="3390138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꼬끼오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11" name="S05-word33"/>
          <p:cNvSpPr txBox="1"/>
          <p:nvPr/>
        </p:nvSpPr>
        <p:spPr>
          <a:xfrm>
            <a:off x="6231636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깡충깡충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12" name="S05-word34"/>
          <p:cNvSpPr txBox="1"/>
          <p:nvPr/>
        </p:nvSpPr>
        <p:spPr>
          <a:xfrm>
            <a:off x="9073134" y="180594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살금살금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되는 말 찾기</a:t>
            </a:r>
            <a:endParaRPr lang="ko-KR" sz="44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반대말과 비슷한 말을 말해 보세요.</a:t>
            </a:r>
            <a:endParaRPr lang="ko-KR" sz="32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말을 문장에 넣어 읽어 봐요.</a:t>
            </a:r>
            <a:endParaRPr lang="ko-KR" sz="3200" dirty="0"/>
          </a:p>
        </p:txBody>
      </p:sp>
      <p:sp>
        <p:nvSpPr>
          <p:cNvPr id="6" name="S06-chip3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3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‘길다’의 반대말</a:t>
            </a:r>
            <a:endParaRPr lang="ko-KR" sz="3200" dirty="0"/>
          </a:p>
        </p:txBody>
      </p:sp>
      <p:sp>
        <p:nvSpPr>
          <p:cNvPr id="8" name="S06-chip4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4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‘무겁다’의 반대말</a:t>
            </a:r>
            <a:endParaRPr lang="ko-KR" sz="3200" dirty="0"/>
          </a:p>
        </p:txBody>
      </p:sp>
      <p:sp>
        <p:nvSpPr>
          <p:cNvPr id="10" name="S06-chip4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4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‘열다’의 반대말</a:t>
            </a:r>
            <a:endParaRPr lang="ko-KR" sz="3200" dirty="0"/>
          </a:p>
        </p:txBody>
      </p:sp>
      <p:sp>
        <p:nvSpPr>
          <p:cNvPr id="12" name="S06-chip4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6-text4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‘모두’와 비슷한 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작아요? 적어요?</a:t>
            </a:r>
            <a:endParaRPr lang="ko-KR" sz="4400" dirty="0"/>
          </a:p>
        </p:txBody>
      </p:sp>
      <p:sp>
        <p:nvSpPr>
          <p:cNvPr id="3" name="S07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‘사탕이 많아요.’를 반대말로 바꾸어 썼어요.</a:t>
            </a:r>
            <a:endParaRPr lang="ko-KR" sz="3200" dirty="0"/>
          </a:p>
        </p:txBody>
      </p:sp>
      <p:sp>
        <p:nvSpPr>
          <p:cNvPr id="5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‘많아요’의 반대일까요? 왜 그럴까요?</a:t>
            </a:r>
            <a:endParaRPr lang="ko-KR" sz="3200" dirty="0"/>
          </a:p>
        </p:txBody>
      </p:sp>
      <p:sp>
        <p:nvSpPr>
          <p:cNvPr id="7" name="S07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작아요.</a:t>
            </a:r>
            <a:endParaRPr lang="ko-KR" sz="3200" dirty="0"/>
          </a:p>
        </p:txBody>
      </p:sp>
      <p:sp>
        <p:nvSpPr>
          <p:cNvPr id="9" name="S07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 넣기</a:t>
            </a:r>
            <a:endParaRPr lang="ko-KR" sz="44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골라 □에 넣어 읽어요.</a:t>
            </a:r>
            <a:endParaRPr lang="ko-KR" sz="3200" dirty="0"/>
          </a:p>
        </p:txBody>
      </p:sp>
      <p:sp>
        <p:nvSpPr>
          <p:cNvPr id="4" name="S08-card55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3200" dirty="0"/>
          </a:p>
        </p:txBody>
      </p:sp>
      <p:sp>
        <p:nvSpPr>
          <p:cNvPr id="6" name="S08-word57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쨍그랑</a:t>
            </a:r>
            <a:endParaRPr lang="ko-KR" sz="3600" dirty="0"/>
          </a:p>
        </p:txBody>
      </p:sp>
      <p:sp>
        <p:nvSpPr>
          <p:cNvPr id="7" name="S08-word58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엉금엉금</a:t>
            </a:r>
            <a:endParaRPr lang="ko-KR" sz="3600" dirty="0"/>
          </a:p>
        </p:txBody>
      </p:sp>
      <p:sp>
        <p:nvSpPr>
          <p:cNvPr id="8" name="S08-word59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반짝반짝</a:t>
            </a:r>
            <a:endParaRPr lang="ko-KR" sz="3600" dirty="0"/>
          </a:p>
        </p:txBody>
      </p:sp>
      <p:sp>
        <p:nvSpPr>
          <p:cNvPr id="9" name="S08-chip6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0" name="S08-text61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거북이가 □ 기어가요.</a:t>
            </a:r>
            <a:endParaRPr lang="ko-KR" sz="3200" dirty="0"/>
          </a:p>
        </p:txBody>
      </p:sp>
      <p:sp>
        <p:nvSpPr>
          <p:cNvPr id="11" name="S08-chip6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08-text63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별이 □ 빛나요.</a:t>
            </a:r>
            <a:endParaRPr lang="ko-KR" sz="3200" dirty="0"/>
          </a:p>
        </p:txBody>
      </p:sp>
      <p:sp>
        <p:nvSpPr>
          <p:cNvPr id="13" name="S08-chip6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08-text65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접시가 □ 깨졌어요.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말하고 공책에 써요.</a:t>
            </a:r>
            <a:endParaRPr lang="ko-KR" sz="3200" dirty="0"/>
          </a:p>
        </p:txBody>
      </p:sp>
      <p:sp>
        <p:nvSpPr>
          <p:cNvPr id="4" name="S09-chip6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‘넓다’의 반대말</a:t>
            </a:r>
            <a:endParaRPr lang="ko-KR" sz="3200" dirty="0"/>
          </a:p>
        </p:txBody>
      </p:sp>
      <p:sp>
        <p:nvSpPr>
          <p:cNvPr id="6" name="S09-chip6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7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‘기쁘다’와 비슷한 말</a:t>
            </a:r>
            <a:endParaRPr lang="ko-KR" sz="3200" dirty="0"/>
          </a:p>
        </p:txBody>
      </p:sp>
      <p:sp>
        <p:nvSpPr>
          <p:cNvPr id="8" name="S09-chip7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9-text7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오리가 □ 걸어요.</a:t>
            </a:r>
            <a:endParaRPr lang="ko-KR" sz="3200" dirty="0"/>
          </a:p>
        </p:txBody>
      </p:sp>
      <p:sp>
        <p:nvSpPr>
          <p:cNvPr id="10" name="S09-chip7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09-text7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□ 두드려요.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반대말을 넣은 것은?</a:t>
            </a:r>
            <a:endParaRPr lang="ko-KR" sz="4400" dirty="0"/>
          </a:p>
        </p:txBody>
      </p:sp>
      <p:sp>
        <p:nvSpPr>
          <p:cNvPr id="3" name="S11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‘방이 밝아요.’를 반대말로 바꾸면?</a:t>
            </a:r>
            <a:endParaRPr lang="ko-KR" sz="3200" dirty="0"/>
          </a:p>
        </p:txBody>
      </p:sp>
      <p:sp>
        <p:nvSpPr>
          <p:cNvPr id="4" name="S11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까닭은? ‘밝다’와 ‘환하다’는 어떤 사이일까요?</a:t>
            </a:r>
            <a:endParaRPr lang="ko-KR" sz="3200" dirty="0"/>
          </a:p>
        </p:txBody>
      </p:sp>
      <p:sp>
        <p:nvSpPr>
          <p:cNvPr id="6" name="S11-chip7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어두워요.</a:t>
            </a:r>
            <a:endParaRPr lang="ko-KR" sz="3200" dirty="0"/>
          </a:p>
        </p:txBody>
      </p:sp>
      <p:sp>
        <p:nvSpPr>
          <p:cNvPr id="9" name="S11-chip8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환해요.</a:t>
            </a:r>
            <a:endParaRPr lang="ko-KR" sz="3200" dirty="0"/>
          </a:p>
        </p:txBody>
      </p:sp>
      <p:sp>
        <p:nvSpPr>
          <p:cNvPr id="12" name="S11-chip8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넓어요.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낱말에는 뜻이 비슷한 말, 반대인 말, 흉내 내는 말이 있어요.</a:t>
            </a:r>
            <a:endParaRPr lang="ko-KR" sz="3200" dirty="0"/>
          </a:p>
        </p:txBody>
      </p:sp>
      <p:sp>
        <p:nvSpPr>
          <p:cNvPr id="5" name="S12-chip8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넣어 읽어 확인하기</a:t>
            </a:r>
            <a:endParaRPr lang="ko-KR" sz="2600" dirty="0"/>
          </a:p>
        </p:txBody>
      </p:sp>
      <p:sp>
        <p:nvSpPr>
          <p:cNvPr id="6" name="S12-chip9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작다·적다 헷갈리기</a:t>
            </a:r>
            <a:endParaRPr lang="ko-KR" sz="2600" dirty="0"/>
          </a:p>
        </p:txBody>
      </p:sp>
      <p:sp>
        <p:nvSpPr>
          <p:cNvPr id="7" name="S12-text9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‘짧다’의 반대말</a:t>
            </a:r>
            <a:endParaRPr lang="ko-KR" sz="2600" dirty="0"/>
          </a:p>
        </p:txBody>
      </p:sp>
      <p:sp>
        <p:nvSpPr>
          <p:cNvPr id="9" name="S12-text9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‘빨리’와 비슷한 말</a:t>
            </a:r>
            <a:endParaRPr lang="ko-KR" sz="2600" dirty="0"/>
          </a:p>
        </p:txBody>
      </p:sp>
      <p:sp>
        <p:nvSpPr>
          <p:cNvPr id="10" name="S12-text9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강아지 소리 흉내</a:t>
            </a:r>
            <a:endParaRPr lang="ko-KR" sz="2600" dirty="0"/>
          </a:p>
        </p:txBody>
      </p:sp>
      <p:sp>
        <p:nvSpPr>
          <p:cNvPr id="11" name="S12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일이 일어난 차례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어떻게 했나요?</a:t>
            </a:r>
            <a:endParaRPr lang="ko-KR" sz="4400" dirty="0"/>
          </a:p>
        </p:txBody>
      </p:sp>
      <p:sp>
        <p:nvSpPr>
          <p:cNvPr id="3" name="S13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‘어떻게’에 맞는 말을 짚어요.</a:t>
            </a:r>
            <a:endParaRPr lang="ko-KR" sz="3200" dirty="0"/>
          </a:p>
        </p:txBody>
      </p:sp>
      <p:sp>
        <p:nvSpPr>
          <p:cNvPr id="4" name="S13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움직임을 꾸미는 말이에요.</a:t>
            </a:r>
            <a:endParaRPr lang="ko-KR" sz="3200" dirty="0"/>
          </a:p>
        </p:txBody>
      </p:sp>
      <p:sp>
        <p:nvSpPr>
          <p:cNvPr id="6" name="S13-chip9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0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아기가 아장아장 걸어요.</a:t>
            </a:r>
            <a:endParaRPr lang="ko-KR" sz="3200" dirty="0"/>
          </a:p>
        </p:txBody>
      </p:sp>
      <p:sp>
        <p:nvSpPr>
          <p:cNvPr id="8" name="S13-chip10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0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꼬리를 살랑살랑 흔들어요.</a:t>
            </a:r>
            <a:endParaRPr lang="ko-KR" sz="3200" dirty="0"/>
          </a:p>
        </p:txBody>
      </p:sp>
      <p:sp>
        <p:nvSpPr>
          <p:cNvPr id="10" name="S13-chip10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0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고양이가 살금살금 다가가요.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낱말의 관계</dc:title>
  <dc:subject>KR22-G02-KOR-VOCAB-L01</dc:subject>
  <dc:creator>education-ppt</dc:creator>
  <cp:lastModifiedBy>education-ppt</cp:lastModifiedBy>
  <cp:revision>1</cp:revision>
  <dcterms:created xsi:type="dcterms:W3CDTF">2026-10-26T07:45:52Z</dcterms:created>
  <dcterms:modified xsi:type="dcterms:W3CDTF">2026-10-26T07:45:52Z</dcterms:modified>
</cp:coreProperties>
</file>