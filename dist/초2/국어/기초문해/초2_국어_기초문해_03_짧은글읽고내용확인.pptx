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4d50492-e080-036a-e5a4-81baa13907cc}">
          <p14:sldIdLst>
            <p14:sldId id="256"/>
            <p14:sldId id="257"/>
          </p14:sldIdLst>
        </p14:section>
        <p14:section name="개념" id="{c45c503c-f57c-9b16-01e6-6703d3e93a9b}">
          <p14:sldIdLst>
            <p14:sldId id="258"/>
            <p14:sldId id="260"/>
            <p14:sldId id="261"/>
          </p14:sldIdLst>
        </p14:section>
        <p14:section name="연습" id="{f8a4e646-0a69-9d63-4789-7d6677be1763}">
          <p14:sldIdLst>
            <p14:sldId id="259"/>
            <p14:sldId id="262"/>
            <p14:sldId id="263"/>
          </p14:sldIdLst>
        </p14:section>
        <p14:section name="개념" id="{69d0ffc7-0a45-e29e-ed72-905d4125fd1e}">
          <p14:sldIdLst/>
        </p14:section>
        <p14:section name="연습" id="{e717204e-b88c-e0a9-0527-63c75c264cd6}">
          <p14:sldIdLst/>
        </p14:section>
        <p14:section name="확인" id="{a3b58da6-f282-9149-395a-cac3b89fd06c}">
          <p14:sldIdLst>
            <p14:sldId id="264"/>
            <p14:sldId id="265"/>
            <p14:sldId id="266"/>
          </p14:sldIdLst>
        </p14:section>
        <p14:section name="정리" id="{d64fe287-5579-7f35-3010-8cb986642b2c}">
          <p14:sldIdLst>
            <p14:sldId id="267"/>
          </p14:sldIdLst>
        </p14:section>
        <p14:section name="보충" id="{c121e647-7d5f-d4a1-6fff-9f4babcbd8e5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글을 읽은 뒤 무엇을 확인하는지 생각하게 합니다.
시간: 약 2분
이렇게 말해 보세요
- “글을 읽고 나서 ‘누가 나왔어?’ 하고 물으면 어떻게 답할 수 있을까?”
- “오늘은 글을 또박또박 읽고, 누가 무엇을 어떻게 했는지 글에서 찾는 방법을 배울 거야.”
예상 답
- “다시 읽어 봐요.” “잘 모르겠어요.”
막히면
- 최근에 읽은 그림책을 떠올리게 하고 “누가 나왔어?”라고 물어봅니다.
주의
- 어떤 답이든 고치지 말고 들어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확인(헷갈리는 낱말, 받침이 넘어가는 소리)]
목적: 앞 차시들에서 배운 받침이 넘어가는 소리 읽기와 헷갈리는 낱말 구별을 확인합니다. 글을 정확히 읽으려면 낱말을 바르게 읽고 뜻을 알아야 합니다.
시간: 약 3분
이렇게 말해 보세요
- “①을 소리 내어 읽어 볼래?”
- “②는 어느 말이 맞아? 왜?”
정답
- ① [노리터에서 친구와 노라써요]처럼 받침을 넘겨 자연스럽게 읽으면 맞습니다.
- ② 마쳤어요(숙제를 끝냄)
막히면
- ①을 한 글자씩 끊어 읽으면 낱말마다 손가락으로 짚으며 다시 읽게 합니다.
- ①을 거의 읽지 못하면 S13(보충)을 먼저 합니다. ②를 틀리면 앞 차시 ‘헷갈리는 낱말 바르게 쓰기’(KR22-G02-KOR-SPELL-L01)의 S07을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정확히 읽는 방법]
목적: 짧은 글을 정확히 읽는 방법을 알려 줍니다.
시간: 약 3분
이렇게 말해 보세요
- “글을 읽을 때 이렇게 하면 틀리지 않아. 하나씩 같이 읽어 보자.”
- “4번이 중요해. 읽었는데 말이 이상하면 그 문장을 다시 읽어.”
예상 답
- 아이가 네 가지를 자기 말로 다시 말합니다. 예: “손가락으로 짚고, 점에서 쉬어요.”
막히면
- 부모가 한 문장을 손가락으로 짚으며 읽는 모습을 먼저 보여 줍니다.
주의
- 빨리 읽는 것보다 바르게 읽는 것이 먼저라고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틀리게 읽은 곳 찾기]
목적: 글자를 짚으며 듣고, 바꿔 읽거나 빠뜨린 곳을 찾게 해 정확히 읽는 습관을 기릅니다(M1).
시간: 약 4분
이렇게 말해 보세요
- “엄마(아빠)가 일부러 하나씩 틀리게 읽을 거야. 손가락으로 짚으면서 들어 봐.”
- “고양이가 상자 위에서 잠을 잡니다.” (①을 이렇게 틀리게 읽어 줍니다.)
- “아빠와 공원에서 자전거를 탔습니다.” (②를 이렇게 틀리게 읽어 줍니다.)
- “어디가 달랐어? 이제 네가 바르게 읽어 볼래?”
정답
- ① ‘안에서’를 ‘위에서’로 바꿔 읽었습니다.
- ② ‘함께’를 빠뜨렸습니다.
막히면
- 한 낱말씩 끊어서 천천히 다시 읽어 주고, 틀린 낱말에서 멈추게 합니다.
주의
- 아이가 바르게 읽을 때 빠뜨리거나 바꾼 곳이 있으면 같은 방법으로 함께 찾아봅니다.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시범 읽기(누가·무엇을·어떻게)]
목적: 부모가 생각을 소리 내어 말하며 누가·무엇을·어떻게를 글에서 찾는 과정을 보여 줍니다.
시간: 약 4분
이렇게 말해 보세요
- “엄마(아빠)가 먼저 해 볼게. 누가 나왔지? ‘준호는’이라고 했으니까 준호야.”
- “준호가 무엇을 했어? ‘화분에 물을 주었습니다.’ 어떻게 했어? ‘물뿌리개로 살살’ 뿌렸대. 답은 모두 글 속에 있어.”
예상 답
- “준호요. 물을 줬어요.”
정답
- 누가: 준호 / 무엇을 했나요: 화분에 물을 주었습니다 / 어떻게: 물뿌리개로 살살 (물을 뿌렸습니다)
막히면
- 답이 있는 낱말을 손가락으로 짚어 보여 줍니다.
주의
- 이 장은 시범입니다. 아이에게 묻기보다 부모가 찾는 과정을 들려주는 것이 중심입니다.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세 가지 질문 정리]
목적: ‘누가, 무엇을, 어떻게’가 각각 무엇을 묻는지 정리합니다(M3).
시간: 약 3분
이렇게 말해 보세요
- “‘누가’는 그 일을 한 사람이나 동물을 물어. ‘~는, ~가’ 앞에 있는 말을 보면 돼.”
- “‘무엇을 했나요’는 한 일을, ‘어떻게’는 하는 모습이나 방법을 물어.”
예상 답
- “누가는 사람이요. 어떻게는 살살처럼 하는 모습이요.”
막히면
- 아이가 지금 하고 있는 일로 물어봅니다. “누가 앉아 있어? 무엇을 하고 있어? 어떻게 앉아 있어?”
주의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함께 찾기]
목적: 아이가 소리 내어 읽고, 부모와 함께 누가·무엇을·어떻게를 찾습니다.
시간: 약 4분
이렇게 말해 보세요
- “먼저 손가락으로 짚으면서 소리 내어 읽어 볼래?”
- “누가 나왔어? 무엇을 했어? 다람쥐는 도토리를 어떻게 했어?”
정답
- 누가: 다람쥐 / 무엇을 했나요: 도토리를 모았습니다 / 어떻게: 볼에 가득 넣었습니다(그리고 나무 위로 쪼르르 올라갔습니다).
막히면
- 질문 낱말 하나씩 따로 묻고, 답이 있는 문장을 부모가 다시 읽어 줍니다.
주의
- 읽을 때 ‘볼에’[보레]처럼 받침이 넘어가는 소리도 자연스럽게 읽는지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비교(글에 없는 답)]
목적: 글에 없는 내용을 생각으로 지어내 답하는 실수(M2)를 바로잡습니다.
시간: 약 3분
이렇게 말해 보세요
- “두 답 중에서 글에 있는 것은 어느 쪽이야? 글에서 짚어 볼래?”
- “‘맛있게 먹었어요’는 글 어디에 있어?”
정답
- 나. ‘도토리를 볼에 가득 넣고’가 글에 있습니다.
- 가는 글에 없는 내용입니다. 그럴 수도 있지만 글에서 확인할 수 없습니다.
막히면
- S07의 글을 다시 보여 주고 ‘먹었다’는 말이 있는지 함께 찾아봅니다.
주의
- 아이의 상상을 꾸짖지 않습니다. “좋은 생각이야. 그런데 글에는 뭐라고 쓰여 있어?”라고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읽고 답하기]
목적: 도움 없이 글을 정확히 읽고, 세 가지 질문에 글에 있는 말로 답하는지 확인합니다.
시간: 약 5분
이렇게 말해 보세요
- “이번에는 혼자 해 볼래? 먼저 소리 내어 읽어 봐.”
- “누가 나왔어? 무엇을 했어? 모래를 어떻게 눌렀어?”
정답
- 누가: 민서(동생과 함께. ‘민서와 동생’도 맞음)
- 무엇을 했나요: 모래성을 쌓았습니다.
- 어떻게: 양손으로 꼭꼭 (모래를 눌렀습니다).
막히면
- 읽을 때 빠뜨리거나 바꾼 곳은 표시만 해 두고, 다 읽은 뒤 그 문장을 다시 읽게 합니다.
- 질문에 답하지 못하면 S06의 카드를 보여 줍니다.
- 도움을 받아 해결했다면 기록표에 ‘도움’으로 표시합니다.
주의
- 읽기(목표 A): 빠뜨리거나 바꿔 읽은 곳이 1곳 이하이면 통과입니다. 활동지 1번에 같은 글이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확인하고 흔한 실수와 비교합니다.
시간: 약 2분
이렇게 말해 보세요
- “네 답과 왼쪽을 비교해 볼까?”
- “오른쪽 답은 왜 틀렸을까?”
예상 답
- “재미있게는 글에 없어요.” “모래성은 사람이 아니에요.”
정답
- 누가: 민서(와 동생) / 무엇을: 모래성을 쌓았습니다 / 어떻게: 양손으로 꼭꼭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확인]
목적: 처음 보는 문장에서 ‘어떻게’에 대한 답을 글에서 찾는지 확인합니다(목표 B).
시간: 약 2분
이렇게 말해 보세요
- “위의 글을 소리 내어 읽어 볼래? 할머니께서 사과를 어떻게 하셨어? 글에서 짚어 봐.”
정답
- 가. ‘깨끗이 씻어 반으로 잘라 주셨습니다’가 글에 있습니다. 나와 다는 글에 없는 내용입니다.
막히면
- 보기를 하나씩 읽고 “이 말이 글에 있어?”라고 묻습니다.
주의
- 답을 고르고 글에서 짚지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수업의 복습 질문을 알려 줍니다.
시간: 약 2분
이렇게 말해 보세요
- “오늘 배운 것을 한 문장으로 말해 볼래?”
예상 답
- “글을 잘 읽고, 누가 무엇을 했는지 글에서 찾아요.”
정답
- ① 그 일을 한 사람이나 동물 ② 잠깐 쉬어요 ③ 하는 모습이나 방법
막히면
- S03의 순서와 S06의 카드를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보충(한 문장 읽고 답하기)]
목적: 한 문장을 낱말마다 짚으며 읽고, 한 가지 질문에 답하는 것부터 다시 익힙니다.
시간: 약 3분
이렇게 말해 보세요
- “한 낱말씩 손가락으로 짚으면서 읽어 볼래?”
- “누가 공을 물어? 문장에서 짚어 봐.”
정답
- ① 강아지 ② 우유(를 마셔요) ③ 깡충깡충(뛰어요)
막히면
- 부모가 한 낱말씩 먼저 읽고 아이가 따라 읽게 합니다.
- 보충으로도 낱말을 읽기 어려우면 앞 차시 ‘헷갈리는 낱말 바르게 쓰기’(KR22-G02-KOR-SPELL-L01)와 그 앞의 ‘소리와 글자가 다른 낱말’(KR22-G02-KOR-LINKSOUND-L01)을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기초문해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짧은 글 읽고 내용 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짧은 글 읽고 내용 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짧은 글 읽고 내용 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글 읽고 확인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글에서 ‘누가’는 어떻게 찾을까?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짧은 글을 또박또박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누가·무엇을·어떻게를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골라 볼까요?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소리 내어 읽고, ②는 알맞은 말을 골라요.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친구와 놀았어요.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숙제를 다 (맞혔어요 / 마쳤어요).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또박또박 읽어요</a:t>
            </a:r>
            <a:endParaRPr lang="ko-KR" sz="4400" dirty="0"/>
          </a:p>
        </p:txBody>
      </p:sp>
      <p:sp>
        <p:nvSpPr>
          <p:cNvPr id="3" name="S03-stepno8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3-text9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낱말을 짚어요.</a:t>
            </a:r>
            <a:endParaRPr lang="ko-KR" sz="3200" dirty="0"/>
          </a:p>
        </p:txBody>
      </p:sp>
      <p:sp>
        <p:nvSpPr>
          <p:cNvPr id="5" name="S03-stepno10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3-text11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빠뜨리거나 바꾸지 않아요.</a:t>
            </a:r>
            <a:endParaRPr lang="ko-KR" sz="3200" dirty="0"/>
          </a:p>
        </p:txBody>
      </p:sp>
      <p:sp>
        <p:nvSpPr>
          <p:cNvPr id="7" name="S03-stepno12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3-text13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마침표(.)에서 잠깐 쉬어요.</a:t>
            </a:r>
            <a:endParaRPr lang="ko-KR" sz="3200" dirty="0"/>
          </a:p>
        </p:txBody>
      </p:sp>
      <p:sp>
        <p:nvSpPr>
          <p:cNvPr id="9" name="S03-stepno14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3-text15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이상하면 다시 읽어요.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곳을 찾아요</a:t>
            </a:r>
            <a:endParaRPr lang="ko-KR" sz="44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읽을 때 틀린 곳을 찾아요.</a:t>
            </a:r>
            <a:endParaRPr lang="ko-KR" sz="3200" dirty="0"/>
          </a:p>
        </p:txBody>
      </p:sp>
      <p:sp>
        <p:nvSpPr>
          <p:cNvPr id="4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다음에는 내가 바르게 읽어요.</a:t>
            </a:r>
            <a:endParaRPr lang="ko-KR" sz="3200" dirty="0"/>
          </a:p>
        </p:txBody>
      </p:sp>
      <p:sp>
        <p:nvSpPr>
          <p:cNvPr id="6" name="S04-chip1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4-text20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고양이가 상자 안에서 잠을 잡니다.</a:t>
            </a:r>
            <a:endParaRPr lang="ko-KR" sz="3200" dirty="0"/>
          </a:p>
        </p:txBody>
      </p:sp>
      <p:sp>
        <p:nvSpPr>
          <p:cNvPr id="8" name="S04-chip21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4-text22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아빠와 함께 공원에서 자전거를 탔습니다.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 이야기 읽기</a:t>
            </a:r>
            <a:endParaRPr lang="ko-KR" sz="4400" dirty="0"/>
          </a:p>
        </p:txBody>
      </p:sp>
      <p:sp>
        <p:nvSpPr>
          <p:cNvPr id="3" name="S05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누가, 무엇을, 어떻게 했나요?</a:t>
            </a:r>
            <a:endParaRPr lang="ko-KR" sz="3200" dirty="0"/>
          </a:p>
        </p:txBody>
      </p:sp>
      <p:sp>
        <p:nvSpPr>
          <p:cNvPr id="5" name="S05-passagebox2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준호는 아침에 화분에 물을 주었습니다. 물뿌리개로 살살 물을 뿌렸습니다.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물어요</a:t>
            </a:r>
            <a:endParaRPr lang="ko-KR" sz="4400" dirty="0"/>
          </a:p>
        </p:txBody>
      </p:sp>
      <p:sp>
        <p:nvSpPr>
          <p:cNvPr id="3" name="S06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 이야기에서 찾은 답이에요.</a:t>
            </a:r>
            <a:endParaRPr lang="ko-KR" sz="3200" dirty="0"/>
          </a:p>
        </p:txBody>
      </p:sp>
      <p:sp>
        <p:nvSpPr>
          <p:cNvPr id="4" name="S06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글 속에 있어요. 손가락으로 짚어 봐요.</a:t>
            </a:r>
            <a:endParaRPr lang="ko-KR" sz="3200" dirty="0"/>
          </a:p>
        </p:txBody>
      </p:sp>
      <p:sp>
        <p:nvSpPr>
          <p:cNvPr id="6" name="S06-card3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3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</a:t>
            </a:r>
            <a:endParaRPr lang="ko-KR" sz="3200" dirty="0"/>
          </a:p>
        </p:txBody>
      </p:sp>
      <p:sp>
        <p:nvSpPr>
          <p:cNvPr id="8" name="S06-card3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3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화분에 물을 주었어요</a:t>
            </a:r>
            <a:endParaRPr lang="ko-KR" sz="3200" dirty="0"/>
          </a:p>
        </p:txBody>
      </p:sp>
      <p:sp>
        <p:nvSpPr>
          <p:cNvPr id="10" name="S06-card3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6-cardtext3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물뿌리개로 살살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다람쥐 이야기 읽기</a:t>
            </a:r>
            <a:endParaRPr lang="ko-KR" sz="4400" dirty="0"/>
          </a:p>
        </p:txBody>
      </p:sp>
      <p:sp>
        <p:nvSpPr>
          <p:cNvPr id="3" name="S07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읽고, 누가 무엇을 어떻게 했는지 짚어 봐요.</a:t>
            </a:r>
            <a:endParaRPr lang="ko-KR" sz="3200" dirty="0"/>
          </a:p>
        </p:txBody>
      </p:sp>
      <p:sp>
        <p:nvSpPr>
          <p:cNvPr id="5" name="S07-passagebox38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7-passage39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다람쥐가 도토리를 모았습니다. 도토리를 볼에 가득 넣고 나무 위로 쪼르르 올라갔습니다.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 있는 답일까요?</a:t>
            </a:r>
            <a:endParaRPr lang="ko-KR" sz="4400" dirty="0"/>
          </a:p>
        </p:txBody>
      </p:sp>
      <p:sp>
        <p:nvSpPr>
          <p:cNvPr id="3" name="S08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“다람쥐는 도토리를 어떻게 했나요?” 두 친구가 답했어요.</a:t>
            </a:r>
            <a:endParaRPr lang="ko-KR" sz="3200" dirty="0"/>
          </a:p>
        </p:txBody>
      </p:sp>
      <p:sp>
        <p:nvSpPr>
          <p:cNvPr id="5" name="S08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답이 글에 있나요? 짚어 보세요.</a:t>
            </a:r>
            <a:endParaRPr lang="ko-KR" sz="3200" dirty="0"/>
          </a:p>
        </p:txBody>
      </p:sp>
      <p:sp>
        <p:nvSpPr>
          <p:cNvPr id="7" name="S08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text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맛있게 먹었어요.</a:t>
            </a:r>
            <a:endParaRPr lang="ko-KR" sz="3200" dirty="0"/>
          </a:p>
        </p:txBody>
      </p:sp>
      <p:sp>
        <p:nvSpPr>
          <p:cNvPr id="9" name="S08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text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볼에 가득 넣었어요.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읽고, 누가 무엇을 어떻게 했는지 말해요.</a:t>
            </a:r>
            <a:endParaRPr lang="ko-KR" sz="3200" dirty="0"/>
          </a:p>
        </p:txBody>
      </p:sp>
      <p:sp>
        <p:nvSpPr>
          <p:cNvPr id="5" name="S09-passagebox5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5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민서는 동생과 함께 바닷가에서 모래성을 쌓았습니다. 양손으로 모래를 꼭꼭 눌렀습니다.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0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 있는 말로 답하고, 답을 손가락으로 짚어요.</a:t>
            </a:r>
            <a:endParaRPr lang="ko-KR" sz="3200" dirty="0"/>
          </a:p>
        </p:txBody>
      </p:sp>
      <p:sp>
        <p:nvSpPr>
          <p:cNvPr id="5" name="S10-chip5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55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누가: 민서</a:t>
            </a:r>
            <a:endParaRPr lang="ko-KR" sz="3200" dirty="0"/>
          </a:p>
        </p:txBody>
      </p:sp>
      <p:sp>
        <p:nvSpPr>
          <p:cNvPr id="7" name="S10-text56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무엇을: 모래성을 쌓았어요</a:t>
            </a:r>
            <a:endParaRPr lang="ko-KR" sz="3200" dirty="0"/>
          </a:p>
        </p:txBody>
      </p:sp>
      <p:sp>
        <p:nvSpPr>
          <p:cNvPr id="8" name="S10-text57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어떻게: 양손으로 꼭꼭</a:t>
            </a:r>
            <a:endParaRPr lang="ko-KR" sz="3200" dirty="0"/>
          </a:p>
        </p:txBody>
      </p:sp>
      <p:sp>
        <p:nvSpPr>
          <p:cNvPr id="9" name="S10-chip5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0" name="S10-text5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어떻게: 재미있게</a:t>
            </a:r>
            <a:endParaRPr lang="ko-KR" sz="3200" dirty="0"/>
          </a:p>
        </p:txBody>
      </p:sp>
      <p:sp>
        <p:nvSpPr>
          <p:cNvPr id="11" name="S10-text6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 없는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</a:t>
            </a:r>
            <a:endParaRPr lang="ko-KR" sz="2600" dirty="0"/>
          </a:p>
        </p:txBody>
      </p:sp>
      <p:sp>
        <p:nvSpPr>
          <p:cNvPr id="12" name="S10-text6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누가: 모래성</a:t>
            </a:r>
            <a:endParaRPr lang="ko-KR" sz="3200" dirty="0"/>
          </a:p>
        </p:txBody>
      </p:sp>
      <p:sp>
        <p:nvSpPr>
          <p:cNvPr id="13" name="S10-text6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일에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나온 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하셨을까요?</a:t>
            </a:r>
            <a:endParaRPr lang="ko-KR" sz="4400" dirty="0"/>
          </a:p>
        </p:txBody>
      </p:sp>
      <p:sp>
        <p:nvSpPr>
          <p:cNvPr id="3" name="S11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할머니께서 사과를 깨끗이 씻어 반으로 잘라 주셨습니다.</a:t>
            </a:r>
            <a:endParaRPr lang="ko-KR" sz="3200" dirty="0"/>
          </a:p>
        </p:txBody>
      </p:sp>
      <p:sp>
        <p:nvSpPr>
          <p:cNvPr id="4" name="S11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할머니께서 사과를 어떻게 하셨나요?</a:t>
            </a:r>
            <a:endParaRPr lang="ko-KR" sz="3200" dirty="0"/>
          </a:p>
        </p:txBody>
      </p:sp>
      <p:sp>
        <p:nvSpPr>
          <p:cNvPr id="6" name="S11-chip6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67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68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깨끗이 씻어 잘라 주셨어요.</a:t>
            </a:r>
            <a:endParaRPr lang="ko-KR" sz="3200" dirty="0"/>
          </a:p>
        </p:txBody>
      </p:sp>
      <p:sp>
        <p:nvSpPr>
          <p:cNvPr id="9" name="S11-chip6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70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71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시장에 가서 파셨어요.</a:t>
            </a:r>
            <a:endParaRPr lang="ko-KR" sz="3200" dirty="0"/>
          </a:p>
        </p:txBody>
      </p:sp>
      <p:sp>
        <p:nvSpPr>
          <p:cNvPr id="12" name="S11-chip7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73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74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나무에서 따 오셨어요.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75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76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글을 또박또박 읽고, 누가·무엇을·어떻게를 글에서 찾아요.</a:t>
            </a:r>
            <a:endParaRPr lang="ko-KR" sz="3200" dirty="0"/>
          </a:p>
        </p:txBody>
      </p:sp>
      <p:sp>
        <p:nvSpPr>
          <p:cNvPr id="5" name="S12-chip77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글에서 찾아 짚기</a:t>
            </a:r>
            <a:endParaRPr lang="ko-KR" sz="2600" dirty="0"/>
          </a:p>
        </p:txBody>
      </p:sp>
      <p:sp>
        <p:nvSpPr>
          <p:cNvPr id="6" name="S12-chip78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생각으로 지어내기</a:t>
            </a:r>
            <a:endParaRPr lang="ko-KR" sz="2600" dirty="0"/>
          </a:p>
        </p:txBody>
      </p:sp>
      <p:sp>
        <p:nvSpPr>
          <p:cNvPr id="7" name="S12-text79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80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‘누가’가 묻는 것</a:t>
            </a:r>
            <a:endParaRPr lang="ko-KR" sz="2600" dirty="0"/>
          </a:p>
        </p:txBody>
      </p:sp>
      <p:sp>
        <p:nvSpPr>
          <p:cNvPr id="9" name="S12-text81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마침표에서는?</a:t>
            </a:r>
            <a:endParaRPr lang="ko-KR" sz="2600" dirty="0"/>
          </a:p>
        </p:txBody>
      </p:sp>
      <p:sp>
        <p:nvSpPr>
          <p:cNvPr id="10" name="S12-text82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‘어떻게’가 묻는 것</a:t>
            </a:r>
            <a:endParaRPr lang="ko-KR" sz="2600" dirty="0"/>
          </a:p>
        </p:txBody>
      </p:sp>
      <p:sp>
        <p:nvSpPr>
          <p:cNvPr id="11" name="S12-text8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낱말의 관계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한 문장 읽기</a:t>
            </a:r>
            <a:endParaRPr lang="ko-KR" sz="4400" dirty="0"/>
          </a:p>
        </p:txBody>
      </p:sp>
      <p:sp>
        <p:nvSpPr>
          <p:cNvPr id="3" name="S13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낱말씩 짚으며 읽고 답해요.</a:t>
            </a:r>
            <a:endParaRPr lang="ko-KR" sz="3200" dirty="0"/>
          </a:p>
        </p:txBody>
      </p:sp>
      <p:sp>
        <p:nvSpPr>
          <p:cNvPr id="4" name="S13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문장 속에 있어요.</a:t>
            </a:r>
            <a:endParaRPr lang="ko-KR" sz="3200" dirty="0"/>
          </a:p>
        </p:txBody>
      </p:sp>
      <p:sp>
        <p:nvSpPr>
          <p:cNvPr id="6" name="S13-chip8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3-text8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강아지가 공을 물어요. 누가?</a:t>
            </a:r>
            <a:endParaRPr lang="ko-KR" sz="3200" dirty="0"/>
          </a:p>
        </p:txBody>
      </p:sp>
      <p:sp>
        <p:nvSpPr>
          <p:cNvPr id="8" name="S13-chip8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3-text9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우유를 마셔요. 무엇을?</a:t>
            </a:r>
            <a:endParaRPr lang="ko-KR" sz="3200" dirty="0"/>
          </a:p>
        </p:txBody>
      </p:sp>
      <p:sp>
        <p:nvSpPr>
          <p:cNvPr id="10" name="S13-chip9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3-text9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토끼가 깡충깡충 뛰어요. 어떻게?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짧은 글 읽고 내용 확인</dc:title>
  <dc:subject>KR22-G02-KOR-READCHECK-L01</dc:subject>
  <dc:creator>education-ppt</dc:creator>
  <cp:lastModifiedBy>education-ppt</cp:lastModifiedBy>
  <cp:revision>1</cp:revision>
  <dcterms:created xsi:type="dcterms:W3CDTF">2026-10-26T07:09:20Z</dcterms:created>
  <dcterms:modified xsi:type="dcterms:W3CDTF">2026-10-26T07:09:20Z</dcterms:modified>
</cp:coreProperties>
</file>