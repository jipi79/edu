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a9f0e4b-8d26-4f2a-b329-2b966efd4e79}">
          <p14:sldIdLst>
            <p14:sldId id="256"/>
            <p14:sldId id="257"/>
          </p14:sldIdLst>
        </p14:section>
        <p14:section name="개념" id="{66514255-a2b0-1831-a405-e66e401c1ca5}">
          <p14:sldIdLst>
            <p14:sldId id="258"/>
            <p14:sldId id="259"/>
            <p14:sldId id="260"/>
          </p14:sldIdLst>
        </p14:section>
        <p14:section name="연습" id="{6e429239-ce69-cb98-b0b2-66bb37db6f21}">
          <p14:sldIdLst>
            <p14:sldId id="261"/>
            <p14:sldId id="262"/>
            <p14:sldId id="263"/>
          </p14:sldIdLst>
        </p14:section>
        <p14:section name="확인" id="{4f8ff659-91e0-b58f-6761-6f6e6b52c1aa}">
          <p14:sldIdLst>
            <p14:sldId id="264"/>
            <p14:sldId id="265"/>
            <p14:sldId id="266"/>
          </p14:sldIdLst>
        </p14:section>
        <p14:section name="정리" id="{2e8889b6-f87c-d29c-8853-786bbfcc52e3}">
          <p14:sldIdLst>
            <p14:sldId id="267"/>
          </p14:sldIdLst>
        </p14:section>
        <p14:section name="보충" id="{55cc2f43-7e0d-9c4a-6ede-0faa7b0300b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글자와 소리가 다를 수 있다는 데 관심을 갖게 합니다.
시간: 약 2분
이렇게 말해 보세요
- “오른쪽 낱말을 읽어 볼래? 우리가 말할 때는 어떻게 소리 나지?”
- “글자는 ‘음악’인데 말할 때는 [으막]이라고 해. 오늘은 이렇게 글자와 소리가 다른 낱말을 배울 거야.”
예상 답
- “음악이요.” (글자대로 [음-악]처럼 끊어 읽을 수도 있습니다.)
막히면
- 부모가 ‘음악’을 평소처럼 말해 들려주고 “어떻게 들려?”라고 묻습니다.
주의
- 노트의 [ ] 안은 소리 나는 대로 적은 것입니다(표준 발음). 부모가 평소 말하듯 자연스럽게 들려줍니다.
- 끊어 읽어도 고치지 말고 들어 둡니다. S03에서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확인(받침 있는 글자)]
목적: 1학년에서 배운 받침 있는 글자(받침 ㄱ, ㄴ, ㄹ, ㅁ, ㅂ)를 읽고 받침을 찾는지 확인합니다. 받침을 알아야 받침이 넘어가는 소리를 배울 수 있습니다.
시간: 약 3분
이렇게 말해 보세요
- “하나씩 읽어 볼래?”
- “글자 아래에 있는 자음을 ‘받침’이라고 해. ‘밥’의 받침은 뭐야?”
정답
- 밥 – ㅂ, 책 – ㄱ, 물 – ㄹ, 손 – ㄴ, 곰 – ㅁ, 집 – ㅂ
막히면
- ‘바’와 ‘밥’을 나란히 써서 무엇이 더해졌는지 보여 줍니다.
- 6개 중 2개 이상 읽지 못하면 S13(보충)을 먼저 합니다. 보충으로도 어려우면 앞 차시 ‘받침 있는 글자’(KR22-G01-KOR-BATCHIM-L01)를 먼저 합니다.
주의
- ‘받침’이라는 말을 몰라도 글자를 바르게 읽으면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받침이 넘어가는 소리 시범]
목적: 받침 뒤에 ㅇ으로 시작하는 글자가 오면 받침이 뒤 글자의 첫소리로 옮겨 가 소리 난다는 것을 보여 줍니다.
시간: 약 4분
이렇게 말해 보세요
- “‘음’에는 받침 ㅁ이 있어. 뒤 글자 ‘악’은 ㅇ으로 시작하지? 첫소리 ㅇ은 소리가 없는 빈자리라서 받침 ㅁ이 그 자리로 넘어가.”
- “엄마(아빠)가 두 가지로 읽어 볼게. [음-악], [으막]. 우리가 말할 때는 어느 쪽이야?”
예상 답
- “[으막]이요.”
막히면
- 낱말 카드 ‘음’의 받침 ㅁ을 손가락으로 가리킨 뒤, ‘악’의 ㅇ 자리로 옮겨 가는 모습을 손가락으로 보여 줍니다.
주의
- 음악[으막]은 받침이 그대로 뒤로 옮겨 가기만 하는 낱말입니다(표준 발음법의 받침 이어 읽기). 오늘은 이런 낱말만 다룹니다.
- 받침 ㅇ은 넘어가지 않습니다(고양이[고양이]). 아이가 물을 때만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여러 낱말에서 따라 읽기]
목적: 여러 받침(ㄹ, ㄱ, ㄴ)이 뒤로 넘어가는 낱말을 듣고 따라 읽습니다.
시간: 약 4분
이렇게 말해 보세요
- “엄마(아빠)가 먼저 읽을게. 놀이[노리]. ‘놀’의 받침 ㄹ이 어디로 갔어?”
- “이번엔 네가 위의 글자를 보고, 아래 소리처럼 읽어 봐.”
예상 답
- “ㄹ이 ‘이’ 쪽으로 갔어요.”
정답
- 놀이[노리] – ㄹ, 얼음[어름] – ㄹ, 국어[구거] – ㄱ, 단어[다너] – ㄴ
막히면
- 한 낱말씩 부모가 천천히 두 번 읽어 주고 따라 하게 합니다.
- S03처럼 받침을 손가락으로 옮겨 보입니다.
주의
- 네 낱말 모두 받침이 그대로 옮겨 가기만 합니다. 다른 소리 바뀜은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받침을 제자리에 쓰는 방법]
목적: 소리 나는 대로 쓰지 않고 받침을 제자리에 쓰는 두 가지 방법을 알려 줍니다.
시간: 약 3분
이렇게 말해 보세요
- “[바블] 먹어요. 이걸 쓸 때 ‘바블’이라고 쓸까? ‘밥’에 ‘을’이 붙은 말이야. 그래서 ‘밥을’이라고 써.”
- “[노리]는 ‘놀다’에서 온 말이야. ‘놀’에 받침 ㄹ이 있으니까 ‘놀이’라고 써.”
예상 답
- “밥 다음에 ‘을’을 붙여요.”
막히면
- 낱말 카드 ‘밥’과 ‘을’을 따로 보여 준 뒤 붙여서 ‘밥을’을 만들게 합니다.
주의
- ‘떼어 보기’는 밥을·물이처럼 낱말 뒤에 을·이·에가 붙은 말에, ‘원래 말 떠올리기’는 놀이·먹어요처럼 움직임을 나타내는 말에서 온 낱말에 씁니다.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문장 소리 내어 읽기]
목적: 문장 속 낱말에서 받침이 넘어가는 소리를 찾아 읽습니다(목표 A).
시간: 약 4분
이렇게 말해 보세요
- “①을 읽어 볼래? 받침 다음에 ㅇ이 오는 곳이 어디야?”
- “거기서 받침을 넘겨서 다시 읽어 봐.”
정답
- ① 밥을 먹어요[바블 머거요]
- ② 얼음이 녹아요[어르미 노가요]
- ③ 음악을 들어요[으마글 드러요]
막히면
- 받침 다음에 ㅇ이 오는 곳에 연필로 작게 ✔ 하게 한 뒤 읽게 합니다.
- 부모가 한 낱말씩 들려주고 따라 읽게 합니다.
주의
- 한 문장에 넘어가는 곳이 두 군데 이상 있습니다. 모두 짚지 못해도 읽는 소리가 맞으면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비교(소리 나는 대로 쓰기)]
목적: 소리 나는 대로 쓰는 실수(M1)를 바로잡습니다.
시간: 약 3분
이렇게 말해 보세요
- “두 낱말을 읽으면 소리는 똑같지? 그럼 어느 쪽이 바르게 쓴 거야?”
- “놀이터는 무엇을 하는 곳이야? 그 말을 떠올려 봐.”
정답
- 나(놀이터). 노는 곳이니까 ‘놀다’의 ‘놀’에 받침 ㄹ을 씁니다. 소리는 [노리터]입니다.
- 가는 소리 나는 대로 쓴 것입니다.
막히면
- ‘놀다, 놀고, 놀이’를 차례로 써 보이고, 모두 들어 있는 ‘놀’을 찾게 합니다.
주의
- ‘가’를 골라도 바로 틀렸다고 하지 말고 “놀이터는 무엇을 하는 곳이야?”라고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들은 소리 바르게 쓰기]
목적: 들은 소리를 받침 자리에 맞게 쓰는 연습을 합니다(목표 B).
시간: 약 4분
이렇게 말해 보세요
- “엄마(아빠)가 읽어 줄게. [무리] 차가워요. 무엇이 차가워? 그 낱말 뒤에 무엇이 붙었어?”
- “공책에 써 볼래? 다 쓰면 소리 내어 읽어 확인해.”
정답
- ① 물이(물 + 이)
- ② 손을(손 + 을)
- ③ 집에(집 + 에)
막히면
- “무엇이 차가워?” → “물”처럼 앞 낱말을 먼저 찾게 한 뒤 ‘이’를 붙이게 합니다.
- 낱말 카드 ‘물’ 옆에 ‘이’ 카드를 붙여 보입니다.
주의
- 화면의 [ ]는 소리입니다. 부모가 소리 내어 읽어 주고, 아이는 [ ] 부분만 공책에 바르게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읽고 쓰기]
목적: 도움 없이 받침이 넘어가는 낱말을 읽고, 들은 소리를 바르게 쓰는지 확인합니다.
시간: 약 4분
이렇게 말해 보세요
- “이번에는 혼자 해 볼래? ①②는 소리 내어 읽고, ③④는 엄마(아빠)가 읽어 주면 공책에 써 봐.”
정답
- ① 목요일[모교일] ② 할아버지[하라버지]
- ③ 그림을(그림 + 을) ④ 입이(입 + 이)
막히면
- ①②는 받침 다음에 ㅇ이 오는 곳을 먼저 찾게 합니다.
- ③④는 S05의 ‘떼어 보기’를 다시 보여 줍니다.
- 도움을 받아 해결했다면 기록표에 ‘도움’으로 표시합니다.
주의
- 읽기(①②)와 쓰기(③④)를 나누어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“네가 쓴 것은 왼쪽이야, 오른쪽이야?”
- “오른쪽처럼 쓰면 왜 틀릴까?”
예상 답
- “소리 나는 대로 썼어요.” “받침을 두 번 썼어요.”
정답
- ① [모교일] ② [하라버지] ③ 그림을 ④ 입이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낱말을 받침 자리에 맞게 고르고 까닭을 말하는지 확인합니다(목표 B).
시간: 약 2분
이렇게 말해 보세요
- “엄마(아빠)가 읽어 줄게. [연피를] 주세요. 바르게 쓴 것은 어느 것이야? 왜 그렇게 생각해?”
정답
- 나(연필을). ‘연필’에 ‘을’이 붙은 말입니다(연필 + 을).
- 가는 소리 나는 대로 쓴 것, 다는 받침 ㄹ을 뒤 글자에 한 번 더 쓴 것(M3)입니다.
막히면
- “무엇을 달라고 했어?”라고 물어 ‘연필’을 먼저 찾게 합니다.
주의
- 답만 맞히고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“받침이 뒤로 넘어가서 소리 나지만, 쓸 때는 앞 글자에 써요.”
정답
- ① 음악 ② [노리] ③ 밥을
막히면
- ①③을 어려워하면 S05의 ‘떼어 보기’ 카드를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보충(받침 알기)]
목적: 받침이 무엇인지, 받침이 있을 때와 없을 때 소리가 어떻게 다른지 다시 익힙니다.
시간: 약 4분
이렇게 말해 보세요
- “‘바’와 ‘밥’을 읽어 볼래? 무엇이 달라졌어?”
- “‘밥’에서 글자 아래에 있는 ㅂ이 받침이야. 끝에서 입을 꼭 다물지?”
정답
- 밥의 받침은 ㅂ, 물의 받침은 ㄹ입니다.
막히면
- 종이에 ‘바’를 크게 쓰고 아래에 ‘ㅂ’ 카드를 붙여 ‘밥’을 만들어 보입니다(‘무’에 ‘ㄹ’을 붙여 ‘물’도 같은 방법으로).
- 보충으로도 받침 있는 글자를 읽기 어려우면 앞 차시 ‘받침 있는 글자’(KR22-G01-KOR-BATCHIM-L01)를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소리와 글자가 다른 낱말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소리와 글자가 다른 낱말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소리와 글자가 다른 낱말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글자가 다른 낱말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‘음악’은 어떻게 소리 날까?</a:t>
            </a:r>
            <a:endParaRPr lang="ko-KR" sz="32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받침이 넘어가는 소리를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받침을 제자리에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받침을 찾아요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받침을 말해 보세요.</a:t>
            </a:r>
            <a:endParaRPr lang="ko-KR" sz="3200" dirty="0"/>
          </a:p>
        </p:txBody>
      </p:sp>
      <p:sp>
        <p:nvSpPr>
          <p:cNvPr id="4" name="S02-word5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3600" dirty="0"/>
          </a:p>
        </p:txBody>
      </p:sp>
      <p:sp>
        <p:nvSpPr>
          <p:cNvPr id="5" name="S02-word6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ko-KR" sz="3600" dirty="0"/>
          </a:p>
        </p:txBody>
      </p:sp>
      <p:sp>
        <p:nvSpPr>
          <p:cNvPr id="6" name="S02-word7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600" dirty="0"/>
          </a:p>
        </p:txBody>
      </p:sp>
      <p:sp>
        <p:nvSpPr>
          <p:cNvPr id="7" name="S02-word8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600" dirty="0"/>
          </a:p>
        </p:txBody>
      </p:sp>
      <p:sp>
        <p:nvSpPr>
          <p:cNvPr id="8" name="S02-word9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9" name="S02-word10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뒤로 넘어가요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 글자가 ㅇ으로 시작하면 받침이 넘어가 소리 나요.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548640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‘음’의 받침 ㅁ이 뒤로 넘어가요</a:t>
            </a:r>
            <a:endParaRPr lang="ko-KR" sz="3200" dirty="0"/>
          </a:p>
        </p:txBody>
      </p:sp>
      <p:sp>
        <p:nvSpPr>
          <p:cNvPr id="7" name="S03-card15"/>
          <p:cNvSpPr/>
          <p:nvPr/>
        </p:nvSpPr>
        <p:spPr>
          <a:xfrm>
            <a:off x="6208776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6483096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[으막]으로 소리 나요</a:t>
            </a:r>
            <a:endParaRPr lang="ko-KR" sz="3200" dirty="0"/>
          </a:p>
        </p:txBody>
      </p:sp>
      <p:sp>
        <p:nvSpPr>
          <p:cNvPr id="9" name="S03-tile17"/>
          <p:cNvSpPr txBox="1"/>
          <p:nvPr/>
        </p:nvSpPr>
        <p:spPr>
          <a:xfrm>
            <a:off x="1769364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</a:t>
            </a:r>
            <a:endParaRPr lang="ko-KR" sz="5900" dirty="0"/>
          </a:p>
        </p:txBody>
      </p:sp>
      <p:sp>
        <p:nvSpPr>
          <p:cNvPr id="10" name="S03-tile18"/>
          <p:cNvSpPr txBox="1"/>
          <p:nvPr/>
        </p:nvSpPr>
        <p:spPr>
          <a:xfrm>
            <a:off x="3342132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</a:t>
            </a:r>
            <a:endParaRPr lang="ko-KR" sz="5900" dirty="0"/>
          </a:p>
        </p:txBody>
      </p:sp>
      <p:sp>
        <p:nvSpPr>
          <p:cNvPr id="11" name="S03-label19"/>
          <p:cNvSpPr txBox="1"/>
          <p:nvPr/>
        </p:nvSpPr>
        <p:spPr>
          <a:xfrm>
            <a:off x="548640" y="31254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</a:t>
            </a:r>
            <a:endParaRPr lang="ko-KR" sz="2600" dirty="0"/>
          </a:p>
        </p:txBody>
      </p:sp>
      <p:sp>
        <p:nvSpPr>
          <p:cNvPr id="12" name="S03-tile20"/>
          <p:cNvSpPr txBox="1"/>
          <p:nvPr/>
        </p:nvSpPr>
        <p:spPr>
          <a:xfrm>
            <a:off x="7475220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</a:t>
            </a:r>
            <a:endParaRPr lang="ko-KR" sz="5900" dirty="0"/>
          </a:p>
        </p:txBody>
      </p:sp>
      <p:sp>
        <p:nvSpPr>
          <p:cNvPr id="13" name="S03-tile21"/>
          <p:cNvSpPr txBox="1"/>
          <p:nvPr/>
        </p:nvSpPr>
        <p:spPr>
          <a:xfrm>
            <a:off x="9047988" y="15032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</a:t>
            </a:r>
            <a:endParaRPr lang="ko-KR" sz="5900" dirty="0"/>
          </a:p>
        </p:txBody>
      </p:sp>
      <p:sp>
        <p:nvSpPr>
          <p:cNvPr id="14" name="S03-label22"/>
          <p:cNvSpPr txBox="1"/>
          <p:nvPr/>
        </p:nvSpPr>
        <p:spPr>
          <a:xfrm>
            <a:off x="6254496" y="31254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[으막]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넘어가는 소리 찾기</a:t>
            </a:r>
            <a:endParaRPr lang="ko-KR" sz="44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어디로 갔는지 찾아보세요.</a:t>
            </a:r>
            <a:endParaRPr lang="ko-KR" sz="3200" dirty="0"/>
          </a:p>
        </p:txBody>
      </p:sp>
      <p:sp>
        <p:nvSpPr>
          <p:cNvPr id="4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글자는 그대로 두고, 읽을 때만 넘겨 읽어요.</a:t>
            </a:r>
            <a:endParaRPr lang="ko-KR" sz="3200" dirty="0"/>
          </a:p>
        </p:txBody>
      </p:sp>
      <p:sp>
        <p:nvSpPr>
          <p:cNvPr id="6" name="S04-word26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[노리]</a:t>
            </a:r>
            <a:endParaRPr lang="ko-KR" sz="3600" dirty="0"/>
          </a:p>
        </p:txBody>
      </p:sp>
      <p:sp>
        <p:nvSpPr>
          <p:cNvPr id="7" name="S04-word27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[어름]</a:t>
            </a:r>
            <a:endParaRPr lang="ko-KR" sz="3600" dirty="0"/>
          </a:p>
        </p:txBody>
      </p:sp>
      <p:sp>
        <p:nvSpPr>
          <p:cNvPr id="8" name="S04-word28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[구거]</a:t>
            </a:r>
            <a:endParaRPr lang="ko-KR" sz="3600" dirty="0"/>
          </a:p>
        </p:txBody>
      </p:sp>
      <p:sp>
        <p:nvSpPr>
          <p:cNvPr id="9" name="S04-word29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[다너]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때는 제자리에</a:t>
            </a:r>
            <a:endParaRPr lang="ko-KR" sz="44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넘어가도 받침은 앞 글자에 써요.</a:t>
            </a:r>
            <a:endParaRPr lang="ko-KR" sz="32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한 번만, 앞 글자 밑에 써요.</a:t>
            </a:r>
            <a:endParaRPr lang="ko-KR" sz="3200" dirty="0"/>
          </a:p>
        </p:txBody>
      </p:sp>
      <p:sp>
        <p:nvSpPr>
          <p:cNvPr id="6" name="S05-card3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떼어 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[바블] → 밥 + 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밥을</a:t>
            </a:r>
            <a:endParaRPr lang="ko-KR" sz="3200" dirty="0"/>
          </a:p>
        </p:txBody>
      </p:sp>
      <p:sp>
        <p:nvSpPr>
          <p:cNvPr id="8" name="S05-card3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3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말 떠올리기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[노리] → 놀다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놀이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넘어가는 곳을 찾아 읽어요.</a:t>
            </a:r>
            <a:endParaRPr lang="ko-KR" sz="3200" dirty="0"/>
          </a:p>
        </p:txBody>
      </p:sp>
      <p:sp>
        <p:nvSpPr>
          <p:cNvPr id="4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다음에 ㅇ이 오면 넘겨 읽어요.</a:t>
            </a:r>
            <a:endParaRPr lang="ko-KR" sz="3200" dirty="0"/>
          </a:p>
        </p:txBody>
      </p:sp>
      <p:sp>
        <p:nvSpPr>
          <p:cNvPr id="6" name="S06-chip4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4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먹어요.</a:t>
            </a:r>
            <a:endParaRPr lang="ko-KR" sz="3200" dirty="0"/>
          </a:p>
        </p:txBody>
      </p:sp>
      <p:sp>
        <p:nvSpPr>
          <p:cNvPr id="8" name="S06-chip4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4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녹아요.</a:t>
            </a:r>
            <a:endParaRPr lang="ko-KR" sz="3200" dirty="0"/>
          </a:p>
        </p:txBody>
      </p:sp>
      <p:sp>
        <p:nvSpPr>
          <p:cNvPr id="10" name="S06-chip4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4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음악을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쓸까요?</a:t>
            </a:r>
            <a:endParaRPr lang="ko-KR" sz="4400" dirty="0"/>
          </a:p>
        </p:txBody>
      </p:sp>
      <p:sp>
        <p:nvSpPr>
          <p:cNvPr id="3" name="S07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[노리터]를 듣고 이렇게 썼어요.</a:t>
            </a:r>
            <a:endParaRPr lang="ko-KR" sz="3200" dirty="0"/>
          </a:p>
        </p:txBody>
      </p:sp>
      <p:sp>
        <p:nvSpPr>
          <p:cNvPr id="5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바르게 쓴 것일까요? 왜 그럴까요?</a:t>
            </a:r>
            <a:endParaRPr lang="ko-KR" sz="3200" dirty="0"/>
          </a:p>
        </p:txBody>
      </p:sp>
      <p:sp>
        <p:nvSpPr>
          <p:cNvPr id="7" name="S07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노리터</a:t>
            </a:r>
            <a:endParaRPr lang="ko-KR" sz="3200" dirty="0"/>
          </a:p>
        </p:txBody>
      </p:sp>
      <p:sp>
        <p:nvSpPr>
          <p:cNvPr id="9" name="S07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써요</a:t>
            </a:r>
            <a:endParaRPr lang="ko-KR" sz="44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바르게 써 보세요.</a:t>
            </a:r>
            <a:endParaRPr lang="ko-KR" sz="3200" dirty="0"/>
          </a:p>
        </p:txBody>
      </p:sp>
      <p:sp>
        <p:nvSpPr>
          <p:cNvPr id="4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붙은 말을 떼어 봐요. 물 + 이</a:t>
            </a:r>
            <a:endParaRPr lang="ko-KR" sz="3200" dirty="0"/>
          </a:p>
        </p:txBody>
      </p:sp>
      <p:sp>
        <p:nvSpPr>
          <p:cNvPr id="6" name="S08-chip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5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[무리] 차가워요.</a:t>
            </a:r>
            <a:endParaRPr lang="ko-KR" sz="3200" dirty="0"/>
          </a:p>
        </p:txBody>
      </p:sp>
      <p:sp>
        <p:nvSpPr>
          <p:cNvPr id="8" name="S08-chip5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6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[소늘] 씻어요.</a:t>
            </a:r>
            <a:endParaRPr lang="ko-KR" sz="3200" dirty="0"/>
          </a:p>
        </p:txBody>
      </p:sp>
      <p:sp>
        <p:nvSpPr>
          <p:cNvPr id="10" name="S08-chip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[지베]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소리 내어 읽고, ③④ 바르게 써요.</a:t>
            </a:r>
            <a:endParaRPr lang="ko-KR" sz="3200" dirty="0"/>
          </a:p>
        </p:txBody>
      </p:sp>
      <p:sp>
        <p:nvSpPr>
          <p:cNvPr id="4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목요일</a:t>
            </a:r>
            <a:endParaRPr lang="ko-KR" sz="3200" dirty="0"/>
          </a:p>
        </p:txBody>
      </p:sp>
      <p:sp>
        <p:nvSpPr>
          <p:cNvPr id="6" name="S09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</a:t>
            </a:r>
            <a:endParaRPr lang="ko-KR" sz="3200" dirty="0"/>
          </a:p>
        </p:txBody>
      </p:sp>
      <p:sp>
        <p:nvSpPr>
          <p:cNvPr id="8" name="S09-chip6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6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[그리믈] 그려요.</a:t>
            </a:r>
            <a:endParaRPr lang="ko-KR" sz="3200" dirty="0"/>
          </a:p>
        </p:txBody>
      </p:sp>
      <p:sp>
        <p:nvSpPr>
          <p:cNvPr id="10" name="S09-chip7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09-text7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[이비]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0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넘어가도, 쓸 때는 받침을 제자리에 써요.</a:t>
            </a:r>
            <a:endParaRPr lang="ko-KR" sz="3200" dirty="0"/>
          </a:p>
        </p:txBody>
      </p:sp>
      <p:sp>
        <p:nvSpPr>
          <p:cNvPr id="5" name="S10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5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그려요.</a:t>
            </a:r>
            <a:endParaRPr lang="ko-KR" sz="3200" dirty="0"/>
          </a:p>
        </p:txBody>
      </p:sp>
      <p:sp>
        <p:nvSpPr>
          <p:cNvPr id="7" name="S10-text76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+ 을</a:t>
            </a:r>
            <a:endParaRPr lang="ko-KR" sz="2600" dirty="0"/>
          </a:p>
        </p:txBody>
      </p:sp>
      <p:sp>
        <p:nvSpPr>
          <p:cNvPr id="8" name="S10-text77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입이 커요.</a:t>
            </a:r>
            <a:endParaRPr lang="ko-KR" sz="3200" dirty="0"/>
          </a:p>
        </p:txBody>
      </p:sp>
      <p:sp>
        <p:nvSpPr>
          <p:cNvPr id="9" name="S10-text78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+ 이</a:t>
            </a:r>
            <a:endParaRPr lang="ko-KR" sz="26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그리믈 그려요.</a:t>
            </a:r>
            <a:endParaRPr lang="ko-KR" sz="3200" dirty="0"/>
          </a:p>
        </p:txBody>
      </p:sp>
      <p:sp>
        <p:nvSpPr>
          <p:cNvPr id="12" name="S10-text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대로 씀</a:t>
            </a:r>
            <a:endParaRPr lang="ko-KR" sz="2600" dirty="0"/>
          </a:p>
        </p:txBody>
      </p:sp>
      <p:sp>
        <p:nvSpPr>
          <p:cNvPr id="13" name="S10-text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입비 커요.</a:t>
            </a:r>
            <a:endParaRPr lang="ko-KR" sz="3200" dirty="0"/>
          </a:p>
        </p:txBody>
      </p:sp>
      <p:sp>
        <p:nvSpPr>
          <p:cNvPr id="14" name="S10-text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것은?</a:t>
            </a:r>
            <a:endParaRPr lang="ko-KR" sz="4400" dirty="0"/>
          </a:p>
        </p:txBody>
      </p:sp>
      <p:sp>
        <p:nvSpPr>
          <p:cNvPr id="3" name="S11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[연피를] 주세요.</a:t>
            </a:r>
            <a:endParaRPr lang="ko-KR" sz="3200" dirty="0"/>
          </a:p>
        </p:txBody>
      </p:sp>
      <p:sp>
        <p:nvSpPr>
          <p:cNvPr id="4" name="S11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1-chip8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연피를</a:t>
            </a:r>
            <a:endParaRPr lang="ko-KR" sz="3200" dirty="0"/>
          </a:p>
        </p:txBody>
      </p:sp>
      <p:sp>
        <p:nvSpPr>
          <p:cNvPr id="9" name="S11-chip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9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9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연필을</a:t>
            </a:r>
            <a:endParaRPr lang="ko-KR" sz="3200" dirty="0"/>
          </a:p>
        </p:txBody>
      </p:sp>
      <p:sp>
        <p:nvSpPr>
          <p:cNvPr id="12" name="S11-chip9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9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9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뒤에 ㅇ이 오면 소리는 넘어가요. 쓸 때는 받침을 제자리에 써요.</a:t>
            </a:r>
            <a:endParaRPr lang="ko-KR" sz="3200" dirty="0"/>
          </a:p>
        </p:txBody>
      </p:sp>
      <p:sp>
        <p:nvSpPr>
          <p:cNvPr id="5" name="S12-chip9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떼어 보고 쓰기</a:t>
            </a:r>
            <a:endParaRPr lang="ko-KR" sz="2600" dirty="0"/>
          </a:p>
        </p:txBody>
      </p:sp>
      <p:sp>
        <p:nvSpPr>
          <p:cNvPr id="6" name="S12-chip9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소리 나는 대로 쓰기</a:t>
            </a:r>
            <a:endParaRPr lang="ko-KR" sz="2600" dirty="0"/>
          </a:p>
        </p:txBody>
      </p:sp>
      <p:sp>
        <p:nvSpPr>
          <p:cNvPr id="7" name="S12-text10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0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[으막] 바르게 쓰기</a:t>
            </a:r>
            <a:endParaRPr lang="ko-KR" sz="2600" dirty="0"/>
          </a:p>
        </p:txBody>
      </p:sp>
      <p:sp>
        <p:nvSpPr>
          <p:cNvPr id="9" name="S12-text10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‘놀이’ 소리 내어 읽기</a:t>
            </a:r>
            <a:endParaRPr lang="ko-KR" sz="2600" dirty="0"/>
          </a:p>
        </p:txBody>
      </p:sp>
      <p:sp>
        <p:nvSpPr>
          <p:cNvPr id="10" name="S12-text10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[바블] 바르게 쓰기</a:t>
            </a:r>
            <a:endParaRPr lang="ko-KR" sz="2600" dirty="0"/>
          </a:p>
        </p:txBody>
      </p:sp>
      <p:sp>
        <p:nvSpPr>
          <p:cNvPr id="11" name="S12-text10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헷갈리는 낱말 바르게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받침이 뭐예요?</a:t>
            </a:r>
            <a:endParaRPr lang="ko-KR" sz="4400" dirty="0"/>
          </a:p>
        </p:txBody>
      </p:sp>
      <p:sp>
        <p:nvSpPr>
          <p:cNvPr id="3" name="S13-card105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06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아래에 있는 자음이 받침이에요</a:t>
            </a:r>
            <a:endParaRPr lang="ko-KR" sz="3200" dirty="0"/>
          </a:p>
        </p:txBody>
      </p:sp>
      <p:sp>
        <p:nvSpPr>
          <p:cNvPr id="5" name="S13-card107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08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있으면 소리가 달라져요</a:t>
            </a:r>
            <a:endParaRPr lang="ko-KR" sz="3200" dirty="0"/>
          </a:p>
        </p:txBody>
      </p:sp>
      <p:sp>
        <p:nvSpPr>
          <p:cNvPr id="7" name="S13-word109"/>
          <p:cNvSpPr txBox="1"/>
          <p:nvPr/>
        </p:nvSpPr>
        <p:spPr>
          <a:xfrm>
            <a:off x="548640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없음</a:t>
            </a:r>
            <a:endParaRPr lang="ko-KR" sz="3600" dirty="0"/>
          </a:p>
        </p:txBody>
      </p:sp>
      <p:sp>
        <p:nvSpPr>
          <p:cNvPr id="8" name="S13-word110"/>
          <p:cNvSpPr txBox="1"/>
          <p:nvPr/>
        </p:nvSpPr>
        <p:spPr>
          <a:xfrm>
            <a:off x="3390138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ㅂ</a:t>
            </a:r>
            <a:endParaRPr lang="ko-KR" sz="3600" dirty="0"/>
          </a:p>
        </p:txBody>
      </p:sp>
      <p:sp>
        <p:nvSpPr>
          <p:cNvPr id="9" name="S13-word111"/>
          <p:cNvSpPr txBox="1"/>
          <p:nvPr/>
        </p:nvSpPr>
        <p:spPr>
          <a:xfrm>
            <a:off x="6231636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없음</a:t>
            </a:r>
            <a:endParaRPr lang="ko-KR" sz="3600" dirty="0"/>
          </a:p>
        </p:txBody>
      </p:sp>
      <p:sp>
        <p:nvSpPr>
          <p:cNvPr id="10" name="S13-word112"/>
          <p:cNvSpPr txBox="1"/>
          <p:nvPr/>
        </p:nvSpPr>
        <p:spPr>
          <a:xfrm>
            <a:off x="9073134" y="212852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ㄹ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소리와 글자가 다른 낱말</dc:title>
  <dc:subject>KR22-G02-KOR-LINKSOUND-L01</dc:subject>
  <dc:creator>education-ppt</dc:creator>
  <cp:lastModifiedBy>education-ppt</cp:lastModifiedBy>
  <cp:revision>1</cp:revision>
  <dcterms:created xsi:type="dcterms:W3CDTF">2026-10-26T07:45:45Z</dcterms:created>
  <dcterms:modified xsi:type="dcterms:W3CDTF">2026-10-26T07:45:45Z</dcterms:modified>
</cp:coreProperties>
</file>