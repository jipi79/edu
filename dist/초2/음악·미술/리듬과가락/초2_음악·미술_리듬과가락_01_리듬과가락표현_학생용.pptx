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9c5aac1-c156-aabe-7f92-f7470e9a3ed5}">
          <p14:sldIdLst>
            <p14:sldId id="256"/>
            <p14:sldId id="257"/>
          </p14:sldIdLst>
        </p14:section>
        <p14:section name="개념" id="{c8c487dc-fbf3-bafa-6551-1babaf6c0146}">
          <p14:sldIdLst>
            <p14:sldId id="258"/>
          </p14:sldIdLst>
        </p14:section>
        <p14:section name="연습" id="{250a5704-0029-6061-f50a-38d2e189f972}">
          <p14:sldIdLst>
            <p14:sldId id="259"/>
            <p14:sldId id="260"/>
          </p14:sldIdLst>
        </p14:section>
        <p14:section name="확인" id="{57db68e9-2aab-b3c9-c565-761c9fbb0990}">
          <p14:sldIdLst>
            <p14:sldId id="261"/>
          </p14:sldIdLst>
        </p14:section>
        <p14:section name="정리" id="{352f33c6-37f4-c2c8-5cce-535c717fec59}">
          <p14:sldIdLst>
            <p14:sldId id="262"/>
          </p14:sldIdLst>
        </p14:section>
        <p14:section name="보충" id="{f690b69d-424d-8920-dbba-182c6f1c77cb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리듬과가락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리듬과 가락 표현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음악·미술 · 리듬과 가락 표현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음악·미술 · 리듬과 가락 표현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리듬과 가락 표현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말에도 리듬과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가락이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말 리듬을 몸과 물건으로 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높고 낮은 소리로 불러요.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해 보세요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엄마(아빠)를 따라 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무릎을 ‘쿵, 쿵, 쿵, 쿵’ 고르게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손뼉을 크게 두 번, 작게 두 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리듬과 가락</a:t>
            </a:r>
            <a:endParaRPr lang="ko-KR" sz="4400" dirty="0"/>
          </a:p>
        </p:txBody>
      </p:sp>
      <p:sp>
        <p:nvSpPr>
          <p:cNvPr id="3" name="S03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한 박이에요.</a:t>
            </a:r>
            <a:endParaRPr lang="ko-KR" sz="3200" dirty="0"/>
          </a:p>
        </p:txBody>
      </p:sp>
      <p:sp>
        <p:nvSpPr>
          <p:cNvPr id="4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글자 칸은 한 박에 빠르게 두 번 쳐요.</a:t>
            </a:r>
            <a:endParaRPr lang="ko-KR" sz="3200" dirty="0"/>
          </a:p>
        </p:txBody>
      </p:sp>
      <p:graphicFrame>
        <p:nvGraphicFramePr>
          <p:cNvPr id="4" name="S03-table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16149"/>
          <a:ext cx="5385816" cy="914400"/>
        </p:xfrm>
        <a:graphic>
          <a:graphicData uri="http://schemas.openxmlformats.org/drawingml/2006/table">
            <a:tbl>
              <a:tblPr/>
              <a:tblGrid>
                <a:gridCol w="1346454"/>
                <a:gridCol w="1346454"/>
                <a:gridCol w="1346454"/>
                <a:gridCol w="1346454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1박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2박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3박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4박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비가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똑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똑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3-label1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리듬: 길고 짧은 소리</a:t>
            </a:r>
            <a:endParaRPr lang="ko-KR" sz="2600" dirty="0"/>
          </a:p>
        </p:txBody>
      </p:sp>
      <p:graphicFrame>
        <p:nvGraphicFramePr>
          <p:cNvPr id="7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2125599"/>
          <a:ext cx="5385816" cy="914400"/>
        </p:xfrm>
        <a:graphic>
          <a:graphicData uri="http://schemas.openxmlformats.org/drawingml/2006/table">
            <a:tbl>
              <a:tblPr/>
              <a:tblGrid>
                <a:gridCol w="1292596"/>
                <a:gridCol w="1023305"/>
                <a:gridCol w="1023305"/>
                <a:gridCol w="1023305"/>
                <a:gridCol w="1023305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올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03-label1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가락: 높고 낮은 소리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리듬 치기</a:t>
            </a:r>
            <a:endParaRPr lang="ko-KR" sz="4400" dirty="0"/>
          </a:p>
        </p:txBody>
      </p:sp>
      <p:sp>
        <p:nvSpPr>
          <p:cNvPr id="3" name="S04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손뼉으로 치고, 냄비 뚜껑으로도 쳐요.</a:t>
            </a:r>
            <a:endParaRPr lang="ko-KR" sz="3200" dirty="0"/>
          </a:p>
        </p:txBody>
      </p:sp>
      <p:sp>
        <p:nvSpPr>
          <p:cNvPr id="4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‘하나, 둘, 셋, 넷’ 박을 세며 쳐요.</a:t>
            </a:r>
            <a:endParaRPr lang="ko-KR" sz="3200" dirty="0"/>
          </a:p>
        </p:txBody>
      </p:sp>
      <p:sp>
        <p:nvSpPr>
          <p:cNvPr id="6" name="S04-chip1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graphicFrame>
        <p:nvGraphicFramePr>
          <p:cNvPr id="5" name="S04-table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221259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옹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4-chip2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graphicFrame>
        <p:nvGraphicFramePr>
          <p:cNvPr id="9" name="S04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330987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깡충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깡충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04-chip2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graphicFrame>
        <p:nvGraphicFramePr>
          <p:cNvPr id="13" name="S04-table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4407154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북을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쳐요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높게, 낮게 불러요</a:t>
            </a:r>
            <a:endParaRPr lang="ko-KR" sz="44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올리고 내리며 불러요.</a:t>
            </a:r>
            <a:endParaRPr lang="ko-KR" sz="32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목소리로도 높게 부를 수 있어요.</a:t>
            </a:r>
            <a:endParaRPr lang="ko-KR" sz="3200" dirty="0"/>
          </a:p>
        </p:txBody>
      </p:sp>
      <p:sp>
        <p:nvSpPr>
          <p:cNvPr id="6" name="S05-chip2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graphicFrame>
        <p:nvGraphicFramePr>
          <p:cNvPr id="6" name="S05-table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2018284"/>
          <a:ext cx="5486400" cy="914400"/>
        </p:xfrm>
        <a:graphic>
          <a:graphicData uri="http://schemas.openxmlformats.org/drawingml/2006/table">
            <a:tbl>
              <a:tblPr/>
              <a:tblGrid>
                <a:gridCol w="1316736"/>
                <a:gridCol w="1042416"/>
                <a:gridCol w="1042416"/>
                <a:gridCol w="1042416"/>
                <a:gridCol w="1042416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녕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녕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5-chip2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graphicFrame>
        <p:nvGraphicFramePr>
          <p:cNvPr id="11" name="S05-table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3115564"/>
          <a:ext cx="5486400" cy="914400"/>
        </p:xfrm>
        <a:graphic>
          <a:graphicData uri="http://schemas.openxmlformats.org/drawingml/2006/table">
            <a:tbl>
              <a:tblPr/>
              <a:tblGrid>
                <a:gridCol w="1316736"/>
                <a:gridCol w="1042416"/>
                <a:gridCol w="1042416"/>
                <a:gridCol w="1042416"/>
                <a:gridCol w="1042416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05-chip3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graphicFrame>
        <p:nvGraphicFramePr>
          <p:cNvPr id="16" name="S05-table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4212844"/>
          <a:ext cx="5486400" cy="914400"/>
        </p:xfrm>
        <a:graphic>
          <a:graphicData uri="http://schemas.openxmlformats.org/drawingml/2006/table">
            <a:tbl>
              <a:tblPr/>
              <a:tblGrid>
                <a:gridCol w="1316736"/>
                <a:gridCol w="1042416"/>
                <a:gridCol w="1042416"/>
                <a:gridCol w="1042416"/>
                <a:gridCol w="1042416"/>
              </a:tblGrid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빠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낮게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엄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노래 만들기</a:t>
            </a:r>
            <a:endParaRPr lang="ko-KR" sz="4400" dirty="0"/>
          </a:p>
        </p:txBody>
      </p:sp>
      <p:sp>
        <p:nvSpPr>
          <p:cNvPr id="3" name="S06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냄비 뚜껑은 나무 숟가락으로 살살 쳐요.</a:t>
            </a:r>
            <a:endParaRPr lang="ko-KR" sz="3200" dirty="0"/>
          </a:p>
        </p:txBody>
      </p:sp>
      <p:sp>
        <p:nvSpPr>
          <p:cNvPr id="5" name="S06-card35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6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네 칸에 맞게 말을 넣어요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리듬을 두 번 똑같이 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높고 낮은 소리를 넣어요</a:t>
            </a:r>
            <a:endParaRPr lang="ko-KR" sz="3200" dirty="0"/>
          </a:p>
        </p:txBody>
      </p:sp>
      <p:sp>
        <p:nvSpPr>
          <p:cNvPr id="7" name="S06-stepno37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38"/>
          <p:cNvSpPr txBox="1"/>
          <p:nvPr/>
        </p:nvSpPr>
        <p:spPr>
          <a:xfrm>
            <a:off x="1325880" y="1879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칸에 말을 지어요.</a:t>
            </a:r>
            <a:endParaRPr lang="ko-KR" sz="3200" dirty="0"/>
          </a:p>
        </p:txBody>
      </p:sp>
      <p:sp>
        <p:nvSpPr>
          <p:cNvPr id="9" name="S06-stepno39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40"/>
          <p:cNvSpPr txBox="1"/>
          <p:nvPr/>
        </p:nvSpPr>
        <p:spPr>
          <a:xfrm>
            <a:off x="1325880" y="2592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손뼉으로 리듬을 쳐요.</a:t>
            </a:r>
            <a:endParaRPr lang="ko-KR" sz="3200" dirty="0"/>
          </a:p>
        </p:txBody>
      </p:sp>
      <p:sp>
        <p:nvSpPr>
          <p:cNvPr id="11" name="S06-stepno41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42"/>
          <p:cNvSpPr txBox="1"/>
          <p:nvPr/>
        </p:nvSpPr>
        <p:spPr>
          <a:xfrm>
            <a:off x="1325880" y="3305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높게, 낮게 불러요.</a:t>
            </a:r>
            <a:endParaRPr lang="ko-KR" sz="3200" dirty="0"/>
          </a:p>
        </p:txBody>
      </p:sp>
      <p:sp>
        <p:nvSpPr>
          <p:cNvPr id="13" name="S06-stepno43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6-text44"/>
          <p:cNvSpPr txBox="1"/>
          <p:nvPr/>
        </p:nvSpPr>
        <p:spPr>
          <a:xfrm>
            <a:off x="1325880" y="4018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악기로 들려줘요.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리듬은 길고 짧은 소리, 가락은 높고 낮은 소리예요.</a:t>
            </a:r>
            <a:endParaRPr lang="ko-KR" sz="3200" dirty="0"/>
          </a:p>
        </p:txBody>
      </p:sp>
      <p:sp>
        <p:nvSpPr>
          <p:cNvPr id="5" name="S07-chip4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박을 세며 치기</a:t>
            </a:r>
            <a:endParaRPr lang="ko-KR" sz="2600" dirty="0"/>
          </a:p>
        </p:txBody>
      </p:sp>
      <p:sp>
        <p:nvSpPr>
          <p:cNvPr id="6" name="S07-chip4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점점 빨라지기</a:t>
            </a:r>
            <a:endParaRPr lang="ko-KR" sz="2600" dirty="0"/>
          </a:p>
        </p:txBody>
      </p:sp>
      <p:sp>
        <p:nvSpPr>
          <p:cNvPr id="7" name="S07-text4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5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‘고양이가 야옹’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치기</a:t>
            </a:r>
            <a:endParaRPr lang="ko-KR" sz="2600" dirty="0"/>
          </a:p>
        </p:txBody>
      </p:sp>
      <p:sp>
        <p:nvSpPr>
          <p:cNvPr id="9" name="S07-text5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‘올라가요’를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계단으로</a:t>
            </a:r>
            <a:endParaRPr lang="ko-KR" sz="2600" dirty="0"/>
          </a:p>
        </p:txBody>
      </p:sp>
      <p:sp>
        <p:nvSpPr>
          <p:cNvPr id="10" name="S07-text5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내가 만든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 부르기</a:t>
            </a:r>
            <a:endParaRPr lang="ko-KR" sz="2600" dirty="0"/>
          </a:p>
        </p:txBody>
      </p:sp>
      <p:sp>
        <p:nvSpPr>
          <p:cNvPr id="11" name="S07-text5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자세히 보고 그리기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박 걷기</a:t>
            </a:r>
            <a:endParaRPr lang="ko-KR" sz="4400" dirty="0"/>
          </a:p>
        </p:txBody>
      </p:sp>
      <p:sp>
        <p:nvSpPr>
          <p:cNvPr id="3" name="S08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걸음처럼 똑같이 ‘쿵, 쿵’ 쳐요.</a:t>
            </a:r>
            <a:endParaRPr lang="ko-KR" sz="3200" dirty="0"/>
          </a:p>
        </p:txBody>
      </p:sp>
      <p:sp>
        <p:nvSpPr>
          <p:cNvPr id="4" name="S08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‘하나, 둘, 셋, 넷’ 세며 제자리걸음을 해요.</a:t>
            </a:r>
            <a:endParaRPr lang="ko-KR" sz="3200" dirty="0"/>
          </a:p>
        </p:txBody>
      </p:sp>
      <p:graphicFrame>
        <p:nvGraphicFramePr>
          <p:cNvPr id="9" name="S08-table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2636" y="3053588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음악·미술 리듬과 가락 표현</dc:title>
  <dc:subject>KR22-G02-ART-RHYTHM-L01</dc:subject>
  <dc:creator>education-ppt</dc:creator>
  <cp:lastModifiedBy>education-ppt</cp:lastModifiedBy>
  <cp:revision>1</cp:revision>
  <dcterms:created xsi:type="dcterms:W3CDTF">2026-10-26T10:11:02Z</dcterms:created>
  <dcterms:modified xsi:type="dcterms:W3CDTF">2026-10-26T10:11:02Z</dcterms:modified>
</cp:coreProperties>
</file>