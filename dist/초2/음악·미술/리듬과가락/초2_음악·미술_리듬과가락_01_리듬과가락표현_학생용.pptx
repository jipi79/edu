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56838a7-5d5a-f0f9-cac3-e123c294d9a7}">
          <p14:sldIdLst>
            <p14:sldId id="256"/>
            <p14:sldId id="257"/>
          </p14:sldIdLst>
        </p14:section>
        <p14:section name="개념" id="{52e2b20d-3d77-1aa0-c3b6-2ba48583ae36}">
          <p14:sldIdLst>
            <p14:sldId id="258"/>
          </p14:sldIdLst>
        </p14:section>
        <p14:section name="연습" id="{8027d88a-0d0c-ee53-097d-9b7c77b498e7}">
          <p14:sldIdLst>
            <p14:sldId id="259"/>
            <p14:sldId id="260"/>
          </p14:sldIdLst>
        </p14:section>
        <p14:section name="확인" id="{0d86a4bf-95e0-795c-1303-950e47cc3ca4}">
          <p14:sldIdLst>
            <p14:sldId id="261"/>
          </p14:sldIdLst>
        </p14:section>
        <p14:section name="정리" id="{052b1914-137e-ebc8-cd9b-3f18f3d03499}">
          <p14:sldIdLst>
            <p14:sldId id="262"/>
          </p14:sldIdLst>
        </p14:section>
        <p14:section name="보충" id="{76846923-7538-8cb3-2a43-642353dbc9b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리듬과가락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리듬과 가락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리듬과 가락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음악·미술 · 리듬과 가락 표현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리듬과 가락 표현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말에도 리듬과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가락이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 리듬을 몸과 물건으로 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높고 낮은 소리로 불러요.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해 보세요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엄마(아빠)를 따라 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무릎을 ‘쿵, 쿵, 쿵, 쿵’ 고르게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손뼉을 크게 두 번, 작게 두 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리듬과 가락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한 박이에요.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글자 칸은 한 박에 빠르게 두 번 쳐요.</a:t>
            </a:r>
            <a:endParaRPr lang="ko-KR" sz="3200" dirty="0"/>
          </a:p>
        </p:txBody>
      </p:sp>
      <p:graphicFrame>
        <p:nvGraphicFramePr>
          <p:cNvPr id="4" name="S03-table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16149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똑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똑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3-label1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리듬: 길고 짧은 소리</a:t>
            </a:r>
            <a:endParaRPr lang="ko-KR" sz="2600" dirty="0"/>
          </a:p>
        </p:txBody>
      </p:sp>
      <p:graphicFrame>
        <p:nvGraphicFramePr>
          <p:cNvPr id="7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125599"/>
          <a:ext cx="5385816" cy="914400"/>
        </p:xfrm>
        <a:graphic>
          <a:graphicData uri="http://schemas.openxmlformats.org/drawingml/2006/table">
            <a:tbl>
              <a:tblPr/>
              <a:tblGrid>
                <a:gridCol w="1292596"/>
                <a:gridCol w="1023305"/>
                <a:gridCol w="1023305"/>
                <a:gridCol w="1023305"/>
                <a:gridCol w="1023305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3-label1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가락: 높고 낮은 소리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리듬 치기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손뼉으로 치고, 냄비 뚜껑으로도 쳐요.</a:t>
            </a:r>
            <a:endParaRPr lang="ko-KR" sz="3200" dirty="0"/>
          </a:p>
        </p:txBody>
      </p:sp>
      <p:sp>
        <p:nvSpPr>
          <p:cNvPr id="4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‘하나, 둘, 셋, 넷’ 박을 세며 쳐요.</a:t>
            </a:r>
            <a:endParaRPr lang="ko-KR" sz="3200" dirty="0"/>
          </a:p>
        </p:txBody>
      </p:sp>
      <p:sp>
        <p:nvSpPr>
          <p:cNvPr id="6" name="S04-chip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5" name="S04-table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21259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옹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4-chip2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graphicFrame>
        <p:nvGraphicFramePr>
          <p:cNvPr id="9" name="S04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30987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깡충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깡충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4-chip2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graphicFrame>
        <p:nvGraphicFramePr>
          <p:cNvPr id="13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407154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북을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쳐요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높게, 낮게 불러요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올리고 내리며 불러요.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목소리로도 높게 부를 수 있어요.</a:t>
            </a:r>
            <a:endParaRPr lang="ko-KR" sz="32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018284"/>
          <a:ext cx="54864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42416"/>
                <a:gridCol w="1042416"/>
                <a:gridCol w="1042416"/>
                <a:gridCol w="10424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5-chip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graphicFrame>
        <p:nvGraphicFramePr>
          <p:cNvPr id="11" name="S05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115564"/>
          <a:ext cx="54864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42416"/>
                <a:gridCol w="1042416"/>
                <a:gridCol w="1042416"/>
                <a:gridCol w="10424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5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graphicFrame>
        <p:nvGraphicFramePr>
          <p:cNvPr id="16" name="S05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212844"/>
          <a:ext cx="54864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42416"/>
                <a:gridCol w="1042416"/>
                <a:gridCol w="1042416"/>
                <a:gridCol w="10424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노래 만들기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냄비 뚜껑은 나무 숟가락으로 살살 쳐요.</a:t>
            </a:r>
            <a:endParaRPr lang="ko-KR" sz="3200" dirty="0"/>
          </a:p>
        </p:txBody>
      </p:sp>
      <p:sp>
        <p:nvSpPr>
          <p:cNvPr id="5" name="S06-card35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6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칸에 맞게 말을 넣어요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리듬을 두 번 똑같이 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높고 낮은 소리를 넣어요</a:t>
            </a:r>
            <a:endParaRPr lang="ko-KR" sz="3200" dirty="0"/>
          </a:p>
        </p:txBody>
      </p:sp>
      <p:sp>
        <p:nvSpPr>
          <p:cNvPr id="7" name="S06-stepno37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8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칸에 말을 지어요.</a:t>
            </a:r>
            <a:endParaRPr lang="ko-KR" sz="3200" dirty="0"/>
          </a:p>
        </p:txBody>
      </p:sp>
      <p:sp>
        <p:nvSpPr>
          <p:cNvPr id="9" name="S06-stepno3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0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손뼉으로 리듬을 쳐요.</a:t>
            </a:r>
            <a:endParaRPr lang="ko-KR" sz="3200" dirty="0"/>
          </a:p>
        </p:txBody>
      </p:sp>
      <p:sp>
        <p:nvSpPr>
          <p:cNvPr id="11" name="S06-stepno4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2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높게, 낮게 불러요.</a:t>
            </a:r>
            <a:endParaRPr lang="ko-KR" sz="3200" dirty="0"/>
          </a:p>
        </p:txBody>
      </p:sp>
      <p:sp>
        <p:nvSpPr>
          <p:cNvPr id="13" name="S06-stepno4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44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악기로 들려줘요.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리듬은 길고 짧은 소리, 가락은 높고 낮은 소리예요.</a:t>
            </a:r>
            <a:endParaRPr lang="ko-KR" sz="3200" dirty="0"/>
          </a:p>
        </p:txBody>
      </p:sp>
      <p:sp>
        <p:nvSpPr>
          <p:cNvPr id="5" name="S07-chip4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박을 세며 치기</a:t>
            </a:r>
            <a:endParaRPr lang="ko-KR" sz="2600" dirty="0"/>
          </a:p>
        </p:txBody>
      </p:sp>
      <p:sp>
        <p:nvSpPr>
          <p:cNvPr id="6" name="S07-chip4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점점 빨라지기</a:t>
            </a:r>
            <a:endParaRPr lang="ko-KR" sz="2600" dirty="0"/>
          </a:p>
        </p:txBody>
      </p:sp>
      <p:sp>
        <p:nvSpPr>
          <p:cNvPr id="7" name="S07-text4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‘고양이가 야옹’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치기</a:t>
            </a:r>
            <a:endParaRPr lang="ko-KR" sz="2600" dirty="0"/>
          </a:p>
        </p:txBody>
      </p:sp>
      <p:sp>
        <p:nvSpPr>
          <p:cNvPr id="9" name="S07-text5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‘올라가요’를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계단으로</a:t>
            </a:r>
            <a:endParaRPr lang="ko-KR" sz="2600" dirty="0"/>
          </a:p>
        </p:txBody>
      </p:sp>
      <p:sp>
        <p:nvSpPr>
          <p:cNvPr id="10" name="S07-text5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만든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부르기</a:t>
            </a:r>
            <a:endParaRPr lang="ko-KR" sz="2600" dirty="0"/>
          </a:p>
        </p:txBody>
      </p:sp>
      <p:sp>
        <p:nvSpPr>
          <p:cNvPr id="11" name="S07-text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자세히 보고 그리기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박 걷기</a:t>
            </a:r>
            <a:endParaRPr lang="ko-KR" sz="44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걸음처럼 똑같이 ‘쿵, 쿵’ 쳐요.</a:t>
            </a:r>
            <a:endParaRPr lang="ko-KR" sz="3200" dirty="0"/>
          </a:p>
        </p:txBody>
      </p:sp>
      <p:sp>
        <p:nvSpPr>
          <p:cNvPr id="4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‘하나, 둘, 셋, 넷’ 세며 제자리걸음을 해요.</a:t>
            </a:r>
            <a:endParaRPr lang="ko-KR" sz="3200" dirty="0"/>
          </a:p>
        </p:txBody>
      </p:sp>
      <p:graphicFrame>
        <p:nvGraphicFramePr>
          <p:cNvPr id="9" name="S08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3053588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음악·미술 리듬과 가락 표현</dc:title>
  <dc:subject>KR22-G02-ART-RHYTHM-L01</dc:subject>
  <dc:creator>education-ppt</dc:creator>
  <cp:lastModifiedBy>education-ppt</cp:lastModifiedBy>
  <cp:revision>1</cp:revision>
  <dcterms:created xsi:type="dcterms:W3CDTF">2026-10-26T13:18:36Z</dcterms:created>
  <dcterms:modified xsi:type="dcterms:W3CDTF">2026-10-26T13:18:36Z</dcterms:modified>
</cp:coreProperties>
</file>