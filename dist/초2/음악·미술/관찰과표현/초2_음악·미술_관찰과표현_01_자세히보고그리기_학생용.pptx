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bc9f850-0319-7b8c-8411-0c412db395be}">
          <p14:sldIdLst>
            <p14:sldId id="256"/>
            <p14:sldId id="257"/>
          </p14:sldIdLst>
        </p14:section>
        <p14:section name="개념" id="{7c7c4156-73a3-7a9f-75a5-16c77ec4d12a}">
          <p14:sldIdLst>
            <p14:sldId id="258"/>
          </p14:sldIdLst>
        </p14:section>
        <p14:section name="연습" id="{fd37f7c9-c73d-571a-e538-11a51236ed8d}">
          <p14:sldIdLst>
            <p14:sldId id="259"/>
            <p14:sldId id="260"/>
          </p14:sldIdLst>
        </p14:section>
        <p14:section name="확인" id="{695e6f90-cd17-6d94-cd38-86e6649b4d1f}">
          <p14:sldIdLst>
            <p14:sldId id="261"/>
          </p14:sldIdLst>
        </p14:section>
        <p14:section name="정리" id="{bce860cb-1602-8f11-a8d4-76139cd7f2cc}">
          <p14:sldIdLst>
            <p14:sldId id="262"/>
          </p14:sldIdLst>
        </p14:section>
        <p14:section name="보충" id="{38deecf1-e230-19c9-4536-19c70c0b6b78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음악·미술 · 관찰과표현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음악·미술 · 자세히 보고 그리기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음악·미술 · 자세히 보고 그리기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음악·미술 · 자세히 보고 그리기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자세히 보고 그리기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자세히 보면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더 보일까?</a:t>
            </a:r>
            <a:endParaRPr lang="ko-KR" sz="32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돋보기 그림"/>
          <p:cNvSpPr/>
          <p:nvPr/>
        </p:nvSpPr>
        <p:spPr>
          <a:xfrm>
            <a:off x="8504126" y="960326"/>
            <a:ext cx="1622030" cy="1622030"/>
          </a:xfrm>
          <a:prstGeom prst="ellipse">
            <a:avLst/>
          </a:prstGeom>
          <a:solidFill>
            <a:srgbClr val="DCEFF5"/>
          </a:solidFill>
          <a:ln w="88900">
            <a:solidFill>
              <a:srgbClr val="3D5A80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894888" y="1351088"/>
            <a:ext cx="324406" cy="32440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919716" y="2375916"/>
            <a:ext cx="833134" cy="833134"/>
          </a:xfrm>
          <a:prstGeom prst="line">
            <a:avLst/>
          </a:prstGeom>
          <a:noFill/>
          <a:ln w="177800">
            <a:solidFill>
              <a:srgbClr val="3D5A80"/>
            </a:solidFill>
            <a:prstDash val="solid"/>
          </a:ln>
        </p:spPr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물건을 자세히 보고 그려요.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재료를 고르고 까닭을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선과 모양, 기억나요?</a:t>
            </a:r>
            <a:endParaRPr lang="ko-KR" sz="44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그려 봐요.</a:t>
            </a:r>
            <a:endParaRPr lang="ko-KR" sz="3200" dirty="0"/>
          </a:p>
        </p:txBody>
      </p:sp>
      <p:sp>
        <p:nvSpPr>
          <p:cNvPr id="4" name="S02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그리기보다 해 보기가 중요해요.</a:t>
            </a:r>
            <a:endParaRPr lang="ko-KR" sz="3200" dirty="0"/>
          </a:p>
        </p:txBody>
      </p:sp>
      <p:sp>
        <p:nvSpPr>
          <p:cNvPr id="6" name="S02-chip1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1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선과 구불구불한 선을 그어요.</a:t>
            </a:r>
            <a:endParaRPr lang="ko-KR" sz="3200" dirty="0"/>
          </a:p>
        </p:txBody>
      </p:sp>
      <p:sp>
        <p:nvSpPr>
          <p:cNvPr id="8" name="S02-chip1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1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동그라미와 네모를 그려요.</a:t>
            </a:r>
            <a:endParaRPr lang="ko-KR" sz="3200" dirty="0"/>
          </a:p>
        </p:txBody>
      </p:sp>
      <p:sp>
        <p:nvSpPr>
          <p:cNvPr id="10" name="S02-chip1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2-text1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콕콕 여러 개 찍어요.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탐정처럼 살펴봐요</a:t>
            </a:r>
            <a:endParaRPr lang="ko-KR" sz="4400" dirty="0"/>
          </a:p>
        </p:txBody>
      </p:sp>
      <p:sp>
        <p:nvSpPr>
          <p:cNvPr id="3" name="S03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자세히 보고, 찾은 것을 그려요.</a:t>
            </a:r>
            <a:endParaRPr lang="ko-KR" sz="3200" dirty="0"/>
          </a:p>
        </p:txBody>
      </p:sp>
      <p:sp>
        <p:nvSpPr>
          <p:cNvPr id="5" name="S03-card18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9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모양·색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돌려 보며 봐요</a:t>
            </a:r>
            <a:endParaRPr lang="ko-KR" sz="3200" dirty="0"/>
          </a:p>
        </p:txBody>
      </p:sp>
      <p:sp>
        <p:nvSpPr>
          <p:cNvPr id="7" name="S03-card20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21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무늬·선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줄, 점, 글자를 찾아요</a:t>
            </a:r>
            <a:endParaRPr lang="ko-KR" sz="3200" dirty="0"/>
          </a:p>
        </p:txBody>
      </p:sp>
      <p:sp>
        <p:nvSpPr>
          <p:cNvPr id="9" name="S03-card22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23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만진 느낌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매끈? 오돌토돌?</a:t>
            </a:r>
            <a:endParaRPr lang="ko-KR" sz="3200" dirty="0"/>
          </a:p>
        </p:txBody>
      </p:sp>
      <p:sp>
        <p:nvSpPr>
          <p:cNvPr id="11" name="S03-card24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2" name="S03-cardtext25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것에 맞게 골라요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살펴봐요</a:t>
            </a:r>
            <a:endParaRPr lang="ko-KR" sz="4400" dirty="0"/>
          </a:p>
        </p:txBody>
      </p:sp>
      <p:sp>
        <p:nvSpPr>
          <p:cNvPr id="3" name="S04-text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하나를 골라 살펴요.</a:t>
            </a:r>
            <a:endParaRPr lang="ko-KR" sz="3200" dirty="0"/>
          </a:p>
        </p:txBody>
      </p:sp>
      <p:sp>
        <p:nvSpPr>
          <p:cNvPr id="4" name="S04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깨지거나 뾰족한 물건은 고르지 않아요.</a:t>
            </a:r>
            <a:endParaRPr lang="ko-KR" sz="3200" dirty="0"/>
          </a:p>
        </p:txBody>
      </p:sp>
      <p:sp>
        <p:nvSpPr>
          <p:cNvPr id="6" name="S04-card29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30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여러 쪽에서 봤어요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만진 느낌을 말했어요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찾은 것이 세 가지예요</a:t>
            </a:r>
            <a:endParaRPr lang="ko-KR" sz="3200" dirty="0"/>
          </a:p>
        </p:txBody>
      </p:sp>
      <p:sp>
        <p:nvSpPr>
          <p:cNvPr id="8" name="S04-stepno31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4-text32"/>
          <p:cNvSpPr txBox="1"/>
          <p:nvPr/>
        </p:nvSpPr>
        <p:spPr>
          <a:xfrm>
            <a:off x="1325880" y="257860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돌려 가며 봐요.</a:t>
            </a:r>
            <a:endParaRPr lang="ko-KR" sz="3200" dirty="0"/>
          </a:p>
        </p:txBody>
      </p:sp>
      <p:sp>
        <p:nvSpPr>
          <p:cNvPr id="10" name="S04-stepno33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4-text34"/>
          <p:cNvSpPr txBox="1"/>
          <p:nvPr/>
        </p:nvSpPr>
        <p:spPr>
          <a:xfrm>
            <a:off x="1325880" y="329184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손으로 만져 봐요.</a:t>
            </a:r>
            <a:endParaRPr lang="ko-KR" sz="3200" dirty="0"/>
          </a:p>
        </p:txBody>
      </p:sp>
      <p:sp>
        <p:nvSpPr>
          <p:cNvPr id="12" name="S04-stepno35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4-text36"/>
          <p:cNvSpPr txBox="1"/>
          <p:nvPr/>
        </p:nvSpPr>
        <p:spPr>
          <a:xfrm>
            <a:off x="1325880" y="400507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것을 세 가지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재료를 시험해요</a:t>
            </a:r>
            <a:endParaRPr lang="ko-KR" sz="4400" dirty="0"/>
          </a:p>
        </p:txBody>
      </p:sp>
      <p:sp>
        <p:nvSpPr>
          <p:cNvPr id="3" name="S05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무늬를 재료마다 그어요.</a:t>
            </a:r>
            <a:endParaRPr lang="ko-KR" sz="3200" dirty="0"/>
          </a:p>
        </p:txBody>
      </p:sp>
      <p:sp>
        <p:nvSpPr>
          <p:cNvPr id="4" name="S05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다 쓴 사인펜은 뚜껑을 닫아요.</a:t>
            </a:r>
            <a:endParaRPr lang="ko-KR" sz="3200" dirty="0"/>
          </a:p>
        </p:txBody>
      </p:sp>
      <p:sp>
        <p:nvSpPr>
          <p:cNvPr id="6" name="S05-card40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41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재료를 세 가지 이상 써요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다른 점을 말해요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고른 까닭을 말해요</a:t>
            </a:r>
            <a:endParaRPr lang="ko-KR" sz="3200" dirty="0"/>
          </a:p>
        </p:txBody>
      </p:sp>
      <p:sp>
        <p:nvSpPr>
          <p:cNvPr id="8" name="S05-stepno42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5-text43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연필, 색연필로 그어요.</a:t>
            </a:r>
            <a:endParaRPr lang="ko-KR" sz="2600" dirty="0"/>
          </a:p>
        </p:txBody>
      </p:sp>
      <p:sp>
        <p:nvSpPr>
          <p:cNvPr id="10" name="S05-stepno44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5-text45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크레파스, 사인펜으로 그어요.</a:t>
            </a:r>
            <a:endParaRPr lang="ko-KR" sz="2600" dirty="0"/>
          </a:p>
        </p:txBody>
      </p:sp>
      <p:sp>
        <p:nvSpPr>
          <p:cNvPr id="12" name="S05-stepno46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5-text47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점을 말해요.</a:t>
            </a:r>
            <a:endParaRPr lang="ko-KR" sz="2600" dirty="0"/>
          </a:p>
        </p:txBody>
      </p:sp>
      <p:sp>
        <p:nvSpPr>
          <p:cNvPr id="14" name="S05-stepno48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5-text49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물건에 맞는 재료를 골라요.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그리고 소개해요</a:t>
            </a:r>
            <a:endParaRPr lang="ko-KR" sz="4400" dirty="0"/>
          </a:p>
        </p:txBody>
      </p:sp>
      <p:sp>
        <p:nvSpPr>
          <p:cNvPr id="3" name="S06-text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보며 그려요.</a:t>
            </a:r>
            <a:endParaRPr lang="ko-KR" sz="3200" dirty="0"/>
          </a:p>
        </p:txBody>
      </p:sp>
      <p:sp>
        <p:nvSpPr>
          <p:cNvPr id="4" name="S06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힘들면 잠깐 쉬었다가 해요.</a:t>
            </a:r>
            <a:endParaRPr lang="ko-KR" sz="3200" dirty="0"/>
          </a:p>
        </p:txBody>
      </p:sp>
      <p:sp>
        <p:nvSpPr>
          <p:cNvPr id="6" name="S06-card53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54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찾은 것을 두 가지 그려요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물건을 자주 다시 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재료를 고른 까닭을 말해요</a:t>
            </a:r>
            <a:endParaRPr lang="ko-KR" sz="3200" dirty="0"/>
          </a:p>
        </p:txBody>
      </p:sp>
      <p:sp>
        <p:nvSpPr>
          <p:cNvPr id="8" name="S06-stepno55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6-text56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앞에 두어요.</a:t>
            </a:r>
            <a:endParaRPr lang="ko-KR" sz="3200" dirty="0"/>
          </a:p>
        </p:txBody>
      </p:sp>
      <p:sp>
        <p:nvSpPr>
          <p:cNvPr id="10" name="S06-stepno57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6-text58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재료를 골라요.</a:t>
            </a:r>
            <a:endParaRPr lang="ko-KR" sz="3200" dirty="0"/>
          </a:p>
        </p:txBody>
      </p:sp>
      <p:sp>
        <p:nvSpPr>
          <p:cNvPr id="12" name="S06-stepno59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6-text60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보며 그려요.</a:t>
            </a:r>
            <a:endParaRPr lang="ko-KR" sz="3200" dirty="0"/>
          </a:p>
        </p:txBody>
      </p:sp>
      <p:sp>
        <p:nvSpPr>
          <p:cNvPr id="14" name="S06-stepno61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6-text62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그림을 소개해요.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63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64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자세히 보면 더 많이 보여요.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것에 맞게 재료를 골라요.</a:t>
            </a:r>
            <a:endParaRPr lang="ko-KR" sz="3200" dirty="0"/>
          </a:p>
        </p:txBody>
      </p:sp>
      <p:sp>
        <p:nvSpPr>
          <p:cNvPr id="5" name="S07-chip65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물건을 자주 다시 보기</a:t>
            </a:r>
            <a:endParaRPr lang="ko-KR" sz="2600" dirty="0"/>
          </a:p>
        </p:txBody>
      </p:sp>
      <p:sp>
        <p:nvSpPr>
          <p:cNvPr id="6" name="S07-chip66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보지 않고 떠올려 그리기</a:t>
            </a:r>
            <a:endParaRPr lang="ko-KR" sz="2600" dirty="0"/>
          </a:p>
        </p:txBody>
      </p:sp>
      <p:sp>
        <p:nvSpPr>
          <p:cNvPr id="7" name="S07-text67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68"/>
          <p:cNvSpPr txBox="1"/>
          <p:nvPr/>
        </p:nvSpPr>
        <p:spPr>
          <a:xfrm>
            <a:off x="548640" y="4201160"/>
            <a:ext cx="5431536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자세히 볼 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살필 것 두 가지</a:t>
            </a:r>
            <a:endParaRPr lang="ko-KR" sz="2600" dirty="0"/>
          </a:p>
        </p:txBody>
      </p:sp>
      <p:sp>
        <p:nvSpPr>
          <p:cNvPr id="9" name="S07-text69"/>
          <p:cNvSpPr txBox="1"/>
          <p:nvPr/>
        </p:nvSpPr>
        <p:spPr>
          <a:xfrm>
            <a:off x="6208776" y="4201160"/>
            <a:ext cx="5431536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연필과 크레파스,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다를까요?</a:t>
            </a:r>
            <a:endParaRPr lang="ko-KR" sz="2600" dirty="0"/>
          </a:p>
        </p:txBody>
      </p:sp>
      <p:sp>
        <p:nvSpPr>
          <p:cNvPr id="10" name="S07-text7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규칙 있는 놀이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대고 따라 그려요</a:t>
            </a:r>
            <a:endParaRPr lang="ko-KR" sz="4400" dirty="0"/>
          </a:p>
        </p:txBody>
      </p:sp>
      <p:sp>
        <p:nvSpPr>
          <p:cNvPr id="3" name="S08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종이에 대고 그려요.</a:t>
            </a:r>
            <a:endParaRPr lang="ko-KR" sz="3200" dirty="0"/>
          </a:p>
        </p:txBody>
      </p:sp>
      <p:sp>
        <p:nvSpPr>
          <p:cNvPr id="4" name="S08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선이 삐뚤어도 괜찮아요.</a:t>
            </a:r>
            <a:endParaRPr lang="ko-KR" sz="3200" dirty="0"/>
          </a:p>
        </p:txBody>
      </p:sp>
      <p:sp>
        <p:nvSpPr>
          <p:cNvPr id="6" name="S08-step74"/>
          <p:cNvSpPr txBox="1"/>
          <p:nvPr/>
        </p:nvSpPr>
        <p:spPr>
          <a:xfrm>
            <a:off x="129387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대요</a:t>
            </a:r>
            <a:endParaRPr lang="ko-KR" sz="3000" dirty="0"/>
          </a:p>
        </p:txBody>
      </p:sp>
      <p:sp>
        <p:nvSpPr>
          <p:cNvPr id="7" name="S08-line75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8-step76"/>
          <p:cNvSpPr txBox="1"/>
          <p:nvPr/>
        </p:nvSpPr>
        <p:spPr>
          <a:xfrm>
            <a:off x="463143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테두리를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 그려요</a:t>
            </a:r>
            <a:endParaRPr lang="ko-KR" sz="3000" dirty="0"/>
          </a:p>
        </p:txBody>
      </p:sp>
      <p:sp>
        <p:nvSpPr>
          <p:cNvPr id="9" name="S08-line77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78"/>
          <p:cNvSpPr txBox="1"/>
          <p:nvPr/>
        </p:nvSpPr>
        <p:spPr>
          <a:xfrm>
            <a:off x="796899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안쪽 무늬를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더해요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음악·미술 자세히 보고 그리기</dc:title>
  <dc:subject>KR22-G02-ART-DRAW-L01</dc:subject>
  <dc:creator>education-ppt</dc:creator>
  <cp:lastModifiedBy>education-ppt</cp:lastModifiedBy>
  <cp:revision>1</cp:revision>
  <dcterms:created xsi:type="dcterms:W3CDTF">2026-10-26T10:10:21Z</dcterms:created>
  <dcterms:modified xsi:type="dcterms:W3CDTF">2026-10-26T10:10:21Z</dcterms:modified>
</cp:coreProperties>
</file>