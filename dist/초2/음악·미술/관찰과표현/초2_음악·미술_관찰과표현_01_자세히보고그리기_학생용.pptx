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d7081d36-e060-d1a3-84ee-78a054317f06}">
          <p14:sldIdLst>
            <p14:sldId id="256"/>
            <p14:sldId id="257"/>
          </p14:sldIdLst>
        </p14:section>
        <p14:section name="개념" id="{cbbae0f5-c7a9-d3c4-9209-16b679ed9fa0}">
          <p14:sldIdLst>
            <p14:sldId id="258"/>
          </p14:sldIdLst>
        </p14:section>
        <p14:section name="연습" id="{f2c5564b-4ce8-7160-c3bb-4ed04e4ca518}">
          <p14:sldIdLst>
            <p14:sldId id="259"/>
            <p14:sldId id="260"/>
          </p14:sldIdLst>
        </p14:section>
        <p14:section name="확인" id="{3aa8d32a-730f-47d7-e44c-25212e51193b}">
          <p14:sldIdLst>
            <p14:sldId id="261"/>
          </p14:sldIdLst>
        </p14:section>
        <p14:section name="정리" id="{880f7911-f278-fef9-62cd-48d80e9ee6c3}">
          <p14:sldIdLst>
            <p14:sldId id="262"/>
          </p14:sldIdLst>
        </p14:section>
        <p14:section name="보충" id="{d8b6788c-ae28-dcd8-2413-04bf1ced7dd9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음악·미술 · 관찰과표현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음악·미술 · 자세히 보고 그리기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음악·미술 · 자세히 보고 그리기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초2 음악·미술 · 자세히 보고 그리기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자세히 보고 그리기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자세히 보면</a:t>
            </a:r>
            <a:endParaRPr lang="ko-KR" sz="3200" dirty="0"/>
          </a:p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더 보일까?</a:t>
            </a:r>
            <a:endParaRPr lang="ko-KR" sz="3200" dirty="0"/>
          </a:p>
        </p:txBody>
      </p:sp>
      <p:sp>
        <p:nvSpPr>
          <p:cNvPr id="4" name="S01-panel1"/>
          <p:cNvSpPr/>
          <p:nvPr/>
        </p:nvSpPr>
        <p:spPr>
          <a:xfrm>
            <a:off x="7543800" y="502920"/>
            <a:ext cx="420624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01-figure2" descr="돋보기 그림"/>
          <p:cNvSpPr/>
          <p:nvPr/>
        </p:nvSpPr>
        <p:spPr>
          <a:xfrm>
            <a:off x="8504126" y="960326"/>
            <a:ext cx="1622030" cy="1622030"/>
          </a:xfrm>
          <a:prstGeom prst="ellipse">
            <a:avLst/>
          </a:prstGeom>
          <a:solidFill>
            <a:srgbClr val="DCEFF5"/>
          </a:solidFill>
          <a:ln w="88900">
            <a:solidFill>
              <a:srgbClr val="3D5A80"/>
            </a:solidFill>
            <a:prstDash val="solid"/>
          </a:ln>
        </p:spPr>
      </p:sp>
      <p:sp>
        <p:nvSpPr>
          <p:cNvPr id="6" name="S01-mark3"/>
          <p:cNvSpPr/>
          <p:nvPr/>
        </p:nvSpPr>
        <p:spPr>
          <a:xfrm>
            <a:off x="8894888" y="1351088"/>
            <a:ext cx="324406" cy="32440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01-mark4"/>
          <p:cNvSpPr/>
          <p:nvPr/>
        </p:nvSpPr>
        <p:spPr>
          <a:xfrm>
            <a:off x="9919716" y="2375916"/>
            <a:ext cx="833134" cy="833134"/>
          </a:xfrm>
          <a:prstGeom prst="line">
            <a:avLst/>
          </a:prstGeom>
          <a:noFill/>
          <a:ln w="177800">
            <a:solidFill>
              <a:srgbClr val="3D5A80"/>
            </a:solidFill>
            <a:prstDash val="solid"/>
          </a:ln>
        </p:spPr>
      </p:sp>
      <p:sp>
        <p:nvSpPr>
          <p:cNvPr id="8" name="S01-card5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9" name="S01-cardtext6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물건을 자세히 보고 그려요.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재료를 고르고 까닭을 말해요.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선과 모양, 기억나요?</a:t>
            </a:r>
            <a:endParaRPr lang="ko-KR" sz="4400" dirty="0"/>
          </a:p>
        </p:txBody>
      </p:sp>
      <p:sp>
        <p:nvSpPr>
          <p:cNvPr id="3" name="S02-text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종이에 그려 봐요.</a:t>
            </a:r>
            <a:endParaRPr lang="ko-KR" sz="3200" dirty="0"/>
          </a:p>
        </p:txBody>
      </p:sp>
      <p:sp>
        <p:nvSpPr>
          <p:cNvPr id="4" name="S02-card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2-cardtext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 그리기보다 해 보기가 중요해요.</a:t>
            </a:r>
            <a:endParaRPr lang="ko-KR" sz="3200" dirty="0"/>
          </a:p>
        </p:txBody>
      </p:sp>
      <p:sp>
        <p:nvSpPr>
          <p:cNvPr id="6" name="S02-chip10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02-text11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곧은 선과 구불구불한 선을 그어요.</a:t>
            </a:r>
            <a:endParaRPr lang="ko-KR" sz="3200" dirty="0"/>
          </a:p>
        </p:txBody>
      </p:sp>
      <p:sp>
        <p:nvSpPr>
          <p:cNvPr id="8" name="S02-chip12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02-text13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동그라미와 네모를 그려요.</a:t>
            </a:r>
            <a:endParaRPr lang="ko-KR" sz="3200" dirty="0"/>
          </a:p>
        </p:txBody>
      </p:sp>
      <p:sp>
        <p:nvSpPr>
          <p:cNvPr id="10" name="S02-chip14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1" name="S02-text15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점을 콕콕 여러 개 찍어요.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탐정처럼 살펴봐요</a:t>
            </a:r>
            <a:endParaRPr lang="ko-KR" sz="4400" dirty="0"/>
          </a:p>
        </p:txBody>
      </p:sp>
      <p:sp>
        <p:nvSpPr>
          <p:cNvPr id="3" name="S03-card1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1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자세히 보고, 찾은 것을 그려요.</a:t>
            </a:r>
            <a:endParaRPr lang="ko-KR" sz="3200" dirty="0"/>
          </a:p>
        </p:txBody>
      </p:sp>
      <p:sp>
        <p:nvSpPr>
          <p:cNvPr id="5" name="S03-card18"/>
          <p:cNvSpPr/>
          <p:nvPr/>
        </p:nvSpPr>
        <p:spPr>
          <a:xfrm>
            <a:off x="548640" y="132588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3-cardtext19"/>
          <p:cNvSpPr txBox="1"/>
          <p:nvPr/>
        </p:nvSpPr>
        <p:spPr>
          <a:xfrm>
            <a:off x="822960" y="146304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모양·색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돌려 보며 봐요</a:t>
            </a:r>
            <a:endParaRPr lang="ko-KR" sz="3200" dirty="0"/>
          </a:p>
        </p:txBody>
      </p:sp>
      <p:sp>
        <p:nvSpPr>
          <p:cNvPr id="7" name="S03-card20"/>
          <p:cNvSpPr/>
          <p:nvPr/>
        </p:nvSpPr>
        <p:spPr>
          <a:xfrm>
            <a:off x="6208776" y="132588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3-cardtext21"/>
          <p:cNvSpPr txBox="1"/>
          <p:nvPr/>
        </p:nvSpPr>
        <p:spPr>
          <a:xfrm>
            <a:off x="6483096" y="146304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무늬·선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줄, 점, 글자를 찾아요</a:t>
            </a:r>
            <a:endParaRPr lang="ko-KR" sz="3200" dirty="0"/>
          </a:p>
        </p:txBody>
      </p:sp>
      <p:sp>
        <p:nvSpPr>
          <p:cNvPr id="9" name="S03-card22"/>
          <p:cNvSpPr/>
          <p:nvPr/>
        </p:nvSpPr>
        <p:spPr>
          <a:xfrm>
            <a:off x="548640" y="333756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3-cardtext23"/>
          <p:cNvSpPr txBox="1"/>
          <p:nvPr/>
        </p:nvSpPr>
        <p:spPr>
          <a:xfrm>
            <a:off x="822960" y="347472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만진 느낌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매끈? 오돌토돌?</a:t>
            </a:r>
            <a:endParaRPr lang="ko-KR" sz="3200" dirty="0"/>
          </a:p>
        </p:txBody>
      </p:sp>
      <p:sp>
        <p:nvSpPr>
          <p:cNvPr id="11" name="S03-card24"/>
          <p:cNvSpPr/>
          <p:nvPr/>
        </p:nvSpPr>
        <p:spPr>
          <a:xfrm>
            <a:off x="6208776" y="333756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12" name="S03-cardtext25"/>
          <p:cNvSpPr txBox="1"/>
          <p:nvPr/>
        </p:nvSpPr>
        <p:spPr>
          <a:xfrm>
            <a:off x="6483096" y="347472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재료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찾은 것에 맞게 골라요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물건을 살펴봐요</a:t>
            </a:r>
            <a:endParaRPr lang="ko-KR" sz="4400" dirty="0"/>
          </a:p>
        </p:txBody>
      </p:sp>
      <p:sp>
        <p:nvSpPr>
          <p:cNvPr id="3" name="S04-text2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물건 하나를 골라 살펴요.</a:t>
            </a:r>
            <a:endParaRPr lang="ko-KR" sz="3200" dirty="0"/>
          </a:p>
        </p:txBody>
      </p:sp>
      <p:sp>
        <p:nvSpPr>
          <p:cNvPr id="4" name="S04-card2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2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깨지거나 뾰족한 물건은 고르지 않아요.</a:t>
            </a:r>
            <a:endParaRPr lang="ko-KR" sz="3200" dirty="0"/>
          </a:p>
        </p:txBody>
      </p:sp>
      <p:sp>
        <p:nvSpPr>
          <p:cNvPr id="6" name="S04-card29"/>
          <p:cNvSpPr/>
          <p:nvPr/>
        </p:nvSpPr>
        <p:spPr>
          <a:xfrm>
            <a:off x="6813652" y="2011680"/>
            <a:ext cx="4826660" cy="3108960"/>
          </a:xfrm>
          <a:prstGeom prst="roundRect">
            <a:avLst>
              <a:gd name="adj" fmla="val 352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4-cardtext30"/>
          <p:cNvSpPr txBox="1"/>
          <p:nvPr/>
        </p:nvSpPr>
        <p:spPr>
          <a:xfrm>
            <a:off x="7087972" y="2148840"/>
            <a:ext cx="42780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여러 쪽에서 봤어요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만진 느낌을 말했어요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찾은 것이 세 가지예요</a:t>
            </a:r>
            <a:endParaRPr lang="ko-KR" sz="3200" dirty="0"/>
          </a:p>
        </p:txBody>
      </p:sp>
      <p:sp>
        <p:nvSpPr>
          <p:cNvPr id="8" name="S04-stepno31"/>
          <p:cNvSpPr txBox="1"/>
          <p:nvPr/>
        </p:nvSpPr>
        <p:spPr>
          <a:xfrm>
            <a:off x="548640" y="25786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9" name="S04-text32"/>
          <p:cNvSpPr txBox="1"/>
          <p:nvPr/>
        </p:nvSpPr>
        <p:spPr>
          <a:xfrm>
            <a:off x="1325880" y="257860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물건을 돌려 가며 봐요.</a:t>
            </a:r>
            <a:endParaRPr lang="ko-KR" sz="3200" dirty="0"/>
          </a:p>
        </p:txBody>
      </p:sp>
      <p:sp>
        <p:nvSpPr>
          <p:cNvPr id="10" name="S04-stepno33"/>
          <p:cNvSpPr txBox="1"/>
          <p:nvPr/>
        </p:nvSpPr>
        <p:spPr>
          <a:xfrm>
            <a:off x="548640" y="329184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1" name="S04-text34"/>
          <p:cNvSpPr txBox="1"/>
          <p:nvPr/>
        </p:nvSpPr>
        <p:spPr>
          <a:xfrm>
            <a:off x="1325880" y="3291840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손으로 만져 봐요.</a:t>
            </a:r>
            <a:endParaRPr lang="ko-KR" sz="3200" dirty="0"/>
          </a:p>
        </p:txBody>
      </p:sp>
      <p:sp>
        <p:nvSpPr>
          <p:cNvPr id="12" name="S04-stepno35"/>
          <p:cNvSpPr txBox="1"/>
          <p:nvPr/>
        </p:nvSpPr>
        <p:spPr>
          <a:xfrm>
            <a:off x="548640" y="40050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3" name="S04-text36"/>
          <p:cNvSpPr txBox="1"/>
          <p:nvPr/>
        </p:nvSpPr>
        <p:spPr>
          <a:xfrm>
            <a:off x="1325880" y="400507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찾은 것을 세 가지 말해요.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재료를 시험해요</a:t>
            </a:r>
            <a:endParaRPr lang="ko-KR" sz="4400" dirty="0"/>
          </a:p>
        </p:txBody>
      </p:sp>
      <p:sp>
        <p:nvSpPr>
          <p:cNvPr id="3" name="S05-text3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무늬를 재료마다 그어요.</a:t>
            </a:r>
            <a:endParaRPr lang="ko-KR" sz="3200" dirty="0"/>
          </a:p>
        </p:txBody>
      </p:sp>
      <p:sp>
        <p:nvSpPr>
          <p:cNvPr id="4" name="S05-card3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3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다 쓴 사인펜은 뚜껑을 닫아요.</a:t>
            </a:r>
            <a:endParaRPr lang="ko-KR" sz="3200" dirty="0"/>
          </a:p>
        </p:txBody>
      </p:sp>
      <p:sp>
        <p:nvSpPr>
          <p:cNvPr id="6" name="S05-card40"/>
          <p:cNvSpPr/>
          <p:nvPr/>
        </p:nvSpPr>
        <p:spPr>
          <a:xfrm>
            <a:off x="6813652" y="2011680"/>
            <a:ext cx="4826660" cy="3108960"/>
          </a:xfrm>
          <a:prstGeom prst="roundRect">
            <a:avLst>
              <a:gd name="adj" fmla="val 352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5-cardtext41"/>
          <p:cNvSpPr txBox="1"/>
          <p:nvPr/>
        </p:nvSpPr>
        <p:spPr>
          <a:xfrm>
            <a:off x="7087972" y="2148840"/>
            <a:ext cx="42780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재료를 세 가지 이상 써요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다른 점을 말해요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고른 까닭을 말해요</a:t>
            </a:r>
            <a:endParaRPr lang="ko-KR" sz="3200" dirty="0"/>
          </a:p>
        </p:txBody>
      </p:sp>
      <p:sp>
        <p:nvSpPr>
          <p:cNvPr id="8" name="S05-stepno42"/>
          <p:cNvSpPr txBox="1"/>
          <p:nvPr/>
        </p:nvSpPr>
        <p:spPr>
          <a:xfrm>
            <a:off x="548640" y="22219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9" name="S05-text43"/>
          <p:cNvSpPr txBox="1"/>
          <p:nvPr/>
        </p:nvSpPr>
        <p:spPr>
          <a:xfrm>
            <a:off x="1325880" y="222199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연필, 색연필로 그어요.</a:t>
            </a:r>
            <a:endParaRPr lang="ko-KR" sz="2600" dirty="0"/>
          </a:p>
        </p:txBody>
      </p:sp>
      <p:sp>
        <p:nvSpPr>
          <p:cNvPr id="10" name="S05-stepno44"/>
          <p:cNvSpPr txBox="1"/>
          <p:nvPr/>
        </p:nvSpPr>
        <p:spPr>
          <a:xfrm>
            <a:off x="548640" y="293522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1" name="S05-text45"/>
          <p:cNvSpPr txBox="1"/>
          <p:nvPr/>
        </p:nvSpPr>
        <p:spPr>
          <a:xfrm>
            <a:off x="1325880" y="293522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크레파스, 사인펜으로 그어요.</a:t>
            </a:r>
            <a:endParaRPr lang="ko-KR" sz="2600" dirty="0"/>
          </a:p>
        </p:txBody>
      </p:sp>
      <p:sp>
        <p:nvSpPr>
          <p:cNvPr id="12" name="S05-stepno46"/>
          <p:cNvSpPr txBox="1"/>
          <p:nvPr/>
        </p:nvSpPr>
        <p:spPr>
          <a:xfrm>
            <a:off x="548640" y="36484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3" name="S05-text47"/>
          <p:cNvSpPr txBox="1"/>
          <p:nvPr/>
        </p:nvSpPr>
        <p:spPr>
          <a:xfrm>
            <a:off x="1325880" y="364845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점을 말해요.</a:t>
            </a:r>
            <a:endParaRPr lang="ko-KR" sz="2600" dirty="0"/>
          </a:p>
        </p:txBody>
      </p:sp>
      <p:sp>
        <p:nvSpPr>
          <p:cNvPr id="14" name="S05-stepno48"/>
          <p:cNvSpPr txBox="1"/>
          <p:nvPr/>
        </p:nvSpPr>
        <p:spPr>
          <a:xfrm>
            <a:off x="548640" y="43616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5" name="S05-text49"/>
          <p:cNvSpPr txBox="1"/>
          <p:nvPr/>
        </p:nvSpPr>
        <p:spPr>
          <a:xfrm>
            <a:off x="1325880" y="436168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물건에 맞는 재료를 골라요.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보고 그리고 소개해요</a:t>
            </a:r>
            <a:endParaRPr lang="ko-KR" sz="4400" dirty="0"/>
          </a:p>
        </p:txBody>
      </p:sp>
      <p:sp>
        <p:nvSpPr>
          <p:cNvPr id="3" name="S06-text5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물건을 보며 그려요.</a:t>
            </a:r>
            <a:endParaRPr lang="ko-KR" sz="3200" dirty="0"/>
          </a:p>
        </p:txBody>
      </p:sp>
      <p:sp>
        <p:nvSpPr>
          <p:cNvPr id="4" name="S06-card5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6-cardtext5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힘들면 잠깐 쉬었다가 해요.</a:t>
            </a:r>
            <a:endParaRPr lang="ko-KR" sz="3200" dirty="0"/>
          </a:p>
        </p:txBody>
      </p:sp>
      <p:sp>
        <p:nvSpPr>
          <p:cNvPr id="6" name="S06-card53"/>
          <p:cNvSpPr/>
          <p:nvPr/>
        </p:nvSpPr>
        <p:spPr>
          <a:xfrm>
            <a:off x="6813652" y="2011680"/>
            <a:ext cx="4826660" cy="3108960"/>
          </a:xfrm>
          <a:prstGeom prst="roundRect">
            <a:avLst>
              <a:gd name="adj" fmla="val 352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6-cardtext54"/>
          <p:cNvSpPr txBox="1"/>
          <p:nvPr/>
        </p:nvSpPr>
        <p:spPr>
          <a:xfrm>
            <a:off x="7087972" y="2148840"/>
            <a:ext cx="42780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찾은 것을 두 가지 그려요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물건을 자주 다시 봐요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재료를 고른 까닭을 말해요</a:t>
            </a:r>
            <a:endParaRPr lang="ko-KR" sz="3200" dirty="0"/>
          </a:p>
        </p:txBody>
      </p:sp>
      <p:sp>
        <p:nvSpPr>
          <p:cNvPr id="8" name="S06-stepno55"/>
          <p:cNvSpPr txBox="1"/>
          <p:nvPr/>
        </p:nvSpPr>
        <p:spPr>
          <a:xfrm>
            <a:off x="548640" y="22219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9" name="S06-text56"/>
          <p:cNvSpPr txBox="1"/>
          <p:nvPr/>
        </p:nvSpPr>
        <p:spPr>
          <a:xfrm>
            <a:off x="1325880" y="222199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물건을 앞에 두어요.</a:t>
            </a:r>
            <a:endParaRPr lang="ko-KR" sz="3200" dirty="0"/>
          </a:p>
        </p:txBody>
      </p:sp>
      <p:sp>
        <p:nvSpPr>
          <p:cNvPr id="10" name="S06-stepno57"/>
          <p:cNvSpPr txBox="1"/>
          <p:nvPr/>
        </p:nvSpPr>
        <p:spPr>
          <a:xfrm>
            <a:off x="548640" y="293522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1" name="S06-text58"/>
          <p:cNvSpPr txBox="1"/>
          <p:nvPr/>
        </p:nvSpPr>
        <p:spPr>
          <a:xfrm>
            <a:off x="1325880" y="293522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재료를 골라요.</a:t>
            </a:r>
            <a:endParaRPr lang="ko-KR" sz="3200" dirty="0"/>
          </a:p>
        </p:txBody>
      </p:sp>
      <p:sp>
        <p:nvSpPr>
          <p:cNvPr id="12" name="S06-stepno59"/>
          <p:cNvSpPr txBox="1"/>
          <p:nvPr/>
        </p:nvSpPr>
        <p:spPr>
          <a:xfrm>
            <a:off x="548640" y="36484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3" name="S06-text60"/>
          <p:cNvSpPr txBox="1"/>
          <p:nvPr/>
        </p:nvSpPr>
        <p:spPr>
          <a:xfrm>
            <a:off x="1325880" y="364845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자주 보며 그려요.</a:t>
            </a:r>
            <a:endParaRPr lang="ko-KR" sz="3200" dirty="0"/>
          </a:p>
        </p:txBody>
      </p:sp>
      <p:sp>
        <p:nvSpPr>
          <p:cNvPr id="14" name="S06-stepno61"/>
          <p:cNvSpPr txBox="1"/>
          <p:nvPr/>
        </p:nvSpPr>
        <p:spPr>
          <a:xfrm>
            <a:off x="548640" y="43616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5" name="S06-text62"/>
          <p:cNvSpPr txBox="1"/>
          <p:nvPr/>
        </p:nvSpPr>
        <p:spPr>
          <a:xfrm>
            <a:off x="1325880" y="436168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그림을 소개해요.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07-card63"/>
          <p:cNvSpPr/>
          <p:nvPr/>
        </p:nvSpPr>
        <p:spPr>
          <a:xfrm>
            <a:off x="548640" y="132588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07-cardtext64"/>
          <p:cNvSpPr txBox="1"/>
          <p:nvPr/>
        </p:nvSpPr>
        <p:spPr>
          <a:xfrm>
            <a:off x="822960" y="146304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자세히 보면 더 많이 보여요.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찾은 것에 맞게 재료를 골라요.</a:t>
            </a:r>
            <a:endParaRPr lang="ko-KR" sz="3200" dirty="0"/>
          </a:p>
        </p:txBody>
      </p:sp>
      <p:sp>
        <p:nvSpPr>
          <p:cNvPr id="5" name="S07-chip65"/>
          <p:cNvSpPr txBox="1"/>
          <p:nvPr/>
        </p:nvSpPr>
        <p:spPr>
          <a:xfrm>
            <a:off x="548640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물건을 자주 다시 보기</a:t>
            </a:r>
            <a:endParaRPr lang="ko-KR" sz="2600" dirty="0"/>
          </a:p>
        </p:txBody>
      </p:sp>
      <p:sp>
        <p:nvSpPr>
          <p:cNvPr id="6" name="S07-chip66"/>
          <p:cNvSpPr txBox="1"/>
          <p:nvPr/>
        </p:nvSpPr>
        <p:spPr>
          <a:xfrm>
            <a:off x="6208776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보지 않고 떠올려 그리기</a:t>
            </a:r>
            <a:endParaRPr lang="ko-KR" sz="2600" dirty="0"/>
          </a:p>
        </p:txBody>
      </p:sp>
      <p:sp>
        <p:nvSpPr>
          <p:cNvPr id="7" name="S07-text67"/>
          <p:cNvSpPr txBox="1"/>
          <p:nvPr/>
        </p:nvSpPr>
        <p:spPr>
          <a:xfrm>
            <a:off x="548640" y="36982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07-text68"/>
          <p:cNvSpPr txBox="1"/>
          <p:nvPr/>
        </p:nvSpPr>
        <p:spPr>
          <a:xfrm>
            <a:off x="548640" y="4201160"/>
            <a:ext cx="5431536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자세히 볼 때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살필 것 두 가지</a:t>
            </a:r>
            <a:endParaRPr lang="ko-KR" sz="2600" dirty="0"/>
          </a:p>
        </p:txBody>
      </p:sp>
      <p:sp>
        <p:nvSpPr>
          <p:cNvPr id="9" name="S07-text69"/>
          <p:cNvSpPr txBox="1"/>
          <p:nvPr/>
        </p:nvSpPr>
        <p:spPr>
          <a:xfrm>
            <a:off x="6208776" y="4201160"/>
            <a:ext cx="5431536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연필과 크레파스,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다를까요?</a:t>
            </a:r>
            <a:endParaRPr lang="ko-KR" sz="2600" dirty="0"/>
          </a:p>
        </p:txBody>
      </p:sp>
      <p:sp>
        <p:nvSpPr>
          <p:cNvPr id="10" name="S07-text70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규칙 있는 놀이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대고 따라 그려요</a:t>
            </a:r>
            <a:endParaRPr lang="ko-KR" sz="4400" dirty="0"/>
          </a:p>
        </p:txBody>
      </p:sp>
      <p:sp>
        <p:nvSpPr>
          <p:cNvPr id="3" name="S08-text7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물건을 종이에 대고 그려요.</a:t>
            </a:r>
            <a:endParaRPr lang="ko-KR" sz="3200" dirty="0"/>
          </a:p>
        </p:txBody>
      </p:sp>
      <p:sp>
        <p:nvSpPr>
          <p:cNvPr id="4" name="S08-card7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8-cardtext7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선이 삐뚤어도 괜찮아요.</a:t>
            </a:r>
            <a:endParaRPr lang="ko-KR" sz="3200" dirty="0"/>
          </a:p>
        </p:txBody>
      </p:sp>
      <p:sp>
        <p:nvSpPr>
          <p:cNvPr id="6" name="S08-step74"/>
          <p:cNvSpPr txBox="1"/>
          <p:nvPr/>
        </p:nvSpPr>
        <p:spPr>
          <a:xfrm>
            <a:off x="1293876" y="2788920"/>
            <a:ext cx="2926080" cy="1554480"/>
          </a:xfrm>
          <a:prstGeom prst="roundRect">
            <a:avLst>
              <a:gd name="adj" fmla="val 7059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물건을</a:t>
            </a:r>
            <a:endParaRPr lang="ko-KR" sz="3000" dirty="0"/>
          </a:p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종이에 대요</a:t>
            </a:r>
            <a:endParaRPr lang="ko-KR" sz="3000" dirty="0"/>
          </a:p>
        </p:txBody>
      </p:sp>
      <p:sp>
        <p:nvSpPr>
          <p:cNvPr id="7" name="S08-line75"/>
          <p:cNvSpPr/>
          <p:nvPr/>
        </p:nvSpPr>
        <p:spPr>
          <a:xfrm>
            <a:off x="4274820" y="35661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8" name="S08-step76"/>
          <p:cNvSpPr txBox="1"/>
          <p:nvPr/>
        </p:nvSpPr>
        <p:spPr>
          <a:xfrm>
            <a:off x="4631436" y="2788920"/>
            <a:ext cx="2926080" cy="1554480"/>
          </a:xfrm>
          <a:prstGeom prst="roundRect">
            <a:avLst>
              <a:gd name="adj" fmla="val 7059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테두리를</a:t>
            </a:r>
            <a:endParaRPr lang="ko-KR" sz="3000" dirty="0"/>
          </a:p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따라 그려요</a:t>
            </a:r>
            <a:endParaRPr lang="ko-KR" sz="3000" dirty="0"/>
          </a:p>
        </p:txBody>
      </p:sp>
      <p:sp>
        <p:nvSpPr>
          <p:cNvPr id="9" name="S08-line77"/>
          <p:cNvSpPr/>
          <p:nvPr/>
        </p:nvSpPr>
        <p:spPr>
          <a:xfrm>
            <a:off x="7612380" y="35661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0" name="S08-step78"/>
          <p:cNvSpPr txBox="1"/>
          <p:nvPr/>
        </p:nvSpPr>
        <p:spPr>
          <a:xfrm>
            <a:off x="7968996" y="2788920"/>
            <a:ext cx="2926080" cy="1554480"/>
          </a:xfrm>
          <a:prstGeom prst="roundRect">
            <a:avLst>
              <a:gd name="adj" fmla="val 7059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안쪽 무늬를</a:t>
            </a:r>
            <a:endParaRPr lang="ko-KR" sz="3000" dirty="0"/>
          </a:p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더해요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초2 음악·미술 자세히 보고 그리기</dc:title>
  <dc:subject>KR22-G02-ART-DRAW-L01</dc:subject>
  <dc:creator>education-ppt</dc:creator>
  <cp:lastModifiedBy>education-ppt</cp:lastModifiedBy>
  <cp:revision>1</cp:revision>
  <dcterms:created xsi:type="dcterms:W3CDTF">2026-10-26T13:01:43Z</dcterms:created>
  <dcterms:modified xsi:type="dcterms:W3CDTF">2026-10-26T13:01:43Z</dcterms:modified>
</cp:coreProperties>
</file>