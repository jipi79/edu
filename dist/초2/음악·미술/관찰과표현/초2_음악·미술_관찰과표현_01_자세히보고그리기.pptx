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9bc3f10-6090-4f50-5b05-d90522db894d}">
          <p14:sldIdLst>
            <p14:sldId id="256"/>
            <p14:sldId id="257"/>
          </p14:sldIdLst>
        </p14:section>
        <p14:section name="개념" id="{d30c12ec-6c25-bd06-6f11-417fe9505ba6}">
          <p14:sldIdLst>
            <p14:sldId id="258"/>
          </p14:sldIdLst>
        </p14:section>
        <p14:section name="연습" id="{fec38499-49ca-da8f-dab5-301c632b7660}">
          <p14:sldIdLst>
            <p14:sldId id="259"/>
            <p14:sldId id="260"/>
          </p14:sldIdLst>
        </p14:section>
        <p14:section name="확인" id="{25a8e46b-3cea-7418-ca89-d899f21841bb}">
          <p14:sldIdLst>
            <p14:sldId id="261"/>
          </p14:sldIdLst>
        </p14:section>
        <p14:section name="정리" id="{e637d1e2-8c2d-0a00-1fa9-0874f4fdee47}">
          <p14:sldIdLst>
            <p14:sldId id="262"/>
          </p14:sldIdLst>
        </p14:section>
        <p14:section name="보충" id="{9b6de165-9f10-b7ee-dbf8-0f68f3898c00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오늘은 집에 있는 물건을 탐정처럼 자세히 살펴보고, 재료를 골라 그린다고 알립니다.
시간: 약 2분
이렇게 말해 보세요
- “오른쪽 그림은 돋보기야. 돋보기로 보듯 자세히 보면 무엇이 더 보일까?”
- “오늘은 집에 있는 물건 하나를 탐정처럼 살펴보고 그림으로 그릴 거야. 어떤 재료로 그릴지도 네가 직접 골라 볼 거야.”
예상 답
- “작은 글자요.” / “먼지요.” / “몰라요.”
주의
- 관찰할 물건 후보를 두세 가지 준비합니다. 빨래집게, 컵(깨지지 않는 것), 운동화, 귤처럼 손에 들 수 있고 깨지거나 뾰족하지 않은 것이 좋습니다.
- 연필, 색연필, 크레파스, 사인펜과 흰 종이 여러 장을 준비하고, 탁자에 신문지를 깔면 마음 편히 그릴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확인(선 긋기와 기본 모양)]
목적: 물건을 보고 그릴 때 쓰는 선 긋기와 기본 모양 그리기를 할 수 있는지 확인합니다. 이 차시는 계획상 앞 차시가 없으므로, 1학년 ‘색·선·모양 탐색’에서 해 온 선 긋기를 확인합니다.
시간: 약 3분
이렇게 말해 보세요
- “연필로 곧은 선을 쭉 그어 볼까? 이번엔 구불구불한 선!”
- “동그라미와 네모도 그려 봐. 반듯하지 않아도 괜찮아.”
- “마지막으로 점을 콕콕 여러 개 찍어 봐. 이런 점과 선으로 무늬를 그릴 수 있어.”
정답
- ① 끊기지 않은 곧은 선과 구불구불한 선 ② 처음과 끝이 거의 만나는 동그라미와 네 귀퉁이가 있는 네모 ③ 점 여러 개. 모양이 반듯하지 않아도 맞습니다.
막히면
- 연필을 주먹으로 쥐면 엄지와 검지로 잡고 가운뎃손가락에 받치게 도와줍니다.
- 선이 자꾸 끊기거나 모양을 그리기 어려우면 S08(보충)을 먼저 합니다.
주의
- 잘 그렸는지가 아니라 해 볼 수 있는지를 봅니다. 칭찬을 먼저 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자세히 보는 방법과 재료 고르기]
목적: 물건을 자세히 볼 때 살필 것(모양·색, 무늬·선, 만진 느낌)과, 찾은 것에 맞게 재료를 고른다는 생각을 알려 줍니다(M1).
시간: 약 4분
이렇게 말해 보세요
- “탐정은 대충 보지 않아. 엄마(아빠)가 먼저 해 볼게.” (빨래집게를 들고 돌려 보며) “옆에서 보니 길쭉하네. 가운데에 동그랗게 감긴 쇠가 있어. 이걸 용수철이라고 해.”
- (만져 보며) “나무 부분은 매끈매끈해. 끝은 오돌토돌 홈이 있어.”
- “찾은 것을 그릴 때 재료도 골라. 가는 홈은 뾰족한 연필이 좋겠고, 넓은 색은 크레파스가 좋겠지?”
예상 답
- “밑에도 무늬가 있어요.” / “생각보다 작아요.” / “차가워요.”
막히면
- 무엇을 봐야 할지 모르면 카드 하나씩 짚으며 “모양은? 무늬는? 만지면?” 하고 차례로 묻습니다.
주의
- 재료마다 무엇이 다른지는 S05에서 직접 그어 보며 찾습니다. 여기서는 ‘찾은 것에 맞게 고른다’는 생각만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관찰 놀이(물건 하나 살펴보기)]
목적: 물건 하나를 골라 여러 쪽에서 보고 만져 보며 발견한 점을 말하는 연습을 합니다(목표 A). 찾은 것은 활동지 1에 적습니다.
시간: 약 7분
이렇게 말해 보세요
- “준비한 물건 중에서 하나를 골라 볼래? 오늘 그릴 물건이야.”
- “위에서, 옆에서, 밑에서 돌려 보자. 처음엔 안 보이던 게 있어?”
- “눈을 감고 만져 볼까? 어떤 느낌이야?”
- “찾은 것을 세 가지 말해 줘. 엄마(아빠)가 활동지에 받아 적을게.”
예상 답
- 컵: “손잡이가 귀처럼 생겼어요.”, “바닥에 동그란 줄이 있어요.”, “겉은 매끈하고 안은 조금 거칠어요.”
- 운동화: “끈 구멍이 여섯 개예요.”, “바닥이 울퉁불퉁해요.”, “옆에 바느질 선이 있어요.”
- 처음에는 “컵이에요.”처럼 이름만 말하기 쉽습니다(M1).
정답
- 관찰 기준 세 가지를 모두 하면 연습 완료입니다. 찾은 것은 모양·색, 무늬·선, 만진 느낌 가운데 어느 것이어도 됩니다.
막히면
- “컵이에요.”처럼 이름만 말하면 “컵인 건 알아. 이 컵에만 있는 것은 뭘까?” 하고 물어 줍니다.
- 세 가지가 나오지 않으면 S03의 카드를 다시 보고 카드마다 하나씩 찾게 합니다.
주의
- 개수(끈 구멍 수, 줄 수)는 손가락으로 짚어 함께 세어 봅니다. 세어 본 수는 그림에도 그대로 그리게 하면 자세히 보는 힘이 자랍니다.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재료 시험하기(재료마다 다른 느낌)]
목적: 같은 줄무늬를 재료마다 그어 보고 다른 점을 찾은 뒤, 내 물건의 특징에 맞는 재료를 고르고 까닭을 말합니다(목표 B, M3). 활동지 2·3에 합니다.
시간: 약 7분
이렇게 말해 보세요
- “활동지 2의 네 칸에 같은 줄무늬를 그어 보자. 연필, 색연필, 크레파스, 사인펜으로.”
- “어떤 게 가늘어? 어떤 게 진해? 겹쳐 칠하면 어떻게 돼?”
- “네 물건에서 꼭 보여 주고 싶은 게 뭐야? 그걸 그리려면 어떤 재료가 좋을까? 왜?”
예상 답
- “연필은 가늘고 흐려요.” / “크레파스는 굵고 진해요.” / “사인펜은 또렷해요.” / “색연필은 살살 칠하면 연해요.”
- “운동화 바느질 선은 가니까 사인펜으로 할래요.” / “귤은 주황색이 진하니까 크레파스요.”
정답
- 관찰 기준 세 가지를 모두 하면 연습 완료입니다. 어떤 재료를 골라도 맞고, 나타내고 싶은 특징과 이어지는 까닭을 말하는지를 봅니다.
- 재료를 두 가지 섞어 써도 좋습니다(예: 테두리는 사인펜, 색은 색연필).
막히면
- 다른 점을 말하기 어려우면 “가늘어, 굵어?”, “진해, 연해?”처럼 둘 중에 고르게 합니다.
- 까닭이 “그냥요.”이면 “네 물건의 어디를 그릴 때 쓸 거야?” 하고 물어 특징과 이어 줍니다.
주의
- 집에 없는 재료는 빼고 있는 것으로 합니다. 재료가 두 가지뿐이어도 다른 점을 말하고 고르면 됩니다.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혼자 해 보기(보고 그리고 소개하기)]
목적: 도움 없이 물건을 보며 그리고(목표 A), 재료를 고른 까닭과 자세히 그린 곳을 설명하는지(목표 B) 관찰합니다. 활동지 4에 그립니다.
시간: 약 13분
이렇게 말해 보세요
- “이번에는 엄마(아빠)가 도와주지 않고 지켜볼게. 물건을 잘 보이는 곳에 두고, 재료를 골라 그려 봐.”
- “다 그리면 소개해 줘. 무엇을 자세히 그렸어? 왜 이 재료를 골랐어?”
예상 답
- “운동화를 그렸어요. 끈 구멍 여섯 개를 다 그렸어요. 바느질 선이 가늘어서 사인펜으로 그렸어요.”
정답
- 관찰 기준 세 가지를 모두 하면 목표 A·B 확인 완료입니다. 두 가지면 부족한 것만 다음 수업 처음에 다시 합니다.
- 그림 솜씨가 아니라, 찾은 것이 그림에 들어갔는지, 물건을 다시 보며 그렸는지, 재료를 고른 까닭을 말하는지를 봅니다.
막히면
- 물건을 보지 않고 그리면(M1) 그리는 중에 한 번만 “지금 물건을 다시 볼까? 무엇이 보여?” 하고 묻고 기록표에 ‘도움’으로 표시합니다.
- 자꾸 지우면(M2) “지우지 말고 그 옆에 다시 그어도 돼. 탐정의 기록이니까.”라고 말해 줍니다.
주의
- 아이가 소개한 말을 활동지 4의 줄에 받아 적어 줍니다. 결과를 기록표(S06 줄)에 바로 표시합니다.
- (선택) 부모와 함께 그림책이나 미술관 누리집에서 물건을 자세히 그린 그림을 찾아보고 “무엇을 자세히 그렸을까?” 하고 이야기해도 좋습니다. 작품은 화면이나 활동지에 옮기지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오늘 한 활동을 돌아보고 다음 수업 첫 5분 복습을 알려 줍니다.
시간: 약 3분
이렇게 말해 보세요
- “오늘 물건을 살펴보니 처음엔 몰랐던 게 보였어? 네 그림에서 제일 자세히 그린 곳은 어디야?”
예상 답
- “끈 구멍이 여섯 개인 걸 처음 알았어요.” / “용수철을 자세히 그렸어요.”
정답
- ① 모양·색, 무늬·선, 만진 느낌 가운데 두 가지 ② 예: 연필은 가늘고 흐리고, 크레파스는 굵고 진해요(한 가지 이상 말하면 맞음)
주의
- 다 그린 그림은 냉장고나 벽에 붙여 두고, 다음 날 진짜 물건과 다시 견주어 보며 “새로 찾은 것”을 이야기해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보충(물건을 대고 따라 그리기)]
목적: S02에서 선 긋기나 모양 그리기가 어려우면, 물건을 종이에 대고 테두리를 따라 그린 뒤 안쪽 무늬를 보고 더하는 것부터 합니다. 손 조절과 자세히 보기를 함께 익힙니다.
시간: 약 5분
이렇게 말해 보세요
- “컵 바닥(빨래집게)을 종이에 올려놓고, 연필로 테두리를 따라 그려 보자. 엄마(아빠)가 물건을 잡아 줄게.”
- “이제 물건을 치우고 진짜 물건을 봐. 안쪽에 무늬나 줄이 있었지? 그걸 그려 넣어 볼까?”
정답
- 테두리를 끝까지 이어 그리고, 물건을 보고 안쪽 무늬나 선을 하나 이상 더하면 맞습니다.
막히면
- 부모가 아이 손 위에 손을 얹고 천천히 함께 따라 그립니다. 굵고 짧은 크레파스가 쥐기 쉽습니다.
- 이 차시는 계획상 앞 차시가 없습니다. 선 긋기가 계속 어려우면 1학년 ‘색·선·모양 탐색’의 따라 긋기를 며칠 동안 짧게 한 뒤 S03부터 다시 합니다.
주의
- 종이를 테이프로 탁자에 붙여 두면 움직이지 않아 그리기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음악·미술 · 관찰과표현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음악·미술 · 자세히 보고 그리기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음악·미술 · 자세히 보고 그리기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음악·미술 · 자세히 보고 그리기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보고 그리기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보면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더 보일까?</a:t>
            </a:r>
            <a:endParaRPr lang="ko-KR" sz="32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돋보기 그림"/>
          <p:cNvSpPr/>
          <p:nvPr/>
        </p:nvSpPr>
        <p:spPr>
          <a:xfrm>
            <a:off x="8504126" y="960326"/>
            <a:ext cx="1622030" cy="1622030"/>
          </a:xfrm>
          <a:prstGeom prst="ellipse">
            <a:avLst/>
          </a:prstGeom>
          <a:solidFill>
            <a:srgbClr val="DCEFF5"/>
          </a:solidFill>
          <a:ln w="88900">
            <a:solidFill>
              <a:srgbClr val="3D5A80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894888" y="1351088"/>
            <a:ext cx="324406" cy="32440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919716" y="2375916"/>
            <a:ext cx="833134" cy="833134"/>
          </a:xfrm>
          <a:prstGeom prst="line">
            <a:avLst/>
          </a:prstGeom>
          <a:noFill/>
          <a:ln w="177800">
            <a:solidFill>
              <a:srgbClr val="3D5A80"/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물건을 자세히 보고 그려요.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재료를 고르고 까닭을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선과 모양, 기억나요?</a:t>
            </a:r>
            <a:endParaRPr lang="ko-KR" sz="44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종이에 그려 봐요.</a:t>
            </a:r>
            <a:endParaRPr lang="ko-KR" sz="3200" dirty="0"/>
          </a:p>
        </p:txBody>
      </p:sp>
      <p:sp>
        <p:nvSpPr>
          <p:cNvPr id="4" name="S02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그리기보다 해 보기가 중요해요.</a:t>
            </a:r>
            <a:endParaRPr lang="ko-KR" sz="3200" dirty="0"/>
          </a:p>
        </p:txBody>
      </p:sp>
      <p:sp>
        <p:nvSpPr>
          <p:cNvPr id="6" name="S02-chip1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1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선과 구불구불한 선을 그어요.</a:t>
            </a:r>
            <a:endParaRPr lang="ko-KR" sz="3200" dirty="0"/>
          </a:p>
        </p:txBody>
      </p:sp>
      <p:sp>
        <p:nvSpPr>
          <p:cNvPr id="8" name="S02-chip1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1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동그라미와 네모를 그려요.</a:t>
            </a:r>
            <a:endParaRPr lang="ko-KR" sz="3200" dirty="0"/>
          </a:p>
        </p:txBody>
      </p:sp>
      <p:sp>
        <p:nvSpPr>
          <p:cNvPr id="10" name="S02-chip1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2-text1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콕콕 여러 개 찍어요.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탐정처럼 살펴봐요</a:t>
            </a:r>
            <a:endParaRPr lang="ko-KR" sz="4400" dirty="0"/>
          </a:p>
        </p:txBody>
      </p:sp>
      <p:sp>
        <p:nvSpPr>
          <p:cNvPr id="3" name="S03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보고, 찾은 것을 그려요.</a:t>
            </a:r>
            <a:endParaRPr lang="ko-KR" sz="3200" dirty="0"/>
          </a:p>
        </p:txBody>
      </p:sp>
      <p:sp>
        <p:nvSpPr>
          <p:cNvPr id="5" name="S03-card18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9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모양·색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 보며 봐요</a:t>
            </a:r>
            <a:endParaRPr lang="ko-KR" sz="3200" dirty="0"/>
          </a:p>
        </p:txBody>
      </p:sp>
      <p:sp>
        <p:nvSpPr>
          <p:cNvPr id="7" name="S03-card20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21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무늬·선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줄, 점, 글자를 찾아요</a:t>
            </a:r>
            <a:endParaRPr lang="ko-KR" sz="3200" dirty="0"/>
          </a:p>
        </p:txBody>
      </p:sp>
      <p:sp>
        <p:nvSpPr>
          <p:cNvPr id="9" name="S03-card22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23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만진 느낌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매끈? 오돌토돌?</a:t>
            </a:r>
            <a:endParaRPr lang="ko-KR" sz="3200" dirty="0"/>
          </a:p>
        </p:txBody>
      </p:sp>
      <p:sp>
        <p:nvSpPr>
          <p:cNvPr id="11" name="S03-card24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S03-cardtext25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것에 맞게 골라요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살펴봐요</a:t>
            </a:r>
            <a:endParaRPr lang="ko-KR" sz="4400" dirty="0"/>
          </a:p>
        </p:txBody>
      </p:sp>
      <p:sp>
        <p:nvSpPr>
          <p:cNvPr id="3" name="S04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하나를 골라 살펴요.</a:t>
            </a:r>
            <a:endParaRPr lang="ko-KR" sz="3200" dirty="0"/>
          </a:p>
        </p:txBody>
      </p:sp>
      <p:sp>
        <p:nvSpPr>
          <p:cNvPr id="4" name="S04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깨지거나 뾰족한 물건은 고르지 않아요.</a:t>
            </a:r>
            <a:endParaRPr lang="ko-KR" sz="3200" dirty="0"/>
          </a:p>
        </p:txBody>
      </p:sp>
      <p:sp>
        <p:nvSpPr>
          <p:cNvPr id="6" name="S04-card29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30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여러 쪽에서 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만진 느낌을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찾은 것이 세 가지예요</a:t>
            </a:r>
            <a:endParaRPr lang="ko-KR" sz="3200" dirty="0"/>
          </a:p>
        </p:txBody>
      </p:sp>
      <p:sp>
        <p:nvSpPr>
          <p:cNvPr id="8" name="S04-stepno31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32"/>
          <p:cNvSpPr txBox="1"/>
          <p:nvPr/>
        </p:nvSpPr>
        <p:spPr>
          <a:xfrm>
            <a:off x="1325880" y="25786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돌려 가며 봐요.</a:t>
            </a:r>
            <a:endParaRPr lang="ko-KR" sz="3200" dirty="0"/>
          </a:p>
        </p:txBody>
      </p:sp>
      <p:sp>
        <p:nvSpPr>
          <p:cNvPr id="10" name="S04-stepno33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34"/>
          <p:cNvSpPr txBox="1"/>
          <p:nvPr/>
        </p:nvSpPr>
        <p:spPr>
          <a:xfrm>
            <a:off x="1325880" y="32918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만져 봐요.</a:t>
            </a:r>
            <a:endParaRPr lang="ko-KR" sz="3200" dirty="0"/>
          </a:p>
        </p:txBody>
      </p:sp>
      <p:sp>
        <p:nvSpPr>
          <p:cNvPr id="12" name="S04-stepno35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36"/>
          <p:cNvSpPr txBox="1"/>
          <p:nvPr/>
        </p:nvSpPr>
        <p:spPr>
          <a:xfrm>
            <a:off x="1325880" y="400507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것을 세 가지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재료를 시험해요</a:t>
            </a:r>
            <a:endParaRPr lang="ko-KR" sz="4400" dirty="0"/>
          </a:p>
        </p:txBody>
      </p:sp>
      <p:sp>
        <p:nvSpPr>
          <p:cNvPr id="3" name="S05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무늬를 재료마다 그어요.</a:t>
            </a:r>
            <a:endParaRPr lang="ko-KR" sz="3200" dirty="0"/>
          </a:p>
        </p:txBody>
      </p:sp>
      <p:sp>
        <p:nvSpPr>
          <p:cNvPr id="4" name="S05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다 쓴 사인펜은 뚜껑을 닫아요.</a:t>
            </a:r>
            <a:endParaRPr lang="ko-KR" sz="3200" dirty="0"/>
          </a:p>
        </p:txBody>
      </p:sp>
      <p:sp>
        <p:nvSpPr>
          <p:cNvPr id="6" name="S05-card40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41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재료를 세 가지 이상 써요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다른 점을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고른 까닭을 말해요</a:t>
            </a:r>
            <a:endParaRPr lang="ko-KR" sz="3200" dirty="0"/>
          </a:p>
        </p:txBody>
      </p:sp>
      <p:sp>
        <p:nvSpPr>
          <p:cNvPr id="8" name="S05-stepno42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43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연필, 색연필로 그어요.</a:t>
            </a:r>
            <a:endParaRPr lang="ko-KR" sz="2600" dirty="0"/>
          </a:p>
        </p:txBody>
      </p:sp>
      <p:sp>
        <p:nvSpPr>
          <p:cNvPr id="10" name="S05-stepno44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45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크레파스, 사인펜으로 그어요.</a:t>
            </a:r>
            <a:endParaRPr lang="ko-KR" sz="2600" dirty="0"/>
          </a:p>
        </p:txBody>
      </p:sp>
      <p:sp>
        <p:nvSpPr>
          <p:cNvPr id="12" name="S05-stepno46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47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점을 말해요.</a:t>
            </a:r>
            <a:endParaRPr lang="ko-KR" sz="2600" dirty="0"/>
          </a:p>
        </p:txBody>
      </p:sp>
      <p:sp>
        <p:nvSpPr>
          <p:cNvPr id="14" name="S05-stepno48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5-text49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물건에 맞는 재료를 골라요.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그리고 소개해요</a:t>
            </a:r>
            <a:endParaRPr lang="ko-KR" sz="4400" dirty="0"/>
          </a:p>
        </p:txBody>
      </p:sp>
      <p:sp>
        <p:nvSpPr>
          <p:cNvPr id="3" name="S06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보며 그려요.</a:t>
            </a:r>
            <a:endParaRPr lang="ko-KR" sz="3200" dirty="0"/>
          </a:p>
        </p:txBody>
      </p:sp>
      <p:sp>
        <p:nvSpPr>
          <p:cNvPr id="4" name="S06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힘들면 잠깐 쉬었다가 해요.</a:t>
            </a:r>
            <a:endParaRPr lang="ko-KR" sz="3200" dirty="0"/>
          </a:p>
        </p:txBody>
      </p:sp>
      <p:sp>
        <p:nvSpPr>
          <p:cNvPr id="6" name="S06-card53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54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찾은 것을 두 가지 그려요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물건을 자주 다시 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재료를 고른 까닭을 말해요</a:t>
            </a:r>
            <a:endParaRPr lang="ko-KR" sz="3200" dirty="0"/>
          </a:p>
        </p:txBody>
      </p:sp>
      <p:sp>
        <p:nvSpPr>
          <p:cNvPr id="8" name="S06-stepno55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text56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앞에 두어요.</a:t>
            </a:r>
            <a:endParaRPr lang="ko-KR" sz="3200" dirty="0"/>
          </a:p>
        </p:txBody>
      </p:sp>
      <p:sp>
        <p:nvSpPr>
          <p:cNvPr id="10" name="S06-stepno57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text58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재료를 골라요.</a:t>
            </a:r>
            <a:endParaRPr lang="ko-KR" sz="3200" dirty="0"/>
          </a:p>
        </p:txBody>
      </p:sp>
      <p:sp>
        <p:nvSpPr>
          <p:cNvPr id="12" name="S06-stepno59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text60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보며 그려요.</a:t>
            </a:r>
            <a:endParaRPr lang="ko-KR" sz="3200" dirty="0"/>
          </a:p>
        </p:txBody>
      </p:sp>
      <p:sp>
        <p:nvSpPr>
          <p:cNvPr id="14" name="S06-stepno61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6-text62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소개해요.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6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6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보면 더 많이 보여요.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것에 맞게 재료를 골라요.</a:t>
            </a:r>
            <a:endParaRPr lang="ko-KR" sz="3200" dirty="0"/>
          </a:p>
        </p:txBody>
      </p:sp>
      <p:sp>
        <p:nvSpPr>
          <p:cNvPr id="5" name="S07-chip6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물건을 자주 다시 보기</a:t>
            </a:r>
            <a:endParaRPr lang="ko-KR" sz="2600" dirty="0"/>
          </a:p>
        </p:txBody>
      </p:sp>
      <p:sp>
        <p:nvSpPr>
          <p:cNvPr id="6" name="S07-chip6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보지 않고 떠올려 그리기</a:t>
            </a:r>
            <a:endParaRPr lang="ko-KR" sz="2600" dirty="0"/>
          </a:p>
        </p:txBody>
      </p:sp>
      <p:sp>
        <p:nvSpPr>
          <p:cNvPr id="7" name="S07-text6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68"/>
          <p:cNvSpPr txBox="1"/>
          <p:nvPr/>
        </p:nvSpPr>
        <p:spPr>
          <a:xfrm>
            <a:off x="548640" y="4201160"/>
            <a:ext cx="5431536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자세히 볼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살필 것 두 가지</a:t>
            </a:r>
            <a:endParaRPr lang="ko-KR" sz="2600" dirty="0"/>
          </a:p>
        </p:txBody>
      </p:sp>
      <p:sp>
        <p:nvSpPr>
          <p:cNvPr id="9" name="S07-text69"/>
          <p:cNvSpPr txBox="1"/>
          <p:nvPr/>
        </p:nvSpPr>
        <p:spPr>
          <a:xfrm>
            <a:off x="6208776" y="4201160"/>
            <a:ext cx="5431536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연필과 크레파스,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다를까요?</a:t>
            </a:r>
            <a:endParaRPr lang="ko-KR" sz="2600" dirty="0"/>
          </a:p>
        </p:txBody>
      </p:sp>
      <p:sp>
        <p:nvSpPr>
          <p:cNvPr id="10" name="S07-text7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규칙 있는 놀이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대고 따라 그려요</a:t>
            </a:r>
            <a:endParaRPr lang="ko-KR" sz="4400" dirty="0"/>
          </a:p>
        </p:txBody>
      </p:sp>
      <p:sp>
        <p:nvSpPr>
          <p:cNvPr id="3" name="S08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종이에 대고 그려요.</a:t>
            </a:r>
            <a:endParaRPr lang="ko-KR" sz="3200" dirty="0"/>
          </a:p>
        </p:txBody>
      </p:sp>
      <p:sp>
        <p:nvSpPr>
          <p:cNvPr id="4" name="S08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선이 삐뚤어도 괜찮아요.</a:t>
            </a:r>
            <a:endParaRPr lang="ko-KR" sz="3200" dirty="0"/>
          </a:p>
        </p:txBody>
      </p:sp>
      <p:sp>
        <p:nvSpPr>
          <p:cNvPr id="6" name="S08-step74"/>
          <p:cNvSpPr txBox="1"/>
          <p:nvPr/>
        </p:nvSpPr>
        <p:spPr>
          <a:xfrm>
            <a:off x="129387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종이에 대요</a:t>
            </a:r>
            <a:endParaRPr lang="ko-KR" sz="3000" dirty="0"/>
          </a:p>
        </p:txBody>
      </p:sp>
      <p:sp>
        <p:nvSpPr>
          <p:cNvPr id="7" name="S08-line75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76"/>
          <p:cNvSpPr txBox="1"/>
          <p:nvPr/>
        </p:nvSpPr>
        <p:spPr>
          <a:xfrm>
            <a:off x="463143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테두리를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그려요</a:t>
            </a:r>
            <a:endParaRPr lang="ko-KR" sz="3000" dirty="0"/>
          </a:p>
        </p:txBody>
      </p:sp>
      <p:sp>
        <p:nvSpPr>
          <p:cNvPr id="9" name="S08-line77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78"/>
          <p:cNvSpPr txBox="1"/>
          <p:nvPr/>
        </p:nvSpPr>
        <p:spPr>
          <a:xfrm>
            <a:off x="796899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안쪽 무늬를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음악·미술 자세히 보고 그리기</dc:title>
  <dc:subject>KR22-G02-ART-DRAW-L01</dc:subject>
  <dc:creator>education-ppt</dc:creator>
  <cp:lastModifiedBy>education-ppt</cp:lastModifiedBy>
  <cp:revision>1</cp:revision>
  <dcterms:created xsi:type="dcterms:W3CDTF">2026-10-26T10:10:21Z</dcterms:created>
  <dcterms:modified xsi:type="dcterms:W3CDTF">2026-10-26T10:10:21Z</dcterms:modified>
</cp:coreProperties>
</file>