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3e38d97-a83e-8bb1-5a91-88e27e17e916}">
          <p14:sldIdLst>
            <p14:sldId id="256"/>
            <p14:sldId id="257"/>
          </p14:sldIdLst>
        </p14:section>
        <p14:section name="개념" id="{7463aef9-2e41-e4e7-258c-b835ec67744c}">
          <p14:sldIdLst>
            <p14:sldId id="258"/>
            <p14:sldId id="261"/>
          </p14:sldIdLst>
        </p14:section>
        <p14:section name="연습" id="{a82a838d-d0da-6986-72ab-b2b960b8bc78}">
          <p14:sldIdLst>
            <p14:sldId id="259"/>
            <p14:sldId id="260"/>
            <p14:sldId id="262"/>
            <p14:sldId id="263"/>
            <p14:sldId id="264"/>
          </p14:sldIdLst>
        </p14:section>
        <p14:section name="개념" id="{ce202018-7d35-b71b-9a8e-5f814d2c7491}">
          <p14:sldIdLst/>
        </p14:section>
        <p14:section name="연습" id="{d03b42ad-f2db-9bda-d93d-7021a3a7b0ba}">
          <p14:sldIdLst/>
        </p14:section>
        <p14:section name="확인" id="{210c088d-a3c9-58cf-2da6-c7d468d77065}">
          <p14:sldIdLst>
            <p14:sldId id="265"/>
          </p14:sldIdLst>
        </p14:section>
        <p14:section name="정리" id="{c72cd3cb-83f4-88ae-fb2b-22c879d949c8}">
          <p14:sldIdLst>
            <p14:sldId id="266"/>
          </p14:sldIdLst>
        </p14:section>
        <p14:section name="보충" id="{b726628e-294d-143b-65ea-deb3ae9f2b1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과학 · 생물과변화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과학 · 계절과 동식물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과학 · 계절과 동식물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과학 · 계절과 동식물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계절과 동식물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나무와 동물은 계절마다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달라질까?</a:t>
            </a:r>
            <a:endParaRPr lang="ko-KR" sz="32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가을 나무: 주황·노랑으로 물든 잎과 빨간 열매, 떨어지는 잎"/>
          <p:cNvSpPr/>
          <p:nvPr/>
        </p:nvSpPr>
        <p:spPr>
          <a:xfrm>
            <a:off x="9487789" y="2330450"/>
            <a:ext cx="318262" cy="1136650"/>
          </a:xfrm>
          <a:custGeom>
            <a:avLst/>
            <a:gdLst/>
            <a:ahLst/>
            <a:cxnLst/>
            <a:rect l="l" t="t" r="r" b="b"/>
            <a:pathLst>
              <a:path w="318262" h="1136650">
                <a:moveTo>
                  <a:pt x="0" y="1136650"/>
                </a:moveTo>
                <a:lnTo>
                  <a:pt x="318262" y="1136650"/>
                </a:lnTo>
                <a:lnTo>
                  <a:pt x="272796" y="0"/>
                </a:lnTo>
                <a:lnTo>
                  <a:pt x="45466" y="0"/>
                </a:lnTo>
                <a:close/>
              </a:path>
            </a:pathLst>
          </a:custGeom>
          <a:solidFill>
            <a:srgbClr val="9A6B43"/>
          </a:solidFill>
          <a:ln w="19050">
            <a:solidFill>
              <a:srgbClr val="5B3A1E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548916" y="854321"/>
            <a:ext cx="2196008" cy="1817124"/>
          </a:xfrm>
          <a:custGeom>
            <a:avLst/>
            <a:gdLst/>
            <a:ahLst/>
            <a:cxnLst/>
            <a:rect l="l" t="t" r="r" b="b"/>
            <a:pathLst>
              <a:path w="2196008" h="1817124">
                <a:moveTo>
                  <a:pt x="2125536" y="907804"/>
                </a:moveTo>
                <a:lnTo>
                  <a:pt x="2081585" y="843394"/>
                </a:lnTo>
                <a:lnTo>
                  <a:pt x="2028541" y="785046"/>
                </a:lnTo>
                <a:lnTo>
                  <a:pt x="1965647" y="735034"/>
                </a:lnTo>
                <a:lnTo>
                  <a:pt x="1894417" y="694114"/>
                </a:lnTo>
                <a:lnTo>
                  <a:pt x="1847435" y="653195"/>
                </a:lnTo>
                <a:lnTo>
                  <a:pt x="1873957" y="586511"/>
                </a:lnTo>
                <a:lnTo>
                  <a:pt x="1889112" y="517555"/>
                </a:lnTo>
                <a:lnTo>
                  <a:pt x="1893659" y="448598"/>
                </a:lnTo>
                <a:lnTo>
                  <a:pt x="1887597" y="380399"/>
                </a:lnTo>
                <a:lnTo>
                  <a:pt x="1871684" y="313715"/>
                </a:lnTo>
                <a:lnTo>
                  <a:pt x="1846677" y="251579"/>
                </a:lnTo>
                <a:lnTo>
                  <a:pt x="1812578" y="193230"/>
                </a:lnTo>
                <a:lnTo>
                  <a:pt x="1770143" y="141702"/>
                </a:lnTo>
                <a:lnTo>
                  <a:pt x="1720888" y="96236"/>
                </a:lnTo>
                <a:lnTo>
                  <a:pt x="1665571" y="59106"/>
                </a:lnTo>
                <a:lnTo>
                  <a:pt x="1604950" y="29553"/>
                </a:lnTo>
                <a:lnTo>
                  <a:pt x="1540540" y="9851"/>
                </a:lnTo>
                <a:lnTo>
                  <a:pt x="1473856" y="0"/>
                </a:lnTo>
                <a:lnTo>
                  <a:pt x="1406415" y="0"/>
                </a:lnTo>
                <a:lnTo>
                  <a:pt x="1338974" y="9851"/>
                </a:lnTo>
                <a:lnTo>
                  <a:pt x="1272290" y="30311"/>
                </a:lnTo>
                <a:lnTo>
                  <a:pt x="1211669" y="45466"/>
                </a:lnTo>
                <a:lnTo>
                  <a:pt x="1154836" y="38646"/>
                </a:lnTo>
                <a:lnTo>
                  <a:pt x="1098004" y="36373"/>
                </a:lnTo>
                <a:lnTo>
                  <a:pt x="1041171" y="38646"/>
                </a:lnTo>
                <a:lnTo>
                  <a:pt x="984339" y="45466"/>
                </a:lnTo>
                <a:lnTo>
                  <a:pt x="923718" y="30311"/>
                </a:lnTo>
                <a:lnTo>
                  <a:pt x="857034" y="9851"/>
                </a:lnTo>
                <a:lnTo>
                  <a:pt x="789593" y="0"/>
                </a:lnTo>
                <a:lnTo>
                  <a:pt x="722152" y="0"/>
                </a:lnTo>
                <a:lnTo>
                  <a:pt x="655468" y="9851"/>
                </a:lnTo>
                <a:lnTo>
                  <a:pt x="591058" y="29553"/>
                </a:lnTo>
                <a:lnTo>
                  <a:pt x="530437" y="59106"/>
                </a:lnTo>
                <a:lnTo>
                  <a:pt x="475120" y="96236"/>
                </a:lnTo>
                <a:lnTo>
                  <a:pt x="425865" y="141702"/>
                </a:lnTo>
                <a:lnTo>
                  <a:pt x="383430" y="193230"/>
                </a:lnTo>
                <a:lnTo>
                  <a:pt x="349330" y="251579"/>
                </a:lnTo>
                <a:lnTo>
                  <a:pt x="324324" y="313715"/>
                </a:lnTo>
                <a:lnTo>
                  <a:pt x="308411" y="380399"/>
                </a:lnTo>
                <a:lnTo>
                  <a:pt x="302349" y="448598"/>
                </a:lnTo>
                <a:lnTo>
                  <a:pt x="306896" y="517555"/>
                </a:lnTo>
                <a:lnTo>
                  <a:pt x="322051" y="586511"/>
                </a:lnTo>
                <a:lnTo>
                  <a:pt x="348573" y="653195"/>
                </a:lnTo>
                <a:lnTo>
                  <a:pt x="301591" y="694114"/>
                </a:lnTo>
                <a:lnTo>
                  <a:pt x="230361" y="735034"/>
                </a:lnTo>
                <a:lnTo>
                  <a:pt x="167466" y="785046"/>
                </a:lnTo>
                <a:lnTo>
                  <a:pt x="114423" y="843394"/>
                </a:lnTo>
                <a:lnTo>
                  <a:pt x="70472" y="907804"/>
                </a:lnTo>
                <a:lnTo>
                  <a:pt x="36373" y="977519"/>
                </a:lnTo>
                <a:lnTo>
                  <a:pt x="13640" y="1050265"/>
                </a:lnTo>
                <a:lnTo>
                  <a:pt x="1516" y="1126041"/>
                </a:lnTo>
                <a:lnTo>
                  <a:pt x="0" y="1201818"/>
                </a:lnTo>
                <a:lnTo>
                  <a:pt x="9851" y="1277595"/>
                </a:lnTo>
                <a:lnTo>
                  <a:pt x="29553" y="1350340"/>
                </a:lnTo>
                <a:lnTo>
                  <a:pt x="59864" y="1419297"/>
                </a:lnTo>
                <a:lnTo>
                  <a:pt x="100025" y="1483707"/>
                </a:lnTo>
                <a:lnTo>
                  <a:pt x="148522" y="1542055"/>
                </a:lnTo>
                <a:lnTo>
                  <a:pt x="205355" y="1592826"/>
                </a:lnTo>
                <a:lnTo>
                  <a:pt x="269007" y="1635260"/>
                </a:lnTo>
                <a:lnTo>
                  <a:pt x="337964" y="1667844"/>
                </a:lnTo>
                <a:lnTo>
                  <a:pt x="412225" y="1690577"/>
                </a:lnTo>
                <a:lnTo>
                  <a:pt x="488760" y="1701944"/>
                </a:lnTo>
                <a:lnTo>
                  <a:pt x="567567" y="1701944"/>
                </a:lnTo>
                <a:lnTo>
                  <a:pt x="646375" y="1690577"/>
                </a:lnTo>
                <a:lnTo>
                  <a:pt x="723667" y="1666329"/>
                </a:lnTo>
                <a:lnTo>
                  <a:pt x="776711" y="1683758"/>
                </a:lnTo>
                <a:lnTo>
                  <a:pt x="821419" y="1723161"/>
                </a:lnTo>
                <a:lnTo>
                  <a:pt x="870674" y="1756503"/>
                </a:lnTo>
                <a:lnTo>
                  <a:pt x="923718" y="1782267"/>
                </a:lnTo>
                <a:lnTo>
                  <a:pt x="980550" y="1801969"/>
                </a:lnTo>
                <a:lnTo>
                  <a:pt x="1038898" y="1813336"/>
                </a:lnTo>
                <a:lnTo>
                  <a:pt x="1098004" y="1817124"/>
                </a:lnTo>
                <a:lnTo>
                  <a:pt x="1157110" y="1813336"/>
                </a:lnTo>
                <a:lnTo>
                  <a:pt x="1215458" y="1801969"/>
                </a:lnTo>
                <a:lnTo>
                  <a:pt x="1272290" y="1782267"/>
                </a:lnTo>
                <a:lnTo>
                  <a:pt x="1325334" y="1756503"/>
                </a:lnTo>
                <a:lnTo>
                  <a:pt x="1374589" y="1723161"/>
                </a:lnTo>
                <a:lnTo>
                  <a:pt x="1419297" y="1683758"/>
                </a:lnTo>
                <a:lnTo>
                  <a:pt x="1472341" y="1666329"/>
                </a:lnTo>
                <a:lnTo>
                  <a:pt x="1549633" y="1690577"/>
                </a:lnTo>
                <a:lnTo>
                  <a:pt x="1628441" y="1701944"/>
                </a:lnTo>
                <a:lnTo>
                  <a:pt x="1707248" y="1701944"/>
                </a:lnTo>
                <a:lnTo>
                  <a:pt x="1783783" y="1690577"/>
                </a:lnTo>
                <a:lnTo>
                  <a:pt x="1858044" y="1667844"/>
                </a:lnTo>
                <a:lnTo>
                  <a:pt x="1927001" y="1635260"/>
                </a:lnTo>
                <a:lnTo>
                  <a:pt x="1990653" y="1592826"/>
                </a:lnTo>
                <a:lnTo>
                  <a:pt x="2047486" y="1542055"/>
                </a:lnTo>
                <a:lnTo>
                  <a:pt x="2095983" y="1483707"/>
                </a:lnTo>
                <a:lnTo>
                  <a:pt x="2136144" y="1419297"/>
                </a:lnTo>
                <a:lnTo>
                  <a:pt x="2166455" y="1350340"/>
                </a:lnTo>
                <a:lnTo>
                  <a:pt x="2186157" y="1277595"/>
                </a:lnTo>
                <a:lnTo>
                  <a:pt x="2196008" y="1201818"/>
                </a:lnTo>
                <a:lnTo>
                  <a:pt x="2194492" y="1126041"/>
                </a:lnTo>
                <a:lnTo>
                  <a:pt x="2182368" y="1050265"/>
                </a:lnTo>
                <a:lnTo>
                  <a:pt x="2159635" y="977519"/>
                </a:lnTo>
                <a:close/>
              </a:path>
            </a:pathLst>
          </a:custGeom>
          <a:solidFill>
            <a:srgbClr val="F2A23A"/>
          </a:solidFill>
          <a:ln w="22225">
            <a:solidFill>
              <a:srgbClr val="B4651E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10548662" y="2951819"/>
            <a:ext cx="242485" cy="197019"/>
          </a:xfrm>
          <a:custGeom>
            <a:avLst/>
            <a:gdLst/>
            <a:ahLst/>
            <a:cxnLst/>
            <a:rect l="l" t="t" r="r" b="b"/>
            <a:pathLst>
              <a:path w="242485" h="197019">
                <a:moveTo>
                  <a:pt x="0" y="98510"/>
                </a:moveTo>
                <a:lnTo>
                  <a:pt x="121243" y="0"/>
                </a:lnTo>
                <a:lnTo>
                  <a:pt x="242485" y="98510"/>
                </a:lnTo>
                <a:lnTo>
                  <a:pt x="121243" y="197019"/>
                </a:lnTo>
                <a:close/>
              </a:path>
            </a:pathLst>
          </a:custGeom>
          <a:solidFill>
            <a:srgbClr val="E9762B"/>
          </a:solidFill>
          <a:ln w="12700">
            <a:solidFill>
              <a:srgbClr val="B4651E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8540581" y="2686600"/>
            <a:ext cx="242485" cy="197019"/>
          </a:xfrm>
          <a:custGeom>
            <a:avLst/>
            <a:gdLst/>
            <a:ahLst/>
            <a:cxnLst/>
            <a:rect l="l" t="t" r="r" b="b"/>
            <a:pathLst>
              <a:path w="242485" h="197019">
                <a:moveTo>
                  <a:pt x="0" y="98510"/>
                </a:moveTo>
                <a:lnTo>
                  <a:pt x="121243" y="0"/>
                </a:lnTo>
                <a:lnTo>
                  <a:pt x="242485" y="98510"/>
                </a:lnTo>
                <a:lnTo>
                  <a:pt x="121243" y="197019"/>
                </a:lnTo>
                <a:close/>
              </a:path>
            </a:pathLst>
          </a:custGeom>
          <a:solidFill>
            <a:srgbClr val="E9762B"/>
          </a:solidFill>
          <a:ln w="12700">
            <a:solidFill>
              <a:srgbClr val="B4651E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8949775" y="1936411"/>
            <a:ext cx="257641" cy="257641"/>
          </a:xfrm>
          <a:prstGeom prst="ellipse">
            <a:avLst/>
          </a:prstGeom>
          <a:solidFill>
            <a:srgbClr val="C8434E"/>
          </a:solidFill>
          <a:ln w="15875">
            <a:solidFill>
              <a:srgbClr val="8E2730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934871" y="1671193"/>
            <a:ext cx="257641" cy="257641"/>
          </a:xfrm>
          <a:prstGeom prst="ellipse">
            <a:avLst/>
          </a:prstGeom>
          <a:solidFill>
            <a:srgbClr val="C8434E"/>
          </a:solidFill>
          <a:ln w="15875">
            <a:solidFill>
              <a:srgbClr val="8E2730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9404435" y="1330198"/>
            <a:ext cx="257641" cy="257641"/>
          </a:xfrm>
          <a:prstGeom prst="ellipse">
            <a:avLst/>
          </a:prstGeom>
          <a:solidFill>
            <a:srgbClr val="C8434E"/>
          </a:solidFill>
          <a:ln w="15875">
            <a:solidFill>
              <a:srgbClr val="8E2730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10200090" y="2050076"/>
            <a:ext cx="257641" cy="257641"/>
          </a:xfrm>
          <a:prstGeom prst="ellipse">
            <a:avLst/>
          </a:prstGeom>
          <a:solidFill>
            <a:srgbClr val="C8434E"/>
          </a:solidFill>
          <a:ln w="15875">
            <a:solidFill>
              <a:srgbClr val="8E2730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8358717" y="3467100"/>
            <a:ext cx="2576407" cy="0"/>
          </a:xfrm>
          <a:prstGeom prst="line">
            <a:avLst/>
          </a:prstGeom>
          <a:noFill/>
          <a:ln w="31750">
            <a:solidFill>
              <a:srgbClr val="8B9A6B"/>
            </a:solidFill>
            <a:prstDash val="solid"/>
          </a:ln>
        </p:spPr>
      </p:sp>
      <p:sp>
        <p:nvSpPr>
          <p:cNvPr id="14" name="S01-card1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5" name="S01-cardtext1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계절마다 나무가 어떻게 다른지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계절에 따라 동물이 지내는 모습을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1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1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기록에는 무엇을 쓰나요?</a:t>
            </a:r>
            <a:endParaRPr lang="ko-KR" sz="3200" dirty="0"/>
          </a:p>
        </p:txBody>
      </p:sp>
      <p:sp>
        <p:nvSpPr>
          <p:cNvPr id="5" name="S02-chip1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1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cm였던 콩나물이 5 cm가 됐어요.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달라졌나요?</a:t>
            </a:r>
            <a:endParaRPr lang="ko-KR" sz="3200" dirty="0"/>
          </a:p>
        </p:txBody>
      </p:sp>
      <p:sp>
        <p:nvSpPr>
          <p:cNvPr id="7" name="S02-chip1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1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계절을 차례대로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나무의 사계절</a:t>
            </a:r>
            <a:endParaRPr lang="ko-KR" sz="4400" dirty="0"/>
          </a:p>
        </p:txBody>
      </p:sp>
      <p:sp>
        <p:nvSpPr>
          <p:cNvPr id="3" name="S03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나무도 계절마다 모습이 달라요.</a:t>
            </a:r>
            <a:endParaRPr lang="ko-KR" sz="3200" dirty="0"/>
          </a:p>
        </p:txBody>
      </p:sp>
      <p:sp>
        <p:nvSpPr>
          <p:cNvPr id="5" name="S03-figure21" descr="봄 나무: 연두색 새잎 사이에 분홍 꽃이 핀 나무"/>
          <p:cNvSpPr/>
          <p:nvPr/>
        </p:nvSpPr>
        <p:spPr>
          <a:xfrm>
            <a:off x="1676827" y="3161309"/>
            <a:ext cx="276515" cy="987552"/>
          </a:xfrm>
          <a:custGeom>
            <a:avLst/>
            <a:gdLst/>
            <a:ahLst/>
            <a:cxnLst/>
            <a:rect l="l" t="t" r="r" b="b"/>
            <a:pathLst>
              <a:path w="276515" h="987552">
                <a:moveTo>
                  <a:pt x="0" y="987552"/>
                </a:moveTo>
                <a:lnTo>
                  <a:pt x="276515" y="987552"/>
                </a:lnTo>
                <a:lnTo>
                  <a:pt x="237012" y="0"/>
                </a:lnTo>
                <a:lnTo>
                  <a:pt x="39502" y="0"/>
                </a:lnTo>
                <a:close/>
              </a:path>
            </a:pathLst>
          </a:custGeom>
          <a:solidFill>
            <a:srgbClr val="9A6B43"/>
          </a:solidFill>
          <a:ln w="19050">
            <a:solidFill>
              <a:srgbClr val="5B3A1E"/>
            </a:solidFill>
            <a:prstDash val="solid"/>
          </a:ln>
        </p:spPr>
      </p:sp>
      <p:sp>
        <p:nvSpPr>
          <p:cNvPr id="6" name="S03-mark22"/>
          <p:cNvSpPr/>
          <p:nvPr/>
        </p:nvSpPr>
        <p:spPr>
          <a:xfrm>
            <a:off x="937479" y="1991389"/>
            <a:ext cx="1755209" cy="1453018"/>
          </a:xfrm>
          <a:custGeom>
            <a:avLst/>
            <a:gdLst/>
            <a:ahLst/>
            <a:cxnLst/>
            <a:rect l="l" t="t" r="r" b="b"/>
            <a:pathLst>
              <a:path w="1755209" h="1453018">
                <a:moveTo>
                  <a:pt x="1699248" y="726180"/>
                </a:moveTo>
                <a:lnTo>
                  <a:pt x="1663696" y="674827"/>
                </a:lnTo>
                <a:lnTo>
                  <a:pt x="1621560" y="628083"/>
                </a:lnTo>
                <a:lnTo>
                  <a:pt x="1571524" y="587923"/>
                </a:lnTo>
                <a:lnTo>
                  <a:pt x="1514246" y="555663"/>
                </a:lnTo>
                <a:lnTo>
                  <a:pt x="1476719" y="522744"/>
                </a:lnTo>
                <a:lnTo>
                  <a:pt x="1497787" y="469416"/>
                </a:lnTo>
                <a:lnTo>
                  <a:pt x="1509638" y="414113"/>
                </a:lnTo>
                <a:lnTo>
                  <a:pt x="1513588" y="358811"/>
                </a:lnTo>
                <a:lnTo>
                  <a:pt x="1508979" y="304166"/>
                </a:lnTo>
                <a:lnTo>
                  <a:pt x="1496470" y="251497"/>
                </a:lnTo>
                <a:lnTo>
                  <a:pt x="1476061" y="201461"/>
                </a:lnTo>
                <a:lnTo>
                  <a:pt x="1448410" y="155375"/>
                </a:lnTo>
                <a:lnTo>
                  <a:pt x="1414833" y="113898"/>
                </a:lnTo>
                <a:lnTo>
                  <a:pt x="1375331" y="77687"/>
                </a:lnTo>
                <a:lnTo>
                  <a:pt x="1331220" y="47402"/>
                </a:lnTo>
                <a:lnTo>
                  <a:pt x="1282501" y="24360"/>
                </a:lnTo>
                <a:lnTo>
                  <a:pt x="1231807" y="8559"/>
                </a:lnTo>
                <a:lnTo>
                  <a:pt x="1178479" y="658"/>
                </a:lnTo>
                <a:lnTo>
                  <a:pt x="1123834" y="0"/>
                </a:lnTo>
                <a:lnTo>
                  <a:pt x="1069848" y="8559"/>
                </a:lnTo>
                <a:lnTo>
                  <a:pt x="1017179" y="24360"/>
                </a:lnTo>
                <a:lnTo>
                  <a:pt x="968459" y="36869"/>
                </a:lnTo>
                <a:lnTo>
                  <a:pt x="923032" y="31602"/>
                </a:lnTo>
                <a:lnTo>
                  <a:pt x="877605" y="29627"/>
                </a:lnTo>
                <a:lnTo>
                  <a:pt x="832177" y="31602"/>
                </a:lnTo>
                <a:lnTo>
                  <a:pt x="786750" y="36869"/>
                </a:lnTo>
                <a:lnTo>
                  <a:pt x="738031" y="24360"/>
                </a:lnTo>
                <a:lnTo>
                  <a:pt x="685361" y="8559"/>
                </a:lnTo>
                <a:lnTo>
                  <a:pt x="631375" y="0"/>
                </a:lnTo>
                <a:lnTo>
                  <a:pt x="576730" y="658"/>
                </a:lnTo>
                <a:lnTo>
                  <a:pt x="523403" y="8559"/>
                </a:lnTo>
                <a:lnTo>
                  <a:pt x="472708" y="24360"/>
                </a:lnTo>
                <a:lnTo>
                  <a:pt x="423989" y="47402"/>
                </a:lnTo>
                <a:lnTo>
                  <a:pt x="379878" y="77687"/>
                </a:lnTo>
                <a:lnTo>
                  <a:pt x="340376" y="113898"/>
                </a:lnTo>
                <a:lnTo>
                  <a:pt x="306799" y="155375"/>
                </a:lnTo>
                <a:lnTo>
                  <a:pt x="279148" y="201461"/>
                </a:lnTo>
                <a:lnTo>
                  <a:pt x="258739" y="251497"/>
                </a:lnTo>
                <a:lnTo>
                  <a:pt x="246230" y="304166"/>
                </a:lnTo>
                <a:lnTo>
                  <a:pt x="241621" y="358811"/>
                </a:lnTo>
                <a:lnTo>
                  <a:pt x="245571" y="414113"/>
                </a:lnTo>
                <a:lnTo>
                  <a:pt x="257422" y="469416"/>
                </a:lnTo>
                <a:lnTo>
                  <a:pt x="278490" y="522744"/>
                </a:lnTo>
                <a:lnTo>
                  <a:pt x="240963" y="555663"/>
                </a:lnTo>
                <a:lnTo>
                  <a:pt x="183685" y="587923"/>
                </a:lnTo>
                <a:lnTo>
                  <a:pt x="133649" y="628083"/>
                </a:lnTo>
                <a:lnTo>
                  <a:pt x="91513" y="674827"/>
                </a:lnTo>
                <a:lnTo>
                  <a:pt x="55961" y="726180"/>
                </a:lnTo>
                <a:lnTo>
                  <a:pt x="28968" y="781483"/>
                </a:lnTo>
                <a:lnTo>
                  <a:pt x="10534" y="840078"/>
                </a:lnTo>
                <a:lnTo>
                  <a:pt x="1317" y="900647"/>
                </a:lnTo>
                <a:lnTo>
                  <a:pt x="0" y="961217"/>
                </a:lnTo>
                <a:lnTo>
                  <a:pt x="7900" y="1021787"/>
                </a:lnTo>
                <a:lnTo>
                  <a:pt x="23701" y="1079724"/>
                </a:lnTo>
                <a:lnTo>
                  <a:pt x="48061" y="1135026"/>
                </a:lnTo>
                <a:lnTo>
                  <a:pt x="79663" y="1187038"/>
                </a:lnTo>
                <a:lnTo>
                  <a:pt x="118506" y="1233123"/>
                </a:lnTo>
                <a:lnTo>
                  <a:pt x="163934" y="1273942"/>
                </a:lnTo>
                <a:lnTo>
                  <a:pt x="214628" y="1307519"/>
                </a:lnTo>
                <a:lnTo>
                  <a:pt x="269931" y="1333854"/>
                </a:lnTo>
                <a:lnTo>
                  <a:pt x="329184" y="1351630"/>
                </a:lnTo>
                <a:lnTo>
                  <a:pt x="390412" y="1360847"/>
                </a:lnTo>
                <a:lnTo>
                  <a:pt x="453616" y="1360847"/>
                </a:lnTo>
                <a:lnTo>
                  <a:pt x="516161" y="1351630"/>
                </a:lnTo>
                <a:lnTo>
                  <a:pt x="578705" y="1332537"/>
                </a:lnTo>
                <a:lnTo>
                  <a:pt x="620841" y="1346363"/>
                </a:lnTo>
                <a:lnTo>
                  <a:pt x="656393" y="1377964"/>
                </a:lnTo>
                <a:lnTo>
                  <a:pt x="695895" y="1404299"/>
                </a:lnTo>
                <a:lnTo>
                  <a:pt x="738689" y="1425367"/>
                </a:lnTo>
                <a:lnTo>
                  <a:pt x="783458" y="1440509"/>
                </a:lnTo>
                <a:lnTo>
                  <a:pt x="830202" y="1449726"/>
                </a:lnTo>
                <a:lnTo>
                  <a:pt x="877605" y="1453018"/>
                </a:lnTo>
                <a:lnTo>
                  <a:pt x="925007" y="1449726"/>
                </a:lnTo>
                <a:lnTo>
                  <a:pt x="971751" y="1440509"/>
                </a:lnTo>
                <a:lnTo>
                  <a:pt x="1016520" y="1425367"/>
                </a:lnTo>
                <a:lnTo>
                  <a:pt x="1059314" y="1404299"/>
                </a:lnTo>
                <a:lnTo>
                  <a:pt x="1098816" y="1377964"/>
                </a:lnTo>
                <a:lnTo>
                  <a:pt x="1134368" y="1346363"/>
                </a:lnTo>
                <a:lnTo>
                  <a:pt x="1176504" y="1332537"/>
                </a:lnTo>
                <a:lnTo>
                  <a:pt x="1239049" y="1351630"/>
                </a:lnTo>
                <a:lnTo>
                  <a:pt x="1301594" y="1360847"/>
                </a:lnTo>
                <a:lnTo>
                  <a:pt x="1364797" y="1360847"/>
                </a:lnTo>
                <a:lnTo>
                  <a:pt x="1426025" y="1351630"/>
                </a:lnTo>
                <a:lnTo>
                  <a:pt x="1485278" y="1333854"/>
                </a:lnTo>
                <a:lnTo>
                  <a:pt x="1540581" y="1307519"/>
                </a:lnTo>
                <a:lnTo>
                  <a:pt x="1591275" y="1273942"/>
                </a:lnTo>
                <a:lnTo>
                  <a:pt x="1636703" y="1233123"/>
                </a:lnTo>
                <a:lnTo>
                  <a:pt x="1675547" y="1187038"/>
                </a:lnTo>
                <a:lnTo>
                  <a:pt x="1707148" y="1135026"/>
                </a:lnTo>
                <a:lnTo>
                  <a:pt x="1731508" y="1079724"/>
                </a:lnTo>
                <a:lnTo>
                  <a:pt x="1747309" y="1021787"/>
                </a:lnTo>
                <a:lnTo>
                  <a:pt x="1755209" y="961217"/>
                </a:lnTo>
                <a:lnTo>
                  <a:pt x="1753892" y="900647"/>
                </a:lnTo>
                <a:lnTo>
                  <a:pt x="1744675" y="840078"/>
                </a:lnTo>
                <a:lnTo>
                  <a:pt x="1726241" y="781483"/>
                </a:lnTo>
                <a:close/>
              </a:path>
            </a:pathLst>
          </a:custGeom>
          <a:solidFill>
            <a:srgbClr val="B5E08A"/>
          </a:solidFill>
          <a:ln w="22225">
            <a:solidFill>
              <a:srgbClr val="6E9E45"/>
            </a:solidFill>
            <a:prstDash val="solid"/>
          </a:ln>
        </p:spPr>
      </p:sp>
      <p:sp>
        <p:nvSpPr>
          <p:cNvPr id="7" name="S03-mark23"/>
          <p:cNvSpPr/>
          <p:nvPr/>
        </p:nvSpPr>
        <p:spPr>
          <a:xfrm>
            <a:off x="1130381" y="2739954"/>
            <a:ext cx="184343" cy="184343"/>
          </a:xfrm>
          <a:prstGeom prst="ellipse">
            <a:avLst/>
          </a:prstGeom>
          <a:solidFill>
            <a:srgbClr val="F7B6CF"/>
          </a:solidFill>
          <a:ln w="15875">
            <a:solidFill>
              <a:srgbClr val="C2557E"/>
            </a:solidFill>
            <a:prstDash val="solid"/>
          </a:ln>
        </p:spPr>
      </p:sp>
      <p:sp>
        <p:nvSpPr>
          <p:cNvPr id="8" name="S03-mark24"/>
          <p:cNvSpPr/>
          <p:nvPr/>
        </p:nvSpPr>
        <p:spPr>
          <a:xfrm>
            <a:off x="1525402" y="2147423"/>
            <a:ext cx="184343" cy="184343"/>
          </a:xfrm>
          <a:prstGeom prst="ellipse">
            <a:avLst/>
          </a:prstGeom>
          <a:solidFill>
            <a:srgbClr val="F7B6CF"/>
          </a:solidFill>
          <a:ln w="15875">
            <a:solidFill>
              <a:srgbClr val="C2557E"/>
            </a:solidFill>
            <a:prstDash val="solid"/>
          </a:ln>
        </p:spPr>
      </p:sp>
      <p:sp>
        <p:nvSpPr>
          <p:cNvPr id="9" name="S03-mark25"/>
          <p:cNvSpPr/>
          <p:nvPr/>
        </p:nvSpPr>
        <p:spPr>
          <a:xfrm>
            <a:off x="2052096" y="2410770"/>
            <a:ext cx="184343" cy="184343"/>
          </a:xfrm>
          <a:prstGeom prst="ellipse">
            <a:avLst/>
          </a:prstGeom>
          <a:solidFill>
            <a:srgbClr val="F7B6CF"/>
          </a:solidFill>
          <a:ln w="15875">
            <a:solidFill>
              <a:srgbClr val="C2557E"/>
            </a:solidFill>
            <a:prstDash val="solid"/>
          </a:ln>
        </p:spPr>
      </p:sp>
      <p:sp>
        <p:nvSpPr>
          <p:cNvPr id="10" name="S03-mark26"/>
          <p:cNvSpPr/>
          <p:nvPr/>
        </p:nvSpPr>
        <p:spPr>
          <a:xfrm>
            <a:off x="2348362" y="2838709"/>
            <a:ext cx="184343" cy="184343"/>
          </a:xfrm>
          <a:prstGeom prst="ellipse">
            <a:avLst/>
          </a:prstGeom>
          <a:solidFill>
            <a:srgbClr val="F7B6CF"/>
          </a:solidFill>
          <a:ln w="15875">
            <a:solidFill>
              <a:srgbClr val="C2557E"/>
            </a:solidFill>
            <a:prstDash val="solid"/>
          </a:ln>
        </p:spPr>
      </p:sp>
      <p:sp>
        <p:nvSpPr>
          <p:cNvPr id="11" name="S03-mark27"/>
          <p:cNvSpPr/>
          <p:nvPr/>
        </p:nvSpPr>
        <p:spPr>
          <a:xfrm>
            <a:off x="1393728" y="2904546"/>
            <a:ext cx="184343" cy="184343"/>
          </a:xfrm>
          <a:prstGeom prst="ellipse">
            <a:avLst/>
          </a:prstGeom>
          <a:solidFill>
            <a:srgbClr val="F7B6CF"/>
          </a:solidFill>
          <a:ln w="15875">
            <a:solidFill>
              <a:srgbClr val="C2557E"/>
            </a:solidFill>
            <a:prstDash val="solid"/>
          </a:ln>
        </p:spPr>
      </p:sp>
      <p:sp>
        <p:nvSpPr>
          <p:cNvPr id="12" name="S03-mark28"/>
          <p:cNvSpPr/>
          <p:nvPr/>
        </p:nvSpPr>
        <p:spPr>
          <a:xfrm>
            <a:off x="1821668" y="2772872"/>
            <a:ext cx="184343" cy="184343"/>
          </a:xfrm>
          <a:prstGeom prst="ellipse">
            <a:avLst/>
          </a:prstGeom>
          <a:solidFill>
            <a:srgbClr val="F7B6CF"/>
          </a:solidFill>
          <a:ln w="15875">
            <a:solidFill>
              <a:srgbClr val="C2557E"/>
            </a:solidFill>
            <a:prstDash val="solid"/>
          </a:ln>
        </p:spPr>
      </p:sp>
      <p:sp>
        <p:nvSpPr>
          <p:cNvPr id="13" name="S03-mark29"/>
          <p:cNvSpPr/>
          <p:nvPr/>
        </p:nvSpPr>
        <p:spPr>
          <a:xfrm>
            <a:off x="1689994" y="1818239"/>
            <a:ext cx="184343" cy="184343"/>
          </a:xfrm>
          <a:prstGeom prst="ellipse">
            <a:avLst/>
          </a:prstGeom>
          <a:solidFill>
            <a:srgbClr val="F7B6CF"/>
          </a:solidFill>
          <a:ln w="15875">
            <a:solidFill>
              <a:srgbClr val="C2557E"/>
            </a:solidFill>
            <a:prstDash val="solid"/>
          </a:ln>
        </p:spPr>
      </p:sp>
      <p:sp>
        <p:nvSpPr>
          <p:cNvPr id="14" name="S03-mark30"/>
          <p:cNvSpPr/>
          <p:nvPr/>
        </p:nvSpPr>
        <p:spPr>
          <a:xfrm>
            <a:off x="2117933" y="1982831"/>
            <a:ext cx="184343" cy="184343"/>
          </a:xfrm>
          <a:prstGeom prst="ellipse">
            <a:avLst/>
          </a:prstGeom>
          <a:solidFill>
            <a:srgbClr val="F7B6CF"/>
          </a:solidFill>
          <a:ln w="15875">
            <a:solidFill>
              <a:srgbClr val="C2557E"/>
            </a:solidFill>
            <a:prstDash val="solid"/>
          </a:ln>
        </p:spPr>
      </p:sp>
      <p:sp>
        <p:nvSpPr>
          <p:cNvPr id="15" name="S03-mark31"/>
          <p:cNvSpPr/>
          <p:nvPr/>
        </p:nvSpPr>
        <p:spPr>
          <a:xfrm>
            <a:off x="695858" y="4148861"/>
            <a:ext cx="2238451" cy="0"/>
          </a:xfrm>
          <a:prstGeom prst="line">
            <a:avLst/>
          </a:prstGeom>
          <a:noFill/>
          <a:ln w="31750">
            <a:solidFill>
              <a:srgbClr val="8B9A6B"/>
            </a:solidFill>
            <a:prstDash val="solid"/>
          </a:ln>
        </p:spPr>
      </p:sp>
      <p:sp>
        <p:nvSpPr>
          <p:cNvPr id="16" name="S03-label32"/>
          <p:cNvSpPr txBox="1"/>
          <p:nvPr/>
        </p:nvSpPr>
        <p:spPr>
          <a:xfrm>
            <a:off x="548640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2600" dirty="0"/>
          </a:p>
        </p:txBody>
      </p:sp>
      <p:sp>
        <p:nvSpPr>
          <p:cNvPr id="17" name="S03-figure33" descr="여름 나무: 짙은 초록 잎이 무성한 나무"/>
          <p:cNvSpPr/>
          <p:nvPr/>
        </p:nvSpPr>
        <p:spPr>
          <a:xfrm>
            <a:off x="4529755" y="3167893"/>
            <a:ext cx="276515" cy="987552"/>
          </a:xfrm>
          <a:custGeom>
            <a:avLst/>
            <a:gdLst/>
            <a:ahLst/>
            <a:cxnLst/>
            <a:rect l="l" t="t" r="r" b="b"/>
            <a:pathLst>
              <a:path w="276515" h="987552">
                <a:moveTo>
                  <a:pt x="0" y="987552"/>
                </a:moveTo>
                <a:lnTo>
                  <a:pt x="276515" y="987552"/>
                </a:lnTo>
                <a:lnTo>
                  <a:pt x="237012" y="0"/>
                </a:lnTo>
                <a:lnTo>
                  <a:pt x="39502" y="0"/>
                </a:lnTo>
                <a:close/>
              </a:path>
            </a:pathLst>
          </a:custGeom>
          <a:solidFill>
            <a:srgbClr val="9A6B43"/>
          </a:solidFill>
          <a:ln w="19050">
            <a:solidFill>
              <a:srgbClr val="5B3A1E"/>
            </a:solidFill>
            <a:prstDash val="solid"/>
          </a:ln>
        </p:spPr>
      </p:sp>
      <p:sp>
        <p:nvSpPr>
          <p:cNvPr id="18" name="S03-mark34"/>
          <p:cNvSpPr/>
          <p:nvPr/>
        </p:nvSpPr>
        <p:spPr>
          <a:xfrm>
            <a:off x="3637666" y="1772153"/>
            <a:ext cx="2060692" cy="1705173"/>
          </a:xfrm>
          <a:custGeom>
            <a:avLst/>
            <a:gdLst/>
            <a:ahLst/>
            <a:cxnLst/>
            <a:rect l="l" t="t" r="r" b="b"/>
            <a:pathLst>
              <a:path w="2060692" h="1705173">
                <a:moveTo>
                  <a:pt x="1994855" y="851928"/>
                </a:moveTo>
                <a:lnTo>
                  <a:pt x="1953378" y="791358"/>
                </a:lnTo>
                <a:lnTo>
                  <a:pt x="1903342" y="736714"/>
                </a:lnTo>
                <a:lnTo>
                  <a:pt x="1844747" y="689970"/>
                </a:lnTo>
                <a:lnTo>
                  <a:pt x="1778252" y="651784"/>
                </a:lnTo>
                <a:lnTo>
                  <a:pt x="1733483" y="613599"/>
                </a:lnTo>
                <a:lnTo>
                  <a:pt x="1757843" y="550396"/>
                </a:lnTo>
                <a:lnTo>
                  <a:pt x="1772327" y="485876"/>
                </a:lnTo>
                <a:lnTo>
                  <a:pt x="1776935" y="420697"/>
                </a:lnTo>
                <a:lnTo>
                  <a:pt x="1771668" y="356835"/>
                </a:lnTo>
                <a:lnTo>
                  <a:pt x="1756526" y="294949"/>
                </a:lnTo>
                <a:lnTo>
                  <a:pt x="1732825" y="236354"/>
                </a:lnTo>
                <a:lnTo>
                  <a:pt x="1700565" y="181710"/>
                </a:lnTo>
                <a:lnTo>
                  <a:pt x="1661062" y="132990"/>
                </a:lnTo>
                <a:lnTo>
                  <a:pt x="1614977" y="90196"/>
                </a:lnTo>
                <a:lnTo>
                  <a:pt x="1562966" y="55303"/>
                </a:lnTo>
                <a:lnTo>
                  <a:pt x="1505688" y="28310"/>
                </a:lnTo>
                <a:lnTo>
                  <a:pt x="1445776" y="9217"/>
                </a:lnTo>
                <a:lnTo>
                  <a:pt x="1383231" y="0"/>
                </a:lnTo>
                <a:lnTo>
                  <a:pt x="1319369" y="0"/>
                </a:lnTo>
                <a:lnTo>
                  <a:pt x="1256166" y="9217"/>
                </a:lnTo>
                <a:lnTo>
                  <a:pt x="1194280" y="28310"/>
                </a:lnTo>
                <a:lnTo>
                  <a:pt x="1137002" y="42794"/>
                </a:lnTo>
                <a:lnTo>
                  <a:pt x="1083674" y="36210"/>
                </a:lnTo>
                <a:lnTo>
                  <a:pt x="1030346" y="34235"/>
                </a:lnTo>
                <a:lnTo>
                  <a:pt x="977018" y="36210"/>
                </a:lnTo>
                <a:lnTo>
                  <a:pt x="923690" y="42794"/>
                </a:lnTo>
                <a:lnTo>
                  <a:pt x="866412" y="28310"/>
                </a:lnTo>
                <a:lnTo>
                  <a:pt x="804526" y="9217"/>
                </a:lnTo>
                <a:lnTo>
                  <a:pt x="741322" y="0"/>
                </a:lnTo>
                <a:lnTo>
                  <a:pt x="677461" y="0"/>
                </a:lnTo>
                <a:lnTo>
                  <a:pt x="614916" y="9217"/>
                </a:lnTo>
                <a:lnTo>
                  <a:pt x="555004" y="28310"/>
                </a:lnTo>
                <a:lnTo>
                  <a:pt x="497726" y="55303"/>
                </a:lnTo>
                <a:lnTo>
                  <a:pt x="445715" y="90196"/>
                </a:lnTo>
                <a:lnTo>
                  <a:pt x="399629" y="132990"/>
                </a:lnTo>
                <a:lnTo>
                  <a:pt x="360127" y="181710"/>
                </a:lnTo>
                <a:lnTo>
                  <a:pt x="327867" y="236354"/>
                </a:lnTo>
                <a:lnTo>
                  <a:pt x="304166" y="294949"/>
                </a:lnTo>
                <a:lnTo>
                  <a:pt x="289024" y="356835"/>
                </a:lnTo>
                <a:lnTo>
                  <a:pt x="283757" y="420697"/>
                </a:lnTo>
                <a:lnTo>
                  <a:pt x="288365" y="485876"/>
                </a:lnTo>
                <a:lnTo>
                  <a:pt x="302849" y="550396"/>
                </a:lnTo>
                <a:lnTo>
                  <a:pt x="327209" y="613599"/>
                </a:lnTo>
                <a:lnTo>
                  <a:pt x="282440" y="651784"/>
                </a:lnTo>
                <a:lnTo>
                  <a:pt x="215945" y="689970"/>
                </a:lnTo>
                <a:lnTo>
                  <a:pt x="157350" y="736714"/>
                </a:lnTo>
                <a:lnTo>
                  <a:pt x="107314" y="791358"/>
                </a:lnTo>
                <a:lnTo>
                  <a:pt x="65837" y="851928"/>
                </a:lnTo>
                <a:lnTo>
                  <a:pt x="34235" y="917107"/>
                </a:lnTo>
                <a:lnTo>
                  <a:pt x="12509" y="985577"/>
                </a:lnTo>
                <a:lnTo>
                  <a:pt x="1317" y="1056681"/>
                </a:lnTo>
                <a:lnTo>
                  <a:pt x="0" y="1127784"/>
                </a:lnTo>
                <a:lnTo>
                  <a:pt x="9217" y="1198888"/>
                </a:lnTo>
                <a:lnTo>
                  <a:pt x="27651" y="1267358"/>
                </a:lnTo>
                <a:lnTo>
                  <a:pt x="56620" y="1332537"/>
                </a:lnTo>
                <a:lnTo>
                  <a:pt x="94147" y="1392448"/>
                </a:lnTo>
                <a:lnTo>
                  <a:pt x="139574" y="1447093"/>
                </a:lnTo>
                <a:lnTo>
                  <a:pt x="192902" y="1494495"/>
                </a:lnTo>
                <a:lnTo>
                  <a:pt x="252155" y="1533997"/>
                </a:lnTo>
                <a:lnTo>
                  <a:pt x="317333" y="1564941"/>
                </a:lnTo>
                <a:lnTo>
                  <a:pt x="386462" y="1586009"/>
                </a:lnTo>
                <a:lnTo>
                  <a:pt x="458882" y="1597201"/>
                </a:lnTo>
                <a:lnTo>
                  <a:pt x="532620" y="1597201"/>
                </a:lnTo>
                <a:lnTo>
                  <a:pt x="606357" y="1586667"/>
                </a:lnTo>
                <a:lnTo>
                  <a:pt x="679436" y="1564282"/>
                </a:lnTo>
                <a:lnTo>
                  <a:pt x="728813" y="1580083"/>
                </a:lnTo>
                <a:lnTo>
                  <a:pt x="770949" y="1616952"/>
                </a:lnTo>
                <a:lnTo>
                  <a:pt x="817035" y="1647895"/>
                </a:lnTo>
                <a:lnTo>
                  <a:pt x="867071" y="1672913"/>
                </a:lnTo>
                <a:lnTo>
                  <a:pt x="919740" y="1690689"/>
                </a:lnTo>
                <a:lnTo>
                  <a:pt x="974385" y="1701223"/>
                </a:lnTo>
                <a:lnTo>
                  <a:pt x="1030346" y="1705173"/>
                </a:lnTo>
                <a:lnTo>
                  <a:pt x="1086307" y="1701223"/>
                </a:lnTo>
                <a:lnTo>
                  <a:pt x="1140952" y="1690689"/>
                </a:lnTo>
                <a:lnTo>
                  <a:pt x="1193621" y="1672913"/>
                </a:lnTo>
                <a:lnTo>
                  <a:pt x="1243657" y="1647895"/>
                </a:lnTo>
                <a:lnTo>
                  <a:pt x="1289743" y="1616952"/>
                </a:lnTo>
                <a:lnTo>
                  <a:pt x="1331878" y="1580083"/>
                </a:lnTo>
                <a:lnTo>
                  <a:pt x="1381256" y="1564282"/>
                </a:lnTo>
                <a:lnTo>
                  <a:pt x="1454335" y="1586667"/>
                </a:lnTo>
                <a:lnTo>
                  <a:pt x="1528072" y="1597201"/>
                </a:lnTo>
                <a:lnTo>
                  <a:pt x="1601809" y="1597201"/>
                </a:lnTo>
                <a:lnTo>
                  <a:pt x="1674230" y="1586009"/>
                </a:lnTo>
                <a:lnTo>
                  <a:pt x="1743358" y="1564941"/>
                </a:lnTo>
                <a:lnTo>
                  <a:pt x="1808537" y="1533997"/>
                </a:lnTo>
                <a:lnTo>
                  <a:pt x="1867790" y="1494495"/>
                </a:lnTo>
                <a:lnTo>
                  <a:pt x="1921118" y="1447093"/>
                </a:lnTo>
                <a:lnTo>
                  <a:pt x="1966545" y="1392448"/>
                </a:lnTo>
                <a:lnTo>
                  <a:pt x="2004072" y="1332537"/>
                </a:lnTo>
                <a:lnTo>
                  <a:pt x="2033040" y="1267358"/>
                </a:lnTo>
                <a:lnTo>
                  <a:pt x="2051475" y="1198888"/>
                </a:lnTo>
                <a:lnTo>
                  <a:pt x="2060692" y="1127784"/>
                </a:lnTo>
                <a:lnTo>
                  <a:pt x="2059375" y="1056681"/>
                </a:lnTo>
                <a:lnTo>
                  <a:pt x="2048183" y="985577"/>
                </a:lnTo>
                <a:lnTo>
                  <a:pt x="2026457" y="917107"/>
                </a:lnTo>
                <a:close/>
              </a:path>
            </a:pathLst>
          </a:custGeom>
          <a:solidFill>
            <a:srgbClr val="2E8B57"/>
          </a:solidFill>
          <a:ln w="22225">
            <a:solidFill>
              <a:srgbClr val="1E5E3A"/>
            </a:solidFill>
            <a:prstDash val="solid"/>
          </a:ln>
        </p:spPr>
      </p:sp>
      <p:sp>
        <p:nvSpPr>
          <p:cNvPr id="19" name="S03-mark35"/>
          <p:cNvSpPr/>
          <p:nvPr/>
        </p:nvSpPr>
        <p:spPr>
          <a:xfrm>
            <a:off x="3548786" y="4155445"/>
            <a:ext cx="2238451" cy="0"/>
          </a:xfrm>
          <a:prstGeom prst="line">
            <a:avLst/>
          </a:prstGeom>
          <a:noFill/>
          <a:ln w="31750">
            <a:solidFill>
              <a:srgbClr val="8B9A6B"/>
            </a:solidFill>
            <a:prstDash val="solid"/>
          </a:ln>
        </p:spPr>
      </p:sp>
      <p:sp>
        <p:nvSpPr>
          <p:cNvPr id="20" name="S03-label36"/>
          <p:cNvSpPr txBox="1"/>
          <p:nvPr/>
        </p:nvSpPr>
        <p:spPr>
          <a:xfrm>
            <a:off x="3401568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2600" dirty="0"/>
          </a:p>
        </p:txBody>
      </p:sp>
      <p:sp>
        <p:nvSpPr>
          <p:cNvPr id="21" name="S03-figure37" descr="가을 나무: 주황·노랑으로 물든 잎과 빨간 열매, 떨어지는 잎"/>
          <p:cNvSpPr/>
          <p:nvPr/>
        </p:nvSpPr>
        <p:spPr>
          <a:xfrm>
            <a:off x="7382683" y="3161309"/>
            <a:ext cx="276515" cy="987552"/>
          </a:xfrm>
          <a:custGeom>
            <a:avLst/>
            <a:gdLst/>
            <a:ahLst/>
            <a:cxnLst/>
            <a:rect l="l" t="t" r="r" b="b"/>
            <a:pathLst>
              <a:path w="276515" h="987552">
                <a:moveTo>
                  <a:pt x="0" y="987552"/>
                </a:moveTo>
                <a:lnTo>
                  <a:pt x="276515" y="987552"/>
                </a:lnTo>
                <a:lnTo>
                  <a:pt x="237012" y="0"/>
                </a:lnTo>
                <a:lnTo>
                  <a:pt x="39502" y="0"/>
                </a:lnTo>
                <a:close/>
              </a:path>
            </a:pathLst>
          </a:custGeom>
          <a:solidFill>
            <a:srgbClr val="9A6B43"/>
          </a:solidFill>
          <a:ln w="19050">
            <a:solidFill>
              <a:srgbClr val="5B3A1E"/>
            </a:solidFill>
            <a:prstDash val="solid"/>
          </a:ln>
        </p:spPr>
      </p:sp>
      <p:sp>
        <p:nvSpPr>
          <p:cNvPr id="22" name="S03-mark38"/>
          <p:cNvSpPr/>
          <p:nvPr/>
        </p:nvSpPr>
        <p:spPr>
          <a:xfrm>
            <a:off x="6566965" y="1878809"/>
            <a:ext cx="1907950" cy="1578766"/>
          </a:xfrm>
          <a:custGeom>
            <a:avLst/>
            <a:gdLst/>
            <a:ahLst/>
            <a:cxnLst/>
            <a:rect l="l" t="t" r="r" b="b"/>
            <a:pathLst>
              <a:path w="1907950" h="1578766">
                <a:moveTo>
                  <a:pt x="1846722" y="788725"/>
                </a:moveTo>
                <a:lnTo>
                  <a:pt x="1808537" y="732764"/>
                </a:lnTo>
                <a:lnTo>
                  <a:pt x="1762451" y="682069"/>
                </a:lnTo>
                <a:lnTo>
                  <a:pt x="1707807" y="638617"/>
                </a:lnTo>
                <a:lnTo>
                  <a:pt x="1645920" y="603065"/>
                </a:lnTo>
                <a:lnTo>
                  <a:pt x="1605101" y="567513"/>
                </a:lnTo>
                <a:lnTo>
                  <a:pt x="1628144" y="509577"/>
                </a:lnTo>
                <a:lnTo>
                  <a:pt x="1641311" y="449665"/>
                </a:lnTo>
                <a:lnTo>
                  <a:pt x="1645262" y="389754"/>
                </a:lnTo>
                <a:lnTo>
                  <a:pt x="1639995" y="330501"/>
                </a:lnTo>
                <a:lnTo>
                  <a:pt x="1626169" y="272564"/>
                </a:lnTo>
                <a:lnTo>
                  <a:pt x="1604443" y="218578"/>
                </a:lnTo>
                <a:lnTo>
                  <a:pt x="1574816" y="167884"/>
                </a:lnTo>
                <a:lnTo>
                  <a:pt x="1537948" y="123115"/>
                </a:lnTo>
                <a:lnTo>
                  <a:pt x="1495154" y="83613"/>
                </a:lnTo>
                <a:lnTo>
                  <a:pt x="1447093" y="51353"/>
                </a:lnTo>
                <a:lnTo>
                  <a:pt x="1394423" y="25676"/>
                </a:lnTo>
                <a:lnTo>
                  <a:pt x="1338462" y="8559"/>
                </a:lnTo>
                <a:lnTo>
                  <a:pt x="1280526" y="0"/>
                </a:lnTo>
                <a:lnTo>
                  <a:pt x="1221931" y="0"/>
                </a:lnTo>
                <a:lnTo>
                  <a:pt x="1163336" y="8559"/>
                </a:lnTo>
                <a:lnTo>
                  <a:pt x="1105400" y="26335"/>
                </a:lnTo>
                <a:lnTo>
                  <a:pt x="1052730" y="39502"/>
                </a:lnTo>
                <a:lnTo>
                  <a:pt x="1003353" y="33577"/>
                </a:lnTo>
                <a:lnTo>
                  <a:pt x="953975" y="31602"/>
                </a:lnTo>
                <a:lnTo>
                  <a:pt x="904598" y="33577"/>
                </a:lnTo>
                <a:lnTo>
                  <a:pt x="855220" y="39502"/>
                </a:lnTo>
                <a:lnTo>
                  <a:pt x="802551" y="26335"/>
                </a:lnTo>
                <a:lnTo>
                  <a:pt x="744614" y="8559"/>
                </a:lnTo>
                <a:lnTo>
                  <a:pt x="686019" y="0"/>
                </a:lnTo>
                <a:lnTo>
                  <a:pt x="627425" y="0"/>
                </a:lnTo>
                <a:lnTo>
                  <a:pt x="569488" y="8559"/>
                </a:lnTo>
                <a:lnTo>
                  <a:pt x="513527" y="25676"/>
                </a:lnTo>
                <a:lnTo>
                  <a:pt x="460858" y="51353"/>
                </a:lnTo>
                <a:lnTo>
                  <a:pt x="412797" y="83613"/>
                </a:lnTo>
                <a:lnTo>
                  <a:pt x="370003" y="123115"/>
                </a:lnTo>
                <a:lnTo>
                  <a:pt x="333134" y="167884"/>
                </a:lnTo>
                <a:lnTo>
                  <a:pt x="303508" y="218578"/>
                </a:lnTo>
                <a:lnTo>
                  <a:pt x="281782" y="272564"/>
                </a:lnTo>
                <a:lnTo>
                  <a:pt x="267956" y="330501"/>
                </a:lnTo>
                <a:lnTo>
                  <a:pt x="262689" y="389754"/>
                </a:lnTo>
                <a:lnTo>
                  <a:pt x="266639" y="449665"/>
                </a:lnTo>
                <a:lnTo>
                  <a:pt x="279806" y="509577"/>
                </a:lnTo>
                <a:lnTo>
                  <a:pt x="302849" y="567513"/>
                </a:lnTo>
                <a:lnTo>
                  <a:pt x="262030" y="603065"/>
                </a:lnTo>
                <a:lnTo>
                  <a:pt x="200144" y="638617"/>
                </a:lnTo>
                <a:lnTo>
                  <a:pt x="145499" y="682069"/>
                </a:lnTo>
                <a:lnTo>
                  <a:pt x="99414" y="732764"/>
                </a:lnTo>
                <a:lnTo>
                  <a:pt x="61228" y="788725"/>
                </a:lnTo>
                <a:lnTo>
                  <a:pt x="31602" y="849295"/>
                </a:lnTo>
                <a:lnTo>
                  <a:pt x="11851" y="912498"/>
                </a:lnTo>
                <a:lnTo>
                  <a:pt x="1317" y="978335"/>
                </a:lnTo>
                <a:lnTo>
                  <a:pt x="0" y="1044172"/>
                </a:lnTo>
                <a:lnTo>
                  <a:pt x="8559" y="1110008"/>
                </a:lnTo>
                <a:lnTo>
                  <a:pt x="25676" y="1173212"/>
                </a:lnTo>
                <a:lnTo>
                  <a:pt x="52011" y="1233123"/>
                </a:lnTo>
                <a:lnTo>
                  <a:pt x="86905" y="1289085"/>
                </a:lnTo>
                <a:lnTo>
                  <a:pt x="129040" y="1339779"/>
                </a:lnTo>
                <a:lnTo>
                  <a:pt x="178418" y="1383890"/>
                </a:lnTo>
                <a:lnTo>
                  <a:pt x="233721" y="1420758"/>
                </a:lnTo>
                <a:lnTo>
                  <a:pt x="293632" y="1449068"/>
                </a:lnTo>
                <a:lnTo>
                  <a:pt x="358152" y="1468819"/>
                </a:lnTo>
                <a:lnTo>
                  <a:pt x="424647" y="1478695"/>
                </a:lnTo>
                <a:lnTo>
                  <a:pt x="493118" y="1478695"/>
                </a:lnTo>
                <a:lnTo>
                  <a:pt x="561588" y="1468819"/>
                </a:lnTo>
                <a:lnTo>
                  <a:pt x="628741" y="1447751"/>
                </a:lnTo>
                <a:lnTo>
                  <a:pt x="674827" y="1462894"/>
                </a:lnTo>
                <a:lnTo>
                  <a:pt x="713671" y="1497129"/>
                </a:lnTo>
                <a:lnTo>
                  <a:pt x="756465" y="1526097"/>
                </a:lnTo>
                <a:lnTo>
                  <a:pt x="802551" y="1548482"/>
                </a:lnTo>
                <a:lnTo>
                  <a:pt x="851928" y="1565599"/>
                </a:lnTo>
                <a:lnTo>
                  <a:pt x="902623" y="1575475"/>
                </a:lnTo>
                <a:lnTo>
                  <a:pt x="953975" y="1578766"/>
                </a:lnTo>
                <a:lnTo>
                  <a:pt x="1005328" y="1575475"/>
                </a:lnTo>
                <a:lnTo>
                  <a:pt x="1056022" y="1565599"/>
                </a:lnTo>
                <a:lnTo>
                  <a:pt x="1105400" y="1548482"/>
                </a:lnTo>
                <a:lnTo>
                  <a:pt x="1151486" y="1526097"/>
                </a:lnTo>
                <a:lnTo>
                  <a:pt x="1194280" y="1497129"/>
                </a:lnTo>
                <a:lnTo>
                  <a:pt x="1233123" y="1462894"/>
                </a:lnTo>
                <a:lnTo>
                  <a:pt x="1279209" y="1447751"/>
                </a:lnTo>
                <a:lnTo>
                  <a:pt x="1346363" y="1468819"/>
                </a:lnTo>
                <a:lnTo>
                  <a:pt x="1414833" y="1478695"/>
                </a:lnTo>
                <a:lnTo>
                  <a:pt x="1483303" y="1478695"/>
                </a:lnTo>
                <a:lnTo>
                  <a:pt x="1549798" y="1468819"/>
                </a:lnTo>
                <a:lnTo>
                  <a:pt x="1614318" y="1449068"/>
                </a:lnTo>
                <a:lnTo>
                  <a:pt x="1674230" y="1420758"/>
                </a:lnTo>
                <a:lnTo>
                  <a:pt x="1729533" y="1383890"/>
                </a:lnTo>
                <a:lnTo>
                  <a:pt x="1778910" y="1339779"/>
                </a:lnTo>
                <a:lnTo>
                  <a:pt x="1821046" y="1289085"/>
                </a:lnTo>
                <a:lnTo>
                  <a:pt x="1855939" y="1233123"/>
                </a:lnTo>
                <a:lnTo>
                  <a:pt x="1882274" y="1173212"/>
                </a:lnTo>
                <a:lnTo>
                  <a:pt x="1899392" y="1110008"/>
                </a:lnTo>
                <a:lnTo>
                  <a:pt x="1907950" y="1044172"/>
                </a:lnTo>
                <a:lnTo>
                  <a:pt x="1906634" y="978335"/>
                </a:lnTo>
                <a:lnTo>
                  <a:pt x="1896100" y="912498"/>
                </a:lnTo>
                <a:lnTo>
                  <a:pt x="1876349" y="849295"/>
                </a:lnTo>
                <a:close/>
              </a:path>
            </a:pathLst>
          </a:custGeom>
          <a:solidFill>
            <a:srgbClr val="F2A23A"/>
          </a:solidFill>
          <a:ln w="22225">
            <a:solidFill>
              <a:srgbClr val="B4651E"/>
            </a:solidFill>
            <a:prstDash val="solid"/>
          </a:ln>
        </p:spPr>
      </p:sp>
      <p:sp>
        <p:nvSpPr>
          <p:cNvPr id="23" name="S03-mark39"/>
          <p:cNvSpPr/>
          <p:nvPr/>
        </p:nvSpPr>
        <p:spPr>
          <a:xfrm>
            <a:off x="8304398" y="3701171"/>
            <a:ext cx="210678" cy="171176"/>
          </a:xfrm>
          <a:custGeom>
            <a:avLst/>
            <a:gdLst/>
            <a:ahLst/>
            <a:cxnLst/>
            <a:rect l="l" t="t" r="r" b="b"/>
            <a:pathLst>
              <a:path w="210678" h="171176">
                <a:moveTo>
                  <a:pt x="0" y="85588"/>
                </a:moveTo>
                <a:lnTo>
                  <a:pt x="105339" y="0"/>
                </a:lnTo>
                <a:lnTo>
                  <a:pt x="210678" y="85588"/>
                </a:lnTo>
                <a:lnTo>
                  <a:pt x="105339" y="171176"/>
                </a:lnTo>
                <a:close/>
              </a:path>
            </a:pathLst>
          </a:custGeom>
          <a:solidFill>
            <a:srgbClr val="E9762B"/>
          </a:solidFill>
          <a:ln w="12700">
            <a:solidFill>
              <a:srgbClr val="B4651E"/>
            </a:solidFill>
            <a:prstDash val="solid"/>
          </a:ln>
        </p:spPr>
      </p:sp>
      <p:sp>
        <p:nvSpPr>
          <p:cNvPr id="24" name="S03-mark40"/>
          <p:cNvSpPr/>
          <p:nvPr/>
        </p:nvSpPr>
        <p:spPr>
          <a:xfrm>
            <a:off x="6559723" y="3470742"/>
            <a:ext cx="210678" cy="171176"/>
          </a:xfrm>
          <a:custGeom>
            <a:avLst/>
            <a:gdLst/>
            <a:ahLst/>
            <a:cxnLst/>
            <a:rect l="l" t="t" r="r" b="b"/>
            <a:pathLst>
              <a:path w="210678" h="171176">
                <a:moveTo>
                  <a:pt x="0" y="85588"/>
                </a:moveTo>
                <a:lnTo>
                  <a:pt x="105339" y="0"/>
                </a:lnTo>
                <a:lnTo>
                  <a:pt x="210678" y="85588"/>
                </a:lnTo>
                <a:lnTo>
                  <a:pt x="105339" y="171176"/>
                </a:lnTo>
                <a:close/>
              </a:path>
            </a:pathLst>
          </a:custGeom>
          <a:solidFill>
            <a:srgbClr val="E9762B"/>
          </a:solidFill>
          <a:ln w="12700">
            <a:solidFill>
              <a:srgbClr val="B4651E"/>
            </a:solidFill>
            <a:prstDash val="solid"/>
          </a:ln>
        </p:spPr>
      </p:sp>
      <p:sp>
        <p:nvSpPr>
          <p:cNvPr id="25" name="S03-mark41"/>
          <p:cNvSpPr/>
          <p:nvPr/>
        </p:nvSpPr>
        <p:spPr>
          <a:xfrm>
            <a:off x="6915241" y="2818958"/>
            <a:ext cx="223845" cy="223845"/>
          </a:xfrm>
          <a:prstGeom prst="ellipse">
            <a:avLst/>
          </a:prstGeom>
          <a:solidFill>
            <a:srgbClr val="C8434E"/>
          </a:solidFill>
          <a:ln w="15875">
            <a:solidFill>
              <a:srgbClr val="8E2730"/>
            </a:solidFill>
            <a:prstDash val="solid"/>
          </a:ln>
        </p:spPr>
      </p:sp>
      <p:sp>
        <p:nvSpPr>
          <p:cNvPr id="26" name="S03-mark42"/>
          <p:cNvSpPr/>
          <p:nvPr/>
        </p:nvSpPr>
        <p:spPr>
          <a:xfrm>
            <a:off x="7771120" y="2588529"/>
            <a:ext cx="223845" cy="223845"/>
          </a:xfrm>
          <a:prstGeom prst="ellipse">
            <a:avLst/>
          </a:prstGeom>
          <a:solidFill>
            <a:srgbClr val="C8434E"/>
          </a:solidFill>
          <a:ln w="15875">
            <a:solidFill>
              <a:srgbClr val="8E2730"/>
            </a:solidFill>
            <a:prstDash val="solid"/>
          </a:ln>
        </p:spPr>
      </p:sp>
      <p:sp>
        <p:nvSpPr>
          <p:cNvPr id="27" name="S03-mark43"/>
          <p:cNvSpPr/>
          <p:nvPr/>
        </p:nvSpPr>
        <p:spPr>
          <a:xfrm>
            <a:off x="7310262" y="2292264"/>
            <a:ext cx="223845" cy="223845"/>
          </a:xfrm>
          <a:prstGeom prst="ellipse">
            <a:avLst/>
          </a:prstGeom>
          <a:solidFill>
            <a:srgbClr val="C8434E"/>
          </a:solidFill>
          <a:ln w="15875">
            <a:solidFill>
              <a:srgbClr val="8E2730"/>
            </a:solidFill>
            <a:prstDash val="solid"/>
          </a:ln>
        </p:spPr>
      </p:sp>
      <p:sp>
        <p:nvSpPr>
          <p:cNvPr id="28" name="S03-mark44"/>
          <p:cNvSpPr/>
          <p:nvPr/>
        </p:nvSpPr>
        <p:spPr>
          <a:xfrm>
            <a:off x="8001549" y="2917713"/>
            <a:ext cx="223845" cy="223845"/>
          </a:xfrm>
          <a:prstGeom prst="ellipse">
            <a:avLst/>
          </a:prstGeom>
          <a:solidFill>
            <a:srgbClr val="C8434E"/>
          </a:solidFill>
          <a:ln w="15875">
            <a:solidFill>
              <a:srgbClr val="8E2730"/>
            </a:solidFill>
            <a:prstDash val="solid"/>
          </a:ln>
        </p:spPr>
      </p:sp>
      <p:sp>
        <p:nvSpPr>
          <p:cNvPr id="29" name="S03-mark45"/>
          <p:cNvSpPr/>
          <p:nvPr/>
        </p:nvSpPr>
        <p:spPr>
          <a:xfrm>
            <a:off x="6401714" y="4148861"/>
            <a:ext cx="2238451" cy="0"/>
          </a:xfrm>
          <a:prstGeom prst="line">
            <a:avLst/>
          </a:prstGeom>
          <a:noFill/>
          <a:ln w="31750">
            <a:solidFill>
              <a:srgbClr val="8B9A6B"/>
            </a:solidFill>
            <a:prstDash val="solid"/>
          </a:ln>
        </p:spPr>
      </p:sp>
      <p:sp>
        <p:nvSpPr>
          <p:cNvPr id="30" name="S03-label46"/>
          <p:cNvSpPr txBox="1"/>
          <p:nvPr/>
        </p:nvSpPr>
        <p:spPr>
          <a:xfrm>
            <a:off x="6254496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2600" dirty="0"/>
          </a:p>
        </p:txBody>
      </p:sp>
      <p:sp>
        <p:nvSpPr>
          <p:cNvPr id="31" name="S03-figure47" descr="겨울 나무: 잎이 모두 떨어지고 가지만 남은 나무"/>
          <p:cNvSpPr/>
          <p:nvPr/>
        </p:nvSpPr>
        <p:spPr>
          <a:xfrm>
            <a:off x="10235611" y="3161309"/>
            <a:ext cx="276515" cy="987552"/>
          </a:xfrm>
          <a:custGeom>
            <a:avLst/>
            <a:gdLst/>
            <a:ahLst/>
            <a:cxnLst/>
            <a:rect l="l" t="t" r="r" b="b"/>
            <a:pathLst>
              <a:path w="276515" h="987552">
                <a:moveTo>
                  <a:pt x="0" y="987552"/>
                </a:moveTo>
                <a:lnTo>
                  <a:pt x="276515" y="987552"/>
                </a:lnTo>
                <a:lnTo>
                  <a:pt x="237012" y="0"/>
                </a:lnTo>
                <a:lnTo>
                  <a:pt x="39502" y="0"/>
                </a:lnTo>
                <a:close/>
              </a:path>
            </a:pathLst>
          </a:custGeom>
          <a:solidFill>
            <a:srgbClr val="9A6B43"/>
          </a:solidFill>
          <a:ln w="19050">
            <a:solidFill>
              <a:srgbClr val="5B3A1E"/>
            </a:solidFill>
            <a:prstDash val="solid"/>
          </a:ln>
        </p:spPr>
      </p:sp>
      <p:sp>
        <p:nvSpPr>
          <p:cNvPr id="32" name="S03-mark48"/>
          <p:cNvSpPr/>
          <p:nvPr/>
        </p:nvSpPr>
        <p:spPr>
          <a:xfrm>
            <a:off x="9254642" y="4148861"/>
            <a:ext cx="2238451" cy="0"/>
          </a:xfrm>
          <a:prstGeom prst="line">
            <a:avLst/>
          </a:prstGeom>
          <a:noFill/>
          <a:ln w="31750">
            <a:solidFill>
              <a:srgbClr val="8B9A6B"/>
            </a:solidFill>
            <a:prstDash val="solid"/>
          </a:ln>
        </p:spPr>
      </p:sp>
      <p:sp>
        <p:nvSpPr>
          <p:cNvPr id="33" name="S03-mark49"/>
          <p:cNvSpPr/>
          <p:nvPr/>
        </p:nvSpPr>
        <p:spPr>
          <a:xfrm flipH="1" flipV="1">
            <a:off x="9781337" y="2502941"/>
            <a:ext cx="592531" cy="691286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34" name="S03-mark50"/>
          <p:cNvSpPr/>
          <p:nvPr/>
        </p:nvSpPr>
        <p:spPr>
          <a:xfrm flipV="1">
            <a:off x="10373868" y="2535860"/>
            <a:ext cx="625450" cy="658368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35" name="S03-mark51"/>
          <p:cNvSpPr/>
          <p:nvPr/>
        </p:nvSpPr>
        <p:spPr>
          <a:xfrm flipV="1">
            <a:off x="10373868" y="2173757"/>
            <a:ext cx="0" cy="1020470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36" name="S03-mark52"/>
          <p:cNvSpPr/>
          <p:nvPr/>
        </p:nvSpPr>
        <p:spPr>
          <a:xfrm flipH="1">
            <a:off x="9748418" y="2851876"/>
            <a:ext cx="329184" cy="13167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37" name="S03-mark53"/>
          <p:cNvSpPr/>
          <p:nvPr/>
        </p:nvSpPr>
        <p:spPr>
          <a:xfrm>
            <a:off x="10703052" y="2851876"/>
            <a:ext cx="362102" cy="46086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38" name="S03-mark54"/>
          <p:cNvSpPr/>
          <p:nvPr/>
        </p:nvSpPr>
        <p:spPr>
          <a:xfrm flipH="1" flipV="1">
            <a:off x="10110521" y="2206676"/>
            <a:ext cx="263347" cy="362102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39" name="S03-mark55"/>
          <p:cNvSpPr/>
          <p:nvPr/>
        </p:nvSpPr>
        <p:spPr>
          <a:xfrm flipV="1">
            <a:off x="10373868" y="2226427"/>
            <a:ext cx="276515" cy="342351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40" name="S03-label56"/>
          <p:cNvSpPr txBox="1"/>
          <p:nvPr/>
        </p:nvSpPr>
        <p:spPr>
          <a:xfrm>
            <a:off x="9107424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계절일까요?</a:t>
            </a:r>
            <a:endParaRPr lang="ko-KR" sz="4400" dirty="0"/>
          </a:p>
        </p:txBody>
      </p:sp>
      <p:sp>
        <p:nvSpPr>
          <p:cNvPr id="3" name="S04-text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계절의 나무인지 말해요.</a:t>
            </a:r>
            <a:endParaRPr lang="ko-KR" sz="3200" dirty="0"/>
          </a:p>
        </p:txBody>
      </p:sp>
      <p:sp>
        <p:nvSpPr>
          <p:cNvPr id="4" name="S04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 그림 네 장을 떠올려요.</a:t>
            </a:r>
            <a:endParaRPr lang="ko-KR" sz="3200" dirty="0"/>
          </a:p>
        </p:txBody>
      </p:sp>
      <p:sp>
        <p:nvSpPr>
          <p:cNvPr id="6" name="S04-chip6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4-text6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잎이 빨갛고 노랗게 물들었어요.</a:t>
            </a:r>
            <a:endParaRPr lang="ko-KR" sz="3200" dirty="0"/>
          </a:p>
        </p:txBody>
      </p:sp>
      <p:sp>
        <p:nvSpPr>
          <p:cNvPr id="8" name="S04-chip6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4-text6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가지만 남고 잎이 없어요.</a:t>
            </a:r>
            <a:endParaRPr lang="ko-KR" sz="3200" dirty="0"/>
          </a:p>
        </p:txBody>
      </p:sp>
      <p:sp>
        <p:nvSpPr>
          <p:cNvPr id="10" name="S04-chip6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4-text65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새싹이 돋고 꽃이 피었어요.</a:t>
            </a:r>
            <a:endParaRPr lang="ko-KR" sz="3200" dirty="0"/>
          </a:p>
        </p:txBody>
      </p:sp>
      <p:sp>
        <p:nvSpPr>
          <p:cNvPr id="12" name="S04-chip6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4-text67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짙은 초록 잎이 무성해요.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겨울의 두 나무</a:t>
            </a:r>
            <a:endParaRPr lang="ko-KR" sz="4400" dirty="0"/>
          </a:p>
        </p:txBody>
      </p:sp>
      <p:sp>
        <p:nvSpPr>
          <p:cNvPr id="3" name="S05-card6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6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 공원에서 두 나무를 보았어요.</a:t>
            </a:r>
            <a:endParaRPr lang="ko-KR" sz="3200" dirty="0"/>
          </a:p>
        </p:txBody>
      </p:sp>
      <p:sp>
        <p:nvSpPr>
          <p:cNvPr id="5" name="S05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 모든 나무의 잎이 다 떨어질까요?</a:t>
            </a:r>
            <a:endParaRPr lang="ko-KR" sz="3200" dirty="0"/>
          </a:p>
        </p:txBody>
      </p:sp>
      <p:sp>
        <p:nvSpPr>
          <p:cNvPr id="7" name="S05-chip7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 은행나무</a:t>
            </a:r>
            <a:endParaRPr lang="ko-KR" sz="2600" dirty="0"/>
          </a:p>
        </p:txBody>
      </p:sp>
      <p:sp>
        <p:nvSpPr>
          <p:cNvPr id="8" name="S05-figure73" descr="겨울 나무: 잎이 모두 떨어지고 가지만 남은 나무"/>
          <p:cNvSpPr/>
          <p:nvPr/>
        </p:nvSpPr>
        <p:spPr>
          <a:xfrm>
            <a:off x="3126994" y="4284980"/>
            <a:ext cx="206248" cy="736600"/>
          </a:xfrm>
          <a:custGeom>
            <a:avLst/>
            <a:gdLst/>
            <a:ahLst/>
            <a:cxnLst/>
            <a:rect l="l" t="t" r="r" b="b"/>
            <a:pathLst>
              <a:path w="206248" h="736600">
                <a:moveTo>
                  <a:pt x="0" y="736600"/>
                </a:moveTo>
                <a:lnTo>
                  <a:pt x="206248" y="736600"/>
                </a:lnTo>
                <a:lnTo>
                  <a:pt x="176784" y="0"/>
                </a:lnTo>
                <a:lnTo>
                  <a:pt x="29464" y="0"/>
                </a:lnTo>
                <a:close/>
              </a:path>
            </a:pathLst>
          </a:custGeom>
          <a:solidFill>
            <a:srgbClr val="9A6B43"/>
          </a:solidFill>
          <a:ln w="19050">
            <a:solidFill>
              <a:srgbClr val="5B3A1E"/>
            </a:solidFill>
            <a:prstDash val="solid"/>
          </a:ln>
        </p:spPr>
      </p:sp>
      <p:sp>
        <p:nvSpPr>
          <p:cNvPr id="9" name="S05-mark74"/>
          <p:cNvSpPr/>
          <p:nvPr/>
        </p:nvSpPr>
        <p:spPr>
          <a:xfrm>
            <a:off x="2395305" y="5021580"/>
            <a:ext cx="1669627" cy="0"/>
          </a:xfrm>
          <a:prstGeom prst="line">
            <a:avLst/>
          </a:prstGeom>
          <a:noFill/>
          <a:ln w="31750">
            <a:solidFill>
              <a:srgbClr val="8B9A6B"/>
            </a:solidFill>
            <a:prstDash val="solid"/>
          </a:ln>
        </p:spPr>
      </p:sp>
      <p:sp>
        <p:nvSpPr>
          <p:cNvPr id="10" name="S05-mark75"/>
          <p:cNvSpPr/>
          <p:nvPr/>
        </p:nvSpPr>
        <p:spPr>
          <a:xfrm flipH="1" flipV="1">
            <a:off x="2788158" y="3793913"/>
            <a:ext cx="441960" cy="515620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11" name="S05-mark76"/>
          <p:cNvSpPr/>
          <p:nvPr/>
        </p:nvSpPr>
        <p:spPr>
          <a:xfrm flipV="1">
            <a:off x="3230118" y="3818467"/>
            <a:ext cx="466513" cy="491067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12" name="S05-mark77"/>
          <p:cNvSpPr/>
          <p:nvPr/>
        </p:nvSpPr>
        <p:spPr>
          <a:xfrm flipV="1">
            <a:off x="3230118" y="3548380"/>
            <a:ext cx="0" cy="761153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13" name="S05-mark78"/>
          <p:cNvSpPr/>
          <p:nvPr/>
        </p:nvSpPr>
        <p:spPr>
          <a:xfrm flipH="1">
            <a:off x="2763605" y="4054179"/>
            <a:ext cx="245533" cy="9821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14" name="S05-mark79"/>
          <p:cNvSpPr/>
          <p:nvPr/>
        </p:nvSpPr>
        <p:spPr>
          <a:xfrm>
            <a:off x="3475651" y="4054179"/>
            <a:ext cx="270087" cy="34375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15" name="S05-mark80"/>
          <p:cNvSpPr/>
          <p:nvPr/>
        </p:nvSpPr>
        <p:spPr>
          <a:xfrm flipH="1" flipV="1">
            <a:off x="3033691" y="3572933"/>
            <a:ext cx="196427" cy="270087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16" name="S05-mark81"/>
          <p:cNvSpPr/>
          <p:nvPr/>
        </p:nvSpPr>
        <p:spPr>
          <a:xfrm flipV="1">
            <a:off x="3230118" y="3587665"/>
            <a:ext cx="206248" cy="255355"/>
          </a:xfrm>
          <a:prstGeom prst="line">
            <a:avLst/>
          </a:prstGeom>
          <a:noFill/>
          <a:ln w="44450">
            <a:solidFill>
              <a:srgbClr val="5B3A1E"/>
            </a:solidFill>
            <a:prstDash val="solid"/>
          </a:ln>
        </p:spPr>
      </p:sp>
      <p:sp>
        <p:nvSpPr>
          <p:cNvPr id="17" name="S05-chip8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 소나무</a:t>
            </a:r>
            <a:endParaRPr lang="ko-KR" sz="2600" dirty="0"/>
          </a:p>
        </p:txBody>
      </p:sp>
      <p:sp>
        <p:nvSpPr>
          <p:cNvPr id="18" name="S05-figure83" descr="겨울의 소나무: 초록 잎이 달린 뾰족한 모양의 나무"/>
          <p:cNvSpPr/>
          <p:nvPr/>
        </p:nvSpPr>
        <p:spPr>
          <a:xfrm>
            <a:off x="8870442" y="4628727"/>
            <a:ext cx="176784" cy="392853"/>
          </a:xfrm>
          <a:custGeom>
            <a:avLst/>
            <a:gdLst/>
            <a:ahLst/>
            <a:cxnLst/>
            <a:rect l="l" t="t" r="r" b="b"/>
            <a:pathLst>
              <a:path w="176784" h="392853">
                <a:moveTo>
                  <a:pt x="0" y="392853"/>
                </a:moveTo>
                <a:lnTo>
                  <a:pt x="176784" y="392853"/>
                </a:lnTo>
                <a:lnTo>
                  <a:pt x="147320" y="0"/>
                </a:lnTo>
                <a:lnTo>
                  <a:pt x="29464" y="0"/>
                </a:lnTo>
                <a:close/>
              </a:path>
            </a:pathLst>
          </a:custGeom>
          <a:solidFill>
            <a:srgbClr val="9A6B43"/>
          </a:solidFill>
          <a:ln w="19050">
            <a:solidFill>
              <a:srgbClr val="5B3A1E"/>
            </a:solidFill>
            <a:prstDash val="solid"/>
          </a:ln>
        </p:spPr>
      </p:sp>
      <p:sp>
        <p:nvSpPr>
          <p:cNvPr id="19" name="S05-mark84"/>
          <p:cNvSpPr/>
          <p:nvPr/>
        </p:nvSpPr>
        <p:spPr>
          <a:xfrm>
            <a:off x="8295894" y="4014893"/>
            <a:ext cx="1325880" cy="638387"/>
          </a:xfrm>
          <a:custGeom>
            <a:avLst/>
            <a:gdLst/>
            <a:ahLst/>
            <a:cxnLst/>
            <a:rect l="l" t="t" r="r" b="b"/>
            <a:pathLst>
              <a:path w="1325880" h="638387">
                <a:moveTo>
                  <a:pt x="0" y="638387"/>
                </a:moveTo>
                <a:lnTo>
                  <a:pt x="1325880" y="638387"/>
                </a:lnTo>
                <a:lnTo>
                  <a:pt x="662940" y="0"/>
                </a:lnTo>
                <a:close/>
              </a:path>
            </a:pathLst>
          </a:custGeom>
          <a:solidFill>
            <a:srgbClr val="2F6B3A"/>
          </a:solidFill>
          <a:ln w="22225">
            <a:solidFill>
              <a:srgbClr val="1E4626"/>
            </a:solidFill>
            <a:prstDash val="solid"/>
          </a:ln>
        </p:spPr>
      </p:sp>
      <p:sp>
        <p:nvSpPr>
          <p:cNvPr id="20" name="S05-mark85"/>
          <p:cNvSpPr/>
          <p:nvPr/>
        </p:nvSpPr>
        <p:spPr>
          <a:xfrm>
            <a:off x="8418661" y="3720253"/>
            <a:ext cx="1080347" cy="564727"/>
          </a:xfrm>
          <a:custGeom>
            <a:avLst/>
            <a:gdLst/>
            <a:ahLst/>
            <a:cxnLst/>
            <a:rect l="l" t="t" r="r" b="b"/>
            <a:pathLst>
              <a:path w="1080347" h="564727">
                <a:moveTo>
                  <a:pt x="0" y="564727"/>
                </a:moveTo>
                <a:lnTo>
                  <a:pt x="1080347" y="564727"/>
                </a:lnTo>
                <a:lnTo>
                  <a:pt x="540173" y="0"/>
                </a:lnTo>
                <a:close/>
              </a:path>
            </a:pathLst>
          </a:custGeom>
          <a:solidFill>
            <a:srgbClr val="2F6B3A"/>
          </a:solidFill>
          <a:ln w="22225">
            <a:solidFill>
              <a:srgbClr val="1E4626"/>
            </a:solidFill>
            <a:prstDash val="solid"/>
          </a:ln>
        </p:spPr>
      </p:sp>
      <p:sp>
        <p:nvSpPr>
          <p:cNvPr id="21" name="S05-mark86"/>
          <p:cNvSpPr/>
          <p:nvPr/>
        </p:nvSpPr>
        <p:spPr>
          <a:xfrm>
            <a:off x="8565981" y="3425613"/>
            <a:ext cx="785707" cy="515620"/>
          </a:xfrm>
          <a:custGeom>
            <a:avLst/>
            <a:gdLst/>
            <a:ahLst/>
            <a:cxnLst/>
            <a:rect l="l" t="t" r="r" b="b"/>
            <a:pathLst>
              <a:path w="785707" h="515620">
                <a:moveTo>
                  <a:pt x="0" y="515620"/>
                </a:moveTo>
                <a:lnTo>
                  <a:pt x="785707" y="515620"/>
                </a:lnTo>
                <a:lnTo>
                  <a:pt x="392853" y="0"/>
                </a:lnTo>
                <a:close/>
              </a:path>
            </a:pathLst>
          </a:custGeom>
          <a:solidFill>
            <a:srgbClr val="2F6B3A"/>
          </a:solidFill>
          <a:ln w="22225">
            <a:solidFill>
              <a:srgbClr val="1E4626"/>
            </a:solidFill>
            <a:prstDash val="solid"/>
          </a:ln>
        </p:spPr>
      </p:sp>
      <p:sp>
        <p:nvSpPr>
          <p:cNvPr id="22" name="S05-mark87"/>
          <p:cNvSpPr/>
          <p:nvPr/>
        </p:nvSpPr>
        <p:spPr>
          <a:xfrm>
            <a:off x="8124021" y="5021580"/>
            <a:ext cx="1669627" cy="0"/>
          </a:xfrm>
          <a:prstGeom prst="line">
            <a:avLst/>
          </a:prstGeom>
          <a:noFill/>
          <a:ln w="31750">
            <a:solidFill>
              <a:srgbClr val="8B9A6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동물의 사계절</a:t>
            </a:r>
            <a:endParaRPr lang="ko-KR" sz="4400" dirty="0"/>
          </a:p>
        </p:txBody>
      </p:sp>
      <p:sp>
        <p:nvSpPr>
          <p:cNvPr id="3" name="S06-card88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89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추운 겨울 동안 거의 움직이지 않고 잠자듯 지내는 것</a:t>
            </a:r>
            <a:endParaRPr lang="ko-KR" sz="3200" dirty="0"/>
          </a:p>
        </p:txBody>
      </p:sp>
      <p:sp>
        <p:nvSpPr>
          <p:cNvPr id="5" name="S06-card90"/>
          <p:cNvSpPr/>
          <p:nvPr/>
        </p:nvSpPr>
        <p:spPr>
          <a:xfrm>
            <a:off x="548640" y="1325880"/>
            <a:ext cx="5431536" cy="1565402"/>
          </a:xfrm>
          <a:prstGeom prst="roundRect">
            <a:avLst>
              <a:gd name="adj" fmla="val 70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91"/>
          <p:cNvSpPr txBox="1"/>
          <p:nvPr/>
        </p:nvSpPr>
        <p:spPr>
          <a:xfrm>
            <a:off x="822960" y="1463040"/>
            <a:ext cx="4882896" cy="1291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개구리가 겨울잠에서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깨어나요.</a:t>
            </a:r>
            <a:endParaRPr lang="ko-KR" sz="2600" dirty="0"/>
          </a:p>
        </p:txBody>
      </p:sp>
      <p:sp>
        <p:nvSpPr>
          <p:cNvPr id="7" name="S06-card92"/>
          <p:cNvSpPr/>
          <p:nvPr/>
        </p:nvSpPr>
        <p:spPr>
          <a:xfrm>
            <a:off x="6208776" y="1325880"/>
            <a:ext cx="5431536" cy="1565402"/>
          </a:xfrm>
          <a:prstGeom prst="roundRect">
            <a:avLst>
              <a:gd name="adj" fmla="val 70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93"/>
          <p:cNvSpPr txBox="1"/>
          <p:nvPr/>
        </p:nvSpPr>
        <p:spPr>
          <a:xfrm>
            <a:off x="6483096" y="1463040"/>
            <a:ext cx="4882896" cy="1291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매미가 맴맴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울어요.</a:t>
            </a:r>
            <a:endParaRPr lang="ko-KR" sz="2600" dirty="0"/>
          </a:p>
        </p:txBody>
      </p:sp>
      <p:sp>
        <p:nvSpPr>
          <p:cNvPr id="9" name="S06-card94"/>
          <p:cNvSpPr/>
          <p:nvPr/>
        </p:nvSpPr>
        <p:spPr>
          <a:xfrm>
            <a:off x="548640" y="3119882"/>
            <a:ext cx="5431536" cy="1565402"/>
          </a:xfrm>
          <a:prstGeom prst="roundRect">
            <a:avLst>
              <a:gd name="adj" fmla="val 70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6-cardtext95"/>
          <p:cNvSpPr txBox="1"/>
          <p:nvPr/>
        </p:nvSpPr>
        <p:spPr>
          <a:xfrm>
            <a:off x="822960" y="3257042"/>
            <a:ext cx="4882896" cy="1291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다람쥐가 도토리를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모아 숨겨요.</a:t>
            </a:r>
            <a:endParaRPr lang="ko-KR" sz="2600" dirty="0"/>
          </a:p>
        </p:txBody>
      </p:sp>
      <p:sp>
        <p:nvSpPr>
          <p:cNvPr id="11" name="S06-card96"/>
          <p:cNvSpPr/>
          <p:nvPr/>
        </p:nvSpPr>
        <p:spPr>
          <a:xfrm>
            <a:off x="6208776" y="3119882"/>
            <a:ext cx="5431536" cy="1565402"/>
          </a:xfrm>
          <a:prstGeom prst="roundRect">
            <a:avLst>
              <a:gd name="adj" fmla="val 70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6-cardtext97"/>
          <p:cNvSpPr txBox="1"/>
          <p:nvPr/>
        </p:nvSpPr>
        <p:spPr>
          <a:xfrm>
            <a:off x="6483096" y="3257042"/>
            <a:ext cx="4882896" cy="1291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개구리와 곰은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겨울잠을 자요.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어떻게 지낼까요?</a:t>
            </a:r>
            <a:endParaRPr lang="ko-KR" sz="4400" dirty="0"/>
          </a:p>
        </p:txBody>
      </p:sp>
      <p:sp>
        <p:nvSpPr>
          <p:cNvPr id="3" name="S07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동물의 사계절 카드를 떠올려요.</a:t>
            </a:r>
            <a:endParaRPr lang="ko-KR" sz="3200" dirty="0"/>
          </a:p>
        </p:txBody>
      </p:sp>
      <p:sp>
        <p:nvSpPr>
          <p:cNvPr id="5" name="S07-chip100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7-text101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 개구리는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지낼까요?</a:t>
            </a:r>
            <a:endParaRPr lang="ko-KR" sz="3200" dirty="0"/>
          </a:p>
        </p:txBody>
      </p:sp>
      <p:sp>
        <p:nvSpPr>
          <p:cNvPr id="7" name="S07-chip102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7-text103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가을에 다람쥐는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할까요?</a:t>
            </a:r>
            <a:endParaRPr lang="ko-KR" sz="3200" dirty="0"/>
          </a:p>
        </p:txBody>
      </p:sp>
      <p:sp>
        <p:nvSpPr>
          <p:cNvPr id="9" name="S07-chip104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7-text105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여름에 크게 우는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곤충은?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 동물은?</a:t>
            </a:r>
            <a:endParaRPr lang="ko-KR" sz="4400" dirty="0"/>
          </a:p>
        </p:txBody>
      </p:sp>
      <p:sp>
        <p:nvSpPr>
          <p:cNvPr id="3" name="S08-card10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0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겨울의 동물을 이야기했어요.</a:t>
            </a:r>
            <a:endParaRPr lang="ko-KR" sz="3200" dirty="0"/>
          </a:p>
        </p:txBody>
      </p:sp>
      <p:sp>
        <p:nvSpPr>
          <p:cNvPr id="5" name="S08-card1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겨울에 본 동물이 있나요?</a:t>
            </a:r>
            <a:endParaRPr lang="ko-KR" sz="3200" dirty="0"/>
          </a:p>
        </p:txBody>
      </p:sp>
      <p:sp>
        <p:nvSpPr>
          <p:cNvPr id="7" name="S08-chip11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 지우</a:t>
            </a:r>
            <a:endParaRPr lang="ko-KR" sz="2600" dirty="0"/>
          </a:p>
        </p:txBody>
      </p:sp>
      <p:sp>
        <p:nvSpPr>
          <p:cNvPr id="8" name="S08-text11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“겨울에는 동물이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사라져요.”</a:t>
            </a:r>
            <a:endParaRPr lang="ko-KR" sz="3200" dirty="0"/>
          </a:p>
        </p:txBody>
      </p:sp>
      <p:sp>
        <p:nvSpPr>
          <p:cNvPr id="9" name="S08-chip11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 하람</a:t>
            </a:r>
            <a:endParaRPr lang="ko-KR" sz="2600" dirty="0"/>
          </a:p>
        </p:txBody>
      </p:sp>
      <p:sp>
        <p:nvSpPr>
          <p:cNvPr id="10" name="S08-text11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“겨울잠을 자는 동물도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있고, 겨울에도 볼 수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새도 있어요.”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계절 찾기</a:t>
            </a:r>
            <a:endParaRPr lang="ko-KR" sz="4400" dirty="0"/>
          </a:p>
        </p:txBody>
      </p:sp>
      <p:sp>
        <p:nvSpPr>
          <p:cNvPr id="3" name="S09-card114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15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어른과 함께 가요. 벌과 모르는 열매는 만지지 않아요.</a:t>
            </a:r>
            <a:endParaRPr lang="ko-KR" sz="3200" dirty="0"/>
          </a:p>
        </p:txBody>
      </p:sp>
      <p:sp>
        <p:nvSpPr>
          <p:cNvPr id="5" name="S09-card116"/>
          <p:cNvSpPr/>
          <p:nvPr/>
        </p:nvSpPr>
        <p:spPr>
          <a:xfrm>
            <a:off x="6813652" y="1325880"/>
            <a:ext cx="4826660" cy="3342640"/>
          </a:xfrm>
          <a:prstGeom prst="roundRect">
            <a:avLst>
              <a:gd name="adj" fmla="val 328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117"/>
          <p:cNvSpPr txBox="1"/>
          <p:nvPr/>
        </p:nvSpPr>
        <p:spPr>
          <a:xfrm>
            <a:off x="7087972" y="1463040"/>
            <a:ext cx="4278020" cy="30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나무의 모습을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동물을 찾아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계절과 까닭을 말해요</a:t>
            </a:r>
            <a:endParaRPr lang="ko-KR" sz="3200" dirty="0"/>
          </a:p>
        </p:txBody>
      </p:sp>
      <p:sp>
        <p:nvSpPr>
          <p:cNvPr id="7" name="S09-stepno118"/>
          <p:cNvSpPr txBox="1"/>
          <p:nvPr/>
        </p:nvSpPr>
        <p:spPr>
          <a:xfrm>
            <a:off x="548640" y="16530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119"/>
          <p:cNvSpPr txBox="1"/>
          <p:nvPr/>
        </p:nvSpPr>
        <p:spPr>
          <a:xfrm>
            <a:off x="1325880" y="16530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 한 그루를 정해요.</a:t>
            </a:r>
            <a:endParaRPr lang="ko-KR" sz="3200" dirty="0"/>
          </a:p>
        </p:txBody>
      </p:sp>
      <p:sp>
        <p:nvSpPr>
          <p:cNvPr id="9" name="S09-stepno120"/>
          <p:cNvSpPr txBox="1"/>
          <p:nvPr/>
        </p:nvSpPr>
        <p:spPr>
          <a:xfrm>
            <a:off x="548640" y="23662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121"/>
          <p:cNvSpPr txBox="1"/>
          <p:nvPr/>
        </p:nvSpPr>
        <p:spPr>
          <a:xfrm>
            <a:off x="1325880" y="23662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잎의 색과 모양을 봐요.</a:t>
            </a:r>
            <a:endParaRPr lang="ko-KR" sz="3200" dirty="0"/>
          </a:p>
        </p:txBody>
      </p:sp>
      <p:sp>
        <p:nvSpPr>
          <p:cNvPr id="11" name="S09-stepno122"/>
          <p:cNvSpPr txBox="1"/>
          <p:nvPr/>
        </p:nvSpPr>
        <p:spPr>
          <a:xfrm>
            <a:off x="548640" y="30794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123"/>
          <p:cNvSpPr txBox="1"/>
          <p:nvPr/>
        </p:nvSpPr>
        <p:spPr>
          <a:xfrm>
            <a:off x="1325880" y="30794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새나 곤충을 찾아봐요.</a:t>
            </a:r>
            <a:endParaRPr lang="ko-KR" sz="3200" dirty="0"/>
          </a:p>
        </p:txBody>
      </p:sp>
      <p:sp>
        <p:nvSpPr>
          <p:cNvPr id="13" name="S09-stepno124"/>
          <p:cNvSpPr txBox="1"/>
          <p:nvPr/>
        </p:nvSpPr>
        <p:spPr>
          <a:xfrm>
            <a:off x="548640" y="37927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9-text125"/>
          <p:cNvSpPr txBox="1"/>
          <p:nvPr/>
        </p:nvSpPr>
        <p:spPr>
          <a:xfrm>
            <a:off x="1325880" y="37927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계절을 말하고 그려요.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생각한 까닭도 말해요.</a:t>
            </a:r>
            <a:endParaRPr lang="ko-KR" sz="3200" dirty="0"/>
          </a:p>
        </p:txBody>
      </p:sp>
      <p:sp>
        <p:nvSpPr>
          <p:cNvPr id="5" name="S10-chip128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10-text129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 나무의 모습을 말해요.</a:t>
            </a:r>
            <a:endParaRPr lang="ko-KR" sz="3200" dirty="0"/>
          </a:p>
        </p:txBody>
      </p:sp>
      <p:sp>
        <p:nvSpPr>
          <p:cNvPr id="7" name="S10-chip130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0-text131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겨울잠은 무엇일까요?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겨울잠을 자는 동물은?</a:t>
            </a:r>
            <a:endParaRPr lang="ko-KR" sz="3200" dirty="0"/>
          </a:p>
        </p:txBody>
      </p:sp>
      <p:sp>
        <p:nvSpPr>
          <p:cNvPr id="9" name="S10-chip132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10-text133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겨울에도 잎이 푸른 나무는?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134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135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나무와 동물은 계절에 따라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모습과 지내는 방법이 달라요.</a:t>
            </a:r>
            <a:endParaRPr lang="ko-KR" sz="3200" dirty="0"/>
          </a:p>
        </p:txBody>
      </p:sp>
      <p:sp>
        <p:nvSpPr>
          <p:cNvPr id="5" name="S12-chip136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나무를 계절마다 보기</a:t>
            </a:r>
            <a:endParaRPr lang="ko-KR" sz="2600" dirty="0"/>
          </a:p>
        </p:txBody>
      </p:sp>
      <p:sp>
        <p:nvSpPr>
          <p:cNvPr id="6" name="S12-chip137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겨울잠을 죽음이라 하기</a:t>
            </a:r>
            <a:endParaRPr lang="ko-KR" sz="2600" dirty="0"/>
          </a:p>
        </p:txBody>
      </p:sp>
      <p:sp>
        <p:nvSpPr>
          <p:cNvPr id="7" name="S12-text138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139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봄 나무의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모습은?</a:t>
            </a:r>
            <a:endParaRPr lang="ko-KR" sz="2600" dirty="0"/>
          </a:p>
        </p:txBody>
      </p:sp>
      <p:sp>
        <p:nvSpPr>
          <p:cNvPr id="9" name="S12-text140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겨울잠을 자는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 하나는?</a:t>
            </a:r>
            <a:endParaRPr lang="ko-KR" sz="2600" dirty="0"/>
          </a:p>
        </p:txBody>
      </p:sp>
      <p:sp>
        <p:nvSpPr>
          <p:cNvPr id="10" name="S12-text141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겨울에도 잎이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푸른 나무는?</a:t>
            </a:r>
            <a:endParaRPr lang="ko-KR" sz="2600" dirty="0"/>
          </a:p>
        </p:txBody>
      </p:sp>
      <p:sp>
        <p:nvSpPr>
          <p:cNvPr id="11" name="S12-text14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예상과 관찰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계절의 차례</a:t>
            </a:r>
            <a:endParaRPr lang="ko-KR" sz="4400" dirty="0"/>
          </a:p>
        </p:txBody>
      </p:sp>
      <p:sp>
        <p:nvSpPr>
          <p:cNvPr id="3" name="S13-text1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계절은 차례대로 돌아와요.</a:t>
            </a:r>
            <a:endParaRPr lang="ko-KR" sz="3200" dirty="0"/>
          </a:p>
        </p:txBody>
      </p:sp>
      <p:sp>
        <p:nvSpPr>
          <p:cNvPr id="4" name="S13-card1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계절을 비교할 때는 달라진 점을 찾아요.</a:t>
            </a:r>
            <a:endParaRPr lang="ko-KR" sz="3200" dirty="0"/>
          </a:p>
        </p:txBody>
      </p:sp>
      <p:sp>
        <p:nvSpPr>
          <p:cNvPr id="6" name="S13-step146"/>
          <p:cNvSpPr txBox="1"/>
          <p:nvPr/>
        </p:nvSpPr>
        <p:spPr>
          <a:xfrm>
            <a:off x="548640" y="25603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따뜻해요</a:t>
            </a:r>
            <a:endParaRPr lang="ko-KR" sz="2800" dirty="0"/>
          </a:p>
        </p:txBody>
      </p:sp>
      <p:sp>
        <p:nvSpPr>
          <p:cNvPr id="7" name="S13-line147"/>
          <p:cNvSpPr/>
          <p:nvPr/>
        </p:nvSpPr>
        <p:spPr>
          <a:xfrm>
            <a:off x="3067812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3-step148"/>
          <p:cNvSpPr txBox="1"/>
          <p:nvPr/>
        </p:nvSpPr>
        <p:spPr>
          <a:xfrm>
            <a:off x="3424428" y="25603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더워요</a:t>
            </a:r>
            <a:endParaRPr lang="ko-KR" sz="2800" dirty="0"/>
          </a:p>
        </p:txBody>
      </p:sp>
      <p:sp>
        <p:nvSpPr>
          <p:cNvPr id="9" name="S13-line149"/>
          <p:cNvSpPr/>
          <p:nvPr/>
        </p:nvSpPr>
        <p:spPr>
          <a:xfrm>
            <a:off x="5943600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3-step150"/>
          <p:cNvSpPr txBox="1"/>
          <p:nvPr/>
        </p:nvSpPr>
        <p:spPr>
          <a:xfrm>
            <a:off x="6300216" y="25603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선선해요</a:t>
            </a:r>
            <a:endParaRPr lang="ko-KR" sz="2800" dirty="0"/>
          </a:p>
        </p:txBody>
      </p:sp>
      <p:sp>
        <p:nvSpPr>
          <p:cNvPr id="11" name="S13-line151"/>
          <p:cNvSpPr/>
          <p:nvPr/>
        </p:nvSpPr>
        <p:spPr>
          <a:xfrm>
            <a:off x="8819388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13-step152"/>
          <p:cNvSpPr txBox="1"/>
          <p:nvPr/>
        </p:nvSpPr>
        <p:spPr>
          <a:xfrm>
            <a:off x="9176004" y="25603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추워요</a:t>
            </a:r>
            <a:endParaRPr lang="ko-KR" sz="2800" dirty="0"/>
          </a:p>
        </p:txBody>
      </p:sp>
      <p:sp>
        <p:nvSpPr>
          <p:cNvPr id="13" name="S13-line153"/>
          <p:cNvSpPr/>
          <p:nvPr/>
        </p:nvSpPr>
        <p:spPr>
          <a:xfrm>
            <a:off x="10408158" y="4114800"/>
            <a:ext cx="0" cy="3200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4" name="S13-line154"/>
          <p:cNvSpPr/>
          <p:nvPr/>
        </p:nvSpPr>
        <p:spPr>
          <a:xfrm flipH="1">
            <a:off x="1780794" y="4434840"/>
            <a:ext cx="8627364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5" name="S13-line155"/>
          <p:cNvSpPr/>
          <p:nvPr/>
        </p:nvSpPr>
        <p:spPr>
          <a:xfrm flipV="1">
            <a:off x="1780794" y="4133088"/>
            <a:ext cx="0" cy="301752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과학 계절과 동식물</dc:title>
  <dc:subject>KR22-G02-SCI-SEASONLIFE-L01</dc:subject>
  <dc:creator>education-ppt</dc:creator>
  <cp:lastModifiedBy>education-ppt</cp:lastModifiedBy>
  <cp:revision>1</cp:revision>
  <dcterms:created xsi:type="dcterms:W3CDTF">2026-10-26T13:22:46Z</dcterms:created>
  <dcterms:modified xsi:type="dcterms:W3CDTF">2026-10-26T13:22:46Z</dcterms:modified>
</cp:coreProperties>
</file>