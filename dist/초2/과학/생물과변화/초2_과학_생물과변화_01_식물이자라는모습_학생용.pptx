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8ac48f6-bf79-18dc-301e-98012b914f13}">
          <p14:sldIdLst>
            <p14:sldId id="256"/>
            <p14:sldId id="257"/>
          </p14:sldIdLst>
        </p14:section>
        <p14:section name="개념" id="{43e94498-57af-860d-9c6a-70c669c8e5b3}">
          <p14:sldIdLst>
            <p14:sldId id="258"/>
            <p14:sldId id="259"/>
            <p14:sldId id="261"/>
          </p14:sldIdLst>
        </p14:section>
        <p14:section name="연습" id="{9a644076-840b-aed8-0fab-2383088c430d}">
          <p14:sldIdLst>
            <p14:sldId id="260"/>
            <p14:sldId id="262"/>
            <p14:sldId id="263"/>
          </p14:sldIdLst>
        </p14:section>
        <p14:section name="개념" id="{0f77d179-5876-0e3a-0166-823f3b1b33f9}">
          <p14:sldIdLst/>
        </p14:section>
        <p14:section name="연습" id="{1cda833a-97e6-5e5e-da45-26f21014c714}">
          <p14:sldIdLst/>
        </p14:section>
        <p14:section name="확인" id="{465e1028-5e50-2cea-36b1-5ba532e8ee2b}">
          <p14:sldIdLst>
            <p14:sldId id="264"/>
          </p14:sldIdLst>
        </p14:section>
        <p14:section name="정리" id="{3e0bb2bc-6a15-bdde-97b6-b12d7ff46d58}">
          <p14:sldIdLst>
            <p14:sldId id="265"/>
          </p14:sldIdLst>
        </p14:section>
        <p14:section name="보충" id="{e6c3cf74-70f2-aeff-37b4-856d7c32821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생물과변화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식물이 자라는 모습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식물이 자라는 모습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과학 · 식물이 자라는 모습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식물이 자라는 모습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콩나물은 하루하루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달라질까?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콩나물을 기르며 날짜·그림·길이로 기록해요.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날의 기록을 비교해 달라진 점을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비교해요</a:t>
            </a:r>
            <a:endParaRPr lang="ko-KR" sz="4400" dirty="0"/>
          </a:p>
        </p:txBody>
      </p:sp>
      <p:sp>
        <p:nvSpPr>
          <p:cNvPr id="3" name="S02-figure3" descr="8 cm 자 위에 0에서 3 cm까지 놓인 막대 가와 0에서 6 cm까지 놓인 막대 나"/>
          <p:cNvSpPr/>
          <p:nvPr/>
        </p:nvSpPr>
        <p:spPr>
          <a:xfrm>
            <a:off x="6706086" y="3881790"/>
            <a:ext cx="4835166" cy="714286"/>
          </a:xfrm>
          <a:custGeom>
            <a:avLst/>
            <a:gdLst/>
            <a:ahLst/>
            <a:cxnLst/>
            <a:rect l="l" t="t" r="r" b="b"/>
            <a:pathLst>
              <a:path w="4835166" h="714286">
                <a:moveTo>
                  <a:pt x="0" y="0"/>
                </a:moveTo>
                <a:lnTo>
                  <a:pt x="4835166" y="0"/>
                </a:lnTo>
                <a:lnTo>
                  <a:pt x="4835166" y="714286"/>
                </a:lnTo>
                <a:lnTo>
                  <a:pt x="0" y="714286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2-mark4"/>
          <p:cNvSpPr/>
          <p:nvPr/>
        </p:nvSpPr>
        <p:spPr>
          <a:xfrm>
            <a:off x="6925867" y="3414757"/>
            <a:ext cx="1648352" cy="274725"/>
          </a:xfrm>
          <a:custGeom>
            <a:avLst/>
            <a:gdLst/>
            <a:ahLst/>
            <a:cxnLst/>
            <a:rect l="l" t="t" r="r" b="b"/>
            <a:pathLst>
              <a:path w="1648352" h="274725">
                <a:moveTo>
                  <a:pt x="0" y="274725"/>
                </a:moveTo>
                <a:lnTo>
                  <a:pt x="1648352" y="274725"/>
                </a:lnTo>
                <a:lnTo>
                  <a:pt x="16483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2-mark5"/>
          <p:cNvSpPr/>
          <p:nvPr/>
        </p:nvSpPr>
        <p:spPr>
          <a:xfrm>
            <a:off x="6925867" y="2947724"/>
            <a:ext cx="3296704" cy="274725"/>
          </a:xfrm>
          <a:custGeom>
            <a:avLst/>
            <a:gdLst/>
            <a:ahLst/>
            <a:cxnLst/>
            <a:rect l="l" t="t" r="r" b="b"/>
            <a:pathLst>
              <a:path w="3296704" h="274725">
                <a:moveTo>
                  <a:pt x="0" y="274725"/>
                </a:moveTo>
                <a:lnTo>
                  <a:pt x="3296704" y="274725"/>
                </a:lnTo>
                <a:lnTo>
                  <a:pt x="32967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6925867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02-mark7"/>
          <p:cNvSpPr/>
          <p:nvPr/>
        </p:nvSpPr>
        <p:spPr>
          <a:xfrm>
            <a:off x="7200592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mark8"/>
          <p:cNvSpPr/>
          <p:nvPr/>
        </p:nvSpPr>
        <p:spPr>
          <a:xfrm>
            <a:off x="7475317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" name="S02-mark9"/>
          <p:cNvSpPr/>
          <p:nvPr/>
        </p:nvSpPr>
        <p:spPr>
          <a:xfrm>
            <a:off x="7750043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mark10"/>
          <p:cNvSpPr/>
          <p:nvPr/>
        </p:nvSpPr>
        <p:spPr>
          <a:xfrm>
            <a:off x="8024768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02-mark11"/>
          <p:cNvSpPr/>
          <p:nvPr/>
        </p:nvSpPr>
        <p:spPr>
          <a:xfrm>
            <a:off x="8299493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mark12"/>
          <p:cNvSpPr/>
          <p:nvPr/>
        </p:nvSpPr>
        <p:spPr>
          <a:xfrm>
            <a:off x="8574219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2-mark13"/>
          <p:cNvSpPr/>
          <p:nvPr/>
        </p:nvSpPr>
        <p:spPr>
          <a:xfrm>
            <a:off x="8848944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mark14"/>
          <p:cNvSpPr/>
          <p:nvPr/>
        </p:nvSpPr>
        <p:spPr>
          <a:xfrm>
            <a:off x="9123669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2-mark15"/>
          <p:cNvSpPr/>
          <p:nvPr/>
        </p:nvSpPr>
        <p:spPr>
          <a:xfrm>
            <a:off x="9398395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2-mark16"/>
          <p:cNvSpPr/>
          <p:nvPr/>
        </p:nvSpPr>
        <p:spPr>
          <a:xfrm>
            <a:off x="9673120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2-mark17"/>
          <p:cNvSpPr/>
          <p:nvPr/>
        </p:nvSpPr>
        <p:spPr>
          <a:xfrm>
            <a:off x="9947845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mark18"/>
          <p:cNvSpPr/>
          <p:nvPr/>
        </p:nvSpPr>
        <p:spPr>
          <a:xfrm>
            <a:off x="10222570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2-mark19"/>
          <p:cNvSpPr/>
          <p:nvPr/>
        </p:nvSpPr>
        <p:spPr>
          <a:xfrm>
            <a:off x="10497296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mark20"/>
          <p:cNvSpPr/>
          <p:nvPr/>
        </p:nvSpPr>
        <p:spPr>
          <a:xfrm>
            <a:off x="10772021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2-mark21"/>
          <p:cNvSpPr/>
          <p:nvPr/>
        </p:nvSpPr>
        <p:spPr>
          <a:xfrm>
            <a:off x="11046746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mark22"/>
          <p:cNvSpPr/>
          <p:nvPr/>
        </p:nvSpPr>
        <p:spPr>
          <a:xfrm>
            <a:off x="11321472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2-mark23"/>
          <p:cNvSpPr/>
          <p:nvPr/>
        </p:nvSpPr>
        <p:spPr>
          <a:xfrm>
            <a:off x="6925867" y="3689482"/>
            <a:ext cx="0" cy="19230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4" name="S02-mark24"/>
          <p:cNvSpPr/>
          <p:nvPr/>
        </p:nvSpPr>
        <p:spPr>
          <a:xfrm>
            <a:off x="8574219" y="3689482"/>
            <a:ext cx="0" cy="19230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02-mark25"/>
          <p:cNvSpPr/>
          <p:nvPr/>
        </p:nvSpPr>
        <p:spPr>
          <a:xfrm>
            <a:off x="6925867" y="3222449"/>
            <a:ext cx="0" cy="65934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6" name="S02-mark26"/>
          <p:cNvSpPr/>
          <p:nvPr/>
        </p:nvSpPr>
        <p:spPr>
          <a:xfrm>
            <a:off x="10222570" y="3222449"/>
            <a:ext cx="0" cy="65934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7" name="S02-label28"/>
          <p:cNvSpPr txBox="1"/>
          <p:nvPr/>
        </p:nvSpPr>
        <p:spPr>
          <a:xfrm>
            <a:off x="6762037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28" name="S02-label30"/>
          <p:cNvSpPr txBox="1"/>
          <p:nvPr/>
        </p:nvSpPr>
        <p:spPr>
          <a:xfrm>
            <a:off x="7311487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9" name="S02-label32"/>
          <p:cNvSpPr txBox="1"/>
          <p:nvPr/>
        </p:nvSpPr>
        <p:spPr>
          <a:xfrm>
            <a:off x="7860938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0" name="S02-label34"/>
          <p:cNvSpPr txBox="1"/>
          <p:nvPr/>
        </p:nvSpPr>
        <p:spPr>
          <a:xfrm>
            <a:off x="8410389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1" name="S02-label36"/>
          <p:cNvSpPr txBox="1"/>
          <p:nvPr/>
        </p:nvSpPr>
        <p:spPr>
          <a:xfrm>
            <a:off x="8959839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32" name="S02-label38"/>
          <p:cNvSpPr txBox="1"/>
          <p:nvPr/>
        </p:nvSpPr>
        <p:spPr>
          <a:xfrm>
            <a:off x="9509290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33" name="S02-label40"/>
          <p:cNvSpPr txBox="1"/>
          <p:nvPr/>
        </p:nvSpPr>
        <p:spPr>
          <a:xfrm>
            <a:off x="10058740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34" name="S02-label42"/>
          <p:cNvSpPr txBox="1"/>
          <p:nvPr/>
        </p:nvSpPr>
        <p:spPr>
          <a:xfrm>
            <a:off x="10608191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35" name="S02-label44"/>
          <p:cNvSpPr txBox="1"/>
          <p:nvPr/>
        </p:nvSpPr>
        <p:spPr>
          <a:xfrm>
            <a:off x="11157642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36" name="S02-label46"/>
          <p:cNvSpPr txBox="1"/>
          <p:nvPr/>
        </p:nvSpPr>
        <p:spPr>
          <a:xfrm>
            <a:off x="6159754" y="3345745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37" name="S02-label48"/>
          <p:cNvSpPr txBox="1"/>
          <p:nvPr/>
        </p:nvSpPr>
        <p:spPr>
          <a:xfrm>
            <a:off x="6159754" y="2878712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38" name="S02-chip4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9" name="S02-text5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 중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긴 것은?</a:t>
            </a:r>
            <a:endParaRPr lang="ko-KR" sz="3200" dirty="0"/>
          </a:p>
        </p:txBody>
      </p:sp>
      <p:sp>
        <p:nvSpPr>
          <p:cNvPr id="40" name="S02-chip5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41" name="S02-text5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몇 cm일까요?</a:t>
            </a:r>
            <a:endParaRPr lang="ko-KR" sz="3200" dirty="0"/>
          </a:p>
        </p:txBody>
      </p:sp>
      <p:sp>
        <p:nvSpPr>
          <p:cNvPr id="42" name="S02-chip5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43" name="S02-text5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몇 cm일까요?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 쓰는 것</a:t>
            </a:r>
            <a:endParaRPr lang="ko-KR" sz="4400" dirty="0"/>
          </a:p>
        </p:txBody>
      </p:sp>
      <p:sp>
        <p:nvSpPr>
          <p:cNvPr id="3" name="S03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같은 때에 기록해요.</a:t>
            </a:r>
            <a:endParaRPr lang="ko-KR" sz="3200" dirty="0"/>
          </a:p>
        </p:txBody>
      </p:sp>
      <p:sp>
        <p:nvSpPr>
          <p:cNvPr id="5" name="S03-card57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58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봤나요?</a:t>
            </a:r>
            <a:endParaRPr lang="ko-KR" sz="3200" dirty="0"/>
          </a:p>
        </p:txBody>
      </p:sp>
      <p:sp>
        <p:nvSpPr>
          <p:cNvPr id="7" name="S03-card59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60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대로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그려요.</a:t>
            </a:r>
            <a:endParaRPr lang="ko-KR" sz="3200" dirty="0"/>
          </a:p>
        </p:txBody>
      </p:sp>
      <p:sp>
        <p:nvSpPr>
          <p:cNvPr id="9" name="S03-card61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62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재요.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3 cm</a:t>
            </a:r>
            <a:endParaRPr lang="ko-KR" sz="3200" dirty="0"/>
          </a:p>
        </p:txBody>
      </p:sp>
      <p:sp>
        <p:nvSpPr>
          <p:cNvPr id="11" name="S03-card63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64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어제와 무엇이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달라졌나요?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콩나물은 어떻게 될까?</a:t>
            </a:r>
            <a:endParaRPr lang="ko-KR" sz="4400" dirty="0"/>
          </a:p>
        </p:txBody>
      </p:sp>
      <p:sp>
        <p:nvSpPr>
          <p:cNvPr id="3" name="S04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기르기 전에 예상해요.</a:t>
            </a:r>
            <a:endParaRPr lang="ko-KR" sz="3200" dirty="0"/>
          </a:p>
        </p:txBody>
      </p:sp>
      <p:sp>
        <p:nvSpPr>
          <p:cNvPr id="4" name="S04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 결과는 기르면서 확인해요.</a:t>
            </a:r>
            <a:endParaRPr lang="ko-KR" sz="3200" dirty="0"/>
          </a:p>
        </p:txBody>
      </p:sp>
      <p:graphicFrame>
        <p:nvGraphicFramePr>
          <p:cNvPr id="5" name="S04-table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6236208"/>
                <a:gridCol w="382219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콩에서 무엇이 먼저 나올까?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일주일 뒤 몇 cm쯤 될까?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 껍질은 어떻게 될까?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콩나물 기르기</a:t>
            </a:r>
            <a:endParaRPr lang="ko-KR" sz="4400" dirty="0"/>
          </a:p>
        </p:txBody>
      </p:sp>
      <p:sp>
        <p:nvSpPr>
          <p:cNvPr id="3" name="S05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컵에 구멍 내기는 어른이 해요. 날콩은 먹지 않아요.</a:t>
            </a:r>
            <a:endParaRPr lang="ko-KR" sz="3200" dirty="0"/>
          </a:p>
        </p:txBody>
      </p:sp>
      <p:sp>
        <p:nvSpPr>
          <p:cNvPr id="5" name="S05-card71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72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기를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콩을 한 겹으로 깔아요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물이 아래로 빠져요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기록표 첫 줄을 써요</a:t>
            </a:r>
            <a:endParaRPr lang="ko-KR" sz="3200" dirty="0"/>
          </a:p>
        </p:txBody>
      </p:sp>
      <p:sp>
        <p:nvSpPr>
          <p:cNvPr id="7" name="S05-stepno73"/>
          <p:cNvSpPr txBox="1"/>
          <p:nvPr/>
        </p:nvSpPr>
        <p:spPr>
          <a:xfrm>
            <a:off x="548640" y="165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74"/>
          <p:cNvSpPr txBox="1"/>
          <p:nvPr/>
        </p:nvSpPr>
        <p:spPr>
          <a:xfrm>
            <a:off x="1325880" y="16576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불린 콩을 보고 그려요.</a:t>
            </a:r>
            <a:endParaRPr lang="ko-KR" sz="3200" dirty="0"/>
          </a:p>
        </p:txBody>
      </p:sp>
      <p:sp>
        <p:nvSpPr>
          <p:cNvPr id="9" name="S05-stepno75"/>
          <p:cNvSpPr txBox="1"/>
          <p:nvPr/>
        </p:nvSpPr>
        <p:spPr>
          <a:xfrm>
            <a:off x="548640" y="2416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76"/>
          <p:cNvSpPr txBox="1"/>
          <p:nvPr/>
        </p:nvSpPr>
        <p:spPr>
          <a:xfrm>
            <a:off x="1325880" y="237083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 난 컵에 콩을 한 겹 깔아요.</a:t>
            </a:r>
            <a:endParaRPr lang="ko-KR" sz="3200" dirty="0"/>
          </a:p>
        </p:txBody>
      </p:sp>
      <p:sp>
        <p:nvSpPr>
          <p:cNvPr id="11" name="S05-stepno77"/>
          <p:cNvSpPr txBox="1"/>
          <p:nvPr/>
        </p:nvSpPr>
        <p:spPr>
          <a:xfrm>
            <a:off x="548640" y="3527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78"/>
          <p:cNvSpPr txBox="1"/>
          <p:nvPr/>
        </p:nvSpPr>
        <p:spPr>
          <a:xfrm>
            <a:off x="1325880" y="35270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천으로 덮어요.</a:t>
            </a:r>
            <a:endParaRPr lang="ko-KR" sz="3200" dirty="0"/>
          </a:p>
        </p:txBody>
      </p:sp>
      <p:sp>
        <p:nvSpPr>
          <p:cNvPr id="13" name="S05-stepno79"/>
          <p:cNvSpPr txBox="1"/>
          <p:nvPr/>
        </p:nvSpPr>
        <p:spPr>
          <a:xfrm>
            <a:off x="548640" y="4240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80"/>
          <p:cNvSpPr txBox="1"/>
          <p:nvPr/>
        </p:nvSpPr>
        <p:spPr>
          <a:xfrm>
            <a:off x="1325880" y="42402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서너 번 물을 부어요.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서윤이의 파 기록</a:t>
            </a:r>
            <a:endParaRPr lang="ko-KR" sz="4400" dirty="0"/>
          </a:p>
        </p:txBody>
      </p:sp>
      <p:sp>
        <p:nvSpPr>
          <p:cNvPr id="3" name="S06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서윤이는 파 밑동을 물에 꽂아 길렀어요.</a:t>
            </a:r>
            <a:endParaRPr lang="ko-KR" sz="3200" dirty="0"/>
          </a:p>
        </p:txBody>
      </p:sp>
      <p:sp>
        <p:nvSpPr>
          <p:cNvPr id="4" name="S06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보면 얼마나 자랐는지 알 수 있어요.</a:t>
            </a:r>
            <a:endParaRPr lang="ko-KR" sz="3200" dirty="0"/>
          </a:p>
        </p:txBody>
      </p:sp>
      <p:graphicFrame>
        <p:nvGraphicFramePr>
          <p:cNvPr id="7" name="S06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62200"/>
          <a:ext cx="109728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2084832"/>
                <a:gridCol w="658368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잎의 길이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달라진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4일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파를 잘라 물에 꽂았어요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6일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가운데서 새 잎이 나왔어요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8일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잎이 더 길어졌어요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10일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잎이 하나 더 나왔어요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날을 비교해요</a:t>
            </a:r>
            <a:endParaRPr lang="ko-KR" sz="4400" dirty="0"/>
          </a:p>
        </p:txBody>
      </p:sp>
      <p:sp>
        <p:nvSpPr>
          <p:cNvPr id="3" name="S07-figure85" descr="서윤이의 파 그림 두 개: 10월 6일에는 밑동 위로 초록 잎이 2 cm, 10월 10일에는 8 cm 자라 있음(같은 비율로 그림)"/>
          <p:cNvSpPr/>
          <p:nvPr/>
        </p:nvSpPr>
        <p:spPr>
          <a:xfrm>
            <a:off x="7991019" y="4520127"/>
            <a:ext cx="227721" cy="650632"/>
          </a:xfrm>
          <a:custGeom>
            <a:avLst/>
            <a:gdLst/>
            <a:ahLst/>
            <a:cxnLst/>
            <a:rect l="l" t="t" r="r" b="b"/>
            <a:pathLst>
              <a:path w="227721" h="650632">
                <a:moveTo>
                  <a:pt x="0" y="650632"/>
                </a:moveTo>
                <a:lnTo>
                  <a:pt x="227721" y="650632"/>
                </a:lnTo>
                <a:lnTo>
                  <a:pt x="227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4" name="S07-mark86"/>
          <p:cNvSpPr/>
          <p:nvPr/>
        </p:nvSpPr>
        <p:spPr>
          <a:xfrm>
            <a:off x="8046322" y="3869495"/>
            <a:ext cx="117114" cy="650632"/>
          </a:xfrm>
          <a:custGeom>
            <a:avLst/>
            <a:gdLst/>
            <a:ahLst/>
            <a:cxnLst/>
            <a:rect l="l" t="t" r="r" b="b"/>
            <a:pathLst>
              <a:path w="117114" h="650632">
                <a:moveTo>
                  <a:pt x="0" y="650632"/>
                </a:moveTo>
                <a:lnTo>
                  <a:pt x="117114" y="650632"/>
                </a:lnTo>
                <a:lnTo>
                  <a:pt x="74823" y="0"/>
                </a:lnTo>
                <a:lnTo>
                  <a:pt x="42291" y="0"/>
                </a:lnTo>
                <a:close/>
              </a:path>
            </a:pathLst>
          </a:custGeom>
          <a:solidFill>
            <a:srgbClr val="4CAF5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S07-mark87"/>
          <p:cNvSpPr/>
          <p:nvPr/>
        </p:nvSpPr>
        <p:spPr>
          <a:xfrm>
            <a:off x="9487473" y="4520127"/>
            <a:ext cx="227721" cy="650632"/>
          </a:xfrm>
          <a:custGeom>
            <a:avLst/>
            <a:gdLst/>
            <a:ahLst/>
            <a:cxnLst/>
            <a:rect l="l" t="t" r="r" b="b"/>
            <a:pathLst>
              <a:path w="227721" h="650632">
                <a:moveTo>
                  <a:pt x="0" y="650632"/>
                </a:moveTo>
                <a:lnTo>
                  <a:pt x="227721" y="650632"/>
                </a:lnTo>
                <a:lnTo>
                  <a:pt x="227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6" name="S07-mark88"/>
          <p:cNvSpPr/>
          <p:nvPr/>
        </p:nvSpPr>
        <p:spPr>
          <a:xfrm>
            <a:off x="9542776" y="1917598"/>
            <a:ext cx="117114" cy="2602529"/>
          </a:xfrm>
          <a:custGeom>
            <a:avLst/>
            <a:gdLst/>
            <a:ahLst/>
            <a:cxnLst/>
            <a:rect l="l" t="t" r="r" b="b"/>
            <a:pathLst>
              <a:path w="117114" h="2602529">
                <a:moveTo>
                  <a:pt x="0" y="2602529"/>
                </a:moveTo>
                <a:lnTo>
                  <a:pt x="117114" y="2602529"/>
                </a:lnTo>
                <a:lnTo>
                  <a:pt x="74823" y="0"/>
                </a:lnTo>
                <a:lnTo>
                  <a:pt x="42291" y="0"/>
                </a:lnTo>
                <a:close/>
              </a:path>
            </a:pathLst>
          </a:custGeom>
          <a:solidFill>
            <a:srgbClr val="4CAF5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S07-mark89"/>
          <p:cNvSpPr/>
          <p:nvPr/>
        </p:nvSpPr>
        <p:spPr>
          <a:xfrm flipH="1">
            <a:off x="7991019" y="5170759"/>
            <a:ext cx="32532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07-mark90"/>
          <p:cNvSpPr/>
          <p:nvPr/>
        </p:nvSpPr>
        <p:spPr>
          <a:xfrm>
            <a:off x="8104879" y="5170759"/>
            <a:ext cx="0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07-mark91"/>
          <p:cNvSpPr/>
          <p:nvPr/>
        </p:nvSpPr>
        <p:spPr>
          <a:xfrm>
            <a:off x="8186208" y="5170759"/>
            <a:ext cx="32532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07-mark92"/>
          <p:cNvSpPr/>
          <p:nvPr/>
        </p:nvSpPr>
        <p:spPr>
          <a:xfrm flipV="1">
            <a:off x="8348866" y="3869495"/>
            <a:ext cx="0" cy="650632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headEnd type="triangle"/>
            <a:tailEnd type="triangle"/>
          </a:ln>
        </p:spPr>
      </p:sp>
      <p:sp>
        <p:nvSpPr>
          <p:cNvPr id="11" name="S07-mark93"/>
          <p:cNvSpPr/>
          <p:nvPr/>
        </p:nvSpPr>
        <p:spPr>
          <a:xfrm>
            <a:off x="8186208" y="4520127"/>
            <a:ext cx="243987" cy="0"/>
          </a:xfrm>
          <a:prstGeom prst="line">
            <a:avLst/>
          </a:prstGeom>
          <a:noFill/>
          <a:ln w="15875">
            <a:solidFill>
              <a:srgbClr val="E9762B"/>
            </a:solidFill>
            <a:prstDash val="dash"/>
          </a:ln>
        </p:spPr>
      </p:sp>
      <p:sp>
        <p:nvSpPr>
          <p:cNvPr id="12" name="S07-mark94"/>
          <p:cNvSpPr/>
          <p:nvPr/>
        </p:nvSpPr>
        <p:spPr>
          <a:xfrm>
            <a:off x="8153677" y="3869495"/>
            <a:ext cx="276519" cy="0"/>
          </a:xfrm>
          <a:prstGeom prst="line">
            <a:avLst/>
          </a:prstGeom>
          <a:noFill/>
          <a:ln w="15875">
            <a:solidFill>
              <a:srgbClr val="E9762B"/>
            </a:solidFill>
            <a:prstDash val="dash"/>
          </a:ln>
        </p:spPr>
      </p:sp>
      <p:sp>
        <p:nvSpPr>
          <p:cNvPr id="13" name="S07-mark95"/>
          <p:cNvSpPr/>
          <p:nvPr/>
        </p:nvSpPr>
        <p:spPr>
          <a:xfrm flipH="1">
            <a:off x="9487473" y="5170759"/>
            <a:ext cx="32532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07-mark96"/>
          <p:cNvSpPr/>
          <p:nvPr/>
        </p:nvSpPr>
        <p:spPr>
          <a:xfrm>
            <a:off x="9601333" y="5170759"/>
            <a:ext cx="0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07-mark97"/>
          <p:cNvSpPr/>
          <p:nvPr/>
        </p:nvSpPr>
        <p:spPr>
          <a:xfrm>
            <a:off x="9682662" y="5170759"/>
            <a:ext cx="32532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07-mark98"/>
          <p:cNvSpPr/>
          <p:nvPr/>
        </p:nvSpPr>
        <p:spPr>
          <a:xfrm flipV="1">
            <a:off x="9845320" y="1917598"/>
            <a:ext cx="0" cy="2602529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headEnd type="triangle"/>
            <a:tailEnd type="triangle"/>
          </a:ln>
        </p:spPr>
      </p:sp>
      <p:sp>
        <p:nvSpPr>
          <p:cNvPr id="17" name="S07-mark99"/>
          <p:cNvSpPr/>
          <p:nvPr/>
        </p:nvSpPr>
        <p:spPr>
          <a:xfrm>
            <a:off x="9682662" y="4520127"/>
            <a:ext cx="243987" cy="0"/>
          </a:xfrm>
          <a:prstGeom prst="line">
            <a:avLst/>
          </a:prstGeom>
          <a:noFill/>
          <a:ln w="15875">
            <a:solidFill>
              <a:srgbClr val="E9762B"/>
            </a:solidFill>
            <a:prstDash val="dash"/>
          </a:ln>
        </p:spPr>
      </p:sp>
      <p:sp>
        <p:nvSpPr>
          <p:cNvPr id="18" name="S07-mark100"/>
          <p:cNvSpPr/>
          <p:nvPr/>
        </p:nvSpPr>
        <p:spPr>
          <a:xfrm>
            <a:off x="9650131" y="1917598"/>
            <a:ext cx="276519" cy="0"/>
          </a:xfrm>
          <a:prstGeom prst="line">
            <a:avLst/>
          </a:prstGeom>
          <a:noFill/>
          <a:ln w="15875">
            <a:solidFill>
              <a:srgbClr val="E9762B"/>
            </a:solidFill>
            <a:prstDash val="dash"/>
          </a:ln>
        </p:spPr>
      </p:sp>
      <p:sp>
        <p:nvSpPr>
          <p:cNvPr id="19" name="S07-label102"/>
          <p:cNvSpPr txBox="1"/>
          <p:nvPr/>
        </p:nvSpPr>
        <p:spPr>
          <a:xfrm>
            <a:off x="8363344" y="3988436"/>
            <a:ext cx="88239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</a:t>
            </a:r>
            <a:endParaRPr lang="ko-KR" sz="2600" dirty="0"/>
          </a:p>
        </p:txBody>
      </p:sp>
      <p:sp>
        <p:nvSpPr>
          <p:cNvPr id="20" name="S07-label104"/>
          <p:cNvSpPr txBox="1"/>
          <p:nvPr/>
        </p:nvSpPr>
        <p:spPr>
          <a:xfrm>
            <a:off x="9859798" y="3012488"/>
            <a:ext cx="88239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cm</a:t>
            </a:r>
            <a:endParaRPr lang="ko-KR" sz="2600" dirty="0"/>
          </a:p>
        </p:txBody>
      </p:sp>
      <p:sp>
        <p:nvSpPr>
          <p:cNvPr id="21" name="S07-label106"/>
          <p:cNvSpPr txBox="1"/>
          <p:nvPr/>
        </p:nvSpPr>
        <p:spPr>
          <a:xfrm>
            <a:off x="7670285" y="5213452"/>
            <a:ext cx="86918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</a:t>
            </a:r>
            <a:endParaRPr lang="ko-KR" sz="2600" dirty="0"/>
          </a:p>
        </p:txBody>
      </p:sp>
      <p:sp>
        <p:nvSpPr>
          <p:cNvPr id="22" name="S07-label108"/>
          <p:cNvSpPr txBox="1"/>
          <p:nvPr/>
        </p:nvSpPr>
        <p:spPr>
          <a:xfrm>
            <a:off x="9166739" y="5213452"/>
            <a:ext cx="86918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</a:t>
            </a:r>
            <a:endParaRPr lang="ko-KR" sz="2600" dirty="0"/>
          </a:p>
        </p:txBody>
      </p:sp>
      <p:sp>
        <p:nvSpPr>
          <p:cNvPr id="23" name="S07-chip10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24" name="S07-text11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그림에서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점은?</a:t>
            </a:r>
            <a:endParaRPr lang="ko-KR" sz="3200" dirty="0"/>
          </a:p>
        </p:txBody>
      </p:sp>
      <p:sp>
        <p:nvSpPr>
          <p:cNvPr id="25" name="S07-chip11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6" name="S07-text11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6일부터 10일까지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자랐나요?</a:t>
            </a:r>
            <a:endParaRPr lang="ko-KR" sz="3200" dirty="0"/>
          </a:p>
        </p:txBody>
      </p:sp>
      <p:sp>
        <p:nvSpPr>
          <p:cNvPr id="27" name="S07-chip11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8" name="S07-text11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“8 cm 자랐어요.”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말은 맞을까요?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잴까요?</a:t>
            </a:r>
            <a:endParaRPr lang="ko-KR" sz="4400" dirty="0"/>
          </a:p>
        </p:txBody>
      </p:sp>
      <p:sp>
        <p:nvSpPr>
          <p:cNvPr id="3" name="S08-card11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1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콩나물의 길이를 쟀어요.</a:t>
            </a:r>
            <a:endParaRPr lang="ko-KR" sz="3200" dirty="0"/>
          </a:p>
        </p:txBody>
      </p:sp>
      <p:sp>
        <p:nvSpPr>
          <p:cNvPr id="5" name="S08-card1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쟀나요? 왜 그럴까요?</a:t>
            </a:r>
            <a:endParaRPr lang="ko-KR" sz="3200" dirty="0"/>
          </a:p>
        </p:txBody>
      </p:sp>
      <p:sp>
        <p:nvSpPr>
          <p:cNvPr id="7" name="S08-chip11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 민호</a:t>
            </a:r>
            <a:endParaRPr lang="ko-KR" sz="2600" dirty="0"/>
          </a:p>
        </p:txBody>
      </p:sp>
      <p:sp>
        <p:nvSpPr>
          <p:cNvPr id="8" name="S08-figure120" descr="6 cm 자의 1 눈금부터 5 눈금까지 놓인 콩나물"/>
          <p:cNvSpPr/>
          <p:nvPr/>
        </p:nvSpPr>
        <p:spPr>
          <a:xfrm>
            <a:off x="1261895" y="3745796"/>
            <a:ext cx="3936446" cy="781500"/>
          </a:xfrm>
          <a:custGeom>
            <a:avLst/>
            <a:gdLst/>
            <a:ahLst/>
            <a:cxnLst/>
            <a:rect l="l" t="t" r="r" b="b"/>
            <a:pathLst>
              <a:path w="3936446" h="781500">
                <a:moveTo>
                  <a:pt x="0" y="0"/>
                </a:moveTo>
                <a:lnTo>
                  <a:pt x="3936446" y="0"/>
                </a:lnTo>
                <a:lnTo>
                  <a:pt x="3936446" y="781500"/>
                </a:lnTo>
                <a:lnTo>
                  <a:pt x="0" y="781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121"/>
          <p:cNvSpPr/>
          <p:nvPr/>
        </p:nvSpPr>
        <p:spPr>
          <a:xfrm>
            <a:off x="1493451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8-label123"/>
          <p:cNvSpPr txBox="1"/>
          <p:nvPr/>
        </p:nvSpPr>
        <p:spPr>
          <a:xfrm>
            <a:off x="1329621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08-mark124"/>
          <p:cNvSpPr/>
          <p:nvPr/>
        </p:nvSpPr>
        <p:spPr>
          <a:xfrm>
            <a:off x="1782895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8-mark125"/>
          <p:cNvSpPr/>
          <p:nvPr/>
        </p:nvSpPr>
        <p:spPr>
          <a:xfrm>
            <a:off x="2072340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8-label127"/>
          <p:cNvSpPr txBox="1"/>
          <p:nvPr/>
        </p:nvSpPr>
        <p:spPr>
          <a:xfrm>
            <a:off x="1908510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" name="S08-mark128"/>
          <p:cNvSpPr/>
          <p:nvPr/>
        </p:nvSpPr>
        <p:spPr>
          <a:xfrm>
            <a:off x="2361784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8-mark129"/>
          <p:cNvSpPr/>
          <p:nvPr/>
        </p:nvSpPr>
        <p:spPr>
          <a:xfrm>
            <a:off x="2651229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8-label131"/>
          <p:cNvSpPr txBox="1"/>
          <p:nvPr/>
        </p:nvSpPr>
        <p:spPr>
          <a:xfrm>
            <a:off x="2487399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7" name="S08-mark132"/>
          <p:cNvSpPr/>
          <p:nvPr/>
        </p:nvSpPr>
        <p:spPr>
          <a:xfrm>
            <a:off x="2940673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8-mark133"/>
          <p:cNvSpPr/>
          <p:nvPr/>
        </p:nvSpPr>
        <p:spPr>
          <a:xfrm>
            <a:off x="3230118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8-label135"/>
          <p:cNvSpPr txBox="1"/>
          <p:nvPr/>
        </p:nvSpPr>
        <p:spPr>
          <a:xfrm>
            <a:off x="3066288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0" name="S08-mark136"/>
          <p:cNvSpPr/>
          <p:nvPr/>
        </p:nvSpPr>
        <p:spPr>
          <a:xfrm>
            <a:off x="3519563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8-mark137"/>
          <p:cNvSpPr/>
          <p:nvPr/>
        </p:nvSpPr>
        <p:spPr>
          <a:xfrm>
            <a:off x="3809007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8-label139"/>
          <p:cNvSpPr txBox="1"/>
          <p:nvPr/>
        </p:nvSpPr>
        <p:spPr>
          <a:xfrm>
            <a:off x="3645177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3" name="S08-mark140"/>
          <p:cNvSpPr/>
          <p:nvPr/>
        </p:nvSpPr>
        <p:spPr>
          <a:xfrm>
            <a:off x="4098452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8-mark141"/>
          <p:cNvSpPr/>
          <p:nvPr/>
        </p:nvSpPr>
        <p:spPr>
          <a:xfrm>
            <a:off x="4387896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08-label143"/>
          <p:cNvSpPr txBox="1"/>
          <p:nvPr/>
        </p:nvSpPr>
        <p:spPr>
          <a:xfrm>
            <a:off x="4224066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6" name="S08-mark144"/>
          <p:cNvSpPr/>
          <p:nvPr/>
        </p:nvSpPr>
        <p:spPr>
          <a:xfrm>
            <a:off x="4677341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8-mark145"/>
          <p:cNvSpPr/>
          <p:nvPr/>
        </p:nvSpPr>
        <p:spPr>
          <a:xfrm>
            <a:off x="4966785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8" name="S08-label147"/>
          <p:cNvSpPr txBox="1"/>
          <p:nvPr/>
        </p:nvSpPr>
        <p:spPr>
          <a:xfrm>
            <a:off x="4802955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9" name="S08-mark148"/>
          <p:cNvSpPr/>
          <p:nvPr/>
        </p:nvSpPr>
        <p:spPr>
          <a:xfrm>
            <a:off x="2072340" y="3369518"/>
            <a:ext cx="2315556" cy="231556"/>
          </a:xfrm>
          <a:custGeom>
            <a:avLst/>
            <a:gdLst/>
            <a:ahLst/>
            <a:cxnLst/>
            <a:rect l="l" t="t" r="r" b="b"/>
            <a:pathLst>
              <a:path w="2315556" h="231556">
                <a:moveTo>
                  <a:pt x="0" y="231556"/>
                </a:moveTo>
                <a:lnTo>
                  <a:pt x="2315556" y="231556"/>
                </a:lnTo>
                <a:lnTo>
                  <a:pt x="231555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8-mark149"/>
          <p:cNvSpPr/>
          <p:nvPr/>
        </p:nvSpPr>
        <p:spPr>
          <a:xfrm>
            <a:off x="2072340" y="3601073"/>
            <a:ext cx="0" cy="14472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1" name="S08-mark150"/>
          <p:cNvSpPr/>
          <p:nvPr/>
        </p:nvSpPr>
        <p:spPr>
          <a:xfrm>
            <a:off x="4387896" y="3601073"/>
            <a:ext cx="0" cy="14472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2" name="S08-text151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 cm예요.”</a:t>
            </a:r>
            <a:endParaRPr lang="ko-KR" sz="2600" dirty="0"/>
          </a:p>
        </p:txBody>
      </p:sp>
      <p:sp>
        <p:nvSpPr>
          <p:cNvPr id="33" name="S08-chip1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 채아</a:t>
            </a:r>
            <a:endParaRPr lang="ko-KR" sz="2600" dirty="0"/>
          </a:p>
        </p:txBody>
      </p:sp>
      <p:sp>
        <p:nvSpPr>
          <p:cNvPr id="34" name="S08-figure153" descr="6 cm 자의 0 눈금부터 4 눈금까지 놓인 콩나물"/>
          <p:cNvSpPr/>
          <p:nvPr/>
        </p:nvSpPr>
        <p:spPr>
          <a:xfrm>
            <a:off x="6990611" y="3745796"/>
            <a:ext cx="3936446" cy="781500"/>
          </a:xfrm>
          <a:custGeom>
            <a:avLst/>
            <a:gdLst/>
            <a:ahLst/>
            <a:cxnLst/>
            <a:rect l="l" t="t" r="r" b="b"/>
            <a:pathLst>
              <a:path w="3936446" h="781500">
                <a:moveTo>
                  <a:pt x="0" y="0"/>
                </a:moveTo>
                <a:lnTo>
                  <a:pt x="3936446" y="0"/>
                </a:lnTo>
                <a:lnTo>
                  <a:pt x="3936446" y="781500"/>
                </a:lnTo>
                <a:lnTo>
                  <a:pt x="0" y="781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8-mark154"/>
          <p:cNvSpPr/>
          <p:nvPr/>
        </p:nvSpPr>
        <p:spPr>
          <a:xfrm>
            <a:off x="7222167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6" name="S08-label156"/>
          <p:cNvSpPr txBox="1"/>
          <p:nvPr/>
        </p:nvSpPr>
        <p:spPr>
          <a:xfrm>
            <a:off x="7058337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37" name="S08-mark157"/>
          <p:cNvSpPr/>
          <p:nvPr/>
        </p:nvSpPr>
        <p:spPr>
          <a:xfrm>
            <a:off x="7511611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8-mark158"/>
          <p:cNvSpPr/>
          <p:nvPr/>
        </p:nvSpPr>
        <p:spPr>
          <a:xfrm>
            <a:off x="7801056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9" name="S08-label160"/>
          <p:cNvSpPr txBox="1"/>
          <p:nvPr/>
        </p:nvSpPr>
        <p:spPr>
          <a:xfrm>
            <a:off x="7637226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40" name="S08-mark161"/>
          <p:cNvSpPr/>
          <p:nvPr/>
        </p:nvSpPr>
        <p:spPr>
          <a:xfrm>
            <a:off x="8090500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8-mark162"/>
          <p:cNvSpPr/>
          <p:nvPr/>
        </p:nvSpPr>
        <p:spPr>
          <a:xfrm>
            <a:off x="8379945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2" name="S08-label164"/>
          <p:cNvSpPr txBox="1"/>
          <p:nvPr/>
        </p:nvSpPr>
        <p:spPr>
          <a:xfrm>
            <a:off x="8216115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3" name="S08-mark165"/>
          <p:cNvSpPr/>
          <p:nvPr/>
        </p:nvSpPr>
        <p:spPr>
          <a:xfrm>
            <a:off x="8669389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8-mark166"/>
          <p:cNvSpPr/>
          <p:nvPr/>
        </p:nvSpPr>
        <p:spPr>
          <a:xfrm>
            <a:off x="8958834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08-label168"/>
          <p:cNvSpPr txBox="1"/>
          <p:nvPr/>
        </p:nvSpPr>
        <p:spPr>
          <a:xfrm>
            <a:off x="8795004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46" name="S08-mark169"/>
          <p:cNvSpPr/>
          <p:nvPr/>
        </p:nvSpPr>
        <p:spPr>
          <a:xfrm>
            <a:off x="9248279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8-mark170"/>
          <p:cNvSpPr/>
          <p:nvPr/>
        </p:nvSpPr>
        <p:spPr>
          <a:xfrm>
            <a:off x="9537723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8" name="S08-label172"/>
          <p:cNvSpPr txBox="1"/>
          <p:nvPr/>
        </p:nvSpPr>
        <p:spPr>
          <a:xfrm>
            <a:off x="9373893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49" name="S08-mark173"/>
          <p:cNvSpPr/>
          <p:nvPr/>
        </p:nvSpPr>
        <p:spPr>
          <a:xfrm>
            <a:off x="9827168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mark174"/>
          <p:cNvSpPr/>
          <p:nvPr/>
        </p:nvSpPr>
        <p:spPr>
          <a:xfrm>
            <a:off x="10116612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1" name="S08-label176"/>
          <p:cNvSpPr txBox="1"/>
          <p:nvPr/>
        </p:nvSpPr>
        <p:spPr>
          <a:xfrm>
            <a:off x="9952782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52" name="S08-mark177"/>
          <p:cNvSpPr/>
          <p:nvPr/>
        </p:nvSpPr>
        <p:spPr>
          <a:xfrm>
            <a:off x="10406057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8-mark178"/>
          <p:cNvSpPr/>
          <p:nvPr/>
        </p:nvSpPr>
        <p:spPr>
          <a:xfrm>
            <a:off x="10695501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4" name="S08-label180"/>
          <p:cNvSpPr txBox="1"/>
          <p:nvPr/>
        </p:nvSpPr>
        <p:spPr>
          <a:xfrm>
            <a:off x="10531671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55" name="S08-mark181"/>
          <p:cNvSpPr/>
          <p:nvPr/>
        </p:nvSpPr>
        <p:spPr>
          <a:xfrm>
            <a:off x="7222167" y="3369518"/>
            <a:ext cx="2315556" cy="231556"/>
          </a:xfrm>
          <a:custGeom>
            <a:avLst/>
            <a:gdLst/>
            <a:ahLst/>
            <a:cxnLst/>
            <a:rect l="l" t="t" r="r" b="b"/>
            <a:pathLst>
              <a:path w="2315556" h="231556">
                <a:moveTo>
                  <a:pt x="0" y="231556"/>
                </a:moveTo>
                <a:lnTo>
                  <a:pt x="2315556" y="231556"/>
                </a:lnTo>
                <a:lnTo>
                  <a:pt x="231555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8-mark182"/>
          <p:cNvSpPr/>
          <p:nvPr/>
        </p:nvSpPr>
        <p:spPr>
          <a:xfrm>
            <a:off x="7222167" y="3601073"/>
            <a:ext cx="0" cy="14472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7" name="S08-mark183"/>
          <p:cNvSpPr/>
          <p:nvPr/>
        </p:nvSpPr>
        <p:spPr>
          <a:xfrm>
            <a:off x="9537723" y="3601073"/>
            <a:ext cx="0" cy="14472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8" name="S08-text184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 cm예요.”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1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②는 콩나물의 길이를 읽어요.</a:t>
            </a:r>
            <a:endParaRPr lang="ko-KR" sz="3200" dirty="0"/>
          </a:p>
        </p:txBody>
      </p:sp>
      <p:sp>
        <p:nvSpPr>
          <p:cNvPr id="4" name="S09-chip18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18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 쓰는 것 두 가지는?</a:t>
            </a:r>
            <a:endParaRPr lang="ko-KR" sz="3200" dirty="0"/>
          </a:p>
        </p:txBody>
      </p:sp>
      <p:sp>
        <p:nvSpPr>
          <p:cNvPr id="6" name="S09-chip18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figure189" descr="8 cm 자의 0 눈금부터 5 눈금까지 놓인 콩나물"/>
          <p:cNvSpPr/>
          <p:nvPr/>
        </p:nvSpPr>
        <p:spPr>
          <a:xfrm>
            <a:off x="4328160" y="3991841"/>
            <a:ext cx="4328160" cy="663979"/>
          </a:xfrm>
          <a:custGeom>
            <a:avLst/>
            <a:gdLst/>
            <a:ahLst/>
            <a:cxnLst/>
            <a:rect l="l" t="t" r="r" b="b"/>
            <a:pathLst>
              <a:path w="4328160" h="663979">
                <a:moveTo>
                  <a:pt x="0" y="0"/>
                </a:moveTo>
                <a:lnTo>
                  <a:pt x="4328160" y="0"/>
                </a:lnTo>
                <a:lnTo>
                  <a:pt x="4328160" y="663979"/>
                </a:lnTo>
                <a:lnTo>
                  <a:pt x="0" y="66397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mark190"/>
          <p:cNvSpPr/>
          <p:nvPr/>
        </p:nvSpPr>
        <p:spPr>
          <a:xfrm>
            <a:off x="4524895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" name="S09-label192"/>
          <p:cNvSpPr txBox="1"/>
          <p:nvPr/>
        </p:nvSpPr>
        <p:spPr>
          <a:xfrm>
            <a:off x="4361065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0" name="S09-mark193"/>
          <p:cNvSpPr/>
          <p:nvPr/>
        </p:nvSpPr>
        <p:spPr>
          <a:xfrm>
            <a:off x="4770813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9-mark194"/>
          <p:cNvSpPr/>
          <p:nvPr/>
        </p:nvSpPr>
        <p:spPr>
          <a:xfrm>
            <a:off x="5016731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9-label196"/>
          <p:cNvSpPr txBox="1"/>
          <p:nvPr/>
        </p:nvSpPr>
        <p:spPr>
          <a:xfrm>
            <a:off x="4852901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3" name="S09-mark197"/>
          <p:cNvSpPr/>
          <p:nvPr/>
        </p:nvSpPr>
        <p:spPr>
          <a:xfrm>
            <a:off x="5262649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9-mark198"/>
          <p:cNvSpPr/>
          <p:nvPr/>
        </p:nvSpPr>
        <p:spPr>
          <a:xfrm>
            <a:off x="5508567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9-label200"/>
          <p:cNvSpPr txBox="1"/>
          <p:nvPr/>
        </p:nvSpPr>
        <p:spPr>
          <a:xfrm>
            <a:off x="5344737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6" name="S09-mark201"/>
          <p:cNvSpPr/>
          <p:nvPr/>
        </p:nvSpPr>
        <p:spPr>
          <a:xfrm>
            <a:off x="5754485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9-mark202"/>
          <p:cNvSpPr/>
          <p:nvPr/>
        </p:nvSpPr>
        <p:spPr>
          <a:xfrm>
            <a:off x="6000404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9-label204"/>
          <p:cNvSpPr txBox="1"/>
          <p:nvPr/>
        </p:nvSpPr>
        <p:spPr>
          <a:xfrm>
            <a:off x="5836574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9" name="S09-mark205"/>
          <p:cNvSpPr/>
          <p:nvPr/>
        </p:nvSpPr>
        <p:spPr>
          <a:xfrm>
            <a:off x="6246322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9-mark206"/>
          <p:cNvSpPr/>
          <p:nvPr/>
        </p:nvSpPr>
        <p:spPr>
          <a:xfrm>
            <a:off x="6492240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9-label208"/>
          <p:cNvSpPr txBox="1"/>
          <p:nvPr/>
        </p:nvSpPr>
        <p:spPr>
          <a:xfrm>
            <a:off x="6328410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" name="S09-mark209"/>
          <p:cNvSpPr/>
          <p:nvPr/>
        </p:nvSpPr>
        <p:spPr>
          <a:xfrm>
            <a:off x="6738158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9-mark210"/>
          <p:cNvSpPr/>
          <p:nvPr/>
        </p:nvSpPr>
        <p:spPr>
          <a:xfrm>
            <a:off x="6984076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09-label212"/>
          <p:cNvSpPr txBox="1"/>
          <p:nvPr/>
        </p:nvSpPr>
        <p:spPr>
          <a:xfrm>
            <a:off x="6820246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5" name="S09-mark213"/>
          <p:cNvSpPr/>
          <p:nvPr/>
        </p:nvSpPr>
        <p:spPr>
          <a:xfrm>
            <a:off x="7229995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9-mark214"/>
          <p:cNvSpPr/>
          <p:nvPr/>
        </p:nvSpPr>
        <p:spPr>
          <a:xfrm>
            <a:off x="7475913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7" name="S09-label216"/>
          <p:cNvSpPr txBox="1"/>
          <p:nvPr/>
        </p:nvSpPr>
        <p:spPr>
          <a:xfrm>
            <a:off x="7312083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8" name="S09-mark217"/>
          <p:cNvSpPr/>
          <p:nvPr/>
        </p:nvSpPr>
        <p:spPr>
          <a:xfrm>
            <a:off x="7721831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9-mark218"/>
          <p:cNvSpPr/>
          <p:nvPr/>
        </p:nvSpPr>
        <p:spPr>
          <a:xfrm>
            <a:off x="7967749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9-label220"/>
          <p:cNvSpPr txBox="1"/>
          <p:nvPr/>
        </p:nvSpPr>
        <p:spPr>
          <a:xfrm>
            <a:off x="7803919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31" name="S09-mark221"/>
          <p:cNvSpPr/>
          <p:nvPr/>
        </p:nvSpPr>
        <p:spPr>
          <a:xfrm>
            <a:off x="8213667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9-mark222"/>
          <p:cNvSpPr/>
          <p:nvPr/>
        </p:nvSpPr>
        <p:spPr>
          <a:xfrm>
            <a:off x="8459585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3" name="S09-label224"/>
          <p:cNvSpPr txBox="1"/>
          <p:nvPr/>
        </p:nvSpPr>
        <p:spPr>
          <a:xfrm>
            <a:off x="8295755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34" name="S09-mark225"/>
          <p:cNvSpPr/>
          <p:nvPr/>
        </p:nvSpPr>
        <p:spPr>
          <a:xfrm>
            <a:off x="4524895" y="3672147"/>
            <a:ext cx="2459182" cy="196735"/>
          </a:xfrm>
          <a:custGeom>
            <a:avLst/>
            <a:gdLst/>
            <a:ahLst/>
            <a:cxnLst/>
            <a:rect l="l" t="t" r="r" b="b"/>
            <a:pathLst>
              <a:path w="2459182" h="196735">
                <a:moveTo>
                  <a:pt x="0" y="196735"/>
                </a:moveTo>
                <a:lnTo>
                  <a:pt x="2459182" y="196735"/>
                </a:lnTo>
                <a:lnTo>
                  <a:pt x="245918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9-mark226"/>
          <p:cNvSpPr/>
          <p:nvPr/>
        </p:nvSpPr>
        <p:spPr>
          <a:xfrm>
            <a:off x="4524895" y="3868882"/>
            <a:ext cx="0" cy="12295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6" name="S09-mark227"/>
          <p:cNvSpPr/>
          <p:nvPr/>
        </p:nvSpPr>
        <p:spPr>
          <a:xfrm>
            <a:off x="6984076" y="3868882"/>
            <a:ext cx="0" cy="12295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7" name="S09-chip22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8" name="S09-text22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3일 3 cm, 10월 5일 7 cm였어요.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자랐나요?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1-card23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1-cardtext23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날짜·그림·길이·달라진 점을 날마다 기록해요.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날을 비교하면 얼마나 자랐는지 알 수 있어요.</a:t>
            </a:r>
            <a:endParaRPr lang="ko-KR" sz="3200" dirty="0"/>
          </a:p>
        </p:txBody>
      </p:sp>
      <p:sp>
        <p:nvSpPr>
          <p:cNvPr id="5" name="S11-chip232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자의 0 눈금에 맞추기</a:t>
            </a:r>
            <a:endParaRPr lang="ko-KR" sz="2600" dirty="0"/>
          </a:p>
        </p:txBody>
      </p:sp>
      <p:sp>
        <p:nvSpPr>
          <p:cNvPr id="6" name="S11-chip233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나중 길이만 보고 말하기</a:t>
            </a:r>
            <a:endParaRPr lang="ko-KR" sz="2600" dirty="0"/>
          </a:p>
        </p:txBody>
      </p:sp>
      <p:sp>
        <p:nvSpPr>
          <p:cNvPr id="7" name="S11-text234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1-text235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관찰 기록에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것은?</a:t>
            </a:r>
            <a:endParaRPr lang="ko-KR" sz="2600" dirty="0"/>
          </a:p>
        </p:txBody>
      </p:sp>
      <p:sp>
        <p:nvSpPr>
          <p:cNvPr id="9" name="S11-text236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길이를 잴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맞출까요?</a:t>
            </a:r>
            <a:endParaRPr lang="ko-KR" sz="2600" dirty="0"/>
          </a:p>
        </p:txBody>
      </p:sp>
      <p:sp>
        <p:nvSpPr>
          <p:cNvPr id="10" name="S11-text237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 cm가 6 cm로,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자랐나요?</a:t>
            </a:r>
            <a:endParaRPr lang="ko-KR" sz="2600" dirty="0"/>
          </a:p>
        </p:txBody>
      </p:sp>
      <p:sp>
        <p:nvSpPr>
          <p:cNvPr id="11" name="S11-text23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계절과 동식물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자로 재기</a:t>
            </a:r>
            <a:endParaRPr lang="ko-KR" sz="4400" dirty="0"/>
          </a:p>
        </p:txBody>
      </p:sp>
      <p:sp>
        <p:nvSpPr>
          <p:cNvPr id="3" name="S12-card2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2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몇 번인지 세어도 돼요.</a:t>
            </a:r>
            <a:endParaRPr lang="ko-KR" sz="3200" dirty="0"/>
          </a:p>
        </p:txBody>
      </p:sp>
      <p:sp>
        <p:nvSpPr>
          <p:cNvPr id="5" name="S12-figure241" descr="6 cm 자의 0 눈금부터 4 눈금까지 놓인 막대"/>
          <p:cNvSpPr/>
          <p:nvPr/>
        </p:nvSpPr>
        <p:spPr>
          <a:xfrm>
            <a:off x="7019971" y="3057036"/>
            <a:ext cx="4521281" cy="897607"/>
          </a:xfrm>
          <a:custGeom>
            <a:avLst/>
            <a:gdLst/>
            <a:ahLst/>
            <a:cxnLst/>
            <a:rect l="l" t="t" r="r" b="b"/>
            <a:pathLst>
              <a:path w="4521281" h="897607">
                <a:moveTo>
                  <a:pt x="0" y="0"/>
                </a:moveTo>
                <a:lnTo>
                  <a:pt x="4521281" y="0"/>
                </a:lnTo>
                <a:lnTo>
                  <a:pt x="4521281" y="897607"/>
                </a:lnTo>
                <a:lnTo>
                  <a:pt x="0" y="897607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2-mark242"/>
          <p:cNvSpPr/>
          <p:nvPr/>
        </p:nvSpPr>
        <p:spPr>
          <a:xfrm>
            <a:off x="7285928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12-label244"/>
          <p:cNvSpPr txBox="1"/>
          <p:nvPr/>
        </p:nvSpPr>
        <p:spPr>
          <a:xfrm>
            <a:off x="7122098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8" name="S12-mark245"/>
          <p:cNvSpPr/>
          <p:nvPr/>
        </p:nvSpPr>
        <p:spPr>
          <a:xfrm>
            <a:off x="7618376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mark246"/>
          <p:cNvSpPr/>
          <p:nvPr/>
        </p:nvSpPr>
        <p:spPr>
          <a:xfrm>
            <a:off x="7950823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12-label248"/>
          <p:cNvSpPr txBox="1"/>
          <p:nvPr/>
        </p:nvSpPr>
        <p:spPr>
          <a:xfrm>
            <a:off x="7786993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12-mark249"/>
          <p:cNvSpPr/>
          <p:nvPr/>
        </p:nvSpPr>
        <p:spPr>
          <a:xfrm>
            <a:off x="8283270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mark250"/>
          <p:cNvSpPr/>
          <p:nvPr/>
        </p:nvSpPr>
        <p:spPr>
          <a:xfrm>
            <a:off x="8615717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12-label252"/>
          <p:cNvSpPr txBox="1"/>
          <p:nvPr/>
        </p:nvSpPr>
        <p:spPr>
          <a:xfrm>
            <a:off x="8451887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" name="S12-mark253"/>
          <p:cNvSpPr/>
          <p:nvPr/>
        </p:nvSpPr>
        <p:spPr>
          <a:xfrm>
            <a:off x="8948164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mark254"/>
          <p:cNvSpPr/>
          <p:nvPr/>
        </p:nvSpPr>
        <p:spPr>
          <a:xfrm>
            <a:off x="9280611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2-label256"/>
          <p:cNvSpPr txBox="1"/>
          <p:nvPr/>
        </p:nvSpPr>
        <p:spPr>
          <a:xfrm>
            <a:off x="9116781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7" name="S12-mark257"/>
          <p:cNvSpPr/>
          <p:nvPr/>
        </p:nvSpPr>
        <p:spPr>
          <a:xfrm>
            <a:off x="9613059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2-mark258"/>
          <p:cNvSpPr/>
          <p:nvPr/>
        </p:nvSpPr>
        <p:spPr>
          <a:xfrm>
            <a:off x="9945506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12-label260"/>
          <p:cNvSpPr txBox="1"/>
          <p:nvPr/>
        </p:nvSpPr>
        <p:spPr>
          <a:xfrm>
            <a:off x="9781676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0" name="S12-mark261"/>
          <p:cNvSpPr/>
          <p:nvPr/>
        </p:nvSpPr>
        <p:spPr>
          <a:xfrm>
            <a:off x="10277953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mark262"/>
          <p:cNvSpPr/>
          <p:nvPr/>
        </p:nvSpPr>
        <p:spPr>
          <a:xfrm>
            <a:off x="10610400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12-label264"/>
          <p:cNvSpPr txBox="1"/>
          <p:nvPr/>
        </p:nvSpPr>
        <p:spPr>
          <a:xfrm>
            <a:off x="10446570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3" name="S12-mark265"/>
          <p:cNvSpPr/>
          <p:nvPr/>
        </p:nvSpPr>
        <p:spPr>
          <a:xfrm>
            <a:off x="10942847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mark266"/>
          <p:cNvSpPr/>
          <p:nvPr/>
        </p:nvSpPr>
        <p:spPr>
          <a:xfrm>
            <a:off x="11275294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12-label268"/>
          <p:cNvSpPr txBox="1"/>
          <p:nvPr/>
        </p:nvSpPr>
        <p:spPr>
          <a:xfrm>
            <a:off x="11111464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6" name="S12-mark269"/>
          <p:cNvSpPr/>
          <p:nvPr/>
        </p:nvSpPr>
        <p:spPr>
          <a:xfrm>
            <a:off x="7285928" y="2624855"/>
            <a:ext cx="2659577" cy="265958"/>
          </a:xfrm>
          <a:custGeom>
            <a:avLst/>
            <a:gdLst/>
            <a:ahLst/>
            <a:cxnLst/>
            <a:rect l="l" t="t" r="r" b="b"/>
            <a:pathLst>
              <a:path w="2659577" h="265958">
                <a:moveTo>
                  <a:pt x="0" y="265958"/>
                </a:moveTo>
                <a:lnTo>
                  <a:pt x="2659577" y="265958"/>
                </a:lnTo>
                <a:lnTo>
                  <a:pt x="26595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2-mark270"/>
          <p:cNvSpPr/>
          <p:nvPr/>
        </p:nvSpPr>
        <p:spPr>
          <a:xfrm>
            <a:off x="7285928" y="2890813"/>
            <a:ext cx="0" cy="166224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8" name="S12-mark271"/>
          <p:cNvSpPr/>
          <p:nvPr/>
        </p:nvSpPr>
        <p:spPr>
          <a:xfrm>
            <a:off x="9945506" y="2890813"/>
            <a:ext cx="0" cy="166224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9" name="S12-stepno272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0" name="S12-text273"/>
          <p:cNvSpPr txBox="1"/>
          <p:nvPr/>
        </p:nvSpPr>
        <p:spPr>
          <a:xfrm>
            <a:off x="1325880" y="223570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 끝을 0 눈금에 맞춰요.</a:t>
            </a:r>
            <a:endParaRPr lang="ko-KR" sz="3200" dirty="0"/>
          </a:p>
        </p:txBody>
      </p:sp>
      <p:sp>
        <p:nvSpPr>
          <p:cNvPr id="31" name="S12-stepno274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2" name="S12-text275"/>
          <p:cNvSpPr txBox="1"/>
          <p:nvPr/>
        </p:nvSpPr>
        <p:spPr>
          <a:xfrm>
            <a:off x="1325880" y="2948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쪽 끝의 눈금을 읽어요.</a:t>
            </a:r>
            <a:endParaRPr lang="ko-KR" sz="3200" dirty="0"/>
          </a:p>
        </p:txBody>
      </p:sp>
      <p:sp>
        <p:nvSpPr>
          <p:cNvPr id="33" name="S12-stepno276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4" name="S12-text277"/>
          <p:cNvSpPr txBox="1"/>
          <p:nvPr/>
        </p:nvSpPr>
        <p:spPr>
          <a:xfrm>
            <a:off x="1325880" y="366217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뒤에 cm를 붙여요.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과학 식물이 자라는 모습</dc:title>
  <dc:subject>KR22-G02-SCI-GROW-L01</dc:subject>
  <dc:creator>education-ppt</dc:creator>
  <cp:lastModifiedBy>education-ppt</cp:lastModifiedBy>
  <cp:revision>1</cp:revision>
  <dcterms:created xsi:type="dcterms:W3CDTF">2026-10-26T13:07:56Z</dcterms:created>
  <dcterms:modified xsi:type="dcterms:W3CDTF">2026-10-26T13:07:56Z</dcterms:modified>
</cp:coreProperties>
</file>