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424795b-138c-9dff-66c7-eceed424e4eb}">
          <p14:sldIdLst>
            <p14:sldId id="256"/>
            <p14:sldId id="257"/>
          </p14:sldIdLst>
        </p14:section>
        <p14:section name="개념" id="{25f5a21a-717c-3c3c-e729-e141b88d650d}">
          <p14:sldIdLst>
            <p14:sldId id="258"/>
            <p14:sldId id="260"/>
          </p14:sldIdLst>
        </p14:section>
        <p14:section name="연습" id="{f3578672-a067-fb1c-5fc6-8ad98997a106}">
          <p14:sldIdLst>
            <p14:sldId id="259"/>
            <p14:sldId id="261"/>
          </p14:sldIdLst>
        </p14:section>
        <p14:section name="개념" id="{44ffeff9-6718-f360-927d-9d7e7384607a}">
          <p14:sldIdLst/>
        </p14:section>
        <p14:section name="연습" id="{beae4e5b-4d2c-c932-480d-adafbe7e6ec2}">
          <p14:sldIdLst/>
        </p14:section>
        <p14:section name="확인" id="{9b6429d8-c8aa-18c4-42db-a0109b6d5519}">
          <p14:sldIdLst>
            <p14:sldId id="262"/>
          </p14:sldIdLst>
        </p14:section>
        <p14:section name="정리" id="{c3eddaf1-d6fc-08b2-aa98-9d537bb5418b}">
          <p14:sldIdLst>
            <p14:sldId id="263"/>
          </p14:sldIdLst>
        </p14:section>
        <p14:section name="보충" id="{cbca36bf-fb0a-fcc2-7638-f1ff7af78e43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기술·가정 · 재료와제작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기술·가정 · 재료 비교와 도구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기술·가정 · 재료 비교와 도구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기술·가정 · 재료 비교와 도구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비교와 도구 안전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종이와 나무는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다를까?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재료를 만지고 비교해요.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가위와 풀을 안전하게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찾아봐요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찾아서 말해 보세요.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만지면 부드러운 물건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만지면 딱딱한 물건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가위를 쓸 때 조심할 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재료를 시험해요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재료를 같은 방법으로 시험해요.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종이, 천, 플라스틱, 나무를 똑같이 해 봐요.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만져요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매끈해요?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거칠어요?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접혀요?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접혀요?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떨어뜨려요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스며들어요?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방울이 맺혀요?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탐정</a:t>
            </a:r>
            <a:endParaRPr lang="ko-KR" sz="4400" dirty="0"/>
          </a:p>
        </p:txBody>
      </p:sp>
      <p:sp>
        <p:nvSpPr>
          <p:cNvPr id="3" name="S04-card19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나무는 부러뜨리지 않아요. 물은 숟가락으로 조금만.</a:t>
            </a:r>
            <a:endParaRPr lang="ko-KR" sz="3200" dirty="0"/>
          </a:p>
        </p:txBody>
      </p:sp>
      <p:sp>
        <p:nvSpPr>
          <p:cNvPr id="5" name="S04-card21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2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네 재료를 똑같이 시험해요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것을 표에 적어요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차이를 말로 설명해요</a:t>
            </a:r>
            <a:endParaRPr lang="ko-KR" sz="3200" dirty="0"/>
          </a:p>
        </p:txBody>
      </p:sp>
      <p:sp>
        <p:nvSpPr>
          <p:cNvPr id="7" name="S04-stepno23"/>
          <p:cNvSpPr txBox="1"/>
          <p:nvPr/>
        </p:nvSpPr>
        <p:spPr>
          <a:xfrm>
            <a:off x="548640" y="16530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24"/>
          <p:cNvSpPr txBox="1"/>
          <p:nvPr/>
        </p:nvSpPr>
        <p:spPr>
          <a:xfrm>
            <a:off x="1325880" y="16530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만지고 느낌을 말해요.</a:t>
            </a:r>
            <a:endParaRPr lang="ko-KR" sz="3200" dirty="0"/>
          </a:p>
        </p:txBody>
      </p:sp>
      <p:sp>
        <p:nvSpPr>
          <p:cNvPr id="9" name="S04-stepno25"/>
          <p:cNvSpPr txBox="1"/>
          <p:nvPr/>
        </p:nvSpPr>
        <p:spPr>
          <a:xfrm>
            <a:off x="548640" y="23662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26"/>
          <p:cNvSpPr txBox="1"/>
          <p:nvPr/>
        </p:nvSpPr>
        <p:spPr>
          <a:xfrm>
            <a:off x="1325880" y="23662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살짝 접어 봐요.</a:t>
            </a:r>
            <a:endParaRPr lang="ko-KR" sz="3200" dirty="0"/>
          </a:p>
        </p:txBody>
      </p:sp>
      <p:sp>
        <p:nvSpPr>
          <p:cNvPr id="11" name="S04-stepno27"/>
          <p:cNvSpPr txBox="1"/>
          <p:nvPr/>
        </p:nvSpPr>
        <p:spPr>
          <a:xfrm>
            <a:off x="548640" y="3079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28"/>
          <p:cNvSpPr txBox="1"/>
          <p:nvPr/>
        </p:nvSpPr>
        <p:spPr>
          <a:xfrm>
            <a:off x="1325880" y="30794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한 방울 떨어뜨려요.</a:t>
            </a:r>
            <a:endParaRPr lang="ko-KR" sz="3200" dirty="0"/>
          </a:p>
        </p:txBody>
      </p:sp>
      <p:sp>
        <p:nvSpPr>
          <p:cNvPr id="13" name="S04-stepno29"/>
          <p:cNvSpPr txBox="1"/>
          <p:nvPr/>
        </p:nvSpPr>
        <p:spPr>
          <a:xfrm>
            <a:off x="548640" y="3792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4-text30"/>
          <p:cNvSpPr txBox="1"/>
          <p:nvPr/>
        </p:nvSpPr>
        <p:spPr>
          <a:xfrm>
            <a:off x="1325880" y="37927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1에 적어요.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가위와 풀 안전</a:t>
            </a:r>
            <a:endParaRPr lang="ko-KR" sz="4400" dirty="0"/>
          </a:p>
        </p:txBody>
      </p:sp>
      <p:sp>
        <p:nvSpPr>
          <p:cNvPr id="3" name="S05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볼 때만 가위를 써요.</a:t>
            </a:r>
            <a:endParaRPr lang="ko-KR" sz="3200" dirty="0"/>
          </a:p>
        </p:txBody>
      </p:sp>
      <p:sp>
        <p:nvSpPr>
          <p:cNvPr id="4" name="S05-card32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33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 날은 몸 반대쪽으로</a:t>
            </a:r>
            <a:endParaRPr lang="ko-KR" sz="3200" dirty="0"/>
          </a:p>
        </p:txBody>
      </p:sp>
      <p:sp>
        <p:nvSpPr>
          <p:cNvPr id="6" name="S05-card34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7" name="S05-cardtext35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건넬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날을 닫고 손잡이 쪽으로</a:t>
            </a:r>
            <a:endParaRPr lang="ko-KR" sz="3200" dirty="0"/>
          </a:p>
        </p:txBody>
      </p:sp>
      <p:sp>
        <p:nvSpPr>
          <p:cNvPr id="8" name="S05-card36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37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쓰면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날을 닫아 제자리에</a:t>
            </a:r>
            <a:endParaRPr lang="ko-KR" sz="3200" dirty="0"/>
          </a:p>
        </p:txBody>
      </p:sp>
      <p:sp>
        <p:nvSpPr>
          <p:cNvPr id="10" name="S05-card38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39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조금만 바르고 뚜껑 닫기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카드 만들기</a:t>
            </a:r>
            <a:endParaRPr lang="ko-KR" sz="4400" dirty="0"/>
          </a:p>
        </p:txBody>
      </p:sp>
      <p:sp>
        <p:nvSpPr>
          <p:cNvPr id="3" name="S06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옆에서 지켜봐요.</a:t>
            </a:r>
            <a:endParaRPr lang="ko-KR" sz="3200" dirty="0"/>
          </a:p>
        </p:txBody>
      </p:sp>
      <p:sp>
        <p:nvSpPr>
          <p:cNvPr id="4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가위는 앉아서, 어른이 볼 때만 써요.</a:t>
            </a:r>
            <a:endParaRPr lang="ko-KR" sz="3200" dirty="0"/>
          </a:p>
        </p:txBody>
      </p:sp>
      <p:sp>
        <p:nvSpPr>
          <p:cNvPr id="6" name="S06-card43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4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날을 몸 반대쪽으로 향해요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손잡이 쪽으로 건네요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 쓰면 날을 닫아요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풀 뚜껑을 닫아요</a:t>
            </a:r>
            <a:endParaRPr lang="ko-KR" sz="2600" dirty="0"/>
          </a:p>
        </p:txBody>
      </p:sp>
      <p:sp>
        <p:nvSpPr>
          <p:cNvPr id="8" name="S06-stepno45"/>
          <p:cNvSpPr txBox="1"/>
          <p:nvPr/>
        </p:nvSpPr>
        <p:spPr>
          <a:xfrm>
            <a:off x="548640" y="24500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text46"/>
          <p:cNvSpPr txBox="1"/>
          <p:nvPr/>
        </p:nvSpPr>
        <p:spPr>
          <a:xfrm>
            <a:off x="1325880" y="24500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4의 점선을 따라 오려요.</a:t>
            </a:r>
            <a:endParaRPr lang="ko-KR" sz="2600" dirty="0"/>
          </a:p>
        </p:txBody>
      </p:sp>
      <p:sp>
        <p:nvSpPr>
          <p:cNvPr id="10" name="S06-stepno47"/>
          <p:cNvSpPr txBox="1"/>
          <p:nvPr/>
        </p:nvSpPr>
        <p:spPr>
          <a:xfrm>
            <a:off x="548640" y="31633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6-text48"/>
          <p:cNvSpPr txBox="1"/>
          <p:nvPr/>
        </p:nvSpPr>
        <p:spPr>
          <a:xfrm>
            <a:off x="1325880" y="31633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풀을 얇게 발라 공책에 붙여요.</a:t>
            </a:r>
            <a:endParaRPr lang="ko-KR" sz="2600" dirty="0"/>
          </a:p>
        </p:txBody>
      </p:sp>
      <p:sp>
        <p:nvSpPr>
          <p:cNvPr id="12" name="S06-stepno49"/>
          <p:cNvSpPr txBox="1"/>
          <p:nvPr/>
        </p:nvSpPr>
        <p:spPr>
          <a:xfrm>
            <a:off x="548640" y="39222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6-text50"/>
          <p:cNvSpPr txBox="1"/>
          <p:nvPr/>
        </p:nvSpPr>
        <p:spPr>
          <a:xfrm>
            <a:off x="1325880" y="3876548"/>
            <a:ext cx="5122012" cy="80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가위를 닫아 손잡이 쪽으로 건네요.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돌아보기</a:t>
            </a:r>
            <a:endParaRPr lang="ko-KR" sz="4400" dirty="0"/>
          </a:p>
        </p:txBody>
      </p:sp>
      <p:sp>
        <p:nvSpPr>
          <p:cNvPr id="3" name="S07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함께 말해요.</a:t>
            </a:r>
            <a:endParaRPr lang="ko-KR" sz="3200" dirty="0"/>
          </a:p>
        </p:txBody>
      </p:sp>
      <p:sp>
        <p:nvSpPr>
          <p:cNvPr id="4" name="S07-chip5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7-text5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날 쓸 이름표는 무엇으로 만들까요?</a:t>
            </a:r>
            <a:endParaRPr lang="ko-KR" sz="3200" dirty="0"/>
          </a:p>
        </p:txBody>
      </p:sp>
      <p:sp>
        <p:nvSpPr>
          <p:cNvPr id="6" name="S07-chip5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7-text5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 이불은 무엇으로 만들까요?</a:t>
            </a:r>
            <a:endParaRPr lang="ko-KR" sz="3200" dirty="0"/>
          </a:p>
        </p:txBody>
      </p:sp>
      <p:sp>
        <p:nvSpPr>
          <p:cNvPr id="8" name="S07-chip5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7-text5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가위를 건넬 때는 어떻게 하나요?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8-card58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8-cardtext59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재료마다 느낌·접힘·물에 젖음이 달라요. 가위는 안전하게!</a:t>
            </a:r>
            <a:endParaRPr lang="ko-KR" sz="3200" dirty="0"/>
          </a:p>
        </p:txBody>
      </p:sp>
      <p:sp>
        <p:nvSpPr>
          <p:cNvPr id="5" name="S08-chip60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손잡이 쪽으로 건네기</a:t>
            </a:r>
            <a:endParaRPr lang="ko-KR" sz="2600" dirty="0"/>
          </a:p>
        </p:txBody>
      </p:sp>
      <p:sp>
        <p:nvSpPr>
          <p:cNvPr id="6" name="S08-chip61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가위 들고 뛰기</a:t>
            </a:r>
            <a:endParaRPr lang="ko-KR" sz="2600" dirty="0"/>
          </a:p>
        </p:txBody>
      </p:sp>
      <p:sp>
        <p:nvSpPr>
          <p:cNvPr id="7" name="S08-text62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8-text63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물방울이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맺히는 재료는?</a:t>
            </a:r>
            <a:endParaRPr lang="ko-KR" sz="2600" dirty="0"/>
          </a:p>
        </p:txBody>
      </p:sp>
      <p:sp>
        <p:nvSpPr>
          <p:cNvPr id="9" name="S08-text64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가위를 건넬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쪽으로?</a:t>
            </a:r>
            <a:endParaRPr lang="ko-KR" sz="2600" dirty="0"/>
          </a:p>
        </p:txBody>
      </p:sp>
      <p:sp>
        <p:nvSpPr>
          <p:cNvPr id="10" name="S08-text65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아기 이불을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천으로 만드는 까닭</a:t>
            </a:r>
            <a:endParaRPr lang="ko-KR" sz="2600" dirty="0"/>
          </a:p>
        </p:txBody>
      </p:sp>
      <p:sp>
        <p:nvSpPr>
          <p:cNvPr id="11" name="S08-text6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순서를 바꾸면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느낌 낱말</a:t>
            </a:r>
            <a:endParaRPr lang="ko-KR" sz="4400" dirty="0"/>
          </a:p>
        </p:txBody>
      </p:sp>
      <p:sp>
        <p:nvSpPr>
          <p:cNvPr id="3" name="S09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만져 보고 알맞은 말을 골라요.</a:t>
            </a:r>
            <a:endParaRPr lang="ko-KR" sz="3200" dirty="0"/>
          </a:p>
        </p:txBody>
      </p:sp>
      <p:sp>
        <p:nvSpPr>
          <p:cNvPr id="4" name="S09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가위는 엄지를 위 구멍에 넣어 잡아요.</a:t>
            </a:r>
            <a:endParaRPr lang="ko-KR" sz="3200" dirty="0"/>
          </a:p>
        </p:txBody>
      </p:sp>
      <p:sp>
        <p:nvSpPr>
          <p:cNvPr id="6" name="S09-card70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71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부드러워요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수건, 인형</a:t>
            </a:r>
            <a:endParaRPr lang="ko-KR" sz="3200" dirty="0"/>
          </a:p>
        </p:txBody>
      </p:sp>
      <p:sp>
        <p:nvSpPr>
          <p:cNvPr id="8" name="S09-card72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73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딱딱해요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숟가락, 책상</a:t>
            </a:r>
            <a:endParaRPr lang="ko-KR" sz="3200" dirty="0"/>
          </a:p>
        </p:txBody>
      </p:sp>
      <p:sp>
        <p:nvSpPr>
          <p:cNvPr id="10" name="S09-card74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75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매끈해요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접시, 유리창</a:t>
            </a:r>
            <a:endParaRPr lang="ko-KR" sz="3200" dirty="0"/>
          </a:p>
        </p:txBody>
      </p:sp>
      <p:sp>
        <p:nvSpPr>
          <p:cNvPr id="12" name="S09-card76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9-cardtext77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거칠어요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수세미, 나무껍질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기술·가정 재료 비교와 도구 안전</dc:title>
  <dc:subject>KR22-G02-TEC-TOOLS-L01</dc:subject>
  <dc:creator>education-ppt</dc:creator>
  <cp:lastModifiedBy>education-ppt</cp:lastModifiedBy>
  <cp:revision>1</cp:revision>
  <dcterms:created xsi:type="dcterms:W3CDTF">2026-10-26T10:10:55Z</dcterms:created>
  <dcterms:modified xsi:type="dcterms:W3CDTF">2026-10-26T10:10:55Z</dcterms:modified>
</cp:coreProperties>
</file>