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9d8c9d-5011-e2b6-2140-179a103425b6}">
          <p14:sldIdLst>
            <p14:sldId id="256"/>
            <p14:sldId id="257"/>
          </p14:sldIdLst>
        </p14:section>
        <p14:section name="개념" id="{dece3695-7f85-22d2-473d-4116bf5ede65}">
          <p14:sldIdLst>
            <p14:sldId id="258"/>
            <p14:sldId id="260"/>
          </p14:sldIdLst>
        </p14:section>
        <p14:section name="연습" id="{270b4401-f182-e07a-4947-490fddf8f4bf}">
          <p14:sldIdLst>
            <p14:sldId id="259"/>
            <p14:sldId id="261"/>
          </p14:sldIdLst>
        </p14:section>
        <p14:section name="개념" id="{bc623570-2523-3e9f-55f5-7c08e5acf800}">
          <p14:sldIdLst/>
        </p14:section>
        <p14:section name="연습" id="{6a1fac04-d6fe-8675-d52d-b7d2c3151f0d}">
          <p14:sldIdLst/>
        </p14:section>
        <p14:section name="확인" id="{de8ca691-3b70-381a-f003-83f239d7cb52}">
          <p14:sldIdLst>
            <p14:sldId id="262"/>
          </p14:sldIdLst>
        </p14:section>
        <p14:section name="정리" id="{450a71e4-f24b-3c51-67c5-73447e91384c}">
          <p14:sldIdLst>
            <p14:sldId id="263"/>
          </p14:sldIdLst>
        </p14:section>
        <p14:section name="보충" id="{36118549-b88d-8761-163a-8025c360802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재료와제작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비교와 도구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종이와 나무는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재료를 만지고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가위와 풀을 안전하게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부드러운 물건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딱딱한 물건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쓸 때 조심할 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재료를 같은 방법으로 시험해요.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천, 플라스틱, 나무를 똑같이 해 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거칠어요?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접혀요?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접혀요?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떨어뜨려요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스며들어요?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방울이 맺혀요?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탐정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나무는 부러뜨리지 않아요. 물은 숟가락으로 조금만.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재료를 똑같이 시험해요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표에 적어요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차이를 말로 설명해요</a:t>
            </a:r>
            <a:endParaRPr lang="ko-KR" sz="3200" dirty="0"/>
          </a:p>
        </p:txBody>
      </p:sp>
      <p:sp>
        <p:nvSpPr>
          <p:cNvPr id="7" name="S04-stepno23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24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만지고 느낌을 말해요.</a:t>
            </a:r>
            <a:endParaRPr lang="ko-KR" sz="3200" dirty="0"/>
          </a:p>
        </p:txBody>
      </p:sp>
      <p:sp>
        <p:nvSpPr>
          <p:cNvPr id="9" name="S04-stepno25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6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살짝 접어 봐요.</a:t>
            </a:r>
            <a:endParaRPr lang="ko-KR" sz="3200" dirty="0"/>
          </a:p>
        </p:txBody>
      </p:sp>
      <p:sp>
        <p:nvSpPr>
          <p:cNvPr id="11" name="S04-stepno27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8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한 방울 떨어뜨려요.</a:t>
            </a:r>
            <a:endParaRPr lang="ko-KR" sz="3200" dirty="0"/>
          </a:p>
        </p:txBody>
      </p:sp>
      <p:sp>
        <p:nvSpPr>
          <p:cNvPr id="13" name="S04-stepno29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30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가위와 풀 안전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볼 때만 가위를 써요.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날은 몸 반대쪽으로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닫고 손잡이 쪽으로</a:t>
            </a:r>
            <a:endParaRPr lang="ko-KR" sz="3200" dirty="0"/>
          </a:p>
        </p:txBody>
      </p:sp>
      <p:sp>
        <p:nvSpPr>
          <p:cNvPr id="8" name="S05-card36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7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닫아 제자리에</a:t>
            </a:r>
            <a:endParaRPr lang="ko-KR" sz="3200" dirty="0"/>
          </a:p>
        </p:txBody>
      </p:sp>
      <p:sp>
        <p:nvSpPr>
          <p:cNvPr id="10" name="S05-card38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9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조금만 바르고 뚜껑 닫기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카드 만들기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옆에서 지켜봐요.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앉아서, 어른이 볼 때만 써요.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날을 몸 반대쪽으로 향해요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날을 닫아요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풀 뚜껑을 닫아요</a:t>
            </a:r>
            <a:endParaRPr lang="ko-KR" sz="2600" dirty="0"/>
          </a:p>
        </p:txBody>
      </p:sp>
      <p:sp>
        <p:nvSpPr>
          <p:cNvPr id="8" name="S06-stepno45"/>
          <p:cNvSpPr txBox="1"/>
          <p:nvPr/>
        </p:nvSpPr>
        <p:spPr>
          <a:xfrm>
            <a:off x="548640" y="2450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6"/>
          <p:cNvSpPr txBox="1"/>
          <p:nvPr/>
        </p:nvSpPr>
        <p:spPr>
          <a:xfrm>
            <a:off x="1325880" y="24500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점선을 따라 오려요.</a:t>
            </a:r>
            <a:endParaRPr lang="ko-KR" sz="2600" dirty="0"/>
          </a:p>
        </p:txBody>
      </p:sp>
      <p:sp>
        <p:nvSpPr>
          <p:cNvPr id="10" name="S06-stepno47"/>
          <p:cNvSpPr txBox="1"/>
          <p:nvPr/>
        </p:nvSpPr>
        <p:spPr>
          <a:xfrm>
            <a:off x="548640" y="3163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8"/>
          <p:cNvSpPr txBox="1"/>
          <p:nvPr/>
        </p:nvSpPr>
        <p:spPr>
          <a:xfrm>
            <a:off x="1325880" y="31633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공책에 붙여요.</a:t>
            </a:r>
            <a:endParaRPr lang="ko-KR" sz="2600" dirty="0"/>
          </a:p>
        </p:txBody>
      </p:sp>
      <p:sp>
        <p:nvSpPr>
          <p:cNvPr id="12" name="S06-stepno49"/>
          <p:cNvSpPr txBox="1"/>
          <p:nvPr/>
        </p:nvSpPr>
        <p:spPr>
          <a:xfrm>
            <a:off x="548640" y="3922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0"/>
          <p:cNvSpPr txBox="1"/>
          <p:nvPr/>
        </p:nvSpPr>
        <p:spPr>
          <a:xfrm>
            <a:off x="1325880" y="3876548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닫아 손잡이 쪽으로 건네요.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쓸 이름표는 무엇으로 만들까요?</a:t>
            </a:r>
            <a:endParaRPr lang="ko-KR" sz="3200" dirty="0"/>
          </a:p>
        </p:txBody>
      </p:sp>
      <p:sp>
        <p:nvSpPr>
          <p:cNvPr id="6" name="S07-chip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이불은 무엇으로 만들까요?</a:t>
            </a:r>
            <a:endParaRPr lang="ko-KR" sz="3200" dirty="0"/>
          </a:p>
        </p:txBody>
      </p:sp>
      <p:sp>
        <p:nvSpPr>
          <p:cNvPr id="8" name="S07-chip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재료마다 느낌·접힘·물에 젖음이 달라요. 가위는 안전하게!</a:t>
            </a:r>
            <a:endParaRPr lang="ko-KR" sz="32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손잡이 쪽으로 건네기</a:t>
            </a:r>
            <a:endParaRPr lang="ko-KR" sz="2600" dirty="0"/>
          </a:p>
        </p:txBody>
      </p:sp>
      <p:sp>
        <p:nvSpPr>
          <p:cNvPr id="6" name="S08-chip6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뛰기</a:t>
            </a:r>
            <a:endParaRPr lang="ko-KR" sz="2600" dirty="0"/>
          </a:p>
        </p:txBody>
      </p:sp>
      <p:sp>
        <p:nvSpPr>
          <p:cNvPr id="7" name="S08-text6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물방울이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맺히는 재료는?</a:t>
            </a:r>
            <a:endParaRPr lang="ko-KR" sz="2600" dirty="0"/>
          </a:p>
        </p:txBody>
      </p:sp>
      <p:sp>
        <p:nvSpPr>
          <p:cNvPr id="9" name="S08-text6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10" name="S08-text6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아기 이불을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천으로 만드는 까닭</a:t>
            </a:r>
            <a:endParaRPr lang="ko-KR" sz="2600" dirty="0"/>
          </a:p>
        </p:txBody>
      </p:sp>
      <p:sp>
        <p:nvSpPr>
          <p:cNvPr id="11" name="S08-text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순서를 바꾸면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알맞은 말을 골라요.</a:t>
            </a:r>
            <a:endParaRPr lang="ko-KR" sz="32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엄지를 위 구멍에 넣어 잡아요.</a:t>
            </a:r>
            <a:endParaRPr lang="ko-KR" sz="3200" dirty="0"/>
          </a:p>
        </p:txBody>
      </p:sp>
      <p:sp>
        <p:nvSpPr>
          <p:cNvPr id="6" name="S09-card70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1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부드러워요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수건, 인형</a:t>
            </a:r>
            <a:endParaRPr lang="ko-KR" sz="3200" dirty="0"/>
          </a:p>
        </p:txBody>
      </p:sp>
      <p:sp>
        <p:nvSpPr>
          <p:cNvPr id="8" name="S09-card72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3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책상</a:t>
            </a:r>
            <a:endParaRPr lang="ko-KR" sz="3200" dirty="0"/>
          </a:p>
        </p:txBody>
      </p:sp>
      <p:sp>
        <p:nvSpPr>
          <p:cNvPr id="10" name="S09-card74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5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접시, 유리창</a:t>
            </a:r>
            <a:endParaRPr lang="ko-KR" sz="3200" dirty="0"/>
          </a:p>
        </p:txBody>
      </p:sp>
      <p:sp>
        <p:nvSpPr>
          <p:cNvPr id="12" name="S09-card76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7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수세미, 나무껍질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재료 비교와 도구 안전</dc:title>
  <dc:subject>KR22-G02-TEC-TOOLS-L01</dc:subject>
  <dc:creator>education-ppt</dc:creator>
  <cp:lastModifiedBy>education-ppt</cp:lastModifiedBy>
  <cp:revision>1</cp:revision>
  <dcterms:created xsi:type="dcterms:W3CDTF">2026-10-26T10:00:44Z</dcterms:created>
  <dcterms:modified xsi:type="dcterms:W3CDTF">2026-10-26T10:00:44Z</dcterms:modified>
</cp:coreProperties>
</file>