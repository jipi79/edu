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34baebb7-4ac8-6bf5-bec8-7b4a8bbf8e44}">
          <p14:sldIdLst>
            <p14:sldId id="256"/>
            <p14:sldId id="257"/>
          </p14:sldIdLst>
        </p14:section>
        <p14:section name="개념" id="{ee7e1e7b-993f-21d5-ebd1-a44de5b47524}">
          <p14:sldIdLst>
            <p14:sldId id="258"/>
          </p14:sldIdLst>
        </p14:section>
        <p14:section name="연습" id="{f4a7f7c1-86db-6bc9-b8ee-890bd9455f03}">
          <p14:sldIdLst>
            <p14:sldId id="259"/>
            <p14:sldId id="260"/>
          </p14:sldIdLst>
        </p14:section>
        <p14:section name="확인" id="{708b744e-971c-b336-37c7-cae3120a3a25}">
          <p14:sldIdLst>
            <p14:sldId id="261"/>
          </p14:sldIdLst>
        </p14:section>
        <p14:section name="정리" id="{53e89d9d-50af-a76a-52dd-856793dd2816}">
          <p14:sldIdLst>
            <p14:sldId id="262"/>
          </p14:sldIdLst>
        </p14:section>
        <p14:section name="보충" id="{d4ceff5d-207c-6b64-63d9-e041d6608122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기술·가정 · 자립과나눔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기술·가정 · 시간 관리와 집안일 나누기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기술·가정 · 시간 관리와 집안일 나누기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기술·가정 · 시간 관리와 집안일 나누기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관리와 집안일 나누기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일은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할까?</a:t>
            </a:r>
            <a:endParaRPr lang="ko-KR" sz="3200" dirty="0"/>
          </a:p>
        </p:txBody>
      </p:sp>
      <p:graphicFrame>
        <p:nvGraphicFramePr>
          <p:cNvPr id="2" name="S01-table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1590548"/>
          <a:ext cx="3931920" cy="914400"/>
        </p:xfrm>
        <a:graphic>
          <a:graphicData uri="http://schemas.openxmlformats.org/drawingml/2006/table">
            <a:tbl>
              <a:tblPr/>
              <a:tblGrid>
                <a:gridCol w="1808683"/>
                <a:gridCol w="707746"/>
                <a:gridCol w="707746"/>
                <a:gridCol w="707746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수저 놓기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1-card2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나의 하루 일과표를 만들어요.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가족과 일을 나누어 맡아요.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시일까요?</a:t>
            </a:r>
            <a:endParaRPr lang="ko-KR" sz="4400" dirty="0"/>
          </a:p>
        </p:txBody>
      </p:sp>
      <p:sp>
        <p:nvSpPr>
          <p:cNvPr id="3" name="S02-text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시각을 읽고, 이때 하는 일을 말해요.</a:t>
            </a:r>
            <a:endParaRPr lang="ko-KR" sz="3200" dirty="0"/>
          </a:p>
        </p:txBody>
      </p:sp>
      <p:sp>
        <p:nvSpPr>
          <p:cNvPr id="4" name="S02-figure5" descr="시계: 7시 30분"/>
          <p:cNvSpPr/>
          <p:nvPr/>
        </p:nvSpPr>
        <p:spPr>
          <a:xfrm>
            <a:off x="1687068" y="230085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5" name="S02-line6"/>
          <p:cNvSpPr/>
          <p:nvPr/>
        </p:nvSpPr>
        <p:spPr>
          <a:xfrm>
            <a:off x="3241548" y="233743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" name="S02-line7"/>
          <p:cNvSpPr/>
          <p:nvPr/>
        </p:nvSpPr>
        <p:spPr>
          <a:xfrm flipH="1">
            <a:off x="3392088" y="234575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2-line8"/>
          <p:cNvSpPr/>
          <p:nvPr/>
        </p:nvSpPr>
        <p:spPr>
          <a:xfrm flipH="1">
            <a:off x="3540978" y="237060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2-line9"/>
          <p:cNvSpPr/>
          <p:nvPr/>
        </p:nvSpPr>
        <p:spPr>
          <a:xfrm flipH="1">
            <a:off x="3686588" y="241172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2-line10"/>
          <p:cNvSpPr/>
          <p:nvPr/>
        </p:nvSpPr>
        <p:spPr>
          <a:xfrm flipH="1">
            <a:off x="3827322" y="246866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2-line11"/>
          <p:cNvSpPr/>
          <p:nvPr/>
        </p:nvSpPr>
        <p:spPr>
          <a:xfrm flipH="1">
            <a:off x="3915004" y="254079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2-line12"/>
          <p:cNvSpPr/>
          <p:nvPr/>
        </p:nvSpPr>
        <p:spPr>
          <a:xfrm flipH="1">
            <a:off x="4088065" y="26273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2-line13"/>
          <p:cNvSpPr/>
          <p:nvPr/>
        </p:nvSpPr>
        <p:spPr>
          <a:xfrm flipH="1">
            <a:off x="4205217" y="272731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2-line14"/>
          <p:cNvSpPr/>
          <p:nvPr/>
        </p:nvSpPr>
        <p:spPr>
          <a:xfrm flipH="1">
            <a:off x="4311810" y="283966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2-line15"/>
          <p:cNvSpPr/>
          <p:nvPr/>
        </p:nvSpPr>
        <p:spPr>
          <a:xfrm flipH="1">
            <a:off x="4406678" y="296313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2-line16"/>
          <p:cNvSpPr/>
          <p:nvPr/>
        </p:nvSpPr>
        <p:spPr>
          <a:xfrm flipH="1">
            <a:off x="4408007" y="309638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02-line17"/>
          <p:cNvSpPr/>
          <p:nvPr/>
        </p:nvSpPr>
        <p:spPr>
          <a:xfrm flipH="1">
            <a:off x="4557218" y="323795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2-line18"/>
          <p:cNvSpPr/>
          <p:nvPr/>
        </p:nvSpPr>
        <p:spPr>
          <a:xfrm flipH="1">
            <a:off x="4611241" y="338628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2-line19"/>
          <p:cNvSpPr/>
          <p:nvPr/>
        </p:nvSpPr>
        <p:spPr>
          <a:xfrm flipH="1">
            <a:off x="4650257" y="353974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2-line20"/>
          <p:cNvSpPr/>
          <p:nvPr/>
        </p:nvSpPr>
        <p:spPr>
          <a:xfrm flipH="1">
            <a:off x="4673839" y="369667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2-line21"/>
          <p:cNvSpPr/>
          <p:nvPr/>
        </p:nvSpPr>
        <p:spPr>
          <a:xfrm flipH="1">
            <a:off x="4588459" y="385533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2-line22"/>
          <p:cNvSpPr/>
          <p:nvPr/>
        </p:nvSpPr>
        <p:spPr>
          <a:xfrm flipH="1" flipV="1">
            <a:off x="4673839" y="400587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2-line23"/>
          <p:cNvSpPr/>
          <p:nvPr/>
        </p:nvSpPr>
        <p:spPr>
          <a:xfrm flipH="1" flipV="1">
            <a:off x="4650257" y="415476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2-line24"/>
          <p:cNvSpPr/>
          <p:nvPr/>
        </p:nvSpPr>
        <p:spPr>
          <a:xfrm flipH="1" flipV="1">
            <a:off x="4611241" y="430037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2-line25"/>
          <p:cNvSpPr/>
          <p:nvPr/>
        </p:nvSpPr>
        <p:spPr>
          <a:xfrm flipH="1" flipV="1">
            <a:off x="4557218" y="444111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2-line26"/>
          <p:cNvSpPr/>
          <p:nvPr/>
        </p:nvSpPr>
        <p:spPr>
          <a:xfrm flipH="1" flipV="1">
            <a:off x="4408007" y="452879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" name="S02-line27"/>
          <p:cNvSpPr/>
          <p:nvPr/>
        </p:nvSpPr>
        <p:spPr>
          <a:xfrm flipH="1" flipV="1">
            <a:off x="4406678" y="470185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2-line28"/>
          <p:cNvSpPr/>
          <p:nvPr/>
        </p:nvSpPr>
        <p:spPr>
          <a:xfrm flipH="1" flipV="1">
            <a:off x="4311810" y="481900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2-line29"/>
          <p:cNvSpPr/>
          <p:nvPr/>
        </p:nvSpPr>
        <p:spPr>
          <a:xfrm flipH="1" flipV="1">
            <a:off x="4205217" y="492560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2-line30"/>
          <p:cNvSpPr/>
          <p:nvPr/>
        </p:nvSpPr>
        <p:spPr>
          <a:xfrm flipH="1" flipV="1">
            <a:off x="4088065" y="502046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2-line31"/>
          <p:cNvSpPr/>
          <p:nvPr/>
        </p:nvSpPr>
        <p:spPr>
          <a:xfrm flipH="1" flipV="1">
            <a:off x="3915004" y="502179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02-line32"/>
          <p:cNvSpPr/>
          <p:nvPr/>
        </p:nvSpPr>
        <p:spPr>
          <a:xfrm flipH="1" flipV="1">
            <a:off x="3827322" y="517100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2-line33"/>
          <p:cNvSpPr/>
          <p:nvPr/>
        </p:nvSpPr>
        <p:spPr>
          <a:xfrm flipH="1" flipV="1">
            <a:off x="3686588" y="522503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2-line34"/>
          <p:cNvSpPr/>
          <p:nvPr/>
        </p:nvSpPr>
        <p:spPr>
          <a:xfrm flipH="1" flipV="1">
            <a:off x="3540978" y="526404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2-line35"/>
          <p:cNvSpPr/>
          <p:nvPr/>
        </p:nvSpPr>
        <p:spPr>
          <a:xfrm flipH="1" flipV="1">
            <a:off x="3392088" y="528763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2-line36"/>
          <p:cNvSpPr/>
          <p:nvPr/>
        </p:nvSpPr>
        <p:spPr>
          <a:xfrm flipV="1">
            <a:off x="3241548" y="520225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6" name="S02-line37"/>
          <p:cNvSpPr/>
          <p:nvPr/>
        </p:nvSpPr>
        <p:spPr>
          <a:xfrm flipV="1">
            <a:off x="3082884" y="528763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2-line38"/>
          <p:cNvSpPr/>
          <p:nvPr/>
        </p:nvSpPr>
        <p:spPr>
          <a:xfrm flipV="1">
            <a:off x="2925958" y="526404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2-line39"/>
          <p:cNvSpPr/>
          <p:nvPr/>
        </p:nvSpPr>
        <p:spPr>
          <a:xfrm flipV="1">
            <a:off x="2772490" y="522503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2-line40"/>
          <p:cNvSpPr/>
          <p:nvPr/>
        </p:nvSpPr>
        <p:spPr>
          <a:xfrm flipV="1">
            <a:off x="2624161" y="517100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2-line41"/>
          <p:cNvSpPr/>
          <p:nvPr/>
        </p:nvSpPr>
        <p:spPr>
          <a:xfrm flipV="1">
            <a:off x="2482596" y="502179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1" name="S02-line42"/>
          <p:cNvSpPr/>
          <p:nvPr/>
        </p:nvSpPr>
        <p:spPr>
          <a:xfrm flipV="1">
            <a:off x="2349346" y="502046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2-line43"/>
          <p:cNvSpPr/>
          <p:nvPr/>
        </p:nvSpPr>
        <p:spPr>
          <a:xfrm flipV="1">
            <a:off x="2225872" y="492560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2-line44"/>
          <p:cNvSpPr/>
          <p:nvPr/>
        </p:nvSpPr>
        <p:spPr>
          <a:xfrm flipV="1">
            <a:off x="2113525" y="481900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2-line45"/>
          <p:cNvSpPr/>
          <p:nvPr/>
        </p:nvSpPr>
        <p:spPr>
          <a:xfrm flipV="1">
            <a:off x="2013538" y="470185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2-line46"/>
          <p:cNvSpPr/>
          <p:nvPr/>
        </p:nvSpPr>
        <p:spPr>
          <a:xfrm flipV="1">
            <a:off x="1927005" y="452879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6" name="S02-line47"/>
          <p:cNvSpPr/>
          <p:nvPr/>
        </p:nvSpPr>
        <p:spPr>
          <a:xfrm flipV="1">
            <a:off x="1854874" y="444111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2-line48"/>
          <p:cNvSpPr/>
          <p:nvPr/>
        </p:nvSpPr>
        <p:spPr>
          <a:xfrm flipV="1">
            <a:off x="1797936" y="430037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2-line49"/>
          <p:cNvSpPr/>
          <p:nvPr/>
        </p:nvSpPr>
        <p:spPr>
          <a:xfrm flipV="1">
            <a:off x="1756814" y="415476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2-line50"/>
          <p:cNvSpPr/>
          <p:nvPr/>
        </p:nvSpPr>
        <p:spPr>
          <a:xfrm flipV="1">
            <a:off x="1731959" y="400587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2-line51"/>
          <p:cNvSpPr/>
          <p:nvPr/>
        </p:nvSpPr>
        <p:spPr>
          <a:xfrm>
            <a:off x="1723644" y="385533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02-line52"/>
          <p:cNvSpPr/>
          <p:nvPr/>
        </p:nvSpPr>
        <p:spPr>
          <a:xfrm>
            <a:off x="1731959" y="369667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2-line53"/>
          <p:cNvSpPr/>
          <p:nvPr/>
        </p:nvSpPr>
        <p:spPr>
          <a:xfrm>
            <a:off x="1756814" y="353974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2-line54"/>
          <p:cNvSpPr/>
          <p:nvPr/>
        </p:nvSpPr>
        <p:spPr>
          <a:xfrm>
            <a:off x="1797936" y="338628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2-line55"/>
          <p:cNvSpPr/>
          <p:nvPr/>
        </p:nvSpPr>
        <p:spPr>
          <a:xfrm>
            <a:off x="1854874" y="323795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2-line56"/>
          <p:cNvSpPr/>
          <p:nvPr/>
        </p:nvSpPr>
        <p:spPr>
          <a:xfrm>
            <a:off x="1927005" y="309638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6" name="S02-line57"/>
          <p:cNvSpPr/>
          <p:nvPr/>
        </p:nvSpPr>
        <p:spPr>
          <a:xfrm>
            <a:off x="2013538" y="296313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2-line58"/>
          <p:cNvSpPr/>
          <p:nvPr/>
        </p:nvSpPr>
        <p:spPr>
          <a:xfrm>
            <a:off x="2113525" y="283966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2-line59"/>
          <p:cNvSpPr/>
          <p:nvPr/>
        </p:nvSpPr>
        <p:spPr>
          <a:xfrm>
            <a:off x="2225872" y="272731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2-line60"/>
          <p:cNvSpPr/>
          <p:nvPr/>
        </p:nvSpPr>
        <p:spPr>
          <a:xfrm>
            <a:off x="2349346" y="26273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2-line61"/>
          <p:cNvSpPr/>
          <p:nvPr/>
        </p:nvSpPr>
        <p:spPr>
          <a:xfrm>
            <a:off x="2482596" y="254079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1" name="S02-line62"/>
          <p:cNvSpPr/>
          <p:nvPr/>
        </p:nvSpPr>
        <p:spPr>
          <a:xfrm>
            <a:off x="2624161" y="246866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2-line63"/>
          <p:cNvSpPr/>
          <p:nvPr/>
        </p:nvSpPr>
        <p:spPr>
          <a:xfrm>
            <a:off x="2772490" y="241172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2-line64"/>
          <p:cNvSpPr/>
          <p:nvPr/>
        </p:nvSpPr>
        <p:spPr>
          <a:xfrm>
            <a:off x="2925958" y="237060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2-line65"/>
          <p:cNvSpPr/>
          <p:nvPr/>
        </p:nvSpPr>
        <p:spPr>
          <a:xfrm>
            <a:off x="3082884" y="234575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2-label66"/>
          <p:cNvSpPr txBox="1"/>
          <p:nvPr/>
        </p:nvSpPr>
        <p:spPr>
          <a:xfrm>
            <a:off x="3581248" y="260894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6" name="S02-label67"/>
          <p:cNvSpPr txBox="1"/>
          <p:nvPr/>
        </p:nvSpPr>
        <p:spPr>
          <a:xfrm>
            <a:off x="4030741" y="30584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7" name="S02-label68"/>
          <p:cNvSpPr txBox="1"/>
          <p:nvPr/>
        </p:nvSpPr>
        <p:spPr>
          <a:xfrm>
            <a:off x="4195267" y="36724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8" name="S02-label69"/>
          <p:cNvSpPr txBox="1"/>
          <p:nvPr/>
        </p:nvSpPr>
        <p:spPr>
          <a:xfrm>
            <a:off x="4030741" y="428647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69" name="S02-label70"/>
          <p:cNvSpPr txBox="1"/>
          <p:nvPr/>
        </p:nvSpPr>
        <p:spPr>
          <a:xfrm>
            <a:off x="3581248" y="47359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0" name="S02-label71"/>
          <p:cNvSpPr txBox="1"/>
          <p:nvPr/>
        </p:nvSpPr>
        <p:spPr>
          <a:xfrm>
            <a:off x="2967228" y="49004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1" name="S02-label72"/>
          <p:cNvSpPr txBox="1"/>
          <p:nvPr/>
        </p:nvSpPr>
        <p:spPr>
          <a:xfrm>
            <a:off x="2353208" y="47359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2" name="S02-label73"/>
          <p:cNvSpPr txBox="1"/>
          <p:nvPr/>
        </p:nvSpPr>
        <p:spPr>
          <a:xfrm>
            <a:off x="1903715" y="428647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3" name="S02-label74"/>
          <p:cNvSpPr txBox="1"/>
          <p:nvPr/>
        </p:nvSpPr>
        <p:spPr>
          <a:xfrm>
            <a:off x="1739189" y="36724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4" name="S02-label75"/>
          <p:cNvSpPr txBox="1"/>
          <p:nvPr/>
        </p:nvSpPr>
        <p:spPr>
          <a:xfrm>
            <a:off x="1903715" y="30584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5" name="S02-label76"/>
          <p:cNvSpPr txBox="1"/>
          <p:nvPr/>
        </p:nvSpPr>
        <p:spPr>
          <a:xfrm>
            <a:off x="2353208" y="260894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6" name="S02-label77"/>
          <p:cNvSpPr txBox="1"/>
          <p:nvPr/>
        </p:nvSpPr>
        <p:spPr>
          <a:xfrm>
            <a:off x="2967228" y="24444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7" name="S02-line78"/>
          <p:cNvSpPr/>
          <p:nvPr/>
        </p:nvSpPr>
        <p:spPr>
          <a:xfrm flipH="1">
            <a:off x="2757907" y="3855339"/>
            <a:ext cx="483641" cy="483641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8" name="S02-line79"/>
          <p:cNvSpPr/>
          <p:nvPr/>
        </p:nvSpPr>
        <p:spPr>
          <a:xfrm>
            <a:off x="3241548" y="3855339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79" name="S02-pin80"/>
          <p:cNvSpPr/>
          <p:nvPr/>
        </p:nvSpPr>
        <p:spPr>
          <a:xfrm>
            <a:off x="3186684" y="380047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0" name="S02-label81"/>
          <p:cNvSpPr txBox="1"/>
          <p:nvPr/>
        </p:nvSpPr>
        <p:spPr>
          <a:xfrm>
            <a:off x="548640" y="577215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81" name="S02-figure82" descr="시계: 9시"/>
          <p:cNvSpPr/>
          <p:nvPr/>
        </p:nvSpPr>
        <p:spPr>
          <a:xfrm>
            <a:off x="7392924" y="230085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2" name="S02-line83"/>
          <p:cNvSpPr/>
          <p:nvPr/>
        </p:nvSpPr>
        <p:spPr>
          <a:xfrm>
            <a:off x="8947404" y="233743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3" name="S02-line84"/>
          <p:cNvSpPr/>
          <p:nvPr/>
        </p:nvSpPr>
        <p:spPr>
          <a:xfrm flipH="1">
            <a:off x="9097944" y="234575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02-line85"/>
          <p:cNvSpPr/>
          <p:nvPr/>
        </p:nvSpPr>
        <p:spPr>
          <a:xfrm flipH="1">
            <a:off x="9246834" y="237060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2-line86"/>
          <p:cNvSpPr/>
          <p:nvPr/>
        </p:nvSpPr>
        <p:spPr>
          <a:xfrm flipH="1">
            <a:off x="9392444" y="241172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2-line87"/>
          <p:cNvSpPr/>
          <p:nvPr/>
        </p:nvSpPr>
        <p:spPr>
          <a:xfrm flipH="1">
            <a:off x="9533178" y="246866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2-line88"/>
          <p:cNvSpPr/>
          <p:nvPr/>
        </p:nvSpPr>
        <p:spPr>
          <a:xfrm flipH="1">
            <a:off x="9620860" y="254079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8" name="S02-line89"/>
          <p:cNvSpPr/>
          <p:nvPr/>
        </p:nvSpPr>
        <p:spPr>
          <a:xfrm flipH="1">
            <a:off x="9793921" y="26273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2-line90"/>
          <p:cNvSpPr/>
          <p:nvPr/>
        </p:nvSpPr>
        <p:spPr>
          <a:xfrm flipH="1">
            <a:off x="9911073" y="272731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2-line91"/>
          <p:cNvSpPr/>
          <p:nvPr/>
        </p:nvSpPr>
        <p:spPr>
          <a:xfrm flipH="1">
            <a:off x="10017666" y="283966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2-line92"/>
          <p:cNvSpPr/>
          <p:nvPr/>
        </p:nvSpPr>
        <p:spPr>
          <a:xfrm flipH="1">
            <a:off x="10112534" y="296313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2-line93"/>
          <p:cNvSpPr/>
          <p:nvPr/>
        </p:nvSpPr>
        <p:spPr>
          <a:xfrm flipH="1">
            <a:off x="10113863" y="309638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3" name="S02-line94"/>
          <p:cNvSpPr/>
          <p:nvPr/>
        </p:nvSpPr>
        <p:spPr>
          <a:xfrm flipH="1">
            <a:off x="10263074" y="323795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2-line95"/>
          <p:cNvSpPr/>
          <p:nvPr/>
        </p:nvSpPr>
        <p:spPr>
          <a:xfrm flipH="1">
            <a:off x="10317097" y="338628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2-line96"/>
          <p:cNvSpPr/>
          <p:nvPr/>
        </p:nvSpPr>
        <p:spPr>
          <a:xfrm flipH="1">
            <a:off x="10356113" y="353974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2-line97"/>
          <p:cNvSpPr/>
          <p:nvPr/>
        </p:nvSpPr>
        <p:spPr>
          <a:xfrm flipH="1">
            <a:off x="10379695" y="369667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2-line98"/>
          <p:cNvSpPr/>
          <p:nvPr/>
        </p:nvSpPr>
        <p:spPr>
          <a:xfrm flipH="1">
            <a:off x="10294315" y="385533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8" name="S02-line99"/>
          <p:cNvSpPr/>
          <p:nvPr/>
        </p:nvSpPr>
        <p:spPr>
          <a:xfrm flipH="1" flipV="1">
            <a:off x="10379695" y="400587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2-line100"/>
          <p:cNvSpPr/>
          <p:nvPr/>
        </p:nvSpPr>
        <p:spPr>
          <a:xfrm flipH="1" flipV="1">
            <a:off x="10356113" y="415476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2-line101"/>
          <p:cNvSpPr/>
          <p:nvPr/>
        </p:nvSpPr>
        <p:spPr>
          <a:xfrm flipH="1" flipV="1">
            <a:off x="10317097" y="430037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2-line102"/>
          <p:cNvSpPr/>
          <p:nvPr/>
        </p:nvSpPr>
        <p:spPr>
          <a:xfrm flipH="1" flipV="1">
            <a:off x="10263074" y="444111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2-line103"/>
          <p:cNvSpPr/>
          <p:nvPr/>
        </p:nvSpPr>
        <p:spPr>
          <a:xfrm flipH="1" flipV="1">
            <a:off x="10113863" y="452879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3" name="S02-line104"/>
          <p:cNvSpPr/>
          <p:nvPr/>
        </p:nvSpPr>
        <p:spPr>
          <a:xfrm flipH="1" flipV="1">
            <a:off x="10112534" y="470185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2-line105"/>
          <p:cNvSpPr/>
          <p:nvPr/>
        </p:nvSpPr>
        <p:spPr>
          <a:xfrm flipH="1" flipV="1">
            <a:off x="10017666" y="481900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2-line106"/>
          <p:cNvSpPr/>
          <p:nvPr/>
        </p:nvSpPr>
        <p:spPr>
          <a:xfrm flipH="1" flipV="1">
            <a:off x="9911073" y="492560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2-line107"/>
          <p:cNvSpPr/>
          <p:nvPr/>
        </p:nvSpPr>
        <p:spPr>
          <a:xfrm flipH="1" flipV="1">
            <a:off x="9793921" y="502046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2-line108"/>
          <p:cNvSpPr/>
          <p:nvPr/>
        </p:nvSpPr>
        <p:spPr>
          <a:xfrm flipH="1" flipV="1">
            <a:off x="9620860" y="502179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8" name="S02-line109"/>
          <p:cNvSpPr/>
          <p:nvPr/>
        </p:nvSpPr>
        <p:spPr>
          <a:xfrm flipH="1" flipV="1">
            <a:off x="9533178" y="517100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2-line110"/>
          <p:cNvSpPr/>
          <p:nvPr/>
        </p:nvSpPr>
        <p:spPr>
          <a:xfrm flipH="1" flipV="1">
            <a:off x="9392444" y="522503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2-line111"/>
          <p:cNvSpPr/>
          <p:nvPr/>
        </p:nvSpPr>
        <p:spPr>
          <a:xfrm flipH="1" flipV="1">
            <a:off x="9246834" y="526404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2-line112"/>
          <p:cNvSpPr/>
          <p:nvPr/>
        </p:nvSpPr>
        <p:spPr>
          <a:xfrm flipH="1" flipV="1">
            <a:off x="9097944" y="528763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2-line113"/>
          <p:cNvSpPr/>
          <p:nvPr/>
        </p:nvSpPr>
        <p:spPr>
          <a:xfrm flipV="1">
            <a:off x="8947404" y="520225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3" name="S02-line114"/>
          <p:cNvSpPr/>
          <p:nvPr/>
        </p:nvSpPr>
        <p:spPr>
          <a:xfrm flipV="1">
            <a:off x="8788740" y="528763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2-line115"/>
          <p:cNvSpPr/>
          <p:nvPr/>
        </p:nvSpPr>
        <p:spPr>
          <a:xfrm flipV="1">
            <a:off x="8631814" y="526404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2-line116"/>
          <p:cNvSpPr/>
          <p:nvPr/>
        </p:nvSpPr>
        <p:spPr>
          <a:xfrm flipV="1">
            <a:off x="8478346" y="522503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2-line117"/>
          <p:cNvSpPr/>
          <p:nvPr/>
        </p:nvSpPr>
        <p:spPr>
          <a:xfrm flipV="1">
            <a:off x="8330017" y="517100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2-line118"/>
          <p:cNvSpPr/>
          <p:nvPr/>
        </p:nvSpPr>
        <p:spPr>
          <a:xfrm flipV="1">
            <a:off x="8188452" y="502179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8" name="S02-line119"/>
          <p:cNvSpPr/>
          <p:nvPr/>
        </p:nvSpPr>
        <p:spPr>
          <a:xfrm flipV="1">
            <a:off x="8055202" y="502046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2-line120"/>
          <p:cNvSpPr/>
          <p:nvPr/>
        </p:nvSpPr>
        <p:spPr>
          <a:xfrm flipV="1">
            <a:off x="7931728" y="492560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2-line121"/>
          <p:cNvSpPr/>
          <p:nvPr/>
        </p:nvSpPr>
        <p:spPr>
          <a:xfrm flipV="1">
            <a:off x="7819381" y="481900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2-line122"/>
          <p:cNvSpPr/>
          <p:nvPr/>
        </p:nvSpPr>
        <p:spPr>
          <a:xfrm flipV="1">
            <a:off x="7719394" y="470185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2-line123"/>
          <p:cNvSpPr/>
          <p:nvPr/>
        </p:nvSpPr>
        <p:spPr>
          <a:xfrm flipV="1">
            <a:off x="7632861" y="452879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3" name="S02-line124"/>
          <p:cNvSpPr/>
          <p:nvPr/>
        </p:nvSpPr>
        <p:spPr>
          <a:xfrm flipV="1">
            <a:off x="7560730" y="444111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2-line125"/>
          <p:cNvSpPr/>
          <p:nvPr/>
        </p:nvSpPr>
        <p:spPr>
          <a:xfrm flipV="1">
            <a:off x="7503792" y="430037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2-line126"/>
          <p:cNvSpPr/>
          <p:nvPr/>
        </p:nvSpPr>
        <p:spPr>
          <a:xfrm flipV="1">
            <a:off x="7462670" y="415476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2-line127"/>
          <p:cNvSpPr/>
          <p:nvPr/>
        </p:nvSpPr>
        <p:spPr>
          <a:xfrm flipV="1">
            <a:off x="7437815" y="400587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2-line128"/>
          <p:cNvSpPr/>
          <p:nvPr/>
        </p:nvSpPr>
        <p:spPr>
          <a:xfrm>
            <a:off x="7429500" y="385533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8" name="S02-line129"/>
          <p:cNvSpPr/>
          <p:nvPr/>
        </p:nvSpPr>
        <p:spPr>
          <a:xfrm>
            <a:off x="7437815" y="369667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2-line130"/>
          <p:cNvSpPr/>
          <p:nvPr/>
        </p:nvSpPr>
        <p:spPr>
          <a:xfrm>
            <a:off x="7462670" y="353974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2-line131"/>
          <p:cNvSpPr/>
          <p:nvPr/>
        </p:nvSpPr>
        <p:spPr>
          <a:xfrm>
            <a:off x="7503792" y="338628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2-line132"/>
          <p:cNvSpPr/>
          <p:nvPr/>
        </p:nvSpPr>
        <p:spPr>
          <a:xfrm>
            <a:off x="7560730" y="323795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2-line133"/>
          <p:cNvSpPr/>
          <p:nvPr/>
        </p:nvSpPr>
        <p:spPr>
          <a:xfrm>
            <a:off x="7632861" y="309638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3" name="S02-line134"/>
          <p:cNvSpPr/>
          <p:nvPr/>
        </p:nvSpPr>
        <p:spPr>
          <a:xfrm>
            <a:off x="7719394" y="296313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2-line135"/>
          <p:cNvSpPr/>
          <p:nvPr/>
        </p:nvSpPr>
        <p:spPr>
          <a:xfrm>
            <a:off x="7819381" y="283966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2-line136"/>
          <p:cNvSpPr/>
          <p:nvPr/>
        </p:nvSpPr>
        <p:spPr>
          <a:xfrm>
            <a:off x="7931728" y="272731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2-line137"/>
          <p:cNvSpPr/>
          <p:nvPr/>
        </p:nvSpPr>
        <p:spPr>
          <a:xfrm>
            <a:off x="8055202" y="26273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2-line138"/>
          <p:cNvSpPr/>
          <p:nvPr/>
        </p:nvSpPr>
        <p:spPr>
          <a:xfrm>
            <a:off x="8188452" y="254079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8" name="S02-line139"/>
          <p:cNvSpPr/>
          <p:nvPr/>
        </p:nvSpPr>
        <p:spPr>
          <a:xfrm>
            <a:off x="8330017" y="246866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02-line140"/>
          <p:cNvSpPr/>
          <p:nvPr/>
        </p:nvSpPr>
        <p:spPr>
          <a:xfrm>
            <a:off x="8478346" y="241172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2-line141"/>
          <p:cNvSpPr/>
          <p:nvPr/>
        </p:nvSpPr>
        <p:spPr>
          <a:xfrm>
            <a:off x="8631814" y="237060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2-line142"/>
          <p:cNvSpPr/>
          <p:nvPr/>
        </p:nvSpPr>
        <p:spPr>
          <a:xfrm>
            <a:off x="8788740" y="234575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2-label143"/>
          <p:cNvSpPr txBox="1"/>
          <p:nvPr/>
        </p:nvSpPr>
        <p:spPr>
          <a:xfrm>
            <a:off x="9287104" y="260894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43" name="S02-label144"/>
          <p:cNvSpPr txBox="1"/>
          <p:nvPr/>
        </p:nvSpPr>
        <p:spPr>
          <a:xfrm>
            <a:off x="9736597" y="30584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44" name="S02-label145"/>
          <p:cNvSpPr txBox="1"/>
          <p:nvPr/>
        </p:nvSpPr>
        <p:spPr>
          <a:xfrm>
            <a:off x="9901123" y="36724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45" name="S02-label146"/>
          <p:cNvSpPr txBox="1"/>
          <p:nvPr/>
        </p:nvSpPr>
        <p:spPr>
          <a:xfrm>
            <a:off x="9736597" y="428647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46" name="S02-label147"/>
          <p:cNvSpPr txBox="1"/>
          <p:nvPr/>
        </p:nvSpPr>
        <p:spPr>
          <a:xfrm>
            <a:off x="9287104" y="47359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47" name="S02-label148"/>
          <p:cNvSpPr txBox="1"/>
          <p:nvPr/>
        </p:nvSpPr>
        <p:spPr>
          <a:xfrm>
            <a:off x="8673084" y="49004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148" name="S02-label149"/>
          <p:cNvSpPr txBox="1"/>
          <p:nvPr/>
        </p:nvSpPr>
        <p:spPr>
          <a:xfrm>
            <a:off x="8059064" y="47359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149" name="S02-label150"/>
          <p:cNvSpPr txBox="1"/>
          <p:nvPr/>
        </p:nvSpPr>
        <p:spPr>
          <a:xfrm>
            <a:off x="7609571" y="428647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150" name="S02-label151"/>
          <p:cNvSpPr txBox="1"/>
          <p:nvPr/>
        </p:nvSpPr>
        <p:spPr>
          <a:xfrm>
            <a:off x="7445045" y="36724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51" name="S02-label152"/>
          <p:cNvSpPr txBox="1"/>
          <p:nvPr/>
        </p:nvSpPr>
        <p:spPr>
          <a:xfrm>
            <a:off x="7609571" y="30584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52" name="S02-label153"/>
          <p:cNvSpPr txBox="1"/>
          <p:nvPr/>
        </p:nvSpPr>
        <p:spPr>
          <a:xfrm>
            <a:off x="8059064" y="260894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153" name="S02-label154"/>
          <p:cNvSpPr txBox="1"/>
          <p:nvPr/>
        </p:nvSpPr>
        <p:spPr>
          <a:xfrm>
            <a:off x="8673084" y="24444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154" name="S02-line155"/>
          <p:cNvSpPr/>
          <p:nvPr/>
        </p:nvSpPr>
        <p:spPr>
          <a:xfrm flipH="1">
            <a:off x="8263433" y="3855339"/>
            <a:ext cx="683971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5" name="S02-line156"/>
          <p:cNvSpPr/>
          <p:nvPr/>
        </p:nvSpPr>
        <p:spPr>
          <a:xfrm flipV="1">
            <a:off x="8947404" y="2860472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6" name="S02-pin157"/>
          <p:cNvSpPr/>
          <p:nvPr/>
        </p:nvSpPr>
        <p:spPr>
          <a:xfrm>
            <a:off x="8892540" y="380047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7" name="S02-label158"/>
          <p:cNvSpPr txBox="1"/>
          <p:nvPr/>
        </p:nvSpPr>
        <p:spPr>
          <a:xfrm>
            <a:off x="6254496" y="577215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하준이의 일과표</a:t>
            </a:r>
            <a:endParaRPr lang="ko-KR" sz="4400" dirty="0"/>
          </a:p>
        </p:txBody>
      </p:sp>
      <p:sp>
        <p:nvSpPr>
          <p:cNvPr id="3" name="S03-card1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 일, 노는 시간, 내가 맡은 집안일을 함께 적어요.</a:t>
            </a:r>
            <a:endParaRPr lang="ko-KR" sz="3200" dirty="0"/>
          </a:p>
        </p:txBody>
      </p:sp>
      <p:graphicFrame>
        <p:nvGraphicFramePr>
          <p:cNvPr id="4" name="S03-table16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79676" y="1429258"/>
          <a:ext cx="8229600" cy="914400"/>
        </p:xfrm>
        <a:graphic>
          <a:graphicData uri="http://schemas.openxmlformats.org/drawingml/2006/table">
            <a:tbl>
              <a:tblPr/>
              <a:tblGrid>
                <a:gridCol w="3703320"/>
                <a:gridCol w="452628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시각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할 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아침 7시 30분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일어나서 씻기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아침 8시 30분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학교 가기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오후 2시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숙제하기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오후 3시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놀기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저녁 6시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수저 놓기(내 일)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밤 9시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잠자기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일과표 만들기</a:t>
            </a:r>
            <a:endParaRPr lang="ko-KR" sz="4400" dirty="0"/>
          </a:p>
        </p:txBody>
      </p:sp>
      <p:sp>
        <p:nvSpPr>
          <p:cNvPr id="3" name="S04-text16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1에 나의 하루를 적어요.</a:t>
            </a:r>
            <a:endParaRPr lang="ko-KR" sz="3200" dirty="0"/>
          </a:p>
        </p:txBody>
      </p:sp>
      <p:sp>
        <p:nvSpPr>
          <p:cNvPr id="4" name="S04-card163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4-cardtext164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시간 순서대로 적었어요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숙제와 놀이가 다 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자는 시각이 있어요</a:t>
            </a:r>
            <a:endParaRPr lang="ko-KR" sz="3200" dirty="0"/>
          </a:p>
        </p:txBody>
      </p:sp>
      <p:sp>
        <p:nvSpPr>
          <p:cNvPr id="6" name="S04-stepno165"/>
          <p:cNvSpPr txBox="1"/>
          <p:nvPr/>
        </p:nvSpPr>
        <p:spPr>
          <a:xfrm>
            <a:off x="548640" y="25491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4-text166"/>
          <p:cNvSpPr txBox="1"/>
          <p:nvPr/>
        </p:nvSpPr>
        <p:spPr>
          <a:xfrm>
            <a:off x="1325880" y="254914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일어나는 시각을 적어요.</a:t>
            </a:r>
            <a:endParaRPr lang="ko-KR" sz="3200" dirty="0"/>
          </a:p>
        </p:txBody>
      </p:sp>
      <p:sp>
        <p:nvSpPr>
          <p:cNvPr id="8" name="S04-stepno167"/>
          <p:cNvSpPr txBox="1"/>
          <p:nvPr/>
        </p:nvSpPr>
        <p:spPr>
          <a:xfrm>
            <a:off x="548640" y="33080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4-text168"/>
          <p:cNvSpPr txBox="1"/>
          <p:nvPr/>
        </p:nvSpPr>
        <p:spPr>
          <a:xfrm>
            <a:off x="1325880" y="3262376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학교, 숙제, 놀이를 차례로 적어요.</a:t>
            </a:r>
            <a:endParaRPr lang="ko-KR" sz="3200" dirty="0"/>
          </a:p>
        </p:txBody>
      </p:sp>
      <p:sp>
        <p:nvSpPr>
          <p:cNvPr id="10" name="S04-stepno169"/>
          <p:cNvSpPr txBox="1"/>
          <p:nvPr/>
        </p:nvSpPr>
        <p:spPr>
          <a:xfrm>
            <a:off x="548640" y="44185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4-text170"/>
          <p:cNvSpPr txBox="1"/>
          <p:nvPr/>
        </p:nvSpPr>
        <p:spPr>
          <a:xfrm>
            <a:off x="1325880" y="441858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저녁에 하는 일을 적어요.</a:t>
            </a:r>
            <a:endParaRPr lang="ko-KR" sz="3200" dirty="0"/>
          </a:p>
        </p:txBody>
      </p:sp>
      <p:sp>
        <p:nvSpPr>
          <p:cNvPr id="12" name="S04-stepno171"/>
          <p:cNvSpPr txBox="1"/>
          <p:nvPr/>
        </p:nvSpPr>
        <p:spPr>
          <a:xfrm>
            <a:off x="548640" y="51318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04-text172"/>
          <p:cNvSpPr txBox="1"/>
          <p:nvPr/>
        </p:nvSpPr>
        <p:spPr>
          <a:xfrm>
            <a:off x="1325880" y="513181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자는 시각을 적어요.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할까요?</a:t>
            </a:r>
            <a:endParaRPr lang="ko-KR" sz="4400" dirty="0"/>
          </a:p>
        </p:txBody>
      </p:sp>
      <p:sp>
        <p:nvSpPr>
          <p:cNvPr id="3" name="S05-text17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할 수 있는 일일까요? 까닭도 말해요.</a:t>
            </a:r>
            <a:endParaRPr lang="ko-KR" sz="3200" dirty="0"/>
          </a:p>
        </p:txBody>
      </p:sp>
      <p:sp>
        <p:nvSpPr>
          <p:cNvPr id="4" name="S05-card17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17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칼·불·뜨거운 물을 쓰는 일은 어른이 해요.</a:t>
            </a:r>
            <a:endParaRPr lang="ko-KR" sz="3200" dirty="0"/>
          </a:p>
        </p:txBody>
      </p:sp>
      <p:sp>
        <p:nvSpPr>
          <p:cNvPr id="6" name="S05-chip17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5-text177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수저 놓기</a:t>
            </a:r>
            <a:endParaRPr lang="ko-KR" sz="3200" dirty="0"/>
          </a:p>
        </p:txBody>
      </p:sp>
      <p:sp>
        <p:nvSpPr>
          <p:cNvPr id="8" name="S05-chip178"/>
          <p:cNvSpPr txBox="1"/>
          <p:nvPr/>
        </p:nvSpPr>
        <p:spPr>
          <a:xfrm>
            <a:off x="6277356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5-text179"/>
          <p:cNvSpPr txBox="1"/>
          <p:nvPr/>
        </p:nvSpPr>
        <p:spPr>
          <a:xfrm>
            <a:off x="7072884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칼로 과일 자르기</a:t>
            </a:r>
            <a:endParaRPr lang="ko-KR" sz="3200" dirty="0"/>
          </a:p>
        </p:txBody>
      </p:sp>
      <p:sp>
        <p:nvSpPr>
          <p:cNvPr id="10" name="S05-chip18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5-text181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빨래 개기</a:t>
            </a:r>
            <a:endParaRPr lang="ko-KR" sz="3200" dirty="0"/>
          </a:p>
        </p:txBody>
      </p:sp>
      <p:sp>
        <p:nvSpPr>
          <p:cNvPr id="12" name="S05-chip182"/>
          <p:cNvSpPr txBox="1"/>
          <p:nvPr/>
        </p:nvSpPr>
        <p:spPr>
          <a:xfrm>
            <a:off x="6277356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5-text183"/>
          <p:cNvSpPr txBox="1"/>
          <p:nvPr/>
        </p:nvSpPr>
        <p:spPr>
          <a:xfrm>
            <a:off x="7072884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불을 켜고 국 끓이기</a:t>
            </a:r>
            <a:endParaRPr lang="ko-KR" sz="3200" dirty="0"/>
          </a:p>
        </p:txBody>
      </p:sp>
      <p:sp>
        <p:nvSpPr>
          <p:cNvPr id="14" name="S05-chip184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600" dirty="0"/>
          </a:p>
        </p:txBody>
      </p:sp>
      <p:sp>
        <p:nvSpPr>
          <p:cNvPr id="15" name="S05-text185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신발 정리하기</a:t>
            </a:r>
            <a:endParaRPr lang="ko-KR" sz="3200" dirty="0"/>
          </a:p>
        </p:txBody>
      </p:sp>
      <p:sp>
        <p:nvSpPr>
          <p:cNvPr id="16" name="S05-chip186"/>
          <p:cNvSpPr txBox="1"/>
          <p:nvPr/>
        </p:nvSpPr>
        <p:spPr>
          <a:xfrm>
            <a:off x="6277356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2600" dirty="0"/>
          </a:p>
        </p:txBody>
      </p:sp>
      <p:sp>
        <p:nvSpPr>
          <p:cNvPr id="17" name="S05-text187"/>
          <p:cNvSpPr txBox="1"/>
          <p:nvPr/>
        </p:nvSpPr>
        <p:spPr>
          <a:xfrm>
            <a:off x="7072884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화분에 물 주기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 회의</a:t>
            </a:r>
            <a:endParaRPr lang="ko-KR" sz="4400" dirty="0"/>
          </a:p>
        </p:txBody>
      </p:sp>
      <p:sp>
        <p:nvSpPr>
          <p:cNvPr id="3" name="S06-text18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가족과 일을 나누고 실천표를 만들어요.</a:t>
            </a:r>
            <a:endParaRPr lang="ko-KR" sz="3200" dirty="0"/>
          </a:p>
        </p:txBody>
      </p:sp>
      <p:sp>
        <p:nvSpPr>
          <p:cNvPr id="4" name="S06-card189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190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맡을 일을 1~2가지 골랐어요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고른 까닭을 말했어요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일과표에 그 시간을 넣었어요</a:t>
            </a:r>
            <a:endParaRPr lang="ko-KR" sz="3200" dirty="0"/>
          </a:p>
        </p:txBody>
      </p:sp>
      <p:sp>
        <p:nvSpPr>
          <p:cNvPr id="6" name="S06-stepno191"/>
          <p:cNvSpPr txBox="1"/>
          <p:nvPr/>
        </p:nvSpPr>
        <p:spPr>
          <a:xfrm>
            <a:off x="548640" y="27706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6-text192"/>
          <p:cNvSpPr txBox="1"/>
          <p:nvPr/>
        </p:nvSpPr>
        <p:spPr>
          <a:xfrm>
            <a:off x="1325880" y="27706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일을 함께 찾아요.</a:t>
            </a:r>
            <a:endParaRPr lang="ko-KR" sz="3200" dirty="0"/>
          </a:p>
        </p:txBody>
      </p:sp>
      <p:sp>
        <p:nvSpPr>
          <p:cNvPr id="8" name="S06-stepno193"/>
          <p:cNvSpPr txBox="1"/>
          <p:nvPr/>
        </p:nvSpPr>
        <p:spPr>
          <a:xfrm>
            <a:off x="548640" y="34838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6-text194"/>
          <p:cNvSpPr txBox="1"/>
          <p:nvPr/>
        </p:nvSpPr>
        <p:spPr>
          <a:xfrm>
            <a:off x="1325880" y="34838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맡을 일을 골라요.</a:t>
            </a:r>
            <a:endParaRPr lang="ko-KR" sz="3200" dirty="0"/>
          </a:p>
        </p:txBody>
      </p:sp>
      <p:sp>
        <p:nvSpPr>
          <p:cNvPr id="10" name="S06-stepno195"/>
          <p:cNvSpPr txBox="1"/>
          <p:nvPr/>
        </p:nvSpPr>
        <p:spPr>
          <a:xfrm>
            <a:off x="548640" y="41970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6-text196"/>
          <p:cNvSpPr txBox="1"/>
          <p:nvPr/>
        </p:nvSpPr>
        <p:spPr>
          <a:xfrm>
            <a:off x="1325880" y="41970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말해요.</a:t>
            </a:r>
            <a:endParaRPr lang="ko-KR" sz="3200" dirty="0"/>
          </a:p>
        </p:txBody>
      </p:sp>
      <p:sp>
        <p:nvSpPr>
          <p:cNvPr id="12" name="S06-stepno197"/>
          <p:cNvSpPr txBox="1"/>
          <p:nvPr/>
        </p:nvSpPr>
        <p:spPr>
          <a:xfrm>
            <a:off x="548640" y="4910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06-text198"/>
          <p:cNvSpPr txBox="1"/>
          <p:nvPr/>
        </p:nvSpPr>
        <p:spPr>
          <a:xfrm>
            <a:off x="1325880" y="49103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일과표와 실천표에 적어요.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07-card199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07-cardtext200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일과표로 하루 시간을 나누고, 가족과 집안일을 나누어 맡아요.</a:t>
            </a:r>
            <a:endParaRPr lang="ko-KR" sz="3200" dirty="0"/>
          </a:p>
        </p:txBody>
      </p:sp>
      <p:sp>
        <p:nvSpPr>
          <p:cNvPr id="5" name="S07-chip201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맡은 일 끝까지 하기</a:t>
            </a:r>
            <a:endParaRPr lang="ko-KR" sz="2600" dirty="0"/>
          </a:p>
        </p:txBody>
      </p:sp>
      <p:sp>
        <p:nvSpPr>
          <p:cNvPr id="6" name="S07-chip202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칼·불 혼자 쓰기</a:t>
            </a:r>
            <a:endParaRPr lang="ko-KR" sz="2600" dirty="0"/>
          </a:p>
        </p:txBody>
      </p:sp>
      <p:sp>
        <p:nvSpPr>
          <p:cNvPr id="7" name="S07-text203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07-text204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일과표에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적는 두 가지</a:t>
            </a:r>
            <a:endParaRPr lang="ko-KR" sz="2600" dirty="0"/>
          </a:p>
        </p:txBody>
      </p:sp>
      <p:sp>
        <p:nvSpPr>
          <p:cNvPr id="9" name="S07-text205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내가 맡은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집안일과 까닭</a:t>
            </a:r>
            <a:endParaRPr lang="ko-KR" sz="2600" dirty="0"/>
          </a:p>
        </p:txBody>
      </p:sp>
      <p:sp>
        <p:nvSpPr>
          <p:cNvPr id="10" name="S07-text206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실천표의 ○는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개?</a:t>
            </a:r>
            <a:endParaRPr lang="ko-KR" sz="2600" dirty="0"/>
          </a:p>
        </p:txBody>
      </p:sp>
      <p:sp>
        <p:nvSpPr>
          <p:cNvPr id="11" name="S07-text20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재료 비교와 도구 안전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아침·낮·저녁·밤</a:t>
            </a:r>
            <a:endParaRPr lang="ko-KR" sz="4400" dirty="0"/>
          </a:p>
        </p:txBody>
      </p:sp>
      <p:sp>
        <p:nvSpPr>
          <p:cNvPr id="3" name="S08-text20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하루는 이렇게 흘러가요.</a:t>
            </a:r>
            <a:endParaRPr lang="ko-KR" sz="3200" dirty="0"/>
          </a:p>
        </p:txBody>
      </p:sp>
      <p:sp>
        <p:nvSpPr>
          <p:cNvPr id="4" name="S08-card20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2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시각 대신 아침·낮·저녁·밤으로 적어도 돼요.</a:t>
            </a:r>
            <a:endParaRPr lang="ko-KR" sz="3200" dirty="0"/>
          </a:p>
        </p:txBody>
      </p:sp>
      <p:sp>
        <p:nvSpPr>
          <p:cNvPr id="6" name="S08-step211"/>
          <p:cNvSpPr txBox="1"/>
          <p:nvPr/>
        </p:nvSpPr>
        <p:spPr>
          <a:xfrm>
            <a:off x="548640" y="2880360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일어나기</a:t>
            </a:r>
            <a:endParaRPr lang="ko-KR" sz="2600" dirty="0"/>
          </a:p>
        </p:txBody>
      </p:sp>
      <p:sp>
        <p:nvSpPr>
          <p:cNvPr id="7" name="S08-line212"/>
          <p:cNvSpPr/>
          <p:nvPr/>
        </p:nvSpPr>
        <p:spPr>
          <a:xfrm>
            <a:off x="3067812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8-step213"/>
          <p:cNvSpPr txBox="1"/>
          <p:nvPr/>
        </p:nvSpPr>
        <p:spPr>
          <a:xfrm>
            <a:off x="3424428" y="2880360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학교·숙제</a:t>
            </a:r>
            <a:endParaRPr lang="ko-KR" sz="2600" dirty="0"/>
          </a:p>
        </p:txBody>
      </p:sp>
      <p:sp>
        <p:nvSpPr>
          <p:cNvPr id="9" name="S08-line214"/>
          <p:cNvSpPr/>
          <p:nvPr/>
        </p:nvSpPr>
        <p:spPr>
          <a:xfrm>
            <a:off x="594360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8-step215"/>
          <p:cNvSpPr txBox="1"/>
          <p:nvPr/>
        </p:nvSpPr>
        <p:spPr>
          <a:xfrm>
            <a:off x="6300216" y="2880360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저녁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저녁 먹기</a:t>
            </a:r>
            <a:endParaRPr lang="ko-KR" sz="2600" dirty="0"/>
          </a:p>
        </p:txBody>
      </p:sp>
      <p:sp>
        <p:nvSpPr>
          <p:cNvPr id="11" name="S08-line216"/>
          <p:cNvSpPr/>
          <p:nvPr/>
        </p:nvSpPr>
        <p:spPr>
          <a:xfrm>
            <a:off x="8819388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08-step217"/>
          <p:cNvSpPr txBox="1"/>
          <p:nvPr/>
        </p:nvSpPr>
        <p:spPr>
          <a:xfrm>
            <a:off x="9176004" y="2880360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밤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잠자기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기술·가정 시간 관리와 집안일 나누기</dc:title>
  <dc:subject>KR22-G02-TEC-CHORES-L01</dc:subject>
  <dc:creator>education-ppt</dc:creator>
  <cp:lastModifiedBy>education-ppt</cp:lastModifiedBy>
  <cp:revision>1</cp:revision>
  <dcterms:created xsi:type="dcterms:W3CDTF">2026-10-26T09:57:59Z</dcterms:created>
  <dcterms:modified xsi:type="dcterms:W3CDTF">2026-10-26T09:57:59Z</dcterms:modified>
</cp:coreProperties>
</file>