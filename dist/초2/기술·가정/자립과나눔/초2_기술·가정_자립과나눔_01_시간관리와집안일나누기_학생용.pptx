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088ffbd-a700-bbb4-4333-56fe066f00b7}">
          <p14:sldIdLst>
            <p14:sldId id="256"/>
            <p14:sldId id="257"/>
          </p14:sldIdLst>
        </p14:section>
        <p14:section name="개념" id="{eaea78b8-2f7c-53aa-f39d-2976f453333f}">
          <p14:sldIdLst>
            <p14:sldId id="258"/>
          </p14:sldIdLst>
        </p14:section>
        <p14:section name="연습" id="{7108bf53-ef64-1ab8-7b7b-418e939c8be5}">
          <p14:sldIdLst>
            <p14:sldId id="259"/>
            <p14:sldId id="260"/>
          </p14:sldIdLst>
        </p14:section>
        <p14:section name="확인" id="{fa2bfae5-4411-b36e-a083-6a3ad97196e3}">
          <p14:sldIdLst>
            <p14:sldId id="261"/>
          </p14:sldIdLst>
        </p14:section>
        <p14:section name="정리" id="{30524f2f-5275-2d58-cba2-60ae39b1eed2}">
          <p14:sldIdLst>
            <p14:sldId id="262"/>
          </p14:sldIdLst>
        </p14:section>
        <p14:section name="보충" id="{58f49625-2f7d-8f76-0199-bb805e55999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자립과나눔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시간 관리와 집안일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기술·가정 · 시간 관리와 집안일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기술·가정 · 시간 관리와 집안일 나누기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관리와 집안일 나누기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일은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할까?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90548"/>
          <a:ext cx="3931920" cy="914400"/>
        </p:xfrm>
        <a:graphic>
          <a:graphicData uri="http://schemas.openxmlformats.org/drawingml/2006/table">
            <a:tbl>
              <a:tblPr/>
              <a:tblGrid>
                <a:gridCol w="1808683"/>
                <a:gridCol w="707746"/>
                <a:gridCol w="707746"/>
                <a:gridCol w="707746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수저 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나의 하루 일과표를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가족과 일을 나누어 맡아요.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시일까요?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시각을 읽고, 이때 하는 일을 말해요.</a:t>
            </a:r>
            <a:endParaRPr lang="ko-KR" sz="3200" dirty="0"/>
          </a:p>
        </p:txBody>
      </p:sp>
      <p:sp>
        <p:nvSpPr>
          <p:cNvPr id="4" name="S02-figure5" descr="시계: 7시 30분"/>
          <p:cNvSpPr/>
          <p:nvPr/>
        </p:nvSpPr>
        <p:spPr>
          <a:xfrm>
            <a:off x="1687068" y="230085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2-line6"/>
          <p:cNvSpPr/>
          <p:nvPr/>
        </p:nvSpPr>
        <p:spPr>
          <a:xfrm>
            <a:off x="3241548" y="233743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2-line7"/>
          <p:cNvSpPr/>
          <p:nvPr/>
        </p:nvSpPr>
        <p:spPr>
          <a:xfrm flipH="1">
            <a:off x="3392088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2-line8"/>
          <p:cNvSpPr/>
          <p:nvPr/>
        </p:nvSpPr>
        <p:spPr>
          <a:xfrm flipH="1">
            <a:off x="3540978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9"/>
          <p:cNvSpPr/>
          <p:nvPr/>
        </p:nvSpPr>
        <p:spPr>
          <a:xfrm flipH="1">
            <a:off x="3686588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10"/>
          <p:cNvSpPr/>
          <p:nvPr/>
        </p:nvSpPr>
        <p:spPr>
          <a:xfrm flipH="1">
            <a:off x="3827322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11"/>
          <p:cNvSpPr/>
          <p:nvPr/>
        </p:nvSpPr>
        <p:spPr>
          <a:xfrm flipH="1">
            <a:off x="3915004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line12"/>
          <p:cNvSpPr/>
          <p:nvPr/>
        </p:nvSpPr>
        <p:spPr>
          <a:xfrm flipH="1">
            <a:off x="4088065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13"/>
          <p:cNvSpPr/>
          <p:nvPr/>
        </p:nvSpPr>
        <p:spPr>
          <a:xfrm flipH="1">
            <a:off x="4205217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14"/>
          <p:cNvSpPr/>
          <p:nvPr/>
        </p:nvSpPr>
        <p:spPr>
          <a:xfrm flipH="1">
            <a:off x="4311810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15"/>
          <p:cNvSpPr/>
          <p:nvPr/>
        </p:nvSpPr>
        <p:spPr>
          <a:xfrm flipH="1">
            <a:off x="4406678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16"/>
          <p:cNvSpPr/>
          <p:nvPr/>
        </p:nvSpPr>
        <p:spPr>
          <a:xfrm flipH="1">
            <a:off x="4408007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2-line17"/>
          <p:cNvSpPr/>
          <p:nvPr/>
        </p:nvSpPr>
        <p:spPr>
          <a:xfrm flipH="1">
            <a:off x="4557218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18"/>
          <p:cNvSpPr/>
          <p:nvPr/>
        </p:nvSpPr>
        <p:spPr>
          <a:xfrm flipH="1">
            <a:off x="4611241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19"/>
          <p:cNvSpPr/>
          <p:nvPr/>
        </p:nvSpPr>
        <p:spPr>
          <a:xfrm flipH="1">
            <a:off x="4650257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20"/>
          <p:cNvSpPr/>
          <p:nvPr/>
        </p:nvSpPr>
        <p:spPr>
          <a:xfrm flipH="1">
            <a:off x="4673839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21"/>
          <p:cNvSpPr/>
          <p:nvPr/>
        </p:nvSpPr>
        <p:spPr>
          <a:xfrm flipH="1">
            <a:off x="4588459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line22"/>
          <p:cNvSpPr/>
          <p:nvPr/>
        </p:nvSpPr>
        <p:spPr>
          <a:xfrm flipH="1" flipV="1">
            <a:off x="4673839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23"/>
          <p:cNvSpPr/>
          <p:nvPr/>
        </p:nvSpPr>
        <p:spPr>
          <a:xfrm flipH="1" flipV="1">
            <a:off x="4650257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24"/>
          <p:cNvSpPr/>
          <p:nvPr/>
        </p:nvSpPr>
        <p:spPr>
          <a:xfrm flipH="1" flipV="1">
            <a:off x="4611241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25"/>
          <p:cNvSpPr/>
          <p:nvPr/>
        </p:nvSpPr>
        <p:spPr>
          <a:xfrm flipH="1" flipV="1">
            <a:off x="4557218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26"/>
          <p:cNvSpPr/>
          <p:nvPr/>
        </p:nvSpPr>
        <p:spPr>
          <a:xfrm flipH="1" flipV="1">
            <a:off x="4408007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2-line27"/>
          <p:cNvSpPr/>
          <p:nvPr/>
        </p:nvSpPr>
        <p:spPr>
          <a:xfrm flipH="1" flipV="1">
            <a:off x="4406678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28"/>
          <p:cNvSpPr/>
          <p:nvPr/>
        </p:nvSpPr>
        <p:spPr>
          <a:xfrm flipH="1" flipV="1">
            <a:off x="4311810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29"/>
          <p:cNvSpPr/>
          <p:nvPr/>
        </p:nvSpPr>
        <p:spPr>
          <a:xfrm flipH="1" flipV="1">
            <a:off x="4205217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30"/>
          <p:cNvSpPr/>
          <p:nvPr/>
        </p:nvSpPr>
        <p:spPr>
          <a:xfrm flipH="1" flipV="1">
            <a:off x="4088065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31"/>
          <p:cNvSpPr/>
          <p:nvPr/>
        </p:nvSpPr>
        <p:spPr>
          <a:xfrm flipH="1" flipV="1">
            <a:off x="3915004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2-line32"/>
          <p:cNvSpPr/>
          <p:nvPr/>
        </p:nvSpPr>
        <p:spPr>
          <a:xfrm flipH="1" flipV="1">
            <a:off x="3827322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33"/>
          <p:cNvSpPr/>
          <p:nvPr/>
        </p:nvSpPr>
        <p:spPr>
          <a:xfrm flipH="1" flipV="1">
            <a:off x="3686588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34"/>
          <p:cNvSpPr/>
          <p:nvPr/>
        </p:nvSpPr>
        <p:spPr>
          <a:xfrm flipH="1" flipV="1">
            <a:off x="3540978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35"/>
          <p:cNvSpPr/>
          <p:nvPr/>
        </p:nvSpPr>
        <p:spPr>
          <a:xfrm flipH="1" flipV="1">
            <a:off x="3392088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36"/>
          <p:cNvSpPr/>
          <p:nvPr/>
        </p:nvSpPr>
        <p:spPr>
          <a:xfrm flipV="1">
            <a:off x="3241548" y="520225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line37"/>
          <p:cNvSpPr/>
          <p:nvPr/>
        </p:nvSpPr>
        <p:spPr>
          <a:xfrm flipV="1">
            <a:off x="3082884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38"/>
          <p:cNvSpPr/>
          <p:nvPr/>
        </p:nvSpPr>
        <p:spPr>
          <a:xfrm flipV="1">
            <a:off x="2925958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39"/>
          <p:cNvSpPr/>
          <p:nvPr/>
        </p:nvSpPr>
        <p:spPr>
          <a:xfrm flipV="1">
            <a:off x="2772490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0"/>
          <p:cNvSpPr/>
          <p:nvPr/>
        </p:nvSpPr>
        <p:spPr>
          <a:xfrm flipV="1">
            <a:off x="2624161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1"/>
          <p:cNvSpPr/>
          <p:nvPr/>
        </p:nvSpPr>
        <p:spPr>
          <a:xfrm flipV="1">
            <a:off x="2482596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2-line42"/>
          <p:cNvSpPr/>
          <p:nvPr/>
        </p:nvSpPr>
        <p:spPr>
          <a:xfrm flipV="1">
            <a:off x="2349346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43"/>
          <p:cNvSpPr/>
          <p:nvPr/>
        </p:nvSpPr>
        <p:spPr>
          <a:xfrm flipV="1">
            <a:off x="2225872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44"/>
          <p:cNvSpPr/>
          <p:nvPr/>
        </p:nvSpPr>
        <p:spPr>
          <a:xfrm flipV="1">
            <a:off x="2113525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45"/>
          <p:cNvSpPr/>
          <p:nvPr/>
        </p:nvSpPr>
        <p:spPr>
          <a:xfrm flipV="1">
            <a:off x="2013538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46"/>
          <p:cNvSpPr/>
          <p:nvPr/>
        </p:nvSpPr>
        <p:spPr>
          <a:xfrm flipV="1">
            <a:off x="1927005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2-line47"/>
          <p:cNvSpPr/>
          <p:nvPr/>
        </p:nvSpPr>
        <p:spPr>
          <a:xfrm flipV="1">
            <a:off x="1854874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48"/>
          <p:cNvSpPr/>
          <p:nvPr/>
        </p:nvSpPr>
        <p:spPr>
          <a:xfrm flipV="1">
            <a:off x="1797936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49"/>
          <p:cNvSpPr/>
          <p:nvPr/>
        </p:nvSpPr>
        <p:spPr>
          <a:xfrm flipV="1">
            <a:off x="1756814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0"/>
          <p:cNvSpPr/>
          <p:nvPr/>
        </p:nvSpPr>
        <p:spPr>
          <a:xfrm flipV="1">
            <a:off x="1731959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1"/>
          <p:cNvSpPr/>
          <p:nvPr/>
        </p:nvSpPr>
        <p:spPr>
          <a:xfrm>
            <a:off x="1723644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2-line52"/>
          <p:cNvSpPr/>
          <p:nvPr/>
        </p:nvSpPr>
        <p:spPr>
          <a:xfrm>
            <a:off x="1731959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53"/>
          <p:cNvSpPr/>
          <p:nvPr/>
        </p:nvSpPr>
        <p:spPr>
          <a:xfrm>
            <a:off x="1756814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54"/>
          <p:cNvSpPr/>
          <p:nvPr/>
        </p:nvSpPr>
        <p:spPr>
          <a:xfrm>
            <a:off x="1797936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55"/>
          <p:cNvSpPr/>
          <p:nvPr/>
        </p:nvSpPr>
        <p:spPr>
          <a:xfrm>
            <a:off x="1854874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56"/>
          <p:cNvSpPr/>
          <p:nvPr/>
        </p:nvSpPr>
        <p:spPr>
          <a:xfrm>
            <a:off x="1927005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2-line57"/>
          <p:cNvSpPr/>
          <p:nvPr/>
        </p:nvSpPr>
        <p:spPr>
          <a:xfrm>
            <a:off x="2013538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58"/>
          <p:cNvSpPr/>
          <p:nvPr/>
        </p:nvSpPr>
        <p:spPr>
          <a:xfrm>
            <a:off x="2113525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59"/>
          <p:cNvSpPr/>
          <p:nvPr/>
        </p:nvSpPr>
        <p:spPr>
          <a:xfrm>
            <a:off x="2225872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0"/>
          <p:cNvSpPr/>
          <p:nvPr/>
        </p:nvSpPr>
        <p:spPr>
          <a:xfrm>
            <a:off x="2349346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1"/>
          <p:cNvSpPr/>
          <p:nvPr/>
        </p:nvSpPr>
        <p:spPr>
          <a:xfrm>
            <a:off x="2482596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line62"/>
          <p:cNvSpPr/>
          <p:nvPr/>
        </p:nvSpPr>
        <p:spPr>
          <a:xfrm>
            <a:off x="2624161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63"/>
          <p:cNvSpPr/>
          <p:nvPr/>
        </p:nvSpPr>
        <p:spPr>
          <a:xfrm>
            <a:off x="2772490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64"/>
          <p:cNvSpPr/>
          <p:nvPr/>
        </p:nvSpPr>
        <p:spPr>
          <a:xfrm>
            <a:off x="2925958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65"/>
          <p:cNvSpPr/>
          <p:nvPr/>
        </p:nvSpPr>
        <p:spPr>
          <a:xfrm>
            <a:off x="3082884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abel66"/>
          <p:cNvSpPr txBox="1"/>
          <p:nvPr/>
        </p:nvSpPr>
        <p:spPr>
          <a:xfrm>
            <a:off x="3581248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2-label67"/>
          <p:cNvSpPr txBox="1"/>
          <p:nvPr/>
        </p:nvSpPr>
        <p:spPr>
          <a:xfrm>
            <a:off x="4030741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2-label68"/>
          <p:cNvSpPr txBox="1"/>
          <p:nvPr/>
        </p:nvSpPr>
        <p:spPr>
          <a:xfrm>
            <a:off x="4195267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2-label69"/>
          <p:cNvSpPr txBox="1"/>
          <p:nvPr/>
        </p:nvSpPr>
        <p:spPr>
          <a:xfrm>
            <a:off x="4030741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2-label70"/>
          <p:cNvSpPr txBox="1"/>
          <p:nvPr/>
        </p:nvSpPr>
        <p:spPr>
          <a:xfrm>
            <a:off x="3581248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2-label71"/>
          <p:cNvSpPr txBox="1"/>
          <p:nvPr/>
        </p:nvSpPr>
        <p:spPr>
          <a:xfrm>
            <a:off x="2967228" y="49004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2-label72"/>
          <p:cNvSpPr txBox="1"/>
          <p:nvPr/>
        </p:nvSpPr>
        <p:spPr>
          <a:xfrm>
            <a:off x="2353208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2-label73"/>
          <p:cNvSpPr txBox="1"/>
          <p:nvPr/>
        </p:nvSpPr>
        <p:spPr>
          <a:xfrm>
            <a:off x="1903715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2-label74"/>
          <p:cNvSpPr txBox="1"/>
          <p:nvPr/>
        </p:nvSpPr>
        <p:spPr>
          <a:xfrm>
            <a:off x="1739189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2-label75"/>
          <p:cNvSpPr txBox="1"/>
          <p:nvPr/>
        </p:nvSpPr>
        <p:spPr>
          <a:xfrm>
            <a:off x="1903715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2-label76"/>
          <p:cNvSpPr txBox="1"/>
          <p:nvPr/>
        </p:nvSpPr>
        <p:spPr>
          <a:xfrm>
            <a:off x="2353208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2-label77"/>
          <p:cNvSpPr txBox="1"/>
          <p:nvPr/>
        </p:nvSpPr>
        <p:spPr>
          <a:xfrm>
            <a:off x="2967228" y="24444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2-line78"/>
          <p:cNvSpPr/>
          <p:nvPr/>
        </p:nvSpPr>
        <p:spPr>
          <a:xfrm flipH="1">
            <a:off x="2757907" y="385533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2-line79"/>
          <p:cNvSpPr/>
          <p:nvPr/>
        </p:nvSpPr>
        <p:spPr>
          <a:xfrm>
            <a:off x="3241548" y="385533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2-pin80"/>
          <p:cNvSpPr/>
          <p:nvPr/>
        </p:nvSpPr>
        <p:spPr>
          <a:xfrm>
            <a:off x="3186684" y="38004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2-label81"/>
          <p:cNvSpPr txBox="1"/>
          <p:nvPr/>
        </p:nvSpPr>
        <p:spPr>
          <a:xfrm>
            <a:off x="548640" y="57721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1" name="S02-figure82" descr="시계: 9시"/>
          <p:cNvSpPr/>
          <p:nvPr/>
        </p:nvSpPr>
        <p:spPr>
          <a:xfrm>
            <a:off x="7392924" y="230085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2-line83"/>
          <p:cNvSpPr/>
          <p:nvPr/>
        </p:nvSpPr>
        <p:spPr>
          <a:xfrm>
            <a:off x="8947404" y="233743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2-line84"/>
          <p:cNvSpPr/>
          <p:nvPr/>
        </p:nvSpPr>
        <p:spPr>
          <a:xfrm flipH="1">
            <a:off x="9097944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2-line85"/>
          <p:cNvSpPr/>
          <p:nvPr/>
        </p:nvSpPr>
        <p:spPr>
          <a:xfrm flipH="1">
            <a:off x="9246834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86"/>
          <p:cNvSpPr/>
          <p:nvPr/>
        </p:nvSpPr>
        <p:spPr>
          <a:xfrm flipH="1">
            <a:off x="9392444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87"/>
          <p:cNvSpPr/>
          <p:nvPr/>
        </p:nvSpPr>
        <p:spPr>
          <a:xfrm flipH="1">
            <a:off x="9533178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88"/>
          <p:cNvSpPr/>
          <p:nvPr/>
        </p:nvSpPr>
        <p:spPr>
          <a:xfrm flipH="1">
            <a:off x="9620860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2-line89"/>
          <p:cNvSpPr/>
          <p:nvPr/>
        </p:nvSpPr>
        <p:spPr>
          <a:xfrm flipH="1">
            <a:off x="9793921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90"/>
          <p:cNvSpPr/>
          <p:nvPr/>
        </p:nvSpPr>
        <p:spPr>
          <a:xfrm flipH="1">
            <a:off x="9911073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91"/>
          <p:cNvSpPr/>
          <p:nvPr/>
        </p:nvSpPr>
        <p:spPr>
          <a:xfrm flipH="1">
            <a:off x="10017666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92"/>
          <p:cNvSpPr/>
          <p:nvPr/>
        </p:nvSpPr>
        <p:spPr>
          <a:xfrm flipH="1">
            <a:off x="10112534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93"/>
          <p:cNvSpPr/>
          <p:nvPr/>
        </p:nvSpPr>
        <p:spPr>
          <a:xfrm flipH="1">
            <a:off x="10113863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2-line94"/>
          <p:cNvSpPr/>
          <p:nvPr/>
        </p:nvSpPr>
        <p:spPr>
          <a:xfrm flipH="1">
            <a:off x="10263074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95"/>
          <p:cNvSpPr/>
          <p:nvPr/>
        </p:nvSpPr>
        <p:spPr>
          <a:xfrm flipH="1">
            <a:off x="10317097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96"/>
          <p:cNvSpPr/>
          <p:nvPr/>
        </p:nvSpPr>
        <p:spPr>
          <a:xfrm flipH="1">
            <a:off x="10356113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97"/>
          <p:cNvSpPr/>
          <p:nvPr/>
        </p:nvSpPr>
        <p:spPr>
          <a:xfrm flipH="1">
            <a:off x="10379695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98"/>
          <p:cNvSpPr/>
          <p:nvPr/>
        </p:nvSpPr>
        <p:spPr>
          <a:xfrm flipH="1">
            <a:off x="10294315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2-line99"/>
          <p:cNvSpPr/>
          <p:nvPr/>
        </p:nvSpPr>
        <p:spPr>
          <a:xfrm flipH="1" flipV="1">
            <a:off x="10379695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2-line100"/>
          <p:cNvSpPr/>
          <p:nvPr/>
        </p:nvSpPr>
        <p:spPr>
          <a:xfrm flipH="1" flipV="1">
            <a:off x="10356113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01"/>
          <p:cNvSpPr/>
          <p:nvPr/>
        </p:nvSpPr>
        <p:spPr>
          <a:xfrm flipH="1" flipV="1">
            <a:off x="10317097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2-line102"/>
          <p:cNvSpPr/>
          <p:nvPr/>
        </p:nvSpPr>
        <p:spPr>
          <a:xfrm flipH="1" flipV="1">
            <a:off x="10263074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03"/>
          <p:cNvSpPr/>
          <p:nvPr/>
        </p:nvSpPr>
        <p:spPr>
          <a:xfrm flipH="1" flipV="1">
            <a:off x="10113863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2-line104"/>
          <p:cNvSpPr/>
          <p:nvPr/>
        </p:nvSpPr>
        <p:spPr>
          <a:xfrm flipH="1" flipV="1">
            <a:off x="10112534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2-line105"/>
          <p:cNvSpPr/>
          <p:nvPr/>
        </p:nvSpPr>
        <p:spPr>
          <a:xfrm flipH="1" flipV="1">
            <a:off x="10017666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06"/>
          <p:cNvSpPr/>
          <p:nvPr/>
        </p:nvSpPr>
        <p:spPr>
          <a:xfrm flipH="1" flipV="1">
            <a:off x="9911073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2-line107"/>
          <p:cNvSpPr/>
          <p:nvPr/>
        </p:nvSpPr>
        <p:spPr>
          <a:xfrm flipH="1" flipV="1">
            <a:off x="9793921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08"/>
          <p:cNvSpPr/>
          <p:nvPr/>
        </p:nvSpPr>
        <p:spPr>
          <a:xfrm flipH="1" flipV="1">
            <a:off x="9620860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2-line109"/>
          <p:cNvSpPr/>
          <p:nvPr/>
        </p:nvSpPr>
        <p:spPr>
          <a:xfrm flipH="1" flipV="1">
            <a:off x="9533178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2-line110"/>
          <p:cNvSpPr/>
          <p:nvPr/>
        </p:nvSpPr>
        <p:spPr>
          <a:xfrm flipH="1" flipV="1">
            <a:off x="9392444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11"/>
          <p:cNvSpPr/>
          <p:nvPr/>
        </p:nvSpPr>
        <p:spPr>
          <a:xfrm flipH="1" flipV="1">
            <a:off x="9246834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2-line112"/>
          <p:cNvSpPr/>
          <p:nvPr/>
        </p:nvSpPr>
        <p:spPr>
          <a:xfrm flipH="1" flipV="1">
            <a:off x="9097944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13"/>
          <p:cNvSpPr/>
          <p:nvPr/>
        </p:nvSpPr>
        <p:spPr>
          <a:xfrm flipV="1">
            <a:off x="8947404" y="520225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2-line114"/>
          <p:cNvSpPr/>
          <p:nvPr/>
        </p:nvSpPr>
        <p:spPr>
          <a:xfrm flipV="1">
            <a:off x="8788740" y="528763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2-line115"/>
          <p:cNvSpPr/>
          <p:nvPr/>
        </p:nvSpPr>
        <p:spPr>
          <a:xfrm flipV="1">
            <a:off x="8631814" y="526404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16"/>
          <p:cNvSpPr/>
          <p:nvPr/>
        </p:nvSpPr>
        <p:spPr>
          <a:xfrm flipV="1">
            <a:off x="8478346" y="522503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2-line117"/>
          <p:cNvSpPr/>
          <p:nvPr/>
        </p:nvSpPr>
        <p:spPr>
          <a:xfrm flipV="1">
            <a:off x="8330017" y="517100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18"/>
          <p:cNvSpPr/>
          <p:nvPr/>
        </p:nvSpPr>
        <p:spPr>
          <a:xfrm flipV="1">
            <a:off x="8188452" y="502179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2-line119"/>
          <p:cNvSpPr/>
          <p:nvPr/>
        </p:nvSpPr>
        <p:spPr>
          <a:xfrm flipV="1">
            <a:off x="8055202" y="502046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2-line120"/>
          <p:cNvSpPr/>
          <p:nvPr/>
        </p:nvSpPr>
        <p:spPr>
          <a:xfrm flipV="1">
            <a:off x="7931728" y="492560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21"/>
          <p:cNvSpPr/>
          <p:nvPr/>
        </p:nvSpPr>
        <p:spPr>
          <a:xfrm flipV="1">
            <a:off x="7819381" y="48190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2-line122"/>
          <p:cNvSpPr/>
          <p:nvPr/>
        </p:nvSpPr>
        <p:spPr>
          <a:xfrm flipV="1">
            <a:off x="7719394" y="470185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23"/>
          <p:cNvSpPr/>
          <p:nvPr/>
        </p:nvSpPr>
        <p:spPr>
          <a:xfrm flipV="1">
            <a:off x="7632861" y="452879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2-line124"/>
          <p:cNvSpPr/>
          <p:nvPr/>
        </p:nvSpPr>
        <p:spPr>
          <a:xfrm flipV="1">
            <a:off x="7560730" y="44411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2-line125"/>
          <p:cNvSpPr/>
          <p:nvPr/>
        </p:nvSpPr>
        <p:spPr>
          <a:xfrm flipV="1">
            <a:off x="7503792" y="430037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126"/>
          <p:cNvSpPr/>
          <p:nvPr/>
        </p:nvSpPr>
        <p:spPr>
          <a:xfrm flipV="1">
            <a:off x="7462670" y="415476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2-line127"/>
          <p:cNvSpPr/>
          <p:nvPr/>
        </p:nvSpPr>
        <p:spPr>
          <a:xfrm flipV="1">
            <a:off x="7437815" y="400587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128"/>
          <p:cNvSpPr/>
          <p:nvPr/>
        </p:nvSpPr>
        <p:spPr>
          <a:xfrm>
            <a:off x="7429500" y="385533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2-line129"/>
          <p:cNvSpPr/>
          <p:nvPr/>
        </p:nvSpPr>
        <p:spPr>
          <a:xfrm>
            <a:off x="7437815" y="369667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2-line130"/>
          <p:cNvSpPr/>
          <p:nvPr/>
        </p:nvSpPr>
        <p:spPr>
          <a:xfrm>
            <a:off x="7462670" y="353974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131"/>
          <p:cNvSpPr/>
          <p:nvPr/>
        </p:nvSpPr>
        <p:spPr>
          <a:xfrm>
            <a:off x="7503792" y="338628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2-line132"/>
          <p:cNvSpPr/>
          <p:nvPr/>
        </p:nvSpPr>
        <p:spPr>
          <a:xfrm>
            <a:off x="7560730" y="323795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133"/>
          <p:cNvSpPr/>
          <p:nvPr/>
        </p:nvSpPr>
        <p:spPr>
          <a:xfrm>
            <a:off x="7632861" y="309638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2-line134"/>
          <p:cNvSpPr/>
          <p:nvPr/>
        </p:nvSpPr>
        <p:spPr>
          <a:xfrm>
            <a:off x="7719394" y="296313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2-line135"/>
          <p:cNvSpPr/>
          <p:nvPr/>
        </p:nvSpPr>
        <p:spPr>
          <a:xfrm>
            <a:off x="7819381" y="283966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136"/>
          <p:cNvSpPr/>
          <p:nvPr/>
        </p:nvSpPr>
        <p:spPr>
          <a:xfrm>
            <a:off x="7931728" y="272731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2-line137"/>
          <p:cNvSpPr/>
          <p:nvPr/>
        </p:nvSpPr>
        <p:spPr>
          <a:xfrm>
            <a:off x="8055202" y="26273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138"/>
          <p:cNvSpPr/>
          <p:nvPr/>
        </p:nvSpPr>
        <p:spPr>
          <a:xfrm>
            <a:off x="8188452" y="254079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2-line139"/>
          <p:cNvSpPr/>
          <p:nvPr/>
        </p:nvSpPr>
        <p:spPr>
          <a:xfrm>
            <a:off x="8330017" y="246866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2-line140"/>
          <p:cNvSpPr/>
          <p:nvPr/>
        </p:nvSpPr>
        <p:spPr>
          <a:xfrm>
            <a:off x="8478346" y="241172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141"/>
          <p:cNvSpPr/>
          <p:nvPr/>
        </p:nvSpPr>
        <p:spPr>
          <a:xfrm>
            <a:off x="8631814" y="237060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2-line142"/>
          <p:cNvSpPr/>
          <p:nvPr/>
        </p:nvSpPr>
        <p:spPr>
          <a:xfrm>
            <a:off x="8788740" y="234575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abel143"/>
          <p:cNvSpPr txBox="1"/>
          <p:nvPr/>
        </p:nvSpPr>
        <p:spPr>
          <a:xfrm>
            <a:off x="9287104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3" name="S02-label144"/>
          <p:cNvSpPr txBox="1"/>
          <p:nvPr/>
        </p:nvSpPr>
        <p:spPr>
          <a:xfrm>
            <a:off x="9736597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4" name="S02-label145"/>
          <p:cNvSpPr txBox="1"/>
          <p:nvPr/>
        </p:nvSpPr>
        <p:spPr>
          <a:xfrm>
            <a:off x="9901123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5" name="S02-label146"/>
          <p:cNvSpPr txBox="1"/>
          <p:nvPr/>
        </p:nvSpPr>
        <p:spPr>
          <a:xfrm>
            <a:off x="9736597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6" name="S02-label147"/>
          <p:cNvSpPr txBox="1"/>
          <p:nvPr/>
        </p:nvSpPr>
        <p:spPr>
          <a:xfrm>
            <a:off x="9287104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7" name="S02-label148"/>
          <p:cNvSpPr txBox="1"/>
          <p:nvPr/>
        </p:nvSpPr>
        <p:spPr>
          <a:xfrm>
            <a:off x="8673084" y="49004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8" name="S02-label149"/>
          <p:cNvSpPr txBox="1"/>
          <p:nvPr/>
        </p:nvSpPr>
        <p:spPr>
          <a:xfrm>
            <a:off x="8059064" y="47359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49" name="S02-label150"/>
          <p:cNvSpPr txBox="1"/>
          <p:nvPr/>
        </p:nvSpPr>
        <p:spPr>
          <a:xfrm>
            <a:off x="7609571" y="428647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0" name="S02-label151"/>
          <p:cNvSpPr txBox="1"/>
          <p:nvPr/>
        </p:nvSpPr>
        <p:spPr>
          <a:xfrm>
            <a:off x="7445045" y="36724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1" name="S02-label152"/>
          <p:cNvSpPr txBox="1"/>
          <p:nvPr/>
        </p:nvSpPr>
        <p:spPr>
          <a:xfrm>
            <a:off x="7609571" y="30584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2" name="S02-label153"/>
          <p:cNvSpPr txBox="1"/>
          <p:nvPr/>
        </p:nvSpPr>
        <p:spPr>
          <a:xfrm>
            <a:off x="8059064" y="26089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3" name="S02-label154"/>
          <p:cNvSpPr txBox="1"/>
          <p:nvPr/>
        </p:nvSpPr>
        <p:spPr>
          <a:xfrm>
            <a:off x="8673084" y="24444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4" name="S02-line155"/>
          <p:cNvSpPr/>
          <p:nvPr/>
        </p:nvSpPr>
        <p:spPr>
          <a:xfrm flipH="1">
            <a:off x="8263433" y="385533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2-line156"/>
          <p:cNvSpPr/>
          <p:nvPr/>
        </p:nvSpPr>
        <p:spPr>
          <a:xfrm flipV="1">
            <a:off x="8947404" y="286047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2-pin157"/>
          <p:cNvSpPr/>
          <p:nvPr/>
        </p:nvSpPr>
        <p:spPr>
          <a:xfrm>
            <a:off x="8892540" y="38004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2-label158"/>
          <p:cNvSpPr txBox="1"/>
          <p:nvPr/>
        </p:nvSpPr>
        <p:spPr>
          <a:xfrm>
            <a:off x="6254496" y="57721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하준이의 일과표</a:t>
            </a:r>
            <a:endParaRPr lang="ko-KR" sz="4400" dirty="0"/>
          </a:p>
        </p:txBody>
      </p:sp>
      <p:sp>
        <p:nvSpPr>
          <p:cNvPr id="3" name="S03-card1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일, 노는 시간, 내가 맡은 집안일을 함께 적어요.</a:t>
            </a:r>
            <a:endParaRPr lang="ko-KR" sz="3200" dirty="0"/>
          </a:p>
        </p:txBody>
      </p:sp>
      <p:graphicFrame>
        <p:nvGraphicFramePr>
          <p:cNvPr id="4" name="S03-table1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1429258"/>
          <a:ext cx="822960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45262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아침 7시 30분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일어나서 씻기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아침 8시 30분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가기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오후 2시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숙제하기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오후 3시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6시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수저 놓기(내 일)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밤 9시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잠자기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일과표 만들기</a:t>
            </a:r>
            <a:endParaRPr lang="ko-KR" sz="4400" dirty="0"/>
          </a:p>
        </p:txBody>
      </p:sp>
      <p:sp>
        <p:nvSpPr>
          <p:cNvPr id="3" name="S04-text1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나의 하루를 적어요.</a:t>
            </a:r>
            <a:endParaRPr lang="ko-KR" sz="3200" dirty="0"/>
          </a:p>
        </p:txBody>
      </p:sp>
      <p:sp>
        <p:nvSpPr>
          <p:cNvPr id="4" name="S04-card16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16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시간 순서대로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숙제와 놀이가 다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자는 시각이 있어요</a:t>
            </a:r>
            <a:endParaRPr lang="ko-KR" sz="3200" dirty="0"/>
          </a:p>
        </p:txBody>
      </p:sp>
      <p:sp>
        <p:nvSpPr>
          <p:cNvPr id="6" name="S04-stepno165"/>
          <p:cNvSpPr txBox="1"/>
          <p:nvPr/>
        </p:nvSpPr>
        <p:spPr>
          <a:xfrm>
            <a:off x="548640" y="25491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166"/>
          <p:cNvSpPr txBox="1"/>
          <p:nvPr/>
        </p:nvSpPr>
        <p:spPr>
          <a:xfrm>
            <a:off x="1325880" y="25491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시각을 적어요.</a:t>
            </a:r>
            <a:endParaRPr lang="ko-KR" sz="3200" dirty="0"/>
          </a:p>
        </p:txBody>
      </p:sp>
      <p:sp>
        <p:nvSpPr>
          <p:cNvPr id="8" name="S04-stepno167"/>
          <p:cNvSpPr txBox="1"/>
          <p:nvPr/>
        </p:nvSpPr>
        <p:spPr>
          <a:xfrm>
            <a:off x="548640" y="3308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168"/>
          <p:cNvSpPr txBox="1"/>
          <p:nvPr/>
        </p:nvSpPr>
        <p:spPr>
          <a:xfrm>
            <a:off x="1325880" y="326237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학교, 숙제, 놀이를 차례로 적어요.</a:t>
            </a:r>
            <a:endParaRPr lang="ko-KR" sz="3200" dirty="0"/>
          </a:p>
        </p:txBody>
      </p:sp>
      <p:sp>
        <p:nvSpPr>
          <p:cNvPr id="10" name="S04-stepno169"/>
          <p:cNvSpPr txBox="1"/>
          <p:nvPr/>
        </p:nvSpPr>
        <p:spPr>
          <a:xfrm>
            <a:off x="548640" y="44185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170"/>
          <p:cNvSpPr txBox="1"/>
          <p:nvPr/>
        </p:nvSpPr>
        <p:spPr>
          <a:xfrm>
            <a:off x="1325880" y="44185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저녁에 하는 일을 적어요.</a:t>
            </a:r>
            <a:endParaRPr lang="ko-KR" sz="3200" dirty="0"/>
          </a:p>
        </p:txBody>
      </p:sp>
      <p:sp>
        <p:nvSpPr>
          <p:cNvPr id="12" name="S04-stepno171"/>
          <p:cNvSpPr txBox="1"/>
          <p:nvPr/>
        </p:nvSpPr>
        <p:spPr>
          <a:xfrm>
            <a:off x="548640" y="5131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4-text172"/>
          <p:cNvSpPr txBox="1"/>
          <p:nvPr/>
        </p:nvSpPr>
        <p:spPr>
          <a:xfrm>
            <a:off x="1325880" y="51318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자는 시각을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할까요?</a:t>
            </a:r>
            <a:endParaRPr lang="ko-KR" sz="4400" dirty="0"/>
          </a:p>
        </p:txBody>
      </p:sp>
      <p:sp>
        <p:nvSpPr>
          <p:cNvPr id="3" name="S05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수 있는 일일까요? 까닭도 말해요.</a:t>
            </a:r>
            <a:endParaRPr lang="ko-KR" sz="3200" dirty="0"/>
          </a:p>
        </p:txBody>
      </p:sp>
      <p:sp>
        <p:nvSpPr>
          <p:cNvPr id="4" name="S05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칼·불·뜨거운 물을 쓰는 일은 어른이 해요.</a:t>
            </a:r>
            <a:endParaRPr lang="ko-KR" sz="3200" dirty="0"/>
          </a:p>
        </p:txBody>
      </p:sp>
      <p:sp>
        <p:nvSpPr>
          <p:cNvPr id="6" name="S05-chip1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177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</a:t>
            </a:r>
            <a:endParaRPr lang="ko-KR" sz="3200" dirty="0"/>
          </a:p>
        </p:txBody>
      </p:sp>
      <p:sp>
        <p:nvSpPr>
          <p:cNvPr id="8" name="S05-chip178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179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칼로 과일 자르기</a:t>
            </a:r>
            <a:endParaRPr lang="ko-KR" sz="3200" dirty="0"/>
          </a:p>
        </p:txBody>
      </p:sp>
      <p:sp>
        <p:nvSpPr>
          <p:cNvPr id="10" name="S05-chip18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18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 개기</a:t>
            </a:r>
            <a:endParaRPr lang="ko-KR" sz="3200" dirty="0"/>
          </a:p>
        </p:txBody>
      </p:sp>
      <p:sp>
        <p:nvSpPr>
          <p:cNvPr id="12" name="S05-chip182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5-text183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불을 켜고 국 끓이기</a:t>
            </a:r>
            <a:endParaRPr lang="ko-KR" sz="3200" dirty="0"/>
          </a:p>
        </p:txBody>
      </p:sp>
      <p:sp>
        <p:nvSpPr>
          <p:cNvPr id="14" name="S05-chip18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15" name="S05-text185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정리하기</a:t>
            </a:r>
            <a:endParaRPr lang="ko-KR" sz="3200" dirty="0"/>
          </a:p>
        </p:txBody>
      </p:sp>
      <p:sp>
        <p:nvSpPr>
          <p:cNvPr id="16" name="S05-chip186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17" name="S05-text187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 물 주기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회의</a:t>
            </a:r>
            <a:endParaRPr lang="ko-KR" sz="4400" dirty="0"/>
          </a:p>
        </p:txBody>
      </p:sp>
      <p:sp>
        <p:nvSpPr>
          <p:cNvPr id="3" name="S06-text1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일을 나누고 실천표를 만들어요.</a:t>
            </a:r>
            <a:endParaRPr lang="ko-KR" sz="3200" dirty="0"/>
          </a:p>
        </p:txBody>
      </p:sp>
      <p:sp>
        <p:nvSpPr>
          <p:cNvPr id="4" name="S06-card18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9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맡을 일을 1~2가지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까닭을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일과표에 그 시간을 넣었어요</a:t>
            </a:r>
            <a:endParaRPr lang="ko-KR" sz="3200" dirty="0"/>
          </a:p>
        </p:txBody>
      </p:sp>
      <p:sp>
        <p:nvSpPr>
          <p:cNvPr id="6" name="S06-stepno191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192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일을 함께 찾아요.</a:t>
            </a:r>
            <a:endParaRPr lang="ko-KR" sz="3200" dirty="0"/>
          </a:p>
        </p:txBody>
      </p:sp>
      <p:sp>
        <p:nvSpPr>
          <p:cNvPr id="8" name="S06-stepno193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194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맡을 일을 골라요.</a:t>
            </a:r>
            <a:endParaRPr lang="ko-KR" sz="3200" dirty="0"/>
          </a:p>
        </p:txBody>
      </p:sp>
      <p:sp>
        <p:nvSpPr>
          <p:cNvPr id="10" name="S06-stepno195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196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12" name="S06-stepno197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198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일과표와 실천표에 적어요.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19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20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일과표로 하루 시간을 나누고, 가족과 집안일을 나누어 맡아요.</a:t>
            </a:r>
            <a:endParaRPr lang="ko-KR" sz="3200" dirty="0"/>
          </a:p>
        </p:txBody>
      </p:sp>
      <p:sp>
        <p:nvSpPr>
          <p:cNvPr id="5" name="S07-chip20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맡은 일 끝까지 하기</a:t>
            </a:r>
            <a:endParaRPr lang="ko-KR" sz="2600" dirty="0"/>
          </a:p>
        </p:txBody>
      </p:sp>
      <p:sp>
        <p:nvSpPr>
          <p:cNvPr id="6" name="S07-chip20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칼·불 혼자 쓰기</a:t>
            </a:r>
            <a:endParaRPr lang="ko-KR" sz="2600" dirty="0"/>
          </a:p>
        </p:txBody>
      </p:sp>
      <p:sp>
        <p:nvSpPr>
          <p:cNvPr id="7" name="S07-text20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20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일과표에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적는 두 가지</a:t>
            </a:r>
            <a:endParaRPr lang="ko-KR" sz="2600" dirty="0"/>
          </a:p>
        </p:txBody>
      </p:sp>
      <p:sp>
        <p:nvSpPr>
          <p:cNvPr id="9" name="S07-text20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내가 맡은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집안일과 까닭</a:t>
            </a:r>
            <a:endParaRPr lang="ko-KR" sz="2600" dirty="0"/>
          </a:p>
        </p:txBody>
      </p:sp>
      <p:sp>
        <p:nvSpPr>
          <p:cNvPr id="10" name="S07-text20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실천표의 ○는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600" dirty="0"/>
          </a:p>
        </p:txBody>
      </p:sp>
      <p:sp>
        <p:nvSpPr>
          <p:cNvPr id="11" name="S07-text20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재료 비교와 도구 안전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아침·낮·저녁·밤</a:t>
            </a:r>
            <a:endParaRPr lang="ko-KR" sz="4400" dirty="0"/>
          </a:p>
        </p:txBody>
      </p:sp>
      <p:sp>
        <p:nvSpPr>
          <p:cNvPr id="3" name="S08-text20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이렇게 흘러가요.</a:t>
            </a:r>
            <a:endParaRPr lang="ko-KR" sz="3200" dirty="0"/>
          </a:p>
        </p:txBody>
      </p:sp>
      <p:sp>
        <p:nvSpPr>
          <p:cNvPr id="4" name="S08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대신 아침·낮·저녁·밤으로 적어도 돼요.</a:t>
            </a:r>
            <a:endParaRPr lang="ko-KR" sz="3200" dirty="0"/>
          </a:p>
        </p:txBody>
      </p:sp>
      <p:sp>
        <p:nvSpPr>
          <p:cNvPr id="6" name="S08-step211"/>
          <p:cNvSpPr txBox="1"/>
          <p:nvPr/>
        </p:nvSpPr>
        <p:spPr>
          <a:xfrm>
            <a:off x="548640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일어나기</a:t>
            </a:r>
            <a:endParaRPr lang="ko-KR" sz="2600" dirty="0"/>
          </a:p>
        </p:txBody>
      </p:sp>
      <p:sp>
        <p:nvSpPr>
          <p:cNvPr id="7" name="S08-line212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213"/>
          <p:cNvSpPr txBox="1"/>
          <p:nvPr/>
        </p:nvSpPr>
        <p:spPr>
          <a:xfrm>
            <a:off x="3424428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학교·숙제</a:t>
            </a:r>
            <a:endParaRPr lang="ko-KR" sz="2600" dirty="0"/>
          </a:p>
        </p:txBody>
      </p:sp>
      <p:sp>
        <p:nvSpPr>
          <p:cNvPr id="9" name="S08-line214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215"/>
          <p:cNvSpPr txBox="1"/>
          <p:nvPr/>
        </p:nvSpPr>
        <p:spPr>
          <a:xfrm>
            <a:off x="6300216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먹기</a:t>
            </a:r>
            <a:endParaRPr lang="ko-KR" sz="2600" dirty="0"/>
          </a:p>
        </p:txBody>
      </p:sp>
      <p:sp>
        <p:nvSpPr>
          <p:cNvPr id="11" name="S08-line216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217"/>
          <p:cNvSpPr txBox="1"/>
          <p:nvPr/>
        </p:nvSpPr>
        <p:spPr>
          <a:xfrm>
            <a:off x="9176004" y="288036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기술·가정 시간 관리와 집안일 나누기</dc:title>
  <dc:subject>KR22-G02-TEC-CHORES-L01</dc:subject>
  <dc:creator>education-ppt</dc:creator>
  <cp:lastModifiedBy>education-ppt</cp:lastModifiedBy>
  <cp:revision>1</cp:revision>
  <dcterms:created xsi:type="dcterms:W3CDTF">2026-10-26T10:10:52Z</dcterms:created>
  <dcterms:modified xsi:type="dcterms:W3CDTF">2026-10-26T10:10:52Z</dcterms:modified>
</cp:coreProperties>
</file>