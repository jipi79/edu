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5db92d6-a4e9-595d-a851-2d5183f96bf6}">
          <p14:sldIdLst>
            <p14:sldId id="256"/>
            <p14:sldId id="257"/>
          </p14:sldIdLst>
        </p14:section>
        <p14:section name="개념" id="{4cef4b31-9514-45b5-48cd-c5b5232e99d3}">
          <p14:sldIdLst>
            <p14:sldId id="258"/>
          </p14:sldIdLst>
        </p14:section>
        <p14:section name="연습" id="{3d17c160-89dc-69c1-3fb3-3beb517e3c2c}">
          <p14:sldIdLst>
            <p14:sldId id="259"/>
            <p14:sldId id="260"/>
          </p14:sldIdLst>
        </p14:section>
        <p14:section name="확인" id="{39b3eeb6-a50d-1b0d-211c-841db1692b33}">
          <p14:sldIdLst>
            <p14:sldId id="261"/>
          </p14:sldIdLst>
        </p14:section>
        <p14:section name="정리" id="{39906824-eaf8-dfd6-cecc-9a70537fb405}">
          <p14:sldIdLst>
            <p14:sldId id="262"/>
          </p14:sldIdLst>
        </p14:section>
        <p14:section name="보충" id="{1470cabf-e256-c40d-8dee-6526e7d737c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집안일을 누가 하는지 생각해 보게 합니다.
시간: 약 2분
이렇게 말해 보세요
- “우리 집에서 밥 차리기, 빨래, 청소는 누가 하고 있을까?”
- “오늘은 하루 시간을 나누는 일과표를 만들고, 가족과 집안일도 나눠 볼 거야.”
예상 답
- “엄마가 해요.” “아빠가 해요.” “다 같이 해요.”
주의
- 아이가 ‘엄마가 다 해요’라고 해도 그대로 받아 줍니다. S05·S06에서 함께 나누는 방법을 찾습니다(M1).
- 이 차시는 화면보다 활동지와 가족 회의가 중심입니다. 활동지를 미리 인쇄해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확인(정각·30분 읽기, 하루의 순서)]
목적: 일과표를 쓰는 데 필요한 정각·30분 시각 읽기와 하루의 순서(아침 → 밤)를 아는지 확인합니다.
시간: 약 3분
이렇게 말해 보세요
- “①은 몇 시야? 너는 이 시각에 보통 뭘 해?”
- “②는 몇 시야? 아침 9시일까, 밤 9시일까? 무엇을 하는 시간일까?”
정답
- ① 7시 30분(아침에 일어나기, 씻기 등)
- ② 9시(밤 9시라면 잠자기, 아침 9시라면 학교에서 공부하기 — 아이가 말한 때에 맞으면 맞음)
막히면
- 시각을 읽지 못하면 S08(보충)을 먼저 합니다. 일과표는 시각 대신 ‘아침·낮·저녁·밤’으로 적어도 됩니다.
- 초1 ‘내 물건 정리와 집안일’, ‘나의 하루’와 이어지는 내용이며, 시각 읽기는 초2 수학 ‘시각과 시간’에서 자세히 배웁니다.
주의
- 같은 9시도 아침과 밤이 있다는 것을 알면 일과표에 ‘아침·오후·저녁·밤’을 붙여 쓰는 까닭을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일과표와 집안일 나누기 보기]
목적: 하루 일과표의 모양(시각과 할 일을 시간 순서대로)과, 일과표에 내가 맡은 집안일도 들어간다는 것을 보여 줍니다.
시간: 약 4분
이렇게 말해 보세요
- “하준이가 만든 일과표야. 위에서부터 읽어 볼까? 시간이 흐르는 차례대로 적었지?”
- “하준이는 숙제를 먼저 하고 놀아. 왜 그렇게 정했을까?”
- “저녁 6시에 ‘수저 놓기(내 일)’가 있지? 하준이가 가족과 나눠서 맡은 집안일이야. 우리 집에서는 누가 수저를 놓아?”
예상 답
- “숙제를 먼저 하면 마음 편히 놀 수 있어요.”
- “엄마가 놓아요.” “제가 가끔 놓아요.”
막히면
- 일과표를 손가락으로 짚으며 아침 → 오후 → 저녁 → 밤의 흐름을 함께 따라갑니다.
주의
- 하준이는 지어낸 아이입니다. 학교가 끝나는 시각, 자는 시각은 집마다 다르니 아이의 실제 생활에 맞추어 이야기합니다.
- 집은 가족이 함께 쓰는 곳이라 집안일도 함께 나눈다고 덧붙입니다(M1).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내 일과표 만들기]
목적: 아이가 자기 하루를 시간 순서대로 떠올려 일과표로 만듭니다.
시간: 약 10분
이렇게 말해 보세요
- “너는 보통 몇 시에 일어나? 첫 줄에 적어 볼까?”
- “학교에서 돌아오면 무엇을 먼저 할래? 숙제? 간식? 놀이?”
- “자는 시각은 몇 시로 할까? 잠을 충분히 자려면 언제 자야 할까?”
예상 답
- 아침 7시 30분 일어나기 → 8시 30분 학교 → 오후 2시 간식 → 2시 30분 숙제 → 3시 놀기 → 저녁 6시 30분 저녁 먹기 → 밤 9시 잠자기
- (시간 순서대로 다섯 가지 이상이고 숙제·놀이·잠자기가 들어가면 맞음)
막히면
- 시각을 정하기 어려우면 부모가 실제 시계를 보여 주며 “어제는 몇 시에 일어났지?”라고 묻습니다.
- 시각 읽기가 아직 어려우면 S08(보충)처럼 ‘아침·낮·저녁·밤’으로 적게 합니다.
주의
- 노는 시간만 많거나 할 일만 빽빽하면(M3) “이 시간표대로 하면 하루가 어떨 것 같아?”라고 묻고 함께 고칩니다.
- 집안일 시간은 S06에서 맡을 일을 정한 뒤 넣습니다. 칸을 한두 개 비워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내가 할 수 있는 일과 어른의 일 구별]
목적: 우리 집 일을 내가 할 수 있는 일과 어른이 해야 하는 일로 까닭을 들어 구별합니다(M2).
시간: 약 5분
이렇게 말해 보세요
- “하나씩 읽고, 네가 할 수 있는 일인지 어른이 할 일인지 말해 줘. 왜 그렇게 생각해?”
- “여기에 없는 일 중에 네가 할 수 있는 일이 또 있을까?”
정답
- 내가 할 수 있는 일: ① 수저 놓기 ③ 빨래 개기 ⑤ 신발 정리하기 ⑥ 화분에 물 주기
- 어른이 하는 일: ② 칼로 과일 자르기 ④ 불을 켜고 국 끓이기 — 칼과 불은 다칠 수 있어서
- 그 밖에 할 수 있는 일 예: 내 책상 정리, 장난감 정리, 식탁 닦기, 재활용품 나르기
막히면
- “이 일을 하다가 다칠 수 있을까?”라고 물어 까닭을 찾게 합니다.
주의
- 집마다 아이가 하는 일은 다를 수 있습니다. 어른과 함께라면 할 수 있는 일(예: 어른 옆에서 채소 씻기)은 ‘어른과 함께’라고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가족 회의로 일 나누기와 실천표 만들기]
목적: 가족과 의논해 내가 맡을 집안일을 스스로 정하고, 일과표와 일주일 실천표에 적는지 관찰합니다.
시간: 약 12분
이렇게 말해 보세요
- “우리 가족 회의를 해 보자. 우리 집에서 해야 하는 일을 다 같이 말해 볼까?” (활동지 2에 적기)
- “이 가운데 네가 맡고 싶은 일은 뭐야? 왜 그 일을 골랐어?”
- “그 일은 하루 중 언제 하면 좋을까? 일과표의 빈칸에 넣어 보자.”
- “실천표에 적고, 한 날마다 ○를 하자.” (활동지 3)
예상 답
- “저는 수저 놓기를 할래요. 저녁 먹기 전에 할 수 있으니까요.”
- “신발 정리를 할래요. 현관이 깨끗하면 모두 좋으니까요.”
정답
- 관찰 기준 세 가지를 지키면 목표 A·B 확인 완료입니다. 맡을 일과 까닭은 아이가 정한 것이면 맞습니다(칼·불을 쓰는 일은 제외).
막히면
- 고르기 어려우면 S05에서 ‘내가 할 수 있는 일’로 고른 것 가운데 두 가지를 보기로 줍니다.
- 가족이 함께하기 어려우면 부모와 아이 둘이서 해도 됩니다. 다른 가족의 일은 부모가 대신 말해 줍니다.
주의
- 맡을 일은 1~2가지로 적게 시작합니다. 너무 많이 맡으면 지키기 어렵습니다.
- 일주일 동안 실천표를 함께 확인하고, 못 한 날은 꾸짖지 않고 “내일은 언제 할까?”라고 묻습니다(M4).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일을 정리하고 일주일 실천을 약속합니다.
시간: 약 3분
이렇게 말해 보세요
- “오늘 만든 일과표와 실천표를 냉장고(잘 보이는 곳)에 붙여 둘까?”
- “다음 수업 때 실천표에 ○가 몇 개인지 같이 세어 보자.”
예상 답
- “일과표를 보고 숙제 먼저 할게요.”
정답
- ① 시각과 할 일 ② 아이가 정한 일과 까닭(예: 수저 놓기 — 저녁 먹기 전에 할 수 있어서) ③ 실천표를 보고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보충(아침·낮·저녁·밤으로 하루 나누기)]
목적: S02에서 시각을 읽지 못하거나 하루의 순서를 헷갈리면, 아침·낮·저녁·밤으로 하루를 나누어 일과표를 만들 수 있게 합니다.
시간: 약 4분
이렇게 말해 보세요
- “하루는 아침에 시작해서 밤에 끝나. 아침에는 뭘 해? 밤에는?”
- “시계를 읽기 어려우면 일과표의 ‘시각’ 칸에 ‘아침, 낮, 저녁, 밤’이라고 써도 돼.”
예상 답
- “아침에는 일어나서 밥 먹어요. 밤에는 자요.”
막히면
- 아침·낮·저녁·밤을 종이에 크게 써서 바닥에 놓고, 아이가 하는 일을 말하며 그 위로 옮겨 서게 합니다.
주의
- 하루의 순서를 말하기 어렵다면 초1 ‘나의 하루’를, 시각 읽기가 어렵다면 초2 수학 ‘시각과 시간’을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자립과나눔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관리와 집안일 나누기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808683"/>
                <a:gridCol w="707746"/>
                <a:gridCol w="707746"/>
                <a:gridCol w="70774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하루 일과표를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가족과 일을 나누어 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시각을 읽고, 이때 하는 일을 말해요.</a:t>
            </a:r>
            <a:endParaRPr lang="ko-KR" sz="3200" dirty="0"/>
          </a:p>
        </p:txBody>
      </p:sp>
      <p:sp>
        <p:nvSpPr>
          <p:cNvPr id="4" name="S02-figure5" descr="시계: 7시 30분"/>
          <p:cNvSpPr/>
          <p:nvPr/>
        </p:nvSpPr>
        <p:spPr>
          <a:xfrm>
            <a:off x="1687068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241548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392088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54097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686588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3827322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3915004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088065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205217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311810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40667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408007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557218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11241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50257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67383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588459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67383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50257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11241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557218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408007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40667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311810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205217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088065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3915004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3827322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686588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54097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392088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241548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08288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292595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2772490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2624161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2482596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349346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225872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113525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01353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1927005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18548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1797936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1756814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173195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>
            <a:off x="1723644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173195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1756814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1797936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18548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1927005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01353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113525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225872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349346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2482596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2624161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2772490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292595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08288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58124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2-label67"/>
          <p:cNvSpPr txBox="1"/>
          <p:nvPr/>
        </p:nvSpPr>
        <p:spPr>
          <a:xfrm>
            <a:off x="403074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2-label68"/>
          <p:cNvSpPr txBox="1"/>
          <p:nvPr/>
        </p:nvSpPr>
        <p:spPr>
          <a:xfrm>
            <a:off x="4195267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2-label69"/>
          <p:cNvSpPr txBox="1"/>
          <p:nvPr/>
        </p:nvSpPr>
        <p:spPr>
          <a:xfrm>
            <a:off x="403074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2-label70"/>
          <p:cNvSpPr txBox="1"/>
          <p:nvPr/>
        </p:nvSpPr>
        <p:spPr>
          <a:xfrm>
            <a:off x="358124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2-label71"/>
          <p:cNvSpPr txBox="1"/>
          <p:nvPr/>
        </p:nvSpPr>
        <p:spPr>
          <a:xfrm>
            <a:off x="2967228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2-label72"/>
          <p:cNvSpPr txBox="1"/>
          <p:nvPr/>
        </p:nvSpPr>
        <p:spPr>
          <a:xfrm>
            <a:off x="235320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2-label73"/>
          <p:cNvSpPr txBox="1"/>
          <p:nvPr/>
        </p:nvSpPr>
        <p:spPr>
          <a:xfrm>
            <a:off x="1903715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2-label74"/>
          <p:cNvSpPr txBox="1"/>
          <p:nvPr/>
        </p:nvSpPr>
        <p:spPr>
          <a:xfrm>
            <a:off x="1739189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2-label75"/>
          <p:cNvSpPr txBox="1"/>
          <p:nvPr/>
        </p:nvSpPr>
        <p:spPr>
          <a:xfrm>
            <a:off x="1903715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2-label76"/>
          <p:cNvSpPr txBox="1"/>
          <p:nvPr/>
        </p:nvSpPr>
        <p:spPr>
          <a:xfrm>
            <a:off x="235320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2-label77"/>
          <p:cNvSpPr txBox="1"/>
          <p:nvPr/>
        </p:nvSpPr>
        <p:spPr>
          <a:xfrm>
            <a:off x="2967228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2-line78"/>
          <p:cNvSpPr/>
          <p:nvPr/>
        </p:nvSpPr>
        <p:spPr>
          <a:xfrm flipH="1">
            <a:off x="2757907" y="385533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>
            <a:off x="3241548" y="385533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186684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label81"/>
          <p:cNvSpPr txBox="1"/>
          <p:nvPr/>
        </p:nvSpPr>
        <p:spPr>
          <a:xfrm>
            <a:off x="548640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1" name="S02-figure82" descr="시계: 9시"/>
          <p:cNvSpPr/>
          <p:nvPr/>
        </p:nvSpPr>
        <p:spPr>
          <a:xfrm>
            <a:off x="7392924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83"/>
          <p:cNvSpPr/>
          <p:nvPr/>
        </p:nvSpPr>
        <p:spPr>
          <a:xfrm>
            <a:off x="8947404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84"/>
          <p:cNvSpPr/>
          <p:nvPr/>
        </p:nvSpPr>
        <p:spPr>
          <a:xfrm flipH="1">
            <a:off x="909794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85"/>
          <p:cNvSpPr/>
          <p:nvPr/>
        </p:nvSpPr>
        <p:spPr>
          <a:xfrm flipH="1">
            <a:off x="924683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 flipH="1">
            <a:off x="9392444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9533178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9620860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9793921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9911073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10017666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1011253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10113863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102630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10317097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10356113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1037969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10294315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 flipV="1">
            <a:off x="1037969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 flipV="1">
            <a:off x="10356113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 flipV="1">
            <a:off x="10317097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102630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10113863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1011253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10017666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9911073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9793921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9620860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9533178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9392444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924683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909794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V="1">
            <a:off x="8947404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V="1">
            <a:off x="8788740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V="1">
            <a:off x="863181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8478346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8330017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8188452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8055202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7931728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7819381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771939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7632861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7560730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7503792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7462670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743781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>
            <a:off x="7429500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>
            <a:off x="743781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>
            <a:off x="7462670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7503792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7560730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7632861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771939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7819381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7931728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8055202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8188452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8330017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8478346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863181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8788740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143"/>
          <p:cNvSpPr txBox="1"/>
          <p:nvPr/>
        </p:nvSpPr>
        <p:spPr>
          <a:xfrm>
            <a:off x="928710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2-label144"/>
          <p:cNvSpPr txBox="1"/>
          <p:nvPr/>
        </p:nvSpPr>
        <p:spPr>
          <a:xfrm>
            <a:off x="9736597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2-label145"/>
          <p:cNvSpPr txBox="1"/>
          <p:nvPr/>
        </p:nvSpPr>
        <p:spPr>
          <a:xfrm>
            <a:off x="9901123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2-label146"/>
          <p:cNvSpPr txBox="1"/>
          <p:nvPr/>
        </p:nvSpPr>
        <p:spPr>
          <a:xfrm>
            <a:off x="9736597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928710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8673084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805906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760957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7445045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760957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805906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8673084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2-line155"/>
          <p:cNvSpPr/>
          <p:nvPr/>
        </p:nvSpPr>
        <p:spPr>
          <a:xfrm flipH="1">
            <a:off x="8263433" y="385533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156"/>
          <p:cNvSpPr/>
          <p:nvPr/>
        </p:nvSpPr>
        <p:spPr>
          <a:xfrm flipV="1">
            <a:off x="8947404" y="286047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157"/>
          <p:cNvSpPr/>
          <p:nvPr/>
        </p:nvSpPr>
        <p:spPr>
          <a:xfrm>
            <a:off x="8892540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label158"/>
          <p:cNvSpPr txBox="1"/>
          <p:nvPr/>
        </p:nvSpPr>
        <p:spPr>
          <a:xfrm>
            <a:off x="6254496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일과표</a:t>
            </a:r>
            <a:endParaRPr lang="ko-KR" sz="4400" dirty="0"/>
          </a:p>
        </p:txBody>
      </p:sp>
      <p:sp>
        <p:nvSpPr>
          <p:cNvPr id="3" name="S03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일, 노는 시간, 내가 맡은 집안일을 함께 적어요.</a:t>
            </a:r>
            <a:endParaRPr lang="ko-KR" sz="3200" dirty="0"/>
          </a:p>
        </p:txBody>
      </p:sp>
      <p:graphicFrame>
        <p:nvGraphicFramePr>
          <p:cNvPr id="4" name="S03-table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1429258"/>
          <a:ext cx="822960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45262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7시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일어나서 씻기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8시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2시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숙제하기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3시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6시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놓기(내 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 9시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일과표 만들기</a:t>
            </a:r>
            <a:endParaRPr lang="ko-KR" sz="4400" dirty="0"/>
          </a:p>
        </p:txBody>
      </p:sp>
      <p:sp>
        <p:nvSpPr>
          <p:cNvPr id="3" name="S0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나의 하루를 적어요.</a:t>
            </a:r>
            <a:endParaRPr lang="ko-KR" sz="3200" dirty="0"/>
          </a:p>
        </p:txBody>
      </p:sp>
      <p:sp>
        <p:nvSpPr>
          <p:cNvPr id="4" name="S04-card1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시간 순서대로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숙제와 놀이가 다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자는 시각이 있어요</a:t>
            </a:r>
            <a:endParaRPr lang="ko-KR" sz="3200" dirty="0"/>
          </a:p>
        </p:txBody>
      </p:sp>
      <p:sp>
        <p:nvSpPr>
          <p:cNvPr id="6" name="S04-stepno165"/>
          <p:cNvSpPr txBox="1"/>
          <p:nvPr/>
        </p:nvSpPr>
        <p:spPr>
          <a:xfrm>
            <a:off x="548640" y="25491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66"/>
          <p:cNvSpPr txBox="1"/>
          <p:nvPr/>
        </p:nvSpPr>
        <p:spPr>
          <a:xfrm>
            <a:off x="1325880" y="25491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시각을 적어요.</a:t>
            </a:r>
            <a:endParaRPr lang="ko-KR" sz="3200" dirty="0"/>
          </a:p>
        </p:txBody>
      </p:sp>
      <p:sp>
        <p:nvSpPr>
          <p:cNvPr id="8" name="S04-stepno167"/>
          <p:cNvSpPr txBox="1"/>
          <p:nvPr/>
        </p:nvSpPr>
        <p:spPr>
          <a:xfrm>
            <a:off x="548640" y="330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168"/>
          <p:cNvSpPr txBox="1"/>
          <p:nvPr/>
        </p:nvSpPr>
        <p:spPr>
          <a:xfrm>
            <a:off x="1325880" y="32623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숙제, 놀이를 차례로 적어요.</a:t>
            </a:r>
            <a:endParaRPr lang="ko-KR" sz="3200" dirty="0"/>
          </a:p>
        </p:txBody>
      </p:sp>
      <p:sp>
        <p:nvSpPr>
          <p:cNvPr id="10" name="S04-stepno169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170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하는 일을 적어요.</a:t>
            </a:r>
            <a:endParaRPr lang="ko-KR" sz="3200" dirty="0"/>
          </a:p>
        </p:txBody>
      </p:sp>
      <p:sp>
        <p:nvSpPr>
          <p:cNvPr id="12" name="S04-stepno171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172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시각을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할까요?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일일까요? 까닭도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물을 쓰는 일은 어른이 해요.</a:t>
            </a:r>
            <a:endParaRPr lang="ko-KR" sz="3200" dirty="0"/>
          </a:p>
        </p:txBody>
      </p:sp>
      <p:sp>
        <p:nvSpPr>
          <p:cNvPr id="6" name="S05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</a:t>
            </a:r>
            <a:endParaRPr lang="ko-KR" sz="3200" dirty="0"/>
          </a:p>
        </p:txBody>
      </p:sp>
      <p:sp>
        <p:nvSpPr>
          <p:cNvPr id="8" name="S05-chip178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179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5-chip1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18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12" name="S05-chip18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183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켜고 국 끓이기</a:t>
            </a:r>
            <a:endParaRPr lang="ko-KR" sz="3200" dirty="0"/>
          </a:p>
        </p:txBody>
      </p:sp>
      <p:sp>
        <p:nvSpPr>
          <p:cNvPr id="14" name="S05-chip1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5-text18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16" name="S05-chip186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5-text187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회의</a:t>
            </a:r>
            <a:endParaRPr lang="ko-KR" sz="4400" dirty="0"/>
          </a:p>
        </p:txBody>
      </p:sp>
      <p:sp>
        <p:nvSpPr>
          <p:cNvPr id="3" name="S06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일을 나누고 실천표를 만들어요.</a:t>
            </a:r>
            <a:endParaRPr lang="ko-KR" sz="3200" dirty="0"/>
          </a:p>
        </p:txBody>
      </p:sp>
      <p:sp>
        <p:nvSpPr>
          <p:cNvPr id="4" name="S06-card18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9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1~2가지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일과표에 그 시간을 넣었어요</a:t>
            </a:r>
            <a:endParaRPr lang="ko-KR" sz="3200" dirty="0"/>
          </a:p>
        </p:txBody>
      </p:sp>
      <p:sp>
        <p:nvSpPr>
          <p:cNvPr id="6" name="S06-stepno19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19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일을 함께 찾아요.</a:t>
            </a:r>
            <a:endParaRPr lang="ko-KR" sz="3200" dirty="0"/>
          </a:p>
        </p:txBody>
      </p:sp>
      <p:sp>
        <p:nvSpPr>
          <p:cNvPr id="8" name="S06-stepno19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9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맡을 일을 골라요.</a:t>
            </a:r>
            <a:endParaRPr lang="ko-KR" sz="3200" dirty="0"/>
          </a:p>
        </p:txBody>
      </p:sp>
      <p:sp>
        <p:nvSpPr>
          <p:cNvPr id="10" name="S06-stepno19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9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12" name="S06-stepno19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9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일과표와 실천표에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1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2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일과표로 하루 시간을 나누고, 가족과 집안일을 나누어 맡아요.</a:t>
            </a:r>
            <a:endParaRPr lang="ko-KR" sz="3200" dirty="0"/>
          </a:p>
        </p:txBody>
      </p:sp>
      <p:sp>
        <p:nvSpPr>
          <p:cNvPr id="5" name="S07-chip2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07-chip2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칼·불 혼자 쓰기</a:t>
            </a:r>
            <a:endParaRPr lang="ko-KR" sz="2600" dirty="0"/>
          </a:p>
        </p:txBody>
      </p:sp>
      <p:sp>
        <p:nvSpPr>
          <p:cNvPr id="7" name="S07-text2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2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일과표에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적는 두 가지</a:t>
            </a:r>
            <a:endParaRPr lang="ko-KR" sz="2600" dirty="0"/>
          </a:p>
        </p:txBody>
      </p:sp>
      <p:sp>
        <p:nvSpPr>
          <p:cNvPr id="9" name="S07-text2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맡은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집안일과 까닭</a:t>
            </a:r>
            <a:endParaRPr lang="ko-KR" sz="2600" dirty="0"/>
          </a:p>
        </p:txBody>
      </p:sp>
      <p:sp>
        <p:nvSpPr>
          <p:cNvPr id="10" name="S07-text2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600" dirty="0"/>
          </a:p>
        </p:txBody>
      </p:sp>
      <p:sp>
        <p:nvSpPr>
          <p:cNvPr id="11" name="S07-text2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재료 비교와 도구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아침·낮·저녁·밤</a:t>
            </a:r>
            <a:endParaRPr lang="ko-KR" sz="4400" dirty="0"/>
          </a:p>
        </p:txBody>
      </p:sp>
      <p:sp>
        <p:nvSpPr>
          <p:cNvPr id="3" name="S08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대신 아침·낮·저녁·밤으로 적어도 돼요.</a:t>
            </a:r>
            <a:endParaRPr lang="ko-KR" sz="3200" dirty="0"/>
          </a:p>
        </p:txBody>
      </p:sp>
      <p:sp>
        <p:nvSpPr>
          <p:cNvPr id="6" name="S08-step2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8-line2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2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학교·숙제</a:t>
            </a:r>
            <a:endParaRPr lang="ko-KR" sz="2600" dirty="0"/>
          </a:p>
        </p:txBody>
      </p:sp>
      <p:sp>
        <p:nvSpPr>
          <p:cNvPr id="9" name="S08-line2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2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먹기</a:t>
            </a:r>
            <a:endParaRPr lang="ko-KR" sz="2600" dirty="0"/>
          </a:p>
        </p:txBody>
      </p:sp>
      <p:sp>
        <p:nvSpPr>
          <p:cNvPr id="11" name="S08-line2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2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시간 관리와 집안일 나누기</dc:title>
  <dc:subject>KR22-G02-TEC-CHORES-L01</dc:subject>
  <dc:creator>education-ppt</dc:creator>
  <cp:lastModifiedBy>education-ppt</cp:lastModifiedBy>
  <cp:revision>1</cp:revision>
  <dcterms:created xsi:type="dcterms:W3CDTF">2026-10-26T13:18:48Z</dcterms:created>
  <dcterms:modified xsi:type="dcterms:W3CDTF">2026-10-26T13:18:48Z</dcterms:modified>
</cp:coreProperties>
</file>