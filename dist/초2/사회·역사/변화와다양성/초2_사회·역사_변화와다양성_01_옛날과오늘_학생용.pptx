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bb33b74-a024-9616-dcfc-a67b74f71404}">
          <p14:sldIdLst>
            <p14:sldId id="256"/>
            <p14:sldId id="257"/>
          </p14:sldIdLst>
        </p14:section>
        <p14:section name="개념" id="{fa038acb-f741-cacc-2a2f-5c5379b113ad}">
          <p14:sldIdLst>
            <p14:sldId id="258"/>
            <p14:sldId id="259"/>
            <p14:sldId id="260"/>
            <p14:sldId id="263"/>
          </p14:sldIdLst>
        </p14:section>
        <p14:section name="연습" id="{1a988d46-300b-03e4-75c0-0bf94484d5c5}">
          <p14:sldIdLst>
            <p14:sldId id="261"/>
            <p14:sldId id="262"/>
            <p14:sldId id="264"/>
          </p14:sldIdLst>
        </p14:section>
        <p14:section name="개념" id="{a931f443-f010-9e7e-4304-9624328de51f}">
          <p14:sldIdLst/>
        </p14:section>
        <p14:section name="연습" id="{ea705fa4-1d71-48cd-dc51-ac58bb4c3772}">
          <p14:sldIdLst/>
        </p14:section>
        <p14:section name="확인" id="{5f01e7b5-82cd-648c-7cb0-f93ade5a270c}">
          <p14:sldIdLst>
            <p14:sldId id="265"/>
            <p14:sldId id="266"/>
          </p14:sldIdLst>
        </p14:section>
        <p14:section name="정리" id="{3ab68d5e-c72b-5e9e-ba25-10a114f5219f}">
          <p14:sldIdLst>
            <p14:sldId id="267"/>
          </p14:sldIdLst>
        </p14:section>
        <p14:section name="보충" id="{437ef6f5-def3-f1ef-1293-ab1f3d03359d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변화와다양성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옛날과 오늘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사회·역사 · 옛날과 오늘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사회·역사 · 옛날과 오늘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아빠가 어렸을 때는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놀았을까?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옛날과 오늘을 비교해요.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가족 어른께 여쭈어 알아봐요.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예전의 나, 지금의 나</a:t>
            </a:r>
            <a:endParaRPr lang="ko-KR" sz="44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 때 나는 무엇을 먹었나요?</a:t>
            </a:r>
            <a:endParaRPr lang="ko-KR" sz="32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나는 무엇을 먹나요?</a:t>
            </a:r>
            <a:endParaRPr lang="ko-KR" sz="32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어제 한 일 하나는?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옛날은 언제일까요?</a:t>
            </a:r>
            <a:endParaRPr lang="ko-KR" sz="44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시간은 왼쪽에서 오른쪽으로 흘러요.</a:t>
            </a:r>
            <a:endParaRPr lang="ko-KR" sz="32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아빠가 어렸을 때도 옛날이에요.</a:t>
            </a:r>
            <a:endParaRPr lang="ko-KR" sz="3200" dirty="0"/>
          </a:p>
        </p:txBody>
      </p:sp>
      <p:sp>
        <p:nvSpPr>
          <p:cNvPr id="6" name="S03-card12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3200" dirty="0"/>
          </a:p>
        </p:txBody>
      </p:sp>
      <p:sp>
        <p:nvSpPr>
          <p:cNvPr id="8" name="S03-card14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</a:t>
            </a:r>
            <a:endParaRPr lang="ko-KR" sz="3200" dirty="0"/>
          </a:p>
        </p:txBody>
      </p:sp>
      <p:sp>
        <p:nvSpPr>
          <p:cNvPr id="10" name="S03-card16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11" name="S03-cardtext17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3200" dirty="0"/>
          </a:p>
        </p:txBody>
      </p:sp>
      <p:sp>
        <p:nvSpPr>
          <p:cNvPr id="12" name="S03-line18"/>
          <p:cNvSpPr/>
          <p:nvPr/>
        </p:nvSpPr>
        <p:spPr>
          <a:xfrm>
            <a:off x="822960" y="3017520"/>
            <a:ext cx="10543032" cy="0"/>
          </a:xfrm>
          <a:prstGeom prst="line">
            <a:avLst/>
          </a:prstGeom>
          <a:noFill/>
          <a:ln w="38100">
            <a:solidFill>
              <a:srgbClr val="264653"/>
            </a:solidFill>
            <a:prstDash val="solid"/>
            <a:tailEnd type="triangle"/>
          </a:ln>
        </p:spPr>
      </p:sp>
      <p:sp>
        <p:nvSpPr>
          <p:cNvPr id="13" name="S03-event19"/>
          <p:cNvSpPr/>
          <p:nvPr/>
        </p:nvSpPr>
        <p:spPr>
          <a:xfrm>
            <a:off x="2461260" y="289864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03-label20"/>
          <p:cNvSpPr txBox="1"/>
          <p:nvPr/>
        </p:nvSpPr>
        <p:spPr>
          <a:xfrm>
            <a:off x="868680" y="1839595"/>
            <a:ext cx="3422904" cy="9493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할머니·할아버지가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</a:t>
            </a:r>
            <a:endParaRPr lang="ko-KR" sz="2600" dirty="0"/>
          </a:p>
        </p:txBody>
      </p:sp>
      <p:sp>
        <p:nvSpPr>
          <p:cNvPr id="15" name="S03-event21"/>
          <p:cNvSpPr/>
          <p:nvPr/>
        </p:nvSpPr>
        <p:spPr>
          <a:xfrm>
            <a:off x="5975604" y="289864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03-label22"/>
          <p:cNvSpPr txBox="1"/>
          <p:nvPr/>
        </p:nvSpPr>
        <p:spPr>
          <a:xfrm>
            <a:off x="4383024" y="1839595"/>
            <a:ext cx="3422904" cy="9493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엄마·아빠가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</a:t>
            </a:r>
            <a:endParaRPr lang="ko-KR" sz="2600" dirty="0"/>
          </a:p>
        </p:txBody>
      </p:sp>
      <p:sp>
        <p:nvSpPr>
          <p:cNvPr id="17" name="S03-event23"/>
          <p:cNvSpPr/>
          <p:nvPr/>
        </p:nvSpPr>
        <p:spPr>
          <a:xfrm>
            <a:off x="9489948" y="2898648"/>
            <a:ext cx="237744" cy="23774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S03-label24"/>
          <p:cNvSpPr txBox="1"/>
          <p:nvPr/>
        </p:nvSpPr>
        <p:spPr>
          <a:xfrm>
            <a:off x="7897368" y="1839595"/>
            <a:ext cx="3422904" cy="94932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(나)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옛날부터 해 온 놀이</a:t>
            </a:r>
            <a:endParaRPr lang="ko-KR" sz="4400" dirty="0"/>
          </a:p>
        </p:txBody>
      </p:sp>
      <p:sp>
        <p:nvSpPr>
          <p:cNvPr id="3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하는 놀이가 많아요.</a:t>
            </a:r>
            <a:endParaRPr lang="ko-KR" sz="3200" dirty="0"/>
          </a:p>
        </p:txBody>
      </p:sp>
      <p:sp>
        <p:nvSpPr>
          <p:cNvPr id="5" name="S04-card27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8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딱지치기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딱지를 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뒤집어요.</a:t>
            </a:r>
            <a:endParaRPr lang="ko-KR" sz="3200" dirty="0"/>
          </a:p>
        </p:txBody>
      </p:sp>
      <p:sp>
        <p:nvSpPr>
          <p:cNvPr id="7" name="S04-card29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0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공기놀이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돌 다섯 개로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놀아요.</a:t>
            </a:r>
            <a:endParaRPr lang="ko-KR" sz="3200" dirty="0"/>
          </a:p>
        </p:txBody>
      </p:sp>
      <p:sp>
        <p:nvSpPr>
          <p:cNvPr id="9" name="S04-card31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2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제기차기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제기를 발로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 올려요.</a:t>
            </a:r>
            <a:endParaRPr lang="ko-KR" sz="3200" dirty="0"/>
          </a:p>
        </p:txBody>
      </p:sp>
      <p:sp>
        <p:nvSpPr>
          <p:cNvPr id="11" name="S04-card33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34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팽이치기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팽이를 채로 쳐서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할머니의 공기놀이</a:t>
            </a:r>
            <a:endParaRPr lang="ko-KR" sz="4400" dirty="0"/>
          </a:p>
        </p:txBody>
      </p:sp>
      <p:sp>
        <p:nvSpPr>
          <p:cNvPr id="3" name="S05-card3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3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지호가 할머니께 어렸을 때 놀이를 여쭈었어요.</a:t>
            </a:r>
            <a:endParaRPr lang="ko-KR" sz="3200" dirty="0"/>
          </a:p>
        </p:txBody>
      </p:sp>
      <p:sp>
        <p:nvSpPr>
          <p:cNvPr id="5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점은 무엇일까요?</a:t>
            </a:r>
            <a:endParaRPr lang="ko-KR" sz="3200" dirty="0"/>
          </a:p>
        </p:txBody>
      </p:sp>
      <p:sp>
        <p:nvSpPr>
          <p:cNvPr id="7" name="S05-chip3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옛날: 할머니</a:t>
            </a:r>
            <a:endParaRPr lang="ko-KR" sz="2600" dirty="0"/>
          </a:p>
        </p:txBody>
      </p:sp>
      <p:sp>
        <p:nvSpPr>
          <p:cNvPr id="8" name="S05-text4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냇가에서 주운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돌로 놀았어요.</a:t>
            </a:r>
            <a:endParaRPr lang="ko-KR" sz="3200" dirty="0"/>
          </a:p>
        </p:txBody>
      </p:sp>
      <p:sp>
        <p:nvSpPr>
          <p:cNvPr id="9" name="S05-chip4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오늘: 지호</a:t>
            </a:r>
            <a:endParaRPr lang="ko-KR" sz="2600" dirty="0"/>
          </a:p>
        </p:txBody>
      </p:sp>
      <p:sp>
        <p:nvSpPr>
          <p:cNvPr id="10" name="S05-text4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가게에서 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공깃돌로 놀아요.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엄마가 어렸을 때</a:t>
            </a:r>
            <a:endParaRPr lang="ko-KR" sz="44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 엄마가 어렸을 때 이야기예요.</a:t>
            </a:r>
            <a:endParaRPr lang="ko-KR" sz="32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어떻게 할까요? 같은 점은? 다른 점은?</a:t>
            </a:r>
            <a:endParaRPr lang="ko-KR" sz="3200" dirty="0"/>
          </a:p>
        </p:txBody>
      </p:sp>
      <p:sp>
        <p:nvSpPr>
          <p:cNvPr id="6" name="S06-chip4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47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전화로 친구에게 전화했어요.</a:t>
            </a:r>
            <a:endParaRPr lang="ko-KR" sz="3200" dirty="0"/>
          </a:p>
        </p:txBody>
      </p:sp>
      <p:sp>
        <p:nvSpPr>
          <p:cNvPr id="8" name="S06-chip4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9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지도를 보고 길을 찾았어요.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놀이는 사라졌을까?</a:t>
            </a:r>
            <a:endParaRPr lang="ko-KR" sz="4400" dirty="0"/>
          </a:p>
        </p:txBody>
      </p:sp>
      <p:sp>
        <p:nvSpPr>
          <p:cNvPr id="3" name="S07-card5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 놀이에 대해 두 친구가 말했어요.</a:t>
            </a:r>
            <a:endParaRPr lang="ko-KR" sz="3200" dirty="0"/>
          </a:p>
        </p:txBody>
      </p:sp>
      <p:sp>
        <p:nvSpPr>
          <p:cNvPr id="5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어떻게 알 수 있을까요?</a:t>
            </a:r>
            <a:endParaRPr lang="ko-KR" sz="3200" dirty="0"/>
          </a:p>
        </p:txBody>
      </p:sp>
      <p:sp>
        <p:nvSpPr>
          <p:cNvPr id="7" name="S07-chip5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“옛날 놀이는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아무도 안 해요.”</a:t>
            </a:r>
            <a:endParaRPr lang="ko-KR" sz="3200" dirty="0"/>
          </a:p>
        </p:txBody>
      </p:sp>
      <p:sp>
        <p:nvSpPr>
          <p:cNvPr id="9" name="S07-chip5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“옛날 놀이를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오늘도 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 여쭈어 봐요</a:t>
            </a:r>
            <a:endParaRPr lang="ko-KR" sz="4400" dirty="0"/>
          </a:p>
        </p:txBody>
      </p:sp>
      <p:sp>
        <p:nvSpPr>
          <p:cNvPr id="3" name="S08-card58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9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‘어렸을 때 ~?’로 여쭈고,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적어요.</a:t>
            </a:r>
            <a:endParaRPr lang="ko-KR" sz="3200" dirty="0"/>
          </a:p>
        </p:txBody>
      </p:sp>
      <p:sp>
        <p:nvSpPr>
          <p:cNvPr id="5" name="S08-card60"/>
          <p:cNvSpPr/>
          <p:nvPr/>
        </p:nvSpPr>
        <p:spPr>
          <a:xfrm>
            <a:off x="548640" y="189992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61"/>
          <p:cNvSpPr txBox="1"/>
          <p:nvPr/>
        </p:nvSpPr>
        <p:spPr>
          <a:xfrm>
            <a:off x="822960" y="203708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“어렸을 때 무엇을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놀았어요?”</a:t>
            </a:r>
            <a:endParaRPr lang="ko-KR" sz="3200" dirty="0"/>
          </a:p>
        </p:txBody>
      </p:sp>
      <p:sp>
        <p:nvSpPr>
          <p:cNvPr id="7" name="S08-card62"/>
          <p:cNvSpPr/>
          <p:nvPr/>
        </p:nvSpPr>
        <p:spPr>
          <a:xfrm>
            <a:off x="4322064" y="189992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63"/>
          <p:cNvSpPr txBox="1"/>
          <p:nvPr/>
        </p:nvSpPr>
        <p:spPr>
          <a:xfrm>
            <a:off x="4596384" y="203708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“어렸을 때 무엇으로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전화했어요?”</a:t>
            </a:r>
            <a:endParaRPr lang="ko-KR" sz="3200" dirty="0"/>
          </a:p>
        </p:txBody>
      </p:sp>
      <p:sp>
        <p:nvSpPr>
          <p:cNvPr id="9" name="S08-card64"/>
          <p:cNvSpPr/>
          <p:nvPr/>
        </p:nvSpPr>
        <p:spPr>
          <a:xfrm>
            <a:off x="8095488" y="189992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5"/>
          <p:cNvSpPr txBox="1"/>
          <p:nvPr/>
        </p:nvSpPr>
        <p:spPr>
          <a:xfrm>
            <a:off x="8369808" y="203708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“어렸을 때 학교에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갔어요?”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만들어요</a:t>
            </a:r>
            <a:endParaRPr lang="ko-KR" sz="4400" dirty="0"/>
          </a:p>
        </p:txBody>
      </p:sp>
      <p:sp>
        <p:nvSpPr>
          <p:cNvPr id="3" name="S09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궁금한 것을 질문으로 바꿔요.</a:t>
            </a:r>
            <a:endParaRPr lang="ko-KR" sz="3200" dirty="0"/>
          </a:p>
        </p:txBody>
      </p:sp>
      <p:sp>
        <p:nvSpPr>
          <p:cNvPr id="4" name="S09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“어렸을 때 ~?” 하고 여쭈어요.</a:t>
            </a:r>
            <a:endParaRPr lang="ko-KR" sz="3200" dirty="0"/>
          </a:p>
        </p:txBody>
      </p:sp>
      <p:sp>
        <p:nvSpPr>
          <p:cNvPr id="6" name="S09-chip6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9-text7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좋아한 간식이 궁금해요.</a:t>
            </a:r>
            <a:endParaRPr lang="ko-KR" sz="3200" dirty="0"/>
          </a:p>
        </p:txBody>
      </p:sp>
      <p:sp>
        <p:nvSpPr>
          <p:cNvPr id="8" name="S09-chip7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9-text7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생일에 한 일이 궁금해요.</a:t>
            </a:r>
            <a:endParaRPr lang="ko-KR" sz="3200" dirty="0"/>
          </a:p>
        </p:txBody>
      </p:sp>
      <p:sp>
        <p:nvSpPr>
          <p:cNvPr id="10" name="S09-chip7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9-text7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 오는 날 놀이가 궁금해요.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여쭈어요</a:t>
            </a:r>
            <a:endParaRPr lang="ko-KR" sz="4400" dirty="0"/>
          </a:p>
        </p:txBody>
      </p:sp>
      <p:sp>
        <p:nvSpPr>
          <p:cNvPr id="3" name="S10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바로 해 봐요.</a:t>
            </a:r>
            <a:endParaRPr lang="ko-KR" sz="3200" dirty="0"/>
          </a:p>
        </p:txBody>
      </p:sp>
      <p:sp>
        <p:nvSpPr>
          <p:cNvPr id="4" name="S10-card7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7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질문 두 개를 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들은 것을 적었어요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점·다른 점을 말했어요</a:t>
            </a:r>
            <a:endParaRPr lang="ko-KR" sz="3200" dirty="0"/>
          </a:p>
        </p:txBody>
      </p:sp>
      <p:sp>
        <p:nvSpPr>
          <p:cNvPr id="6" name="S10-stepno78"/>
          <p:cNvSpPr txBox="1"/>
          <p:nvPr/>
        </p:nvSpPr>
        <p:spPr>
          <a:xfrm>
            <a:off x="548640" y="2770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79"/>
          <p:cNvSpPr txBox="1"/>
          <p:nvPr/>
        </p:nvSpPr>
        <p:spPr>
          <a:xfrm>
            <a:off x="1325880" y="2770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여쭐 질문 두 개를 골라요.</a:t>
            </a:r>
            <a:endParaRPr lang="ko-KR" sz="3200" dirty="0"/>
          </a:p>
        </p:txBody>
      </p:sp>
      <p:sp>
        <p:nvSpPr>
          <p:cNvPr id="8" name="S10-stepno80"/>
          <p:cNvSpPr txBox="1"/>
          <p:nvPr/>
        </p:nvSpPr>
        <p:spPr>
          <a:xfrm>
            <a:off x="548640" y="3483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81"/>
          <p:cNvSpPr txBox="1"/>
          <p:nvPr/>
        </p:nvSpPr>
        <p:spPr>
          <a:xfrm>
            <a:off x="1325880" y="3483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높임말로 여쭈어요.</a:t>
            </a:r>
            <a:endParaRPr lang="ko-KR" sz="3200" dirty="0"/>
          </a:p>
        </p:txBody>
      </p:sp>
      <p:sp>
        <p:nvSpPr>
          <p:cNvPr id="10" name="S10-stepno82"/>
          <p:cNvSpPr txBox="1"/>
          <p:nvPr/>
        </p:nvSpPr>
        <p:spPr>
          <a:xfrm>
            <a:off x="548640" y="41970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83"/>
          <p:cNvSpPr txBox="1"/>
          <p:nvPr/>
        </p:nvSpPr>
        <p:spPr>
          <a:xfrm>
            <a:off x="1325880" y="419709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것을 기록표에 적어요.</a:t>
            </a:r>
            <a:endParaRPr lang="ko-KR" sz="3200" dirty="0"/>
          </a:p>
        </p:txBody>
      </p:sp>
      <p:sp>
        <p:nvSpPr>
          <p:cNvPr id="12" name="S10-stepno84"/>
          <p:cNvSpPr txBox="1"/>
          <p:nvPr/>
        </p:nvSpPr>
        <p:spPr>
          <a:xfrm>
            <a:off x="548640" y="4910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85"/>
          <p:cNvSpPr txBox="1"/>
          <p:nvPr/>
        </p:nvSpPr>
        <p:spPr>
          <a:xfrm>
            <a:off x="1325880" y="491032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나와 비교해요.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서아네 팽이</a:t>
            </a:r>
            <a:endParaRPr lang="ko-KR" sz="4400" dirty="0"/>
          </a:p>
        </p:txBody>
      </p:sp>
      <p:sp>
        <p:nvSpPr>
          <p:cNvPr id="3" name="S11-card86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1-cardtext87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같은 점은?  ② 다른 점은?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아빠가 어렸을 때도 옛날일까요?</a:t>
            </a:r>
            <a:endParaRPr lang="ko-KR" sz="3200" dirty="0"/>
          </a:p>
        </p:txBody>
      </p:sp>
      <p:sp>
        <p:nvSpPr>
          <p:cNvPr id="5" name="S11-passagebox88"/>
          <p:cNvSpPr/>
          <p:nvPr/>
        </p:nvSpPr>
        <p:spPr>
          <a:xfrm>
            <a:off x="548640" y="1325880"/>
            <a:ext cx="11091672" cy="3342640"/>
          </a:xfrm>
          <a:prstGeom prst="roundRect">
            <a:avLst>
              <a:gd name="adj" fmla="val 2736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1-passage89"/>
          <p:cNvSpPr txBox="1"/>
          <p:nvPr/>
        </p:nvSpPr>
        <p:spPr>
          <a:xfrm>
            <a:off x="822960" y="1508760"/>
            <a:ext cx="10543032" cy="297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 할아버지는 어렸을 때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나무를 깎아 팽이를 만들었어요.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서아는 문구점에서 산 팽이로 놀아요.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9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옛날과 오늘을 비교하면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점도, 다른 점도 있어요.</a:t>
            </a:r>
            <a:endParaRPr lang="ko-KR" sz="3200" dirty="0"/>
          </a:p>
        </p:txBody>
      </p:sp>
      <p:sp>
        <p:nvSpPr>
          <p:cNvPr id="5" name="S13-chip9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어른께 여쭈어 알아보기</a:t>
            </a:r>
            <a:endParaRPr lang="ko-KR" sz="2600" dirty="0"/>
          </a:p>
        </p:txBody>
      </p:sp>
      <p:sp>
        <p:nvSpPr>
          <p:cNvPr id="6" name="S13-chip9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옛날은 불편하다고만 하기</a:t>
            </a:r>
            <a:endParaRPr lang="ko-KR" sz="2600" dirty="0"/>
          </a:p>
        </p:txBody>
      </p:sp>
      <p:sp>
        <p:nvSpPr>
          <p:cNvPr id="7" name="S13-text9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엄마, 아빠가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어렸을 때도 옛날?</a:t>
            </a:r>
            <a:endParaRPr lang="ko-KR" sz="2600" dirty="0"/>
          </a:p>
        </p:txBody>
      </p:sp>
      <p:sp>
        <p:nvSpPr>
          <p:cNvPr id="9" name="S13-text9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옛날부터 해 온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 하나는?</a:t>
            </a:r>
            <a:endParaRPr lang="ko-KR" sz="2600" dirty="0"/>
          </a:p>
        </p:txBody>
      </p:sp>
      <p:sp>
        <p:nvSpPr>
          <p:cNvPr id="10" name="S13-text9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어른께 여쭐 때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쓰는 질문은?</a:t>
            </a:r>
            <a:endParaRPr lang="ko-KR" sz="2600" dirty="0"/>
          </a:p>
        </p:txBody>
      </p:sp>
      <p:sp>
        <p:nvSpPr>
          <p:cNvPr id="11" name="S13-text9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서로 다른 생활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아기 때와 지금</a:t>
            </a:r>
            <a:endParaRPr lang="ko-KR" sz="4400" dirty="0"/>
          </a:p>
        </p:txBody>
      </p:sp>
      <p:sp>
        <p:nvSpPr>
          <p:cNvPr id="3" name="S14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일은 같아도 쓰는 물건이 달라요.</a:t>
            </a:r>
            <a:endParaRPr lang="ko-KR" sz="3200" dirty="0"/>
          </a:p>
        </p:txBody>
      </p:sp>
      <p:graphicFrame>
        <p:nvGraphicFramePr>
          <p:cNvPr id="14" name="S14-table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42160"/>
          <a:ext cx="914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365760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하는 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아기 때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지금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먹기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젖병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숟가락, 컵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다니기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유모차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걷기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놀기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딸랑이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블록, 공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사회·역사 옛날과 오늘</dc:title>
  <dc:subject>KR22-G02-SOC-PAST-L01</dc:subject>
  <dc:creator>education-ppt</dc:creator>
  <cp:lastModifiedBy>education-ppt</cp:lastModifiedBy>
  <cp:revision>1</cp:revision>
  <dcterms:created xsi:type="dcterms:W3CDTF">2026-10-26T13:14:37Z</dcterms:created>
  <dcterms:modified xsi:type="dcterms:W3CDTF">2026-10-26T13:14:37Z</dcterms:modified>
</cp:coreProperties>
</file>