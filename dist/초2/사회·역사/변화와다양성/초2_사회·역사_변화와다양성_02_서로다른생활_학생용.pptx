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c1d06b4-7328-298e-d2c8-4999f3dd41ab}">
          <p14:sldIdLst>
            <p14:sldId id="256"/>
            <p14:sldId id="257"/>
          </p14:sldIdLst>
        </p14:section>
        <p14:section name="개념" id="{95b6f687-b318-cca4-79a7-4427943f230b}">
          <p14:sldIdLst>
            <p14:sldId id="258"/>
            <p14:sldId id="259"/>
            <p14:sldId id="260"/>
            <p14:sldId id="263"/>
          </p14:sldIdLst>
        </p14:section>
        <p14:section name="연습" id="{abce8f26-7aa1-ef02-3d85-ff06c57adbc8}">
          <p14:sldIdLst>
            <p14:sldId id="261"/>
            <p14:sldId id="262"/>
            <p14:sldId id="264"/>
            <p14:sldId id="265"/>
          </p14:sldIdLst>
        </p14:section>
        <p14:section name="개념" id="{2cd6922d-1085-12b2-c58b-d4d58dbccb7c}">
          <p14:sldIdLst/>
        </p14:section>
        <p14:section name="연습" id="{2f07f621-b08b-7c19-6249-664f8ea9d976}">
          <p14:sldIdLst/>
        </p14:section>
        <p14:section name="확인" id="{bc61b68b-0be0-3b8e-15b3-79d5f04bb22c}">
          <p14:sldIdLst>
            <p14:sldId id="266"/>
            <p14:sldId id="267"/>
          </p14:sldIdLst>
        </p14:section>
        <p14:section name="정리" id="{4e3a75e3-022e-24c1-c196-52904e495b43}">
          <p14:sldIdLst>
            <p14:sldId id="268"/>
          </p14:sldIdLst>
        </p14:section>
        <p14:section name="보충" id="{d9aad559-35c9-75ea-7da5-fd3dc7cf2d7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변화와다양성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서로 다른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서로 다른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사회·역사 · 서로 다른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생활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모두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생활할까?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서로 다른 생활 모습을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존중하는 말과 행동을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점, 다른 점</a:t>
            </a:r>
            <a:endParaRPr lang="ko-KR" sz="44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 엄마(아빠)의 같은 점은?</a:t>
            </a:r>
            <a:endParaRPr lang="ko-KR" sz="32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 엄마(아빠)의 다른 점은?</a:t>
            </a:r>
            <a:endParaRPr lang="ko-KR" sz="32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 놀이의 다른 점은?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 친구들</a:t>
            </a:r>
            <a:endParaRPr lang="ko-KR" sz="44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친구들의 생활 모습이에요.</a:t>
            </a:r>
            <a:endParaRPr lang="ko-KR" sz="3200" dirty="0"/>
          </a:p>
        </p:txBody>
      </p:sp>
      <p:sp>
        <p:nvSpPr>
          <p:cNvPr id="4" name="S03-card10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다른 나라에서 와서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두 나라 말을 써요.</a:t>
            </a:r>
            <a:endParaRPr lang="ko-KR" sz="3200" dirty="0"/>
          </a:p>
        </p:txBody>
      </p:sp>
      <p:sp>
        <p:nvSpPr>
          <p:cNvPr id="6" name="S03-card12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준서네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부모님이 밤에 일하는 날은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 주무세요.</a:t>
            </a:r>
            <a:endParaRPr lang="ko-KR" sz="3200" dirty="0"/>
          </a:p>
        </p:txBody>
      </p:sp>
      <p:sp>
        <p:nvSpPr>
          <p:cNvPr id="8" name="S03-card14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라온이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휠체어를 타고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다녀요.</a:t>
            </a:r>
            <a:endParaRPr lang="ko-KR" sz="3200" dirty="0"/>
          </a:p>
        </p:txBody>
      </p:sp>
      <p:sp>
        <p:nvSpPr>
          <p:cNvPr id="10" name="S03-card16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하린이네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고기를 먹지 않고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채소로 밥상을 차려요.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다를까요?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데에는 까닭이 있어요.</a:t>
            </a:r>
            <a:endParaRPr lang="ko-KR" sz="3200" dirty="0"/>
          </a:p>
        </p:txBody>
      </p:sp>
      <p:sp>
        <p:nvSpPr>
          <p:cNvPr id="5" name="S04-card2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일이 달라서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준서네</a:t>
            </a:r>
            <a:endParaRPr lang="ko-KR" sz="3200" dirty="0"/>
          </a:p>
        </p:txBody>
      </p:sp>
      <p:sp>
        <p:nvSpPr>
          <p:cNvPr id="7" name="S04-card2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몸에 맞는 방법이라서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라온이</a:t>
            </a:r>
            <a:endParaRPr lang="ko-KR" sz="3200" dirty="0"/>
          </a:p>
        </p:txBody>
      </p:sp>
      <p:sp>
        <p:nvSpPr>
          <p:cNvPr id="9" name="S04-card2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자란 곳이 달라서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서연이네</a:t>
            </a:r>
            <a:endParaRPr lang="ko-KR" sz="3200" dirty="0"/>
          </a:p>
        </p:txBody>
      </p:sp>
      <p:sp>
        <p:nvSpPr>
          <p:cNvPr id="11" name="S04-card2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2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 달라서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하린이네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달라요? 틀려요?</a:t>
            </a:r>
            <a:endParaRPr lang="ko-KR" sz="4400" dirty="0"/>
          </a:p>
        </p:txBody>
      </p:sp>
      <p:sp>
        <p:nvSpPr>
          <p:cNvPr id="3" name="S05-card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하린이네는 고기 없이 채소로 밥상을 차려요.</a:t>
            </a:r>
            <a:endParaRPr lang="ko-KR" sz="3200" dirty="0"/>
          </a:p>
        </p:txBody>
      </p:sp>
      <p:sp>
        <p:nvSpPr>
          <p:cNvPr id="5" name="S05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‘다르다’와 ‘틀리다’는 어떻게 다를까요?</a:t>
            </a:r>
            <a:endParaRPr lang="ko-KR" sz="3200" dirty="0"/>
          </a:p>
        </p:txBody>
      </p:sp>
      <p:sp>
        <p:nvSpPr>
          <p:cNvPr id="7" name="S05-chip3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</a:t>
            </a:r>
            <a:endParaRPr lang="ko-KR" sz="2600" dirty="0"/>
          </a:p>
        </p:txBody>
      </p:sp>
      <p:sp>
        <p:nvSpPr>
          <p:cNvPr id="8" name="S05-text3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“하린이네 밥은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틀렸어요.”</a:t>
            </a:r>
            <a:endParaRPr lang="ko-KR" sz="3200" dirty="0"/>
          </a:p>
        </p:txBody>
      </p:sp>
      <p:sp>
        <p:nvSpPr>
          <p:cNvPr id="9" name="S05-chip3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600" dirty="0"/>
          </a:p>
        </p:txBody>
      </p:sp>
      <p:sp>
        <p:nvSpPr>
          <p:cNvPr id="10" name="S05-text3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“하린이네 밥은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집과 달라요.”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말이 맞을까요?</a:t>
            </a:r>
            <a:endParaRPr lang="ko-KR" sz="4400" dirty="0"/>
          </a:p>
        </p:txBody>
      </p:sp>
      <p:sp>
        <p:nvSpPr>
          <p:cNvPr id="3" name="S06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‘달라요’일까요, ‘틀려요’일까요?</a:t>
            </a:r>
            <a:endParaRPr lang="ko-KR" sz="3200" dirty="0"/>
          </a:p>
        </p:txBody>
      </p:sp>
      <p:sp>
        <p:nvSpPr>
          <p:cNvPr id="4" name="S06-chip3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6-text38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민호는 왼손으로 글씨를 써요.</a:t>
            </a:r>
            <a:endParaRPr lang="ko-KR" sz="3200" dirty="0"/>
          </a:p>
        </p:txBody>
      </p:sp>
      <p:sp>
        <p:nvSpPr>
          <p:cNvPr id="6" name="S06-chip3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6-text40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수아네는 설날에 만둣국을 먹어요.</a:t>
            </a:r>
            <a:endParaRPr lang="ko-KR" sz="3200" dirty="0"/>
          </a:p>
        </p:txBody>
      </p:sp>
      <p:sp>
        <p:nvSpPr>
          <p:cNvPr id="8" name="S06-chip4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6-text4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= 6이라고 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같을까요?</a:t>
            </a:r>
            <a:endParaRPr lang="ko-KR" sz="4400" dirty="0"/>
          </a:p>
        </p:txBody>
      </p:sp>
      <p:sp>
        <p:nvSpPr>
          <p:cNvPr id="3" name="S07-card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 엄마는 다른 나라에서 오셨어요.</a:t>
            </a:r>
            <a:endParaRPr lang="ko-KR" sz="3200" dirty="0"/>
          </a:p>
        </p:txBody>
      </p:sp>
      <p:sp>
        <p:nvSpPr>
          <p:cNvPr id="5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생각이 알맞을까요? 왜요?</a:t>
            </a:r>
            <a:endParaRPr lang="ko-KR" sz="3200" dirty="0"/>
          </a:p>
        </p:txBody>
      </p:sp>
      <p:sp>
        <p:nvSpPr>
          <p:cNvPr id="7" name="S07-chip4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 나라 사람은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똑같이 살 거야.”</a:t>
            </a:r>
            <a:endParaRPr lang="ko-KR" sz="3200" dirty="0"/>
          </a:p>
        </p:txBody>
      </p:sp>
      <p:sp>
        <p:nvSpPr>
          <p:cNvPr id="9" name="S07-chip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“사람마다 달라요.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서연이에게 물어봐요.”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말과 행동</a:t>
            </a:r>
            <a:endParaRPr lang="ko-KR" sz="4400" dirty="0"/>
          </a:p>
        </p:txBody>
      </p:sp>
      <p:sp>
        <p:nvSpPr>
          <p:cNvPr id="3" name="S08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존중은 다른 모습을 소중히 여기는 마음이에요.</a:t>
            </a:r>
            <a:endParaRPr lang="ko-KR" sz="3200" dirty="0"/>
          </a:p>
        </p:txBody>
      </p:sp>
      <p:sp>
        <p:nvSpPr>
          <p:cNvPr id="5" name="S08-card53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4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“그렇구나!”</a:t>
            </a:r>
            <a:endParaRPr lang="ko-KR" sz="3200" dirty="0"/>
          </a:p>
        </p:txBody>
      </p:sp>
      <p:sp>
        <p:nvSpPr>
          <p:cNvPr id="7" name="S08-card55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6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정중히 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“물어봐도 돼?”</a:t>
            </a:r>
            <a:endParaRPr lang="ko-KR" sz="3200" dirty="0"/>
          </a:p>
        </p:txBody>
      </p:sp>
      <p:sp>
        <p:nvSpPr>
          <p:cNvPr id="9" name="S08-card57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58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“같이 하자!”</a:t>
            </a:r>
            <a:endParaRPr lang="ko-KR" sz="3200" dirty="0"/>
          </a:p>
        </p:txBody>
      </p:sp>
      <p:sp>
        <p:nvSpPr>
          <p:cNvPr id="11" name="S08-card59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8-cardtext60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놀리지 않아요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내거나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웃지 않아요.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말이 좋을까요?</a:t>
            </a:r>
            <a:endParaRPr lang="ko-KR" sz="4400" dirty="0"/>
          </a:p>
        </p:txBody>
      </p:sp>
      <p:sp>
        <p:nvSpPr>
          <p:cNvPr id="3" name="S09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말에 ○, 아니면 × 해요.</a:t>
            </a:r>
            <a:endParaRPr lang="ko-KR" sz="3200" dirty="0"/>
          </a:p>
        </p:txBody>
      </p:sp>
      <p:sp>
        <p:nvSpPr>
          <p:cNvPr id="4" name="S09-chip6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6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“너희 집 밥은 이상해.”</a:t>
            </a:r>
            <a:endParaRPr lang="ko-KR" sz="3200" dirty="0"/>
          </a:p>
        </p:txBody>
      </p:sp>
      <p:sp>
        <p:nvSpPr>
          <p:cNvPr id="6" name="S09-chip6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text6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“그렇구나! 어떤 맛이야?”</a:t>
            </a:r>
            <a:endParaRPr lang="ko-KR" sz="3200" dirty="0"/>
          </a:p>
        </p:txBody>
      </p:sp>
      <p:sp>
        <p:nvSpPr>
          <p:cNvPr id="8" name="S09-chip6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9-text6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“라온이는 휠체어를 타니까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빼고 놀자.”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 다름 찾기</a:t>
            </a:r>
            <a:endParaRPr lang="ko-KR" sz="4400" dirty="0"/>
          </a:p>
        </p:txBody>
      </p:sp>
      <p:sp>
        <p:nvSpPr>
          <p:cNvPr id="3" name="S10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가족에게 여쭈어 보아요.</a:t>
            </a:r>
            <a:endParaRPr lang="ko-KR" sz="3200" dirty="0"/>
          </a:p>
        </p:txBody>
      </p:sp>
      <p:sp>
        <p:nvSpPr>
          <p:cNvPr id="4" name="S10-card6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7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가족 두 명에게 여쭈었어요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점을 찾았어요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존중하는 말을 했어요</a:t>
            </a:r>
            <a:endParaRPr lang="ko-KR" sz="3200" dirty="0"/>
          </a:p>
        </p:txBody>
      </p:sp>
      <p:sp>
        <p:nvSpPr>
          <p:cNvPr id="6" name="S10-stepno71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72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음식을 여쭈어요.</a:t>
            </a:r>
            <a:endParaRPr lang="ko-KR" sz="3200" dirty="0"/>
          </a:p>
        </p:txBody>
      </p:sp>
      <p:sp>
        <p:nvSpPr>
          <p:cNvPr id="8" name="S10-stepno73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74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놀이도 여쭈어요.</a:t>
            </a:r>
            <a:endParaRPr lang="ko-KR" sz="3200" dirty="0"/>
          </a:p>
        </p:txBody>
      </p:sp>
      <p:sp>
        <p:nvSpPr>
          <p:cNvPr id="10" name="S10-stepno75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76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 다른 점을 찾아요.</a:t>
            </a:r>
            <a:endParaRPr lang="ko-KR" sz="3200" dirty="0"/>
          </a:p>
        </p:txBody>
      </p:sp>
      <p:sp>
        <p:nvSpPr>
          <p:cNvPr id="12" name="S10-stepno77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78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“그렇구나!” 하고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7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8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우진이는 아침에 과일을 먹어요.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달라요? 틀려요?</a:t>
            </a:r>
            <a:endParaRPr lang="ko-KR" sz="3200" dirty="0"/>
          </a:p>
        </p:txBody>
      </p:sp>
      <p:sp>
        <p:nvSpPr>
          <p:cNvPr id="5" name="S11-chip8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8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그림에 ‘바나나’라고 썼어요.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달라요? 틀려요?</a:t>
            </a:r>
            <a:endParaRPr lang="ko-KR" sz="3200" dirty="0"/>
          </a:p>
        </p:txBody>
      </p:sp>
      <p:sp>
        <p:nvSpPr>
          <p:cNvPr id="7" name="S11-chip8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8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수어로 이야기하는 친구는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손으로 말할까요?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말할까요?</a:t>
            </a:r>
            <a:endParaRPr lang="ko-KR" sz="44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전학 온 친구가 우리말을 배우고 있어요.</a:t>
            </a:r>
            <a:endParaRPr lang="ko-KR" sz="3200" dirty="0"/>
          </a:p>
        </p:txBody>
      </p:sp>
      <p:sp>
        <p:nvSpPr>
          <p:cNvPr id="4" name="S12-chip8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8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 하나는?</a:t>
            </a:r>
            <a:endParaRPr lang="ko-KR" sz="3200" dirty="0"/>
          </a:p>
        </p:txBody>
      </p:sp>
      <p:sp>
        <p:nvSpPr>
          <p:cNvPr id="6" name="S12-chip8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8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말하는 까닭은?</a:t>
            </a:r>
            <a:endParaRPr lang="ko-KR" sz="3200" dirty="0"/>
          </a:p>
        </p:txBody>
      </p:sp>
      <p:sp>
        <p:nvSpPr>
          <p:cNvPr id="8" name="S12-chip9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9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 않을 말 하나는?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9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모습은 사람마다 달라요.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것은 틀린 것이 아니에요.</a:t>
            </a:r>
            <a:endParaRPr lang="ko-KR" sz="3200" dirty="0"/>
          </a:p>
        </p:txBody>
      </p:sp>
      <p:sp>
        <p:nvSpPr>
          <p:cNvPr id="5" name="S14-chip94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“그렇구나!” 하고 존중하기</a:t>
            </a:r>
            <a:endParaRPr lang="ko-KR" sz="2600" dirty="0"/>
          </a:p>
        </p:txBody>
      </p:sp>
      <p:sp>
        <p:nvSpPr>
          <p:cNvPr id="6" name="S14-chip95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다르다고 놀리기</a:t>
            </a:r>
            <a:endParaRPr lang="ko-KR" sz="2600" dirty="0"/>
          </a:p>
        </p:txBody>
      </p:sp>
      <p:sp>
        <p:nvSpPr>
          <p:cNvPr id="7" name="S14-text96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97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‘다르다’와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‘틀리다’의 차이는?</a:t>
            </a:r>
            <a:endParaRPr lang="ko-KR" sz="2600" dirty="0"/>
          </a:p>
        </p:txBody>
      </p:sp>
      <p:sp>
        <p:nvSpPr>
          <p:cNvPr id="9" name="S14-text98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생활 모습이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까닭 하나는?</a:t>
            </a:r>
            <a:endParaRPr lang="ko-KR" sz="2600" dirty="0"/>
          </a:p>
        </p:txBody>
      </p:sp>
      <p:sp>
        <p:nvSpPr>
          <p:cNvPr id="10" name="S14-text99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존중하는 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하나는?</a:t>
            </a:r>
            <a:endParaRPr lang="ko-KR" sz="2600" dirty="0"/>
          </a:p>
        </p:txBody>
      </p:sp>
      <p:sp>
        <p:nvSpPr>
          <p:cNvPr id="11" name="S14-text1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우리 고장의 장소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두 신발 견주기</a:t>
            </a:r>
            <a:endParaRPr lang="ko-KR" sz="4400" dirty="0"/>
          </a:p>
        </p:txBody>
      </p:sp>
      <p:sp>
        <p:nvSpPr>
          <p:cNvPr id="3" name="S15-card10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0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현관에서 내 신발과 엄마(아빠) 신발을 가져와요.</a:t>
            </a:r>
            <a:endParaRPr lang="ko-KR" sz="3200" dirty="0"/>
          </a:p>
        </p:txBody>
      </p:sp>
      <p:sp>
        <p:nvSpPr>
          <p:cNvPr id="5" name="S15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5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 하나, 다른 점 하나는?</a:t>
            </a:r>
            <a:endParaRPr lang="ko-KR" sz="3200" dirty="0"/>
          </a:p>
        </p:txBody>
      </p:sp>
      <p:sp>
        <p:nvSpPr>
          <p:cNvPr id="7" name="S15-chip10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신발</a:t>
            </a:r>
            <a:endParaRPr lang="ko-KR" sz="2600" dirty="0"/>
          </a:p>
        </p:txBody>
      </p:sp>
      <p:sp>
        <p:nvSpPr>
          <p:cNvPr id="8" name="S15-text10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발에 신어요.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작아요.</a:t>
            </a:r>
            <a:endParaRPr lang="ko-KR" sz="3200" dirty="0"/>
          </a:p>
        </p:txBody>
      </p:sp>
      <p:sp>
        <p:nvSpPr>
          <p:cNvPr id="9" name="S15-chip10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 신발</a:t>
            </a:r>
            <a:endParaRPr lang="ko-KR" sz="2600" dirty="0"/>
          </a:p>
        </p:txBody>
      </p:sp>
      <p:sp>
        <p:nvSpPr>
          <p:cNvPr id="10" name="S15-text10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발에 신어요.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사회·역사 서로 다른 생활</dc:title>
  <dc:subject>KR22-G02-SOC-DIVERSE-L01</dc:subject>
  <dc:creator>education-ppt</dc:creator>
  <cp:lastModifiedBy>education-ppt</cp:lastModifiedBy>
  <cp:revision>1</cp:revision>
  <dcterms:created xsi:type="dcterms:W3CDTF">2026-10-26T13:04:24Z</dcterms:created>
  <dcterms:modified xsi:type="dcterms:W3CDTF">2026-10-26T13:04:24Z</dcterms:modified>
</cp:coreProperties>
</file>