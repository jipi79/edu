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d54b51cc-246c-7d73-ec19-468c9c4f41c2}">
          <p14:sldIdLst>
            <p14:sldId id="256"/>
            <p14:sldId id="257"/>
          </p14:sldIdLst>
        </p14:section>
        <p14:section name="개념" id="{c7b7e462-711c-8c83-6d31-53ace2e2cbdd}">
          <p14:sldIdLst>
            <p14:sldId id="258"/>
            <p14:sldId id="259"/>
            <p14:sldId id="260"/>
            <p14:sldId id="263"/>
          </p14:sldIdLst>
        </p14:section>
        <p14:section name="연습" id="{6de5b952-8916-4a49-eab6-91f486e8497b}">
          <p14:sldIdLst>
            <p14:sldId id="261"/>
            <p14:sldId id="262"/>
            <p14:sldId id="264"/>
            <p14:sldId id="265"/>
          </p14:sldIdLst>
        </p14:section>
        <p14:section name="개념" id="{1270012d-d2f9-3c86-92d6-c199f5c9c740}">
          <p14:sldIdLst/>
        </p14:section>
        <p14:section name="연습" id="{3da373cc-cfb5-0a12-b43d-5e80fc6a36f5}">
          <p14:sldIdLst/>
        </p14:section>
        <p14:section name="확인" id="{2525ae16-730f-69a5-e778-3cd0caa6a8a0}">
          <p14:sldIdLst>
            <p14:sldId id="266"/>
            <p14:sldId id="267"/>
          </p14:sldIdLst>
        </p14:section>
        <p14:section name="정리" id="{a038bae9-50d1-785e-34e4-f68eabdf13d7}">
          <p14:sldIdLst>
            <p14:sldId id="268"/>
          </p14:sldIdLst>
        </p14:section>
        <p14:section name="보충" id="{1033bd65-46fb-4d9f-2b44-36ce502b82a9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사회·역사 · 변화와다양성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사회·역사 · 서로 다른 생활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사회·역사 · 서로 다른 생활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사회·역사 · 서로 다른 생활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다른 생활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우리는 모두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생활할까?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서로 다른 생활 모습을 찾아요.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존중하는 말과 행동을 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점, 다른 점</a:t>
            </a:r>
            <a:endParaRPr lang="ko-KR" sz="4400" dirty="0"/>
          </a:p>
        </p:txBody>
      </p:sp>
      <p:sp>
        <p:nvSpPr>
          <p:cNvPr id="3" name="S02-chip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text4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나와 엄마(아빠)의 같은 점은?</a:t>
            </a:r>
            <a:endParaRPr lang="ko-KR" sz="3200" dirty="0"/>
          </a:p>
        </p:txBody>
      </p:sp>
      <p:sp>
        <p:nvSpPr>
          <p:cNvPr id="5" name="S02-chip5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text6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나와 엄마(아빠)의 다른 점은?</a:t>
            </a:r>
            <a:endParaRPr lang="ko-KR" sz="3200" dirty="0"/>
          </a:p>
        </p:txBody>
      </p:sp>
      <p:sp>
        <p:nvSpPr>
          <p:cNvPr id="7" name="S02-chip7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text8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옛날과 오늘 놀이의 다른 점은?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별빛마을 친구들</a:t>
            </a:r>
            <a:endParaRPr lang="ko-KR" sz="4400" dirty="0"/>
          </a:p>
        </p:txBody>
      </p:sp>
      <p:sp>
        <p:nvSpPr>
          <p:cNvPr id="3" name="S03-text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친구들의 생활 모습이에요.</a:t>
            </a:r>
            <a:endParaRPr lang="ko-KR" sz="3200" dirty="0"/>
          </a:p>
        </p:txBody>
      </p:sp>
      <p:sp>
        <p:nvSpPr>
          <p:cNvPr id="4" name="S03-card10"/>
          <p:cNvSpPr/>
          <p:nvPr/>
        </p:nvSpPr>
        <p:spPr>
          <a:xfrm>
            <a:off x="548640" y="2011680"/>
            <a:ext cx="5431536" cy="1988820"/>
          </a:xfrm>
          <a:prstGeom prst="roundRect">
            <a:avLst>
              <a:gd name="adj" fmla="val 55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3-cardtext11"/>
          <p:cNvSpPr txBox="1"/>
          <p:nvPr/>
        </p:nvSpPr>
        <p:spPr>
          <a:xfrm>
            <a:off x="822960" y="2148840"/>
            <a:ext cx="4882896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서연이네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엄마가 다른 나라에서 와서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집에서 두 나라 말을 써요.</a:t>
            </a:r>
            <a:endParaRPr lang="ko-KR" sz="3200" dirty="0"/>
          </a:p>
        </p:txBody>
      </p:sp>
      <p:sp>
        <p:nvSpPr>
          <p:cNvPr id="6" name="S03-card12"/>
          <p:cNvSpPr/>
          <p:nvPr/>
        </p:nvSpPr>
        <p:spPr>
          <a:xfrm>
            <a:off x="6208776" y="2011680"/>
            <a:ext cx="5431536" cy="1988820"/>
          </a:xfrm>
          <a:prstGeom prst="roundRect">
            <a:avLst>
              <a:gd name="adj" fmla="val 55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3"/>
          <p:cNvSpPr txBox="1"/>
          <p:nvPr/>
        </p:nvSpPr>
        <p:spPr>
          <a:xfrm>
            <a:off x="6483096" y="2148840"/>
            <a:ext cx="4882896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준서네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부모님이 밤에 일하는 날은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낮에 주무세요.</a:t>
            </a:r>
            <a:endParaRPr lang="ko-KR" sz="3200" dirty="0"/>
          </a:p>
        </p:txBody>
      </p:sp>
      <p:sp>
        <p:nvSpPr>
          <p:cNvPr id="8" name="S03-card14"/>
          <p:cNvSpPr/>
          <p:nvPr/>
        </p:nvSpPr>
        <p:spPr>
          <a:xfrm>
            <a:off x="548640" y="4229100"/>
            <a:ext cx="5431536" cy="1988820"/>
          </a:xfrm>
          <a:prstGeom prst="roundRect">
            <a:avLst>
              <a:gd name="adj" fmla="val 55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15"/>
          <p:cNvSpPr txBox="1"/>
          <p:nvPr/>
        </p:nvSpPr>
        <p:spPr>
          <a:xfrm>
            <a:off x="822960" y="4366260"/>
            <a:ext cx="4882896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라온이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휠체어를 타고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학교에 다녀요.</a:t>
            </a:r>
            <a:endParaRPr lang="ko-KR" sz="3200" dirty="0"/>
          </a:p>
        </p:txBody>
      </p:sp>
      <p:sp>
        <p:nvSpPr>
          <p:cNvPr id="10" name="S03-card16"/>
          <p:cNvSpPr/>
          <p:nvPr/>
        </p:nvSpPr>
        <p:spPr>
          <a:xfrm>
            <a:off x="6208776" y="4229100"/>
            <a:ext cx="5431536" cy="1988820"/>
          </a:xfrm>
          <a:prstGeom prst="roundRect">
            <a:avLst>
              <a:gd name="adj" fmla="val 55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3-cardtext17"/>
          <p:cNvSpPr txBox="1"/>
          <p:nvPr/>
        </p:nvSpPr>
        <p:spPr>
          <a:xfrm>
            <a:off x="6483096" y="4366260"/>
            <a:ext cx="4882896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하린이네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고기를 먹지 않고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채소로 밥상을 차려요.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다를까요?</a:t>
            </a:r>
            <a:endParaRPr lang="ko-KR" sz="4400" dirty="0"/>
          </a:p>
        </p:txBody>
      </p:sp>
      <p:sp>
        <p:nvSpPr>
          <p:cNvPr id="3" name="S04-card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데에는 까닭이 있어요.</a:t>
            </a:r>
            <a:endParaRPr lang="ko-KR" sz="3200" dirty="0"/>
          </a:p>
        </p:txBody>
      </p:sp>
      <p:sp>
        <p:nvSpPr>
          <p:cNvPr id="5" name="S04-card20"/>
          <p:cNvSpPr/>
          <p:nvPr/>
        </p:nvSpPr>
        <p:spPr>
          <a:xfrm>
            <a:off x="548640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21"/>
          <p:cNvSpPr txBox="1"/>
          <p:nvPr/>
        </p:nvSpPr>
        <p:spPr>
          <a:xfrm>
            <a:off x="822960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하는 일이 달라서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준서네</a:t>
            </a:r>
            <a:endParaRPr lang="ko-KR" sz="3200" dirty="0"/>
          </a:p>
        </p:txBody>
      </p:sp>
      <p:sp>
        <p:nvSpPr>
          <p:cNvPr id="7" name="S04-card22"/>
          <p:cNvSpPr/>
          <p:nvPr/>
        </p:nvSpPr>
        <p:spPr>
          <a:xfrm>
            <a:off x="6208776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4-cardtext23"/>
          <p:cNvSpPr txBox="1"/>
          <p:nvPr/>
        </p:nvSpPr>
        <p:spPr>
          <a:xfrm>
            <a:off x="6483096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몸에 맞는 방법이라서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라온이</a:t>
            </a:r>
            <a:endParaRPr lang="ko-KR" sz="3200" dirty="0"/>
          </a:p>
        </p:txBody>
      </p:sp>
      <p:sp>
        <p:nvSpPr>
          <p:cNvPr id="9" name="S04-card24"/>
          <p:cNvSpPr/>
          <p:nvPr/>
        </p:nvSpPr>
        <p:spPr>
          <a:xfrm>
            <a:off x="548640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4-cardtext25"/>
          <p:cNvSpPr txBox="1"/>
          <p:nvPr/>
        </p:nvSpPr>
        <p:spPr>
          <a:xfrm>
            <a:off x="822960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자란 곳이 달라서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서연이네</a:t>
            </a:r>
            <a:endParaRPr lang="ko-KR" sz="3200" dirty="0"/>
          </a:p>
        </p:txBody>
      </p:sp>
      <p:sp>
        <p:nvSpPr>
          <p:cNvPr id="11" name="S04-card26"/>
          <p:cNvSpPr/>
          <p:nvPr/>
        </p:nvSpPr>
        <p:spPr>
          <a:xfrm>
            <a:off x="6208776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04-cardtext27"/>
          <p:cNvSpPr txBox="1"/>
          <p:nvPr/>
        </p:nvSpPr>
        <p:spPr>
          <a:xfrm>
            <a:off x="6483096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생각이 달라서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하린이네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달라요? 틀려요?</a:t>
            </a:r>
            <a:endParaRPr lang="ko-KR" sz="4400" dirty="0"/>
          </a:p>
        </p:txBody>
      </p:sp>
      <p:sp>
        <p:nvSpPr>
          <p:cNvPr id="3" name="S05-card2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2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하린이네는 고기 없이 채소로 밥상을 차려요.</a:t>
            </a:r>
            <a:endParaRPr lang="ko-KR" sz="3200" dirty="0"/>
          </a:p>
        </p:txBody>
      </p:sp>
      <p:sp>
        <p:nvSpPr>
          <p:cNvPr id="5" name="S05-card3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5-cardtext3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‘다르다’와 ‘틀리다’는 어떻게 다를까요?</a:t>
            </a:r>
            <a:endParaRPr lang="ko-KR" sz="3200" dirty="0"/>
          </a:p>
        </p:txBody>
      </p:sp>
      <p:sp>
        <p:nvSpPr>
          <p:cNvPr id="7" name="S05-chip32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가</a:t>
            </a:r>
            <a:endParaRPr lang="ko-KR" sz="2600" dirty="0"/>
          </a:p>
        </p:txBody>
      </p:sp>
      <p:sp>
        <p:nvSpPr>
          <p:cNvPr id="8" name="S05-text33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“하린이네 밥은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틀렸어요.”</a:t>
            </a:r>
            <a:endParaRPr lang="ko-KR" sz="3200" dirty="0"/>
          </a:p>
        </p:txBody>
      </p:sp>
      <p:sp>
        <p:nvSpPr>
          <p:cNvPr id="9" name="S05-chip34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나</a:t>
            </a:r>
            <a:endParaRPr lang="ko-KR" sz="2600" dirty="0"/>
          </a:p>
        </p:txBody>
      </p:sp>
      <p:sp>
        <p:nvSpPr>
          <p:cNvPr id="10" name="S05-text35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“하린이네 밥은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집과 달라요.”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말이 맞을까요?</a:t>
            </a:r>
            <a:endParaRPr lang="ko-KR" sz="4400" dirty="0"/>
          </a:p>
        </p:txBody>
      </p:sp>
      <p:sp>
        <p:nvSpPr>
          <p:cNvPr id="3" name="S06-text3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‘달라요’일까요, ‘틀려요’일까요?</a:t>
            </a:r>
            <a:endParaRPr lang="ko-KR" sz="3200" dirty="0"/>
          </a:p>
        </p:txBody>
      </p:sp>
      <p:sp>
        <p:nvSpPr>
          <p:cNvPr id="4" name="S06-chip37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6-text38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민호는 왼손으로 글씨를 써요.</a:t>
            </a:r>
            <a:endParaRPr lang="ko-KR" sz="3200" dirty="0"/>
          </a:p>
        </p:txBody>
      </p:sp>
      <p:sp>
        <p:nvSpPr>
          <p:cNvPr id="6" name="S06-chip39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6-text40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수아네는 설날에 만둣국을 먹어요.</a:t>
            </a:r>
            <a:endParaRPr lang="ko-KR" sz="3200" dirty="0"/>
          </a:p>
        </p:txBody>
      </p:sp>
      <p:sp>
        <p:nvSpPr>
          <p:cNvPr id="8" name="S06-chip41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06-text42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+ 3 = 6이라고 썼어요.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같을까요?</a:t>
            </a:r>
            <a:endParaRPr lang="ko-KR" sz="4400" dirty="0"/>
          </a:p>
        </p:txBody>
      </p:sp>
      <p:sp>
        <p:nvSpPr>
          <p:cNvPr id="3" name="S07-card4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4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서연이 엄마는 다른 나라에서 오셨어요.</a:t>
            </a:r>
            <a:endParaRPr lang="ko-KR" sz="3200" dirty="0"/>
          </a:p>
        </p:txBody>
      </p:sp>
      <p:sp>
        <p:nvSpPr>
          <p:cNvPr id="5" name="S07-card4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4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생각이 알맞을까요? 왜요?</a:t>
            </a:r>
            <a:endParaRPr lang="ko-KR" sz="3200" dirty="0"/>
          </a:p>
        </p:txBody>
      </p:sp>
      <p:sp>
        <p:nvSpPr>
          <p:cNvPr id="7" name="S07-chip4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7-text48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“그 나라 사람은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똑같이 살 거야.”</a:t>
            </a:r>
            <a:endParaRPr lang="ko-KR" sz="3200" dirty="0"/>
          </a:p>
        </p:txBody>
      </p:sp>
      <p:sp>
        <p:nvSpPr>
          <p:cNvPr id="9" name="S07-chip4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7-text50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“사람마다 달라요.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서연이에게 물어봐요.”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존중하는 말과 행동</a:t>
            </a:r>
            <a:endParaRPr lang="ko-KR" sz="4400" dirty="0"/>
          </a:p>
        </p:txBody>
      </p:sp>
      <p:sp>
        <p:nvSpPr>
          <p:cNvPr id="3" name="S08-card5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5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존중은 다른 모습을 소중히 여기는 마음이에요.</a:t>
            </a:r>
            <a:endParaRPr lang="ko-KR" sz="3200" dirty="0"/>
          </a:p>
        </p:txBody>
      </p:sp>
      <p:sp>
        <p:nvSpPr>
          <p:cNvPr id="5" name="S08-card53"/>
          <p:cNvSpPr/>
          <p:nvPr/>
        </p:nvSpPr>
        <p:spPr>
          <a:xfrm>
            <a:off x="548640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8-cardtext54"/>
          <p:cNvSpPr txBox="1"/>
          <p:nvPr/>
        </p:nvSpPr>
        <p:spPr>
          <a:xfrm>
            <a:off x="822960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들어요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“그렇구나!”</a:t>
            </a:r>
            <a:endParaRPr lang="ko-KR" sz="3200" dirty="0"/>
          </a:p>
        </p:txBody>
      </p:sp>
      <p:sp>
        <p:nvSpPr>
          <p:cNvPr id="7" name="S08-card55"/>
          <p:cNvSpPr/>
          <p:nvPr/>
        </p:nvSpPr>
        <p:spPr>
          <a:xfrm>
            <a:off x="6208776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8-cardtext56"/>
          <p:cNvSpPr txBox="1"/>
          <p:nvPr/>
        </p:nvSpPr>
        <p:spPr>
          <a:xfrm>
            <a:off x="6483096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정중히 물어요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“물어봐도 돼?”</a:t>
            </a:r>
            <a:endParaRPr lang="ko-KR" sz="3200" dirty="0"/>
          </a:p>
        </p:txBody>
      </p:sp>
      <p:sp>
        <p:nvSpPr>
          <p:cNvPr id="9" name="S08-card57"/>
          <p:cNvSpPr/>
          <p:nvPr/>
        </p:nvSpPr>
        <p:spPr>
          <a:xfrm>
            <a:off x="548640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8-cardtext58"/>
          <p:cNvSpPr txBox="1"/>
          <p:nvPr/>
        </p:nvSpPr>
        <p:spPr>
          <a:xfrm>
            <a:off x="822960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“같이 하자!”</a:t>
            </a:r>
            <a:endParaRPr lang="ko-KR" sz="3200" dirty="0"/>
          </a:p>
        </p:txBody>
      </p:sp>
      <p:sp>
        <p:nvSpPr>
          <p:cNvPr id="11" name="S08-card59"/>
          <p:cNvSpPr/>
          <p:nvPr/>
        </p:nvSpPr>
        <p:spPr>
          <a:xfrm>
            <a:off x="6208776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08-cardtext60"/>
          <p:cNvSpPr txBox="1"/>
          <p:nvPr/>
        </p:nvSpPr>
        <p:spPr>
          <a:xfrm>
            <a:off x="6483096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놀리지 않아요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흉내 내거나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웃지 않아요.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말이 좋을까요?</a:t>
            </a:r>
            <a:endParaRPr lang="ko-KR" sz="4400" dirty="0"/>
          </a:p>
        </p:txBody>
      </p:sp>
      <p:sp>
        <p:nvSpPr>
          <p:cNvPr id="3" name="S09-text6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존중하는 말에 ○, 아니면 × 해요.</a:t>
            </a:r>
            <a:endParaRPr lang="ko-KR" sz="3200" dirty="0"/>
          </a:p>
        </p:txBody>
      </p:sp>
      <p:sp>
        <p:nvSpPr>
          <p:cNvPr id="4" name="S09-chip62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9-text63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“너희 집 밥은 이상해.”</a:t>
            </a:r>
            <a:endParaRPr lang="ko-KR" sz="3200" dirty="0"/>
          </a:p>
        </p:txBody>
      </p:sp>
      <p:sp>
        <p:nvSpPr>
          <p:cNvPr id="6" name="S09-chip64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9-text65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“그렇구나! 어떤 맛이야?”</a:t>
            </a:r>
            <a:endParaRPr lang="ko-KR" sz="3200" dirty="0"/>
          </a:p>
        </p:txBody>
      </p:sp>
      <p:sp>
        <p:nvSpPr>
          <p:cNvPr id="8" name="S09-chip66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09-text67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“라온이는 휠체어를 타니까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빼고 놀자.”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가족 다름 찾기</a:t>
            </a:r>
            <a:endParaRPr lang="ko-KR" sz="4400" dirty="0"/>
          </a:p>
        </p:txBody>
      </p:sp>
      <p:sp>
        <p:nvSpPr>
          <p:cNvPr id="3" name="S10-text6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가족에게 여쭈어 보아요.</a:t>
            </a:r>
            <a:endParaRPr lang="ko-KR" sz="3200" dirty="0"/>
          </a:p>
        </p:txBody>
      </p:sp>
      <p:sp>
        <p:nvSpPr>
          <p:cNvPr id="4" name="S10-card69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0-cardtext70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가족 두 명에게 여쭈었어요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다른 점을 찾았어요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존중하는 말을 했어요</a:t>
            </a:r>
            <a:endParaRPr lang="ko-KR" sz="3200" dirty="0"/>
          </a:p>
        </p:txBody>
      </p:sp>
      <p:sp>
        <p:nvSpPr>
          <p:cNvPr id="6" name="S10-stepno71"/>
          <p:cNvSpPr txBox="1"/>
          <p:nvPr/>
        </p:nvSpPr>
        <p:spPr>
          <a:xfrm>
            <a:off x="548640" y="27706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10-text72"/>
          <p:cNvSpPr txBox="1"/>
          <p:nvPr/>
        </p:nvSpPr>
        <p:spPr>
          <a:xfrm>
            <a:off x="1325880" y="277063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좋아하는 음식을 여쭈어요.</a:t>
            </a:r>
            <a:endParaRPr lang="ko-KR" sz="3200" dirty="0"/>
          </a:p>
        </p:txBody>
      </p:sp>
      <p:sp>
        <p:nvSpPr>
          <p:cNvPr id="8" name="S10-stepno73"/>
          <p:cNvSpPr txBox="1"/>
          <p:nvPr/>
        </p:nvSpPr>
        <p:spPr>
          <a:xfrm>
            <a:off x="548640" y="34838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10-text74"/>
          <p:cNvSpPr txBox="1"/>
          <p:nvPr/>
        </p:nvSpPr>
        <p:spPr>
          <a:xfrm>
            <a:off x="1325880" y="348386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좋아하는 놀이도 여쭈어요.</a:t>
            </a:r>
            <a:endParaRPr lang="ko-KR" sz="3200" dirty="0"/>
          </a:p>
        </p:txBody>
      </p:sp>
      <p:sp>
        <p:nvSpPr>
          <p:cNvPr id="10" name="S10-stepno75"/>
          <p:cNvSpPr txBox="1"/>
          <p:nvPr/>
        </p:nvSpPr>
        <p:spPr>
          <a:xfrm>
            <a:off x="548640" y="41970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10-text76"/>
          <p:cNvSpPr txBox="1"/>
          <p:nvPr/>
        </p:nvSpPr>
        <p:spPr>
          <a:xfrm>
            <a:off x="1325880" y="419709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나와 다른 점을 찾아요.</a:t>
            </a:r>
            <a:endParaRPr lang="ko-KR" sz="3200" dirty="0"/>
          </a:p>
        </p:txBody>
      </p:sp>
      <p:sp>
        <p:nvSpPr>
          <p:cNvPr id="12" name="S10-stepno77"/>
          <p:cNvSpPr txBox="1"/>
          <p:nvPr/>
        </p:nvSpPr>
        <p:spPr>
          <a:xfrm>
            <a:off x="548640" y="49103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3" name="S10-text78"/>
          <p:cNvSpPr txBox="1"/>
          <p:nvPr/>
        </p:nvSpPr>
        <p:spPr>
          <a:xfrm>
            <a:off x="1325880" y="491032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“그렇구나!” 하고 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1-chip79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11-text80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우진이는 아침에 과일을 먹어요.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달라요? 틀려요?</a:t>
            </a:r>
            <a:endParaRPr lang="ko-KR" sz="3200" dirty="0"/>
          </a:p>
        </p:txBody>
      </p:sp>
      <p:sp>
        <p:nvSpPr>
          <p:cNvPr id="5" name="S11-chip81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11-text82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 그림에 ‘바나나’라고 썼어요.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달라요? 틀려요?</a:t>
            </a:r>
            <a:endParaRPr lang="ko-KR" sz="3200" dirty="0"/>
          </a:p>
        </p:txBody>
      </p:sp>
      <p:sp>
        <p:nvSpPr>
          <p:cNvPr id="7" name="S11-chip83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11-text84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수어로 이야기하는 친구는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손으로 말할까요?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말할까요?</a:t>
            </a:r>
            <a:endParaRPr lang="ko-KR" sz="4400" dirty="0"/>
          </a:p>
        </p:txBody>
      </p:sp>
      <p:sp>
        <p:nvSpPr>
          <p:cNvPr id="3" name="S12-text8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전학 온 친구가 우리말을 배우고 있어요.</a:t>
            </a:r>
            <a:endParaRPr lang="ko-KR" sz="3200" dirty="0"/>
          </a:p>
        </p:txBody>
      </p:sp>
      <p:sp>
        <p:nvSpPr>
          <p:cNvPr id="4" name="S12-chip86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2-text87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존중하는 말 하나는?</a:t>
            </a:r>
            <a:endParaRPr lang="ko-KR" sz="3200" dirty="0"/>
          </a:p>
        </p:txBody>
      </p:sp>
      <p:sp>
        <p:nvSpPr>
          <p:cNvPr id="6" name="S12-chip88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2-text89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그렇게 말하는 까닭은?</a:t>
            </a:r>
            <a:endParaRPr lang="ko-KR" sz="3200" dirty="0"/>
          </a:p>
        </p:txBody>
      </p:sp>
      <p:sp>
        <p:nvSpPr>
          <p:cNvPr id="8" name="S12-chip90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2-text91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하지 않을 말 하나는?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4-card92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93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 모습은 사람마다 달라요.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것은 틀린 것이 아니에요.</a:t>
            </a:r>
            <a:endParaRPr lang="ko-KR" sz="3200" dirty="0"/>
          </a:p>
        </p:txBody>
      </p:sp>
      <p:sp>
        <p:nvSpPr>
          <p:cNvPr id="5" name="S14-chip94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“그렇구나!” 하고 존중하기</a:t>
            </a:r>
            <a:endParaRPr lang="ko-KR" sz="2600" dirty="0"/>
          </a:p>
        </p:txBody>
      </p:sp>
      <p:sp>
        <p:nvSpPr>
          <p:cNvPr id="6" name="S14-chip95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다르다고 놀리기</a:t>
            </a:r>
            <a:endParaRPr lang="ko-KR" sz="2600" dirty="0"/>
          </a:p>
        </p:txBody>
      </p:sp>
      <p:sp>
        <p:nvSpPr>
          <p:cNvPr id="7" name="S14-text96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4-text97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‘다르다’와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‘틀리다’의 차이는?</a:t>
            </a:r>
            <a:endParaRPr lang="ko-KR" sz="2600" dirty="0"/>
          </a:p>
        </p:txBody>
      </p:sp>
      <p:sp>
        <p:nvSpPr>
          <p:cNvPr id="9" name="S14-text98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생활 모습이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까닭 하나는?</a:t>
            </a:r>
            <a:endParaRPr lang="ko-KR" sz="2600" dirty="0"/>
          </a:p>
        </p:txBody>
      </p:sp>
      <p:sp>
        <p:nvSpPr>
          <p:cNvPr id="10" name="S14-text99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존중하는 말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하나는?</a:t>
            </a:r>
            <a:endParaRPr lang="ko-KR" sz="2600" dirty="0"/>
          </a:p>
        </p:txBody>
      </p:sp>
      <p:sp>
        <p:nvSpPr>
          <p:cNvPr id="11" name="S14-text100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우리 고장의 장소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두 신발 견주기</a:t>
            </a:r>
            <a:endParaRPr lang="ko-KR" sz="4400" dirty="0"/>
          </a:p>
        </p:txBody>
      </p:sp>
      <p:sp>
        <p:nvSpPr>
          <p:cNvPr id="3" name="S15-card10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5-cardtext10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현관에서 내 신발과 엄마(아빠) 신발을 가져와요.</a:t>
            </a:r>
            <a:endParaRPr lang="ko-KR" sz="3200" dirty="0"/>
          </a:p>
        </p:txBody>
      </p:sp>
      <p:sp>
        <p:nvSpPr>
          <p:cNvPr id="5" name="S15-card10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5-cardtext10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점 하나, 다른 점 하나는?</a:t>
            </a:r>
            <a:endParaRPr lang="ko-KR" sz="3200" dirty="0"/>
          </a:p>
        </p:txBody>
      </p:sp>
      <p:sp>
        <p:nvSpPr>
          <p:cNvPr id="7" name="S15-chip105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신발</a:t>
            </a:r>
            <a:endParaRPr lang="ko-KR" sz="2600" dirty="0"/>
          </a:p>
        </p:txBody>
      </p:sp>
      <p:sp>
        <p:nvSpPr>
          <p:cNvPr id="8" name="S15-text106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발에 신어요.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작아요.</a:t>
            </a:r>
            <a:endParaRPr lang="ko-KR" sz="3200" dirty="0"/>
          </a:p>
        </p:txBody>
      </p:sp>
      <p:sp>
        <p:nvSpPr>
          <p:cNvPr id="9" name="S15-chip107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 신발</a:t>
            </a:r>
            <a:endParaRPr lang="ko-KR" sz="2600" dirty="0"/>
          </a:p>
        </p:txBody>
      </p:sp>
      <p:sp>
        <p:nvSpPr>
          <p:cNvPr id="10" name="S15-text108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발에 신어요.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사회·역사 서로 다른 생활</dc:title>
  <dc:subject>KR22-G02-SOC-DIVERSE-L01</dc:subject>
  <dc:creator>education-ppt</dc:creator>
  <cp:lastModifiedBy>education-ppt</cp:lastModifiedBy>
  <cp:revision>1</cp:revision>
  <dcterms:created xsi:type="dcterms:W3CDTF">2026-10-26T13:14:07Z</dcterms:created>
  <dcterms:modified xsi:type="dcterms:W3CDTF">2026-10-26T13:14:07Z</dcterms:modified>
</cp:coreProperties>
</file>