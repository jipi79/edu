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134c9af-c4d6-efb7-6c4a-5c856643034b}">
          <p14:sldIdLst>
            <p14:sldId id="256"/>
            <p14:sldId id="257"/>
          </p14:sldIdLst>
        </p14:section>
        <p14:section name="개념" id="{a96d43d8-239f-125f-0b55-3beee772d946}">
          <p14:sldIdLst>
            <p14:sldId id="258"/>
            <p14:sldId id="259"/>
            <p14:sldId id="261"/>
          </p14:sldIdLst>
        </p14:section>
        <p14:section name="연습" id="{49b6b6f8-6958-3dfc-6175-ef529c1bd33b}">
          <p14:sldIdLst>
            <p14:sldId id="260"/>
            <p14:sldId id="262"/>
            <p14:sldId id="263"/>
            <p14:sldId id="264"/>
          </p14:sldIdLst>
        </p14:section>
        <p14:section name="개념" id="{a4e1fe3b-58bc-3847-3940-f111ae858553}">
          <p14:sldIdLst/>
        </p14:section>
        <p14:section name="연습" id="{40a904c1-f29d-bca3-056a-ad8967d586ee}">
          <p14:sldIdLst/>
        </p14:section>
        <p14:section name="확인" id="{fe0de344-0861-a8e0-4c35-a364e2c81f4c}">
          <p14:sldIdLst>
            <p14:sldId id="265"/>
            <p14:sldId id="266"/>
          </p14:sldIdLst>
        </p14:section>
        <p14:section name="정리" id="{4fd667b5-64c7-be04-a05d-defc345d77f5}">
          <p14:sldIdLst>
            <p14:sldId id="267"/>
          </p14:sldIdLst>
        </p14:section>
        <p14:section name="보충" id="{651ac752-b5ec-7193-36fa-b156057adb4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공감과 공정한 사용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상자가 하나뿐이면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다른 사람의 마음을 듣고 말해 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함께 쓰는 물건을 공정하게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 앞에 친구가 먼저 줄을 서 있어요.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넘어져서 울고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공감하며 듣기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공감은 다른 사람의 마음을 알아주는 거예요.</a:t>
            </a:r>
            <a:endParaRPr lang="ko-KR" sz="3200" dirty="0"/>
          </a:p>
        </p:txBody>
      </p:sp>
      <p:sp>
        <p:nvSpPr>
          <p:cNvPr id="5" name="S03-stepno1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7" name="S03-stepno1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말해 줘요. “속상했구나.”</a:t>
            </a:r>
            <a:endParaRPr lang="ko-KR" sz="3200" dirty="0"/>
          </a:p>
        </p:txBody>
      </p:sp>
      <p:sp>
        <p:nvSpPr>
          <p:cNvPr id="9" name="S03-stepno1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1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것을 물어요. “어떻게 하고 싶어?”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마음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상자가 하나예요. 지호는 성을 만들고 있고, 동생 보미도 블록을 쓰고 싶어요.</a:t>
            </a:r>
            <a:endParaRPr lang="ko-KR" sz="3200" dirty="0"/>
          </a:p>
        </p:txBody>
      </p:sp>
      <p:sp>
        <p:nvSpPr>
          <p:cNvPr id="5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각각 무엇을 바랄까요?</a:t>
            </a:r>
            <a:endParaRPr lang="ko-KR" sz="3200" dirty="0"/>
          </a:p>
        </p:txBody>
      </p:sp>
      <p:sp>
        <p:nvSpPr>
          <p:cNvPr id="7" name="S04-chip20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</a:t>
            </a:r>
            <a:endParaRPr lang="ko-KR" sz="2600" dirty="0"/>
          </a:p>
        </p:txBody>
      </p:sp>
      <p:sp>
        <p:nvSpPr>
          <p:cNvPr id="8" name="S04-text21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“아직 성을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못 만들었어.”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아쉬워요</a:t>
            </a:r>
            <a:endParaRPr lang="ko-KR" sz="3200" dirty="0"/>
          </a:p>
        </p:txBody>
      </p:sp>
      <p:sp>
        <p:nvSpPr>
          <p:cNvPr id="9" name="S04-chip22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보미</a:t>
            </a:r>
            <a:endParaRPr lang="ko-KR" sz="2600" dirty="0"/>
          </a:p>
        </p:txBody>
      </p:sp>
      <p:sp>
        <p:nvSpPr>
          <p:cNvPr id="10" name="S04-text23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“나도 블록으로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놀고 싶어.”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속상해요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말해 줘요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텔레비전을 두고 두 사람이 말해요.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~구나.”로 마음을 말해 줘요.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지호: “내가 먼저 보고 있었어.”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보미: “나도 보고 싶은 게 있는데….”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공정하게 써요</a:t>
            </a:r>
            <a:endParaRPr lang="ko-KR" sz="4400" dirty="0"/>
          </a:p>
        </p:txBody>
      </p:sp>
      <p:sp>
        <p:nvSpPr>
          <p:cNvPr id="3" name="S06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쓸 수 있게 하는 방법이에요.</a:t>
            </a:r>
            <a:endParaRPr lang="ko-KR" sz="3200" dirty="0"/>
          </a:p>
        </p:txBody>
      </p:sp>
      <p:sp>
        <p:nvSpPr>
          <p:cNvPr id="4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공정은 모두에게 고르게 기회를 주는 거예요.</a:t>
            </a:r>
            <a:endParaRPr lang="ko-KR" sz="3200" dirty="0"/>
          </a:p>
        </p:txBody>
      </p:sp>
      <p:sp>
        <p:nvSpPr>
          <p:cNvPr id="6" name="S06-card3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정해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써요</a:t>
            </a:r>
            <a:endParaRPr lang="ko-KR" sz="3200" dirty="0"/>
          </a:p>
        </p:txBody>
      </p:sp>
      <p:sp>
        <p:nvSpPr>
          <p:cNvPr id="8" name="S06-card3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쓰기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반씩 나누어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써요</a:t>
            </a:r>
            <a:endParaRPr lang="ko-KR" sz="3200" dirty="0"/>
          </a:p>
        </p:txBody>
      </p:sp>
      <p:sp>
        <p:nvSpPr>
          <p:cNvPr id="10" name="S06-card3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정리하기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좋게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하면 공정할까?</a:t>
            </a:r>
            <a:endParaRPr lang="ko-KR" sz="44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지호와 보미의 블록 상자예요.</a:t>
            </a:r>
            <a:endParaRPr lang="ko-KR" sz="32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방법을 고르고, 까닭을 말해요.</a:t>
            </a:r>
            <a:endParaRPr lang="ko-KR" sz="3200" dirty="0"/>
          </a:p>
        </p:txBody>
      </p:sp>
      <p:sp>
        <p:nvSpPr>
          <p:cNvPr id="6" name="S07-chip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4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잡았으니까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다 쓸래.”</a:t>
            </a:r>
            <a:endParaRPr lang="ko-KR" sz="3200" dirty="0"/>
          </a:p>
        </p:txBody>
      </p:sp>
      <p:sp>
        <p:nvSpPr>
          <p:cNvPr id="9" name="S07-chip4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4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4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반씩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써요.</a:t>
            </a:r>
            <a:endParaRPr lang="ko-KR" sz="3200" dirty="0"/>
          </a:p>
        </p:txBody>
      </p:sp>
      <p:sp>
        <p:nvSpPr>
          <p:cNvPr id="12" name="S07-chip4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5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5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10분씩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사람의 마음</a:t>
            </a:r>
            <a:endParaRPr lang="ko-KR" sz="4400" dirty="0"/>
          </a:p>
        </p:txBody>
      </p:sp>
      <p:sp>
        <p:nvSpPr>
          <p:cNvPr id="3" name="S08-card5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세면대를 쓰고 나왔어요.</a:t>
            </a:r>
            <a:endParaRPr lang="ko-KR" sz="3200" dirty="0"/>
          </a:p>
        </p:txBody>
      </p:sp>
      <p:sp>
        <p:nvSpPr>
          <p:cNvPr id="5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쓰는 사람은 어떤 마음일까요?</a:t>
            </a:r>
            <a:endParaRPr lang="ko-KR" sz="3200" dirty="0"/>
          </a:p>
        </p:txBody>
      </p:sp>
      <p:sp>
        <p:nvSpPr>
          <p:cNvPr id="7" name="S08-chip5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5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치약 거품과 물이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있어요.</a:t>
            </a:r>
            <a:endParaRPr lang="ko-KR" sz="3200" dirty="0"/>
          </a:p>
        </p:txBody>
      </p:sp>
      <p:sp>
        <p:nvSpPr>
          <p:cNvPr id="9" name="S08-chip5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5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물기를 닦고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칫솔을 제자리에 두었어요.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놀이</a:t>
            </a:r>
            <a:endParaRPr lang="ko-KR" sz="4400" dirty="0"/>
          </a:p>
        </p:txBody>
      </p:sp>
      <p:sp>
        <p:nvSpPr>
          <p:cNvPr id="3" name="S09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 세트가 하나예요. 다온이도 그리고 싶어요.</a:t>
            </a:r>
            <a:endParaRPr lang="ko-KR" sz="3200" dirty="0"/>
          </a:p>
        </p:txBody>
      </p:sp>
      <p:sp>
        <p:nvSpPr>
          <p:cNvPr id="4" name="S09-card6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다온이 마음을 말해 줬어요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공정한 방법을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6" name="S09-stepno63"/>
          <p:cNvSpPr txBox="1"/>
          <p:nvPr/>
        </p:nvSpPr>
        <p:spPr>
          <a:xfrm>
            <a:off x="548640" y="2594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4"/>
          <p:cNvSpPr txBox="1"/>
          <p:nvPr/>
        </p:nvSpPr>
        <p:spPr>
          <a:xfrm>
            <a:off x="1325880" y="254914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다온이가 돼요.</a:t>
            </a:r>
            <a:endParaRPr lang="ko-KR" sz="3200" dirty="0"/>
          </a:p>
        </p:txBody>
      </p:sp>
      <p:sp>
        <p:nvSpPr>
          <p:cNvPr id="8" name="S09-stepno65"/>
          <p:cNvSpPr txBox="1"/>
          <p:nvPr/>
        </p:nvSpPr>
        <p:spPr>
          <a:xfrm>
            <a:off x="548640" y="37053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6"/>
          <p:cNvSpPr txBox="1"/>
          <p:nvPr/>
        </p:nvSpPr>
        <p:spPr>
          <a:xfrm>
            <a:off x="1325880" y="37053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마음을 말해 줘요.</a:t>
            </a:r>
            <a:endParaRPr lang="ko-KR" sz="3200" dirty="0"/>
          </a:p>
        </p:txBody>
      </p:sp>
      <p:sp>
        <p:nvSpPr>
          <p:cNvPr id="10" name="S09-stepno67"/>
          <p:cNvSpPr txBox="1"/>
          <p:nvPr/>
        </p:nvSpPr>
        <p:spPr>
          <a:xfrm>
            <a:off x="548640" y="441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8"/>
          <p:cNvSpPr txBox="1"/>
          <p:nvPr/>
        </p:nvSpPr>
        <p:spPr>
          <a:xfrm>
            <a:off x="1325880" y="44185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방법을 함께 정해요.</a:t>
            </a:r>
            <a:endParaRPr lang="ko-KR" sz="3200" dirty="0"/>
          </a:p>
        </p:txBody>
      </p:sp>
      <p:sp>
        <p:nvSpPr>
          <p:cNvPr id="12" name="S09-stepno69"/>
          <p:cNvSpPr txBox="1"/>
          <p:nvPr/>
        </p:nvSpPr>
        <p:spPr>
          <a:xfrm>
            <a:off x="548640" y="5131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70"/>
          <p:cNvSpPr txBox="1"/>
          <p:nvPr/>
        </p:nvSpPr>
        <p:spPr>
          <a:xfrm>
            <a:off x="1325880" y="51318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방법인지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그네가 하나예요. 다온이가 오래 기다리고 있어요.</a:t>
            </a:r>
            <a:endParaRPr lang="ko-KR" sz="3200" dirty="0"/>
          </a:p>
        </p:txBody>
      </p:sp>
      <p:sp>
        <p:nvSpPr>
          <p:cNvPr id="4" name="S10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마음은 어떨까요?</a:t>
            </a:r>
            <a:endParaRPr lang="ko-KR" sz="3200" dirty="0"/>
          </a:p>
        </p:txBody>
      </p:sp>
      <p:sp>
        <p:nvSpPr>
          <p:cNvPr id="6" name="S10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타면 공정할까요?</a:t>
            </a:r>
            <a:endParaRPr lang="ko-KR" sz="3200" dirty="0"/>
          </a:p>
        </p:txBody>
      </p:sp>
      <p:sp>
        <p:nvSpPr>
          <p:cNvPr id="8" name="S10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생각해요?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약속</a:t>
            </a:r>
            <a:endParaRPr lang="ko-KR" sz="4400" dirty="0"/>
          </a:p>
        </p:txBody>
      </p:sp>
      <p:sp>
        <p:nvSpPr>
          <p:cNvPr id="3" name="S12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함께 쓰는 것을 골라 약속해요.</a:t>
            </a:r>
            <a:endParaRPr lang="ko-KR" sz="3200" dirty="0"/>
          </a:p>
        </p:txBody>
      </p:sp>
      <p:sp>
        <p:nvSpPr>
          <p:cNvPr id="4" name="S12-chip7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8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쓰는 물건이나 곳은?</a:t>
            </a:r>
            <a:endParaRPr lang="ko-KR" sz="3200" dirty="0"/>
          </a:p>
        </p:txBody>
      </p:sp>
      <p:sp>
        <p:nvSpPr>
          <p:cNvPr id="6" name="S12-chip8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8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어떻게 쓸까요?</a:t>
            </a:r>
            <a:endParaRPr lang="ko-KR" sz="3200" dirty="0"/>
          </a:p>
        </p:txBody>
      </p:sp>
      <p:sp>
        <p:nvSpPr>
          <p:cNvPr id="8" name="S12-chip8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8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듣고, 모두가 쓸 수 있게 차례·나누기·정리를 해요.</a:t>
            </a:r>
            <a:endParaRPr lang="ko-KR" sz="3200" dirty="0"/>
          </a:p>
        </p:txBody>
      </p:sp>
      <p:sp>
        <p:nvSpPr>
          <p:cNvPr id="5" name="S13-chip8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마음 듣고 차례 정하기</a:t>
            </a:r>
            <a:endParaRPr lang="ko-KR" sz="2600" dirty="0"/>
          </a:p>
        </p:txBody>
      </p:sp>
      <p:sp>
        <p:nvSpPr>
          <p:cNvPr id="6" name="S13-chip8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혼자 다 차지하기</a:t>
            </a:r>
            <a:endParaRPr lang="ko-KR" sz="2600" dirty="0"/>
          </a:p>
        </p:txBody>
      </p:sp>
      <p:sp>
        <p:nvSpPr>
          <p:cNvPr id="7" name="S13-text8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공감하며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세 단계</a:t>
            </a:r>
            <a:endParaRPr lang="ko-KR" sz="2600" dirty="0"/>
          </a:p>
        </p:txBody>
      </p:sp>
      <p:sp>
        <p:nvSpPr>
          <p:cNvPr id="9" name="S13-text9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공정하게 쓰는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세 가지</a:t>
            </a:r>
            <a:endParaRPr lang="ko-KR" sz="2600" dirty="0"/>
          </a:p>
        </p:txBody>
      </p:sp>
      <p:sp>
        <p:nvSpPr>
          <p:cNvPr id="10" name="S13-text9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나의 약속을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지켰나요?</a:t>
            </a:r>
            <a:endParaRPr lang="ko-KR" sz="2600" dirty="0"/>
          </a:p>
        </p:txBody>
      </p:sp>
      <p:sp>
        <p:nvSpPr>
          <p:cNvPr id="11" name="S13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식물이 자라는 모습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마음 낱말</a:t>
            </a:r>
            <a:endParaRPr lang="ko-KR" sz="44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어떤 마음일까요?</a:t>
            </a:r>
            <a:endParaRPr lang="ko-KR" sz="3200" dirty="0"/>
          </a:p>
        </p:txBody>
      </p:sp>
      <p:sp>
        <p:nvSpPr>
          <p:cNvPr id="4" name="S14-card95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갖고 싶은 것을 못 가질 때</a:t>
            </a:r>
            <a:endParaRPr lang="ko-KR" sz="3200" dirty="0"/>
          </a:p>
        </p:txBody>
      </p:sp>
      <p:sp>
        <p:nvSpPr>
          <p:cNvPr id="6" name="S14-card97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8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서운해요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 빼고 놀 때</a:t>
            </a:r>
            <a:endParaRPr lang="ko-KR" sz="3200" dirty="0"/>
          </a:p>
        </p:txBody>
      </p:sp>
      <p:sp>
        <p:nvSpPr>
          <p:cNvPr id="8" name="S14-card99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00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것을 말없이 가져갈 때</a:t>
            </a:r>
            <a:endParaRPr lang="ko-KR" sz="3200" dirty="0"/>
          </a:p>
        </p:txBody>
      </p:sp>
      <p:sp>
        <p:nvSpPr>
          <p:cNvPr id="10" name="S14-card101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02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놀자고 할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도덕·윤리 공감과 공정한 사용</dc:title>
  <dc:subject>KR22-G02-ETH-FAIRUSE-L01</dc:subject>
  <dc:creator>education-ppt</dc:creator>
  <cp:lastModifiedBy>education-ppt</cp:lastModifiedBy>
  <cp:revision>1</cp:revision>
  <dcterms:created xsi:type="dcterms:W3CDTF">2026-10-26T10:10:50Z</dcterms:created>
  <dcterms:modified xsi:type="dcterms:W3CDTF">2026-10-26T10:10:50Z</dcterms:modified>
</cp:coreProperties>
</file>