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e4c112a4-ed53-8f26-87d8-67b9200788db}">
          <p14:sldIdLst>
            <p14:sldId id="256"/>
            <p14:sldId id="257"/>
          </p14:sldIdLst>
        </p14:section>
        <p14:section name="개념" id="{8027f363-27b0-ba87-dec8-fd043eba4bdf}">
          <p14:sldIdLst>
            <p14:sldId id="258"/>
            <p14:sldId id="259"/>
            <p14:sldId id="261"/>
            <p14:sldId id="263"/>
          </p14:sldIdLst>
        </p14:section>
        <p14:section name="연습" id="{50319fa2-e2e7-267a-fc08-1bc575ce567f}">
          <p14:sldIdLst>
            <p14:sldId id="260"/>
            <p14:sldId id="262"/>
            <p14:sldId id="264"/>
          </p14:sldIdLst>
        </p14:section>
        <p14:section name="개념" id="{aeb95d0e-46b6-4ba9-6d99-cfa20ad56462}">
          <p14:sldIdLst/>
        </p14:section>
        <p14:section name="연습" id="{e28ec7f9-f4a3-920f-4865-726f98a6c565}">
          <p14:sldIdLst/>
        </p14:section>
        <p14:section name="개념" id="{be5da1e8-c18b-a0d7-d25d-c25a2df02ffd}">
          <p14:sldIdLst/>
        </p14:section>
        <p14:section name="연습" id="{df99590f-a116-197d-ec78-43e72b51d2d2}">
          <p14:sldIdLst/>
        </p14:section>
        <p14:section name="확인" id="{1e15e9de-d040-ac9c-acae-c6c3204156cd}">
          <p14:sldIdLst>
            <p14:sldId id="265"/>
            <p14:sldId id="266"/>
          </p14:sldIdLst>
        </p14:section>
        <p14:section name="정리" id="{f2126ec3-f872-763e-8de4-6c5ed57e3928}">
          <p14:sldIdLst>
            <p14:sldId id="267"/>
          </p14:sldIdLst>
        </p14:section>
        <p14:section name="보충" id="{77bd6d54-e60a-84e1-0d90-1dcf2a438040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도덕·윤리 · 정직과약속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도덕·윤리 · 정직과 약속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도덕·윤리 · 정직과 약속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도덕·윤리 · 정직과 약속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정직과 약속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실수했을 때,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하면 좋을까?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잘못을 솔직하게 말하고 사과해요.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약속을 지키는 방법을 찾아요.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약속을 떠올려요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생각나는 대로 말해요.</a:t>
            </a:r>
            <a:endParaRPr lang="ko-KR" sz="3200" dirty="0"/>
          </a:p>
        </p:txBody>
      </p:sp>
      <p:sp>
        <p:nvSpPr>
          <p:cNvPr id="4" name="S02-card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2-cardtext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“○○하기로 약속했어요.”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지킨 약속 하나는?</a:t>
            </a:r>
            <a:endParaRPr lang="ko-KR" sz="32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약속을 안 지키면 내 마음은?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지우에게 생긴 일</a:t>
            </a:r>
            <a:endParaRPr lang="ko-KR" sz="4400" dirty="0"/>
          </a:p>
        </p:txBody>
      </p:sp>
      <p:sp>
        <p:nvSpPr>
          <p:cNvPr id="3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지우는 지금 어떤 마음일까요?</a:t>
            </a:r>
            <a:endParaRPr lang="ko-KR" sz="3200" dirty="0"/>
          </a:p>
        </p:txBody>
      </p:sp>
      <p:sp>
        <p:nvSpPr>
          <p:cNvPr id="5" name="S03-passagebox12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3-passage13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깨진 화분</a:t>
            </a:r>
            <a:endParaRPr lang="ko-KR" sz="3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지우가 거실에서 공을 던지며 놀았어요.</a:t>
            </a:r>
            <a:endParaRPr lang="ko-KR" sz="3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‘쨍그랑!’ 엄마가 아끼는 화분이 깨졌어요.</a:t>
            </a:r>
            <a:endParaRPr lang="ko-KR" sz="3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엄마는 부엌에 있어서 아직 몰라요.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지우가 할 수 있는 일</a:t>
            </a:r>
            <a:endParaRPr lang="ko-KR" sz="4400" dirty="0"/>
          </a:p>
        </p:txBody>
      </p:sp>
      <p:sp>
        <p:nvSpPr>
          <p:cNvPr id="3" name="S04-text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지우는 세 가지를 생각했어요.</a:t>
            </a:r>
            <a:endParaRPr lang="ko-KR" sz="3200" dirty="0"/>
          </a:p>
        </p:txBody>
      </p:sp>
      <p:sp>
        <p:nvSpPr>
          <p:cNvPr id="4" name="S04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가, 나, 다는 각각 어떻게 될까요?</a:t>
            </a:r>
            <a:endParaRPr lang="ko-KR" sz="3200" dirty="0"/>
          </a:p>
        </p:txBody>
      </p:sp>
      <p:sp>
        <p:nvSpPr>
          <p:cNvPr id="6" name="S04-card17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18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“모르는 척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하자.”</a:t>
            </a:r>
            <a:endParaRPr lang="ko-KR" sz="3200" dirty="0"/>
          </a:p>
        </p:txBody>
      </p:sp>
      <p:sp>
        <p:nvSpPr>
          <p:cNvPr id="8" name="S04-card19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4-cardtext20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“동생이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그랬어요.”</a:t>
            </a:r>
            <a:endParaRPr lang="ko-KR" sz="3200" dirty="0"/>
          </a:p>
        </p:txBody>
      </p:sp>
      <p:sp>
        <p:nvSpPr>
          <p:cNvPr id="10" name="S04-card21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1" name="S04-cardtext22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“제가 깼어요.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죄송해요.”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될까요?</a:t>
            </a:r>
            <a:endParaRPr lang="ko-KR" sz="4400" dirty="0"/>
          </a:p>
        </p:txBody>
      </p:sp>
      <p:sp>
        <p:nvSpPr>
          <p:cNvPr id="3" name="S05-text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뒤의 마음을 생각해요.</a:t>
            </a:r>
            <a:endParaRPr lang="ko-KR" sz="3200" dirty="0"/>
          </a:p>
        </p:txBody>
      </p:sp>
      <p:sp>
        <p:nvSpPr>
          <p:cNvPr id="4" name="S05-card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나라면 무엇을 고를까요? 왜요?</a:t>
            </a:r>
            <a:endParaRPr lang="ko-KR" sz="3200" dirty="0"/>
          </a:p>
        </p:txBody>
      </p:sp>
      <p:sp>
        <p:nvSpPr>
          <p:cNvPr id="6" name="S05-chip2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5-text27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가처럼 숨기면 지우 마음은?</a:t>
            </a:r>
            <a:endParaRPr lang="ko-KR" sz="3200" dirty="0"/>
          </a:p>
        </p:txBody>
      </p:sp>
      <p:sp>
        <p:nvSpPr>
          <p:cNvPr id="8" name="S05-chip2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5-text29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나처럼 말하면 동생 마음은?</a:t>
            </a:r>
            <a:endParaRPr lang="ko-KR" sz="3200" dirty="0"/>
          </a:p>
        </p:txBody>
      </p:sp>
      <p:sp>
        <p:nvSpPr>
          <p:cNvPr id="10" name="S05-chip30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5-text31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다처럼 말하면 엄마 마음은?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사과해요</a:t>
            </a:r>
            <a:endParaRPr lang="ko-KR" sz="4400" dirty="0"/>
          </a:p>
        </p:txBody>
      </p:sp>
      <p:sp>
        <p:nvSpPr>
          <p:cNvPr id="3" name="S06-card32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33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“화분을 깨서 죄송해요. 다음엔 밖에서 공놀이할게요.”</a:t>
            </a:r>
            <a:endParaRPr lang="ko-KR" sz="3200" dirty="0"/>
          </a:p>
        </p:txBody>
      </p:sp>
      <p:sp>
        <p:nvSpPr>
          <p:cNvPr id="5" name="S06-stepno34"/>
          <p:cNvSpPr txBox="1"/>
          <p:nvPr/>
        </p:nvSpPr>
        <p:spPr>
          <a:xfrm>
            <a:off x="548640" y="166141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6-text35"/>
          <p:cNvSpPr txBox="1"/>
          <p:nvPr/>
        </p:nvSpPr>
        <p:spPr>
          <a:xfrm>
            <a:off x="1325880" y="166141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일인지 말해요.</a:t>
            </a:r>
            <a:endParaRPr lang="ko-KR" sz="3200" dirty="0"/>
          </a:p>
        </p:txBody>
      </p:sp>
      <p:sp>
        <p:nvSpPr>
          <p:cNvPr id="7" name="S06-stepno36"/>
          <p:cNvSpPr txBox="1"/>
          <p:nvPr/>
        </p:nvSpPr>
        <p:spPr>
          <a:xfrm>
            <a:off x="548640" y="237464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6-text37"/>
          <p:cNvSpPr txBox="1"/>
          <p:nvPr/>
        </p:nvSpPr>
        <p:spPr>
          <a:xfrm>
            <a:off x="1325880" y="237464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미안한 마음을 말해요.</a:t>
            </a:r>
            <a:endParaRPr lang="ko-KR" sz="3200" dirty="0"/>
          </a:p>
        </p:txBody>
      </p:sp>
      <p:sp>
        <p:nvSpPr>
          <p:cNvPr id="9" name="S06-stepno38"/>
          <p:cNvSpPr txBox="1"/>
          <p:nvPr/>
        </p:nvSpPr>
        <p:spPr>
          <a:xfrm>
            <a:off x="548640" y="308787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6-text39"/>
          <p:cNvSpPr txBox="1"/>
          <p:nvPr/>
        </p:nvSpPr>
        <p:spPr>
          <a:xfrm>
            <a:off x="1325880" y="308787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다음에 어떻게 할지 말해요.</a:t>
            </a:r>
            <a:endParaRPr lang="ko-KR" sz="3200" dirty="0"/>
          </a:p>
        </p:txBody>
      </p:sp>
      <p:sp>
        <p:nvSpPr>
          <p:cNvPr id="11" name="S06-stepno40"/>
          <p:cNvSpPr txBox="1"/>
          <p:nvPr/>
        </p:nvSpPr>
        <p:spPr>
          <a:xfrm>
            <a:off x="548640" y="380111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6-text41"/>
          <p:cNvSpPr txBox="1"/>
          <p:nvPr/>
        </p:nvSpPr>
        <p:spPr>
          <a:xfrm>
            <a:off x="1325880" y="380111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 수 있으면 함께 고쳐요.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사과해 봐요</a:t>
            </a:r>
            <a:endParaRPr lang="ko-KR" sz="4400" dirty="0"/>
          </a:p>
        </p:txBody>
      </p:sp>
      <p:sp>
        <p:nvSpPr>
          <p:cNvPr id="3" name="S07-text4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상대가 되어 줘요.</a:t>
            </a:r>
            <a:endParaRPr lang="ko-KR" sz="3200" dirty="0"/>
          </a:p>
        </p:txBody>
      </p:sp>
      <p:sp>
        <p:nvSpPr>
          <p:cNvPr id="4" name="S07-card4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4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“~해서 미안해. 다음에는 ~할게.”</a:t>
            </a:r>
            <a:endParaRPr lang="ko-KR" sz="3200" dirty="0"/>
          </a:p>
        </p:txBody>
      </p:sp>
      <p:sp>
        <p:nvSpPr>
          <p:cNvPr id="6" name="S07-chip45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7-text46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동생의 블록 탑을 실수로 무너뜨렸어요.</a:t>
            </a:r>
            <a:endParaRPr lang="ko-KR" sz="3200" dirty="0"/>
          </a:p>
        </p:txBody>
      </p:sp>
      <p:sp>
        <p:nvSpPr>
          <p:cNvPr id="8" name="S07-chip47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7-text48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친구에게 빌린 책에 물을 쏟았어요.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약속을 지키는 방법</a:t>
            </a:r>
            <a:endParaRPr lang="ko-KR" sz="4400" dirty="0"/>
          </a:p>
        </p:txBody>
      </p:sp>
      <p:sp>
        <p:nvSpPr>
          <p:cNvPr id="3" name="S08-card4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5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약속을 지키면 서로 믿을 수 있어요.</a:t>
            </a:r>
            <a:endParaRPr lang="ko-KR" sz="3200" dirty="0"/>
          </a:p>
        </p:txBody>
      </p:sp>
      <p:sp>
        <p:nvSpPr>
          <p:cNvPr id="5" name="S08-card51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8-cardtext52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잊지 않게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쪽지나 달력에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써요</a:t>
            </a:r>
            <a:endParaRPr lang="ko-KR" sz="3200" dirty="0"/>
          </a:p>
        </p:txBody>
      </p:sp>
      <p:sp>
        <p:nvSpPr>
          <p:cNvPr id="7" name="S08-card53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8-cardtext54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 수 있게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지킬 수 있는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약속만 해요</a:t>
            </a:r>
            <a:endParaRPr lang="ko-KR" sz="3200" dirty="0"/>
          </a:p>
        </p:txBody>
      </p:sp>
      <p:sp>
        <p:nvSpPr>
          <p:cNvPr id="9" name="S08-card55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0" name="S08-cardtext56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어려우면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미리 말하고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정해요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도윤이는 어떻게 할까?</a:t>
            </a:r>
            <a:endParaRPr lang="ko-KR" sz="4400" dirty="0"/>
          </a:p>
        </p:txBody>
      </p:sp>
      <p:sp>
        <p:nvSpPr>
          <p:cNvPr id="3" name="S09-text5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‘저녁 전에 숙제하기’를 약속했는데, 친구가 놀자고 해요.</a:t>
            </a:r>
            <a:endParaRPr lang="ko-KR" sz="3200" dirty="0"/>
          </a:p>
        </p:txBody>
      </p:sp>
      <p:sp>
        <p:nvSpPr>
          <p:cNvPr id="4" name="S09-card5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9-cardtext5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나라면 무엇을 할까요? 왜요?</a:t>
            </a:r>
            <a:endParaRPr lang="ko-KR" sz="3200" dirty="0"/>
          </a:p>
        </p:txBody>
      </p:sp>
      <p:sp>
        <p:nvSpPr>
          <p:cNvPr id="6" name="S09-chip60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9-card61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9-cardtext62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그냥 놀러 가요.</a:t>
            </a:r>
            <a:endParaRPr lang="ko-KR" sz="3200" dirty="0"/>
          </a:p>
        </p:txBody>
      </p:sp>
      <p:sp>
        <p:nvSpPr>
          <p:cNvPr id="9" name="S09-chip63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9-card64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9-cardtext65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“숙제하고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갈게!”</a:t>
            </a:r>
            <a:endParaRPr lang="ko-KR" sz="3200" dirty="0"/>
          </a:p>
        </p:txBody>
      </p:sp>
      <p:sp>
        <p:nvSpPr>
          <p:cNvPr id="12" name="S09-chip66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9-card67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9-cardtext68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엄마에게 말하고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정해요.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봐요</a:t>
            </a:r>
            <a:endParaRPr lang="ko-KR" sz="4400" dirty="0"/>
          </a:p>
        </p:txBody>
      </p:sp>
      <p:sp>
        <p:nvSpPr>
          <p:cNvPr id="3" name="S10-text6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엄마(아빠)는 듣기만 해요.</a:t>
            </a:r>
            <a:endParaRPr lang="ko-KR" sz="3200" dirty="0"/>
          </a:p>
        </p:txBody>
      </p:sp>
      <p:sp>
        <p:nvSpPr>
          <p:cNvPr id="4" name="S10-chip70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text71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할머니께서 주신 컵을 깨뜨렸어요. 뭐라고 말할까요?</a:t>
            </a:r>
            <a:endParaRPr lang="ko-KR" sz="3200" dirty="0"/>
          </a:p>
        </p:txBody>
      </p:sp>
      <p:sp>
        <p:nvSpPr>
          <p:cNvPr id="6" name="S10-chip72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0-text73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 내 약속과 지키는 방법은?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서아는 뭐라고 할까?</a:t>
            </a:r>
            <a:endParaRPr lang="ko-KR" sz="4400" dirty="0"/>
          </a:p>
        </p:txBody>
      </p:sp>
      <p:sp>
        <p:nvSpPr>
          <p:cNvPr id="3" name="S12-text7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친구에게 빌린 연필을 잃어버렸어요.</a:t>
            </a:r>
            <a:endParaRPr lang="ko-KR" sz="3200" dirty="0"/>
          </a:p>
        </p:txBody>
      </p:sp>
      <p:sp>
        <p:nvSpPr>
          <p:cNvPr id="4" name="S12-card7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7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까닭을 말해 보세요.</a:t>
            </a:r>
            <a:endParaRPr lang="ko-KR" sz="3200" dirty="0"/>
          </a:p>
        </p:txBody>
      </p:sp>
      <p:sp>
        <p:nvSpPr>
          <p:cNvPr id="6" name="S12-chip77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ard78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79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“난 몰라.”</a:t>
            </a:r>
            <a:endParaRPr lang="ko-KR" sz="3200" dirty="0"/>
          </a:p>
        </p:txBody>
      </p:sp>
      <p:sp>
        <p:nvSpPr>
          <p:cNvPr id="9" name="S12-chip80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2-card81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82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“네가 잘못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둔 거야.”</a:t>
            </a:r>
            <a:endParaRPr lang="ko-KR" sz="3200" dirty="0"/>
          </a:p>
        </p:txBody>
      </p:sp>
      <p:sp>
        <p:nvSpPr>
          <p:cNvPr id="12" name="S12-chip83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2-card84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85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“잃어버려서 미안해.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같이 찾아볼게.”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8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8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잘못은 솔직하게 말하고, 약속은 지킬 방법을 정해요.</a:t>
            </a:r>
            <a:endParaRPr lang="ko-KR" sz="3200" dirty="0"/>
          </a:p>
        </p:txBody>
      </p:sp>
      <p:sp>
        <p:nvSpPr>
          <p:cNvPr id="5" name="S13-chip88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솔직하게 말하고 사과하기</a:t>
            </a:r>
            <a:endParaRPr lang="ko-KR" sz="2600" dirty="0"/>
          </a:p>
        </p:txBody>
      </p:sp>
      <p:sp>
        <p:nvSpPr>
          <p:cNvPr id="6" name="S13-chip89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숨기거나 남 탓하기</a:t>
            </a:r>
            <a:endParaRPr lang="ko-KR" sz="2600" dirty="0"/>
          </a:p>
        </p:txBody>
      </p:sp>
      <p:sp>
        <p:nvSpPr>
          <p:cNvPr id="7" name="S13-text90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91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사과할 때 말할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</a:t>
            </a:r>
            <a:endParaRPr lang="ko-KR" sz="2600" dirty="0"/>
          </a:p>
        </p:txBody>
      </p:sp>
      <p:sp>
        <p:nvSpPr>
          <p:cNvPr id="9" name="S13-text92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약속을 잊지 않는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 하나</a:t>
            </a:r>
            <a:endParaRPr lang="ko-KR" sz="2600" dirty="0"/>
          </a:p>
        </p:txBody>
      </p:sp>
      <p:sp>
        <p:nvSpPr>
          <p:cNvPr id="10" name="S13-text93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이번 주 내 약속,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어땠나요?</a:t>
            </a:r>
            <a:endParaRPr lang="ko-KR" sz="2600" dirty="0"/>
          </a:p>
        </p:txBody>
      </p:sp>
      <p:sp>
        <p:nvSpPr>
          <p:cNvPr id="11" name="S13-text9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공감과 공정한 사용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약속이란?</a:t>
            </a:r>
            <a:endParaRPr lang="ko-KR" sz="4400" dirty="0"/>
          </a:p>
        </p:txBody>
      </p:sp>
      <p:sp>
        <p:nvSpPr>
          <p:cNvPr id="3" name="S14-card9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9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한 약속을 떠올려 봐요.</a:t>
            </a:r>
            <a:endParaRPr lang="ko-KR" sz="3200" dirty="0"/>
          </a:p>
        </p:txBody>
      </p:sp>
      <p:sp>
        <p:nvSpPr>
          <p:cNvPr id="5" name="S14-card97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4-cardtext98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약속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“~하자”, “~할게”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하고 함께 정한 것</a:t>
            </a:r>
            <a:endParaRPr lang="ko-KR" sz="3200" dirty="0"/>
          </a:p>
        </p:txBody>
      </p:sp>
      <p:sp>
        <p:nvSpPr>
          <p:cNvPr id="7" name="S14-card99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14-cardtext100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지키면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믿을 수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있어요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도덕·윤리 정직과 약속</dc:title>
  <dc:subject>KR22-G02-ETH-HONEST-L01</dc:subject>
  <dc:creator>education-ppt</dc:creator>
  <cp:lastModifiedBy>education-ppt</cp:lastModifiedBy>
  <cp:revision>1</cp:revision>
  <dcterms:created xsi:type="dcterms:W3CDTF">2026-10-26T09:58:21Z</dcterms:created>
  <dcterms:modified xsi:type="dcterms:W3CDTF">2026-10-26T09:58:21Z</dcterms:modified>
</cp:coreProperties>
</file>