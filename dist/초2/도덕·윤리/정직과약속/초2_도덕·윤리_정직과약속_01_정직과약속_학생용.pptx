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8b44c9-5d1b-b6e2-12c9-f685853e039a}">
          <p14:sldIdLst>
            <p14:sldId id="256"/>
            <p14:sldId id="257"/>
          </p14:sldIdLst>
        </p14:section>
        <p14:section name="개념" id="{4e2a26a4-0409-fe00-1d27-b1955ffdad28}">
          <p14:sldIdLst>
            <p14:sldId id="258"/>
            <p14:sldId id="259"/>
            <p14:sldId id="261"/>
            <p14:sldId id="263"/>
          </p14:sldIdLst>
        </p14:section>
        <p14:section name="연습" id="{3c285411-9fcf-2504-003a-644c63a4d172}">
          <p14:sldIdLst>
            <p14:sldId id="260"/>
            <p14:sldId id="262"/>
            <p14:sldId id="264"/>
          </p14:sldIdLst>
        </p14:section>
        <p14:section name="개념" id="{7fde713d-2bfb-b057-4cf1-c90ec2d74fb0}">
          <p14:sldIdLst/>
        </p14:section>
        <p14:section name="연습" id="{7446ee87-bfaf-ede5-3a40-22fe6cab4b81}">
          <p14:sldIdLst/>
        </p14:section>
        <p14:section name="개념" id="{55a0488c-3c6d-5cf5-daf8-1b543a62c0c4}">
          <p14:sldIdLst/>
        </p14:section>
        <p14:section name="연습" id="{ce69959d-300d-d581-d95f-04774b975f40}">
          <p14:sldIdLst/>
        </p14:section>
        <p14:section name="확인" id="{8f9456f8-04b3-f9a6-e54c-4410eb841f7a}">
          <p14:sldIdLst>
            <p14:sldId id="265"/>
            <p14:sldId id="266"/>
          </p14:sldIdLst>
        </p14:section>
        <p14:section name="정리" id="{9535f55d-9600-0c9f-d7f7-892cc8a8bf34}">
          <p14:sldIdLst>
            <p14:sldId id="267"/>
          </p14:sldIdLst>
        </p14:section>
        <p14:section name="보충" id="{d06541f2-9888-bb9f-6a49-4208c0776bb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정직과약속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정직과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실수했을 때,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잘못을 솔직하게 말하고 사과해요.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지키는 방법을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떠올려요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생각나는 대로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“○○하기로 약속했어요.”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지킨 약속 하나는?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약속을 안 지키면 내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지우에게 생긴 일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지금 어떤 마음일까요?</a:t>
            </a:r>
            <a:endParaRPr lang="ko-KR" sz="3200" dirty="0"/>
          </a:p>
        </p:txBody>
      </p:sp>
      <p:sp>
        <p:nvSpPr>
          <p:cNvPr id="5" name="S03-passagebox1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깨진 화분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거실에서 공을 던지며 놀았어요.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‘쨍그랑!’ 엄마가 아끼는 화분이 깨졌어요.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부엌에 있어서 아직 몰라요.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할 수 있는 일</a:t>
            </a:r>
            <a:endParaRPr lang="ko-KR" sz="44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세 가지를 생각했어요.</a:t>
            </a:r>
            <a:endParaRPr lang="ko-KR" sz="32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 어떻게 될까요?</a:t>
            </a:r>
            <a:endParaRPr lang="ko-KR" sz="3200" dirty="0"/>
          </a:p>
        </p:txBody>
      </p:sp>
      <p:sp>
        <p:nvSpPr>
          <p:cNvPr id="6" name="S04-card1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“모르는 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하자.”</a:t>
            </a:r>
            <a:endParaRPr lang="ko-KR" sz="3200" dirty="0"/>
          </a:p>
        </p:txBody>
      </p:sp>
      <p:sp>
        <p:nvSpPr>
          <p:cNvPr id="8" name="S04-card1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0" name="S04-card2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4-cardtext2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뒤의 마음을 생각해요.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숨기면 지우 마음은?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말하면 동생 마음은?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다처럼 말하면 엄마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사과해요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“화분을 깨서 죄송해요. 다음엔 밖에서 공놀이할게요.”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16614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166141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일인지 말해요.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237464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237464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마음을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308787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308787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어떻게 할지 말해요.</a:t>
            </a:r>
            <a:endParaRPr lang="ko-KR" sz="3200" dirty="0"/>
          </a:p>
        </p:txBody>
      </p:sp>
      <p:sp>
        <p:nvSpPr>
          <p:cNvPr id="11" name="S06-stepno40"/>
          <p:cNvSpPr txBox="1"/>
          <p:nvPr/>
        </p:nvSpPr>
        <p:spPr>
          <a:xfrm>
            <a:off x="548640" y="380111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1"/>
          <p:cNvSpPr txBox="1"/>
          <p:nvPr/>
        </p:nvSpPr>
        <p:spPr>
          <a:xfrm>
            <a:off x="1325880" y="380111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있으면 함께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사과해 봐요</a:t>
            </a:r>
            <a:endParaRPr lang="ko-KR" sz="4400" dirty="0"/>
          </a:p>
        </p:txBody>
      </p:sp>
      <p:sp>
        <p:nvSpPr>
          <p:cNvPr id="3" name="S07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미안해. 다음에는 ~할게.”</a:t>
            </a:r>
            <a:endParaRPr lang="ko-KR" sz="3200" dirty="0"/>
          </a:p>
        </p:txBody>
      </p:sp>
      <p:sp>
        <p:nvSpPr>
          <p:cNvPr id="6" name="S07-chip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동생의 블록 탑을 실수로 무너뜨렸어요.</a:t>
            </a:r>
            <a:endParaRPr lang="ko-KR" sz="3200" dirty="0"/>
          </a:p>
        </p:txBody>
      </p:sp>
      <p:sp>
        <p:nvSpPr>
          <p:cNvPr id="8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책에 물을 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지키는 방법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지키면 서로 믿을 수 있어요.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쪽지나 달력에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7" name="S08-card5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수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약속만 해요</a:t>
            </a:r>
            <a:endParaRPr lang="ko-KR" sz="3200" dirty="0"/>
          </a:p>
        </p:txBody>
      </p:sp>
      <p:sp>
        <p:nvSpPr>
          <p:cNvPr id="9" name="S08-card5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5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어떻게 할까?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 전에 숙제하기’를 약속했는데, 친구가 놀자고 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할까요? 왜요?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놀러 가요.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갈게!”</a:t>
            </a:r>
            <a:endParaRPr lang="ko-KR" sz="3200" dirty="0"/>
          </a:p>
        </p:txBody>
      </p:sp>
      <p:sp>
        <p:nvSpPr>
          <p:cNvPr id="12" name="S09-chip6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0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0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1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주신 컵을 깨뜨렸어요. 뭐라고 말할까요?</a:t>
            </a:r>
            <a:endParaRPr lang="ko-KR" sz="3200" dirty="0"/>
          </a:p>
        </p:txBody>
      </p:sp>
      <p:sp>
        <p:nvSpPr>
          <p:cNvPr id="6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3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내 약속과 지키는 방법은?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뭐라고 할까?</a:t>
            </a:r>
            <a:endParaRPr lang="ko-KR" sz="4400" dirty="0"/>
          </a:p>
        </p:txBody>
      </p:sp>
      <p:sp>
        <p:nvSpPr>
          <p:cNvPr id="3" name="S12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연필을 잃어버렸어요.</a:t>
            </a:r>
            <a:endParaRPr lang="ko-KR" sz="3200" dirty="0"/>
          </a:p>
        </p:txBody>
      </p:sp>
      <p:sp>
        <p:nvSpPr>
          <p:cNvPr id="4" name="S12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7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“난 몰라.”</a:t>
            </a:r>
            <a:endParaRPr lang="ko-KR" sz="3200" dirty="0"/>
          </a:p>
        </p:txBody>
      </p:sp>
      <p:sp>
        <p:nvSpPr>
          <p:cNvPr id="9" name="S12-chip8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“네가 잘못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 거야.”</a:t>
            </a:r>
            <a:endParaRPr lang="ko-KR" sz="3200" dirty="0"/>
          </a:p>
        </p:txBody>
      </p:sp>
      <p:sp>
        <p:nvSpPr>
          <p:cNvPr id="12" name="S12-chip8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“잃어버려서 미안해.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찾아볼게.”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잘못은 솔직하게 말하고, 약속은 지킬 방법을 정해요.</a:t>
            </a:r>
            <a:endParaRPr lang="ko-KR" sz="3200" dirty="0"/>
          </a:p>
        </p:txBody>
      </p:sp>
      <p:sp>
        <p:nvSpPr>
          <p:cNvPr id="5" name="S13-chip8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솔직하게 말하고 사과하기</a:t>
            </a:r>
            <a:endParaRPr lang="ko-KR" sz="2600" dirty="0"/>
          </a:p>
        </p:txBody>
      </p:sp>
      <p:sp>
        <p:nvSpPr>
          <p:cNvPr id="6" name="S13-chip8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숨기거나 남 탓하기</a:t>
            </a:r>
            <a:endParaRPr lang="ko-KR" sz="2600" dirty="0"/>
          </a:p>
        </p:txBody>
      </p:sp>
      <p:sp>
        <p:nvSpPr>
          <p:cNvPr id="7" name="S13-text9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사과할 때 말할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3-text9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잊지 않는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0" name="S13-text9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공감과 공정한 사용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약속이란?</a:t>
            </a:r>
            <a:endParaRPr lang="ko-KR" sz="4400" dirty="0"/>
          </a:p>
        </p:txBody>
      </p:sp>
      <p:sp>
        <p:nvSpPr>
          <p:cNvPr id="3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한 약속을 떠올려 봐요.</a:t>
            </a:r>
            <a:endParaRPr lang="ko-KR" sz="3200" dirty="0"/>
          </a:p>
        </p:txBody>
      </p:sp>
      <p:sp>
        <p:nvSpPr>
          <p:cNvPr id="5" name="S14-card9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9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“~하자”, “~할게”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함께 정한 것</a:t>
            </a:r>
            <a:endParaRPr lang="ko-KR" sz="3200" dirty="0"/>
          </a:p>
        </p:txBody>
      </p:sp>
      <p:sp>
        <p:nvSpPr>
          <p:cNvPr id="7" name="S14-card9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10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지키면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믿을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정직과 약속</dc:title>
  <dc:subject>KR22-G02-ETH-HONEST-L01</dc:subject>
  <dc:creator>education-ppt</dc:creator>
  <cp:lastModifiedBy>education-ppt</cp:lastModifiedBy>
  <cp:revision>1</cp:revision>
  <dcterms:created xsi:type="dcterms:W3CDTF">2026-10-26T13:18:41Z</dcterms:created>
  <dcterms:modified xsi:type="dcterms:W3CDTF">2026-10-26T13:18:41Z</dcterms:modified>
</cp:coreProperties>
</file>