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3903717-3589-073f-aaf9-859ebb1363c9}">
          <p14:sldIdLst>
            <p14:sldId id="256"/>
            <p14:sldId id="257"/>
          </p14:sldIdLst>
        </p14:section>
        <p14:section name="개념" id="{4795e89e-7ff4-e0f1-ae4d-c09dfbae2f89}">
          <p14:sldIdLst>
            <p14:sldId id="258"/>
            <p14:sldId id="259"/>
            <p14:sldId id="261"/>
            <p14:sldId id="263"/>
          </p14:sldIdLst>
        </p14:section>
        <p14:section name="연습" id="{90ad6883-43ea-7601-e807-ac33fa7e2bd1}">
          <p14:sldIdLst>
            <p14:sldId id="260"/>
            <p14:sldId id="262"/>
            <p14:sldId id="264"/>
          </p14:sldIdLst>
        </p14:section>
        <p14:section name="개념" id="{4625d9b8-c68d-f9c5-73d0-b6193642785a}">
          <p14:sldIdLst/>
        </p14:section>
        <p14:section name="연습" id="{6ace76ec-dff4-686e-34f5-e6ddc56cb1b4}">
          <p14:sldIdLst/>
        </p14:section>
        <p14:section name="개념" id="{c17bf13a-e533-cf46-b765-ee7ce3d1f913}">
          <p14:sldIdLst/>
        </p14:section>
        <p14:section name="연습" id="{29e829f2-0e90-0ec1-2ad8-0a587e3fd304}">
          <p14:sldIdLst/>
        </p14:section>
        <p14:section name="확인" id="{c8e1d516-cb0f-b433-f575-68e52a630550}">
          <p14:sldIdLst>
            <p14:sldId id="265"/>
            <p14:sldId id="266"/>
          </p14:sldIdLst>
        </p14:section>
        <p14:section name="정리" id="{af60f4f3-53fa-dac8-216b-aed8f02a08d2}">
          <p14:sldIdLst>
            <p14:sldId id="267"/>
          </p14:sldIdLst>
        </p14:section>
        <p14:section name="보충" id="{8ee476a2-4c5e-f864-e49c-ac4914df903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정직과약속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정직과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도덕·윤리 · 정직과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도덕·윤리 · 정직과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정직과 약속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실수했을 때,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하면 좋을까?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잘못을 솔직하게 말하고 사과해요.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약속을 지키는 방법을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떠올려요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생각나는 대로 말해요.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“○○하기로 약속했어요.”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지킨 약속 하나는?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약속을 안 지키면 내 마음은?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지우에게 생긴 일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지금 어떤 마음일까요?</a:t>
            </a:r>
            <a:endParaRPr lang="ko-KR" sz="3200" dirty="0"/>
          </a:p>
        </p:txBody>
      </p:sp>
      <p:sp>
        <p:nvSpPr>
          <p:cNvPr id="5" name="S03-passagebox1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3-passage1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깨진 화분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지우가 거실에서 공을 던지며 놀았어요.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‘쨍그랑!’ 엄마가 아끼는 화분이 깨졌어요.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부엌에 있어서 아직 몰라요.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지우가 할 수 있는 일</a:t>
            </a:r>
            <a:endParaRPr lang="ko-KR" sz="44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세 가지를 생각했어요.</a:t>
            </a:r>
            <a:endParaRPr lang="ko-KR" sz="32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다는 각각 어떻게 될까요?</a:t>
            </a:r>
            <a:endParaRPr lang="ko-KR" sz="3200" dirty="0"/>
          </a:p>
        </p:txBody>
      </p:sp>
      <p:sp>
        <p:nvSpPr>
          <p:cNvPr id="6" name="S04-card1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1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“모르는 척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하자.”</a:t>
            </a:r>
            <a:endParaRPr lang="ko-KR" sz="3200" dirty="0"/>
          </a:p>
        </p:txBody>
      </p:sp>
      <p:sp>
        <p:nvSpPr>
          <p:cNvPr id="8" name="S04-card1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2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“동생이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그랬어요.”</a:t>
            </a:r>
            <a:endParaRPr lang="ko-KR" sz="3200" dirty="0"/>
          </a:p>
        </p:txBody>
      </p:sp>
      <p:sp>
        <p:nvSpPr>
          <p:cNvPr id="10" name="S04-card2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4-cardtext2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“제가 깼어요.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죄송해요.”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44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뒤의 마음을 생각해요.</a:t>
            </a:r>
            <a:endParaRPr lang="ko-KR" sz="32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무엇을 고를까요? 왜요?</a:t>
            </a:r>
            <a:endParaRPr lang="ko-KR" sz="32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2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가처럼 숨기면 지우 마음은?</a:t>
            </a:r>
            <a:endParaRPr lang="ko-KR" sz="3200" dirty="0"/>
          </a:p>
        </p:txBody>
      </p:sp>
      <p:sp>
        <p:nvSpPr>
          <p:cNvPr id="8" name="S05-chip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2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나처럼 말하면 동생 마음은?</a:t>
            </a:r>
            <a:endParaRPr lang="ko-KR" sz="3200" dirty="0"/>
          </a:p>
        </p:txBody>
      </p:sp>
      <p:sp>
        <p:nvSpPr>
          <p:cNvPr id="10" name="S05-chip3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다처럼 말하면 엄마 마음은?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사과해요</a:t>
            </a:r>
            <a:endParaRPr lang="ko-KR" sz="4400" dirty="0"/>
          </a:p>
        </p:txBody>
      </p:sp>
      <p:sp>
        <p:nvSpPr>
          <p:cNvPr id="3" name="S06-card3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“화분을 깨서 죄송해요. 다음엔 밖에서 공놀이할게요.”</a:t>
            </a:r>
            <a:endParaRPr lang="ko-KR" sz="3200" dirty="0"/>
          </a:p>
        </p:txBody>
      </p:sp>
      <p:sp>
        <p:nvSpPr>
          <p:cNvPr id="5" name="S06-stepno34"/>
          <p:cNvSpPr txBox="1"/>
          <p:nvPr/>
        </p:nvSpPr>
        <p:spPr>
          <a:xfrm>
            <a:off x="548640" y="166141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5"/>
          <p:cNvSpPr txBox="1"/>
          <p:nvPr/>
        </p:nvSpPr>
        <p:spPr>
          <a:xfrm>
            <a:off x="1325880" y="166141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일인지 말해요.</a:t>
            </a:r>
            <a:endParaRPr lang="ko-KR" sz="3200" dirty="0"/>
          </a:p>
        </p:txBody>
      </p:sp>
      <p:sp>
        <p:nvSpPr>
          <p:cNvPr id="7" name="S06-stepno36"/>
          <p:cNvSpPr txBox="1"/>
          <p:nvPr/>
        </p:nvSpPr>
        <p:spPr>
          <a:xfrm>
            <a:off x="548640" y="237464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7"/>
          <p:cNvSpPr txBox="1"/>
          <p:nvPr/>
        </p:nvSpPr>
        <p:spPr>
          <a:xfrm>
            <a:off x="1325880" y="237464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미안한 마음을 말해요.</a:t>
            </a:r>
            <a:endParaRPr lang="ko-KR" sz="3200" dirty="0"/>
          </a:p>
        </p:txBody>
      </p:sp>
      <p:sp>
        <p:nvSpPr>
          <p:cNvPr id="9" name="S06-stepno38"/>
          <p:cNvSpPr txBox="1"/>
          <p:nvPr/>
        </p:nvSpPr>
        <p:spPr>
          <a:xfrm>
            <a:off x="548640" y="308787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39"/>
          <p:cNvSpPr txBox="1"/>
          <p:nvPr/>
        </p:nvSpPr>
        <p:spPr>
          <a:xfrm>
            <a:off x="1325880" y="308787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어떻게 할지 말해요.</a:t>
            </a:r>
            <a:endParaRPr lang="ko-KR" sz="3200" dirty="0"/>
          </a:p>
        </p:txBody>
      </p:sp>
      <p:sp>
        <p:nvSpPr>
          <p:cNvPr id="11" name="S06-stepno40"/>
          <p:cNvSpPr txBox="1"/>
          <p:nvPr/>
        </p:nvSpPr>
        <p:spPr>
          <a:xfrm>
            <a:off x="548640" y="380111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41"/>
          <p:cNvSpPr txBox="1"/>
          <p:nvPr/>
        </p:nvSpPr>
        <p:spPr>
          <a:xfrm>
            <a:off x="1325880" y="380111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있으면 함께 고쳐요.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사과해 봐요</a:t>
            </a:r>
            <a:endParaRPr lang="ko-KR" sz="4400" dirty="0"/>
          </a:p>
        </p:txBody>
      </p:sp>
      <p:sp>
        <p:nvSpPr>
          <p:cNvPr id="3" name="S07-text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상대가 되어 줘요.</a:t>
            </a:r>
            <a:endParaRPr lang="ko-KR" sz="3200" dirty="0"/>
          </a:p>
        </p:txBody>
      </p:sp>
      <p:sp>
        <p:nvSpPr>
          <p:cNvPr id="4" name="S07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“~해서 미안해. 다음에는 ~할게.”</a:t>
            </a:r>
            <a:endParaRPr lang="ko-KR" sz="3200" dirty="0"/>
          </a:p>
        </p:txBody>
      </p:sp>
      <p:sp>
        <p:nvSpPr>
          <p:cNvPr id="6" name="S07-chip4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46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동생의 블록 탑을 실수로 무너뜨렸어요.</a:t>
            </a:r>
            <a:endParaRPr lang="ko-KR" sz="3200" dirty="0"/>
          </a:p>
        </p:txBody>
      </p:sp>
      <p:sp>
        <p:nvSpPr>
          <p:cNvPr id="8" name="S07-chip4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48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 빌린 책에 물을 쏟았어요.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지키는 방법</a:t>
            </a:r>
            <a:endParaRPr lang="ko-KR" sz="4400" dirty="0"/>
          </a:p>
        </p:txBody>
      </p:sp>
      <p:sp>
        <p:nvSpPr>
          <p:cNvPr id="3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지키면 서로 믿을 수 있어요.</a:t>
            </a:r>
            <a:endParaRPr lang="ko-KR" sz="3200" dirty="0"/>
          </a:p>
        </p:txBody>
      </p:sp>
      <p:sp>
        <p:nvSpPr>
          <p:cNvPr id="5" name="S08-card5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잊지 않게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쪽지나 달력에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써요</a:t>
            </a:r>
            <a:endParaRPr lang="ko-KR" sz="3200" dirty="0"/>
          </a:p>
        </p:txBody>
      </p:sp>
      <p:sp>
        <p:nvSpPr>
          <p:cNvPr id="7" name="S08-card5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지킬 수 있는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약속만 해요</a:t>
            </a:r>
            <a:endParaRPr lang="ko-KR" sz="3200" dirty="0"/>
          </a:p>
        </p:txBody>
      </p:sp>
      <p:sp>
        <p:nvSpPr>
          <p:cNvPr id="9" name="S08-card5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8-cardtext5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어려우면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말하고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정해요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도윤이는 어떻게 할까?</a:t>
            </a:r>
            <a:endParaRPr lang="ko-KR" sz="4400" dirty="0"/>
          </a:p>
        </p:txBody>
      </p:sp>
      <p:sp>
        <p:nvSpPr>
          <p:cNvPr id="3" name="S09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‘저녁 전에 숙제하기’를 약속했는데, 친구가 놀자고 해요.</a:t>
            </a:r>
            <a:endParaRPr lang="ko-KR" sz="3200" dirty="0"/>
          </a:p>
        </p:txBody>
      </p:sp>
      <p:sp>
        <p:nvSpPr>
          <p:cNvPr id="4" name="S09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무엇을 할까요? 왜요?</a:t>
            </a:r>
            <a:endParaRPr lang="ko-KR" sz="3200" dirty="0"/>
          </a:p>
        </p:txBody>
      </p:sp>
      <p:sp>
        <p:nvSpPr>
          <p:cNvPr id="6" name="S09-chip6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9-card6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6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놀러 가요.</a:t>
            </a:r>
            <a:endParaRPr lang="ko-KR" sz="3200" dirty="0"/>
          </a:p>
        </p:txBody>
      </p:sp>
      <p:sp>
        <p:nvSpPr>
          <p:cNvPr id="9" name="S09-chip6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9-card6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6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“숙제하고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갈게!”</a:t>
            </a:r>
            <a:endParaRPr lang="ko-KR" sz="3200" dirty="0"/>
          </a:p>
        </p:txBody>
      </p:sp>
      <p:sp>
        <p:nvSpPr>
          <p:cNvPr id="12" name="S09-chip6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9-card6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6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엄마에게 말하고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정해요.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봐요</a:t>
            </a:r>
            <a:endParaRPr lang="ko-KR" sz="4400" dirty="0"/>
          </a:p>
        </p:txBody>
      </p:sp>
      <p:sp>
        <p:nvSpPr>
          <p:cNvPr id="3" name="S10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듣기만 해요.</a:t>
            </a:r>
            <a:endParaRPr lang="ko-KR" sz="3200" dirty="0"/>
          </a:p>
        </p:txBody>
      </p:sp>
      <p:sp>
        <p:nvSpPr>
          <p:cNvPr id="4" name="S10-chip7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71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 주신 컵을 깨뜨렸어요. 뭐라고 말할까요?</a:t>
            </a:r>
            <a:endParaRPr lang="ko-KR" sz="3200" dirty="0"/>
          </a:p>
        </p:txBody>
      </p:sp>
      <p:sp>
        <p:nvSpPr>
          <p:cNvPr id="6" name="S10-chip7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73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내 약속과 지키는 방법은?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서아는 뭐라고 할까?</a:t>
            </a:r>
            <a:endParaRPr lang="ko-KR" sz="4400" dirty="0"/>
          </a:p>
        </p:txBody>
      </p:sp>
      <p:sp>
        <p:nvSpPr>
          <p:cNvPr id="3" name="S12-text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 빌린 연필을 잃어버렸어요.</a:t>
            </a:r>
            <a:endParaRPr lang="ko-KR" sz="3200" dirty="0"/>
          </a:p>
        </p:txBody>
      </p:sp>
      <p:sp>
        <p:nvSpPr>
          <p:cNvPr id="4" name="S12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2-chip7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7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“난 몰라.”</a:t>
            </a:r>
            <a:endParaRPr lang="ko-KR" sz="3200" dirty="0"/>
          </a:p>
        </p:txBody>
      </p:sp>
      <p:sp>
        <p:nvSpPr>
          <p:cNvPr id="9" name="S12-chip8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8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8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“네가 잘못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 거야.”</a:t>
            </a:r>
            <a:endParaRPr lang="ko-KR" sz="3200" dirty="0"/>
          </a:p>
        </p:txBody>
      </p:sp>
      <p:sp>
        <p:nvSpPr>
          <p:cNvPr id="12" name="S12-chip8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8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“잃어버려서 미안해.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찾아볼게.”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8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잘못은 솔직하게 말하고, 약속은 지킬 방법을 정해요.</a:t>
            </a:r>
            <a:endParaRPr lang="ko-KR" sz="3200" dirty="0"/>
          </a:p>
        </p:txBody>
      </p:sp>
      <p:sp>
        <p:nvSpPr>
          <p:cNvPr id="5" name="S13-chip8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솔직하게 말하고 사과하기</a:t>
            </a:r>
            <a:endParaRPr lang="ko-KR" sz="2600" dirty="0"/>
          </a:p>
        </p:txBody>
      </p:sp>
      <p:sp>
        <p:nvSpPr>
          <p:cNvPr id="6" name="S13-chip8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숨기거나 남 탓하기</a:t>
            </a:r>
            <a:endParaRPr lang="ko-KR" sz="2600" dirty="0"/>
          </a:p>
        </p:txBody>
      </p:sp>
      <p:sp>
        <p:nvSpPr>
          <p:cNvPr id="7" name="S13-text9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사과할 때 말할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</a:t>
            </a:r>
            <a:endParaRPr lang="ko-KR" sz="2600" dirty="0"/>
          </a:p>
        </p:txBody>
      </p:sp>
      <p:sp>
        <p:nvSpPr>
          <p:cNvPr id="9" name="S13-text9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약속을 잊지 않는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하나</a:t>
            </a:r>
            <a:endParaRPr lang="ko-KR" sz="2600" dirty="0"/>
          </a:p>
        </p:txBody>
      </p:sp>
      <p:sp>
        <p:nvSpPr>
          <p:cNvPr id="10" name="S13-text9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이번 주 내 약속,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어땠나요?</a:t>
            </a:r>
            <a:endParaRPr lang="ko-KR" sz="2600" dirty="0"/>
          </a:p>
        </p:txBody>
      </p:sp>
      <p:sp>
        <p:nvSpPr>
          <p:cNvPr id="11" name="S13-text9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공감과 공정한 사용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약속이란?</a:t>
            </a:r>
            <a:endParaRPr lang="ko-KR" sz="4400" dirty="0"/>
          </a:p>
        </p:txBody>
      </p:sp>
      <p:sp>
        <p:nvSpPr>
          <p:cNvPr id="3" name="S14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한 약속을 떠올려 봐요.</a:t>
            </a:r>
            <a:endParaRPr lang="ko-KR" sz="3200" dirty="0"/>
          </a:p>
        </p:txBody>
      </p:sp>
      <p:sp>
        <p:nvSpPr>
          <p:cNvPr id="5" name="S14-card97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98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“~하자”, “~할게”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함께 정한 것</a:t>
            </a:r>
            <a:endParaRPr lang="ko-KR" sz="3200" dirty="0"/>
          </a:p>
        </p:txBody>
      </p:sp>
      <p:sp>
        <p:nvSpPr>
          <p:cNvPr id="7" name="S14-card99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14-cardtext100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지키면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믿을 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도덕·윤리 정직과 약속</dc:title>
  <dc:subject>KR22-G02-ETH-HONEST-L01</dc:subject>
  <dc:creator>education-ppt</dc:creator>
  <cp:lastModifiedBy>education-ppt</cp:lastModifiedBy>
  <cp:revision>1</cp:revision>
  <dcterms:created xsi:type="dcterms:W3CDTF">2026-10-26T10:11:04Z</dcterms:created>
  <dcterms:modified xsi:type="dcterms:W3CDTF">2026-10-26T10:11:04Z</dcterms:modified>
</cp:coreProperties>
</file>