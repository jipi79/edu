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af30a2c-5aae-6364-ade8-9c1e1e1e280c}">
          <p14:sldIdLst>
            <p14:sldId id="256"/>
            <p14:sldId id="257"/>
          </p14:sldIdLst>
        </p14:section>
        <p14:section name="개념" id="{16814158-1f0d-77a3-4deb-083bc44656a1}">
          <p14:sldIdLst>
            <p14:sldId id="258"/>
            <p14:sldId id="260"/>
            <p14:sldId id="261"/>
          </p14:sldIdLst>
        </p14:section>
        <p14:section name="연습" id="{374bf348-cfb3-9a22-bfd9-425b0374b9a1}">
          <p14:sldIdLst>
            <p14:sldId id="259"/>
            <p14:sldId id="262"/>
            <p14:sldId id="263"/>
          </p14:sldIdLst>
        </p14:section>
        <p14:section name="개념" id="{e587014c-eacf-3ea8-a1c7-eb2050c36039}">
          <p14:sldIdLst/>
        </p14:section>
        <p14:section name="연습" id="{9c63b9bc-d637-3ac6-5a5e-081540ff8437}">
          <p14:sldIdLst/>
        </p14:section>
        <p14:section name="확인" id="{c9206d8b-5b50-f173-7197-18014435534c}">
          <p14:sldIdLst>
            <p14:sldId id="264"/>
            <p14:sldId id="265"/>
          </p14:sldIdLst>
        </p14:section>
        <p14:section name="정리" id="{932ddcb2-a4b3-14c3-f0f6-4638dfdb76a4}">
          <p14:sldIdLst>
            <p14:sldId id="266"/>
          </p14:sldIdLst>
        </p14:section>
        <p14:section name="보충" id="{21dc45f5-1fbb-48b9-f498-50656fe004a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정보와표현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정보·AI · 순서를 바꾸면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먼저 신고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신으면?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일을 차례대로 늘어놓아요.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순서를 바꾸면 어떻게 되는지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차례로 할까?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차례로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헹구기 · 치약 짜기 · 이 닦기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하는 일 세 가지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해요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 입기를 작은 단계로 나누었어요.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하는 차례를 ‘순서’라고 해요.</a:t>
            </a:r>
            <a:endParaRPr lang="ko-KR" sz="3200" dirty="0"/>
          </a:p>
        </p:txBody>
      </p:sp>
      <p:sp>
        <p:nvSpPr>
          <p:cNvPr id="6" name="S03-step11"/>
          <p:cNvSpPr txBox="1"/>
          <p:nvPr/>
        </p:nvSpPr>
        <p:spPr>
          <a:xfrm>
            <a:off x="548640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 입기</a:t>
            </a:r>
            <a:endParaRPr lang="ko-KR" sz="2600" dirty="0"/>
          </a:p>
        </p:txBody>
      </p:sp>
      <p:sp>
        <p:nvSpPr>
          <p:cNvPr id="7" name="S03-line1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3"/>
          <p:cNvSpPr txBox="1"/>
          <p:nvPr/>
        </p:nvSpPr>
        <p:spPr>
          <a:xfrm>
            <a:off x="3424428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 입기</a:t>
            </a:r>
            <a:endParaRPr lang="ko-KR" sz="2600" dirty="0"/>
          </a:p>
        </p:txBody>
      </p:sp>
      <p:sp>
        <p:nvSpPr>
          <p:cNvPr id="9" name="S03-line1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5"/>
          <p:cNvSpPr txBox="1"/>
          <p:nvPr/>
        </p:nvSpPr>
        <p:spPr>
          <a:xfrm>
            <a:off x="6300216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</a:t>
            </a:r>
            <a:endParaRPr lang="ko-KR" sz="2600" dirty="0"/>
          </a:p>
        </p:txBody>
      </p:sp>
      <p:sp>
        <p:nvSpPr>
          <p:cNvPr id="11" name="S03-line1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17"/>
          <p:cNvSpPr txBox="1"/>
          <p:nvPr/>
        </p:nvSpPr>
        <p:spPr>
          <a:xfrm>
            <a:off x="9176004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신기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샌드위치 만들기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카드가 섞였어요.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가·나·다·라를 차례대로 말해요.</a:t>
            </a:r>
            <a:endParaRPr lang="ko-KR" sz="3200" dirty="0"/>
          </a:p>
        </p:txBody>
      </p:sp>
      <p:sp>
        <p:nvSpPr>
          <p:cNvPr id="6" name="S04-chip2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빵을 덮어요.</a:t>
            </a:r>
            <a:endParaRPr lang="ko-KR" sz="3200" dirty="0"/>
          </a:p>
        </p:txBody>
      </p:sp>
      <p:sp>
        <p:nvSpPr>
          <p:cNvPr id="9" name="S04-chip24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4-card25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6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잼을 발라요.</a:t>
            </a:r>
            <a:endParaRPr lang="ko-KR" sz="3200" dirty="0"/>
          </a:p>
        </p:txBody>
      </p:sp>
      <p:sp>
        <p:nvSpPr>
          <p:cNvPr id="12" name="S04-chip27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4-card28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9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한 장을 놓아요.</a:t>
            </a:r>
            <a:endParaRPr lang="ko-KR" sz="3200" dirty="0"/>
          </a:p>
        </p:txBody>
      </p:sp>
      <p:sp>
        <p:nvSpPr>
          <p:cNvPr id="15" name="S04-chip30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4-card31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32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치즈를 올려요.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바꾸면?</a:t>
            </a:r>
            <a:endParaRPr lang="ko-KR" sz="4400" dirty="0"/>
          </a:p>
        </p:txBody>
      </p:sp>
      <p:sp>
        <p:nvSpPr>
          <p:cNvPr id="3" name="S05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양말과 신발의 순서를 바꾸었어요.</a:t>
            </a:r>
            <a:endParaRPr lang="ko-KR" sz="3200" dirty="0"/>
          </a:p>
        </p:txBody>
      </p:sp>
      <p:sp>
        <p:nvSpPr>
          <p:cNvPr id="5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바꾸니 결과가 달라졌어요.</a:t>
            </a:r>
            <a:endParaRPr lang="ko-KR" sz="3200" dirty="0"/>
          </a:p>
        </p:txBody>
      </p:sp>
      <p:sp>
        <p:nvSpPr>
          <p:cNvPr id="7" name="S05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</a:t>
            </a:r>
            <a:endParaRPr lang="ko-KR" sz="2600" dirty="0"/>
          </a:p>
        </p:txBody>
      </p:sp>
      <p:sp>
        <p:nvSpPr>
          <p:cNvPr id="8" name="S05-step38"/>
          <p:cNvSpPr txBox="1"/>
          <p:nvPr/>
        </p:nvSpPr>
        <p:spPr>
          <a:xfrm>
            <a:off x="548640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2600" dirty="0"/>
          </a:p>
        </p:txBody>
      </p:sp>
      <p:sp>
        <p:nvSpPr>
          <p:cNvPr id="9" name="S05-line39"/>
          <p:cNvSpPr/>
          <p:nvPr/>
        </p:nvSpPr>
        <p:spPr>
          <a:xfrm>
            <a:off x="3079242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40"/>
          <p:cNvSpPr txBox="1"/>
          <p:nvPr/>
        </p:nvSpPr>
        <p:spPr>
          <a:xfrm>
            <a:off x="3435858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2600" dirty="0"/>
          </a:p>
        </p:txBody>
      </p:sp>
      <p:sp>
        <p:nvSpPr>
          <p:cNvPr id="11" name="S05-text41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발이 편하고 따뜻해요.</a:t>
            </a:r>
            <a:endParaRPr lang="ko-KR" sz="2600" dirty="0"/>
          </a:p>
        </p:txBody>
      </p:sp>
      <p:sp>
        <p:nvSpPr>
          <p:cNvPr id="12" name="S05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</a:t>
            </a:r>
            <a:endParaRPr lang="ko-KR" sz="2600" dirty="0"/>
          </a:p>
        </p:txBody>
      </p:sp>
      <p:sp>
        <p:nvSpPr>
          <p:cNvPr id="13" name="S05-step43"/>
          <p:cNvSpPr txBox="1"/>
          <p:nvPr/>
        </p:nvSpPr>
        <p:spPr>
          <a:xfrm>
            <a:off x="6277356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</a:t>
            </a:r>
            <a:endParaRPr lang="ko-KR" sz="2600" dirty="0"/>
          </a:p>
        </p:txBody>
      </p:sp>
      <p:sp>
        <p:nvSpPr>
          <p:cNvPr id="14" name="S05-line44"/>
          <p:cNvSpPr/>
          <p:nvPr/>
        </p:nvSpPr>
        <p:spPr>
          <a:xfrm>
            <a:off x="8807958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5-step45"/>
          <p:cNvSpPr txBox="1"/>
          <p:nvPr/>
        </p:nvSpPr>
        <p:spPr>
          <a:xfrm>
            <a:off x="9164574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</a:t>
            </a:r>
            <a:endParaRPr lang="ko-KR" sz="2600" dirty="0"/>
          </a:p>
        </p:txBody>
      </p:sp>
      <p:sp>
        <p:nvSpPr>
          <p:cNvPr id="16" name="S05-text4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신을 수 없어요.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될 때도 있어요</a:t>
            </a:r>
            <a:endParaRPr lang="ko-KR" sz="4400" dirty="0"/>
          </a:p>
        </p:txBody>
      </p:sp>
      <p:sp>
        <p:nvSpPr>
          <p:cNvPr id="3" name="S06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윗옷과 바지의 순서를 바꾸었어요.</a:t>
            </a:r>
            <a:endParaRPr lang="ko-KR" sz="3200" dirty="0"/>
          </a:p>
        </p:txBody>
      </p:sp>
      <p:sp>
        <p:nvSpPr>
          <p:cNvPr id="5" name="S06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같으면 순서를 바꿔도 돼요.</a:t>
            </a:r>
            <a:endParaRPr lang="ko-KR" sz="3200" dirty="0"/>
          </a:p>
        </p:txBody>
      </p:sp>
      <p:sp>
        <p:nvSpPr>
          <p:cNvPr id="7" name="S06-chip5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</a:t>
            </a:r>
            <a:endParaRPr lang="ko-KR" sz="2600" dirty="0"/>
          </a:p>
        </p:txBody>
      </p:sp>
      <p:sp>
        <p:nvSpPr>
          <p:cNvPr id="8" name="S06-step52"/>
          <p:cNvSpPr txBox="1"/>
          <p:nvPr/>
        </p:nvSpPr>
        <p:spPr>
          <a:xfrm>
            <a:off x="548640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</a:t>
            </a:r>
            <a:endParaRPr lang="ko-KR" sz="2600" dirty="0"/>
          </a:p>
        </p:txBody>
      </p:sp>
      <p:sp>
        <p:nvSpPr>
          <p:cNvPr id="9" name="S06-line53"/>
          <p:cNvSpPr/>
          <p:nvPr/>
        </p:nvSpPr>
        <p:spPr>
          <a:xfrm>
            <a:off x="3079242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54"/>
          <p:cNvSpPr txBox="1"/>
          <p:nvPr/>
        </p:nvSpPr>
        <p:spPr>
          <a:xfrm>
            <a:off x="3435858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2600" dirty="0"/>
          </a:p>
        </p:txBody>
      </p:sp>
      <p:sp>
        <p:nvSpPr>
          <p:cNvPr id="11" name="S06-text5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옷을 다 입었어요.</a:t>
            </a:r>
            <a:endParaRPr lang="ko-KR" sz="2600" dirty="0"/>
          </a:p>
        </p:txBody>
      </p:sp>
      <p:sp>
        <p:nvSpPr>
          <p:cNvPr id="12" name="S06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600" dirty="0"/>
          </a:p>
        </p:txBody>
      </p:sp>
      <p:sp>
        <p:nvSpPr>
          <p:cNvPr id="13" name="S06-step57"/>
          <p:cNvSpPr txBox="1"/>
          <p:nvPr/>
        </p:nvSpPr>
        <p:spPr>
          <a:xfrm>
            <a:off x="6277356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2600" dirty="0"/>
          </a:p>
        </p:txBody>
      </p:sp>
      <p:sp>
        <p:nvSpPr>
          <p:cNvPr id="14" name="S06-line58"/>
          <p:cNvSpPr/>
          <p:nvPr/>
        </p:nvSpPr>
        <p:spPr>
          <a:xfrm>
            <a:off x="8807958" y="389051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6-step59"/>
          <p:cNvSpPr txBox="1"/>
          <p:nvPr/>
        </p:nvSpPr>
        <p:spPr>
          <a:xfrm>
            <a:off x="9164574" y="3204718"/>
            <a:ext cx="247573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윗옷</a:t>
            </a:r>
            <a:endParaRPr lang="ko-KR" sz="2600" dirty="0"/>
          </a:p>
        </p:txBody>
      </p:sp>
      <p:sp>
        <p:nvSpPr>
          <p:cNvPr id="16" name="S06-text6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옷을 다 입었어요.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44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바꾸었어요. 결과를 말해요.</a:t>
            </a:r>
            <a:endParaRPr lang="ko-KR" sz="3200" dirty="0"/>
          </a:p>
        </p:txBody>
      </p:sp>
      <p:sp>
        <p:nvSpPr>
          <p:cNvPr id="4" name="S07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달라지는지, 같은지 말해요.</a:t>
            </a:r>
            <a:endParaRPr lang="ko-KR" sz="3200" dirty="0"/>
          </a:p>
        </p:txBody>
      </p:sp>
      <p:sp>
        <p:nvSpPr>
          <p:cNvPr id="6" name="S07-chip6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6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붓기 → 컵 놓기</a:t>
            </a:r>
            <a:endParaRPr lang="ko-KR" sz="3200" dirty="0"/>
          </a:p>
        </p:txBody>
      </p:sp>
      <p:sp>
        <p:nvSpPr>
          <p:cNvPr id="8" name="S07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6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봉투 붙이기 → 편지 넣기</a:t>
            </a:r>
            <a:endParaRPr lang="ko-KR" sz="3200" dirty="0"/>
          </a:p>
        </p:txBody>
      </p:sp>
      <p:sp>
        <p:nvSpPr>
          <p:cNvPr id="10" name="S07-chip6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6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양말 → 왼쪽 양말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놀이</a:t>
            </a:r>
            <a:endParaRPr lang="ko-KR" sz="4400" dirty="0"/>
          </a:p>
        </p:txBody>
      </p:sp>
      <p:sp>
        <p:nvSpPr>
          <p:cNvPr id="3" name="S08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 로봇은 들은 차례대로만 움직여요.</a:t>
            </a:r>
            <a:endParaRPr lang="ko-KR" sz="3200" dirty="0"/>
          </a:p>
        </p:txBody>
      </p:sp>
      <p:sp>
        <p:nvSpPr>
          <p:cNvPr id="4" name="S08-card7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단계씩 차례로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이상한 결과를 찾아요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순서를 고쳐 다시 해요</a:t>
            </a:r>
            <a:endParaRPr lang="ko-KR" sz="3200" dirty="0"/>
          </a:p>
        </p:txBody>
      </p:sp>
      <p:sp>
        <p:nvSpPr>
          <p:cNvPr id="6" name="S08-stepno73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74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점퍼 입는 단계를 말해요.</a:t>
            </a:r>
            <a:endParaRPr lang="ko-KR" sz="3200" dirty="0"/>
          </a:p>
        </p:txBody>
      </p:sp>
      <p:sp>
        <p:nvSpPr>
          <p:cNvPr id="8" name="S08-stepno75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76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로봇이 그대로 따라 해요.</a:t>
            </a:r>
            <a:endParaRPr lang="ko-KR" sz="3200" dirty="0"/>
          </a:p>
        </p:txBody>
      </p:sp>
      <p:sp>
        <p:nvSpPr>
          <p:cNvPr id="10" name="S08-stepno77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78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이상하면 순서를 고쳐요.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카드가 섞였어요.</a:t>
            </a:r>
            <a:endParaRPr lang="ko-KR" sz="3200" dirty="0"/>
          </a:p>
        </p:txBody>
      </p:sp>
      <p:sp>
        <p:nvSpPr>
          <p:cNvPr id="4" name="S09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말하고, 가와 라를 바꾸면 어떻게 될지 말해요.</a:t>
            </a:r>
            <a:endParaRPr lang="ko-KR" sz="3200" dirty="0"/>
          </a:p>
        </p:txBody>
      </p:sp>
      <p:sp>
        <p:nvSpPr>
          <p:cNvPr id="6" name="S09-chip82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83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84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헹궈요.</a:t>
            </a:r>
            <a:endParaRPr lang="ko-KR" sz="3200" dirty="0"/>
          </a:p>
        </p:txBody>
      </p:sp>
      <p:sp>
        <p:nvSpPr>
          <p:cNvPr id="9" name="S09-chip85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86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87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물을 묻혀요.</a:t>
            </a:r>
            <a:endParaRPr lang="ko-KR" sz="3200" dirty="0"/>
          </a:p>
        </p:txBody>
      </p:sp>
      <p:sp>
        <p:nvSpPr>
          <p:cNvPr id="12" name="S09-chip8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89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90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수건으로 닦아요.</a:t>
            </a:r>
            <a:endParaRPr lang="ko-KR" sz="3200" dirty="0"/>
          </a:p>
        </p:txBody>
      </p:sp>
      <p:sp>
        <p:nvSpPr>
          <p:cNvPr id="15" name="S09-chip91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9-card92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9-cardtext93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될까요?</a:t>
            </a:r>
            <a:endParaRPr lang="ko-KR" sz="4400" dirty="0"/>
          </a:p>
        </p:txBody>
      </p:sp>
      <p:sp>
        <p:nvSpPr>
          <p:cNvPr id="3" name="S11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바꿨을 때 결과가 같은 것은?</a:t>
            </a:r>
            <a:endParaRPr lang="ko-KR" sz="3200" dirty="0"/>
          </a:p>
        </p:txBody>
      </p:sp>
      <p:sp>
        <p:nvSpPr>
          <p:cNvPr id="4" name="S11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바꿔도 되는 것을 고르고, 까닭을 말해요.</a:t>
            </a:r>
            <a:endParaRPr lang="ko-KR" sz="3200" dirty="0"/>
          </a:p>
        </p:txBody>
      </p:sp>
      <p:sp>
        <p:nvSpPr>
          <p:cNvPr id="6" name="S11-chip9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9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9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신기와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신기</a:t>
            </a:r>
            <a:endParaRPr lang="ko-KR" sz="3200" dirty="0"/>
          </a:p>
        </p:txBody>
      </p:sp>
      <p:sp>
        <p:nvSpPr>
          <p:cNvPr id="9" name="S11-chip10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10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10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장갑과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장갑</a:t>
            </a:r>
            <a:endParaRPr lang="ko-KR" sz="3200" dirty="0"/>
          </a:p>
        </p:txBody>
      </p:sp>
      <p:sp>
        <p:nvSpPr>
          <p:cNvPr id="12" name="S11-chip10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10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10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 바르기와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덮기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 결과가 달라질 수 있어요.</a:t>
            </a:r>
            <a:endParaRPr lang="ko-KR" sz="3200" dirty="0"/>
          </a:p>
        </p:txBody>
      </p:sp>
      <p:sp>
        <p:nvSpPr>
          <p:cNvPr id="5" name="S12-chip10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단계씩 차례로</a:t>
            </a:r>
            <a:endParaRPr lang="ko-KR" sz="2600" dirty="0"/>
          </a:p>
        </p:txBody>
      </p:sp>
      <p:sp>
        <p:nvSpPr>
          <p:cNvPr id="6" name="S12-chip10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순서로나 하기</a:t>
            </a:r>
            <a:endParaRPr lang="ko-KR" sz="2600" dirty="0"/>
          </a:p>
        </p:txBody>
      </p:sp>
      <p:sp>
        <p:nvSpPr>
          <p:cNvPr id="7" name="S12-text11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1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양말과 신발,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먼저?</a:t>
            </a:r>
            <a:endParaRPr lang="ko-KR" sz="2600" dirty="0"/>
          </a:p>
        </p:txBody>
      </p:sp>
      <p:sp>
        <p:nvSpPr>
          <p:cNvPr id="9" name="S12-text11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샌드위치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순서</a:t>
            </a:r>
            <a:endParaRPr lang="ko-KR" sz="2600" dirty="0"/>
          </a:p>
        </p:txBody>
      </p:sp>
      <p:sp>
        <p:nvSpPr>
          <p:cNvPr id="10" name="S12-text11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바꿔도 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하나</a:t>
            </a:r>
            <a:endParaRPr lang="ko-KR" sz="2600" dirty="0"/>
          </a:p>
        </p:txBody>
      </p:sp>
      <p:sp>
        <p:nvSpPr>
          <p:cNvPr id="11" name="S12-text1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온라인 예절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처음·그다음·마지막</a:t>
            </a:r>
            <a:endParaRPr lang="ko-KR" sz="4400" dirty="0"/>
          </a:p>
        </p:txBody>
      </p:sp>
      <p:sp>
        <p:nvSpPr>
          <p:cNvPr id="3" name="S13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낱말로 차례를 말해요.</a:t>
            </a:r>
            <a:endParaRPr lang="ko-KR" sz="3200" dirty="0"/>
          </a:p>
        </p:txBody>
      </p:sp>
      <p:sp>
        <p:nvSpPr>
          <p:cNvPr id="4" name="S13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넣으면 순서가 잘 보여요.</a:t>
            </a:r>
            <a:endParaRPr lang="ko-KR" sz="3200" dirty="0"/>
          </a:p>
        </p:txBody>
      </p:sp>
      <p:sp>
        <p:nvSpPr>
          <p:cNvPr id="6" name="S13-step118"/>
          <p:cNvSpPr txBox="1"/>
          <p:nvPr/>
        </p:nvSpPr>
        <p:spPr>
          <a:xfrm>
            <a:off x="129387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일어나요</a:t>
            </a:r>
            <a:endParaRPr lang="ko-KR" sz="2600" dirty="0"/>
          </a:p>
        </p:txBody>
      </p:sp>
      <p:sp>
        <p:nvSpPr>
          <p:cNvPr id="7" name="S13-line11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20"/>
          <p:cNvSpPr txBox="1"/>
          <p:nvPr/>
        </p:nvSpPr>
        <p:spPr>
          <a:xfrm>
            <a:off x="463143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씻어요</a:t>
            </a:r>
            <a:endParaRPr lang="ko-KR" sz="2600" dirty="0"/>
          </a:p>
        </p:txBody>
      </p:sp>
      <p:sp>
        <p:nvSpPr>
          <p:cNvPr id="9" name="S13-line12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22"/>
          <p:cNvSpPr txBox="1"/>
          <p:nvPr/>
        </p:nvSpPr>
        <p:spPr>
          <a:xfrm>
            <a:off x="796899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먹어요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정보·AI 순서를 바꾸면</dc:title>
  <dc:subject>KR22-G02-INF-ORDER-L01</dc:subject>
  <dc:creator>education-ppt</dc:creator>
  <cp:lastModifiedBy>education-ppt</cp:lastModifiedBy>
  <cp:revision>1</cp:revision>
  <dcterms:created xsi:type="dcterms:W3CDTF">2026-10-26T13:18:45Z</dcterms:created>
  <dcterms:modified xsi:type="dcterms:W3CDTF">2026-10-26T13:18:45Z</dcterms:modified>
</cp:coreProperties>
</file>