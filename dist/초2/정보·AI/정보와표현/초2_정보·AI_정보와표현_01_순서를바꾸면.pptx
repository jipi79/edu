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7c994c1-00dc-ee5f-b7ce-26a35a11cbea}">
          <p14:sldIdLst>
            <p14:sldId id="256"/>
            <p14:sldId id="257"/>
          </p14:sldIdLst>
        </p14:section>
        <p14:section name="개념" id="{e02c4d00-f483-737f-9498-e72dcadb3ae5}">
          <p14:sldIdLst>
            <p14:sldId id="258"/>
            <p14:sldId id="260"/>
            <p14:sldId id="261"/>
          </p14:sldIdLst>
        </p14:section>
        <p14:section name="연습" id="{26363ea5-d581-7740-06b9-82f6f1667804}">
          <p14:sldIdLst>
            <p14:sldId id="259"/>
            <p14:sldId id="262"/>
            <p14:sldId id="263"/>
          </p14:sldIdLst>
        </p14:section>
        <p14:section name="개념" id="{3554e75c-7d05-5e2d-c0bf-e35ff4aeee5d}">
          <p14:sldIdLst/>
        </p14:section>
        <p14:section name="연습" id="{38e040b4-ce2f-1e7e-b4c7-97098d5fe766}">
          <p14:sldIdLst/>
        </p14:section>
        <p14:section name="확인" id="{3d36ba02-cb4f-6aeb-0e7f-9642d19da674}">
          <p14:sldIdLst>
            <p14:sldId id="264"/>
            <p14:sldId id="265"/>
            <p14:sldId id="266"/>
          </p14:sldIdLst>
        </p14:section>
        <p14:section name="정리" id="{bf9ab454-19c8-ef22-4a56-c8c6e2f23cad}">
          <p14:sldIdLst>
            <p14:sldId id="267"/>
          </p14:sldIdLst>
        </p14:section>
        <p14:section name="보충" id="{d49d11fa-1bb1-5bb7-e275-ae0d685beb4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순서가 바뀌면 결과가 달라진다는 데 호기심을 갖게 합니다.
시간: 약 2분
이렇게 말해 보세요
- “신발을 먼저 신고 그다음에 양말을 신으면 어떻게 될까?”
- “오늘은 일을 하는 순서를 알아보고, 순서를 바꾸면 무슨 일이 생기는지 알아볼 거야.”
예상 답
- “양말을 못 신어요!” “신발 위에 양말을 신어요.”(웃으며)
주의
- 부모님께: 일을 하는 정확한 순서를 컴퓨터 과학에서는 ‘알고리즘’이라고 합니다. 오늘은 아이에게 ‘순서’, ‘단계’라는 말만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확인(차례 말하기)]
목적: 익숙한 일을 차례대로 말하고 ‘처음·그다음·마지막’ 같은 차례 말을 쓸 수 있는지 확인합니다.
시간: 약 3분
이렇게 말해 보세요
- “①은 이를 닦을 때 하는 일이야. 무엇을 처음에 하고, 그다음에, 마지막에 할까?”
- “②는 아침에 일어나서 하는 일을 ‘처음에, 그다음에, 마지막에’로 말해 줄래?”
예상 답
- ② “처음에 일어나요. 그다음에 세수해요. 마지막에 밥을 먹어요.” (아이의 생활에 맞는 차례면 맞음)
정답
- ① 치약 짜기 → 이 닦기 → 입 헹구기
막히면
- 차례 말(처음·그다음·마지막)을 쓰지 못하거나 ①의 차례가 뒤죽박죽이면 S13(보충)을 먼저 합니다.
- 이 차시는 계획상 앞 차시가 없습니다. 초1 ‘디지털 기기와 순서’, ‘나의 하루’와 이어지는 내용입니다.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일을 작은 단계로 나누어 차례대로]
목적: 큰 일(옷 입기)을 작은 단계로 나누고, 단계를 차례대로 늘어놓은 것이 ‘순서’라는 것을 알려 줍니다.
시간: 약 3분
이렇게 말해 보세요
- “옷 입기를 작은 단계로 나누어 보면 이렇게 돼. 화살표를 따라 읽어 볼까?”
- “처음에 하는 일은? 마지막에 하는 일은?”
- “이렇게 일을 하는 차례를 ‘순서’라고 해.”
예상 답
- “처음에 속옷을 입어요. 마지막에 신발을 신어요.”
막히면
- 아이가 실제로 양말과 신발을 신어 보며 단계를 하나씩 말하게 합니다.
주의
- 바지와 양말은 순서를 바꿔도 됩니다. 아이가 이를 말하면 칭찬하고 S06에서 다시 다룬다고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샌드위치 단계 카드 늘어놓기]
목적: 섞인 단계 카드를 알맞은 순서로 늘어놓습니다.
시간: 약 4분
이렇게 말해 보세요
- “샌드위치를 만드는 카드가 섞였어. 무엇을 처음에 할까? 그다음엔?”
- “다 늘어놓았으면 처음부터 ‘처음에, 그다음에, 마지막에’로 읽어 줘.”
정답
- 다 → 나 → 라 → 가 (빵 한 장 놓기 → 잼 바르기 → 치즈 올리기 → 빵 덮기)
- 다 → 라 → 나 → 가(치즈 위에 잼 바르기)도 샌드위치는 됩니다. ‘다’가 처음, ‘가’가 마지막이면 맞습니다.
막히면
- 쪽지에 단계를 하나씩 써서 아이가 손으로 옮겨 놓게 합니다.
- “빵을 먼저 덮으면 잼은 어디에 바를까?”라고 묻습니다.
주의
- 식빵·잼·치즈가 있으면 실제로 만들어 보아도 좋습니다. 잼은 칼 대신 숟가락으로 바릅니다.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순서를 바꾸면 결과가 달라짐]
목적: 두 단계의 순서를 바꾸면 결과가 달라지는 것을 보여 줍니다(M1).
시간: 약 3분
이렇게 말해 보세요
- “가는 양말을 먼저, 나는 신발을 먼저 신었어. 결과가 어떻게 달라?”
- “왜 나는 양말을 신을 수 없을까?”
예상 답
- “신발이 발을 덮어서 양말을 신을 수 없어요.”
막히면
- 실제로 신발을 먼저 신고 양말을 신어 보게 합니다(아이가 재미있어합니다).
주의
- 결과를 말할 때 ‘~해서 ~할 수 없어요’처럼 까닭을 함께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바꿔도 결과가 같은 순서]
목적: 순서를 바꿔도 결과가 같은 경우가 있다는 것을 보여 주어, 순서가 중요한 때와 아닌 때를 구별하게 합니다(M2).
시간: 약 3분
이렇게 말해 보세요
- “이번엔 윗옷과 바지의 순서를 바꿨어. 결과가 달라졌어?”
- “또 순서를 바꿔도 괜찮은 일이 있을까?”
예상 답
- “둘 다 옷을 다 입었어요. 똑같아요.”
- 바꿔도 되는 예: 왼쪽 양말과 오른쪽 양말, 바지와 양말, 국과 밥 중 먼저 먹기
막히면
- “양말과 신발은 바꾸면 안 됐는데, 윗옷과 바지는 왜 괜찮을까?”라고 묻습니다. 한쪽이 다른 쪽을 덮거나 가리지 않으면 바꿔도 된다는 것을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순서를 바꾼 결과 말하기]
목적: 순서를 바꾼 여러 경우의 결과를 상상해 말하고, 결과가 같은 경우를 구별합니다(M1, M2).
시간: 약 4분
이렇게 말해 보세요
- “①은 컵을 놓기 전에 우유를 부었어. 어떻게 될까?”
- “②는 봉투를 먼저 붙였어. 그다음에 편지를 넣을 수 있을까?”
- “③은 어때? 결과가 달라질까?”
정답
- ① 우유가 식탁(바닥)에 쏟아져요.
- ② 편지를 넣을 수 없어요. 봉투를 뜯어야 해요.
- ③ 결과가 같아요. 순서를 바꿔도 돼요.
막히면
- 빈 컵과 물로 ①을 흉내 내어 보여 줍니다(물을 컵 없이 붓는 시늉만).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로봇 놀이(순서대로 지시하기)]
목적: 아이가 순서를 말하고, 그 순서대로 움직이는 로봇(부모)의 결과를 보며 순서를 고칩니다(M1, M3).
시간: 약 7분
이렇게 말해 보세요
- “엄마(아빠)는 이제 로봇이야. 로봇은 네가 말한 차례대로, 한 번에 한 가지만 할 수 있어.”
- “점퍼를 입혀 줄래? 무엇부터 할까?”
- (아이가 “지퍼 올려.”를 먼저 말하면) 점퍼를 입지 않은 채 지퍼만 올리는 시늉을 합니다. “로봇이 이상하게 했네. 어떻게 고칠까?”
예상 답
- 점퍼를 들어요 → 한 팔을 넣어요 → 다른 팔을 넣어요 → 지퍼를 올려요
- (팔을 넣는 단계가 지퍼보다 앞이면 맞음. 왼팔·오른팔 순서는 바꿔도 됨)
막히면
- “점퍼를 입어.”처럼 크게 말하면(M3) 로봇은 “무엇부터 할까요?” 하고 멈춥니다. 작게 나누어 말하게 합니다.
- 로봇 역할을 바꾸어 부모가 지시하고 아이가 로봇이 되어도 좋습니다.
주의
- 로봇은 일부러 말한 그대로만 움직입니다. 웃으며 해서 아이가 틀린 순서를 스스로 찾는 재미를 느끼게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 보기(손 씻기 순서와 바꾼 결과)]
목적: 처음 보는 일의 순서를 혼자 늘어놓고, 순서를 바꾼 결과를 말하는지 확인합니다.
시간: 약 4분
이렇게 말해 보세요
- “이번에는 혼자 해 볼까? 손 씻기 카드를 차례대로 말해 줘.”
- “가(헹구기)와 라(비누칠)의 순서를 바꾸면 어떻게 될까?”
정답
- 나 → 라 → 가 → 다 (물 묻히기 → 비누칠하기 → 헹구기 → 닦기)
- 가와 라를 바꾸면 비누칠을 한 뒤 헹구지 않아서 비누 거품이 손에 그대로 남아요(수건에 묻어요).
막히면
- 실제로 세면대에 가서 손을 씻으며 단계를 말하게 합니다. 이때는 기록표에 ‘도움을 받아’로 표시합니다.
주의
- 차례와 바뀐 결과를 모두 말하면 목표 A·B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알맞은 답과 흔한 실수]
목적: 아이의 답을 알맞은 답, 흔한 실수와 비교하며 피드백합니다.
시간: 약 2분
이렇게 말해 보세요
- “네가 말한 차례와 왼쪽을 비교해 볼까?”
- “오른쪽처럼 하면 손이 어떻게 될까?”
예상 답
- “수건으로 먼저 닦으면 젖은 손이 아니라서 아무 소용이 없어요.”
정답
- 나 → 라 → 가 → 다 / 헹구기와 비누칠을 바꾸면 비누가 손에 남는다.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확인(바꿔도 되는 순서 구별)]
목적: 처음 보는 보기에서 바꿔도 되는 순서와 바꾸면 안 되는 순서를 까닭과 함께 구별하는지 확인합니다(M2).
시간: 약 3분
이렇게 말해 보세요
- “세 가지 가운데 순서를 바꿔도 결과가 같은 건 무엇일까? 왜 그렇게 생각해?”
- “가와 다는 순서를 바꾸면 어떻게 될까?”
정답
- 나. 왼쪽 장갑을 먼저 끼든 오른쪽을 먼저 끼든 두 손에 다 끼게 되어 결과가 같습니다.
- 가는 신발을 먼저 신으면 양말을 신을 수 없고, 다는 빵을 먼저 덮으면 잼을 안쪽에 바를 수 없습니다.
막히면
- 실제로 장갑(또는 양말)을 순서를 바꿔 끼워 보게 합니다.
주의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학습]
목적: 핵심을 정리하고 다음 수업의 복습 질문을 알려 줍니다.
시간: 약 2분
이렇게 말해 보세요
- “오늘 배운 것을 한 문장으로 말해 볼래?”
- “내일 아침 옷을 입을 때 순서를 말하면서 입어 보자.”
예상 답
- “순서를 바꾸면 결과가 달라질 수 있어요.”
정답
- ① 양말을 먼저(신발을 먼저 신으면 양말을 신을 수 없어서) ② 빵 놓기 → 잼 바르기 → 치즈 올리기 → 빵 덮기 ③ 예: 왼쪽·오른쪽 장갑, 윗옷과 바지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보충(처음·그다음·마지막)]
목적: S02에서 차례 말(처음·그다음·마지막)을 쓰지 못하거나 익숙한 일의 차례를 헷갈리면, 차례 말부터 익힙니다.
시간: 약 4분
이렇게 말해 보세요
- “아침에 하는 일을 이 세 낱말로 말해 볼까? 처음에 일어나요. 그다음에…?”
- “이번엔 잠자기 전에 하는 일로 해 보자.”
예상 답
- “처음에 이를 닦아요. 그다음에 잠옷을 입어요. 마지막에 잠을 자요.”
막히면
- 쪽지 세 장에 ‘처음, 그다음, 마지막’을 써서 바닥에 놓고, 아이가 그 위를 차례로 밟으며 말하게 합니다.
주의
- 이 차시는 계획상 앞 차시가 없습니다. 보충으로도 어렵다면 초1 ‘나의 하루’, ‘디지털 기기와 순서’처럼 하루의 차례를 말하는 차시를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정보와표현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순서를 바꾸면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순서를 바꾸면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정보·AI · 순서를 바꾸면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신발을 먼저 신고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양말을 신으면?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일을 차례대로 늘어놓아요.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순서를 바꾸면 어떻게 되는지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차례로 할까?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차례로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 헹구기 · 치약 짜기 · 이 닦기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일어나서 하는 일 세 가지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해요</a:t>
            </a:r>
            <a:endParaRPr lang="ko-KR" sz="4400" dirty="0"/>
          </a:p>
        </p:txBody>
      </p:sp>
      <p:sp>
        <p:nvSpPr>
          <p:cNvPr id="3" name="S03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 입기를 작은 단계로 나누었어요.</a:t>
            </a:r>
            <a:endParaRPr lang="ko-KR" sz="3200" dirty="0"/>
          </a:p>
        </p:txBody>
      </p:sp>
      <p:sp>
        <p:nvSpPr>
          <p:cNvPr id="4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일을 하는 차례를 ‘순서’라고 해요.</a:t>
            </a:r>
            <a:endParaRPr lang="ko-KR" sz="3200" dirty="0"/>
          </a:p>
        </p:txBody>
      </p:sp>
      <p:sp>
        <p:nvSpPr>
          <p:cNvPr id="6" name="S03-step11"/>
          <p:cNvSpPr txBox="1"/>
          <p:nvPr/>
        </p:nvSpPr>
        <p:spPr>
          <a:xfrm>
            <a:off x="548640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속옷 입기</a:t>
            </a:r>
            <a:endParaRPr lang="ko-KR" sz="2600" dirty="0"/>
          </a:p>
        </p:txBody>
      </p:sp>
      <p:sp>
        <p:nvSpPr>
          <p:cNvPr id="7" name="S03-line12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3-step13"/>
          <p:cNvSpPr txBox="1"/>
          <p:nvPr/>
        </p:nvSpPr>
        <p:spPr>
          <a:xfrm>
            <a:off x="3424428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 입기</a:t>
            </a:r>
            <a:endParaRPr lang="ko-KR" sz="2600" dirty="0"/>
          </a:p>
        </p:txBody>
      </p:sp>
      <p:sp>
        <p:nvSpPr>
          <p:cNvPr id="9" name="S03-line14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3-step15"/>
          <p:cNvSpPr txBox="1"/>
          <p:nvPr/>
        </p:nvSpPr>
        <p:spPr>
          <a:xfrm>
            <a:off x="6300216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신기</a:t>
            </a:r>
            <a:endParaRPr lang="ko-KR" sz="2600" dirty="0"/>
          </a:p>
        </p:txBody>
      </p:sp>
      <p:sp>
        <p:nvSpPr>
          <p:cNvPr id="11" name="S03-line16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3-step17"/>
          <p:cNvSpPr txBox="1"/>
          <p:nvPr/>
        </p:nvSpPr>
        <p:spPr>
          <a:xfrm>
            <a:off x="9176004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신기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샌드위치 만들기</a:t>
            </a:r>
            <a:endParaRPr lang="ko-KR" sz="4400" dirty="0"/>
          </a:p>
        </p:txBody>
      </p:sp>
      <p:sp>
        <p:nvSpPr>
          <p:cNvPr id="3" name="S04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카드가 섞였어요.</a:t>
            </a:r>
            <a:endParaRPr lang="ko-KR" sz="3200" dirty="0"/>
          </a:p>
        </p:txBody>
      </p:sp>
      <p:sp>
        <p:nvSpPr>
          <p:cNvPr id="4" name="S04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가·나·다·라를 차례대로 말해요.</a:t>
            </a:r>
            <a:endParaRPr lang="ko-KR" sz="3200" dirty="0"/>
          </a:p>
        </p:txBody>
      </p:sp>
      <p:sp>
        <p:nvSpPr>
          <p:cNvPr id="6" name="S04-chip21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4-card22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3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빵을 덮어요.</a:t>
            </a:r>
            <a:endParaRPr lang="ko-KR" sz="3200" dirty="0"/>
          </a:p>
        </p:txBody>
      </p:sp>
      <p:sp>
        <p:nvSpPr>
          <p:cNvPr id="9" name="S04-chip24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4-card25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6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잼을 발라요.</a:t>
            </a:r>
            <a:endParaRPr lang="ko-KR" sz="3200" dirty="0"/>
          </a:p>
        </p:txBody>
      </p:sp>
      <p:sp>
        <p:nvSpPr>
          <p:cNvPr id="12" name="S04-chip27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4-card28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29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한 장을 놓아요.</a:t>
            </a:r>
            <a:endParaRPr lang="ko-KR" sz="3200" dirty="0"/>
          </a:p>
        </p:txBody>
      </p:sp>
      <p:sp>
        <p:nvSpPr>
          <p:cNvPr id="15" name="S04-chip30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4-card31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4-cardtext32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치즈를 올려요.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바꾸면?</a:t>
            </a:r>
            <a:endParaRPr lang="ko-KR" sz="4400" dirty="0"/>
          </a:p>
        </p:txBody>
      </p:sp>
      <p:sp>
        <p:nvSpPr>
          <p:cNvPr id="3" name="S05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양말과 신발의 순서를 바꾸었어요.</a:t>
            </a:r>
            <a:endParaRPr lang="ko-KR" sz="3200" dirty="0"/>
          </a:p>
        </p:txBody>
      </p:sp>
      <p:sp>
        <p:nvSpPr>
          <p:cNvPr id="5" name="S05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바꾸니 결과가 달라졌어요.</a:t>
            </a:r>
            <a:endParaRPr lang="ko-KR" sz="3200" dirty="0"/>
          </a:p>
        </p:txBody>
      </p:sp>
      <p:sp>
        <p:nvSpPr>
          <p:cNvPr id="7" name="S05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가</a:t>
            </a:r>
            <a:endParaRPr lang="ko-KR" sz="2600" dirty="0"/>
          </a:p>
        </p:txBody>
      </p:sp>
      <p:sp>
        <p:nvSpPr>
          <p:cNvPr id="8" name="S05-step38"/>
          <p:cNvSpPr txBox="1"/>
          <p:nvPr/>
        </p:nvSpPr>
        <p:spPr>
          <a:xfrm>
            <a:off x="548640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2600" dirty="0"/>
          </a:p>
        </p:txBody>
      </p:sp>
      <p:sp>
        <p:nvSpPr>
          <p:cNvPr id="9" name="S05-line39"/>
          <p:cNvSpPr/>
          <p:nvPr/>
        </p:nvSpPr>
        <p:spPr>
          <a:xfrm>
            <a:off x="3079242" y="389051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40"/>
          <p:cNvSpPr txBox="1"/>
          <p:nvPr/>
        </p:nvSpPr>
        <p:spPr>
          <a:xfrm>
            <a:off x="3435858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</a:t>
            </a:r>
            <a:endParaRPr lang="ko-KR" sz="2600" dirty="0"/>
          </a:p>
        </p:txBody>
      </p:sp>
      <p:sp>
        <p:nvSpPr>
          <p:cNvPr id="11" name="S05-text41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편하고 따뜻해요.</a:t>
            </a:r>
            <a:endParaRPr lang="ko-KR" sz="2600" dirty="0"/>
          </a:p>
        </p:txBody>
      </p:sp>
      <p:sp>
        <p:nvSpPr>
          <p:cNvPr id="12" name="S05-chip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</a:t>
            </a:r>
            <a:endParaRPr lang="ko-KR" sz="2600" dirty="0"/>
          </a:p>
        </p:txBody>
      </p:sp>
      <p:sp>
        <p:nvSpPr>
          <p:cNvPr id="13" name="S05-step43"/>
          <p:cNvSpPr txBox="1"/>
          <p:nvPr/>
        </p:nvSpPr>
        <p:spPr>
          <a:xfrm>
            <a:off x="6277356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</a:t>
            </a:r>
            <a:endParaRPr lang="ko-KR" sz="2600" dirty="0"/>
          </a:p>
        </p:txBody>
      </p:sp>
      <p:sp>
        <p:nvSpPr>
          <p:cNvPr id="14" name="S05-line44"/>
          <p:cNvSpPr/>
          <p:nvPr/>
        </p:nvSpPr>
        <p:spPr>
          <a:xfrm>
            <a:off x="8807958" y="389051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5-step45"/>
          <p:cNvSpPr txBox="1"/>
          <p:nvPr/>
        </p:nvSpPr>
        <p:spPr>
          <a:xfrm>
            <a:off x="9164574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2600" dirty="0"/>
          </a:p>
        </p:txBody>
      </p:sp>
      <p:sp>
        <p:nvSpPr>
          <p:cNvPr id="16" name="S05-text4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양말을 신을 수 없어요.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될 때도 있어요</a:t>
            </a:r>
            <a:endParaRPr lang="ko-KR" sz="4400" dirty="0"/>
          </a:p>
        </p:txBody>
      </p:sp>
      <p:sp>
        <p:nvSpPr>
          <p:cNvPr id="3" name="S06-card4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윗옷과 바지의 순서를 바꾸었어요.</a:t>
            </a:r>
            <a:endParaRPr lang="ko-KR" sz="3200" dirty="0"/>
          </a:p>
        </p:txBody>
      </p:sp>
      <p:sp>
        <p:nvSpPr>
          <p:cNvPr id="5" name="S06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같으면 순서를 바꿔도 돼요.</a:t>
            </a:r>
            <a:endParaRPr lang="ko-KR" sz="3200" dirty="0"/>
          </a:p>
        </p:txBody>
      </p:sp>
      <p:sp>
        <p:nvSpPr>
          <p:cNvPr id="7" name="S06-chip5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가</a:t>
            </a:r>
            <a:endParaRPr lang="ko-KR" sz="2600" dirty="0"/>
          </a:p>
        </p:txBody>
      </p:sp>
      <p:sp>
        <p:nvSpPr>
          <p:cNvPr id="8" name="S06-step52"/>
          <p:cNvSpPr txBox="1"/>
          <p:nvPr/>
        </p:nvSpPr>
        <p:spPr>
          <a:xfrm>
            <a:off x="548640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윗옷</a:t>
            </a:r>
            <a:endParaRPr lang="ko-KR" sz="2600" dirty="0"/>
          </a:p>
        </p:txBody>
      </p:sp>
      <p:sp>
        <p:nvSpPr>
          <p:cNvPr id="9" name="S06-line53"/>
          <p:cNvSpPr/>
          <p:nvPr/>
        </p:nvSpPr>
        <p:spPr>
          <a:xfrm>
            <a:off x="3079242" y="389051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6-step54"/>
          <p:cNvSpPr txBox="1"/>
          <p:nvPr/>
        </p:nvSpPr>
        <p:spPr>
          <a:xfrm>
            <a:off x="3435858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2600" dirty="0"/>
          </a:p>
        </p:txBody>
      </p:sp>
      <p:sp>
        <p:nvSpPr>
          <p:cNvPr id="11" name="S06-text55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옷을 다 입었어요.</a:t>
            </a:r>
            <a:endParaRPr lang="ko-KR" sz="2600" dirty="0"/>
          </a:p>
        </p:txBody>
      </p:sp>
      <p:sp>
        <p:nvSpPr>
          <p:cNvPr id="12" name="S06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</a:t>
            </a:r>
            <a:endParaRPr lang="ko-KR" sz="2600" dirty="0"/>
          </a:p>
        </p:txBody>
      </p:sp>
      <p:sp>
        <p:nvSpPr>
          <p:cNvPr id="13" name="S06-step57"/>
          <p:cNvSpPr txBox="1"/>
          <p:nvPr/>
        </p:nvSpPr>
        <p:spPr>
          <a:xfrm>
            <a:off x="6277356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2600" dirty="0"/>
          </a:p>
        </p:txBody>
      </p:sp>
      <p:sp>
        <p:nvSpPr>
          <p:cNvPr id="14" name="S06-line58"/>
          <p:cNvSpPr/>
          <p:nvPr/>
        </p:nvSpPr>
        <p:spPr>
          <a:xfrm>
            <a:off x="8807958" y="389051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6-step59"/>
          <p:cNvSpPr txBox="1"/>
          <p:nvPr/>
        </p:nvSpPr>
        <p:spPr>
          <a:xfrm>
            <a:off x="9164574" y="3204718"/>
            <a:ext cx="247573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윗옷</a:t>
            </a:r>
            <a:endParaRPr lang="ko-KR" sz="2600" dirty="0"/>
          </a:p>
        </p:txBody>
      </p:sp>
      <p:sp>
        <p:nvSpPr>
          <p:cNvPr id="16" name="S06-text60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옷을 다 입었어요.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4400" dirty="0"/>
          </a:p>
        </p:txBody>
      </p:sp>
      <p:sp>
        <p:nvSpPr>
          <p:cNvPr id="3" name="S07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바꾸었어요. 결과를 말해요.</a:t>
            </a:r>
            <a:endParaRPr lang="ko-KR" sz="3200" dirty="0"/>
          </a:p>
        </p:txBody>
      </p:sp>
      <p:sp>
        <p:nvSpPr>
          <p:cNvPr id="4" name="S07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달라지는지, 같은지 말해요.</a:t>
            </a:r>
            <a:endParaRPr lang="ko-KR" sz="3200" dirty="0"/>
          </a:p>
        </p:txBody>
      </p:sp>
      <p:sp>
        <p:nvSpPr>
          <p:cNvPr id="6" name="S07-chip6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6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붓기 → 컵 놓기</a:t>
            </a:r>
            <a:endParaRPr lang="ko-KR" sz="3200" dirty="0"/>
          </a:p>
        </p:txBody>
      </p:sp>
      <p:sp>
        <p:nvSpPr>
          <p:cNvPr id="8" name="S07-chip6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6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봉투 붙이기 → 편지 넣기</a:t>
            </a:r>
            <a:endParaRPr lang="ko-KR" sz="3200" dirty="0"/>
          </a:p>
        </p:txBody>
      </p:sp>
      <p:sp>
        <p:nvSpPr>
          <p:cNvPr id="10" name="S07-chip6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6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양말 → 왼쪽 양말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로봇 놀이</a:t>
            </a:r>
            <a:endParaRPr lang="ko-KR" sz="4400" dirty="0"/>
          </a:p>
        </p:txBody>
      </p:sp>
      <p:sp>
        <p:nvSpPr>
          <p:cNvPr id="3" name="S08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 로봇은 들은 차례대로만 움직여요.</a:t>
            </a:r>
            <a:endParaRPr lang="ko-KR" sz="3200" dirty="0"/>
          </a:p>
        </p:txBody>
      </p:sp>
      <p:sp>
        <p:nvSpPr>
          <p:cNvPr id="4" name="S08-card7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7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단계씩 차례로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이상한 결과를 찾아요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순서를 고쳐 다시 해요</a:t>
            </a:r>
            <a:endParaRPr lang="ko-KR" sz="3200" dirty="0"/>
          </a:p>
        </p:txBody>
      </p:sp>
      <p:sp>
        <p:nvSpPr>
          <p:cNvPr id="6" name="S08-stepno73"/>
          <p:cNvSpPr txBox="1"/>
          <p:nvPr/>
        </p:nvSpPr>
        <p:spPr>
          <a:xfrm>
            <a:off x="548640" y="3127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74"/>
          <p:cNvSpPr txBox="1"/>
          <p:nvPr/>
        </p:nvSpPr>
        <p:spPr>
          <a:xfrm>
            <a:off x="1325880" y="3127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점퍼 입는 단계를 말해요.</a:t>
            </a:r>
            <a:endParaRPr lang="ko-KR" sz="3200" dirty="0"/>
          </a:p>
        </p:txBody>
      </p:sp>
      <p:sp>
        <p:nvSpPr>
          <p:cNvPr id="8" name="S08-stepno75"/>
          <p:cNvSpPr txBox="1"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76"/>
          <p:cNvSpPr txBox="1"/>
          <p:nvPr/>
        </p:nvSpPr>
        <p:spPr>
          <a:xfrm>
            <a:off x="1325880" y="38404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로봇이 그대로 따라 해요.</a:t>
            </a:r>
            <a:endParaRPr lang="ko-KR" sz="3200" dirty="0"/>
          </a:p>
        </p:txBody>
      </p:sp>
      <p:sp>
        <p:nvSpPr>
          <p:cNvPr id="10" name="S08-stepno77"/>
          <p:cNvSpPr txBox="1"/>
          <p:nvPr/>
        </p:nvSpPr>
        <p:spPr>
          <a:xfrm>
            <a:off x="548640" y="4553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78"/>
          <p:cNvSpPr txBox="1"/>
          <p:nvPr/>
        </p:nvSpPr>
        <p:spPr>
          <a:xfrm>
            <a:off x="1325880" y="45537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이상하면 순서를 고쳐요.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 카드가 섞였어요.</a:t>
            </a:r>
            <a:endParaRPr lang="ko-KR" sz="3200" dirty="0"/>
          </a:p>
        </p:txBody>
      </p:sp>
      <p:sp>
        <p:nvSpPr>
          <p:cNvPr id="4" name="S09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말하고, 가와 라를 바꾸면 어떻게 될지 말해요.</a:t>
            </a:r>
            <a:endParaRPr lang="ko-KR" sz="3200" dirty="0"/>
          </a:p>
        </p:txBody>
      </p:sp>
      <p:sp>
        <p:nvSpPr>
          <p:cNvPr id="6" name="S09-chip82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83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84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헹궈요.</a:t>
            </a:r>
            <a:endParaRPr lang="ko-KR" sz="3200" dirty="0"/>
          </a:p>
        </p:txBody>
      </p:sp>
      <p:sp>
        <p:nvSpPr>
          <p:cNvPr id="9" name="S09-chip85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86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87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물을 묻혀요.</a:t>
            </a:r>
            <a:endParaRPr lang="ko-KR" sz="3200" dirty="0"/>
          </a:p>
        </p:txBody>
      </p:sp>
      <p:sp>
        <p:nvSpPr>
          <p:cNvPr id="12" name="S09-chip88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89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90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수건으로 닦아요.</a:t>
            </a:r>
            <a:endParaRPr lang="ko-KR" sz="3200" dirty="0"/>
          </a:p>
        </p:txBody>
      </p:sp>
      <p:sp>
        <p:nvSpPr>
          <p:cNvPr id="15" name="S09-chip91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9-card92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9-cardtext93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비누칠해요.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답과 흔한 실수</a:t>
            </a:r>
            <a:endParaRPr lang="ko-KR" sz="4400" dirty="0"/>
          </a:p>
        </p:txBody>
      </p:sp>
      <p:sp>
        <p:nvSpPr>
          <p:cNvPr id="3" name="S10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차례와 바뀐 결과를 함께 말하면 잘한 거예요.</a:t>
            </a:r>
            <a:endParaRPr lang="ko-KR" sz="3200" dirty="0"/>
          </a:p>
        </p:txBody>
      </p:sp>
      <p:sp>
        <p:nvSpPr>
          <p:cNvPr id="5" name="S10-chip9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97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나→라→가→다</a:t>
            </a:r>
            <a:endParaRPr lang="ko-KR" sz="3200" dirty="0"/>
          </a:p>
        </p:txBody>
      </p:sp>
      <p:sp>
        <p:nvSpPr>
          <p:cNvPr id="7" name="S10-text98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</a:t>
            </a:r>
            <a:endParaRPr lang="ko-KR" sz="2600" dirty="0"/>
          </a:p>
        </p:txBody>
      </p:sp>
      <p:sp>
        <p:nvSpPr>
          <p:cNvPr id="8" name="S10-text99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“비누가 손에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남아요.”</a:t>
            </a:r>
            <a:endParaRPr lang="ko-KR" sz="3200" dirty="0"/>
          </a:p>
        </p:txBody>
      </p:sp>
      <p:sp>
        <p:nvSpPr>
          <p:cNvPr id="9" name="S10-text100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바뀐 결과</a:t>
            </a:r>
            <a:endParaRPr lang="ko-KR" sz="2600" dirty="0"/>
          </a:p>
        </p:txBody>
      </p:sp>
      <p:sp>
        <p:nvSpPr>
          <p:cNvPr id="10" name="S10-chip10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10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다→나→라→가</a:t>
            </a:r>
            <a:endParaRPr lang="ko-KR" sz="3200" dirty="0"/>
          </a:p>
        </p:txBody>
      </p:sp>
      <p:sp>
        <p:nvSpPr>
          <p:cNvPr id="12" name="S10-text10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닦고 나서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씻음</a:t>
            </a:r>
            <a:endParaRPr lang="ko-KR" sz="2600" dirty="0"/>
          </a:p>
        </p:txBody>
      </p:sp>
      <p:sp>
        <p:nvSpPr>
          <p:cNvPr id="13" name="S10-text10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“똑같아요.”</a:t>
            </a:r>
            <a:endParaRPr lang="ko-KR" sz="3200" dirty="0"/>
          </a:p>
        </p:txBody>
      </p:sp>
      <p:sp>
        <p:nvSpPr>
          <p:cNvPr id="14" name="S10-text10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따져 보지 않음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될까요?</a:t>
            </a:r>
            <a:endParaRPr lang="ko-KR" sz="4400" dirty="0"/>
          </a:p>
        </p:txBody>
      </p:sp>
      <p:sp>
        <p:nvSpPr>
          <p:cNvPr id="3" name="S11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바꿨을 때 결과가 같은 것은?</a:t>
            </a:r>
            <a:endParaRPr lang="ko-KR" sz="3200" dirty="0"/>
          </a:p>
        </p:txBody>
      </p:sp>
      <p:sp>
        <p:nvSpPr>
          <p:cNvPr id="4" name="S11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되는 것을 고르고, 까닭을 말해요.</a:t>
            </a:r>
            <a:endParaRPr lang="ko-KR" sz="3200" dirty="0"/>
          </a:p>
        </p:txBody>
      </p:sp>
      <p:sp>
        <p:nvSpPr>
          <p:cNvPr id="6" name="S11-chip10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11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11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신기와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신기</a:t>
            </a:r>
            <a:endParaRPr lang="ko-KR" sz="3200" dirty="0"/>
          </a:p>
        </p:txBody>
      </p:sp>
      <p:sp>
        <p:nvSpPr>
          <p:cNvPr id="9" name="S11-chip11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11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11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장갑과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장갑</a:t>
            </a:r>
            <a:endParaRPr lang="ko-KR" sz="3200" dirty="0"/>
          </a:p>
        </p:txBody>
      </p:sp>
      <p:sp>
        <p:nvSpPr>
          <p:cNvPr id="12" name="S11-chip11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11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11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잼 바르기와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덮기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1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1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바꾸면 결과가 달라질 수 있어요.</a:t>
            </a:r>
            <a:endParaRPr lang="ko-KR" sz="3200" dirty="0"/>
          </a:p>
        </p:txBody>
      </p:sp>
      <p:sp>
        <p:nvSpPr>
          <p:cNvPr id="5" name="S12-chip12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단계씩 차례로</a:t>
            </a:r>
            <a:endParaRPr lang="ko-KR" sz="2600" dirty="0"/>
          </a:p>
        </p:txBody>
      </p:sp>
      <p:sp>
        <p:nvSpPr>
          <p:cNvPr id="6" name="S12-chip12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아무 순서로나 하기</a:t>
            </a:r>
            <a:endParaRPr lang="ko-KR" sz="2600" dirty="0"/>
          </a:p>
        </p:txBody>
      </p:sp>
      <p:sp>
        <p:nvSpPr>
          <p:cNvPr id="7" name="S12-text12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2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양말과 신발,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먼저?</a:t>
            </a:r>
            <a:endParaRPr lang="ko-KR" sz="2600" dirty="0"/>
          </a:p>
        </p:txBody>
      </p:sp>
      <p:sp>
        <p:nvSpPr>
          <p:cNvPr id="9" name="S12-text12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샌드위치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순서</a:t>
            </a:r>
            <a:endParaRPr lang="ko-KR" sz="2600" dirty="0"/>
          </a:p>
        </p:txBody>
      </p:sp>
      <p:sp>
        <p:nvSpPr>
          <p:cNvPr id="10" name="S12-text12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바꿔도 되는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 하나</a:t>
            </a:r>
            <a:endParaRPr lang="ko-KR" sz="2600" dirty="0"/>
          </a:p>
        </p:txBody>
      </p:sp>
      <p:sp>
        <p:nvSpPr>
          <p:cNvPr id="11" name="S12-text12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온라인 예절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처음·그다음·마지막</a:t>
            </a:r>
            <a:endParaRPr lang="ko-KR" sz="4400" dirty="0"/>
          </a:p>
        </p:txBody>
      </p:sp>
      <p:sp>
        <p:nvSpPr>
          <p:cNvPr id="3" name="S13-text1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낱말로 차례를 말해요.</a:t>
            </a:r>
            <a:endParaRPr lang="ko-KR" sz="3200" dirty="0"/>
          </a:p>
        </p:txBody>
      </p:sp>
      <p:sp>
        <p:nvSpPr>
          <p:cNvPr id="4" name="S13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말을 넣으면 순서가 잘 보여요.</a:t>
            </a:r>
            <a:endParaRPr lang="ko-KR" sz="3200" dirty="0"/>
          </a:p>
        </p:txBody>
      </p:sp>
      <p:sp>
        <p:nvSpPr>
          <p:cNvPr id="6" name="S13-step130"/>
          <p:cNvSpPr txBox="1"/>
          <p:nvPr/>
        </p:nvSpPr>
        <p:spPr>
          <a:xfrm>
            <a:off x="129387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일어나요</a:t>
            </a:r>
            <a:endParaRPr lang="ko-KR" sz="2600" dirty="0"/>
          </a:p>
        </p:txBody>
      </p:sp>
      <p:sp>
        <p:nvSpPr>
          <p:cNvPr id="7" name="S13-line131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32"/>
          <p:cNvSpPr txBox="1"/>
          <p:nvPr/>
        </p:nvSpPr>
        <p:spPr>
          <a:xfrm>
            <a:off x="463143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씻어요</a:t>
            </a:r>
            <a:endParaRPr lang="ko-KR" sz="2600" dirty="0"/>
          </a:p>
        </p:txBody>
      </p:sp>
      <p:sp>
        <p:nvSpPr>
          <p:cNvPr id="9" name="S13-line133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34"/>
          <p:cNvSpPr txBox="1"/>
          <p:nvPr/>
        </p:nvSpPr>
        <p:spPr>
          <a:xfrm>
            <a:off x="796899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먹어요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정보·AI 순서를 바꾸면</dc:title>
  <dc:subject>KR22-G02-INF-ORDER-L01</dc:subject>
  <dc:creator>education-ppt</dc:creator>
  <cp:lastModifiedBy>education-ppt</cp:lastModifiedBy>
  <cp:revision>1</cp:revision>
  <dcterms:created xsi:type="dcterms:W3CDTF">2026-10-26T10:10:57Z</dcterms:created>
  <dcterms:modified xsi:type="dcterms:W3CDTF">2026-10-26T10:10:57Z</dcterms:modified>
</cp:coreProperties>
</file>