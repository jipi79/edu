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393684ae-a265-4ee5-3cf5-60eef8d81d8c}">
          <p14:sldIdLst>
            <p14:sldId id="256"/>
            <p14:sldId id="257"/>
          </p14:sldIdLst>
        </p14:section>
        <p14:section name="개념" id="{dfaab03a-48f1-92ad-f980-e181397b8e4e}">
          <p14:sldIdLst>
            <p14:sldId id="258"/>
            <p14:sldId id="260"/>
            <p14:sldId id="261"/>
            <p14:sldId id="263"/>
          </p14:sldIdLst>
        </p14:section>
        <p14:section name="연습" id="{2147a7d1-f3a4-5371-3e39-1472985e52d8}">
          <p14:sldIdLst>
            <p14:sldId id="259"/>
            <p14:sldId id="262"/>
            <p14:sldId id="264"/>
          </p14:sldIdLst>
        </p14:section>
        <p14:section name="개념" id="{0e4afcd6-c2f3-df8e-d416-a2724d8e9fc6}">
          <p14:sldIdLst/>
        </p14:section>
        <p14:section name="연습" id="{d569e0e2-4212-bf2a-d765-932f2c35c8d9}">
          <p14:sldIdLst/>
        </p14:section>
        <p14:section name="개념" id="{ece4ac94-4fd5-01da-61d0-d81e72daa0b4}">
          <p14:sldIdLst/>
        </p14:section>
        <p14:section name="연습" id="{1bd7280d-4067-1a7f-2806-15664a82345e}">
          <p14:sldIdLst/>
        </p14:section>
        <p14:section name="확인" id="{e5d9f320-63ae-5087-ed26-3388c8585687}">
          <p14:sldIdLst>
            <p14:sldId id="265"/>
            <p14:sldId id="266"/>
          </p14:sldIdLst>
        </p14:section>
        <p14:section name="정리" id="{4358023e-5601-cdd2-4ecd-8f40a1d5c9c8}">
          <p14:sldIdLst>
            <p14:sldId id="267"/>
          </p14:sldIdLst>
        </p14:section>
        <p14:section name="보충" id="{ab956919-9344-265c-721a-251c31987dff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정보·AI · 디지털생활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정보·AI · 온라인 예절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정보·AI · 온라인 예절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정보·AI · 온라인 예절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온라인 예절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너머에도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있을까?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온라인에서도 고운 말을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불편한 것을 보면 어른께 알려요.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땐 어떻게?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할지 말해 보세요.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“야, 빨리 해!”를 고운 말로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사람이 우리 집 주소를 물어요.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글에도 마음이 있어요</a:t>
            </a:r>
            <a:endParaRPr lang="ko-KR" sz="4400" dirty="0"/>
          </a:p>
        </p:txBody>
      </p:sp>
      <p:sp>
        <p:nvSpPr>
          <p:cNvPr id="3" name="S03-text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메시지와 댓글도 사람이 읽어요.</a:t>
            </a:r>
            <a:endParaRPr lang="ko-KR" sz="3200" dirty="0"/>
          </a:p>
        </p:txBody>
      </p:sp>
      <p:sp>
        <p:nvSpPr>
          <p:cNvPr id="4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 전에 한 번 더 읽어요.</a:t>
            </a:r>
            <a:endParaRPr lang="ko-KR" sz="3200" dirty="0"/>
          </a:p>
        </p:txBody>
      </p:sp>
      <p:sp>
        <p:nvSpPr>
          <p:cNvPr id="6" name="S03-card11"/>
          <p:cNvSpPr/>
          <p:nvPr/>
        </p:nvSpPr>
        <p:spPr>
          <a:xfrm>
            <a:off x="548640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2"/>
          <p:cNvSpPr txBox="1"/>
          <p:nvPr/>
        </p:nvSpPr>
        <p:spPr>
          <a:xfrm>
            <a:off x="822960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얼굴 보고 말할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표정과 목소리로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마음이 보여요.</a:t>
            </a:r>
            <a:endParaRPr lang="ko-KR" sz="3200" dirty="0"/>
          </a:p>
        </p:txBody>
      </p:sp>
      <p:sp>
        <p:nvSpPr>
          <p:cNvPr id="8" name="S03-card13"/>
          <p:cNvSpPr/>
          <p:nvPr/>
        </p:nvSpPr>
        <p:spPr>
          <a:xfrm>
            <a:off x="6208776" y="24688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3-cardtext14"/>
          <p:cNvSpPr txBox="1"/>
          <p:nvPr/>
        </p:nvSpPr>
        <p:spPr>
          <a:xfrm>
            <a:off x="6483096" y="26060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 보낼 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표정이 안 보여서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오해하기 쉬워요.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말로 바꿔요</a:t>
            </a:r>
            <a:endParaRPr lang="ko-KR" sz="4400" dirty="0"/>
          </a:p>
        </p:txBody>
      </p:sp>
      <p:sp>
        <p:nvSpPr>
          <p:cNvPr id="3" name="S04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단체 대화방에 이런 글이 왔어요.</a:t>
            </a:r>
            <a:endParaRPr lang="ko-KR" sz="3200" dirty="0"/>
          </a:p>
        </p:txBody>
      </p:sp>
      <p:sp>
        <p:nvSpPr>
          <p:cNvPr id="4" name="S04-card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받는 친구의 마음을 생각해 바꿔요.</a:t>
            </a:r>
            <a:endParaRPr lang="ko-KR" sz="3200" dirty="0"/>
          </a:p>
        </p:txBody>
      </p:sp>
      <p:sp>
        <p:nvSpPr>
          <p:cNvPr id="6" name="S04-chip1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1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“네 그림 진짜 이상해.”</a:t>
            </a:r>
            <a:endParaRPr lang="ko-KR" sz="3200" dirty="0"/>
          </a:p>
        </p:txBody>
      </p:sp>
      <p:sp>
        <p:nvSpPr>
          <p:cNvPr id="8" name="S04-chip2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2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“답장 왜 안 해?”</a:t>
            </a:r>
            <a:endParaRPr lang="ko-KR" sz="3200" dirty="0"/>
          </a:p>
        </p:txBody>
      </p:sp>
      <p:sp>
        <p:nvSpPr>
          <p:cNvPr id="10" name="S04-chip2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4-text2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“너는 빼고 놀자.”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 속 사람의 마음</a:t>
            </a:r>
            <a:endParaRPr lang="ko-KR" sz="4400" dirty="0"/>
          </a:p>
        </p:txBody>
      </p:sp>
      <p:sp>
        <p:nvSpPr>
          <p:cNvPr id="3" name="S05-card2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5-cardtext2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다온이가 잠든 동생을 찍었어요.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 친구들 대화방에 올리고 싶어요.</a:t>
            </a:r>
            <a:endParaRPr lang="ko-KR" sz="3200" dirty="0"/>
          </a:p>
        </p:txBody>
      </p:sp>
      <p:sp>
        <p:nvSpPr>
          <p:cNvPr id="5" name="S05-card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5-cardtext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사진을 올려도 될까요? 누구에게 먼저 물어야 할까요?</a:t>
            </a:r>
            <a:endParaRPr lang="ko-KR" sz="3200" dirty="0"/>
          </a:p>
        </p:txBody>
      </p:sp>
      <p:sp>
        <p:nvSpPr>
          <p:cNvPr id="7" name="S05-chip28"/>
          <p:cNvSpPr txBox="1"/>
          <p:nvPr/>
        </p:nvSpPr>
        <p:spPr>
          <a:xfrm>
            <a:off x="548640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다온</a:t>
            </a:r>
            <a:endParaRPr lang="ko-KR" sz="2600" dirty="0"/>
          </a:p>
        </p:txBody>
      </p:sp>
      <p:sp>
        <p:nvSpPr>
          <p:cNvPr id="8" name="S05-text29"/>
          <p:cNvSpPr txBox="1"/>
          <p:nvPr/>
        </p:nvSpPr>
        <p:spPr>
          <a:xfrm>
            <a:off x="548640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“귀여워서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보여 주고 싶어.”</a:t>
            </a:r>
            <a:endParaRPr lang="ko-KR" sz="3200" dirty="0"/>
          </a:p>
        </p:txBody>
      </p:sp>
      <p:sp>
        <p:nvSpPr>
          <p:cNvPr id="9" name="S05-chip30"/>
          <p:cNvSpPr txBox="1"/>
          <p:nvPr/>
        </p:nvSpPr>
        <p:spPr>
          <a:xfrm>
            <a:off x="6277356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</a:t>
            </a:r>
            <a:endParaRPr lang="ko-KR" sz="2600" dirty="0"/>
          </a:p>
        </p:txBody>
      </p:sp>
      <p:sp>
        <p:nvSpPr>
          <p:cNvPr id="10" name="S05-text31"/>
          <p:cNvSpPr txBox="1"/>
          <p:nvPr/>
        </p:nvSpPr>
        <p:spPr>
          <a:xfrm>
            <a:off x="6277356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“자는 얼굴은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부끄러워.”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허락을 먼저 받아요</a:t>
            </a:r>
            <a:endParaRPr lang="ko-KR" sz="4400" dirty="0"/>
          </a:p>
        </p:txBody>
      </p:sp>
      <p:sp>
        <p:nvSpPr>
          <p:cNvPr id="3" name="S06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한번 올린 사진은 많은 사람이 보고, 지우기 어려워요.</a:t>
            </a:r>
            <a:endParaRPr lang="ko-KR" sz="3200" dirty="0"/>
          </a:p>
        </p:txBody>
      </p:sp>
      <p:sp>
        <p:nvSpPr>
          <p:cNvPr id="4" name="S06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허락 없이 다른 사람 사진을 올리지 않아요.</a:t>
            </a:r>
            <a:endParaRPr lang="ko-KR" sz="3200" dirty="0"/>
          </a:p>
        </p:txBody>
      </p:sp>
      <p:sp>
        <p:nvSpPr>
          <p:cNvPr id="6" name="S06-stepno35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6-text36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사진 속 사람에게 물어요. “올려도 돼?”</a:t>
            </a:r>
            <a:endParaRPr lang="ko-KR" sz="3200" dirty="0"/>
          </a:p>
        </p:txBody>
      </p:sp>
      <p:sp>
        <p:nvSpPr>
          <p:cNvPr id="8" name="S06-stepno37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6-text38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“싫어.” 하면 올리지 않아요.</a:t>
            </a:r>
            <a:endParaRPr lang="ko-KR" sz="3200" dirty="0"/>
          </a:p>
        </p:txBody>
      </p:sp>
      <p:sp>
        <p:nvSpPr>
          <p:cNvPr id="10" name="S06-stepno39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6-text40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어른께도 여쭤봐요.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할까요?</a:t>
            </a:r>
            <a:endParaRPr lang="ko-KR" sz="4400" dirty="0"/>
          </a:p>
        </p:txBody>
      </p:sp>
      <p:sp>
        <p:nvSpPr>
          <p:cNvPr id="3" name="S07-text4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까닭도 함께 말해요.</a:t>
            </a:r>
            <a:endParaRPr lang="ko-KR" sz="3200" dirty="0"/>
          </a:p>
        </p:txBody>
      </p:sp>
      <p:sp>
        <p:nvSpPr>
          <p:cNvPr id="4" name="S07-chip4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7-text43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“올리지 마.”라고 했어요.</a:t>
            </a:r>
            <a:endParaRPr lang="ko-KR" sz="3200" dirty="0"/>
          </a:p>
        </p:txBody>
      </p:sp>
      <p:sp>
        <p:nvSpPr>
          <p:cNvPr id="6" name="S07-chip4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7-text45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가족사진을 친구들에게 보여 주고 싶어요.</a:t>
            </a:r>
            <a:endParaRPr lang="ko-KR" sz="3200" dirty="0"/>
          </a:p>
        </p:txBody>
      </p:sp>
      <p:sp>
        <p:nvSpPr>
          <p:cNvPr id="8" name="S07-chip4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7-text47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넘어지는 영상을 찍었어요.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불편한 것을 보면</a:t>
            </a:r>
            <a:endParaRPr lang="ko-KR" sz="4400" dirty="0"/>
          </a:p>
        </p:txBody>
      </p:sp>
      <p:sp>
        <p:nvSpPr>
          <p:cNvPr id="3" name="S08-text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무섭거나 기분 나쁜 글·그림·영상을 보면</a:t>
            </a:r>
            <a:endParaRPr lang="ko-KR" sz="3200" dirty="0"/>
          </a:p>
        </p:txBody>
      </p:sp>
      <p:sp>
        <p:nvSpPr>
          <p:cNvPr id="4" name="S08-card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말해도 괜찮아요. 네 잘못이 아니에요.</a:t>
            </a:r>
            <a:endParaRPr lang="ko-KR" sz="3200" dirty="0"/>
          </a:p>
        </p:txBody>
      </p:sp>
      <p:sp>
        <p:nvSpPr>
          <p:cNvPr id="6" name="S08-stepno51"/>
          <p:cNvSpPr txBox="1"/>
          <p:nvPr/>
        </p:nvSpPr>
        <p:spPr>
          <a:xfrm>
            <a:off x="548640" y="2578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8-text52"/>
          <p:cNvSpPr txBox="1"/>
          <p:nvPr/>
        </p:nvSpPr>
        <p:spPr>
          <a:xfrm>
            <a:off x="1325880" y="257860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멈춰요. 더 누르지 않아요.</a:t>
            </a:r>
            <a:endParaRPr lang="ko-KR" sz="3200" dirty="0"/>
          </a:p>
        </p:txBody>
      </p:sp>
      <p:sp>
        <p:nvSpPr>
          <p:cNvPr id="8" name="S08-stepno53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8-text54"/>
          <p:cNvSpPr txBox="1"/>
          <p:nvPr/>
        </p:nvSpPr>
        <p:spPr>
          <a:xfrm>
            <a:off x="1325880" y="3291840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닫아요. 화면을 덮거나 꺼요.</a:t>
            </a:r>
            <a:endParaRPr lang="ko-KR" sz="3200" dirty="0"/>
          </a:p>
        </p:txBody>
      </p:sp>
      <p:sp>
        <p:nvSpPr>
          <p:cNvPr id="10" name="S08-stepno55"/>
          <p:cNvSpPr txBox="1"/>
          <p:nvPr/>
        </p:nvSpPr>
        <p:spPr>
          <a:xfrm>
            <a:off x="548640" y="4005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8-text56"/>
          <p:cNvSpPr txBox="1"/>
          <p:nvPr/>
        </p:nvSpPr>
        <p:spPr>
          <a:xfrm>
            <a:off x="1325880" y="400507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말해요. 믿을 수 있는 어른께!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나를 지키는 방법</a:t>
            </a:r>
            <a:endParaRPr lang="ko-KR" sz="4400" dirty="0"/>
          </a:p>
        </p:txBody>
      </p:sp>
      <p:sp>
        <p:nvSpPr>
          <p:cNvPr id="3" name="S09-card57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58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사람이 메시지를 보냈어요.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“몇 살이야? 사진 보내 줘.”</a:t>
            </a:r>
            <a:endParaRPr lang="ko-KR" sz="3200" dirty="0"/>
          </a:p>
        </p:txBody>
      </p:sp>
      <p:sp>
        <p:nvSpPr>
          <p:cNvPr id="5" name="S09-card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나를 지킬까요? 왜 그럴까요?</a:t>
            </a:r>
            <a:endParaRPr lang="ko-KR" sz="3200" dirty="0"/>
          </a:p>
        </p:txBody>
      </p:sp>
      <p:sp>
        <p:nvSpPr>
          <p:cNvPr id="7" name="S09-chip61"/>
          <p:cNvSpPr txBox="1"/>
          <p:nvPr/>
        </p:nvSpPr>
        <p:spPr>
          <a:xfrm>
            <a:off x="548640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9-text62"/>
          <p:cNvSpPr txBox="1"/>
          <p:nvPr/>
        </p:nvSpPr>
        <p:spPr>
          <a:xfrm>
            <a:off x="548640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혼날까 봐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아무에게도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말하지 않아요.</a:t>
            </a:r>
            <a:endParaRPr lang="ko-KR" sz="3200" dirty="0"/>
          </a:p>
        </p:txBody>
      </p:sp>
      <p:sp>
        <p:nvSpPr>
          <p:cNvPr id="9" name="S09-chip63"/>
          <p:cNvSpPr txBox="1"/>
          <p:nvPr/>
        </p:nvSpPr>
        <p:spPr>
          <a:xfrm>
            <a:off x="6277356" y="287528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9-text64"/>
          <p:cNvSpPr txBox="1"/>
          <p:nvPr/>
        </p:nvSpPr>
        <p:spPr>
          <a:xfrm>
            <a:off x="6277356" y="3606800"/>
            <a:ext cx="5362956" cy="151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답하지 않고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엄마(아빠)께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보여 드려요.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메시지 놀이</a:t>
            </a:r>
            <a:endParaRPr lang="ko-KR" sz="4400" dirty="0"/>
          </a:p>
        </p:txBody>
      </p:sp>
      <p:sp>
        <p:nvSpPr>
          <p:cNvPr id="3" name="S10-text6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쪽지를 메시지라고 생각하고 답해요.</a:t>
            </a:r>
            <a:endParaRPr lang="ko-KR" sz="3200" dirty="0"/>
          </a:p>
        </p:txBody>
      </p:sp>
      <p:sp>
        <p:nvSpPr>
          <p:cNvPr id="4" name="S10-card66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0-cardtext67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고운 말로 답했어요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올리기 전에 물어봤어요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멈추고 어른께 말했어요</a:t>
            </a:r>
            <a:endParaRPr lang="ko-KR" sz="3200" dirty="0"/>
          </a:p>
        </p:txBody>
      </p:sp>
      <p:sp>
        <p:nvSpPr>
          <p:cNvPr id="6" name="S10-stepno68"/>
          <p:cNvSpPr txBox="1"/>
          <p:nvPr/>
        </p:nvSpPr>
        <p:spPr>
          <a:xfrm>
            <a:off x="548640" y="31272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10-text69"/>
          <p:cNvSpPr txBox="1"/>
          <p:nvPr/>
        </p:nvSpPr>
        <p:spPr>
          <a:xfrm>
            <a:off x="1325880" y="312724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 글에 고운 말로 답해요.</a:t>
            </a:r>
            <a:endParaRPr lang="ko-KR" sz="3200" dirty="0"/>
          </a:p>
        </p:txBody>
      </p:sp>
      <p:sp>
        <p:nvSpPr>
          <p:cNvPr id="8" name="S10-stepno70"/>
          <p:cNvSpPr txBox="1"/>
          <p:nvPr/>
        </p:nvSpPr>
        <p:spPr>
          <a:xfrm>
            <a:off x="548640" y="384048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10-text71"/>
          <p:cNvSpPr txBox="1"/>
          <p:nvPr/>
        </p:nvSpPr>
        <p:spPr>
          <a:xfrm>
            <a:off x="1325880" y="3840480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올리기 전에 허락을 구해요.</a:t>
            </a:r>
            <a:endParaRPr lang="ko-KR" sz="3200" dirty="0"/>
          </a:p>
        </p:txBody>
      </p:sp>
      <p:sp>
        <p:nvSpPr>
          <p:cNvPr id="10" name="S10-stepno72"/>
          <p:cNvSpPr txBox="1"/>
          <p:nvPr/>
        </p:nvSpPr>
        <p:spPr>
          <a:xfrm>
            <a:off x="548640" y="45537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10-text73"/>
          <p:cNvSpPr txBox="1"/>
          <p:nvPr/>
        </p:nvSpPr>
        <p:spPr>
          <a:xfrm>
            <a:off x="1325880" y="4553712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이상한 글은 멈추고 알려요.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2-text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어떻게 할까요? 까닭도 말해요.</a:t>
            </a:r>
            <a:endParaRPr lang="ko-KR" sz="3200" dirty="0"/>
          </a:p>
        </p:txBody>
      </p:sp>
      <p:sp>
        <p:nvSpPr>
          <p:cNvPr id="4" name="S12-chip7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2-text7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친구들이 한 친구를 놀리는 글을 써요.</a:t>
            </a:r>
            <a:endParaRPr lang="ko-KR" sz="3200" dirty="0"/>
          </a:p>
        </p:txBody>
      </p:sp>
      <p:sp>
        <p:nvSpPr>
          <p:cNvPr id="6" name="S12-chip7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2-text7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삼촌이 내 사진을 올려도 되냐고 물어요.</a:t>
            </a:r>
            <a:endParaRPr lang="ko-KR" sz="3200" dirty="0"/>
          </a:p>
        </p:txBody>
      </p:sp>
      <p:sp>
        <p:nvSpPr>
          <p:cNvPr id="8" name="S12-chip7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2-text8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무서운 영상이 저절로 나와요.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81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2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너머에도 사람이 있어요.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말, 허락, 어른께 말하기!</a:t>
            </a:r>
            <a:endParaRPr lang="ko-KR" sz="3200" dirty="0"/>
          </a:p>
        </p:txBody>
      </p:sp>
      <p:sp>
        <p:nvSpPr>
          <p:cNvPr id="5" name="S13-chip83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보내기 전에 다시 읽기</a:t>
            </a:r>
            <a:endParaRPr lang="ko-KR" sz="2600" dirty="0"/>
          </a:p>
        </p:txBody>
      </p:sp>
      <p:sp>
        <p:nvSpPr>
          <p:cNvPr id="6" name="S13-chip84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허락 없이 사진 올리기</a:t>
            </a:r>
            <a:endParaRPr lang="ko-KR" sz="2600" dirty="0"/>
          </a:p>
        </p:txBody>
      </p:sp>
      <p:sp>
        <p:nvSpPr>
          <p:cNvPr id="7" name="S13-text85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86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“바보야.”를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말로</a:t>
            </a:r>
            <a:endParaRPr lang="ko-KR" sz="2600" dirty="0"/>
          </a:p>
        </p:txBody>
      </p:sp>
      <p:sp>
        <p:nvSpPr>
          <p:cNvPr id="9" name="S13-text87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사진을 올리기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전에 할 일</a:t>
            </a:r>
            <a:endParaRPr lang="ko-KR" sz="2600" dirty="0"/>
          </a:p>
        </p:txBody>
      </p:sp>
      <p:sp>
        <p:nvSpPr>
          <p:cNvPr id="10" name="S13-text88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불편한 것을 보면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하는 세 가지</a:t>
            </a:r>
            <a:endParaRPr lang="ko-KR" sz="2600" dirty="0"/>
          </a:p>
        </p:txBody>
      </p:sp>
      <p:sp>
        <p:nvSpPr>
          <p:cNvPr id="11" name="S13-text89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리듬과 가락 표현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고운 말과 내 정보</a:t>
            </a:r>
            <a:endParaRPr lang="ko-KR" sz="4400" dirty="0"/>
          </a:p>
        </p:txBody>
      </p:sp>
      <p:sp>
        <p:nvSpPr>
          <p:cNvPr id="3" name="S14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모르는 사람이 물으면 어른께 가요.</a:t>
            </a:r>
            <a:endParaRPr lang="ko-KR" sz="3200" dirty="0"/>
          </a:p>
        </p:txBody>
      </p:sp>
      <p:sp>
        <p:nvSpPr>
          <p:cNvPr id="5" name="S14-card92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93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고운 말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“고마워.”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“같이 하자.”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“괜찮아?”</a:t>
            </a:r>
            <a:endParaRPr lang="ko-KR" sz="3200" dirty="0"/>
          </a:p>
        </p:txBody>
      </p:sp>
      <p:sp>
        <p:nvSpPr>
          <p:cNvPr id="7" name="S14-card94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8" name="S14-cardtext95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나만 아는 정보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이름, 집 주소, 학교,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전화번호는 모르는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사람에게 말하지 않아요.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정보·AI 온라인 예절</dc:title>
  <dc:subject>KR22-G02-INF-NETIQUETTE-L01</dc:subject>
  <dc:creator>education-ppt</dc:creator>
  <cp:lastModifiedBy>education-ppt</cp:lastModifiedBy>
  <cp:revision>1</cp:revision>
  <dcterms:created xsi:type="dcterms:W3CDTF">2026-10-26T13:18:43Z</dcterms:created>
  <dcterms:modified xsi:type="dcterms:W3CDTF">2026-10-26T13:18:43Z</dcterms:modified>
</cp:coreProperties>
</file>