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5d08478-9d19-fc77-d96d-183cb525e525}">
          <p14:sldIdLst>
            <p14:sldId id="256"/>
            <p14:sldId id="257"/>
          </p14:sldIdLst>
        </p14:section>
        <p14:section name="개념" id="{d55b9804-2104-a382-1c4d-2bc7241d90c9}">
          <p14:sldIdLst>
            <p14:sldId id="258"/>
            <p14:sldId id="260"/>
            <p14:sldId id="261"/>
            <p14:sldId id="263"/>
          </p14:sldIdLst>
        </p14:section>
        <p14:section name="연습" id="{92d17723-b9f2-2532-d12c-c9060e2608a8}">
          <p14:sldIdLst>
            <p14:sldId id="259"/>
            <p14:sldId id="262"/>
            <p14:sldId id="264"/>
          </p14:sldIdLst>
        </p14:section>
        <p14:section name="개념" id="{43c31dca-fdf3-755c-eb16-091ff6fd1be1}">
          <p14:sldIdLst/>
        </p14:section>
        <p14:section name="연습" id="{966a1837-961b-667a-1e37-272421fdb6fb}">
          <p14:sldIdLst/>
        </p14:section>
        <p14:section name="개념" id="{f1285769-e4f5-4f6a-e6b7-cef320641c5a}">
          <p14:sldIdLst/>
        </p14:section>
        <p14:section name="연습" id="{20de12b4-8841-2fca-f5c7-da57e4efee9a}">
          <p14:sldIdLst/>
        </p14:section>
        <p14:section name="확인" id="{04247b91-9ee2-82a9-2464-f23434a7e8b6}">
          <p14:sldIdLst>
            <p14:sldId id="265"/>
            <p14:sldId id="266"/>
            <p14:sldId id="267"/>
          </p14:sldIdLst>
        </p14:section>
        <p14:section name="정리" id="{969e1bc9-20a0-0a49-5c67-840128718b01}">
          <p14:sldIdLst>
            <p14:sldId id="268"/>
          </p14:sldIdLst>
        </p14:section>
        <p14:section name="보충" id="{2dba46b9-c8fd-26af-084c-534882b9ad5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온라인으로 주고받는 글과 사진 너머에도 사람이 있다는 것을 생각하게 합니다.
시간: 약 2분
이렇게 말해 보세요
- “할머니께 휴대전화로 메시지를 보내면, 그 글은 누가 읽어?”
- “화면으로 주고받는 메시지, 댓글, 사진을 ‘온라인’이라고 해. 오늘은 온라인에서 지킬 예절과, 불편한 것을 봤을 때 할 일을 배울 거야.”
예상 답
- “할머니가 읽어요.”
주의
- 아이가 아직 기기를 혼자 쓰지 않아도 괜찮습니다. 가족의 휴대전화로 메시지를 보내거나 영상을 본 경험을 떠올리게 합니다.
- 이 차시에서는 특정 앱이나 서비스의 이름을 쓰지 않습니다. ‘메시지’, ‘대화방’, ‘영상’ 같은 말로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확인(고운 말, 내 정보 지키기)]
목적: 얼굴을 보고 할 때의 고운 말과, 모르는 사람에게 내 정보를 알려 주지 않는 것을 아는지 확인합니다. 오늘은 이것을 온라인으로 넓힙니다.
시간: 약 3분
이렇게 말해 보세요
- “친구에게 ‘야, 빨리 해!’ 대신 뭐라고 말하면 좋을까?”
- “길에서 모르는 사람이 우리 집 주소를 물으면 어떻게 할래?”
예상 답
- ① “조금만 서둘러 줄래?” “천천히 해도 괜찮아.”
- ② “말하지 않아요.” “엄마(아빠)한테 가요.”
막히면
- ①이나 ②가 어려우면 S14(보충)를 먼저 합니다.
- 초2 국어 ‘바르고 고운 말’, 초1 ‘사용 시간과 개인정보’와 이어지는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온라인 글에도 받는 사람이 있음]
목적: 온라인 글에도 받는 사람이 있고, 표정과 목소리가 없어 오해하기 더 쉽다는 것을 알려 줍니다(M1).
시간: 약 3분
이렇게 말해 보세요
- “엄마(아빠)가 웃으면서 ‘너 진짜 웃기다.’ 하면 어때? 그런데 같은 말을 글로만 받으면?”
- “글에는 표정이 없어서 놀리는 말처럼 느껴질 수 있어. 그래서 보내기 전에 한 번 더 읽어 보는 거야.”
예상 답
- “글로만 받으면 놀리는 것 같아요.” “기분이 나쁠 수도 있어요.”
막히면
- 같은 문장을 웃는 얼굴로, 무표정으로 각각 말해 주고 차이를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온라인 글을 고운 말로 바꾸기]
목적: 받는 사람의 마음을 생각해 온라인 글을 고운 말로 바꿉니다.
시간: 약 3분
이렇게 말해 보세요
- “이 글을 받은 친구는 어떤 마음일까? 어떻게 바꿔 쓰면 좋을까?”
- “바꾼 글을 소리 내어 읽어 줘. 받는 사람이 기분 좋을까?”
예상 답
- ① “색이 예뻐. 이건 어떻게 그렸어?”
- ② “바쁘면 나중에 답장해 줘.”
- ③ “다 같이 놀자.”
- (받는 사람을 탓하거나 따돌리는 말이 없으면 맞음)
막히면
- “이 친구 앞에서 얼굴을 보고도 똑같이 말할 수 있을까?”라고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사진을 두고 두 사람의 입장]
목적: 사진을 올리고 싶은 사람과 사진에 찍힌 사람의 입장이 다를 수 있다는 것을 봅니다(M2).
시간: 약 3분
이렇게 말해 보세요
- “다온이는 왜 올리고 싶을까? 동생은 왜 싫을까?”
- “네 자는 얼굴이 반 친구들 대화방에 올라가면 어떤 마음일까?”
- “올리기 전에 누구에게 먼저 물어봐야 할까?”
예상 답
- “부끄러울 것 같아요.” “동생한테 먼저 물어봐야 해요.”
막히면
- 아이가 좋아하지 않는 자기 사진(예: 우는 사진)을 떠올리게 합니다.
주의
- 다온이를 나쁜 아이로 몰지 않습니다. 보여 주고 싶은 마음도 자연스럽다고 인정한 뒤, 사진 속 사람의 마음도 생각하게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사진을 올리기 전에 허락 구하기]
목적: 다른 사람의 사진을 올리기 전에 허락을 구하는 차례와 그 까닭을 알려 줍니다(M2).
시간: 약 3분
이렇게 말해 보세요
- “한번 올린 사진은 많은 사람이 보고 저장할 수도 있어서 나중에 지우기 어려워. 그래서 먼저 물어봐야 해.”
- “사진 속 사람이 ‘싫어.’라고 하면 어떻게 해야 할까?”
- “괜찮다고 해도, 어디에 올릴지 엄마(아빠)께도 여쭤보자.”
예상 답
- “싫다고 하면 올리지 않아요.”
막히면
- 부모가 아이에게 “네 사진 할머니께 보내도 돼?”라고 실제로 물어보는 시범을 보입니다.
주의
- 이 약속은 아이에게도 적용됩니다. 아이 사진을 올릴 때 부모도 아이에게 먼저 묻는 모습을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사진·영상 상황에서 판단하고 까닭 말하기]
목적: 사진·영상을 두고 어떻게 할지 고르고, 사진 속 사람의 입장을 까닭으로 말합니다.
시간: 약 3분
이렇게 말해 보세요
- “①이면 어떻게 할래? 왜?”
- “②에는 누가 찍혀 있지? 누구에게 먼저 물어야 할까?”
- “③을 친구들이 보면 넘어진 친구는 어떤 마음일까?”
예상 답
- ① 올리지 않아요. 친구가 싫다고 했으니까요.
- ② 사진에 찍힌 가족에게 먼저 물어봐요. 가족도 싫을 수 있으니까요.
- ③ 올리지 않아요(지워요). 친구가 창피할 수 있으니까요.
- (사진 속 사람의 마음이나 허락을 까닭으로 말하면 맞음)
막히면
- S06의 세 단계를 다시 보여 줍니다.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불편한 것을 보았을 때 하는 일]
목적: 온라인에서 불편한 것을 만났을 때 ‘멈추기 → 닫기 → 어른께 말하기’ 차례로 대처하는 방법을 알려 줍니다(M3).
시간: 약 3분
이렇게 말해 보세요
- “영상을 보다가 무서운 장면이 나오거나, 기분 나쁜 글이 오거나, 모르는 사람이 말을 걸 때가 있어. 그럴 땐 이렇게 해.”
- “첫째, 멈춰. 더 누르거나 답하지 마. 둘째, 화면을 닫거나 기기를 덮어. 셋째, 엄마(아빠)나 선생님께 말해.”
- “네가 말해 주면 엄마(아빠)는 혼내지 않고 ‘말해 줘서 고마워.’라고 할 거야. 약속할게.”
예상 답
- “멈추고, 닫고, 말해요.”
막히면
- 손동작으로 외웁니다. 손바닥 펴기(멈춰요) → 두 손 덮기(닫아요) → 입 옆에 손 대기(말해요).
주의
- 아이가 실제로 불편한 것을 보았다고 말하면 먼저 “말해 줘서 고마워.”라고 합니다. 꾸짖거나 기기를 바로 빼앗으면 다음부터 말하지 않게 됩니다.
- 괴롭힘이나 협박처럼 심각한 일이면 화면을 지우지 말고 어른이 보관한 뒤 학교 선생님과 117(학교폭력 신고·상담)에 도움을 청할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숨기기와 어른께 알리기 비교]
목적: 혼날까 봐 숨기는 것과 어른께 알리는 것을 비교해, 알리는 것이 나를 지키는 방법임을 까닭과 함께 말합니다(M3).
시간: 약 3분
이렇게 말해 보세요
- “가처럼 아무에게도 말하지 않으면 어떻게 될까?”
- “나는 왜 답하지 않았을까? 왜 어른께 보여 드렸을까?”
정답
- 나. 모르는 사람에게 내 나이나 사진 같은 정보를 보내면 위험할 수 있고, 어른이 알아야 도와줄 수 있기 때문입니다.
- 가는 혼자 걱정하게 되고, 모르는 사람이 계속 연락할 수 있습니다.
막히면
- “길에서 모르는 사람이 사진을 달라고 하면 줄 거야? 온라인도 똑같아.”라고 연결합니다.
주의
- 아이를 겁주지 않습니다. 대부분의 사람은 좋은 사람이지만, 모르는 사람에게는 내 정보를 주지 않는 것이 약속이라고 차분히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메시지 놀이(쪽지로 하는 역할 놀이)]
목적: 쪽지를 메시지 삼아 역할 놀이를 하며, 고운 말·허락 구하기·멈추고 알리기를 혼자 하는지 관찰합니다.
시간: 약 6분
이렇게 말해 보세요
- (쪽지 ①: 친구) “오늘 같이 그린 그림, 별로야.” — “이 메시지에 답장해 볼래?”
- (쪽지 ②: 상황) “친구랑 같이 찍은 사진을 대화방에 올리고 싶어. 엄마(아빠)가 그 친구야. 어떻게 할래?”
- (쪽지 ③: 모르는 사람) “너희 집 어디야? 혼자 있어?” — “이 메시지가 오면 어떻게 할래?”
예상 답
- ① “그래? 나는 재미있었어. 다음엔 같이 다르게 그려 보자.” (되갚는 말이 없으면 맞음)
- ② “이 사진 올려도 돼?” 하고 친구(부모)에게 묻습니다.
- ③ 답하지 않고 쪽지를 덮은 뒤 “엄마(아빠), 이것 봐 주세요.”라고 말합니다.
정답
- 관찰 기준 세 가지를 지키면 목표 A·B 확인 완료입니다.
막히면
- ③에서 답을 쓰려고 하면 S08의 손동작(멈춰요·닫아요·말해요)을 함께 합니다. 도움을 받았다면 기록표에 표시합니다.
주의
- 쪽지는 수업 전에 부모가 써 둡니다. ③에서 아이가 바르게 하면 실제처럼 “말해 줘서 고마워.”라고 반응해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좋은 대답과 흔한 실수]
목적: 메시지 놀이의 답을 좋은 대답, 흔한 실수와 비교하며 피드백합니다(M4).
시간: 약 2분
이렇게 말해 보세요
- “네가 한 답과 왼쪽을 비교해 볼까?”
- “오른쪽처럼 하면 어떤 일이 생길까?”
예상 답
- “‘너도 별로야.’라고 하면 싸움이 커져요.”
정답
- ① 고운 말로 답하기 ② 올리기 전에 묻기 ③ 답하지 않고 어른께 알리기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보기(새 상황)]
목적: 처음 보는 상황에서 혼자 알맞은 행동과 까닭을 말하는지 확인합니다.
시간: 약 4분
이렇게 말해 보세요
- “이번에는 혼자 해 볼까? 하나씩 어떻게 할지, 왜 그런지 말해 줘.”
예상 답
- ① 같이 놀리는 글을 쓰지 않아요. 어른께 알려요. (“그만하자.”라고 써도 맞음) — 놀림받는 친구가 속상하니까요.
- ② 괜찮으면 “네.”, 싫으면 “싫어요.”라고 말해요. — 내 사진이니까 내가 정할 수 있어요.
- ③ 멈추고, 닫고, 어른께 말해요. — 어른이 알아야 도와줄 수 있으니까요.
막히면
- ②에서 ‘어른이니까 무조건 괜찮다고 해야 해요’라고 하면, 내 사진은 나에게도 물어야 하고 싫다고 말해도 된다고 알려 줍니다.
주의
- 세 가지 모두 행동과 까닭을 말하면 목표 A·B 확인 완료입니다. 행동만 말하면 기록표에 ‘한두 가지’로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핵심을 정리하고 다음 수업의 복습 질문을 알려 줍니다.
시간: 약 2분
이렇게 말해 보세요
- “처음에 물어본 질문, 화면 너머에도 사람이 있을까?”
- “불편한 것을 보면 말할 수 있는 어른은 누구누구야?”
예상 답
- “네, 글을 읽는 사람이 있어요.” “엄마, 아빠, 선생님이요.”
정답
- ① 예: “같이 하자.” “괜찮아?”(상대를 탓하지 않는 말) ② 사진 속 사람에게 묻고, 싫다고 하면 올리지 않기 ③ 멈추기, 닫기, 어른께 말하기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보충(고운 말과 내 정보 지키기)]
목적: S02에서 고운 말로 바꾸지 못하거나 모르는 사람에게 정보를 알려 주겠다고 하면, 얼굴을 보고 할 때의 고운 말과 내 정보 지키기부터 다시 익힙니다.
시간: 약 4분
이렇게 말해 보세요
- “고운 말 카드를 같이 읽어 보자. 오늘 엄마(아빠)에게 한 번씩 써 볼까?”
- “모르는 사람이 이름이나 집 주소를 물으면? 말하지 않고 어른께 가는 거야.”
예상 답
- “모르는 사람에게는 말하지 않아요.”
막히면
- 부모가 모르는 사람 역할을 하고, 아이가 “말할 수 없어요.” 하고 부모(진짜 역할)에게 가는 연습을 합니다.
주의
- 보충으로도 어렵다면 초2 국어 ‘바르고 고운 말’, 초1 ‘사용 시간과 개인정보’를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디지털생활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예절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너머에도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온라인에서도 고운 말을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불편한 것을 보면 어른께 알려요.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빨리 해!”를 고운 말로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우리 집 주소를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글에도 마음이 있어요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메시지와 댓글도 사람이 읽어요.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전에 한 번 더 읽어요.</a:t>
            </a:r>
            <a:endParaRPr lang="ko-KR" sz="32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보고 말할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표정과 목소리로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 보여요.</a:t>
            </a:r>
            <a:endParaRPr lang="ko-KR" sz="3200" dirty="0"/>
          </a:p>
        </p:txBody>
      </p:sp>
      <p:sp>
        <p:nvSpPr>
          <p:cNvPr id="8" name="S03-card13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보낼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표정이 안 보여서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오해하기 쉬워요.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 대화방에 이런 글이 왔어요.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친구의 마음을 생각해 바꿔요.</a:t>
            </a:r>
            <a:endParaRPr lang="ko-KR" sz="3200" dirty="0"/>
          </a:p>
        </p:txBody>
      </p:sp>
      <p:sp>
        <p:nvSpPr>
          <p:cNvPr id="6" name="S04-chip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1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 그림 진짜 이상해.”</a:t>
            </a:r>
            <a:endParaRPr lang="ko-KR" sz="3200" dirty="0"/>
          </a:p>
        </p:txBody>
      </p:sp>
      <p:sp>
        <p:nvSpPr>
          <p:cNvPr id="8" name="S04-chip2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“답장 왜 안 해?”</a:t>
            </a:r>
            <a:endParaRPr lang="ko-KR" sz="3200" dirty="0"/>
          </a:p>
        </p:txBody>
      </p:sp>
      <p:sp>
        <p:nvSpPr>
          <p:cNvPr id="10" name="S04-chip2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“너는 빼고 놀자.”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속 사람의 마음</a:t>
            </a:r>
            <a:endParaRPr lang="ko-KR" sz="4400" dirty="0"/>
          </a:p>
        </p:txBody>
      </p:sp>
      <p:sp>
        <p:nvSpPr>
          <p:cNvPr id="3" name="S05-card2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다온이가 잠든 동생을 찍었어요.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친구들 대화방에 올리고 싶어요.</a:t>
            </a:r>
            <a:endParaRPr lang="ko-KR" sz="3200" dirty="0"/>
          </a:p>
        </p:txBody>
      </p:sp>
      <p:sp>
        <p:nvSpPr>
          <p:cNvPr id="5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올려도 될까요? 누구에게 먼저 물어야 할까요?</a:t>
            </a:r>
            <a:endParaRPr lang="ko-KR" sz="3200" dirty="0"/>
          </a:p>
        </p:txBody>
      </p:sp>
      <p:sp>
        <p:nvSpPr>
          <p:cNvPr id="7" name="S05-chip28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</a:t>
            </a:r>
            <a:endParaRPr lang="ko-KR" sz="2600" dirty="0"/>
          </a:p>
        </p:txBody>
      </p:sp>
      <p:sp>
        <p:nvSpPr>
          <p:cNvPr id="8" name="S05-text29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“귀여워서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주고 싶어.”</a:t>
            </a:r>
            <a:endParaRPr lang="ko-KR" sz="3200" dirty="0"/>
          </a:p>
        </p:txBody>
      </p:sp>
      <p:sp>
        <p:nvSpPr>
          <p:cNvPr id="9" name="S05-chip30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</a:t>
            </a:r>
            <a:endParaRPr lang="ko-KR" sz="2600" dirty="0"/>
          </a:p>
        </p:txBody>
      </p:sp>
      <p:sp>
        <p:nvSpPr>
          <p:cNvPr id="10" name="S05-text31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“자는 얼굴은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부끄러워.”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허락을 먼저 받아요</a:t>
            </a:r>
            <a:endParaRPr lang="ko-KR" sz="44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한번 올린 사진은 많은 사람이 보고, 지우기 어려워요.</a:t>
            </a:r>
            <a:endParaRPr lang="ko-KR" sz="32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없이 다른 사람 사진을 올리지 않아요.</a:t>
            </a:r>
            <a:endParaRPr lang="ko-KR" sz="3200" dirty="0"/>
          </a:p>
        </p:txBody>
      </p:sp>
      <p:sp>
        <p:nvSpPr>
          <p:cNvPr id="6" name="S06-stepno3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속 사람에게 물어요. “올려도 돼?”</a:t>
            </a:r>
            <a:endParaRPr lang="ko-KR" sz="3200" dirty="0"/>
          </a:p>
        </p:txBody>
      </p:sp>
      <p:sp>
        <p:nvSpPr>
          <p:cNvPr id="8" name="S06-stepno3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“싫어.” 하면 올리지 않아요.</a:t>
            </a:r>
            <a:endParaRPr lang="ko-KR" sz="3200" dirty="0"/>
          </a:p>
        </p:txBody>
      </p:sp>
      <p:sp>
        <p:nvSpPr>
          <p:cNvPr id="10" name="S06-stepno3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어른께도 여쭤봐요.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4400" dirty="0"/>
          </a:p>
        </p:txBody>
      </p:sp>
      <p:sp>
        <p:nvSpPr>
          <p:cNvPr id="3" name="S07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4" name="S07-chip4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7-text4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“올리지 마.”라고 했어요.</a:t>
            </a:r>
            <a:endParaRPr lang="ko-KR" sz="3200" dirty="0"/>
          </a:p>
        </p:txBody>
      </p:sp>
      <p:sp>
        <p:nvSpPr>
          <p:cNvPr id="6" name="S07-chip4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7-text4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가족사진을 친구들에게 보여 주고 싶어요.</a:t>
            </a:r>
            <a:endParaRPr lang="ko-KR" sz="3200" dirty="0"/>
          </a:p>
        </p:txBody>
      </p:sp>
      <p:sp>
        <p:nvSpPr>
          <p:cNvPr id="8" name="S07-chip4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7-text4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넘어지는 영상을 찍었어요.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것을 보면</a:t>
            </a:r>
            <a:endParaRPr lang="ko-KR" sz="44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무섭거나 기분 나쁜 글·그림·영상을 보면</a:t>
            </a:r>
            <a:endParaRPr lang="ko-KR" sz="32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말해도 괜찮아요. 네 잘못이 아니에요.</a:t>
            </a:r>
            <a:endParaRPr lang="ko-KR" sz="3200" dirty="0"/>
          </a:p>
        </p:txBody>
      </p:sp>
      <p:sp>
        <p:nvSpPr>
          <p:cNvPr id="6" name="S08-stepno5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멈춰요. 더 누르지 않아요.</a:t>
            </a:r>
            <a:endParaRPr lang="ko-KR" sz="3200" dirty="0"/>
          </a:p>
        </p:txBody>
      </p:sp>
      <p:sp>
        <p:nvSpPr>
          <p:cNvPr id="8" name="S08-stepno5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닫아요. 화면을 덮거나 꺼요.</a:t>
            </a:r>
            <a:endParaRPr lang="ko-KR" sz="3200" dirty="0"/>
          </a:p>
        </p:txBody>
      </p:sp>
      <p:sp>
        <p:nvSpPr>
          <p:cNvPr id="10" name="S08-stepno5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말해요. 믿을 수 있는 어른께!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지키는 방법</a:t>
            </a:r>
            <a:endParaRPr lang="ko-KR" sz="4400" dirty="0"/>
          </a:p>
        </p:txBody>
      </p:sp>
      <p:sp>
        <p:nvSpPr>
          <p:cNvPr id="3" name="S09-card5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메시지를 보냈어요.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“몇 살이야? 사진 보내 줘.”</a:t>
            </a:r>
            <a:endParaRPr lang="ko-KR" sz="3200" dirty="0"/>
          </a:p>
        </p:txBody>
      </p:sp>
      <p:sp>
        <p:nvSpPr>
          <p:cNvPr id="5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나를 지킬까요? 왜 그럴까요?</a:t>
            </a:r>
            <a:endParaRPr lang="ko-KR" sz="3200" dirty="0"/>
          </a:p>
        </p:txBody>
      </p:sp>
      <p:sp>
        <p:nvSpPr>
          <p:cNvPr id="7" name="S09-chip61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2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혼날까 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아무에게도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않아요.</a:t>
            </a:r>
            <a:endParaRPr lang="ko-KR" sz="3200" dirty="0"/>
          </a:p>
        </p:txBody>
      </p:sp>
      <p:sp>
        <p:nvSpPr>
          <p:cNvPr id="9" name="S09-chip63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4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않고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놀이</a:t>
            </a:r>
            <a:endParaRPr lang="ko-KR" sz="44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쪽지를 메시지라고 생각하고 답해요.</a:t>
            </a:r>
            <a:endParaRPr lang="ko-KR" sz="3200" dirty="0"/>
          </a:p>
        </p:txBody>
      </p:sp>
      <p:sp>
        <p:nvSpPr>
          <p:cNvPr id="4" name="S10-card6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고운 말로 답했어요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올리기 전에 물어봤어요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멈추고 어른께 말했어요</a:t>
            </a:r>
            <a:endParaRPr lang="ko-KR" sz="3200" dirty="0"/>
          </a:p>
        </p:txBody>
      </p:sp>
      <p:sp>
        <p:nvSpPr>
          <p:cNvPr id="6" name="S10-stepno68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9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글에 고운 말로 답해요.</a:t>
            </a:r>
            <a:endParaRPr lang="ko-KR" sz="3200" dirty="0"/>
          </a:p>
        </p:txBody>
      </p:sp>
      <p:sp>
        <p:nvSpPr>
          <p:cNvPr id="8" name="S10-stepno70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1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전에 허락을 구해요.</a:t>
            </a:r>
            <a:endParaRPr lang="ko-KR" sz="3200" dirty="0"/>
          </a:p>
        </p:txBody>
      </p:sp>
      <p:sp>
        <p:nvSpPr>
          <p:cNvPr id="10" name="S10-stepno72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3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글은 멈추고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대답과 흔한 실수</a:t>
            </a:r>
            <a:endParaRPr lang="ko-KR" sz="44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말, 허락, 어른께 알리기를 하면 잘한 거예요.</a:t>
            </a:r>
            <a:endParaRPr lang="ko-KR" sz="3200" dirty="0"/>
          </a:p>
        </p:txBody>
      </p:sp>
      <p:sp>
        <p:nvSpPr>
          <p:cNvPr id="5" name="S11-chip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같이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 보자.”</a:t>
            </a:r>
            <a:endParaRPr lang="ko-KR" sz="2600" dirty="0"/>
          </a:p>
        </p:txBody>
      </p:sp>
      <p:sp>
        <p:nvSpPr>
          <p:cNvPr id="7" name="S11-text7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</a:t>
            </a:r>
            <a:endParaRPr lang="ko-KR" sz="2600" dirty="0"/>
          </a:p>
        </p:txBody>
      </p:sp>
      <p:sp>
        <p:nvSpPr>
          <p:cNvPr id="8" name="S11-text7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올려도 돼?”</a:t>
            </a:r>
            <a:endParaRPr lang="ko-KR" sz="2600" dirty="0"/>
          </a:p>
        </p:txBody>
      </p:sp>
      <p:sp>
        <p:nvSpPr>
          <p:cNvPr id="9" name="S11-text8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구하기</a:t>
            </a:r>
            <a:endParaRPr lang="ko-KR" sz="2600" dirty="0"/>
          </a:p>
        </p:txBody>
      </p:sp>
      <p:sp>
        <p:nvSpPr>
          <p:cNvPr id="10" name="S11-text8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“엄마, 이것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봐 주세요.”</a:t>
            </a:r>
            <a:endParaRPr lang="ko-KR" sz="2600" dirty="0"/>
          </a:p>
        </p:txBody>
      </p:sp>
      <p:sp>
        <p:nvSpPr>
          <p:cNvPr id="11" name="S11-text8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알리기</a:t>
            </a:r>
            <a:endParaRPr lang="ko-KR" sz="2600" dirty="0"/>
          </a:p>
        </p:txBody>
      </p:sp>
      <p:sp>
        <p:nvSpPr>
          <p:cNvPr id="12" name="S11-chip8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84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“너도 별로야.”</a:t>
            </a:r>
            <a:endParaRPr lang="ko-KR" sz="2600" dirty="0"/>
          </a:p>
        </p:txBody>
      </p:sp>
      <p:sp>
        <p:nvSpPr>
          <p:cNvPr id="14" name="S11-text85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되갚는 말</a:t>
            </a:r>
            <a:endParaRPr lang="ko-KR" sz="2600" dirty="0"/>
          </a:p>
        </p:txBody>
      </p:sp>
      <p:sp>
        <p:nvSpPr>
          <p:cNvPr id="15" name="S11-text86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말없이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올리기</a:t>
            </a:r>
            <a:endParaRPr lang="ko-KR" sz="2600" dirty="0"/>
          </a:p>
        </p:txBody>
      </p:sp>
      <p:sp>
        <p:nvSpPr>
          <p:cNvPr id="16" name="S11-text87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없음</a:t>
            </a:r>
            <a:endParaRPr lang="ko-KR" sz="2600" dirty="0"/>
          </a:p>
        </p:txBody>
      </p:sp>
      <p:sp>
        <p:nvSpPr>
          <p:cNvPr id="17" name="S11-text88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집은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○○동이야.”</a:t>
            </a:r>
            <a:endParaRPr lang="ko-KR" sz="2600" dirty="0"/>
          </a:p>
        </p:txBody>
      </p:sp>
      <p:sp>
        <p:nvSpPr>
          <p:cNvPr id="18" name="S11-text89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 까닭도 말해요.</a:t>
            </a:r>
            <a:endParaRPr lang="ko-KR" sz="3200" dirty="0"/>
          </a:p>
        </p:txBody>
      </p:sp>
      <p:sp>
        <p:nvSpPr>
          <p:cNvPr id="4" name="S12-chip9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9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친구들이 한 친구를 놀리는 글을 써요.</a:t>
            </a:r>
            <a:endParaRPr lang="ko-KR" sz="3200" dirty="0"/>
          </a:p>
        </p:txBody>
      </p:sp>
      <p:sp>
        <p:nvSpPr>
          <p:cNvPr id="6" name="S12-chip9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9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삼촌이 내 사진을 올려도 되냐고 물어요.</a:t>
            </a:r>
            <a:endParaRPr lang="ko-KR" sz="3200" dirty="0"/>
          </a:p>
        </p:txBody>
      </p:sp>
      <p:sp>
        <p:nvSpPr>
          <p:cNvPr id="8" name="S12-chip9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9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무서운 영상이 저절로 나와요.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너머에도 사람이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말, 허락, 어른께 말하기!</a:t>
            </a:r>
            <a:endParaRPr lang="ko-KR" sz="32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보내기 전에 다시 읽기</a:t>
            </a:r>
            <a:endParaRPr lang="ko-KR" sz="2600" dirty="0"/>
          </a:p>
        </p:txBody>
      </p:sp>
      <p:sp>
        <p:nvSpPr>
          <p:cNvPr id="6" name="S13-chip10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허락 없이 사진 올리기</a:t>
            </a:r>
            <a:endParaRPr lang="ko-KR" sz="26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“바보야.”를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</a:t>
            </a:r>
            <a:endParaRPr lang="ko-KR" sz="2600" dirty="0"/>
          </a:p>
        </p:txBody>
      </p:sp>
      <p:sp>
        <p:nvSpPr>
          <p:cNvPr id="9" name="S13-text10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사진을 올리기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전에 할 일</a:t>
            </a:r>
            <a:endParaRPr lang="ko-KR" sz="2600" dirty="0"/>
          </a:p>
        </p:txBody>
      </p:sp>
      <p:sp>
        <p:nvSpPr>
          <p:cNvPr id="10" name="S13-text10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불편한 것을 보면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세 가지</a:t>
            </a:r>
            <a:endParaRPr lang="ko-KR" sz="2600" dirty="0"/>
          </a:p>
        </p:txBody>
      </p:sp>
      <p:sp>
        <p:nvSpPr>
          <p:cNvPr id="11" name="S13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리듬과 가락 표현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고운 말과 내 정보</a:t>
            </a:r>
            <a:endParaRPr lang="ko-KR" sz="4400" dirty="0"/>
          </a:p>
        </p:txBody>
      </p:sp>
      <p:sp>
        <p:nvSpPr>
          <p:cNvPr id="3" name="S14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물으면 어른께 가요.</a:t>
            </a:r>
            <a:endParaRPr lang="ko-KR" sz="3200" dirty="0"/>
          </a:p>
        </p:txBody>
      </p:sp>
      <p:sp>
        <p:nvSpPr>
          <p:cNvPr id="5" name="S14-card108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9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“같이 하자.”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</p:txBody>
      </p:sp>
      <p:sp>
        <p:nvSpPr>
          <p:cNvPr id="7" name="S14-card110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4-cardtext111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 아는 정보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집 주소, 학교,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전화번호는 모르는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말하지 않아요.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정보·AI 온라인 예절</dc:title>
  <dc:subject>KR22-G02-INF-NETIQUETTE-L01</dc:subject>
  <dc:creator>education-ppt</dc:creator>
  <cp:lastModifiedBy>education-ppt</cp:lastModifiedBy>
  <cp:revision>1</cp:revision>
  <dcterms:created xsi:type="dcterms:W3CDTF">2026-10-26T13:18:43Z</dcterms:created>
  <dcterms:modified xsi:type="dcterms:W3CDTF">2026-10-26T13:18:43Z</dcterms:modified>
</cp:coreProperties>
</file>