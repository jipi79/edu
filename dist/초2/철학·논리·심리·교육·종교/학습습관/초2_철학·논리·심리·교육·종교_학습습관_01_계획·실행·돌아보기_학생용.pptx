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5caf948-0d35-3ecf-1c23-44e419df5422}">
          <p14:sldIdLst>
            <p14:sldId id="256"/>
            <p14:sldId id="257"/>
          </p14:sldIdLst>
        </p14:section>
        <p14:section name="개념" id="{b9adc46c-3dc3-5fda-1e60-88f397307f48}">
          <p14:sldIdLst>
            <p14:sldId id="258"/>
            <p14:sldId id="259"/>
            <p14:sldId id="263"/>
          </p14:sldIdLst>
        </p14:section>
        <p14:section name="연습" id="{30e5642f-ab2e-4d6a-d2b0-00293f3922a1}">
          <p14:sldIdLst>
            <p14:sldId id="260"/>
            <p14:sldId id="261"/>
            <p14:sldId id="262"/>
            <p14:sldId id="264"/>
          </p14:sldIdLst>
        </p14:section>
        <p14:section name="개념" id="{a61f9856-d0bf-4d23-2d58-f6f8d7969517}">
          <p14:sldIdLst/>
        </p14:section>
        <p14:section name="연습" id="{f4cf3f55-9a79-d25f-3ab9-6f82800be5d3}">
          <p14:sldIdLst/>
        </p14:section>
        <p14:section name="확인" id="{448049c3-7366-48fb-cb50-1319b5e0b99b}">
          <p14:sldIdLst>
            <p14:sldId id="265"/>
            <p14:sldId id="266"/>
          </p14:sldIdLst>
        </p14:section>
        <p14:section name="정리" id="{c62a680f-b3eb-3eb5-05ad-61133864ca16}">
          <p14:sldIdLst>
            <p14:sldId id="267"/>
          </p14:sldIdLst>
        </p14:section>
        <p14:section name="보충" id="{ce6447cd-53e0-41ba-59d8-533e76d94cc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학습습관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계획·실행·돌아보기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계획·실행·돌아보기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철학·논리·심리·교육·종교 · 계획·실행·돌아보기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계획·실행·돌아보기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계획하고 해 보고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돌아보면 무엇이 좋을까?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계획을 세우고 그대로 해 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돌아보고 다음 계획을 고쳐요.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나눠 볼까요?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‘먼저–그다음–마지막’으로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→ 그다음 → 마지막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 닦기’를 세 조각으로 나눠요.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‘신발 정리’를 세 조각으로 나눠요.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바퀴 돌아요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돌아본 것으로 다음 계획을 더 좋게 해요.</a:t>
            </a:r>
            <a:endParaRPr lang="ko-KR" sz="3200" dirty="0"/>
          </a:p>
        </p:txBody>
      </p:sp>
      <p:sp>
        <p:nvSpPr>
          <p:cNvPr id="5" name="S03-step12"/>
          <p:cNvSpPr txBox="1"/>
          <p:nvPr/>
        </p:nvSpPr>
        <p:spPr>
          <a:xfrm>
            <a:off x="1293876" y="217170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ko-KR" sz="3000" dirty="0"/>
          </a:p>
        </p:txBody>
      </p:sp>
      <p:sp>
        <p:nvSpPr>
          <p:cNvPr id="6" name="S03-line13"/>
          <p:cNvSpPr/>
          <p:nvPr/>
        </p:nvSpPr>
        <p:spPr>
          <a:xfrm>
            <a:off x="4274820" y="29946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3-step14"/>
          <p:cNvSpPr txBox="1"/>
          <p:nvPr/>
        </p:nvSpPr>
        <p:spPr>
          <a:xfrm>
            <a:off x="4631436" y="217170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하면서 ✔</a:t>
            </a:r>
            <a:endParaRPr lang="ko-KR" sz="3000" dirty="0"/>
          </a:p>
        </p:txBody>
      </p:sp>
      <p:sp>
        <p:nvSpPr>
          <p:cNvPr id="8" name="S03-line15"/>
          <p:cNvSpPr/>
          <p:nvPr/>
        </p:nvSpPr>
        <p:spPr>
          <a:xfrm>
            <a:off x="7612380" y="29946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3-step16"/>
          <p:cNvSpPr txBox="1"/>
          <p:nvPr/>
        </p:nvSpPr>
        <p:spPr>
          <a:xfrm>
            <a:off x="7968996" y="217170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점,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점</a:t>
            </a:r>
            <a:endParaRPr lang="ko-KR" sz="3000" dirty="0"/>
          </a:p>
        </p:txBody>
      </p:sp>
      <p:sp>
        <p:nvSpPr>
          <p:cNvPr id="10" name="S03-line17"/>
          <p:cNvSpPr/>
          <p:nvPr/>
        </p:nvSpPr>
        <p:spPr>
          <a:xfrm>
            <a:off x="9432036" y="381762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 flipH="1">
            <a:off x="2756916" y="4137660"/>
            <a:ext cx="6675120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 flipV="1">
            <a:off x="2756916" y="383590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다온이의 계획</a:t>
            </a:r>
            <a:endParaRPr lang="ko-KR" sz="44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다온이가 책갈피를 만들려고 해요.</a:t>
            </a:r>
            <a:endParaRPr lang="ko-KR" sz="32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칸을 채우면 계획 완성!</a:t>
            </a:r>
            <a:endParaRPr lang="ko-KR" sz="3200" dirty="0"/>
          </a:p>
        </p:txBody>
      </p:sp>
      <p:graphicFrame>
        <p:nvGraphicFramePr>
          <p:cNvPr id="5" name="S04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0408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 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다온이의 계획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한 모습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책보다 작은 고양이 책갈피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자르기 → 그리기 → 색칠하기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두꺼운 종이, 가위, 색연필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계획을 세워요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책갈피 계획이에요.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그리고 써요.</a:t>
            </a:r>
            <a:endParaRPr lang="ko-KR" sz="32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2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한 모습은?</a:t>
            </a:r>
            <a:endParaRPr lang="ko-KR" sz="3200" dirty="0"/>
          </a:p>
        </p:txBody>
      </p:sp>
      <p:sp>
        <p:nvSpPr>
          <p:cNvPr id="8" name="S05-chip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세 단계는?</a:t>
            </a:r>
            <a:endParaRPr lang="ko-KR" sz="3200" dirty="0"/>
          </a:p>
        </p:txBody>
      </p:sp>
      <p:sp>
        <p:nvSpPr>
          <p:cNvPr id="10" name="S05-chip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계획이 좋을까?</a:t>
            </a:r>
            <a:endParaRPr lang="ko-KR" sz="4400" dirty="0"/>
          </a:p>
        </p:txBody>
      </p:sp>
      <p:sp>
        <p:nvSpPr>
          <p:cNvPr id="3" name="S06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친구의 책갈피 계획이에요.</a:t>
            </a:r>
            <a:endParaRPr lang="ko-KR" sz="3200" dirty="0"/>
          </a:p>
        </p:txBody>
      </p:sp>
      <p:sp>
        <p:nvSpPr>
          <p:cNvPr id="5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계획으로 하기 쉬울까요? 왜?</a:t>
            </a:r>
            <a:endParaRPr lang="ko-KR" sz="3200" dirty="0"/>
          </a:p>
        </p:txBody>
      </p:sp>
      <p:sp>
        <p:nvSpPr>
          <p:cNvPr id="7" name="S06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준이</a:t>
            </a:r>
            <a:endParaRPr lang="ko-KR" sz="2600" dirty="0"/>
          </a:p>
        </p:txBody>
      </p:sp>
      <p:sp>
        <p:nvSpPr>
          <p:cNvPr id="8" name="S06-text3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“책갈피 만들기.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끝!”</a:t>
            </a:r>
            <a:endParaRPr lang="ko-KR" sz="3200" dirty="0"/>
          </a:p>
        </p:txBody>
      </p:sp>
      <p:sp>
        <p:nvSpPr>
          <p:cNvPr id="9" name="S06-chip3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소라</a:t>
            </a:r>
            <a:endParaRPr lang="ko-KR" sz="2600" dirty="0"/>
          </a:p>
        </p:txBody>
      </p:sp>
      <p:sp>
        <p:nvSpPr>
          <p:cNvPr id="10" name="S06-text4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“책에 대 보고 자르기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이름 쓰기 → 색칠.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종이, 가위, 색연필.”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계획대로 만들어요</a:t>
            </a:r>
            <a:endParaRPr lang="ko-KR" sz="4400" dirty="0"/>
          </a:p>
        </p:txBody>
      </p:sp>
      <p:sp>
        <p:nvSpPr>
          <p:cNvPr id="3" name="S07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계획표를 옆에 두고 해요.</a:t>
            </a:r>
            <a:endParaRPr lang="ko-KR" sz="3200" dirty="0"/>
          </a:p>
        </p:txBody>
      </p:sp>
      <p:sp>
        <p:nvSpPr>
          <p:cNvPr id="4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 날은 몸 반대쪽으로 향해요.</a:t>
            </a:r>
            <a:endParaRPr lang="ko-KR" sz="3200" dirty="0"/>
          </a:p>
        </p:txBody>
      </p:sp>
      <p:sp>
        <p:nvSpPr>
          <p:cNvPr id="6" name="S07-card44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5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계획 차례대로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단계마다 ✔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했어요</a:t>
            </a:r>
            <a:endParaRPr lang="ko-KR" sz="3200" dirty="0"/>
          </a:p>
        </p:txBody>
      </p:sp>
      <p:sp>
        <p:nvSpPr>
          <p:cNvPr id="8" name="S07-stepno4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7-text47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단계를 해요.</a:t>
            </a:r>
            <a:endParaRPr lang="ko-KR" sz="3200" dirty="0"/>
          </a:p>
        </p:txBody>
      </p:sp>
      <p:sp>
        <p:nvSpPr>
          <p:cNvPr id="10" name="S07-stepno4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7-text49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활동지 2에 ✔ 해요.</a:t>
            </a:r>
            <a:endParaRPr lang="ko-KR" sz="3200" dirty="0"/>
          </a:p>
        </p:txBody>
      </p:sp>
      <p:sp>
        <p:nvSpPr>
          <p:cNvPr id="12" name="S07-stepno5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7-text51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계획을 다시 봐요.</a:t>
            </a:r>
            <a:endParaRPr lang="ko-KR" sz="3200" dirty="0"/>
          </a:p>
        </p:txBody>
      </p:sp>
      <p:sp>
        <p:nvSpPr>
          <p:cNvPr id="14" name="S07-stepno5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7-text53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책에 꽂아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 세 질문</a:t>
            </a:r>
            <a:endParaRPr lang="ko-KR" sz="4400" dirty="0"/>
          </a:p>
        </p:txBody>
      </p:sp>
      <p:sp>
        <p:nvSpPr>
          <p:cNvPr id="3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점은 다음 계획을 좋게 하는 재료예요.</a:t>
            </a:r>
            <a:endParaRPr lang="ko-KR" sz="3200" dirty="0"/>
          </a:p>
        </p:txBody>
      </p:sp>
      <p:sp>
        <p:nvSpPr>
          <p:cNvPr id="5" name="S08-card56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7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“색칠이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예쁘게 됐어요.”</a:t>
            </a:r>
            <a:endParaRPr lang="ko-KR" sz="3200" dirty="0"/>
          </a:p>
        </p:txBody>
      </p:sp>
      <p:sp>
        <p:nvSpPr>
          <p:cNvPr id="7" name="S08-card58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9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점은?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“자른 선이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삐뚤었어요.”</a:t>
            </a:r>
            <a:endParaRPr lang="ko-KR" sz="3200" dirty="0"/>
          </a:p>
        </p:txBody>
      </p:sp>
      <p:sp>
        <p:nvSpPr>
          <p:cNvPr id="9" name="S08-card60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8-cardtext61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“선을 먼저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그을래요.”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책갈피 돌아보기</a:t>
            </a:r>
            <a:endParaRPr lang="ko-KR" sz="4400" dirty="0"/>
          </a:p>
        </p:txBody>
      </p:sp>
      <p:sp>
        <p:nvSpPr>
          <p:cNvPr id="3" name="S09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한 일로 말해요.</a:t>
            </a:r>
            <a:endParaRPr lang="ko-KR" sz="3200" dirty="0"/>
          </a:p>
        </p:txBody>
      </p:sp>
      <p:sp>
        <p:nvSpPr>
          <p:cNvPr id="4" name="S09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‘다 좋았어요’ 말고 자세히!</a:t>
            </a:r>
            <a:endParaRPr lang="ko-KR" sz="3200" dirty="0"/>
          </a:p>
        </p:txBody>
      </p:sp>
      <p:sp>
        <p:nvSpPr>
          <p:cNvPr id="6" name="S09-chip6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점은?</a:t>
            </a:r>
            <a:endParaRPr lang="ko-KR" sz="3200" dirty="0"/>
          </a:p>
        </p:txBody>
      </p:sp>
      <p:sp>
        <p:nvSpPr>
          <p:cNvPr id="8" name="S09-chip6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6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점은?</a:t>
            </a:r>
            <a:endParaRPr lang="ko-KR" sz="3200" dirty="0"/>
          </a:p>
        </p:txBody>
      </p:sp>
      <p:sp>
        <p:nvSpPr>
          <p:cNvPr id="10" name="S09-chip6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7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다음에는 어떻게 할까?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계획 세우기</a:t>
            </a:r>
            <a:endParaRPr lang="ko-KR" sz="4400" dirty="0"/>
          </a:p>
        </p:txBody>
      </p:sp>
      <p:sp>
        <p:nvSpPr>
          <p:cNvPr id="3" name="S10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할 공부 하나를 골라요.</a:t>
            </a:r>
            <a:endParaRPr lang="ko-KR" sz="3200" dirty="0"/>
          </a:p>
        </p:txBody>
      </p:sp>
      <p:sp>
        <p:nvSpPr>
          <p:cNvPr id="4" name="S10-chip7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7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할까요? 다 한 모습은?</a:t>
            </a:r>
            <a:endParaRPr lang="ko-KR" sz="3200" dirty="0"/>
          </a:p>
        </p:txBody>
      </p:sp>
      <p:sp>
        <p:nvSpPr>
          <p:cNvPr id="6" name="S10-chip7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7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세 단계는?</a:t>
            </a:r>
            <a:endParaRPr lang="ko-KR" sz="3200" dirty="0"/>
          </a:p>
        </p:txBody>
      </p:sp>
      <p:sp>
        <p:nvSpPr>
          <p:cNvPr id="8" name="S10-chip7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7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다온이의 돌아보기</a:t>
            </a:r>
            <a:endParaRPr lang="ko-KR" sz="4400" dirty="0"/>
          </a:p>
        </p:txBody>
      </p:sp>
      <p:sp>
        <p:nvSpPr>
          <p:cNvPr id="3" name="S11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다온이는 줄넘기 열 번 넘기를 계획했어요.</a:t>
            </a:r>
            <a:endParaRPr lang="ko-KR" sz="3200" dirty="0"/>
          </a:p>
        </p:txBody>
      </p:sp>
      <p:sp>
        <p:nvSpPr>
          <p:cNvPr id="4" name="S11-chip7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8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번 해 보니 여섯 번 넘고, 네 번 걸렸어요. 잘된 점은?</a:t>
            </a:r>
            <a:endParaRPr lang="ko-KR" sz="3200" dirty="0"/>
          </a:p>
        </p:txBody>
      </p:sp>
      <p:sp>
        <p:nvSpPr>
          <p:cNvPr id="6" name="S11-chip8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8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점은?</a:t>
            </a:r>
            <a:endParaRPr lang="ko-KR" sz="3200" dirty="0"/>
          </a:p>
        </p:txBody>
      </p:sp>
      <p:sp>
        <p:nvSpPr>
          <p:cNvPr id="8" name="S11-chip8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8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계획은 어떻게 고칠까요?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계획하고, 해 보고, 돌아봐요.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돌아본 것으로 다음 계획을 고쳐요.</a:t>
            </a:r>
            <a:endParaRPr lang="ko-KR" sz="3200" dirty="0"/>
          </a:p>
        </p:txBody>
      </p:sp>
      <p:sp>
        <p:nvSpPr>
          <p:cNvPr id="5" name="S13-chip8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단계마다 표시하기</a:t>
            </a:r>
            <a:endParaRPr lang="ko-KR" sz="2600" dirty="0"/>
          </a:p>
        </p:txBody>
      </p:sp>
      <p:sp>
        <p:nvSpPr>
          <p:cNvPr id="6" name="S13-chip8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‘망했어’로 끝내기</a:t>
            </a:r>
            <a:endParaRPr lang="ko-KR" sz="2600" dirty="0"/>
          </a:p>
        </p:txBody>
      </p:sp>
      <p:sp>
        <p:nvSpPr>
          <p:cNvPr id="7" name="S13-text8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계획표의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</a:t>
            </a:r>
            <a:endParaRPr lang="ko-KR" sz="2600" dirty="0"/>
          </a:p>
        </p:txBody>
      </p:sp>
      <p:sp>
        <p:nvSpPr>
          <p:cNvPr id="9" name="S13-text9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돌아보기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질문</a:t>
            </a:r>
            <a:endParaRPr lang="ko-KR" sz="2600" dirty="0"/>
          </a:p>
        </p:txBody>
      </p:sp>
      <p:sp>
        <p:nvSpPr>
          <p:cNvPr id="10" name="S13-text9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이번 주 공부 계획,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어땠나요?</a:t>
            </a:r>
            <a:endParaRPr lang="ko-KR" sz="2600" dirty="0"/>
          </a:p>
        </p:txBody>
      </p:sp>
      <p:sp>
        <p:nvSpPr>
          <p:cNvPr id="11" name="S13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잘하는 일 찾기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조각으로 나눠요</a:t>
            </a:r>
            <a:endParaRPr lang="ko-KR" sz="4400" dirty="0"/>
          </a:p>
        </p:txBody>
      </p:sp>
      <p:sp>
        <p:nvSpPr>
          <p:cNvPr id="3" name="S14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‘양말 신기’를 나눠 봐요.</a:t>
            </a:r>
            <a:endParaRPr lang="ko-KR" sz="3200" dirty="0"/>
          </a:p>
        </p:txBody>
      </p:sp>
      <p:sp>
        <p:nvSpPr>
          <p:cNvPr id="4" name="S14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한 가지씩 해요.</a:t>
            </a:r>
            <a:endParaRPr lang="ko-KR" sz="3200" dirty="0"/>
          </a:p>
        </p:txBody>
      </p:sp>
      <p:sp>
        <p:nvSpPr>
          <p:cNvPr id="6" name="S14-step97"/>
          <p:cNvSpPr txBox="1"/>
          <p:nvPr/>
        </p:nvSpPr>
        <p:spPr>
          <a:xfrm>
            <a:off x="129387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3200" dirty="0"/>
          </a:p>
        </p:txBody>
      </p:sp>
      <p:sp>
        <p:nvSpPr>
          <p:cNvPr id="7" name="S14-line98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99"/>
          <p:cNvSpPr txBox="1"/>
          <p:nvPr/>
        </p:nvSpPr>
        <p:spPr>
          <a:xfrm>
            <a:off x="463143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3200" dirty="0"/>
          </a:p>
        </p:txBody>
      </p:sp>
      <p:sp>
        <p:nvSpPr>
          <p:cNvPr id="9" name="S14-line100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01"/>
          <p:cNvSpPr txBox="1"/>
          <p:nvPr/>
        </p:nvSpPr>
        <p:spPr>
          <a:xfrm>
            <a:off x="796899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철학·논리·심리·교육·종교 계획·실행·돌아보기</dc:title>
  <dc:subject>KR22-G02-HUM-PLANDO-L01</dc:subject>
  <dc:creator>education-ppt</dc:creator>
  <cp:lastModifiedBy>education-ppt</cp:lastModifiedBy>
  <cp:revision>1</cp:revision>
  <dcterms:created xsi:type="dcterms:W3CDTF">2026-10-26T13:19:35Z</dcterms:created>
  <dcterms:modified xsi:type="dcterms:W3CDTF">2026-10-26T13:19:35Z</dcterms:modified>
</cp:coreProperties>
</file>