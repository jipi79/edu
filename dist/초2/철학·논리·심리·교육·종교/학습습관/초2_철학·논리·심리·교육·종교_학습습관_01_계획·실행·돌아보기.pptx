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0a7c4f2-8996-4a33-9e9f-7e58413a35c6}">
          <p14:sldIdLst>
            <p14:sldId id="256"/>
            <p14:sldId id="257"/>
          </p14:sldIdLst>
        </p14:section>
        <p14:section name="개념" id="{96159547-4f75-83ca-7934-b63ffe1f5247}">
          <p14:sldIdLst>
            <p14:sldId id="258"/>
            <p14:sldId id="259"/>
            <p14:sldId id="263"/>
          </p14:sldIdLst>
        </p14:section>
        <p14:section name="연습" id="{4df66cf2-ef21-2e7c-a3c2-d308dadc39f3}">
          <p14:sldIdLst>
            <p14:sldId id="260"/>
            <p14:sldId id="261"/>
            <p14:sldId id="262"/>
            <p14:sldId id="264"/>
          </p14:sldIdLst>
        </p14:section>
        <p14:section name="개념" id="{ee8653b6-c448-4736-5956-7e2ef16e34ae}">
          <p14:sldIdLst/>
        </p14:section>
        <p14:section name="연습" id="{71cd2e17-85a4-db81-c234-f0f9a5bb6060}">
          <p14:sldIdLst/>
        </p14:section>
        <p14:section name="확인" id="{499c18fc-2cf5-3424-5aaa-750b9a21bb92}">
          <p14:sldIdLst>
            <p14:sldId id="265"/>
            <p14:sldId id="266"/>
            <p14:sldId id="267"/>
          </p14:sldIdLst>
        </p14:section>
        <p14:section name="정리" id="{47711bce-64cb-90c6-0227-6c9504c76ae3}">
          <p14:sldIdLst>
            <p14:sldId id="268"/>
          </p14:sldIdLst>
        </p14:section>
        <p14:section name="보충" id="{f84332c6-f570-42f5-bc1e-082b6639c3e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오늘은 책갈피 만들기로 계획–실행–돌아보기를 한 바퀴 해 보고, 같은 방법을 공부에도 써 본다고 알립니다.
시간: 약 2분
이렇게 말해 보세요
- “무언가를 만들다가 ‘아, 이렇게 할걸.’ 하고 생각한 적 있어?”
- “오늘은 책갈피를 만들 건데, 바로 만들지 않고 먼저 계획을 세우고, 계획대로 해 보고, 다 하면 돌아볼 거야. 이걸 공부할 때도 써 볼 거야.”
예상 답
- “그림 그리다가 망쳤어요.” / “레고 만들다가 순서를 틀렸어요.” / “몰라요.”
주의
- 두꺼운 종이(달력 뒷면, 과자 상자), 어린이용 가위, 색연필, 그림책 한 권을 준비합니다. 책갈피는 5분쯤이면 만들 수 있게 간단하게 합니다.
- 결과물이 예쁜지가 아니라, 계획을 세우고 돌아보는 과정을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확인(할 일을 세 조각으로 나누기)]
목적: 할 일을 작은 조각 세 개로 나누어 차례대로 말할 수 있는지 확인합니다. 계획상 선수 차시인 1학년 ‘할 일 나누기와 느낌’에서 배운 것입니다.
시간: 약 3분
이렇게 말해 보세요
- “‘이 닦기’를 세 조각으로 나눠 볼까? ‘먼저, 그다음, 마지막’을 붙여서.”
- “‘신발 정리’도 해 볼래?”
예상 답
- ① “먼저 칫솔에 치약을 묻혀요. 그다음 이를 닦아요. 마지막으로 물로 헹궈요.”
- ② “먼저 신발을 짝 맞춰요. 그다음 신발장에 넣어요. 마지막으로 바닥을 정리해요.”
정답
- 조각이 세 개쯤이고 그 차례대로 실제로 할 수 있으면 맞습니다.
막히면
- 조각이 너무 크면(“이를 닦아요.”) “그 전에 무엇을 하지?” 하고 물어 나누게 합니다.
- 두 가지 모두 나누기 어려우면 S14(보충)를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계획–실행–돌아보기의 순환]
목적: 계획–실행–돌아보기가 한 바퀴로 이어지고, 돌아본 것이 다음 계획을 고치는 데 쓰인다는 큰 그림을 보여 줍니다.
시간: 약 3분
이렇게 말해 보세요
- “먼저 계획을 세워. 무엇을, 어떻게 할지 정하는 거야.”
- “그다음 실행! 계획대로 하면서 하나 끝날 때마다 ✔ 표시를 해.”
- “다 하면 돌아보기. 잘된 점과 고칠 점을 찾아. 그리고 그걸로 다음 계획을 고치면 다시 한 바퀴야.”
- “엄마(아빠)도 해 볼게. 어제 저녁 계획은 7시에 설거지 끝내기였는데, 해 보니 7시 반에 끝났어. 다음엔 그릇을 먼저 물에 담가 둘래.”
예상 답
- “게임 판 같아요.” / “계속 도는 거예요?”
막히면
- ‘실행’이라는 말을 어려워하면 “직접 해 보는 거야.”라고 바꿔 말합니다.
주의
- 부모가 자기 돌아보기를 보여 줄 때 일부러 ‘아쉬운 점’을 넣으면, 아이가 어려운 점을 말해도 괜찮다고 느낍니다(M3).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계획표 세 칸 예시]
목적: 계획표의 세 칸(다 한 모습, 차례 세 단계, 필요한 것)을 다온이의 예로 보여 줍니다(M1).
시간: 약 3분
이렇게 말해 보세요
- “다온이는 먼저 다 만든 모습을 떠올렸어. 책보다 작은 고양이 책갈피래. 책보다 작아야 하는 까닭은 뭘까?”
- “차례는 세 단계야. 자르고, 그리고, 색칠하기.”
- “필요한 것도 미리 적었어. 그러면 하다가 찾으러 다니지 않아도 되지.”
예상 답
- “책 밖으로 삐져나오면 안 되니까요.” / “가위가 필요해요.”
막히면
- ‘다 한 모습’을 어려워하면 “다 만들면 어떻게 생겼을까? 손가락으로 크기를 보여 줄래?” 하고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내 책갈피 계획 세우기(도움 받아)]
목적: 도움을 받으며 내 책갈피의 계획표 세 칸을 채웁니다(목표 A). 활동지 1에 씁니다.
시간: 약 3분
이렇게 말해 보세요
- “어떤 책갈피를 만들고 싶어? 다 만든 모습을 활동지 1에 작게 그려 볼래?”
- “차례는? 먼저, 그다음, 마지막.”
- “필요한 것은? 지금 다 있는지 같이 찾아보자.”
예상 답
- “공룡 모양 책갈피요. 먼저 공룡을 그리고, 그다음 오리고, 마지막에 색칠해요. 상자 종이, 가위, 사인펜이 필요해요.”
정답
- 정답은 하나가 아닙니다. 세 칸이 채워지고, 차례가 실제로 할 수 있는 순서이면 맞습니다(예: 그리기 → 오리기 → 색칠하기, 또는 자르기 → 그리기 → 색칠하기).
막히면
- 차례가 거꾸로면(“색칠하고 자르기 전에 고양이를 그려요”처럼 섞이면) “그 차례로 하면 어떻게 될까?” 하고 손으로 흉내 내 보게 합니다.
- 글로 쓰기 어려우면 아이가 말하고 부모가 받아 써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한마디 계획과 세 칸 계획 견주기(오개념)]
목적: ‘무엇을’만 쓴 한마디 계획과 세 칸이 있는 계획을 견주어, 계획에 차례와 필요한 것이 왜 필요한지 알게 합니다(M1).
시간: 약 2분
이렇게 말해 보세요
- “준이와 소라 가운데 누구 계획대로 하면 더 쉽게 만들 수 있을까? 왜?”
- “준이 계획에 무엇을 더 넣어 주면 좋을까?”
정답
- 소라. 차례와 필요한 것이 있어서 무엇부터 할지, 무엇을 준비할지 알 수 있습니다. ‘책에 대 보고’ 자르면 크기도 맞습니다.
- 준이 계획에는 다 한 모습, 차례, 필요한 것을 더하면 됩니다.
막히면
- “준이는 가위를 어디서 찾을까? 무엇부터 할까?” 하고 준이 계획대로 해 보는 상상을 하게 합니다.
주의
- 아이가 지치면 여기서 쉬고, 다음 날 S07부터 이어도 됩니다. 이때 활동지 1의 계획표는 그대로 두었다가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계획대로 실행하기(책갈피 만들기)]
목적: 세운 계획대로 책갈피를 만들며 단계마다 확인 표시를 합니다(목표 B, M2).
시간: 약 9분
이렇게 말해 보세요
- “계획표를 옆에 두고 시작하자. 먼저 할 일은 뭐였지?”
- (한 단계가 끝나면) “하나 끝! 활동지 2에 ✔ 하자.”
- “계획과 다르게 하고 싶어졌어? 괜찮아. 무엇이 달라졌는지 기억해 뒀다가 돌아볼 때 말해 줘.”
- “다 만들었으면 책에 꽂아 볼까? 크기가 맞아?”
예상 답
- “자르다가 삐뚤어졌어요.” / “책보다 커요!” / “색칠을 먼저 하고 싶어요.”
정답
- 관찰 기준 세 가지를 모두 하면 연습 완료입니다. 책갈피가 예쁜지, 크기가 딱 맞는지는 보지 않습니다. 잘 안 된 점은 S09에서 돌아보는 재료가 됩니다.
막히면
- 다음에 무엇을 할지 모르면(M2) 답을 말해 주지 말고 “계획표에는 뭐라고 쓰여 있어?” 하고 계획표를 가리킵니다.
- 자르기가 어려우면 종이를 잡아 주되 가위질은 아이가 하게 합니다.
주의
- 어린이용 가위를 쓰고, 가위를 들고 돌아다니지 않게 합니다. 건넬 때는 손잡이 쪽으로 건넵니다.
- 부모가 대신 고쳐 주지 않습니다. 잘 안 된 부분이 있어야 돌아보기가 살아납니다.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돌아보기 세 질문]
목적: 돌아보기 세 질문(잘된 점, 어려웠던 점, 다음에는)을 알려 주고, 어려운 점은 다음 계획을 고치는 재료라는 것을 알려 줍니다(M3).
시간: 약 2분
이렇게 말해 보세요
- “돌아볼 때는 세 가지를 물어. 잘된 점은? 어려웠던 점은? 다음에는 어떻게 할까?”
- “어려웠던 점을 찾으면 좋은 거야. 그래야 다음에 무엇을 바꿀지 알 수 있거든.”
- “엄마(아빠)가 아까 설거지를 돌아본 것도 이 세 질문이었어.”
예상 답
- “어려운 점 말하면 혼나요?” — “아니, 어려운 점을 찾는 게 돌아보기야. 엄마도 찾았잖아.”
막히면
- 세 질문을 손가락 세 개로 짚으며 함께 말해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내 책갈피 돌아보기(도움 받아)]
목적: 도움을 받으며 방금 만든 책갈피를 세 질문으로 돌아보고, 다음 계획을 어떻게 고칠지 말합니다(목표 B). 활동지 3에 씁니다.
시간: 약 3분
이렇게 말해 보세요
- “네 책갈피를 보면서 돌아보자. 잘된 점은 뭐야? 어디가 마음에 들어?”
- “어려웠던 점은? 계획과 달라진 것도 있었어?”
- “다음에 또 만든다면 계획을 어떻게 고칠래?”
예상 답
- ① “고양이 얼굴을 잘 그렸어요.” / “끝까지 다 했어요.”
- ② “책보다 커서 삐져나왔어요.” / “가위질이 삐뚤었어요.”
- ③ “다음엔 책에 대 보고 선을 그은 다음 자를래요.”
정답
- 실제로 한 일에서 잘된 점, 어려웠던 점, 다음에 바꿀 점을 하나씩 말하면 잘한 것입니다. ③은 ②와 이어지면 더 좋습니다.
막히면
- “다 좋았어요.”라고만 하면(M3) “그중에 제일 잘된 곳은 어디야? 시간이 오래 걸린 단계는?” 하고 구체적으로 묻습니다.
- “다 망했어요.”라고 하면 “끝까지 만든 건 잘된 점이야. 그럼 어느 단계가 어려웠어?” 하고 잘된 점부터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 보기(공부 계획 세우기)]
목적: 처음 보는 할 일(공부 한 가지)에 대해 도움 없이 계획표 세 칸을 채우는지 확인합니다(목표 A).
시간: 약 4분
이렇게 말해 보세요
- “이번에는 엄마(아빠)가 도와주지 않을게. 내일 할 공부 하나를 골라 계획을 세워 봐. 받아쓰기 낱말 연습, 구구단, 책 읽기 무엇이든 좋아.”
- “다 한 모습, 차례 세 단계, 필요한 것을 말해 줘.”
예상 답
- “구구단 3단 외우기요. 다 하면 3단을 안 보고 말할 수 있어요. 먼저 소리 내어 세 번 읽고, 그다음 가리고 말하고, 마지막에 엄마한테 확인받아요. 곱셈표랑 종이가 필요해요.”
정답
- 다 한 모습, 실제로 할 수 있는 차례 세 단계, 필요한 것을 모두 말하면 목표 A 확인 완료입니다(두 칸만 말하면 ‘도움’으로 기록). 이 계획을 활동지 4에 적고 이번 주에 실천합니다.
막히면
- 공부를 고르지 못하면 두 가지를 제안해 고르게 하고, 기록표에 ‘도움’으로 표시합니다.
주의
- 공부 계획은 10분 안에 끝날 만큼 작게 정합니다. 큰 계획(“수학 다 하기”)이면 “내일 10분 동안 할 만큼으로 줄여 볼까?” 하고 묻습니다. 관찰한 것을 기록표(S10 줄)에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확인(새 상황 돌아보기)]
목적: 처음 보는 상황에서 돌아보기 세 질문에 답하고 다음 계획을 고치는지 확인합니다(목표 B).
시간: 약 3분
이렇게 말해 보세요
- “다온이는 줄넘기를 열 번 넘기로 계획했어. 해 보니 여섯 번은 넘고 네 번은 줄에 걸렸대. 다온이 대신 돌아봐 줄래?”
예상 답
- ① “여섯 번은 넘었어요.” / “열 번 끝까지 해 봤어요.”
- ② “네 번 줄에 걸렸어요.” / “빨리 돌려서 걸린 것 같아요.”
- ③ “다음엔 천천히 돌려요.” / “하루에 열 번씩 사흘 연습해요.” / “줄 길이를 맞춰요.”
정답
- ① 잘된 점(여섯 번 넘음, 끝까지 열 번 해 봄) ② 어려웠던 점(네 번 걸림) ③ ②와 이어지는 바꿀 점을 하나씩 말하면 목표 B 확인 완료입니다. 여섯 번과 네 번을 더하면 해 본 열 번입니다.
막히면
- S08의 세 질문 카드를 다시 보여 주고 하나씩 묻습니다.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잘한 모습과 다시 생각해 볼 모습]
목적: S10·S11에서 아이가 한 말을 예와 비교하며 돌아봅니다.
시간: 약 1분
이렇게 말해 보세요
- “네 공부 계획에는 세 칸이 다 있었어? 다온이 돌아보기에서 다음 계획까지 말했어?”
예상 답
- “세 칸 다 말했어요.” / “필요한 것을 빼먹었어요.”
주의
- 이 장은 학생용 파일에서 빠집니다. 잘한 점을 먼저 말하고, 빠진 것은 하나만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학습]
목적: 오늘 배운 것을 정리하고 다음 수업 첫 5분에 할 복습을 알려 줍니다.
시간: 약 2분
이렇게 말해 보세요
- “오늘 책갈피를 만들 때 무엇을 먼저 했지? 다 만들고 나서는?”
예상 답
- “계획을 세웠어요. 다 하고 돌아봤어요.”
정답
- ① 다 한 모습, 차례 세 단계, 필요한 것 ② 잘된 점은? 어려웠던 점은? 다음에는? ③ 활동지 5의 기록을 보며 세 질문으로 말하면 맞음(한 날의 수는 평가하지 않음)
주의
- 이번 주 공부 계획(활동지 4·5)을 냉장고처럼 잘 보이는 곳에 붙여 두고, 금요일에 함께 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보충(먼저–그다음–마지막 나누기)]
목적: S02에서 할 일을 세 조각으로 나누기 어려우면, 몸으로 해 보며 차례를 찾는 것부터 합니다.
시간: 약 5분
이렇게 말해 보세요
- “양말을 직접 신어 보자. 처음에 무엇을 했어? 그다음은? 마지막은?”
- “먼저 양말을 꺼내요, 그다음 발을 넣어요, 마지막으로 뒤꿈치를 맞춰요. 이렇게 세 조각이야.”
- “이번엔 ‘컵에 물 따르기’를 해 보면서 나눠 볼까?”
정답
- 몸으로 해 본 뒤 세 조각을 차례대로 말하면 맞습니다.
막히면
- 계획상 선수 차시는 1학년 ‘할 일 나누기와 느낌’입니다. 나누기가 계속 어려우면 그 차시의 ‘큰 일은 작게 나눠요’(S03~S05)를 먼저 함께 한 뒤 S03부터 다시 합니다.
주의
- 보충이 오래 걸리면 오늘은 여기까지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철학·논리·심리·교육·종교 · 학습습관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철학·논리·심리·교육·종교 · 계획·실행·돌아보기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철학·논리·심리·교육·종교 · 계획·실행·돌아보기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철학·논리·심리·교육·종교 · 계획·실행·돌아보기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계획·실행·돌아보기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계획하고 해 보고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돌아보면 무엇이 좋을까?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계획을 세우고 그대로 해 봐요.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돌아보고 다음 계획을 고쳐요.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나눠 볼까요?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‘먼저–그다음–마지막’으로 말해요.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→ 그다음 → 마지막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‘이 닦기’를 세 조각으로 나눠요.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‘신발 정리’를 세 조각으로 나눠요.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바퀴 돌아요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돌아본 것으로 다음 계획을 더 좋게 해요.</a:t>
            </a:r>
            <a:endParaRPr lang="ko-KR" sz="3200" dirty="0"/>
          </a:p>
        </p:txBody>
      </p:sp>
      <p:sp>
        <p:nvSpPr>
          <p:cNvPr id="5" name="S03-step12"/>
          <p:cNvSpPr txBox="1"/>
          <p:nvPr/>
        </p:nvSpPr>
        <p:spPr>
          <a:xfrm>
            <a:off x="1293876" y="217170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무엇을,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</a:t>
            </a:r>
            <a:endParaRPr lang="ko-KR" sz="3000" dirty="0"/>
          </a:p>
        </p:txBody>
      </p:sp>
      <p:sp>
        <p:nvSpPr>
          <p:cNvPr id="6" name="S03-line13"/>
          <p:cNvSpPr/>
          <p:nvPr/>
        </p:nvSpPr>
        <p:spPr>
          <a:xfrm>
            <a:off x="4274820" y="29946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" name="S03-step14"/>
          <p:cNvSpPr txBox="1"/>
          <p:nvPr/>
        </p:nvSpPr>
        <p:spPr>
          <a:xfrm>
            <a:off x="4631436" y="217170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하면서 ✔</a:t>
            </a:r>
            <a:endParaRPr lang="ko-KR" sz="3000" dirty="0"/>
          </a:p>
        </p:txBody>
      </p:sp>
      <p:sp>
        <p:nvSpPr>
          <p:cNvPr id="8" name="S03-line15"/>
          <p:cNvSpPr/>
          <p:nvPr/>
        </p:nvSpPr>
        <p:spPr>
          <a:xfrm>
            <a:off x="7612380" y="29946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9" name="S03-step16"/>
          <p:cNvSpPr txBox="1"/>
          <p:nvPr/>
        </p:nvSpPr>
        <p:spPr>
          <a:xfrm>
            <a:off x="7968996" y="217170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돌아보기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잘된 점,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점</a:t>
            </a:r>
            <a:endParaRPr lang="ko-KR" sz="3000" dirty="0"/>
          </a:p>
        </p:txBody>
      </p:sp>
      <p:sp>
        <p:nvSpPr>
          <p:cNvPr id="10" name="S03-line17"/>
          <p:cNvSpPr/>
          <p:nvPr/>
        </p:nvSpPr>
        <p:spPr>
          <a:xfrm>
            <a:off x="9432036" y="3817620"/>
            <a:ext cx="0" cy="3200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1" name="S03-line18"/>
          <p:cNvSpPr/>
          <p:nvPr/>
        </p:nvSpPr>
        <p:spPr>
          <a:xfrm flipH="1">
            <a:off x="2756916" y="4137660"/>
            <a:ext cx="6675120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12" name="S03-line19"/>
          <p:cNvSpPr/>
          <p:nvPr/>
        </p:nvSpPr>
        <p:spPr>
          <a:xfrm flipV="1">
            <a:off x="2756916" y="3835908"/>
            <a:ext cx="0" cy="301752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다온이의 계획</a:t>
            </a:r>
            <a:endParaRPr lang="ko-KR" sz="4400" dirty="0"/>
          </a:p>
        </p:txBody>
      </p:sp>
      <p:sp>
        <p:nvSpPr>
          <p:cNvPr id="3" name="S04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다온이가 책갈피를 만들려고 해요.</a:t>
            </a:r>
            <a:endParaRPr lang="ko-KR" sz="3200" dirty="0"/>
          </a:p>
        </p:txBody>
      </p:sp>
      <p:sp>
        <p:nvSpPr>
          <p:cNvPr id="4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칸을 채우면 계획 완성!</a:t>
            </a:r>
            <a:endParaRPr lang="ko-KR" sz="3200" dirty="0"/>
          </a:p>
        </p:txBody>
      </p:sp>
      <p:graphicFrame>
        <p:nvGraphicFramePr>
          <p:cNvPr id="5" name="S04-table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04088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계획 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다온이의 계획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 한 모습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책보다 작은 고양이 책갈피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자르기 → 그리기 → 색칠하기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두꺼운 종이, 가위, 색연필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계획을 세워요</a:t>
            </a:r>
            <a:endParaRPr lang="ko-KR" sz="44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책갈피 계획이에요.</a:t>
            </a:r>
            <a:endParaRPr lang="ko-KR" sz="32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1에 그리고 써요.</a:t>
            </a:r>
            <a:endParaRPr lang="ko-KR" sz="3200" dirty="0"/>
          </a:p>
        </p:txBody>
      </p:sp>
      <p:sp>
        <p:nvSpPr>
          <p:cNvPr id="6" name="S05-chip2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2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한 모습은?</a:t>
            </a:r>
            <a:endParaRPr lang="ko-KR" sz="3200" dirty="0"/>
          </a:p>
        </p:txBody>
      </p:sp>
      <p:sp>
        <p:nvSpPr>
          <p:cNvPr id="8" name="S05-chip2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3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세 단계는?</a:t>
            </a:r>
            <a:endParaRPr lang="ko-KR" sz="3200" dirty="0"/>
          </a:p>
        </p:txBody>
      </p:sp>
      <p:sp>
        <p:nvSpPr>
          <p:cNvPr id="10" name="S05-chip3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3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계획이 좋을까?</a:t>
            </a:r>
            <a:endParaRPr lang="ko-KR" sz="4400" dirty="0"/>
          </a:p>
        </p:txBody>
      </p:sp>
      <p:sp>
        <p:nvSpPr>
          <p:cNvPr id="3" name="S06-card3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친구의 책갈피 계획이에요.</a:t>
            </a:r>
            <a:endParaRPr lang="ko-KR" sz="3200" dirty="0"/>
          </a:p>
        </p:txBody>
      </p:sp>
      <p:sp>
        <p:nvSpPr>
          <p:cNvPr id="5" name="S06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계획으로 하기 쉬울까요? 왜?</a:t>
            </a:r>
            <a:endParaRPr lang="ko-KR" sz="3200" dirty="0"/>
          </a:p>
        </p:txBody>
      </p:sp>
      <p:sp>
        <p:nvSpPr>
          <p:cNvPr id="7" name="S06-chip3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준이</a:t>
            </a:r>
            <a:endParaRPr lang="ko-KR" sz="2600" dirty="0"/>
          </a:p>
        </p:txBody>
      </p:sp>
      <p:sp>
        <p:nvSpPr>
          <p:cNvPr id="8" name="S06-text3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“책갈피 만들기.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끝!”</a:t>
            </a:r>
            <a:endParaRPr lang="ko-KR" sz="3200" dirty="0"/>
          </a:p>
        </p:txBody>
      </p:sp>
      <p:sp>
        <p:nvSpPr>
          <p:cNvPr id="9" name="S06-chip3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소라</a:t>
            </a:r>
            <a:endParaRPr lang="ko-KR" sz="2600" dirty="0"/>
          </a:p>
        </p:txBody>
      </p:sp>
      <p:sp>
        <p:nvSpPr>
          <p:cNvPr id="10" name="S06-text4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“책에 대 보고 자르기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이름 쓰기 → 색칠.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종이, 가위, 색연필.”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계획대로 만들어요</a:t>
            </a:r>
            <a:endParaRPr lang="ko-KR" sz="4400" dirty="0"/>
          </a:p>
        </p:txBody>
      </p:sp>
      <p:sp>
        <p:nvSpPr>
          <p:cNvPr id="3" name="S07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계획표를 옆에 두고 해요.</a:t>
            </a:r>
            <a:endParaRPr lang="ko-KR" sz="3200" dirty="0"/>
          </a:p>
        </p:txBody>
      </p:sp>
      <p:sp>
        <p:nvSpPr>
          <p:cNvPr id="4" name="S07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가위 날은 몸 반대쪽으로 향해요.</a:t>
            </a:r>
            <a:endParaRPr lang="ko-KR" sz="3200" dirty="0"/>
          </a:p>
        </p:txBody>
      </p:sp>
      <p:sp>
        <p:nvSpPr>
          <p:cNvPr id="6" name="S07-card44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45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계획 차례대로 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단계마다 ✔ 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끝까지 했어요</a:t>
            </a:r>
            <a:endParaRPr lang="ko-KR" sz="3200" dirty="0"/>
          </a:p>
        </p:txBody>
      </p:sp>
      <p:sp>
        <p:nvSpPr>
          <p:cNvPr id="8" name="S07-stepno46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7-text47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단계를 해요.</a:t>
            </a:r>
            <a:endParaRPr lang="ko-KR" sz="3200" dirty="0"/>
          </a:p>
        </p:txBody>
      </p:sp>
      <p:sp>
        <p:nvSpPr>
          <p:cNvPr id="10" name="S07-stepno48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7-text49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끝나면 활동지 2에 ✔ 해요.</a:t>
            </a:r>
            <a:endParaRPr lang="ko-KR" sz="3200" dirty="0"/>
          </a:p>
        </p:txBody>
      </p:sp>
      <p:sp>
        <p:nvSpPr>
          <p:cNvPr id="12" name="S07-stepno50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7-text51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 계획을 다시 봐요.</a:t>
            </a:r>
            <a:endParaRPr lang="ko-KR" sz="3200" dirty="0"/>
          </a:p>
        </p:txBody>
      </p:sp>
      <p:sp>
        <p:nvSpPr>
          <p:cNvPr id="14" name="S07-stepno52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7-text53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책에 꽂아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돌아보기 세 질문</a:t>
            </a:r>
            <a:endParaRPr lang="ko-KR" sz="4400" dirty="0"/>
          </a:p>
        </p:txBody>
      </p:sp>
      <p:sp>
        <p:nvSpPr>
          <p:cNvPr id="3" name="S08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점은 다음 계획을 좋게 하는 재료예요.</a:t>
            </a:r>
            <a:endParaRPr lang="ko-KR" sz="3200" dirty="0"/>
          </a:p>
        </p:txBody>
      </p:sp>
      <p:sp>
        <p:nvSpPr>
          <p:cNvPr id="5" name="S08-card56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57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잘된 점은?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“색칠이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예쁘게 됐어요.”</a:t>
            </a:r>
            <a:endParaRPr lang="ko-KR" sz="3200" dirty="0"/>
          </a:p>
        </p:txBody>
      </p:sp>
      <p:sp>
        <p:nvSpPr>
          <p:cNvPr id="7" name="S08-card58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9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점은?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“자른 선이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삐뚤었어요.”</a:t>
            </a:r>
            <a:endParaRPr lang="ko-KR" sz="3200" dirty="0"/>
          </a:p>
        </p:txBody>
      </p:sp>
      <p:sp>
        <p:nvSpPr>
          <p:cNvPr id="9" name="S08-card60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8-cardtext61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“선을 먼저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그을래요.”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책갈피 돌아보기</a:t>
            </a:r>
            <a:endParaRPr lang="ko-KR" sz="4400" dirty="0"/>
          </a:p>
        </p:txBody>
      </p:sp>
      <p:sp>
        <p:nvSpPr>
          <p:cNvPr id="3" name="S09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한 일로 말해요.</a:t>
            </a:r>
            <a:endParaRPr lang="ko-KR" sz="3200" dirty="0"/>
          </a:p>
        </p:txBody>
      </p:sp>
      <p:sp>
        <p:nvSpPr>
          <p:cNvPr id="4" name="S09-card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‘다 좋았어요’ 말고 자세히!</a:t>
            </a:r>
            <a:endParaRPr lang="ko-KR" sz="3200" dirty="0"/>
          </a:p>
        </p:txBody>
      </p:sp>
      <p:sp>
        <p:nvSpPr>
          <p:cNvPr id="6" name="S09-chip6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6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잘된 점은?</a:t>
            </a:r>
            <a:endParaRPr lang="ko-KR" sz="3200" dirty="0"/>
          </a:p>
        </p:txBody>
      </p:sp>
      <p:sp>
        <p:nvSpPr>
          <p:cNvPr id="8" name="S09-chip6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6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어려웠던 점은?</a:t>
            </a:r>
            <a:endParaRPr lang="ko-KR" sz="3200" dirty="0"/>
          </a:p>
        </p:txBody>
      </p:sp>
      <p:sp>
        <p:nvSpPr>
          <p:cNvPr id="10" name="S09-chip6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ext7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다음에는 어떻게 할까?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계획 세우기</a:t>
            </a:r>
            <a:endParaRPr lang="ko-KR" sz="4400" dirty="0"/>
          </a:p>
        </p:txBody>
      </p:sp>
      <p:sp>
        <p:nvSpPr>
          <p:cNvPr id="3" name="S10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할 공부 하나를 골라요.</a:t>
            </a:r>
            <a:endParaRPr lang="ko-KR" sz="3200" dirty="0"/>
          </a:p>
        </p:txBody>
      </p:sp>
      <p:sp>
        <p:nvSpPr>
          <p:cNvPr id="4" name="S10-chip7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ext7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할까요? 다 한 모습은?</a:t>
            </a:r>
            <a:endParaRPr lang="ko-KR" sz="3200" dirty="0"/>
          </a:p>
        </p:txBody>
      </p:sp>
      <p:sp>
        <p:nvSpPr>
          <p:cNvPr id="6" name="S10-chip7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text7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세 단계는?</a:t>
            </a:r>
            <a:endParaRPr lang="ko-KR" sz="3200" dirty="0"/>
          </a:p>
        </p:txBody>
      </p:sp>
      <p:sp>
        <p:nvSpPr>
          <p:cNvPr id="8" name="S10-chip7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7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다온이의 돌아보기</a:t>
            </a:r>
            <a:endParaRPr lang="ko-KR" sz="4400" dirty="0"/>
          </a:p>
        </p:txBody>
      </p:sp>
      <p:sp>
        <p:nvSpPr>
          <p:cNvPr id="3" name="S11-text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다온이는 줄넘기 열 번 넘기를 계획했어요.</a:t>
            </a:r>
            <a:endParaRPr lang="ko-KR" sz="3200" dirty="0"/>
          </a:p>
        </p:txBody>
      </p:sp>
      <p:sp>
        <p:nvSpPr>
          <p:cNvPr id="4" name="S11-chip7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text80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 번 해 보니 여섯 번 넘고, 네 번 걸렸어요. 잘된 점은?</a:t>
            </a:r>
            <a:endParaRPr lang="ko-KR" sz="3200" dirty="0"/>
          </a:p>
        </p:txBody>
      </p:sp>
      <p:sp>
        <p:nvSpPr>
          <p:cNvPr id="6" name="S11-chip8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text82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어려웠던 점은?</a:t>
            </a:r>
            <a:endParaRPr lang="ko-KR" sz="3200" dirty="0"/>
          </a:p>
        </p:txBody>
      </p:sp>
      <p:sp>
        <p:nvSpPr>
          <p:cNvPr id="8" name="S11-chip8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text84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계획은 어떻게 고칠까요?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모습 돌아보기</a:t>
            </a:r>
            <a:endParaRPr lang="ko-KR" sz="4400" dirty="0"/>
          </a:p>
        </p:txBody>
      </p:sp>
      <p:sp>
        <p:nvSpPr>
          <p:cNvPr id="3" name="S12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계획하고, 해 보고, 돌아보면 잘한 거예요.</a:t>
            </a:r>
            <a:endParaRPr lang="ko-KR" sz="3200" dirty="0"/>
          </a:p>
        </p:txBody>
      </p:sp>
      <p:sp>
        <p:nvSpPr>
          <p:cNvPr id="5" name="S12-chip8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잘한 모습</a:t>
            </a:r>
            <a:endParaRPr lang="ko-KR" sz="2600" dirty="0"/>
          </a:p>
        </p:txBody>
      </p:sp>
      <p:sp>
        <p:nvSpPr>
          <p:cNvPr id="6" name="S12-text88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“읽기 → 가리기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확인받기”</a:t>
            </a:r>
            <a:endParaRPr lang="ko-KR" sz="2600" dirty="0"/>
          </a:p>
        </p:txBody>
      </p:sp>
      <p:sp>
        <p:nvSpPr>
          <p:cNvPr id="7" name="S12-text89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 세 단계</a:t>
            </a:r>
            <a:endParaRPr lang="ko-KR" sz="2600" dirty="0"/>
          </a:p>
        </p:txBody>
      </p:sp>
      <p:sp>
        <p:nvSpPr>
          <p:cNvPr id="8" name="S12-text90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“다음엔 천천히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돌릴래요.”</a:t>
            </a:r>
            <a:endParaRPr lang="ko-KR" sz="2600" dirty="0"/>
          </a:p>
        </p:txBody>
      </p:sp>
      <p:sp>
        <p:nvSpPr>
          <p:cNvPr id="9" name="S12-text91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계획 고치기</a:t>
            </a:r>
            <a:endParaRPr lang="ko-KR" sz="2600" dirty="0"/>
          </a:p>
        </p:txBody>
      </p:sp>
      <p:sp>
        <p:nvSpPr>
          <p:cNvPr id="10" name="S12-chip9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다시 생각해 볼 모습</a:t>
            </a:r>
            <a:endParaRPr lang="ko-KR" sz="2600" dirty="0"/>
          </a:p>
        </p:txBody>
      </p:sp>
      <p:sp>
        <p:nvSpPr>
          <p:cNvPr id="11" name="S12-text9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“공부하기. 끝.”</a:t>
            </a:r>
            <a:endParaRPr lang="ko-KR" sz="3200" dirty="0"/>
          </a:p>
        </p:txBody>
      </p:sp>
      <p:sp>
        <p:nvSpPr>
          <p:cNvPr id="12" name="S12-text9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차례·준비물 없음</a:t>
            </a:r>
            <a:endParaRPr lang="ko-KR" sz="2600" dirty="0"/>
          </a:p>
        </p:txBody>
      </p:sp>
      <p:sp>
        <p:nvSpPr>
          <p:cNvPr id="13" name="S12-text9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“그냥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망했어요.”</a:t>
            </a:r>
            <a:endParaRPr lang="ko-KR" sz="3200" dirty="0"/>
          </a:p>
        </p:txBody>
      </p:sp>
      <p:sp>
        <p:nvSpPr>
          <p:cNvPr id="14" name="S12-text9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돌아보기 없음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7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8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계획하고, 해 보고, 돌아봐요.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돌아본 것으로 다음 계획을 고쳐요.</a:t>
            </a:r>
            <a:endParaRPr lang="ko-KR" sz="3200" dirty="0"/>
          </a:p>
        </p:txBody>
      </p:sp>
      <p:sp>
        <p:nvSpPr>
          <p:cNvPr id="5" name="S13-chip99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단계마다 표시하기</a:t>
            </a:r>
            <a:endParaRPr lang="ko-KR" sz="2600" dirty="0"/>
          </a:p>
        </p:txBody>
      </p:sp>
      <p:sp>
        <p:nvSpPr>
          <p:cNvPr id="6" name="S13-chip100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‘망했어’로 끝내기</a:t>
            </a:r>
            <a:endParaRPr lang="ko-KR" sz="2600" dirty="0"/>
          </a:p>
        </p:txBody>
      </p:sp>
      <p:sp>
        <p:nvSpPr>
          <p:cNvPr id="7" name="S13-text101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02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계획표의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칸</a:t>
            </a:r>
            <a:endParaRPr lang="ko-KR" sz="2600" dirty="0"/>
          </a:p>
        </p:txBody>
      </p:sp>
      <p:sp>
        <p:nvSpPr>
          <p:cNvPr id="9" name="S13-text103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돌아보기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질문</a:t>
            </a:r>
            <a:endParaRPr lang="ko-KR" sz="2600" dirty="0"/>
          </a:p>
        </p:txBody>
      </p:sp>
      <p:sp>
        <p:nvSpPr>
          <p:cNvPr id="10" name="S13-text104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이번 주 공부 계획,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어땠나요?</a:t>
            </a:r>
            <a:endParaRPr lang="ko-KR" sz="2600" dirty="0"/>
          </a:p>
        </p:txBody>
      </p:sp>
      <p:sp>
        <p:nvSpPr>
          <p:cNvPr id="11" name="S13-text10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잘하는 일 찾기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세 조각으로 나눠요</a:t>
            </a:r>
            <a:endParaRPr lang="ko-KR" sz="4400" dirty="0"/>
          </a:p>
        </p:txBody>
      </p:sp>
      <p:sp>
        <p:nvSpPr>
          <p:cNvPr id="3" name="S14-text1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‘양말 신기’를 나눠 봐요.</a:t>
            </a:r>
            <a:endParaRPr lang="ko-KR" sz="3200" dirty="0"/>
          </a:p>
        </p:txBody>
      </p:sp>
      <p:sp>
        <p:nvSpPr>
          <p:cNvPr id="4" name="S14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한 가지씩 해요.</a:t>
            </a:r>
            <a:endParaRPr lang="ko-KR" sz="3200" dirty="0"/>
          </a:p>
        </p:txBody>
      </p:sp>
      <p:sp>
        <p:nvSpPr>
          <p:cNvPr id="6" name="S14-step109"/>
          <p:cNvSpPr txBox="1"/>
          <p:nvPr/>
        </p:nvSpPr>
        <p:spPr>
          <a:xfrm>
            <a:off x="1293876" y="28803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</a:t>
            </a:r>
            <a:endParaRPr lang="ko-KR" sz="3200" dirty="0"/>
          </a:p>
        </p:txBody>
      </p:sp>
      <p:sp>
        <p:nvSpPr>
          <p:cNvPr id="7" name="S14-line110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4-step111"/>
          <p:cNvSpPr txBox="1"/>
          <p:nvPr/>
        </p:nvSpPr>
        <p:spPr>
          <a:xfrm>
            <a:off x="4631436" y="28803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</a:t>
            </a:r>
            <a:endParaRPr lang="ko-KR" sz="3200" dirty="0"/>
          </a:p>
        </p:txBody>
      </p:sp>
      <p:sp>
        <p:nvSpPr>
          <p:cNvPr id="9" name="S14-line112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4-step113"/>
          <p:cNvSpPr txBox="1"/>
          <p:nvPr/>
        </p:nvSpPr>
        <p:spPr>
          <a:xfrm>
            <a:off x="7968996" y="288036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철학·논리·심리·교육·종교 계획·실행·돌아보기</dc:title>
  <dc:subject>KR22-G02-HUM-PLANDO-L01</dc:subject>
  <dc:creator>education-ppt</dc:creator>
  <cp:lastModifiedBy>education-ppt</cp:lastModifiedBy>
  <cp:revision>1</cp:revision>
  <dcterms:created xsi:type="dcterms:W3CDTF">2026-10-26T13:19:35Z</dcterms:created>
  <dcterms:modified xsi:type="dcterms:W3CDTF">2026-10-26T13:19:35Z</dcterms:modified>
</cp:coreProperties>
</file>