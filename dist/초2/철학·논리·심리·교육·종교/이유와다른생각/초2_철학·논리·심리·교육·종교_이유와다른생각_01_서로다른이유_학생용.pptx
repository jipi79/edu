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18d1a7e-1d00-a4d3-530e-3704f78d1909}">
          <p14:sldIdLst>
            <p14:sldId id="256"/>
            <p14:sldId id="257"/>
          </p14:sldIdLst>
        </p14:section>
        <p14:section name="개념" id="{d75767fb-6a0e-9d6d-9156-8b8eb1966391}">
          <p14:sldIdLst>
            <p14:sldId id="258"/>
            <p14:sldId id="259"/>
            <p14:sldId id="261"/>
          </p14:sldIdLst>
        </p14:section>
        <p14:section name="연습" id="{0224bb5a-062e-d9eb-7db2-9f89f47f7c64}">
          <p14:sldIdLst>
            <p14:sldId id="260"/>
            <p14:sldId id="262"/>
            <p14:sldId id="263"/>
          </p14:sldIdLst>
        </p14:section>
        <p14:section name="개념" id="{a71027fc-7eae-aa25-af49-32dc8b37e8c5}">
          <p14:sldIdLst/>
        </p14:section>
        <p14:section name="연습" id="{2c01d6c2-befe-7411-47f5-4cfcd9f0ba08}">
          <p14:sldIdLst/>
        </p14:section>
        <p14:section name="확인" id="{1e3c05eb-e2b2-e45e-07af-d27a4a40c944}">
          <p14:sldIdLst>
            <p14:sldId id="264"/>
            <p14:sldId id="265"/>
          </p14:sldIdLst>
        </p14:section>
        <p14:section name="정리" id="{95f09e9b-17af-d956-e6fd-a34c01af94e7}">
          <p14:sldIdLst>
            <p14:sldId id="266"/>
          </p14:sldIdLst>
        </p14:section>
        <p14:section name="보충" id="{8ad4e66f-e577-8132-0485-b976df59b1f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이유와다른생각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서로 다른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서로 다른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철학·논리·심리·교육·종교 · 서로 다른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이유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문제인데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생각이 다를까?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서로 다른 까닭을 견주어요.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생각과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‘왜냐하면’ 기억나요?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까닭을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○○. 왜냐하면 ~”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중 무엇이 좋아요?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떡볶이와 김밥 중 무엇을 먹을래요?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문제, 다른 생각</a:t>
            </a:r>
            <a:endParaRPr lang="ko-KR" sz="44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오후, 하린이네 가족은 뭘 할까요?</a:t>
            </a:r>
            <a:endParaRPr lang="ko-KR" sz="32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중요하게 생각하는 것이 서로 달라요.</a:t>
            </a:r>
            <a:endParaRPr lang="ko-KR" sz="3200" dirty="0"/>
          </a:p>
        </p:txBody>
      </p:sp>
      <p:sp>
        <p:nvSpPr>
          <p:cNvPr id="6" name="S03-card1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타고 싶어요.”</a:t>
            </a:r>
            <a:endParaRPr lang="ko-KR" sz="3200" dirty="0"/>
          </a:p>
        </p:txBody>
      </p:sp>
      <p:sp>
        <p:nvSpPr>
          <p:cNvPr id="8" name="S03-card1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 준서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“도서관에 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숙제할 책이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필요해요.”</a:t>
            </a:r>
            <a:endParaRPr lang="ko-KR" sz="3200" dirty="0"/>
          </a:p>
        </p:txBody>
      </p:sp>
      <p:sp>
        <p:nvSpPr>
          <p:cNvPr id="10" name="S03-card1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“집에서 쉬자.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아프구나.”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것이 같아도</a:t>
            </a:r>
            <a:endParaRPr lang="ko-KR" sz="4400" dirty="0"/>
          </a:p>
        </p:txBody>
      </p:sp>
      <p:sp>
        <p:nvSpPr>
          <p:cNvPr id="3" name="S04-card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유나와 시우는 둘 다 공원에 가고 싶대요.</a:t>
            </a:r>
            <a:endParaRPr lang="ko-KR" sz="3200" dirty="0"/>
          </a:p>
        </p:txBody>
      </p:sp>
      <p:sp>
        <p:nvSpPr>
          <p:cNvPr id="5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까닭은 어떻게 다른가요?</a:t>
            </a:r>
            <a:endParaRPr lang="ko-KR" sz="3200" dirty="0"/>
          </a:p>
        </p:txBody>
      </p:sp>
      <p:sp>
        <p:nvSpPr>
          <p:cNvPr id="7" name="S04-chip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</a:t>
            </a:r>
            <a:endParaRPr lang="ko-KR" sz="2600" dirty="0"/>
          </a:p>
        </p:txBody>
      </p:sp>
      <p:sp>
        <p:nvSpPr>
          <p:cNvPr id="8" name="S04-text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“꽃을 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싶어서.”</a:t>
            </a:r>
            <a:endParaRPr lang="ko-KR" sz="3200" dirty="0"/>
          </a:p>
        </p:txBody>
      </p:sp>
      <p:sp>
        <p:nvSpPr>
          <p:cNvPr id="9" name="S04-chip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시우</a:t>
            </a:r>
            <a:endParaRPr lang="ko-KR" sz="2600" dirty="0"/>
          </a:p>
        </p:txBody>
      </p:sp>
      <p:sp>
        <p:nvSpPr>
          <p:cNvPr id="10" name="S04-text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“공을 차고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싶어서.”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이름 정하기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은호네 새 강아지 이름을 정해요.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강아지를 보고, 누가 자기를 생각했나요?</a:t>
            </a:r>
            <a:endParaRPr lang="ko-KR" sz="3200" dirty="0"/>
          </a:p>
        </p:txBody>
      </p:sp>
      <p:graphicFrame>
        <p:nvGraphicFramePr>
          <p:cNvPr id="6" name="S05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  <a:gridCol w="60350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작고 동글동글해서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바둑이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털에 점무늬가 있어서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내가 사탕을 좋아해서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살피는 질문</a:t>
            </a:r>
            <a:endParaRPr lang="ko-KR" sz="44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까닭도 끝까지 듣고 살펴요.</a:t>
            </a:r>
            <a:endParaRPr lang="ko-KR" sz="3200" dirty="0"/>
          </a:p>
        </p:txBody>
      </p:sp>
      <p:sp>
        <p:nvSpPr>
          <p:cNvPr id="5" name="S06-card34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문제와 이어져 있나요?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이름이면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강아지와 상관있나요?</a:t>
            </a:r>
            <a:endParaRPr lang="ko-KR" sz="3200" dirty="0"/>
          </a:p>
        </p:txBody>
      </p:sp>
      <p:sp>
        <p:nvSpPr>
          <p:cNvPr id="7" name="S06-card36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37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고개를 끄덕일까요?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“그렇네.” 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그네를 누가 먼저 탈까?</a:t>
            </a:r>
            <a:endParaRPr lang="ko-KR" sz="4400" dirty="0"/>
          </a:p>
        </p:txBody>
      </p:sp>
      <p:sp>
        <p:nvSpPr>
          <p:cNvPr id="3" name="S07-card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그네가 하나 남았어요.</a:t>
            </a:r>
            <a:endParaRPr lang="ko-KR" sz="3200" dirty="0"/>
          </a:p>
        </p:txBody>
      </p:sp>
      <p:sp>
        <p:nvSpPr>
          <p:cNvPr id="5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질문으로 살펴보면 어떤가요?</a:t>
            </a:r>
            <a:endParaRPr lang="ko-KR" sz="3200" dirty="0"/>
          </a:p>
        </p:txBody>
      </p:sp>
      <p:sp>
        <p:nvSpPr>
          <p:cNvPr id="7" name="S07-chip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도하</a:t>
            </a:r>
            <a:endParaRPr lang="ko-KR" sz="2600" dirty="0"/>
          </a:p>
        </p:txBody>
      </p:sp>
      <p:sp>
        <p:nvSpPr>
          <p:cNvPr id="8" name="S07-text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“내가 먼저 와서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기다렸으니까.”</a:t>
            </a:r>
            <a:endParaRPr lang="ko-KR" sz="3200" dirty="0"/>
          </a:p>
        </p:txBody>
      </p:sp>
      <p:sp>
        <p:nvSpPr>
          <p:cNvPr id="9" name="S07-chip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채원</a:t>
            </a:r>
            <a:endParaRPr lang="ko-KR" sz="2600" dirty="0"/>
          </a:p>
        </p:txBody>
      </p:sp>
      <p:sp>
        <p:nvSpPr>
          <p:cNvPr id="10" name="S07-text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“내가 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타고 싶으니까.”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하린이네는 어떻게 할까?</a:t>
            </a:r>
            <a:endParaRPr lang="ko-KR" sz="44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사람의 까닭을 모두 떠올려요.</a:t>
            </a:r>
            <a:endParaRPr lang="ko-KR" sz="3200" dirty="0"/>
          </a:p>
        </p:txBody>
      </p:sp>
      <p:sp>
        <p:nvSpPr>
          <p:cNvPr id="4" name="S08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나라면? 누구의 까닭을 생각했나요?</a:t>
            </a:r>
            <a:endParaRPr lang="ko-KR" sz="3200" dirty="0"/>
          </a:p>
        </p:txBody>
      </p:sp>
      <p:sp>
        <p:nvSpPr>
          <p:cNvPr id="6" name="S08-chip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공원에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가요.</a:t>
            </a:r>
            <a:endParaRPr lang="ko-KR" sz="3200" dirty="0"/>
          </a:p>
        </p:txBody>
      </p:sp>
      <p:sp>
        <p:nvSpPr>
          <p:cNvPr id="9" name="S08-chip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할머니는 쉬시고,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들렀다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가요.</a:t>
            </a:r>
            <a:endParaRPr lang="ko-KR" sz="3200" dirty="0"/>
          </a:p>
        </p:txBody>
      </p:sp>
      <p:sp>
        <p:nvSpPr>
          <p:cNvPr id="12" name="S08-chip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쉬고,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볼까요?</a:t>
            </a:r>
            <a:endParaRPr lang="ko-KR" sz="4400" dirty="0"/>
          </a:p>
        </p:txBody>
      </p:sp>
      <p:sp>
        <p:nvSpPr>
          <p:cNvPr id="3" name="S09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일요일, 텔레비전으로 무엇을 볼까요?</a:t>
            </a:r>
            <a:endParaRPr lang="ko-KR" sz="3200" dirty="0"/>
          </a:p>
        </p:txBody>
      </p:sp>
      <p:sp>
        <p:nvSpPr>
          <p:cNvPr id="5" name="S09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까닭이 어떻게 달라요? ② 어느 까닭에 끄덕여져요?</a:t>
            </a:r>
            <a:endParaRPr lang="ko-KR" sz="3200" dirty="0"/>
          </a:p>
        </p:txBody>
      </p:sp>
      <p:sp>
        <p:nvSpPr>
          <p:cNvPr id="7" name="S09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누나 아린</a:t>
            </a:r>
            <a:endParaRPr lang="ko-KR" sz="2600" dirty="0"/>
          </a:p>
        </p:txBody>
      </p:sp>
      <p:sp>
        <p:nvSpPr>
          <p:cNvPr id="8" name="S09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“동물 이야기.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동물을 좋아하니까.”</a:t>
            </a:r>
            <a:endParaRPr lang="ko-KR" sz="3200" dirty="0"/>
          </a:p>
        </p:txBody>
      </p:sp>
      <p:sp>
        <p:nvSpPr>
          <p:cNvPr id="9" name="S09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 태오</a:t>
            </a:r>
            <a:endParaRPr lang="ko-KR" sz="2600" dirty="0"/>
          </a:p>
        </p:txBody>
      </p:sp>
      <p:sp>
        <p:nvSpPr>
          <p:cNvPr id="10" name="S09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웃을 수 있으니까.”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텃밭에 무엇을 심을까?</a:t>
            </a:r>
            <a:endParaRPr lang="ko-KR" sz="4400" dirty="0"/>
          </a:p>
        </p:txBody>
      </p:sp>
      <p:sp>
        <p:nvSpPr>
          <p:cNvPr id="3" name="S11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텃밭에 하나만 심을 수 있어요.</a:t>
            </a:r>
            <a:endParaRPr lang="ko-KR" sz="3200" dirty="0"/>
          </a:p>
        </p:txBody>
      </p:sp>
      <p:sp>
        <p:nvSpPr>
          <p:cNvPr id="4" name="S11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골라서 까닭을 말하고, 다른 까닭도 들어요.</a:t>
            </a:r>
            <a:endParaRPr lang="ko-KR" sz="3200" dirty="0"/>
          </a:p>
        </p:txBody>
      </p:sp>
      <p:sp>
        <p:nvSpPr>
          <p:cNvPr id="6" name="S11-chip6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방울토마토</a:t>
            </a:r>
            <a:endParaRPr lang="ko-KR" sz="3200" dirty="0"/>
          </a:p>
        </p:txBody>
      </p:sp>
      <p:sp>
        <p:nvSpPr>
          <p:cNvPr id="9" name="S11-chip7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상추</a:t>
            </a:r>
            <a:endParaRPr lang="ko-KR" sz="3200" dirty="0"/>
          </a:p>
        </p:txBody>
      </p:sp>
      <p:sp>
        <p:nvSpPr>
          <p:cNvPr id="12" name="S11-chip7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문제에도 까닭은 다를 수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질문으로 까닭을 살펴요.</a:t>
            </a:r>
            <a:endParaRPr lang="ko-KR" sz="32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까닭 끝까지 듣기</a:t>
            </a:r>
            <a:endParaRPr lang="ko-KR" sz="2600" dirty="0"/>
          </a:p>
        </p:txBody>
      </p:sp>
      <p:sp>
        <p:nvSpPr>
          <p:cNvPr id="6" name="S12-chip8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“틀렸어!” 하고 자르기</a:t>
            </a:r>
            <a:endParaRPr lang="ko-KR" sz="2600" dirty="0"/>
          </a:p>
        </p:txBody>
      </p:sp>
      <p:sp>
        <p:nvSpPr>
          <p:cNvPr id="7" name="S12-text8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좋아하는 간식,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왜냐하면?</a:t>
            </a:r>
            <a:endParaRPr lang="ko-KR" sz="2600" dirty="0"/>
          </a:p>
        </p:txBody>
      </p:sp>
      <p:sp>
        <p:nvSpPr>
          <p:cNvPr id="9" name="S12-text8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까닭을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질문</a:t>
            </a:r>
            <a:endParaRPr lang="ko-KR" sz="2600" dirty="0"/>
          </a:p>
        </p:txBody>
      </p:sp>
      <p:sp>
        <p:nvSpPr>
          <p:cNvPr id="10" name="S12-text8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고른 것이 같으면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같을까?</a:t>
            </a:r>
            <a:endParaRPr lang="ko-KR" sz="2600" dirty="0"/>
          </a:p>
        </p:txBody>
      </p:sp>
      <p:sp>
        <p:nvSpPr>
          <p:cNvPr id="11" name="S12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계획·실행·돌아보기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까닭 붙이기</a:t>
            </a:r>
            <a:endParaRPr lang="ko-KR" sz="4400" dirty="0"/>
          </a:p>
        </p:txBody>
      </p:sp>
      <p:sp>
        <p:nvSpPr>
          <p:cNvPr id="3" name="S13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든 두 가지 중에 골라요.</a:t>
            </a:r>
            <a:endParaRPr lang="ko-KR" sz="3200" dirty="0"/>
          </a:p>
        </p:txBody>
      </p:sp>
      <p:sp>
        <p:nvSpPr>
          <p:cNvPr id="4" name="S13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것의 좋은 점이 까닭이 돼요.</a:t>
            </a:r>
            <a:endParaRPr lang="ko-KR" sz="3200" dirty="0"/>
          </a:p>
        </p:txBody>
      </p:sp>
      <p:sp>
        <p:nvSpPr>
          <p:cNvPr id="6" name="S13-step90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중에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골라요</a:t>
            </a:r>
            <a:endParaRPr lang="ko-KR" sz="3000" dirty="0"/>
          </a:p>
        </p:txBody>
      </p:sp>
      <p:sp>
        <p:nvSpPr>
          <p:cNvPr id="7" name="S13-line91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2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○○.”</a:t>
            </a:r>
            <a:endParaRPr lang="ko-KR" sz="3000" dirty="0"/>
          </a:p>
        </p:txBody>
      </p:sp>
      <p:sp>
        <p:nvSpPr>
          <p:cNvPr id="9" name="S13-line93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4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“왜냐하면 ~”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철학·논리·심리·교육·종교 서로 다른 이유</dc:title>
  <dc:subject>KR22-G02-HUM-REASONS-L01</dc:subject>
  <dc:creator>education-ppt</dc:creator>
  <cp:lastModifiedBy>education-ppt</cp:lastModifiedBy>
  <cp:revision>1</cp:revision>
  <dcterms:created xsi:type="dcterms:W3CDTF">2026-10-26T13:11:55Z</dcterms:created>
  <dcterms:modified xsi:type="dcterms:W3CDTF">2026-10-26T13:11:55Z</dcterms:modified>
</cp:coreProperties>
</file>