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33b4255-8626-9427-4e24-2249d86e60aa}">
          <p14:sldIdLst>
            <p14:sldId id="256"/>
            <p14:sldId id="257"/>
          </p14:sldIdLst>
        </p14:section>
        <p14:section name="개념" id="{25bd31c6-bc96-3092-0977-d0d036a302af}">
          <p14:sldIdLst>
            <p14:sldId id="258"/>
            <p14:sldId id="259"/>
            <p14:sldId id="262"/>
          </p14:sldIdLst>
        </p14:section>
        <p14:section name="연습" id="{f7425220-1a26-c379-77ce-87cb264e1cd7}">
          <p14:sldIdLst>
            <p14:sldId id="260"/>
            <p14:sldId id="261"/>
            <p14:sldId id="263"/>
          </p14:sldIdLst>
        </p14:section>
        <p14:section name="개념" id="{f1393c0f-2423-bd3a-ef0a-1fff72010039}">
          <p14:sldIdLst/>
        </p14:section>
        <p14:section name="연습" id="{6bd02456-d753-c1f1-ff98-97b480b6a45b}">
          <p14:sldIdLst/>
        </p14:section>
        <p14:section name="확인" id="{577f7db9-2849-1acb-d72e-363bdab8bf37}">
          <p14:sldIdLst>
            <p14:sldId id="264"/>
            <p14:sldId id="265"/>
            <p14:sldId id="266"/>
          </p14:sldIdLst>
        </p14:section>
        <p14:section name="정리" id="{99c2202e-e278-b646-7616-4502cb48a3ec}">
          <p14:sldIdLst>
            <p14:sldId id="267"/>
          </p14:sldIdLst>
        </p14:section>
        <p14:section name="보충" id="{85841fcf-ab9d-f924-a3d9-e489e07e02c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이해와읽기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정보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무엇을, 언제, 어디서?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정보를 어떻게 찾을까요?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978408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</p:txBody>
      </p:sp>
      <p:sp>
        <p:nvSpPr>
          <p:cNvPr id="7" name="S01-word4"/>
          <p:cNvSpPr txBox="1"/>
          <p:nvPr/>
        </p:nvSpPr>
        <p:spPr>
          <a:xfrm>
            <a:off x="978408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</p:txBody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누가·무엇을·언제·어디서를 찾아 답해요.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글을 읽고 물음의 답을 찾아 그대로 옮겨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대화일까요?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대화를 끝까지 들어요.</a:t>
            </a:r>
            <a:endParaRPr lang="ko-KR" sz="2800" dirty="0"/>
          </a:p>
        </p:txBody>
      </p:sp>
      <p:sp>
        <p:nvSpPr>
          <p:cNvPr id="4" name="S02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2-chip1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2-card1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1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Mina의 새 자전거</a:t>
            </a:r>
            <a:endParaRPr lang="ko-KR" sz="2800" dirty="0"/>
          </a:p>
        </p:txBody>
      </p:sp>
      <p:sp>
        <p:nvSpPr>
          <p:cNvPr id="9" name="S02-chip1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2-card1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숙제</a:t>
            </a:r>
            <a:endParaRPr lang="ko-KR" sz="2800" dirty="0"/>
          </a:p>
        </p:txBody>
      </p:sp>
      <p:sp>
        <p:nvSpPr>
          <p:cNvPr id="12" name="S02-chip1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2-card1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Tom의 강아지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 낱말을 보면 찾을 것이 보여요</a:t>
            </a:r>
            <a:endParaRPr lang="ko-KR" sz="40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two는 때, at the park는 곳이에요.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1845310"/>
          <a:ext cx="10607040" cy="914400"/>
        </p:xfrm>
        <a:graphic>
          <a:graphicData uri="http://schemas.openxmlformats.org/drawingml/2006/table">
            <a:tbl>
              <a:tblPr/>
              <a:tblGrid>
                <a:gridCol w="2863901"/>
                <a:gridCol w="2439619"/>
                <a:gridCol w="53035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찾을 것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이런 말을 찾아요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Who? 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Mina, my dad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What? 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물건, 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cake, soccer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When? 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 Saturday, at two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Where? 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 the park, in the library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 들어요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 어디에 가나요?</a:t>
            </a:r>
            <a:endParaRPr lang="ko-KR" sz="2800" dirty="0"/>
          </a:p>
        </p:txBody>
      </p:sp>
      <p:sp>
        <p:nvSpPr>
          <p:cNvPr id="4" name="S04-stepno23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4-text24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읽어요.</a:t>
            </a:r>
            <a:endParaRPr lang="ko-KR" sz="2800" dirty="0"/>
          </a:p>
        </p:txBody>
      </p:sp>
      <p:sp>
        <p:nvSpPr>
          <p:cNvPr id="6" name="S04-stepno25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4-text26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 낱말로 찾을 것을 정해요.</a:t>
            </a:r>
            <a:endParaRPr lang="ko-KR" sz="2800" dirty="0"/>
          </a:p>
        </p:txBody>
      </p:sp>
      <p:sp>
        <p:nvSpPr>
          <p:cNvPr id="8" name="S04-stepno27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4-text28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듣거나 읽으며 그 말을 찾아요.</a:t>
            </a:r>
            <a:endParaRPr lang="ko-KR" sz="2800" dirty="0"/>
          </a:p>
        </p:txBody>
      </p:sp>
      <p:sp>
        <p:nvSpPr>
          <p:cNvPr id="10" name="S04-stepno29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4-text30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말로 답해요.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답해요</a:t>
            </a:r>
            <a:endParaRPr lang="ko-KR" sz="40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읽고, 대화를 들으며 답을 찾아요.</a:t>
            </a:r>
            <a:endParaRPr lang="ko-KR" sz="2800" dirty="0"/>
          </a:p>
        </p:txBody>
      </p:sp>
      <p:sp>
        <p:nvSpPr>
          <p:cNvPr id="4" name="S05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5-text3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놀자고 했나요?</a:t>
            </a:r>
            <a:endParaRPr lang="ko-KR" sz="2800" dirty="0"/>
          </a:p>
        </p:txBody>
      </p:sp>
      <p:sp>
        <p:nvSpPr>
          <p:cNvPr id="6" name="S05-chip3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5-text3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하며 노나요?</a:t>
            </a:r>
            <a:endParaRPr lang="ko-KR" sz="2800" dirty="0"/>
          </a:p>
        </p:txBody>
      </p:sp>
      <p:sp>
        <p:nvSpPr>
          <p:cNvPr id="8" name="S05-chip3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5-text3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10" name="S05-chip3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5-text3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When에 알맞은 답은?</a:t>
            </a:r>
            <a:endParaRPr lang="ko-KR" sz="4000" dirty="0"/>
          </a:p>
        </p:txBody>
      </p:sp>
      <p:sp>
        <p:nvSpPr>
          <p:cNvPr id="3" name="S06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 do they meet?(언제 만나나요?)에 두 친구가 답했어요.</a:t>
            </a:r>
            <a:endParaRPr lang="ko-KR" sz="2800" dirty="0"/>
          </a:p>
        </p:txBody>
      </p:sp>
      <p:sp>
        <p:nvSpPr>
          <p:cNvPr id="5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그렇게 생각해요?</a:t>
            </a:r>
            <a:endParaRPr lang="ko-KR" sz="2800" dirty="0"/>
          </a:p>
        </p:txBody>
      </p:sp>
      <p:sp>
        <p:nvSpPr>
          <p:cNvPr id="7" name="S06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word45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park.</a:t>
            </a:r>
            <a:endParaRPr lang="ko-KR" sz="3200" dirty="0"/>
          </a:p>
        </p:txBody>
      </p:sp>
      <p:sp>
        <p:nvSpPr>
          <p:cNvPr id="9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word47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Saturday, at two.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있는 곳에 밑줄을 그어요</a:t>
            </a:r>
            <a:endParaRPr lang="ko-KR" sz="4000" dirty="0"/>
          </a:p>
        </p:txBody>
      </p:sp>
      <p:sp>
        <p:nvSpPr>
          <p:cNvPr id="3" name="S07-word48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가나요?</a:t>
            </a:r>
            <a:endParaRPr lang="ko-KR" sz="2800" dirty="0"/>
          </a:p>
        </p:txBody>
      </p:sp>
      <p:sp>
        <p:nvSpPr>
          <p:cNvPr id="4" name="S07-word49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읽나요?</a:t>
            </a:r>
            <a:endParaRPr lang="ko-KR" sz="2800" dirty="0"/>
          </a:p>
        </p:txBody>
      </p:sp>
      <p:sp>
        <p:nvSpPr>
          <p:cNvPr id="5" name="S07-word50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가나요?</a:t>
            </a:r>
            <a:endParaRPr lang="ko-KR" sz="2800" dirty="0"/>
          </a:p>
        </p:txBody>
      </p:sp>
      <p:sp>
        <p:nvSpPr>
          <p:cNvPr id="6" name="S07-word51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먹나요?</a:t>
            </a:r>
            <a:endParaRPr lang="ko-KR" sz="2800" dirty="0"/>
          </a:p>
        </p:txBody>
      </p:sp>
      <p:sp>
        <p:nvSpPr>
          <p:cNvPr id="7" name="S07-passagebox52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7-passage53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Jina's Saturday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name is Jina.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On Saturday, I go to the library with Yuri.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We read books there.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After that, we eat sandwiches in the park.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답을 찾아요</a:t>
            </a:r>
            <a:endParaRPr lang="ko-KR" sz="4000" dirty="0"/>
          </a:p>
        </p:txBody>
      </p:sp>
      <p:sp>
        <p:nvSpPr>
          <p:cNvPr id="3" name="S08-word54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파티는 언제인가요?</a:t>
            </a:r>
            <a:endParaRPr lang="ko-KR" sz="2800" dirty="0"/>
          </a:p>
        </p:txBody>
      </p:sp>
      <p:sp>
        <p:nvSpPr>
          <p:cNvPr id="4" name="S08-word55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친구들은 어디에 오나요?</a:t>
            </a:r>
            <a:endParaRPr lang="ko-KR" sz="2400" dirty="0"/>
          </a:p>
        </p:txBody>
      </p:sp>
      <p:sp>
        <p:nvSpPr>
          <p:cNvPr id="5" name="S08-word56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오나요?</a:t>
            </a:r>
            <a:endParaRPr lang="ko-KR" sz="2800" dirty="0"/>
          </a:p>
        </p:txBody>
      </p:sp>
      <p:sp>
        <p:nvSpPr>
          <p:cNvPr id="6" name="S08-word57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먹나요?</a:t>
            </a:r>
            <a:endParaRPr lang="ko-KR" sz="2800" dirty="0"/>
          </a:p>
        </p:txBody>
      </p:sp>
      <p:sp>
        <p:nvSpPr>
          <p:cNvPr id="7" name="S08-passagebox58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8-passage59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Sam's Birthday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Today is Sam's birthday.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His party is at four o'clock.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His friends come to his house.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They eat a big chocolate cake.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듣고 답해요</a:t>
            </a:r>
            <a:endParaRPr lang="ko-KR" sz="4000" dirty="0"/>
          </a:p>
        </p:txBody>
      </p:sp>
      <p:sp>
        <p:nvSpPr>
          <p:cNvPr id="3" name="S09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읽고, 혼자 들으며 답을 찾아요.</a:t>
            </a:r>
            <a:endParaRPr lang="ko-KR" sz="2800" dirty="0"/>
          </a:p>
        </p:txBody>
      </p:sp>
      <p:sp>
        <p:nvSpPr>
          <p:cNvPr id="4" name="S09-chip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Tom은 어디에 가나요?</a:t>
            </a:r>
            <a:endParaRPr lang="ko-KR" sz="2800" dirty="0"/>
          </a:p>
        </p:txBody>
      </p:sp>
      <p:sp>
        <p:nvSpPr>
          <p:cNvPr id="6" name="S09-chip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Tom은 누구와 가나요?</a:t>
            </a:r>
            <a:endParaRPr lang="ko-KR" sz="2800" dirty="0"/>
          </a:p>
        </p:txBody>
      </p:sp>
      <p:sp>
        <p:nvSpPr>
          <p:cNvPr id="8" name="S09-chip6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6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하러 가나요?</a:t>
            </a:r>
            <a:endParaRPr lang="ko-KR" sz="2800" dirty="0"/>
          </a:p>
        </p:txBody>
      </p:sp>
      <p:sp>
        <p:nvSpPr>
          <p:cNvPr id="10" name="S09-chip6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6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집에 와야 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 답을 찾아요</a:t>
            </a:r>
            <a:endParaRPr lang="ko-KR" sz="4000" dirty="0"/>
          </a:p>
        </p:txBody>
      </p:sp>
      <p:sp>
        <p:nvSpPr>
          <p:cNvPr id="3" name="S10-word69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가나요?</a:t>
            </a:r>
            <a:endParaRPr lang="ko-KR" sz="2800" dirty="0"/>
          </a:p>
        </p:txBody>
      </p:sp>
      <p:sp>
        <p:nvSpPr>
          <p:cNvPr id="4" name="S10-word70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가나요?</a:t>
            </a:r>
            <a:endParaRPr lang="ko-KR" sz="2800" dirty="0"/>
          </a:p>
        </p:txBody>
      </p:sp>
      <p:sp>
        <p:nvSpPr>
          <p:cNvPr id="5" name="S10-word71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함께 가나요?</a:t>
            </a:r>
            <a:endParaRPr lang="ko-KR" sz="2800" dirty="0"/>
          </a:p>
        </p:txBody>
      </p:sp>
      <p:sp>
        <p:nvSpPr>
          <p:cNvPr id="6" name="S10-word72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싶나요?</a:t>
            </a:r>
            <a:endParaRPr lang="ko-KR" sz="2800" dirty="0"/>
          </a:p>
        </p:txBody>
      </p:sp>
      <p:sp>
        <p:nvSpPr>
          <p:cNvPr id="7" name="S10-passagebox73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10-passage74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 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Our class goes to the zoo on Friday.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We go there by bus.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Mr. Park, our teacher, goes with 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want to see the lions.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맞는 답을 골라요</a:t>
            </a:r>
            <a:endParaRPr lang="ko-KR" sz="4000" dirty="0"/>
          </a:p>
        </p:txBody>
      </p:sp>
      <p:sp>
        <p:nvSpPr>
          <p:cNvPr id="3" name="S12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 plays soccer with Mina at the park on Sunday.</a:t>
            </a:r>
            <a:endParaRPr lang="ko-KR" sz="2800" dirty="0"/>
          </a:p>
        </p:txBody>
      </p:sp>
      <p:sp>
        <p:nvSpPr>
          <p:cNvPr id="4" name="S12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When?에 알맞은 답은? 어떻게 알았나요?</a:t>
            </a:r>
            <a:endParaRPr lang="ko-KR" sz="2800" dirty="0"/>
          </a:p>
        </p:txBody>
      </p:sp>
      <p:sp>
        <p:nvSpPr>
          <p:cNvPr id="6" name="S12-chip7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7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Mina</a:t>
            </a:r>
            <a:endParaRPr lang="ko-KR" sz="2800" dirty="0"/>
          </a:p>
        </p:txBody>
      </p:sp>
      <p:sp>
        <p:nvSpPr>
          <p:cNvPr id="9" name="S12-chip8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8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</a:t>
            </a:r>
            <a:endParaRPr lang="ko-KR" sz="2800" dirty="0"/>
          </a:p>
        </p:txBody>
      </p:sp>
      <p:sp>
        <p:nvSpPr>
          <p:cNvPr id="12" name="S12-chip8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8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Sunday</a:t>
            </a:r>
            <a:endParaRPr lang="ko-KR" sz="2800" dirty="0"/>
          </a:p>
        </p:txBody>
      </p:sp>
      <p:sp>
        <p:nvSpPr>
          <p:cNvPr id="15" name="S12-chip8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8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8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soccer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Who는 사람, What은 물건·하는 일, When은 때, Where는 곳!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 찾을 것을 정해요.</a:t>
            </a:r>
            <a:endParaRPr lang="ko-KR" sz="2800" dirty="0"/>
          </a:p>
        </p:txBody>
      </p:sp>
      <p:sp>
        <p:nvSpPr>
          <p:cNvPr id="5" name="S13-chip9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물음 먼저 읽기</a:t>
            </a:r>
            <a:endParaRPr lang="ko-KR" sz="2200" dirty="0"/>
          </a:p>
        </p:txBody>
      </p:sp>
      <p:sp>
        <p:nvSpPr>
          <p:cNvPr id="6" name="S13-chip9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When에 곳을 답하기</a:t>
            </a:r>
            <a:endParaRPr lang="ko-KR" sz="2200" dirty="0"/>
          </a:p>
        </p:txBody>
      </p:sp>
      <p:sp>
        <p:nvSpPr>
          <p:cNvPr id="7" name="S13-text9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When과 Where에는 각각 무엇을 답할까요?</a:t>
            </a:r>
            <a:endParaRPr lang="ko-KR" sz="2200" dirty="0"/>
          </a:p>
        </p:txBody>
      </p:sp>
      <p:sp>
        <p:nvSpPr>
          <p:cNvPr id="9" name="S13-text9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듣고 When과 Where에 답하기</a:t>
            </a:r>
            <a:endParaRPr lang="ko-KR" sz="2200" dirty="0"/>
          </a:p>
        </p:txBody>
      </p:sp>
      <p:sp>
        <p:nvSpPr>
          <p:cNvPr id="10" name="S13-text9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글에서 What의 답 찾기</a:t>
            </a:r>
            <a:endParaRPr lang="ko-KR" sz="2200" dirty="0"/>
          </a:p>
        </p:txBody>
      </p:sp>
      <p:sp>
        <p:nvSpPr>
          <p:cNvPr id="11" name="S13-text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하루 일과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중심 내용 다시 찾기</a:t>
            </a:r>
            <a:endParaRPr lang="ko-KR" sz="4000" dirty="0"/>
          </a:p>
        </p:txBody>
      </p:sp>
      <p:sp>
        <p:nvSpPr>
          <p:cNvPr id="3" name="S14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대화인지 알면 자세한 정보도 찾기 쉬워요.</a:t>
            </a:r>
            <a:endParaRPr lang="ko-KR" sz="2800" dirty="0"/>
          </a:p>
        </p:txBody>
      </p:sp>
      <p:sp>
        <p:nvSpPr>
          <p:cNvPr id="5" name="S14-card101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02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2800" dirty="0"/>
          </a:p>
        </p:txBody>
      </p:sp>
      <p:sp>
        <p:nvSpPr>
          <p:cNvPr id="7" name="S14-card103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04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낱말을 찾아요.</a:t>
            </a:r>
            <a:endParaRPr lang="ko-KR" sz="2800" dirty="0"/>
          </a:p>
        </p:txBody>
      </p:sp>
      <p:sp>
        <p:nvSpPr>
          <p:cNvPr id="9" name="S14-card105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06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문장을 아우르는 말을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세부 정보 찾기</dc:title>
  <dc:subject>KR22-G05-ENG-DETAILS-L01</dc:subject>
  <dc:creator>education-ppt</dc:creator>
  <cp:lastModifiedBy>education-ppt</cp:lastModifiedBy>
  <cp:revision>1</cp:revision>
  <dcterms:created xsi:type="dcterms:W3CDTF">2026-10-26T09:08:04Z</dcterms:created>
  <dcterms:modified xsi:type="dcterms:W3CDTF">2026-10-26T09:08:04Z</dcterms:modified>
</cp:coreProperties>
</file>