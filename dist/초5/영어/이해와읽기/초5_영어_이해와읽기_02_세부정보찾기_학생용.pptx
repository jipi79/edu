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ffb2751-a891-3109-7cc3-7b04d314fd86}">
          <p14:sldIdLst>
            <p14:sldId id="256"/>
            <p14:sldId id="257"/>
          </p14:sldIdLst>
        </p14:section>
        <p14:section name="개념" id="{bb5e59a5-c775-ae4d-f765-1133c0b20ba5}">
          <p14:sldIdLst>
            <p14:sldId id="258"/>
            <p14:sldId id="259"/>
            <p14:sldId id="262"/>
          </p14:sldIdLst>
        </p14:section>
        <p14:section name="연습" id="{7e274328-1aef-47bd-d1d6-5dc84ee450d7}">
          <p14:sldIdLst>
            <p14:sldId id="260"/>
            <p14:sldId id="261"/>
            <p14:sldId id="263"/>
          </p14:sldIdLst>
        </p14:section>
        <p14:section name="개념" id="{725a6ada-5498-cf2a-a7b6-bb20880a0a00}">
          <p14:sldIdLst/>
        </p14:section>
        <p14:section name="연습" id="{627fb094-1489-6835-4a13-97e54a8578d2}">
          <p14:sldIdLst/>
        </p14:section>
        <p14:section name="확인" id="{8b0a3d34-17c2-dbe2-e9cd-7f052b52dbe0}">
          <p14:sldIdLst>
            <p14:sldId id="264"/>
            <p14:sldId id="265"/>
            <p14:sldId id="266"/>
          </p14:sldIdLst>
        </p14:section>
        <p14:section name="정리" id="{b5a20e67-7408-d85b-b1bc-18a194ad349e}">
          <p14:sldIdLst>
            <p14:sldId id="267"/>
          </p14:sldIdLst>
        </p14:section>
        <p14:section name="보충" id="{9193ad5d-9499-2948-0b15-854bfc046254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이해와읽기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세부 정보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세부 정보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영어 · 세부 정보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세부 정보 찾기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누가, 무엇을, 언제, 어디서?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자세한 정보를 어떻게 찾을까요?</a:t>
            </a:r>
            <a:endParaRPr lang="ko-KR" sz="28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182880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Who?</a:t>
            </a:r>
            <a:endParaRPr lang="ko-KR" sz="3200" dirty="0"/>
          </a:p>
        </p:txBody>
      </p:sp>
      <p:sp>
        <p:nvSpPr>
          <p:cNvPr id="5" name="S01-word2"/>
          <p:cNvSpPr txBox="1"/>
          <p:nvPr/>
        </p:nvSpPr>
        <p:spPr>
          <a:xfrm>
            <a:off x="9784080" y="640080"/>
            <a:ext cx="182880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What?</a:t>
            </a:r>
            <a:endParaRPr lang="ko-KR" sz="3200" dirty="0"/>
          </a:p>
        </p:txBody>
      </p:sp>
      <p:sp>
        <p:nvSpPr>
          <p:cNvPr id="6" name="S01-word3"/>
          <p:cNvSpPr txBox="1"/>
          <p:nvPr/>
        </p:nvSpPr>
        <p:spPr>
          <a:xfrm>
            <a:off x="7680960" y="2240280"/>
            <a:ext cx="182880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When?</a:t>
            </a:r>
            <a:endParaRPr lang="ko-KR" sz="3200" dirty="0"/>
          </a:p>
        </p:txBody>
      </p:sp>
      <p:sp>
        <p:nvSpPr>
          <p:cNvPr id="7" name="S01-word4"/>
          <p:cNvSpPr txBox="1"/>
          <p:nvPr/>
        </p:nvSpPr>
        <p:spPr>
          <a:xfrm>
            <a:off x="9784080" y="2240280"/>
            <a:ext cx="182880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Where?</a:t>
            </a:r>
            <a:endParaRPr lang="ko-KR" sz="3200" dirty="0"/>
          </a:p>
        </p:txBody>
      </p:sp>
      <p:sp>
        <p:nvSpPr>
          <p:cNvPr id="8" name="S01-card5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대화를 듣고 누가·무엇을·언제·어디서를 찾아 답해요.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글을 읽고 물음의 답을 찾아 그대로 옮겨 써요.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관한 대화일까요?</a:t>
            </a:r>
            <a:endParaRPr lang="ko-KR" sz="40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읽어 주는 대화를 끝까지 들어요.</a:t>
            </a:r>
            <a:endParaRPr lang="ko-KR" sz="2800" dirty="0"/>
          </a:p>
        </p:txBody>
      </p:sp>
      <p:sp>
        <p:nvSpPr>
          <p:cNvPr id="4" name="S02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2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관한 대화인가요? 어떻게 알았나요?</a:t>
            </a:r>
            <a:endParaRPr lang="ko-KR" sz="2800" dirty="0"/>
          </a:p>
        </p:txBody>
      </p:sp>
      <p:sp>
        <p:nvSpPr>
          <p:cNvPr id="6" name="S02-chip1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02-card11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2-cardtext12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Mina의 새 자전거</a:t>
            </a:r>
            <a:endParaRPr lang="ko-KR" sz="2800" dirty="0"/>
          </a:p>
        </p:txBody>
      </p:sp>
      <p:sp>
        <p:nvSpPr>
          <p:cNvPr id="9" name="S02-chip1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02-card14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2-cardtext15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숙제</a:t>
            </a:r>
            <a:endParaRPr lang="ko-KR" sz="2800" dirty="0"/>
          </a:p>
        </p:txBody>
      </p:sp>
      <p:sp>
        <p:nvSpPr>
          <p:cNvPr id="12" name="S02-chip1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3" name="S02-card17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2-cardtext18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Tom의 강아지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 낱말을 보면 찾을 것이 보여요</a:t>
            </a:r>
            <a:endParaRPr lang="ko-KR" sz="4000" dirty="0"/>
          </a:p>
        </p:txBody>
      </p:sp>
      <p:sp>
        <p:nvSpPr>
          <p:cNvPr id="3" name="S03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two는 때, at the park는 곳이에요.</a:t>
            </a:r>
            <a:endParaRPr lang="ko-KR" sz="2800" dirty="0"/>
          </a:p>
        </p:txBody>
      </p:sp>
      <p:graphicFrame>
        <p:nvGraphicFramePr>
          <p:cNvPr id="4" name="S03-table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0956" y="1845310"/>
          <a:ext cx="10607040" cy="914400"/>
        </p:xfrm>
        <a:graphic>
          <a:graphicData uri="http://schemas.openxmlformats.org/drawingml/2006/table">
            <a:tbl>
              <a:tblPr/>
              <a:tblGrid>
                <a:gridCol w="2863901"/>
                <a:gridCol w="2439619"/>
                <a:gridCol w="53035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찾을 것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이런 말을 찾아요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Who? 누가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Mina, my dad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What? 무엇을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물건, 하는 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 cake, soccer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When? 언제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on Saturday, at two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Where? 어디서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곳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at the park, in the library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물음을 먼저 읽고 들어요</a:t>
            </a:r>
            <a:endParaRPr lang="ko-KR" sz="4000" dirty="0"/>
          </a:p>
        </p:txBody>
      </p:sp>
      <p:sp>
        <p:nvSpPr>
          <p:cNvPr id="3" name="S04-text22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Where? 어디에 가나요?</a:t>
            </a:r>
            <a:endParaRPr lang="ko-KR" sz="2800" dirty="0"/>
          </a:p>
        </p:txBody>
      </p:sp>
      <p:sp>
        <p:nvSpPr>
          <p:cNvPr id="4" name="S04-stepno23"/>
          <p:cNvSpPr txBox="1"/>
          <p:nvPr/>
        </p:nvSpPr>
        <p:spPr>
          <a:xfrm>
            <a:off x="548640" y="3067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5" name="S04-text24"/>
          <p:cNvSpPr txBox="1"/>
          <p:nvPr/>
        </p:nvSpPr>
        <p:spPr>
          <a:xfrm>
            <a:off x="1325880" y="306781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물음을 먼저 읽어요.</a:t>
            </a:r>
            <a:endParaRPr lang="ko-KR" sz="2800" dirty="0"/>
          </a:p>
        </p:txBody>
      </p:sp>
      <p:sp>
        <p:nvSpPr>
          <p:cNvPr id="6" name="S04-stepno25"/>
          <p:cNvSpPr txBox="1"/>
          <p:nvPr/>
        </p:nvSpPr>
        <p:spPr>
          <a:xfrm>
            <a:off x="548640" y="3781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7" name="S04-text26"/>
          <p:cNvSpPr txBox="1"/>
          <p:nvPr/>
        </p:nvSpPr>
        <p:spPr>
          <a:xfrm>
            <a:off x="1325880" y="378104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 낱말로 찾을 것을 정해요.</a:t>
            </a:r>
            <a:endParaRPr lang="ko-KR" sz="2800" dirty="0"/>
          </a:p>
        </p:txBody>
      </p:sp>
      <p:sp>
        <p:nvSpPr>
          <p:cNvPr id="8" name="S04-stepno27"/>
          <p:cNvSpPr txBox="1"/>
          <p:nvPr/>
        </p:nvSpPr>
        <p:spPr>
          <a:xfrm>
            <a:off x="548640" y="4494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9" name="S04-text28"/>
          <p:cNvSpPr txBox="1"/>
          <p:nvPr/>
        </p:nvSpPr>
        <p:spPr>
          <a:xfrm>
            <a:off x="1325880" y="449427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듣거나 읽으며 그 말을 찾아요.</a:t>
            </a:r>
            <a:endParaRPr lang="ko-KR" sz="2800" dirty="0"/>
          </a:p>
        </p:txBody>
      </p:sp>
      <p:sp>
        <p:nvSpPr>
          <p:cNvPr id="10" name="S04-stepno29"/>
          <p:cNvSpPr txBox="1"/>
          <p:nvPr/>
        </p:nvSpPr>
        <p:spPr>
          <a:xfrm>
            <a:off x="548640" y="52075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1" name="S04-text30"/>
          <p:cNvSpPr txBox="1"/>
          <p:nvPr/>
        </p:nvSpPr>
        <p:spPr>
          <a:xfrm>
            <a:off x="1325880" y="52075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말로 답해요.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답해요</a:t>
            </a:r>
            <a:endParaRPr lang="ko-KR" sz="4000" dirty="0"/>
          </a:p>
        </p:txBody>
      </p:sp>
      <p:sp>
        <p:nvSpPr>
          <p:cNvPr id="3" name="S05-text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물음을 먼저 읽고, 대화를 들으며 답을 찾아요.</a:t>
            </a:r>
            <a:endParaRPr lang="ko-KR" sz="2800" dirty="0"/>
          </a:p>
        </p:txBody>
      </p:sp>
      <p:sp>
        <p:nvSpPr>
          <p:cNvPr id="4" name="S05-chip3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5-text3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Who?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놀자고 했나요?</a:t>
            </a:r>
            <a:endParaRPr lang="ko-KR" sz="2800" dirty="0"/>
          </a:p>
        </p:txBody>
      </p:sp>
      <p:sp>
        <p:nvSpPr>
          <p:cNvPr id="6" name="S05-chip3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5-text3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What?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하며 노나요?</a:t>
            </a:r>
            <a:endParaRPr lang="ko-KR" sz="2800" dirty="0"/>
          </a:p>
        </p:txBody>
      </p:sp>
      <p:sp>
        <p:nvSpPr>
          <p:cNvPr id="8" name="S05-chip3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5-text37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When?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만나나요?</a:t>
            </a:r>
            <a:endParaRPr lang="ko-KR" sz="2800" dirty="0"/>
          </a:p>
        </p:txBody>
      </p:sp>
      <p:sp>
        <p:nvSpPr>
          <p:cNvPr id="10" name="S05-chip38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05-text39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Where?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 만나나요?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When에 알맞은 답은?</a:t>
            </a:r>
            <a:endParaRPr lang="ko-KR" sz="4000" dirty="0"/>
          </a:p>
        </p:txBody>
      </p:sp>
      <p:sp>
        <p:nvSpPr>
          <p:cNvPr id="3" name="S06-card4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4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When do they meet?(언제 만나나요?)에 두 친구가 답했어요.</a:t>
            </a:r>
            <a:endParaRPr lang="ko-KR" sz="2800" dirty="0"/>
          </a:p>
        </p:txBody>
      </p:sp>
      <p:sp>
        <p:nvSpPr>
          <p:cNvPr id="5" name="S06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알맞을까요? 왜 그렇게 생각해요?</a:t>
            </a:r>
            <a:endParaRPr lang="ko-KR" sz="2800" dirty="0"/>
          </a:p>
        </p:txBody>
      </p:sp>
      <p:sp>
        <p:nvSpPr>
          <p:cNvPr id="7" name="S06-chip4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6-word45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the park.</a:t>
            </a:r>
            <a:endParaRPr lang="ko-KR" sz="3200" dirty="0"/>
          </a:p>
        </p:txBody>
      </p:sp>
      <p:sp>
        <p:nvSpPr>
          <p:cNvPr id="9" name="S06-chip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6-word47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Saturday, at two.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있는 곳에 밑줄을 그어요</a:t>
            </a:r>
            <a:endParaRPr lang="ko-KR" sz="4000" dirty="0"/>
          </a:p>
        </p:txBody>
      </p:sp>
      <p:sp>
        <p:nvSpPr>
          <p:cNvPr id="3" name="S07-word48"/>
          <p:cNvSpPr txBox="1"/>
          <p:nvPr/>
        </p:nvSpPr>
        <p:spPr>
          <a:xfrm>
            <a:off x="7564465" y="1325880"/>
            <a:ext cx="4075847" cy="1017270"/>
          </a:xfrm>
          <a:prstGeom prst="roundRect">
            <a:avLst>
              <a:gd name="adj" fmla="val 1258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Who?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누구와 가나요?</a:t>
            </a:r>
            <a:endParaRPr lang="ko-KR" sz="2800" dirty="0"/>
          </a:p>
        </p:txBody>
      </p:sp>
      <p:sp>
        <p:nvSpPr>
          <p:cNvPr id="4" name="S07-word49"/>
          <p:cNvSpPr txBox="1"/>
          <p:nvPr/>
        </p:nvSpPr>
        <p:spPr>
          <a:xfrm>
            <a:off x="7564465" y="2617470"/>
            <a:ext cx="4075847" cy="1017270"/>
          </a:xfrm>
          <a:prstGeom prst="roundRect">
            <a:avLst>
              <a:gd name="adj" fmla="val 1258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What?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읽나요?</a:t>
            </a:r>
            <a:endParaRPr lang="ko-KR" sz="2800" dirty="0"/>
          </a:p>
        </p:txBody>
      </p:sp>
      <p:sp>
        <p:nvSpPr>
          <p:cNvPr id="5" name="S07-word50"/>
          <p:cNvSpPr txBox="1"/>
          <p:nvPr/>
        </p:nvSpPr>
        <p:spPr>
          <a:xfrm>
            <a:off x="7564465" y="3909060"/>
            <a:ext cx="4075847" cy="1017270"/>
          </a:xfrm>
          <a:prstGeom prst="roundRect">
            <a:avLst>
              <a:gd name="adj" fmla="val 1258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When?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가나요?</a:t>
            </a:r>
            <a:endParaRPr lang="ko-KR" sz="2800" dirty="0"/>
          </a:p>
        </p:txBody>
      </p:sp>
      <p:sp>
        <p:nvSpPr>
          <p:cNvPr id="6" name="S07-word51"/>
          <p:cNvSpPr txBox="1"/>
          <p:nvPr/>
        </p:nvSpPr>
        <p:spPr>
          <a:xfrm>
            <a:off x="7564465" y="5200650"/>
            <a:ext cx="4075847" cy="1017270"/>
          </a:xfrm>
          <a:prstGeom prst="roundRect">
            <a:avLst>
              <a:gd name="adj" fmla="val 1258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Where?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 먹나요?</a:t>
            </a:r>
            <a:endParaRPr lang="ko-KR" sz="2800" dirty="0"/>
          </a:p>
        </p:txBody>
      </p:sp>
      <p:sp>
        <p:nvSpPr>
          <p:cNvPr id="7" name="S07-passagebox52"/>
          <p:cNvSpPr/>
          <p:nvPr/>
        </p:nvSpPr>
        <p:spPr>
          <a:xfrm>
            <a:off x="548640" y="1325880"/>
            <a:ext cx="6650065" cy="4892040"/>
          </a:xfrm>
          <a:prstGeom prst="roundRect">
            <a:avLst>
              <a:gd name="adj" fmla="val 1869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8" name="S07-passage53"/>
          <p:cNvSpPr txBox="1"/>
          <p:nvPr/>
        </p:nvSpPr>
        <p:spPr>
          <a:xfrm>
            <a:off x="822960" y="1508760"/>
            <a:ext cx="6101425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Jina's Saturday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My name is Jina.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On Saturday, I go to the library with Yuri.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We read books there.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After that, we eat sandwiches in the park.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 답을 찾아요</a:t>
            </a:r>
            <a:endParaRPr lang="ko-KR" sz="4000" dirty="0"/>
          </a:p>
        </p:txBody>
      </p:sp>
      <p:sp>
        <p:nvSpPr>
          <p:cNvPr id="3" name="S08-word54"/>
          <p:cNvSpPr txBox="1"/>
          <p:nvPr/>
        </p:nvSpPr>
        <p:spPr>
          <a:xfrm>
            <a:off x="7564465" y="1325880"/>
            <a:ext cx="4075847" cy="1017270"/>
          </a:xfrm>
          <a:prstGeom prst="roundRect">
            <a:avLst>
              <a:gd name="adj" fmla="val 1258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When?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파티는 언제인가요?</a:t>
            </a:r>
            <a:endParaRPr lang="ko-KR" sz="2800" dirty="0"/>
          </a:p>
        </p:txBody>
      </p:sp>
      <p:sp>
        <p:nvSpPr>
          <p:cNvPr id="4" name="S08-word55"/>
          <p:cNvSpPr txBox="1"/>
          <p:nvPr/>
        </p:nvSpPr>
        <p:spPr>
          <a:xfrm>
            <a:off x="7564465" y="2617470"/>
            <a:ext cx="4075847" cy="1017270"/>
          </a:xfrm>
          <a:prstGeom prst="roundRect">
            <a:avLst>
              <a:gd name="adj" fmla="val 1258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Where?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친구들은 어디에 오나요?</a:t>
            </a:r>
            <a:endParaRPr lang="ko-KR" sz="2400" dirty="0"/>
          </a:p>
        </p:txBody>
      </p:sp>
      <p:sp>
        <p:nvSpPr>
          <p:cNvPr id="5" name="S08-word56"/>
          <p:cNvSpPr txBox="1"/>
          <p:nvPr/>
        </p:nvSpPr>
        <p:spPr>
          <a:xfrm>
            <a:off x="7564465" y="3909060"/>
            <a:ext cx="4075847" cy="1017270"/>
          </a:xfrm>
          <a:prstGeom prst="roundRect">
            <a:avLst>
              <a:gd name="adj" fmla="val 1258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Who?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오나요?</a:t>
            </a:r>
            <a:endParaRPr lang="ko-KR" sz="2800" dirty="0"/>
          </a:p>
        </p:txBody>
      </p:sp>
      <p:sp>
        <p:nvSpPr>
          <p:cNvPr id="6" name="S08-word57"/>
          <p:cNvSpPr txBox="1"/>
          <p:nvPr/>
        </p:nvSpPr>
        <p:spPr>
          <a:xfrm>
            <a:off x="7564465" y="5200650"/>
            <a:ext cx="4075847" cy="1017270"/>
          </a:xfrm>
          <a:prstGeom prst="roundRect">
            <a:avLst>
              <a:gd name="adj" fmla="val 1258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What?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먹나요?</a:t>
            </a:r>
            <a:endParaRPr lang="ko-KR" sz="2800" dirty="0"/>
          </a:p>
        </p:txBody>
      </p:sp>
      <p:sp>
        <p:nvSpPr>
          <p:cNvPr id="7" name="S08-passagebox58"/>
          <p:cNvSpPr/>
          <p:nvPr/>
        </p:nvSpPr>
        <p:spPr>
          <a:xfrm>
            <a:off x="548640" y="1325880"/>
            <a:ext cx="6650065" cy="4892040"/>
          </a:xfrm>
          <a:prstGeom prst="roundRect">
            <a:avLst>
              <a:gd name="adj" fmla="val 1869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8" name="S08-passage59"/>
          <p:cNvSpPr txBox="1"/>
          <p:nvPr/>
        </p:nvSpPr>
        <p:spPr>
          <a:xfrm>
            <a:off x="822960" y="1508760"/>
            <a:ext cx="6101425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Sam's Birthday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Today is Sam's birthday.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His party is at four o'clock.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His friends come to his house.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They eat a big chocolate cake.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듣고 답해요</a:t>
            </a:r>
            <a:endParaRPr lang="ko-KR" sz="4000" dirty="0"/>
          </a:p>
        </p:txBody>
      </p:sp>
      <p:sp>
        <p:nvSpPr>
          <p:cNvPr id="3" name="S09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물음을 먼저 읽고, 혼자 들으며 답을 찾아요.</a:t>
            </a:r>
            <a:endParaRPr lang="ko-KR" sz="2800" dirty="0"/>
          </a:p>
        </p:txBody>
      </p:sp>
      <p:sp>
        <p:nvSpPr>
          <p:cNvPr id="4" name="S09-chip6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9-text62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Where?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Tom은 어디에 가나요?</a:t>
            </a:r>
            <a:endParaRPr lang="ko-KR" sz="2800" dirty="0"/>
          </a:p>
        </p:txBody>
      </p:sp>
      <p:sp>
        <p:nvSpPr>
          <p:cNvPr id="6" name="S09-chip6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9-text64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Who?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Tom은 누구와 가나요?</a:t>
            </a:r>
            <a:endParaRPr lang="ko-KR" sz="2800" dirty="0"/>
          </a:p>
        </p:txBody>
      </p:sp>
      <p:sp>
        <p:nvSpPr>
          <p:cNvPr id="8" name="S09-chip65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9-text66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What?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하러 가나요?</a:t>
            </a:r>
            <a:endParaRPr lang="ko-KR" sz="2800" dirty="0"/>
          </a:p>
        </p:txBody>
      </p:sp>
      <p:sp>
        <p:nvSpPr>
          <p:cNvPr id="10" name="S09-chip67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09-text68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When?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시에 집에 와야 하나요?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읽고 답을 찾아요</a:t>
            </a:r>
            <a:endParaRPr lang="ko-KR" sz="4000" dirty="0"/>
          </a:p>
        </p:txBody>
      </p:sp>
      <p:sp>
        <p:nvSpPr>
          <p:cNvPr id="3" name="S10-word69"/>
          <p:cNvSpPr txBox="1"/>
          <p:nvPr/>
        </p:nvSpPr>
        <p:spPr>
          <a:xfrm>
            <a:off x="7564465" y="1325880"/>
            <a:ext cx="4075847" cy="1017270"/>
          </a:xfrm>
          <a:prstGeom prst="roundRect">
            <a:avLst>
              <a:gd name="adj" fmla="val 1258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When?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가나요?</a:t>
            </a:r>
            <a:endParaRPr lang="ko-KR" sz="2800" dirty="0"/>
          </a:p>
        </p:txBody>
      </p:sp>
      <p:sp>
        <p:nvSpPr>
          <p:cNvPr id="4" name="S10-word70"/>
          <p:cNvSpPr txBox="1"/>
          <p:nvPr/>
        </p:nvSpPr>
        <p:spPr>
          <a:xfrm>
            <a:off x="7564465" y="2617470"/>
            <a:ext cx="4075847" cy="1017270"/>
          </a:xfrm>
          <a:prstGeom prst="roundRect">
            <a:avLst>
              <a:gd name="adj" fmla="val 1258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Where?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가나요?</a:t>
            </a:r>
            <a:endParaRPr lang="ko-KR" sz="2800" dirty="0"/>
          </a:p>
        </p:txBody>
      </p:sp>
      <p:sp>
        <p:nvSpPr>
          <p:cNvPr id="5" name="S10-word71"/>
          <p:cNvSpPr txBox="1"/>
          <p:nvPr/>
        </p:nvSpPr>
        <p:spPr>
          <a:xfrm>
            <a:off x="7564465" y="3909060"/>
            <a:ext cx="4075847" cy="1017270"/>
          </a:xfrm>
          <a:prstGeom prst="roundRect">
            <a:avLst>
              <a:gd name="adj" fmla="val 1258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Who?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함께 가나요?</a:t>
            </a:r>
            <a:endParaRPr lang="ko-KR" sz="2800" dirty="0"/>
          </a:p>
        </p:txBody>
      </p:sp>
      <p:sp>
        <p:nvSpPr>
          <p:cNvPr id="6" name="S10-word72"/>
          <p:cNvSpPr txBox="1"/>
          <p:nvPr/>
        </p:nvSpPr>
        <p:spPr>
          <a:xfrm>
            <a:off x="7564465" y="5200650"/>
            <a:ext cx="4075847" cy="1017270"/>
          </a:xfrm>
          <a:prstGeom prst="roundRect">
            <a:avLst>
              <a:gd name="adj" fmla="val 1258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What?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보고 싶나요?</a:t>
            </a:r>
            <a:endParaRPr lang="ko-KR" sz="2800" dirty="0"/>
          </a:p>
        </p:txBody>
      </p:sp>
      <p:sp>
        <p:nvSpPr>
          <p:cNvPr id="7" name="S10-passagebox73"/>
          <p:cNvSpPr/>
          <p:nvPr/>
        </p:nvSpPr>
        <p:spPr>
          <a:xfrm>
            <a:off x="548640" y="1325880"/>
            <a:ext cx="6650065" cy="4892040"/>
          </a:xfrm>
          <a:prstGeom prst="roundRect">
            <a:avLst>
              <a:gd name="adj" fmla="val 1869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8" name="S10-passage74"/>
          <p:cNvSpPr txBox="1"/>
          <p:nvPr/>
        </p:nvSpPr>
        <p:spPr>
          <a:xfrm>
            <a:off x="822960" y="1508760"/>
            <a:ext cx="6101425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Zoo Day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Our class goes to the zoo on Friday.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We go there by bus.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Mr. Park, our teacher, goes with us.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I want to see the lions.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물음에 맞는 답을 골라요</a:t>
            </a:r>
            <a:endParaRPr lang="ko-KR" sz="4000" dirty="0"/>
          </a:p>
        </p:txBody>
      </p:sp>
      <p:sp>
        <p:nvSpPr>
          <p:cNvPr id="3" name="S12-text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 plays soccer with Mina at the park on Sunday.</a:t>
            </a:r>
            <a:endParaRPr lang="ko-KR" sz="2800" dirty="0"/>
          </a:p>
        </p:txBody>
      </p:sp>
      <p:sp>
        <p:nvSpPr>
          <p:cNvPr id="4" name="S12-card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When?에 알맞은 답은? 어떻게 알았나요?</a:t>
            </a:r>
            <a:endParaRPr lang="ko-KR" sz="2800" dirty="0"/>
          </a:p>
        </p:txBody>
      </p:sp>
      <p:sp>
        <p:nvSpPr>
          <p:cNvPr id="6" name="S12-chip78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2-card79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80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with Mina</a:t>
            </a:r>
            <a:endParaRPr lang="ko-KR" sz="2800" dirty="0"/>
          </a:p>
        </p:txBody>
      </p:sp>
      <p:sp>
        <p:nvSpPr>
          <p:cNvPr id="9" name="S12-chip81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12-card82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83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the park</a:t>
            </a:r>
            <a:endParaRPr lang="ko-KR" sz="2800" dirty="0"/>
          </a:p>
        </p:txBody>
      </p:sp>
      <p:sp>
        <p:nvSpPr>
          <p:cNvPr id="12" name="S12-chip84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3" name="S12-card85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86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Sunday</a:t>
            </a:r>
            <a:endParaRPr lang="ko-KR" sz="2800" dirty="0"/>
          </a:p>
        </p:txBody>
      </p:sp>
      <p:sp>
        <p:nvSpPr>
          <p:cNvPr id="15" name="S12-chip87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6" name="S12-card88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2-cardtext89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soccer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90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1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Who는 사람, What은 물건·하는 일, When은 때, Where는 곳!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물음을 먼저 읽고 찾을 것을 정해요.</a:t>
            </a:r>
            <a:endParaRPr lang="ko-KR" sz="2800" dirty="0"/>
          </a:p>
        </p:txBody>
      </p:sp>
      <p:sp>
        <p:nvSpPr>
          <p:cNvPr id="5" name="S13-chip92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물음 먼저 읽기</a:t>
            </a:r>
            <a:endParaRPr lang="ko-KR" sz="2200" dirty="0"/>
          </a:p>
        </p:txBody>
      </p:sp>
      <p:sp>
        <p:nvSpPr>
          <p:cNvPr id="6" name="S13-chip93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When에 곳을 답하기</a:t>
            </a:r>
            <a:endParaRPr lang="ko-KR" sz="2200" dirty="0"/>
          </a:p>
        </p:txBody>
      </p:sp>
      <p:sp>
        <p:nvSpPr>
          <p:cNvPr id="7" name="S13-text94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95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When과 Where에는 각각 무엇을 답할까요?</a:t>
            </a:r>
            <a:endParaRPr lang="ko-KR" sz="2200" dirty="0"/>
          </a:p>
        </p:txBody>
      </p:sp>
      <p:sp>
        <p:nvSpPr>
          <p:cNvPr id="9" name="S13-text96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듣고 When과 Where에 답하기</a:t>
            </a:r>
            <a:endParaRPr lang="ko-KR" sz="2200" dirty="0"/>
          </a:p>
        </p:txBody>
      </p:sp>
      <p:sp>
        <p:nvSpPr>
          <p:cNvPr id="10" name="S13-text97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글에서 What의 답 찾기</a:t>
            </a:r>
            <a:endParaRPr lang="ko-KR" sz="2200" dirty="0"/>
          </a:p>
        </p:txBody>
      </p:sp>
      <p:sp>
        <p:nvSpPr>
          <p:cNvPr id="11" name="S13-text9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하루 일과 말하기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중심 내용 다시 찾기</a:t>
            </a:r>
            <a:endParaRPr lang="ko-KR" sz="4000" dirty="0"/>
          </a:p>
        </p:txBody>
      </p:sp>
      <p:sp>
        <p:nvSpPr>
          <p:cNvPr id="3" name="S14-card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관한 대화인지 알면 자세한 정보도 찾기 쉬워요.</a:t>
            </a:r>
            <a:endParaRPr lang="ko-KR" sz="2800" dirty="0"/>
          </a:p>
        </p:txBody>
      </p:sp>
      <p:sp>
        <p:nvSpPr>
          <p:cNvPr id="5" name="S14-card101"/>
          <p:cNvSpPr/>
          <p:nvPr/>
        </p:nvSpPr>
        <p:spPr>
          <a:xfrm>
            <a:off x="548640" y="16916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02"/>
          <p:cNvSpPr txBox="1"/>
          <p:nvPr/>
        </p:nvSpPr>
        <p:spPr>
          <a:xfrm>
            <a:off x="822960" y="18288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들어요.</a:t>
            </a:r>
            <a:endParaRPr lang="ko-KR" sz="2800" dirty="0"/>
          </a:p>
        </p:txBody>
      </p:sp>
      <p:sp>
        <p:nvSpPr>
          <p:cNvPr id="7" name="S14-card103"/>
          <p:cNvSpPr/>
          <p:nvPr/>
        </p:nvSpPr>
        <p:spPr>
          <a:xfrm>
            <a:off x="548640" y="278892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4-cardtext104"/>
          <p:cNvSpPr txBox="1"/>
          <p:nvPr/>
        </p:nvSpPr>
        <p:spPr>
          <a:xfrm>
            <a:off x="822960" y="292608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번 나오는 낱말을 찾아요.</a:t>
            </a:r>
            <a:endParaRPr lang="ko-KR" sz="2800" dirty="0"/>
          </a:p>
        </p:txBody>
      </p:sp>
      <p:sp>
        <p:nvSpPr>
          <p:cNvPr id="9" name="S14-card105"/>
          <p:cNvSpPr/>
          <p:nvPr/>
        </p:nvSpPr>
        <p:spPr>
          <a:xfrm>
            <a:off x="548640" y="388620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4-cardtext106"/>
          <p:cNvSpPr txBox="1"/>
          <p:nvPr/>
        </p:nvSpPr>
        <p:spPr>
          <a:xfrm>
            <a:off x="822960" y="402336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문장을 아우르는 말을 골라요.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영어 세부 정보 찾기</dc:title>
  <dc:subject>KR22-G05-ENG-DETAILS-L01</dc:subject>
  <dc:creator>education-ppt</dc:creator>
  <cp:lastModifiedBy>education-ppt</cp:lastModifiedBy>
  <cp:revision>1</cp:revision>
  <dcterms:created xsi:type="dcterms:W3CDTF">2026-10-26T08:52:04Z</dcterms:created>
  <dcterms:modified xsi:type="dcterms:W3CDTF">2026-10-26T08:52:04Z</dcterms:modified>
</cp:coreProperties>
</file>