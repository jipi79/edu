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3e51d77-5953-f093-eb94-fe143f0a1eef}">
          <p14:sldIdLst>
            <p14:sldId id="256"/>
            <p14:sldId id="257"/>
          </p14:sldIdLst>
        </p14:section>
        <p14:section name="개념" id="{9e9cd4c0-7a3f-e398-fe88-cd6469ef1a18}">
          <p14:sldIdLst>
            <p14:sldId id="258"/>
            <p14:sldId id="259"/>
            <p14:sldId id="263"/>
          </p14:sldIdLst>
        </p14:section>
        <p14:section name="연습" id="{4621ad11-5e06-d237-b9c1-f7b38286a4ca}">
          <p14:sldIdLst>
            <p14:sldId id="260"/>
            <p14:sldId id="261"/>
            <p14:sldId id="262"/>
            <p14:sldId id="264"/>
          </p14:sldIdLst>
        </p14:section>
        <p14:section name="개념" id="{3defc7cd-3bcb-a2ce-ecfc-a800f56796b3}">
          <p14:sldIdLst/>
        </p14:section>
        <p14:section name="연습" id="{81268112-c94e-3367-985d-535f8e7547c3}">
          <p14:sldIdLst/>
        </p14:section>
        <p14:section name="확인" id="{276ae3d5-d678-1e23-4eda-77eb6fbad301}">
          <p14:sldIdLst>
            <p14:sldId id="265"/>
            <p14:sldId id="266"/>
            <p14:sldId id="267"/>
            <p14:sldId id="268"/>
          </p14:sldIdLst>
        </p14:section>
        <p14:section name="정리" id="{6a550fb5-eb4a-2405-d190-74510129f373}">
          <p14:sldIdLst>
            <p14:sldId id="269"/>
          </p14:sldIdLst>
        </p14:section>
        <p14:section name="보충" id="{782270d4-408f-4735-84f5-67b56753dea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모르는 낱말이 있어도 중심 내용을 찾을 수 있다는 것에 관심을 갖게 하고, 오늘 할 일을 알립니다.
시간: 약 2분
이렇게 말해 보세요
- “친구 둘이 영어로 이야기하는데 pizza라는 말이 세 번이나 들렸어. 무슨 이야기를 하고 있을까?”
- “모든 낱말을 다 몰라도 무엇에 관한 이야기인지 알 수 있어. 오늘은 영어 대화와 글에서 가장 중요한 내용, 중심 내용을 찾는 방법을 배울 거야.”
예상 답
- “피자 이야기요.”
주의
- 오늘 듣기 대본은 화면에 없고 이 노트와 부모용 안내에만 있습니다. 부모님이 대본을 천천히 또박또박 두 번 읽어 주세요. 대화는 목소리를 조금 바꾸어 두 사람을 나타내면 좋습니다.
- 수업 전에 교과서 디지털 자료나 사전 앱의 발음 듣기로 낯선 낱말(soccer, cute, sunny, park, favorite, season)을 미리 들어 두세요. 부모님 발음이 완벽하지 않아도 괜찮습니다.
- 아이가 낱말 하나하나의 뜻을 묻더라도 바로 알려 주지 말고, 끝까지 들은 뒤에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확인(짧은 문장 읽고 듣기)]
목적: 앞 차시 ‘짧은 문장 읽고 쓰기’의 I like ~. / I have ~. 문장을 읽고 들어서 뜻을 아는지 확인합니다. 오늘의 대화와 글은 이런 짧은 문장으로 되어 있습니다.
시간: 약 3분
이렇게 말해 보세요
- “①과 ②를 소리 내어 읽고 무슨 뜻인지 말해 줄래?”
- “③, 엄마(아빠)가 말하는 문장을 듣고 뜻을 말해 봐. I have a cat.”
정답
- ① 나는 사과를 좋아해요.
- ② 나는 빨간 가방이 있어요.
- ③ 나는 고양이가 있어요(고양이를 키워요).
막히면
- like는 ‘좋아하다’, have는 ‘가지고 있다’라는 것만 먼저 알려 주고 다시 말하게 합니다.
- 세 문장 가운데 두 개 이상 뜻을 말하지 못하면 S15(보충)를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중심 내용을 찾는 방법]
목적: 중심 내용을 찾는 네 가지 방법을 알려 줍니다. 이어지는 시범과 연습에서 이 순서를 그대로 씁니다(M2, M3).
시간: 약 3분
이렇게 말해 보세요
- “네 가지 방법을 같이 읽어 볼까?”
- “1번, 처음만 듣고 고르면 틀리기 쉬워. 끝까지 들어야 해. 2번, 여러 번 나오는 낱말이 중요한 낱말일 때가 많아. 3번, 가장 하고 싶은 말은 첫 문장이나 끝 문장에 있을 때가 많아.”
- “4번의 ‘아우르는 말’은 여러 문장을 모두 감싸는 말이야. 사과, 바나나, 포도를 아우르는 말은 뭘까?”
예상 답
- “과일이요.”
막히면
- 단계마다 손가락을 하나씩 접으며 함께 소리 내어 읽습니다.
주의
- 5학년 국어에서 배우는 ‘중심 내용’과 같은 뜻입니다. 국어에서 익힌 방법을 영어에도 쓸 수 있다고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듣기(대화 1)]
목적: 부모가 대화를 들려준 뒤 생각을 소리 내어 말하며, 여러 번 나온 낱말로 중심 내용을 고르는 방법을 보여 줍니다(M3).
시간: 약 3분
이렇게 말해 보세요
- “보기 세 개를 먼저 읽어 보자. 이제 엄마(아빠)가 대화를 두 번 읽어 줄게. 끝까지 잘 들어 봐.”
- 들려줄 대화 1(화면에 없음): Tom: Mina, what do you have? / Mina: I have a new ball. / Tom: Do you like soccer? / Mina: Yes, I do. I play soccer with my dad. / Tom: Me, too! I like soccer.
- “엄마(아빠)는 이렇게 생각했어. new, dad가 한 번씩 들렸고, soccer는 세 번이나 들렸어. 처음에는 공 이야기였는데 그 뒤로는 계속 축구 이야기야. 그래서 축구에 관한 대화야.”
- “너는 어떤 낱말이 들렸어?”
정답
- 나(축구). soccer가 세 번 나오고, 두 사람이 축구를 좋아한다고 말합니다. 가(새 가방)의 new는 공(ball)을 꾸미는 말이고, 다(아빠의 생일)는 대화에 없습니다.
막히면
- 대화를 한 번 더 읽어 주며 soccer가 나올 때마다 손가락을 하나씩 펴게 합니다.
주의
- 대본은 문장마다 잠깐 쉬며 읽습니다. 아이가 ball, soccer를 모르면 들은 뒤에 뜻을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대화 1 대본에서 단서 낱말 찾기]
목적: 들은 대화를 글로 확인하며, 여러 번 나온 낱말이 중심 내용의 단서라는 것을 직접 찾아봅니다(M1).
시간: 약 3분
이렇게 말해 보세요
- “아까 들은 대화가 이거야. 엄마(아빠)와 한 줄씩 나누어 읽어 볼까? 너는 Mina야.”
- “여러 번 나온 낱말을 손가락으로 짚어 볼래? 몇 번 나왔어?”
- “ball은 몇 번 나왔어? 그럼 공에 관한 대화라고 하기는 어렵겠지?”
정답
- soccer가 세 번 나옵니다(Tom의 둘째 줄, Mina의 둘째 줄, Tom의 셋째 줄). like도 두 번 나옵니다.
- ball은 한 번만 나옵니다. I, you처럼 어느 대화에나 나오는 낱말은 단서로 세지 않습니다.
막히면
- soccer를 연필로 동그라미 치며 함께 세어 봅니다(화면 대신 활동지 뒷면에 대화를 옮겨 적어도 됩니다).
주의
- 이 장은 들은 뒤에 보는 장입니다. 듣기 전에 이 장을 먼저 보여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듣기 연습(대화 2)]
목적: 부모와 함께 대화를 듣고, 여러 번 나온 낱말과 이어지는 내용으로 중심 내용을 고릅니다.
시간: 약 3분
이렇게 말해 보세요
- “보기 네 개를 먼저 읽어 보자. 이번에도 두 번 읽어 줄게.”
- 들려줄 대화 2(화면에 없음): Jisu: Look! This is my cat. / Sam: Wow, she's cute! What's her name? / Jisu: Her name is Coco. / Sam: Does Coco like fish? / Jisu: Yes. She likes fish very much.
- “어떤 낱말이 여러 번 들렸어? 대화 내내 누구 이야기를 했어?”
정답
- 나(지수의 고양이). cat, Coco, she, her가 모두 지수의 고양이를 가리키고, 대화 내내 고양이 이야기를 합니다. 가(물고기)는 고양이가 좋아하는 것으로 끝에만 나오는 자세한 내용입니다. 다(Sam의 이름)와 라(공원)는 대화에 없습니다.
막히면
- “Coco는 누구였지? 지수의 무엇이야?”라고 묻고 대화를 한 번 더 읽어 줍니다.
주의
- Coco는 고양이 이름이고, she와 her는 Coco를 가리키는 말입니다. 아이가 물고기를 골라도 바로 고치지 말고 S07에서 비교합니다(M1).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비교(자세한 내용을 중심 내용으로 고르기)]
목적: 한 번 나온 자세한 내용과 처음부터 끝까지 이어지는 중심 내용을 비교합니다(M1). 글을 읽을 때도 같은 방법을 씁니다.
시간: 약 3분
이렇게 말해 보세요
- “가와 나 가운데 중심 내용은 어느 쪽일까? 왜 그렇게 생각해?”
- “물고기는 대화의 어디쯤에 나왔어? 고양이 이야기는 어디부터 어디까지 나왔어?”
- “그럼 가의 물고기는 무엇이라고 할 수 있을까?”
정답
- 나. 첫 줄부터 끝 줄까지 모두 지수의 고양이(Coco) 이야기입니다.
- 가의 물고기는 고양이가 좋아하는 것으로, 끝의 두 줄에만 나오는 자세한 내용입니다. 중심 내용은 모든 문장을 아우르는 말입니다.
막히면
- 대화 2를 다시 읽어 주며 고양이 이야기가 나오는 줄마다 손뼉을 치게 합니다.
주의
- 여기까지가 듣기 부분입니다. 아이가 지치면 여기서 나누어 다음 날 S08부터 해도 됩니다. 다음 날 시작할 때 S03을 한 번 더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시범 읽기(가장 하고 싶은 말이 첫 문장에 있는 글)]
목적: 부모가 생각을 소리 내어 말하며, 여러 번 나온 낱말과 첫 문장·끝 문장으로 가장 하고 싶은 말을 찾는 방법을 보여 줍니다.
시간: 약 4분
이렇게 말해 보세요
- “먼저 엄마(아빠)가 읽어 줄게. 그다음 한 문장씩 같이 읽자.” (favorite은 ‘가장 좋아하는’, season은 ‘계절’이라고 알려 줍니다.)
- “제목도 summer, 여러 번 나온 낱말도 summer야. ①번 첫 문장은 ‘나는 여름을 좋아해요.’, ④번 끝 문장은 ‘여름은 내가 가장 좋아하는 계절이에요.’ 둘 다 같은 말이지?”
- “②, ③은 무슨 내용이야? 여름에 할 수 있는 것, 그러니까 여름을 좋아하는 까닭이야. 그래서 글쓴이가 가장 하고 싶은 말은 ‘나는 여름을 좋아해요.’야.”
예상 답
- “나는 여름을 좋아해요. ①번이랑 ④번이에요.”
정답
- 가장 하고 싶은 말: 나는 여름을 (가장) 좋아해요. ①번 첫 문장과 ④번 끝 문장에 드러나 있습니다. ②, ③은 여름에 할 수 있는 일(자세한 내용)입니다.
막히면
- 문장마다 “이 문장은 무엇에 대한 말이야?”라고 묻고 우리말로 바꾸어 말하게 한 뒤, 네 문장을 아우르는 말을 고르게 합니다.
주의
- can은 ‘~할 수 있다’라는 뜻입니다. 아이가 모르면 알려 주어도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읽기 연습(아빠의 요리)]
목적: 부모와 함께 글을 읽고, 자세한 내용과 가장 하고 싶은 말을 구별해 고릅니다.
시간: 약 3분
이렇게 말해 보세요
- “한 문장씩 같이 읽어 볼까? cooks는 ‘요리한다’, makes는 ‘만든다’라는 뜻이야.”
- “가, 나, 다는 각각 몇 번 문장의 내용이야?”
- “세 가지 가운데 다른 문장들을 모두 아우르는 말은 어느 것일까?”
정답
- 나(아빠는 요리를 잘해요). ①번 첫 문장에 드러나 있습니다.
- 가는 ②번, 다는 ③번의 자세한 내용으로, 아빠가 요리를 잘한다는 것을 보여 주는 예입니다. ④번(나는 아빠의 음식을 정말 좋아해요)도 중심 내용과 이어집니다.
막히면
- 가와 다를 손으로 가리고 “피자랑 수프를 만드는 사람은 어떤 사람이야?”라고 묻습니다.
주의
- dad's의 's는 ‘~의’라는 뜻입니다(아빠의 음식).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듣고 중심 내용 고르기(대화 3)]
목적: 도움 없이 처음 듣는 대화의 중심 내용을 고르고 까닭을 말하는지 확인합니다. 첫 문장만 듣고 고르지 않는지 봅니다(M2).
시간: 약 3분
이렇게 말해 보세요
- “이번에는 혼자 해 볼래? 보기를 먼저 읽고, 엄마(아빠)가 두 번 읽어 주면 골라 봐.”
- 들려줄 대화 3(화면에 없음): Tom: Mom, it's sunny today. / Mom: Yes, it's a nice day. / Tom: Let's go to the park. / Mom: OK. Let's ride our bikes to the park. / Tom: Great!
- “무엇에 관한 대화야? 어떻게 알았어?”
정답
- 나(공원에 가기). park가 두 번 나오고, Let's go to the park.처럼 공원에 가자는 말로 이어집니다.
- 가(오늘 날씨)는 첫 두 줄에만 나오는 내용이고, 다(새 자전거 사기)는 자전거를 타고 가자는 말을 잘못 들은 것이며, 라(Tom의 생일)는 대화에 없습니다.
- 기준: 나를 고르고 park나 ‘공원에 가자고 했어요’를 까닭으로 말하면 통과입니다. 고르기만 하고 까닭을 말하지 못하면 ‘도움’으로 기록합니다.
막히면
- 바로 알려 주지 말고 “끝까지 들어 봤어? 마지막에 어디에 가자고 했어?”라고만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읽고 가장 하고 싶은 말 고르기(끝 문장)]
목적: 도움 없이 처음 보는 글에서 가장 하고 싶은 말을 고르고, 그 말이 드러난 문장을 찾는지 확인합니다. 이번에는 가장 하고 싶은 말이 끝 문장에 있습니다.
시간: 약 3분
이렇게 말해 보세요
- “이번에는 혼자 읽고 골라 볼래? 다 고르면 그 말이 몇 번 문장에 있는지도 말해 줘.”
- (아이가 다 읽은 뒤) “왜 그렇게 생각해?”
정답
- 다(Max는 나의 가장 친한 친구예요). ⑤번 끝 문장에 드러나 있습니다.
- 가는 ②번, 나는 ④번의 자세한 내용입니다. ①~④번은 Max가 어떤 개인지 알려 주고, ⑤번이 글쓴이의 마음을 모아 말합니다.
- 기준: 다를 고르고 ⑤번 문장을 찾으면 통과입니다.
막히면
- 바로 알려 주지 말고 “첫 문장과 끝 문장을 다시 읽어 볼까?”라고만 말합니다.
- best friend의 뜻을 물으면 ‘가장 친한 친구’라고 알려 주어도 됩니다.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고른 것과 왼쪽 정답을 비교해 보자.”
- “오른쪽처럼 고르면 왜 틀릴까?”
예상 답
- “처음만 듣고 고르면 안 돼요.” “한 번만 나온 건 자세한 내용이에요.”
주의
- 이 장은 학생용 파일에서 빠집니다. 틀렸다면 대본을 다시 읽어 주며 여러 번 나온 낱말을 함께 찾아봅니다.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확인(들은 글에 알맞은 제목 고르기)]
목적: 처음 보는 형식(제목 고르기)에서 들은 글의 중심 내용을 찾는지 확인합니다.
시간: 약 2분
이렇게 말해 보세요
- “가, 나, 다, 라를 같이 읽어 보자. little sister는 ‘여동생’이야.”
- 들려줄 글(화면에 없음): I have a little sister. Her name is Yuna. She is five years old. She likes rabbits. I play with Yuna every day.
- “가장 알맞은 제목은 어느 것일까? 어떻게 알았어?”
정답
- 가(My Little Sister). 모든 문장이 여동생 Yuna에 대한 이야기입니다(sister, Yuna, she, her).
- 나(My Rabbit)는 Yuna가 좋아하는 것으로 한 번 나오고, 다(My Five Friends)는 Yuna의 나이(five)를 잘못 들은 것이며, 라(My Day)는 every day를 듣고 고른 것입니다.
막히면
- 글을 한 번 더 읽어 주고 “누구 이야기가 계속 나와?”라고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“오늘 배운 중심 내용 찾는 방법을 말해 볼래?”
- “모르는 낱말이 나오면 어떻게 하기로 했지?”
예상 답
- “여러 번 나오는 낱말을 찾아요.” “끝까지 들어요.” “모르는 낱말이 있어도 괜찮아요.”
정답
- ① 끝까지 듣거나 읽기, 여러 번 나오는 낱말 찾기, 첫 문장과 끝 문장 살피기 가운데 두 가지 ② 사과에 관한 대화(대본은 활동지 5의 부모용 답에 있습니다) ③ 나는 겨울을 좋아해요.
주의
- 다음 차시에서는 같은 대화와 글에서 누가, 무엇을, 언제, 어디서 같은 자세한 정보를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보충(I like ~. / I have ~.)]
목적: S02에서 I like ~. / I have ~. 문장을 읽거나 알아듣지 못하면, 오늘 내용을 배우기 전에 먼저 다시 익힙니다.
시간: 약 5분
이렇게 말해 보세요
- “소리를 듣고 한 문장씩 따라 읽어 보자.” (교과서 디지털 자료나 사전 앱의 소리를 함께 듣습니다.)
- “엄마(아빠)가 말하는 문장의 뜻을 말해 봐. I like soccer.” (화면을 가리고 말해 줍니다.)
- “I like apples.의 like를 have로 바꾸면 뜻이 어떻게 바뀔까?”
정답
- I like soccer. → 나는 축구를 좋아해요. / I have apples. → 나는 사과가 있어요(사과를 가지고 있어요).
막히면
- 부모가 먼저 읽고 아이가 따라 읽는 것부터 다시 합니다.
주의
- 보충 뒤에도 짧은 문장을 읽지 못하면 앞 차시 ‘짧은 문장 읽고 쓰기’를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이해와읽기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낱말을 몰라도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이야기인지 알 수 있을까요?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무엇에 관한 대화인지 골라요.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글을 읽고 글쓴이가 가장 하고 싶은 말을 찾아요.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문장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듣고 뜻을 말해요.</a:t>
            </a:r>
            <a:endParaRPr lang="ko-KR" sz="28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apples.</a:t>
            </a:r>
            <a:endParaRPr lang="ko-KR" sz="28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red bag.</a:t>
            </a:r>
            <a:endParaRPr lang="ko-KR" sz="28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하는 말을 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찾는 방법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내용: 대화나 글에서 가장 중요한 내용</a:t>
            </a:r>
            <a:endParaRPr lang="ko-KR" sz="28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낱말이 있어도 괜찮아요.</a:t>
            </a:r>
            <a:endParaRPr lang="ko-KR" sz="2800" dirty="0"/>
          </a:p>
        </p:txBody>
      </p:sp>
      <p:sp>
        <p:nvSpPr>
          <p:cNvPr id="6" name="S03-stepno1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3-text17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듣거나 읽어요.</a:t>
            </a:r>
            <a:endParaRPr lang="ko-KR" sz="2800" dirty="0"/>
          </a:p>
        </p:txBody>
      </p:sp>
      <p:sp>
        <p:nvSpPr>
          <p:cNvPr id="8" name="S03-stepno1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3-text19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낱말을 찾아요.</a:t>
            </a:r>
            <a:endParaRPr lang="ko-KR" sz="2800" dirty="0"/>
          </a:p>
        </p:txBody>
      </p:sp>
      <p:sp>
        <p:nvSpPr>
          <p:cNvPr id="10" name="S03-stepno2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3-text21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문장과 끝 문장을 잘 살펴요.</a:t>
            </a:r>
            <a:endParaRPr lang="ko-KR" sz="2800" dirty="0"/>
          </a:p>
        </p:txBody>
      </p:sp>
      <p:sp>
        <p:nvSpPr>
          <p:cNvPr id="12" name="S03-stepno2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3-text23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문장을 아우르는 말을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대화일까요?</a:t>
            </a:r>
            <a:endParaRPr lang="ko-KR" sz="40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대화를 끝까지 들어요.</a:t>
            </a:r>
            <a:endParaRPr lang="ko-KR" sz="2800" dirty="0"/>
          </a:p>
        </p:txBody>
      </p:sp>
      <p:sp>
        <p:nvSpPr>
          <p:cNvPr id="4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4-chip2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4-card2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가방</a:t>
            </a:r>
            <a:endParaRPr lang="ko-KR" sz="2800" dirty="0"/>
          </a:p>
        </p:txBody>
      </p:sp>
      <p:sp>
        <p:nvSpPr>
          <p:cNvPr id="9" name="S04-chip3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4-card3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800" dirty="0"/>
          </a:p>
        </p:txBody>
      </p:sp>
      <p:sp>
        <p:nvSpPr>
          <p:cNvPr id="12" name="S04-chip3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4-card3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아빠의 생일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대화를 읽어 봐요</a:t>
            </a:r>
            <a:endParaRPr lang="ko-KR" sz="40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대화를 읽으며 여러 번 나온 낱말을 찾아요.</a:t>
            </a:r>
            <a:endParaRPr lang="ko-KR" sz="2800" dirty="0"/>
          </a:p>
        </p:txBody>
      </p:sp>
      <p:sp>
        <p:nvSpPr>
          <p:cNvPr id="4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나온 낱말은? 몇 번 나왔나요?</a:t>
            </a:r>
            <a:endParaRPr lang="ko-KR" sz="2800" dirty="0"/>
          </a:p>
        </p:txBody>
      </p:sp>
      <p:sp>
        <p:nvSpPr>
          <p:cNvPr id="6" name="S05-passagebox39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40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Mina, what do you have?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I have a new ball.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Do you like soccer?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Yes, I do. I play soccer with my dad.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Me, too! I like soccer.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골라요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끝까지 듣고 골라요.</a:t>
            </a:r>
            <a:endParaRPr lang="ko-KR" sz="28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6-card45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6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2800" dirty="0"/>
          </a:p>
        </p:txBody>
      </p:sp>
      <p:sp>
        <p:nvSpPr>
          <p:cNvPr id="9" name="S06-chip47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6-card48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9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지수의 고양이</a:t>
            </a:r>
            <a:endParaRPr lang="ko-KR" sz="2800" dirty="0"/>
          </a:p>
        </p:txBody>
      </p:sp>
      <p:sp>
        <p:nvSpPr>
          <p:cNvPr id="12" name="S06-chip50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6-card51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52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Sam의 이름</a:t>
            </a:r>
            <a:endParaRPr lang="ko-KR" sz="2800" dirty="0"/>
          </a:p>
        </p:txBody>
      </p:sp>
      <p:sp>
        <p:nvSpPr>
          <p:cNvPr id="15" name="S06-chip53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06-card54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55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알맞을까요?</a:t>
            </a:r>
            <a:endParaRPr lang="ko-KR" sz="40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들은 Coco 대화를 듣고 두 친구가 이렇게 말했어요.</a:t>
            </a:r>
            <a:endParaRPr lang="ko-KR" sz="2800" dirty="0"/>
          </a:p>
        </p:txBody>
      </p:sp>
      <p:sp>
        <p:nvSpPr>
          <p:cNvPr id="5" name="S07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중심 내용일까요? 왜 그렇게 생각해요?</a:t>
            </a:r>
            <a:endParaRPr lang="ko-KR" sz="2800" dirty="0"/>
          </a:p>
        </p:txBody>
      </p:sp>
      <p:sp>
        <p:nvSpPr>
          <p:cNvPr id="7" name="S07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물고기에 관한 대화예요.</a:t>
            </a:r>
            <a:endParaRPr lang="ko-KR" sz="2800" dirty="0"/>
          </a:p>
        </p:txBody>
      </p:sp>
      <p:sp>
        <p:nvSpPr>
          <p:cNvPr id="9" name="S07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지수의 고양이에 관한 대화예요.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하고 싶은 말 찾기</a:t>
            </a:r>
            <a:endParaRPr lang="ko-KR" sz="4000" dirty="0"/>
          </a:p>
        </p:txBody>
      </p:sp>
      <p:sp>
        <p:nvSpPr>
          <p:cNvPr id="3" name="S08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말은? 몇 번 문장에 있나요?</a:t>
            </a:r>
            <a:endParaRPr lang="ko-KR" sz="2800" dirty="0"/>
          </a:p>
        </p:txBody>
      </p:sp>
      <p:sp>
        <p:nvSpPr>
          <p:cNvPr id="5" name="S08-passagebox6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6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like summer.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In summer, I can swim in the sea.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can eat ice cream, too.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Summer is my favorite season.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읽고 골라요</a:t>
            </a:r>
            <a:endParaRPr lang="ko-KR" sz="4000" dirty="0"/>
          </a:p>
        </p:txBody>
      </p:sp>
      <p:sp>
        <p:nvSpPr>
          <p:cNvPr id="3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말을 골라요.</a:t>
            </a:r>
            <a:endParaRPr lang="ko-KR" sz="2800" dirty="0"/>
          </a:p>
        </p:txBody>
      </p:sp>
      <p:sp>
        <p:nvSpPr>
          <p:cNvPr id="5" name="S09-word70"/>
          <p:cNvSpPr txBox="1"/>
          <p:nvPr/>
        </p:nvSpPr>
        <p:spPr>
          <a:xfrm>
            <a:off x="7564465" y="132588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아빠는 일요일에 피자를 만들어요.</a:t>
            </a:r>
            <a:endParaRPr lang="ko-KR" sz="3200" dirty="0"/>
          </a:p>
        </p:txBody>
      </p:sp>
      <p:sp>
        <p:nvSpPr>
          <p:cNvPr id="6" name="S09-word71"/>
          <p:cNvSpPr txBox="1"/>
          <p:nvPr/>
        </p:nvSpPr>
        <p:spPr>
          <a:xfrm>
            <a:off x="7564465" y="268224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아빠는 요리를 잘해요.</a:t>
            </a:r>
            <a:endParaRPr lang="ko-KR" sz="3200" dirty="0"/>
          </a:p>
        </p:txBody>
      </p:sp>
      <p:sp>
        <p:nvSpPr>
          <p:cNvPr id="7" name="S09-word72"/>
          <p:cNvSpPr txBox="1"/>
          <p:nvPr/>
        </p:nvSpPr>
        <p:spPr>
          <a:xfrm>
            <a:off x="7564465" y="403860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아빠는 맛있는 수프도 만들어요.</a:t>
            </a:r>
            <a:endParaRPr lang="ko-KR" sz="3200" dirty="0"/>
          </a:p>
        </p:txBody>
      </p:sp>
      <p:sp>
        <p:nvSpPr>
          <p:cNvPr id="8" name="S09-passagebox73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9" name="S09-passage74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Dad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dad cooks very well.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He makes pizza on Sundays.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He makes good soup, too.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love my dad's food!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듣고 골라요</a:t>
            </a:r>
            <a:endParaRPr lang="ko-KR" sz="40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끝까지 듣고 혼자 골라요.</a:t>
            </a:r>
            <a:endParaRPr lang="ko-KR" sz="2800" dirty="0"/>
          </a:p>
        </p:txBody>
      </p:sp>
      <p:sp>
        <p:nvSpPr>
          <p:cNvPr id="4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10-chip7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0-card7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8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</a:t>
            </a:r>
            <a:endParaRPr lang="ko-KR" sz="2800" dirty="0"/>
          </a:p>
        </p:txBody>
      </p:sp>
      <p:sp>
        <p:nvSpPr>
          <p:cNvPr id="9" name="S10-chip8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0-card8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8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가기</a:t>
            </a:r>
            <a:endParaRPr lang="ko-KR" sz="2800" dirty="0"/>
          </a:p>
        </p:txBody>
      </p:sp>
      <p:sp>
        <p:nvSpPr>
          <p:cNvPr id="12" name="S10-chip8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0-card8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8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자전거 사기</a:t>
            </a:r>
            <a:endParaRPr lang="ko-KR" sz="2800" dirty="0"/>
          </a:p>
        </p:txBody>
      </p:sp>
      <p:sp>
        <p:nvSpPr>
          <p:cNvPr id="15" name="S10-chip8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0-card8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8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Tom의 생일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 골라요</a:t>
            </a:r>
            <a:endParaRPr lang="ko-KR" sz="4000" dirty="0"/>
          </a:p>
        </p:txBody>
      </p:sp>
      <p:sp>
        <p:nvSpPr>
          <p:cNvPr id="3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말은? 몇 번 문장에 있나요?</a:t>
            </a:r>
            <a:endParaRPr lang="ko-KR" sz="2800" dirty="0"/>
          </a:p>
        </p:txBody>
      </p:sp>
      <p:sp>
        <p:nvSpPr>
          <p:cNvPr id="5" name="S11-word92"/>
          <p:cNvSpPr txBox="1"/>
          <p:nvPr/>
        </p:nvSpPr>
        <p:spPr>
          <a:xfrm>
            <a:off x="7564465" y="132588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Max는 크고 갈색이에요.</a:t>
            </a:r>
            <a:endParaRPr lang="ko-KR" sz="3200" dirty="0"/>
          </a:p>
        </p:txBody>
      </p:sp>
      <p:sp>
        <p:nvSpPr>
          <p:cNvPr id="6" name="S11-word93"/>
          <p:cNvSpPr txBox="1"/>
          <p:nvPr/>
        </p:nvSpPr>
        <p:spPr>
          <a:xfrm>
            <a:off x="7564465" y="268224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Max는 밤에 내 침대에서 자요.</a:t>
            </a:r>
            <a:endParaRPr lang="ko-KR" sz="3200" dirty="0"/>
          </a:p>
        </p:txBody>
      </p:sp>
      <p:sp>
        <p:nvSpPr>
          <p:cNvPr id="7" name="S11-word94"/>
          <p:cNvSpPr txBox="1"/>
          <p:nvPr/>
        </p:nvSpPr>
        <p:spPr>
          <a:xfrm>
            <a:off x="7564465" y="403860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Max는 나의 가장 친한 친구예요.</a:t>
            </a:r>
            <a:endParaRPr lang="ko-KR" sz="3200" dirty="0"/>
          </a:p>
        </p:txBody>
      </p:sp>
      <p:sp>
        <p:nvSpPr>
          <p:cNvPr id="8" name="S11-passagebox95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9" name="S11-passage96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Dog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have a dog, Max.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Max is big and brown.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He likes to run in the park.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He sleeps on my bed at night.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Max is my best friend.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듣고 읽은 뒤, 모든 문장을 아우르는 말을 골라요.</a:t>
            </a:r>
            <a:endParaRPr lang="ko-KR" sz="2800" dirty="0"/>
          </a:p>
        </p:txBody>
      </p:sp>
      <p:sp>
        <p:nvSpPr>
          <p:cNvPr id="5" name="S12-chip9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00"/>
          <p:cNvSpPr txBox="1"/>
          <p:nvPr/>
        </p:nvSpPr>
        <p:spPr>
          <a:xfrm>
            <a:off x="548640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S10 나 공원에 가기</a:t>
            </a:r>
            <a:endParaRPr lang="ko-KR" sz="2800" dirty="0"/>
          </a:p>
        </p:txBody>
      </p:sp>
      <p:sp>
        <p:nvSpPr>
          <p:cNvPr id="7" name="S12-text101"/>
          <p:cNvSpPr txBox="1"/>
          <p:nvPr/>
        </p:nvSpPr>
        <p:spPr>
          <a:xfrm>
            <a:off x="548640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S11 다 ⑤번 끝 문장</a:t>
            </a:r>
            <a:endParaRPr lang="ko-KR" sz="2800" dirty="0"/>
          </a:p>
        </p:txBody>
      </p:sp>
      <p:sp>
        <p:nvSpPr>
          <p:cNvPr id="8" name="S12-chip10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9" name="S12-text103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문장만 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‘날씨’ 고르기</a:t>
            </a:r>
            <a:endParaRPr lang="ko-KR" sz="2800" dirty="0"/>
          </a:p>
        </p:txBody>
      </p:sp>
      <p:sp>
        <p:nvSpPr>
          <p:cNvPr id="10" name="S12-text104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나온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내용 고르기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제목을 골라요</a:t>
            </a:r>
            <a:endParaRPr lang="ko-KR" sz="4000" dirty="0"/>
          </a:p>
        </p:txBody>
      </p:sp>
      <p:sp>
        <p:nvSpPr>
          <p:cNvPr id="3" name="S13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글을 듣고 골라요.</a:t>
            </a:r>
            <a:endParaRPr lang="ko-KR" sz="2800" dirty="0"/>
          </a:p>
        </p:txBody>
      </p:sp>
      <p:sp>
        <p:nvSpPr>
          <p:cNvPr id="4" name="S13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글에 가장 알맞은 제목은? 어떻게 알았나요?</a:t>
            </a:r>
            <a:endParaRPr lang="ko-KR" sz="2800" dirty="0"/>
          </a:p>
        </p:txBody>
      </p:sp>
      <p:sp>
        <p:nvSpPr>
          <p:cNvPr id="6" name="S13-chip10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ard10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1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Little Sister</a:t>
            </a:r>
            <a:endParaRPr lang="ko-KR" sz="2800" dirty="0"/>
          </a:p>
        </p:txBody>
      </p:sp>
      <p:sp>
        <p:nvSpPr>
          <p:cNvPr id="9" name="S13-chip11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3-card11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1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Rabbit</a:t>
            </a:r>
            <a:endParaRPr lang="ko-KR" sz="2800" dirty="0"/>
          </a:p>
        </p:txBody>
      </p:sp>
      <p:sp>
        <p:nvSpPr>
          <p:cNvPr id="12" name="S13-chip11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3-card11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1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Five Friends</a:t>
            </a:r>
            <a:endParaRPr lang="ko-KR" sz="2800" dirty="0"/>
          </a:p>
        </p:txBody>
      </p:sp>
      <p:sp>
        <p:nvSpPr>
          <p:cNvPr id="15" name="S13-chip11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3-card11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3-cardtext11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Day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2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내용은 대화나 글에서 가장 중요한 내용이에요.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낱말과 첫 문장, 끝 문장을 살펴요.</a:t>
            </a:r>
            <a:endParaRPr lang="ko-KR" sz="2800" dirty="0"/>
          </a:p>
        </p:txBody>
      </p:sp>
      <p:sp>
        <p:nvSpPr>
          <p:cNvPr id="5" name="S14-chip12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고르기</a:t>
            </a:r>
            <a:endParaRPr lang="ko-KR" sz="2200" dirty="0"/>
          </a:p>
        </p:txBody>
      </p:sp>
      <p:sp>
        <p:nvSpPr>
          <p:cNvPr id="6" name="S14-chip12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번 나온 내용 고르기</a:t>
            </a:r>
            <a:endParaRPr lang="ko-KR" sz="2200" dirty="0"/>
          </a:p>
        </p:txBody>
      </p:sp>
      <p:sp>
        <p:nvSpPr>
          <p:cNvPr id="7" name="S14-text12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2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내용을 찾는 방법 두 가지는?</a:t>
            </a:r>
            <a:endParaRPr lang="ko-KR" sz="2200" dirty="0"/>
          </a:p>
        </p:txBody>
      </p:sp>
      <p:sp>
        <p:nvSpPr>
          <p:cNvPr id="9" name="S14-text12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듣고 무엇에 관한 대화인지 말하기</a:t>
            </a:r>
            <a:endParaRPr lang="ko-KR" sz="2200" dirty="0"/>
          </a:p>
        </p:txBody>
      </p:sp>
      <p:sp>
        <p:nvSpPr>
          <p:cNvPr id="10" name="S14-text12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짧은 글에서 가장 하고 싶은 말 찾기</a:t>
            </a:r>
            <a:endParaRPr lang="ko-KR" sz="2200" dirty="0"/>
          </a:p>
        </p:txBody>
      </p:sp>
      <p:sp>
        <p:nvSpPr>
          <p:cNvPr id="11" name="S14-text1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세부 정보 찾기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짧은 문장 다시 읽기</a:t>
            </a:r>
            <a:endParaRPr lang="ko-KR" sz="4000" dirty="0"/>
          </a:p>
        </p:txBody>
      </p:sp>
      <p:sp>
        <p:nvSpPr>
          <p:cNvPr id="3" name="S15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좋아하다, have 가지고 있다</a:t>
            </a:r>
            <a:endParaRPr lang="ko-KR" sz="2800" dirty="0"/>
          </a:p>
        </p:txBody>
      </p:sp>
      <p:sp>
        <p:nvSpPr>
          <p:cNvPr id="5" name="S15-word131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apples.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사과를 좋아해요.</a:t>
            </a:r>
            <a:endParaRPr lang="ko-KR" sz="3200" dirty="0"/>
          </a:p>
        </p:txBody>
      </p:sp>
      <p:sp>
        <p:nvSpPr>
          <p:cNvPr id="6" name="S15-word132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있어요.</a:t>
            </a:r>
            <a:endParaRPr lang="ko-KR" sz="3200" dirty="0"/>
          </a:p>
        </p:txBody>
      </p:sp>
      <p:sp>
        <p:nvSpPr>
          <p:cNvPr id="7" name="S15-word133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축구를 좋아해요.</a:t>
            </a:r>
            <a:endParaRPr lang="ko-KR" sz="3200" dirty="0"/>
          </a:p>
        </p:txBody>
      </p:sp>
      <p:sp>
        <p:nvSpPr>
          <p:cNvPr id="8" name="S15-word134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red bag.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빨간 가방이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중심 내용 찾기</dc:title>
  <dc:subject>KR22-G05-ENG-GIST-L01</dc:subject>
  <dc:creator>education-ppt</dc:creator>
  <cp:lastModifiedBy>education-ppt</cp:lastModifiedBy>
  <cp:revision>1</cp:revision>
  <dcterms:created xsi:type="dcterms:W3CDTF">2026-10-26T09:08:06Z</dcterms:created>
  <dcterms:modified xsi:type="dcterms:W3CDTF">2026-10-26T09:08:06Z</dcterms:modified>
</cp:coreProperties>
</file>