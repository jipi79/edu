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f060a5f3-b8de-b25c-4103-65f94281845e}">
          <p14:sldIdLst>
            <p14:sldId id="256"/>
            <p14:sldId id="257"/>
          </p14:sldIdLst>
        </p14:section>
        <p14:section name="개념" id="{048c334b-3029-a078-aa0a-aeaf2d34dff3}">
          <p14:sldIdLst>
            <p14:sldId id="258"/>
            <p14:sldId id="259"/>
            <p14:sldId id="263"/>
          </p14:sldIdLst>
        </p14:section>
        <p14:section name="연습" id="{72c3aeea-ea30-a9f6-6df5-6d4338a28121}">
          <p14:sldIdLst>
            <p14:sldId id="260"/>
            <p14:sldId id="261"/>
            <p14:sldId id="262"/>
            <p14:sldId id="264"/>
          </p14:sldIdLst>
        </p14:section>
        <p14:section name="개념" id="{eff5dcde-ad40-e699-8467-c87c2709e94b}">
          <p14:sldIdLst/>
        </p14:section>
        <p14:section name="연습" id="{0c284675-7865-337c-2c28-48095494f57a}">
          <p14:sldIdLst/>
        </p14:section>
        <p14:section name="확인" id="{24cc9173-41e6-215d-9780-9ba32545f519}">
          <p14:sldIdLst>
            <p14:sldId id="265"/>
            <p14:sldId id="266"/>
            <p14:sldId id="267"/>
          </p14:sldIdLst>
        </p14:section>
        <p14:section name="정리" id="{54d1685a-b7e6-68f8-1458-7860b0fbccbc}">
          <p14:sldIdLst>
            <p14:sldId id="268"/>
          </p14:sldIdLst>
        </p14:section>
        <p14:section name="보충" id="{6d12a562-cc7d-2812-9ac5-5b77dfa6353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이해와읽기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중심 내용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중심 내용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영어 · 중심 내용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 찾기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낱말을 몰라도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관한 이야기인지 알 수 있을까요?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pizza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17068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pizza</a:t>
            </a:r>
            <a:endParaRPr lang="ko-KR" sz="3200" dirty="0"/>
          </a:p>
        </p:txBody>
      </p:sp>
      <p:sp>
        <p:nvSpPr>
          <p:cNvPr id="6" name="S01-word3"/>
          <p:cNvSpPr txBox="1"/>
          <p:nvPr/>
        </p:nvSpPr>
        <p:spPr>
          <a:xfrm>
            <a:off x="7680960" y="2773680"/>
            <a:ext cx="3931920" cy="792480"/>
          </a:xfrm>
          <a:prstGeom prst="roundRect">
            <a:avLst>
              <a:gd name="adj" fmla="val 1615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pizza</a:t>
            </a:r>
            <a:endParaRPr lang="ko-KR" sz="3200" dirty="0"/>
          </a:p>
        </p:txBody>
      </p:sp>
      <p:sp>
        <p:nvSpPr>
          <p:cNvPr id="7" name="S01-card4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대화를 듣고 무엇에 관한 대화인지 골라요.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글을 읽고 글쓴이가 가장 하고 싶은 말을 찾아요.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문장 떠올리기</a:t>
            </a:r>
            <a:endParaRPr lang="ko-KR" sz="4000" dirty="0"/>
          </a:p>
        </p:txBody>
      </p:sp>
      <p:sp>
        <p:nvSpPr>
          <p:cNvPr id="3" name="S02-text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읽고, ③은 듣고 뜻을 말해요.</a:t>
            </a:r>
            <a:endParaRPr lang="ko-KR" sz="2800" dirty="0"/>
          </a:p>
        </p:txBody>
      </p:sp>
      <p:sp>
        <p:nvSpPr>
          <p:cNvPr id="4" name="S02-chip7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8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apples.</a:t>
            </a:r>
            <a:endParaRPr lang="ko-KR" sz="2800" dirty="0"/>
          </a:p>
        </p:txBody>
      </p:sp>
      <p:sp>
        <p:nvSpPr>
          <p:cNvPr id="6" name="S02-chip9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10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red bag.</a:t>
            </a:r>
            <a:endParaRPr lang="ko-KR" sz="2800" dirty="0"/>
          </a:p>
        </p:txBody>
      </p:sp>
      <p:sp>
        <p:nvSpPr>
          <p:cNvPr id="8" name="S02-chip1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2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하는 말을 들어요.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내용을 찾는 방법</a:t>
            </a:r>
            <a:endParaRPr lang="ko-KR" sz="4000" dirty="0"/>
          </a:p>
        </p:txBody>
      </p:sp>
      <p:sp>
        <p:nvSpPr>
          <p:cNvPr id="3" name="S03-text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내용: 대화나 글에서 가장 중요한 내용</a:t>
            </a:r>
            <a:endParaRPr lang="ko-KR" sz="2800" dirty="0"/>
          </a:p>
        </p:txBody>
      </p:sp>
      <p:sp>
        <p:nvSpPr>
          <p:cNvPr id="4" name="S03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낱말이 있어도 괜찮아요.</a:t>
            </a:r>
            <a:endParaRPr lang="ko-KR" sz="2800" dirty="0"/>
          </a:p>
        </p:txBody>
      </p:sp>
      <p:sp>
        <p:nvSpPr>
          <p:cNvPr id="6" name="S03-stepno16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7" name="S03-text17"/>
          <p:cNvSpPr txBox="1"/>
          <p:nvPr/>
        </p:nvSpPr>
        <p:spPr>
          <a:xfrm>
            <a:off x="1325880" y="22219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듣거나 읽어요.</a:t>
            </a:r>
            <a:endParaRPr lang="ko-KR" sz="2800" dirty="0"/>
          </a:p>
        </p:txBody>
      </p:sp>
      <p:sp>
        <p:nvSpPr>
          <p:cNvPr id="8" name="S03-stepno18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9" name="S03-text19"/>
          <p:cNvSpPr txBox="1"/>
          <p:nvPr/>
        </p:nvSpPr>
        <p:spPr>
          <a:xfrm>
            <a:off x="1325880" y="29352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번 나오는 낱말을 찾아요.</a:t>
            </a:r>
            <a:endParaRPr lang="ko-KR" sz="2800" dirty="0"/>
          </a:p>
        </p:txBody>
      </p:sp>
      <p:sp>
        <p:nvSpPr>
          <p:cNvPr id="10" name="S03-stepno20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1" name="S03-text21"/>
          <p:cNvSpPr txBox="1"/>
          <p:nvPr/>
        </p:nvSpPr>
        <p:spPr>
          <a:xfrm>
            <a:off x="1325880" y="36484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문장과 끝 문장을 잘 살펴요.</a:t>
            </a:r>
            <a:endParaRPr lang="ko-KR" sz="2800" dirty="0"/>
          </a:p>
        </p:txBody>
      </p:sp>
      <p:sp>
        <p:nvSpPr>
          <p:cNvPr id="12" name="S03-stepno22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3" name="S03-text23"/>
          <p:cNvSpPr txBox="1"/>
          <p:nvPr/>
        </p:nvSpPr>
        <p:spPr>
          <a:xfrm>
            <a:off x="1325880" y="43616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문장을 아우르는 말을 골라요.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관한 대화일까요?</a:t>
            </a:r>
            <a:endParaRPr lang="ko-KR" sz="4000" dirty="0"/>
          </a:p>
        </p:txBody>
      </p:sp>
      <p:sp>
        <p:nvSpPr>
          <p:cNvPr id="3" name="S04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읽어 주는 대화를 끝까지 들어요.</a:t>
            </a:r>
            <a:endParaRPr lang="ko-KR" sz="2800" dirty="0"/>
          </a:p>
        </p:txBody>
      </p:sp>
      <p:sp>
        <p:nvSpPr>
          <p:cNvPr id="4" name="S04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관한 대화인가요? 어떻게 알았나요?</a:t>
            </a:r>
            <a:endParaRPr lang="ko-KR" sz="2800" dirty="0"/>
          </a:p>
        </p:txBody>
      </p:sp>
      <p:sp>
        <p:nvSpPr>
          <p:cNvPr id="6" name="S04-chip27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04-card28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29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가방</a:t>
            </a:r>
            <a:endParaRPr lang="ko-KR" sz="2800" dirty="0"/>
          </a:p>
        </p:txBody>
      </p:sp>
      <p:sp>
        <p:nvSpPr>
          <p:cNvPr id="9" name="S04-chip3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04-card31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32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축구</a:t>
            </a:r>
            <a:endParaRPr lang="ko-KR" sz="2800" dirty="0"/>
          </a:p>
        </p:txBody>
      </p:sp>
      <p:sp>
        <p:nvSpPr>
          <p:cNvPr id="12" name="S04-chip33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04-card34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35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아빠의 생일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대화를 읽어 봐요</a:t>
            </a:r>
            <a:endParaRPr lang="ko-KR" sz="4000" dirty="0"/>
          </a:p>
        </p:txBody>
      </p:sp>
      <p:sp>
        <p:nvSpPr>
          <p:cNvPr id="3" name="S05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대화를 읽으며 여러 번 나온 낱말을 찾아요.</a:t>
            </a:r>
            <a:endParaRPr lang="ko-KR" sz="2800" dirty="0"/>
          </a:p>
        </p:txBody>
      </p:sp>
      <p:sp>
        <p:nvSpPr>
          <p:cNvPr id="4" name="S05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번 나온 낱말은? 몇 번 나왔나요?</a:t>
            </a:r>
            <a:endParaRPr lang="ko-KR" sz="2800" dirty="0"/>
          </a:p>
        </p:txBody>
      </p:sp>
      <p:sp>
        <p:nvSpPr>
          <p:cNvPr id="6" name="S05-passagebox39"/>
          <p:cNvSpPr/>
          <p:nvPr/>
        </p:nvSpPr>
        <p:spPr>
          <a:xfrm>
            <a:off x="548640" y="2011680"/>
            <a:ext cx="11091672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5-passage40"/>
          <p:cNvSpPr txBox="1"/>
          <p:nvPr/>
        </p:nvSpPr>
        <p:spPr>
          <a:xfrm>
            <a:off x="822960" y="2194560"/>
            <a:ext cx="105430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Mina, what do you have?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I have a new ball.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Do you like soccer?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Mina: Yes, I do. I play soccer with my dad.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Tom: Me, too! I like soccer.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골라요</a:t>
            </a:r>
            <a:endParaRPr lang="ko-KR" sz="4000" dirty="0"/>
          </a:p>
        </p:txBody>
      </p:sp>
      <p:sp>
        <p:nvSpPr>
          <p:cNvPr id="3" name="S06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대화를 끝까지 듣고 골라요.</a:t>
            </a:r>
            <a:endParaRPr lang="ko-KR" sz="2800" dirty="0"/>
          </a:p>
        </p:txBody>
      </p:sp>
      <p:sp>
        <p:nvSpPr>
          <p:cNvPr id="4" name="S06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관한 대화인가요? 어떻게 알았나요?</a:t>
            </a:r>
            <a:endParaRPr lang="ko-KR" sz="2800" dirty="0"/>
          </a:p>
        </p:txBody>
      </p:sp>
      <p:sp>
        <p:nvSpPr>
          <p:cNvPr id="6" name="S06-chip44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06-card45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46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</a:t>
            </a:r>
            <a:endParaRPr lang="ko-KR" sz="2800" dirty="0"/>
          </a:p>
        </p:txBody>
      </p:sp>
      <p:sp>
        <p:nvSpPr>
          <p:cNvPr id="9" name="S06-chip47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06-card48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49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지수의 고양이</a:t>
            </a:r>
            <a:endParaRPr lang="ko-KR" sz="2800" dirty="0"/>
          </a:p>
        </p:txBody>
      </p:sp>
      <p:sp>
        <p:nvSpPr>
          <p:cNvPr id="12" name="S06-chip50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06-card51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6-cardtext52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Sam의 이름</a:t>
            </a:r>
            <a:endParaRPr lang="ko-KR" sz="2800" dirty="0"/>
          </a:p>
        </p:txBody>
      </p:sp>
      <p:sp>
        <p:nvSpPr>
          <p:cNvPr id="15" name="S06-chip53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6" name="S06-card54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06-cardtext55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누구의 말이 알맞을까요?</a:t>
            </a:r>
            <a:endParaRPr lang="ko-KR" sz="4000" dirty="0"/>
          </a:p>
        </p:txBody>
      </p:sp>
      <p:sp>
        <p:nvSpPr>
          <p:cNvPr id="3" name="S07-card5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앞에서 들은 Coco 대화를 듣고 두 친구가 이렇게 말했어요.</a:t>
            </a:r>
            <a:endParaRPr lang="ko-KR" sz="2800" dirty="0"/>
          </a:p>
        </p:txBody>
      </p:sp>
      <p:sp>
        <p:nvSpPr>
          <p:cNvPr id="5" name="S07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중심 내용일까요? 왜 그렇게 생각해요?</a:t>
            </a:r>
            <a:endParaRPr lang="ko-KR" sz="2800" dirty="0"/>
          </a:p>
        </p:txBody>
      </p:sp>
      <p:sp>
        <p:nvSpPr>
          <p:cNvPr id="7" name="S07-chip6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7-text6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물고기에 관한 대화예요.</a:t>
            </a:r>
            <a:endParaRPr lang="ko-KR" sz="2800" dirty="0"/>
          </a:p>
        </p:txBody>
      </p:sp>
      <p:sp>
        <p:nvSpPr>
          <p:cNvPr id="9" name="S07-chip6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7-text6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지수의 고양이에 관한 대화예요.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하고 싶은 말 찾기</a:t>
            </a:r>
            <a:endParaRPr lang="ko-KR" sz="4000" dirty="0"/>
          </a:p>
        </p:txBody>
      </p:sp>
      <p:sp>
        <p:nvSpPr>
          <p:cNvPr id="3" name="S08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글쓴이가 가장 하고 싶은 말은? 몇 번 문장에 있나요?</a:t>
            </a:r>
            <a:endParaRPr lang="ko-KR" sz="2800" dirty="0"/>
          </a:p>
        </p:txBody>
      </p:sp>
      <p:sp>
        <p:nvSpPr>
          <p:cNvPr id="5" name="S08-passagebox6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8-passage6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Summer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 like summer.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In summer, I can swim in the sea.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I can eat ice cream, too.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Summer is my favorite season.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글을 읽고 골라요</a:t>
            </a:r>
            <a:endParaRPr lang="ko-KR" sz="4000" dirty="0"/>
          </a:p>
        </p:txBody>
      </p:sp>
      <p:sp>
        <p:nvSpPr>
          <p:cNvPr id="3" name="S09-card6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글쓴이가 가장 하고 싶은 말을 골라요.</a:t>
            </a:r>
            <a:endParaRPr lang="ko-KR" sz="2800" dirty="0"/>
          </a:p>
        </p:txBody>
      </p:sp>
      <p:sp>
        <p:nvSpPr>
          <p:cNvPr id="5" name="S09-word70"/>
          <p:cNvSpPr txBox="1"/>
          <p:nvPr/>
        </p:nvSpPr>
        <p:spPr>
          <a:xfrm>
            <a:off x="7564465" y="1325880"/>
            <a:ext cx="4075847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아빠는 일요일에 피자를 만들어요.</a:t>
            </a:r>
            <a:endParaRPr lang="ko-KR" sz="3200" dirty="0"/>
          </a:p>
        </p:txBody>
      </p:sp>
      <p:sp>
        <p:nvSpPr>
          <p:cNvPr id="6" name="S09-word71"/>
          <p:cNvSpPr txBox="1"/>
          <p:nvPr/>
        </p:nvSpPr>
        <p:spPr>
          <a:xfrm>
            <a:off x="7564465" y="2682240"/>
            <a:ext cx="4075847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아빠는 요리를 잘해요.</a:t>
            </a:r>
            <a:endParaRPr lang="ko-KR" sz="3200" dirty="0"/>
          </a:p>
        </p:txBody>
      </p:sp>
      <p:sp>
        <p:nvSpPr>
          <p:cNvPr id="7" name="S09-word72"/>
          <p:cNvSpPr txBox="1"/>
          <p:nvPr/>
        </p:nvSpPr>
        <p:spPr>
          <a:xfrm>
            <a:off x="7564465" y="4038600"/>
            <a:ext cx="4075847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아빠는 맛있는 수프도 만들어요.</a:t>
            </a:r>
            <a:endParaRPr lang="ko-KR" sz="3200" dirty="0"/>
          </a:p>
        </p:txBody>
      </p:sp>
      <p:sp>
        <p:nvSpPr>
          <p:cNvPr id="8" name="S09-passagebox73"/>
          <p:cNvSpPr/>
          <p:nvPr/>
        </p:nvSpPr>
        <p:spPr>
          <a:xfrm>
            <a:off x="548640" y="1325880"/>
            <a:ext cx="665006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9" name="S09-passage74"/>
          <p:cNvSpPr txBox="1"/>
          <p:nvPr/>
        </p:nvSpPr>
        <p:spPr>
          <a:xfrm>
            <a:off x="822960" y="1508760"/>
            <a:ext cx="610142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Dad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My dad cooks very well.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He makes pizza on Sundays.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He makes good soup, too.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 love my dad's food!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듣고 골라요</a:t>
            </a:r>
            <a:endParaRPr lang="ko-KR" sz="4000" dirty="0"/>
          </a:p>
        </p:txBody>
      </p:sp>
      <p:sp>
        <p:nvSpPr>
          <p:cNvPr id="3" name="S10-text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대화를 끝까지 듣고 혼자 골라요.</a:t>
            </a:r>
            <a:endParaRPr lang="ko-KR" sz="2800" dirty="0"/>
          </a:p>
        </p:txBody>
      </p:sp>
      <p:sp>
        <p:nvSpPr>
          <p:cNvPr id="4" name="S10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관한 대화인가요? 어떻게 알았나요?</a:t>
            </a:r>
            <a:endParaRPr lang="ko-KR" sz="2800" dirty="0"/>
          </a:p>
        </p:txBody>
      </p:sp>
      <p:sp>
        <p:nvSpPr>
          <p:cNvPr id="6" name="S10-chip78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0-card79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0-cardtext80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날씨</a:t>
            </a:r>
            <a:endParaRPr lang="ko-KR" sz="2800" dirty="0"/>
          </a:p>
        </p:txBody>
      </p:sp>
      <p:sp>
        <p:nvSpPr>
          <p:cNvPr id="9" name="S10-chip81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0-card82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0-cardtext83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공원에 가기</a:t>
            </a:r>
            <a:endParaRPr lang="ko-KR" sz="2800" dirty="0"/>
          </a:p>
        </p:txBody>
      </p:sp>
      <p:sp>
        <p:nvSpPr>
          <p:cNvPr id="12" name="S10-chip84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0-card85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0-cardtext86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자전거 사기</a:t>
            </a:r>
            <a:endParaRPr lang="ko-KR" sz="2800" dirty="0"/>
          </a:p>
        </p:txBody>
      </p:sp>
      <p:sp>
        <p:nvSpPr>
          <p:cNvPr id="15" name="S10-chip87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6" name="S10-card88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0-cardtext89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Tom의 생일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읽고 골라요</a:t>
            </a:r>
            <a:endParaRPr lang="ko-KR" sz="4000" dirty="0"/>
          </a:p>
        </p:txBody>
      </p:sp>
      <p:sp>
        <p:nvSpPr>
          <p:cNvPr id="3" name="S11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글쓴이가 가장 하고 싶은 말은? 몇 번 문장에 있나요?</a:t>
            </a:r>
            <a:endParaRPr lang="ko-KR" sz="2800" dirty="0"/>
          </a:p>
        </p:txBody>
      </p:sp>
      <p:sp>
        <p:nvSpPr>
          <p:cNvPr id="5" name="S11-word92"/>
          <p:cNvSpPr txBox="1"/>
          <p:nvPr/>
        </p:nvSpPr>
        <p:spPr>
          <a:xfrm>
            <a:off x="7564465" y="1325880"/>
            <a:ext cx="4075847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Max는 크고 갈색이에요.</a:t>
            </a:r>
            <a:endParaRPr lang="ko-KR" sz="3200" dirty="0"/>
          </a:p>
        </p:txBody>
      </p:sp>
      <p:sp>
        <p:nvSpPr>
          <p:cNvPr id="6" name="S11-word93"/>
          <p:cNvSpPr txBox="1"/>
          <p:nvPr/>
        </p:nvSpPr>
        <p:spPr>
          <a:xfrm>
            <a:off x="7564465" y="2682240"/>
            <a:ext cx="4075847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Max는 밤에 내 침대에서 자요.</a:t>
            </a:r>
            <a:endParaRPr lang="ko-KR" sz="3200" dirty="0"/>
          </a:p>
        </p:txBody>
      </p:sp>
      <p:sp>
        <p:nvSpPr>
          <p:cNvPr id="7" name="S11-word94"/>
          <p:cNvSpPr txBox="1"/>
          <p:nvPr/>
        </p:nvSpPr>
        <p:spPr>
          <a:xfrm>
            <a:off x="7564465" y="4038600"/>
            <a:ext cx="4075847" cy="1082040"/>
          </a:xfrm>
          <a:prstGeom prst="roundRect">
            <a:avLst>
              <a:gd name="adj" fmla="val 11831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Max는 나의 가장 친한 친구예요.</a:t>
            </a:r>
            <a:endParaRPr lang="ko-KR" sz="3200" dirty="0"/>
          </a:p>
        </p:txBody>
      </p:sp>
      <p:sp>
        <p:nvSpPr>
          <p:cNvPr id="8" name="S11-passagebox95"/>
          <p:cNvSpPr/>
          <p:nvPr/>
        </p:nvSpPr>
        <p:spPr>
          <a:xfrm>
            <a:off x="548640" y="1325880"/>
            <a:ext cx="665006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9" name="S11-passage96"/>
          <p:cNvSpPr txBox="1"/>
          <p:nvPr/>
        </p:nvSpPr>
        <p:spPr>
          <a:xfrm>
            <a:off x="822960" y="1508760"/>
            <a:ext cx="6101425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Dog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 have a dog, Max.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Max is big and brown.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He likes to run in the park.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He sleeps on my bed at night.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Max is my best friend.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제목을 골라요</a:t>
            </a:r>
            <a:endParaRPr lang="ko-KR" sz="4000" dirty="0"/>
          </a:p>
        </p:txBody>
      </p:sp>
      <p:sp>
        <p:nvSpPr>
          <p:cNvPr id="3" name="S13-text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읽어 주는 글을 듣고 골라요.</a:t>
            </a:r>
            <a:endParaRPr lang="ko-KR" sz="2800" dirty="0"/>
          </a:p>
        </p:txBody>
      </p:sp>
      <p:sp>
        <p:nvSpPr>
          <p:cNvPr id="4" name="S13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글에 가장 알맞은 제목은? 어떻게 알았나요?</a:t>
            </a:r>
            <a:endParaRPr lang="ko-KR" sz="2800" dirty="0"/>
          </a:p>
        </p:txBody>
      </p:sp>
      <p:sp>
        <p:nvSpPr>
          <p:cNvPr id="6" name="S13-chip100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card101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102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Little Sister</a:t>
            </a:r>
            <a:endParaRPr lang="ko-KR" sz="2800" dirty="0"/>
          </a:p>
        </p:txBody>
      </p:sp>
      <p:sp>
        <p:nvSpPr>
          <p:cNvPr id="9" name="S13-chip103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3-card104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105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Rabbit</a:t>
            </a:r>
            <a:endParaRPr lang="ko-KR" sz="2800" dirty="0"/>
          </a:p>
        </p:txBody>
      </p:sp>
      <p:sp>
        <p:nvSpPr>
          <p:cNvPr id="12" name="S13-chip106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3-card107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108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Five Friends</a:t>
            </a:r>
            <a:endParaRPr lang="ko-KR" sz="2800" dirty="0"/>
          </a:p>
        </p:txBody>
      </p:sp>
      <p:sp>
        <p:nvSpPr>
          <p:cNvPr id="15" name="S13-chip109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6" name="S13-card110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3-cardtext111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My Day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1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1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중심 내용은 대화나 글에서 가장 중요한 내용이에요.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번 나오는 낱말과 첫 문장, 끝 문장을 살펴요.</a:t>
            </a:r>
            <a:endParaRPr lang="ko-KR" sz="2800" dirty="0"/>
          </a:p>
        </p:txBody>
      </p:sp>
      <p:sp>
        <p:nvSpPr>
          <p:cNvPr id="5" name="S14-chip114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끝까지 듣고 고르기</a:t>
            </a:r>
            <a:endParaRPr lang="ko-KR" sz="2200" dirty="0"/>
          </a:p>
        </p:txBody>
      </p:sp>
      <p:sp>
        <p:nvSpPr>
          <p:cNvPr id="6" name="S14-chip115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번 나온 내용 고르기</a:t>
            </a:r>
            <a:endParaRPr lang="ko-KR" sz="2200" dirty="0"/>
          </a:p>
        </p:txBody>
      </p:sp>
      <p:sp>
        <p:nvSpPr>
          <p:cNvPr id="7" name="S14-text116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17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중심 내용을 찾는 방법 두 가지는?</a:t>
            </a:r>
            <a:endParaRPr lang="ko-KR" sz="2200" dirty="0"/>
          </a:p>
        </p:txBody>
      </p:sp>
      <p:sp>
        <p:nvSpPr>
          <p:cNvPr id="9" name="S14-text118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듣고 무엇에 관한 대화인지 말하기</a:t>
            </a:r>
            <a:endParaRPr lang="ko-KR" sz="2200" dirty="0"/>
          </a:p>
        </p:txBody>
      </p:sp>
      <p:sp>
        <p:nvSpPr>
          <p:cNvPr id="10" name="S14-text119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짧은 글에서 가장 하고 싶은 말 찾기</a:t>
            </a:r>
            <a:endParaRPr lang="ko-KR" sz="2200" dirty="0"/>
          </a:p>
        </p:txBody>
      </p:sp>
      <p:sp>
        <p:nvSpPr>
          <p:cNvPr id="11" name="S14-text12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세부 정보 찾기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짧은 문장 다시 읽기</a:t>
            </a:r>
            <a:endParaRPr lang="ko-KR" sz="4000" dirty="0"/>
          </a:p>
        </p:txBody>
      </p:sp>
      <p:sp>
        <p:nvSpPr>
          <p:cNvPr id="3" name="S15-card1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like 좋아하다, have 가지고 있다</a:t>
            </a:r>
            <a:endParaRPr lang="ko-KR" sz="2800" dirty="0"/>
          </a:p>
        </p:txBody>
      </p:sp>
      <p:sp>
        <p:nvSpPr>
          <p:cNvPr id="5" name="S15-word123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apples.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사과를 좋아해요.</a:t>
            </a:r>
            <a:endParaRPr lang="ko-KR" sz="3200" dirty="0"/>
          </a:p>
        </p:txBody>
      </p:sp>
      <p:sp>
        <p:nvSpPr>
          <p:cNvPr id="6" name="S15-word124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cat.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고양이가 있어요.</a:t>
            </a:r>
            <a:endParaRPr lang="ko-KR" sz="3200" dirty="0"/>
          </a:p>
        </p:txBody>
      </p:sp>
      <p:sp>
        <p:nvSpPr>
          <p:cNvPr id="7" name="S15-word125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like soccer.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축구를 좋아해요.</a:t>
            </a:r>
            <a:endParaRPr lang="ko-KR" sz="3200" dirty="0"/>
          </a:p>
        </p:txBody>
      </p:sp>
      <p:sp>
        <p:nvSpPr>
          <p:cNvPr id="8" name="S15-word126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have a red bag.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빨간 가방이 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영어 중심 내용 찾기</dc:title>
  <dc:subject>KR22-G05-ENG-GIST-L01</dc:subject>
  <dc:creator>education-ppt</dc:creator>
  <cp:lastModifiedBy>education-ppt</cp:lastModifiedBy>
  <cp:revision>1</cp:revision>
  <dcterms:created xsi:type="dcterms:W3CDTF">2026-10-26T09:08:06Z</dcterms:created>
  <dcterms:modified xsi:type="dcterms:W3CDTF">2026-10-26T09:08:06Z</dcterms:modified>
</cp:coreProperties>
</file>