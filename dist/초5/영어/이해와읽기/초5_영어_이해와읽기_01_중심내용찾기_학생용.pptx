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4c6dd36-4843-3522-779b-7c5b97f0d076}">
          <p14:sldIdLst>
            <p14:sldId id="256"/>
            <p14:sldId id="257"/>
          </p14:sldIdLst>
        </p14:section>
        <p14:section name="개념" id="{730db677-b014-8a50-a4b8-a82916fd416b}">
          <p14:sldIdLst>
            <p14:sldId id="258"/>
            <p14:sldId id="259"/>
            <p14:sldId id="263"/>
          </p14:sldIdLst>
        </p14:section>
        <p14:section name="연습" id="{29e7f69c-5111-3bc0-be38-8ae50b84a16b}">
          <p14:sldIdLst>
            <p14:sldId id="260"/>
            <p14:sldId id="261"/>
            <p14:sldId id="262"/>
            <p14:sldId id="264"/>
          </p14:sldIdLst>
        </p14:section>
        <p14:section name="개념" id="{2b22a13a-258e-95e8-46e2-881bf1701a3c}">
          <p14:sldIdLst/>
        </p14:section>
        <p14:section name="연습" id="{4e8b8406-90bb-7548-161a-c9f380921c65}">
          <p14:sldIdLst/>
        </p14:section>
        <p14:section name="확인" id="{9284ae6e-11b7-ab40-da7d-dbafbd45ecba}">
          <p14:sldIdLst>
            <p14:sldId id="265"/>
            <p14:sldId id="266"/>
            <p14:sldId id="267"/>
          </p14:sldIdLst>
        </p14:section>
        <p14:section name="정리" id="{ac6f8c15-7a2d-c58a-025e-57dc27a01eb4}">
          <p14:sldIdLst>
            <p14:sldId id="268"/>
          </p14:sldIdLst>
        </p14:section>
        <p14:section name="보충" id="{030b83e3-086b-24de-4c83-99d6176172b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이해와읽기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낱말을 몰라도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이야기인지 알 수 있을까요?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무엇에 관한 대화인지 골라요.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글을 읽고 글쓴이가 가장 하고 싶은 말을 찾아요.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문장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듣고 뜻을 말해요.</a:t>
            </a:r>
            <a:endParaRPr lang="ko-KR" sz="28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apples.</a:t>
            </a:r>
            <a:endParaRPr lang="ko-KR" sz="28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red bag.</a:t>
            </a:r>
            <a:endParaRPr lang="ko-KR" sz="28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하는 말을 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찾는 방법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내용: 대화나 글에서 가장 중요한 내용</a:t>
            </a:r>
            <a:endParaRPr lang="ko-KR" sz="28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있어도 괜찮아요.</a:t>
            </a:r>
            <a:endParaRPr lang="ko-KR" sz="28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듣거나 읽어요.</a:t>
            </a:r>
            <a:endParaRPr lang="ko-KR" sz="28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낱말을 찾아요.</a:t>
            </a:r>
            <a:endParaRPr lang="ko-KR" sz="2800" dirty="0"/>
          </a:p>
        </p:txBody>
      </p:sp>
      <p:sp>
        <p:nvSpPr>
          <p:cNvPr id="10" name="S03-stepno2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3-text21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문장과 끝 문장을 잘 살펴요.</a:t>
            </a:r>
            <a:endParaRPr lang="ko-KR" sz="2800" dirty="0"/>
          </a:p>
        </p:txBody>
      </p:sp>
      <p:sp>
        <p:nvSpPr>
          <p:cNvPr id="12" name="S03-stepno2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03-text23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문장을 아우르는 말을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대화일까요?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대화를 끝까지 들어요.</a:t>
            </a:r>
            <a:endParaRPr lang="ko-KR" sz="28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4-chip2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4-card2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가방</a:t>
            </a:r>
            <a:endParaRPr lang="ko-KR" sz="2800" dirty="0"/>
          </a:p>
        </p:txBody>
      </p:sp>
      <p:sp>
        <p:nvSpPr>
          <p:cNvPr id="9" name="S04-chip3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4-card3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800" dirty="0"/>
          </a:p>
        </p:txBody>
      </p:sp>
      <p:sp>
        <p:nvSpPr>
          <p:cNvPr id="12" name="S04-chip3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4-card3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아빠의 생일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대화를 읽어 봐요</a:t>
            </a:r>
            <a:endParaRPr lang="ko-KR" sz="40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대화를 읽으며 여러 번 나온 낱말을 찾아요.</a:t>
            </a:r>
            <a:endParaRPr lang="ko-KR" sz="28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나온 낱말은? 몇 번 나왔나요?</a:t>
            </a:r>
            <a:endParaRPr lang="ko-KR" sz="2800" dirty="0"/>
          </a:p>
        </p:txBody>
      </p:sp>
      <p:sp>
        <p:nvSpPr>
          <p:cNvPr id="6" name="S05-passagebox39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40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Mina, what do you have?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 have a new ball.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Do you like soccer?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Yes, I do. I play soccer with my dad.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Me, too! I like soccer.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골라요</a:t>
            </a:r>
            <a:endParaRPr lang="ko-KR" sz="40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끝까지 듣고 골라요.</a:t>
            </a:r>
            <a:endParaRPr lang="ko-KR" sz="28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6-card45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6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2800" dirty="0"/>
          </a:p>
        </p:txBody>
      </p:sp>
      <p:sp>
        <p:nvSpPr>
          <p:cNvPr id="9" name="S06-chip47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6-card48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지수의 고양이</a:t>
            </a:r>
            <a:endParaRPr lang="ko-KR" sz="2800" dirty="0"/>
          </a:p>
        </p:txBody>
      </p:sp>
      <p:sp>
        <p:nvSpPr>
          <p:cNvPr id="12" name="S06-chip50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6-card51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52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Sam의 이름</a:t>
            </a:r>
            <a:endParaRPr lang="ko-KR" sz="2800" dirty="0"/>
          </a:p>
        </p:txBody>
      </p:sp>
      <p:sp>
        <p:nvSpPr>
          <p:cNvPr id="15" name="S06-chip53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06-card54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55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알맞을까요?</a:t>
            </a:r>
            <a:endParaRPr lang="ko-KR" sz="40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들은 Coco 대화를 듣고 두 친구가 이렇게 말했어요.</a:t>
            </a:r>
            <a:endParaRPr lang="ko-KR" sz="2800" dirty="0"/>
          </a:p>
        </p:txBody>
      </p:sp>
      <p:sp>
        <p:nvSpPr>
          <p:cNvPr id="5" name="S07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중심 내용일까요? 왜 그렇게 생각해요?</a:t>
            </a:r>
            <a:endParaRPr lang="ko-KR" sz="2800" dirty="0"/>
          </a:p>
        </p:txBody>
      </p:sp>
      <p:sp>
        <p:nvSpPr>
          <p:cNvPr id="7" name="S07-chip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물고기에 관한 대화예요.</a:t>
            </a:r>
            <a:endParaRPr lang="ko-KR" sz="2800" dirty="0"/>
          </a:p>
        </p:txBody>
      </p:sp>
      <p:sp>
        <p:nvSpPr>
          <p:cNvPr id="9" name="S07-chip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6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지수의 고양이에 관한 대화예요.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하고 싶은 말 찾기</a:t>
            </a:r>
            <a:endParaRPr lang="ko-KR" sz="4000" dirty="0"/>
          </a:p>
        </p:txBody>
      </p:sp>
      <p:sp>
        <p:nvSpPr>
          <p:cNvPr id="3" name="S08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말은? 몇 번 문장에 있나요?</a:t>
            </a:r>
            <a:endParaRPr lang="ko-KR" sz="2800" dirty="0"/>
          </a:p>
        </p:txBody>
      </p:sp>
      <p:sp>
        <p:nvSpPr>
          <p:cNvPr id="5" name="S08-passagebox6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6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like summer.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In summer,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can eat ice cream, too.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Summer is my favorite season.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읽고 골라요</a:t>
            </a:r>
            <a:endParaRPr lang="ko-KR" sz="4000" dirty="0"/>
          </a:p>
        </p:txBody>
      </p:sp>
      <p:sp>
        <p:nvSpPr>
          <p:cNvPr id="3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말을 골라요.</a:t>
            </a:r>
            <a:endParaRPr lang="ko-KR" sz="2800" dirty="0"/>
          </a:p>
        </p:txBody>
      </p:sp>
      <p:sp>
        <p:nvSpPr>
          <p:cNvPr id="5" name="S09-word70"/>
          <p:cNvSpPr txBox="1"/>
          <p:nvPr/>
        </p:nvSpPr>
        <p:spPr>
          <a:xfrm>
            <a:off x="7564465" y="132588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아빠는 일요일에 피자를 만들어요.</a:t>
            </a:r>
            <a:endParaRPr lang="ko-KR" sz="3200" dirty="0"/>
          </a:p>
        </p:txBody>
      </p:sp>
      <p:sp>
        <p:nvSpPr>
          <p:cNvPr id="6" name="S09-word71"/>
          <p:cNvSpPr txBox="1"/>
          <p:nvPr/>
        </p:nvSpPr>
        <p:spPr>
          <a:xfrm>
            <a:off x="7564465" y="268224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아빠는 요리를 잘해요.</a:t>
            </a:r>
            <a:endParaRPr lang="ko-KR" sz="3200" dirty="0"/>
          </a:p>
        </p:txBody>
      </p:sp>
      <p:sp>
        <p:nvSpPr>
          <p:cNvPr id="7" name="S09-word72"/>
          <p:cNvSpPr txBox="1"/>
          <p:nvPr/>
        </p:nvSpPr>
        <p:spPr>
          <a:xfrm>
            <a:off x="7564465" y="403860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아빠는 맛있는 수프도 만들어요.</a:t>
            </a:r>
            <a:endParaRPr lang="ko-KR" sz="3200" dirty="0"/>
          </a:p>
        </p:txBody>
      </p:sp>
      <p:sp>
        <p:nvSpPr>
          <p:cNvPr id="8" name="S09-passagebox73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9" name="S09-passage74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Dad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dad cooks very well.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He makes pizza on Sundays.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 makes good soup, too.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love my dad's food!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듣고 골라요</a:t>
            </a:r>
            <a:endParaRPr lang="ko-KR" sz="40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끝까지 듣고 혼자 골라요.</a:t>
            </a:r>
            <a:endParaRPr lang="ko-KR" sz="2800" dirty="0"/>
          </a:p>
        </p:txBody>
      </p:sp>
      <p:sp>
        <p:nvSpPr>
          <p:cNvPr id="4" name="S10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10-chip7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0-card7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8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</a:t>
            </a:r>
            <a:endParaRPr lang="ko-KR" sz="2800" dirty="0"/>
          </a:p>
        </p:txBody>
      </p:sp>
      <p:sp>
        <p:nvSpPr>
          <p:cNvPr id="9" name="S10-chip8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0-card8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8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가기</a:t>
            </a:r>
            <a:endParaRPr lang="ko-KR" sz="2800" dirty="0"/>
          </a:p>
        </p:txBody>
      </p:sp>
      <p:sp>
        <p:nvSpPr>
          <p:cNvPr id="12" name="S10-chip8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0-card8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8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자전거 사기</a:t>
            </a:r>
            <a:endParaRPr lang="ko-KR" sz="2800" dirty="0"/>
          </a:p>
        </p:txBody>
      </p:sp>
      <p:sp>
        <p:nvSpPr>
          <p:cNvPr id="15" name="S10-chip8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0-card8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8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Tom의 생일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 골라요</a:t>
            </a:r>
            <a:endParaRPr lang="ko-KR" sz="4000" dirty="0"/>
          </a:p>
        </p:txBody>
      </p:sp>
      <p:sp>
        <p:nvSpPr>
          <p:cNvPr id="3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말은? 몇 번 문장에 있나요?</a:t>
            </a:r>
            <a:endParaRPr lang="ko-KR" sz="2800" dirty="0"/>
          </a:p>
        </p:txBody>
      </p:sp>
      <p:sp>
        <p:nvSpPr>
          <p:cNvPr id="5" name="S11-word92"/>
          <p:cNvSpPr txBox="1"/>
          <p:nvPr/>
        </p:nvSpPr>
        <p:spPr>
          <a:xfrm>
            <a:off x="7564465" y="132588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Max는 크고 갈색이에요.</a:t>
            </a:r>
            <a:endParaRPr lang="ko-KR" sz="3200" dirty="0"/>
          </a:p>
        </p:txBody>
      </p:sp>
      <p:sp>
        <p:nvSpPr>
          <p:cNvPr id="6" name="S11-word93"/>
          <p:cNvSpPr txBox="1"/>
          <p:nvPr/>
        </p:nvSpPr>
        <p:spPr>
          <a:xfrm>
            <a:off x="7564465" y="268224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Max는 밤에 내 침대에서 자요.</a:t>
            </a:r>
            <a:endParaRPr lang="ko-KR" sz="3200" dirty="0"/>
          </a:p>
        </p:txBody>
      </p:sp>
      <p:sp>
        <p:nvSpPr>
          <p:cNvPr id="7" name="S11-word94"/>
          <p:cNvSpPr txBox="1"/>
          <p:nvPr/>
        </p:nvSpPr>
        <p:spPr>
          <a:xfrm>
            <a:off x="7564465" y="403860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Max는 나의 가장 친한 친구예요.</a:t>
            </a:r>
            <a:endParaRPr lang="ko-KR" sz="3200" dirty="0"/>
          </a:p>
        </p:txBody>
      </p:sp>
      <p:sp>
        <p:nvSpPr>
          <p:cNvPr id="8" name="S11-passagebox95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9" name="S11-passage96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Dog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have a dog, Max.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Max is big and brown.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 likes to run in the park.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He sleeps on my bed at night.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Max is my best friend.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제목을 골라요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글을 듣고 골라요.</a:t>
            </a:r>
            <a:endParaRPr lang="ko-KR" sz="28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글에 가장 알맞은 제목은? 어떻게 알았나요?</a:t>
            </a:r>
            <a:endParaRPr lang="ko-KR" sz="2800" dirty="0"/>
          </a:p>
        </p:txBody>
      </p:sp>
      <p:sp>
        <p:nvSpPr>
          <p:cNvPr id="6" name="S13-chip10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10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Little Sister</a:t>
            </a:r>
            <a:endParaRPr lang="ko-KR" sz="2800" dirty="0"/>
          </a:p>
        </p:txBody>
      </p:sp>
      <p:sp>
        <p:nvSpPr>
          <p:cNvPr id="9" name="S13-chip10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10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0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Rabbit</a:t>
            </a:r>
            <a:endParaRPr lang="ko-KR" sz="2800" dirty="0"/>
          </a:p>
        </p:txBody>
      </p:sp>
      <p:sp>
        <p:nvSpPr>
          <p:cNvPr id="12" name="S13-chip10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10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0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Five Friends</a:t>
            </a:r>
            <a:endParaRPr lang="ko-KR" sz="2800" dirty="0"/>
          </a:p>
        </p:txBody>
      </p:sp>
      <p:sp>
        <p:nvSpPr>
          <p:cNvPr id="15" name="S13-chip10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3-card11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11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Day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1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내용은 대화나 글에서 가장 중요한 내용이에요.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낱말과 첫 문장, 끝 문장을 살펴요.</a:t>
            </a:r>
            <a:endParaRPr lang="ko-KR" sz="2800" dirty="0"/>
          </a:p>
        </p:txBody>
      </p:sp>
      <p:sp>
        <p:nvSpPr>
          <p:cNvPr id="5" name="S14-chip11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고르기</a:t>
            </a:r>
            <a:endParaRPr lang="ko-KR" sz="2200" dirty="0"/>
          </a:p>
        </p:txBody>
      </p:sp>
      <p:sp>
        <p:nvSpPr>
          <p:cNvPr id="6" name="S14-chip11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번 나온 내용 고르기</a:t>
            </a:r>
            <a:endParaRPr lang="ko-KR" sz="2200" dirty="0"/>
          </a:p>
        </p:txBody>
      </p:sp>
      <p:sp>
        <p:nvSpPr>
          <p:cNvPr id="7" name="S14-text11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1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내용을 찾는 방법 두 가지는?</a:t>
            </a:r>
            <a:endParaRPr lang="ko-KR" sz="2200" dirty="0"/>
          </a:p>
        </p:txBody>
      </p:sp>
      <p:sp>
        <p:nvSpPr>
          <p:cNvPr id="9" name="S14-text11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듣고 무엇에 관한 대화인지 말하기</a:t>
            </a:r>
            <a:endParaRPr lang="ko-KR" sz="2200" dirty="0"/>
          </a:p>
        </p:txBody>
      </p:sp>
      <p:sp>
        <p:nvSpPr>
          <p:cNvPr id="10" name="S14-text11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 글에서 가장 하고 싶은 말 찾기</a:t>
            </a:r>
            <a:endParaRPr lang="ko-KR" sz="2200" dirty="0"/>
          </a:p>
        </p:txBody>
      </p:sp>
      <p:sp>
        <p:nvSpPr>
          <p:cNvPr id="11" name="S14-text1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세부 정보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짧은 문장 다시 읽기</a:t>
            </a:r>
            <a:endParaRPr lang="ko-KR" sz="4000" dirty="0"/>
          </a:p>
        </p:txBody>
      </p:sp>
      <p:sp>
        <p:nvSpPr>
          <p:cNvPr id="3" name="S15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 좋아하다, have 가지고 있다</a:t>
            </a:r>
            <a:endParaRPr lang="ko-KR" sz="2800" dirty="0"/>
          </a:p>
        </p:txBody>
      </p:sp>
      <p:sp>
        <p:nvSpPr>
          <p:cNvPr id="5" name="S15-word123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apples.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좋아해요.</a:t>
            </a:r>
            <a:endParaRPr lang="ko-KR" sz="3200" dirty="0"/>
          </a:p>
        </p:txBody>
      </p:sp>
      <p:sp>
        <p:nvSpPr>
          <p:cNvPr id="6" name="S15-word124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있어요.</a:t>
            </a:r>
            <a:endParaRPr lang="ko-KR" sz="3200" dirty="0"/>
          </a:p>
        </p:txBody>
      </p:sp>
      <p:sp>
        <p:nvSpPr>
          <p:cNvPr id="7" name="S15-word125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좋아해요.</a:t>
            </a:r>
            <a:endParaRPr lang="ko-KR" sz="3200" dirty="0"/>
          </a:p>
        </p:txBody>
      </p:sp>
      <p:sp>
        <p:nvSpPr>
          <p:cNvPr id="8" name="S15-word126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red bag.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빨간 가방이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중심 내용 찾기</dc:title>
  <dc:subject>KR22-G05-ENG-GIST-L01</dc:subject>
  <dc:creator>education-ppt</dc:creator>
  <cp:lastModifiedBy>education-ppt</cp:lastModifiedBy>
  <cp:revision>1</cp:revision>
  <dcterms:created xsi:type="dcterms:W3CDTF">2026-10-26T08:47:44Z</dcterms:created>
  <dcterms:modified xsi:type="dcterms:W3CDTF">2026-10-26T08:47:44Z</dcterms:modified>
</cp:coreProperties>
</file>