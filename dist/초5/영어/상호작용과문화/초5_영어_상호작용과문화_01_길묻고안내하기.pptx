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3a29a813-a83c-8cd9-a4e9-d2fca712608b}">
          <p14:sldIdLst>
            <p14:sldId id="256"/>
            <p14:sldId id="257"/>
          </p14:sldIdLst>
        </p14:section>
        <p14:section name="개념" id="{5d848b51-238e-4ac3-b9ec-76472b5295c3}">
          <p14:sldIdLst>
            <p14:sldId id="258"/>
            <p14:sldId id="259"/>
            <p14:sldId id="260"/>
          </p14:sldIdLst>
        </p14:section>
        <p14:section name="연습" id="{9a5490d8-a9ac-f9ce-5fe2-c19a70602584}">
          <p14:sldIdLst>
            <p14:sldId id="261"/>
            <p14:sldId id="262"/>
            <p14:sldId id="263"/>
            <p14:sldId id="264"/>
          </p14:sldIdLst>
        </p14:section>
        <p14:section name="확인" id="{7ef486d2-76e6-790a-e2df-07bc09d72e18}">
          <p14:sldIdLst>
            <p14:sldId id="265"/>
            <p14:sldId id="266"/>
            <p14:sldId id="267"/>
          </p14:sldIdLst>
        </p14:section>
        <p14:section name="정리" id="{49eb2acf-a83a-6cf2-9931-71cfa381b5d0}">
          <p14:sldIdLst>
            <p14:sldId id="268"/>
          </p14:sldIdLst>
        </p14:section>
        <p14:section name="보충" id="{81e9c427-d2b1-ee65-06bc-20b481bfe34d}">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[S01 · 오늘의 질문과 목표]
목적: 길을 묻고 안내하는 상황에 관심을 갖게 합니다.
시간: 약 2분
이렇게 말해 보세요
- “처음 가 보는 곳에서 길을 모르면 어떻게 해? 누군가에게 물어보지?”
- “오늘은 영어로 길을 묻고, 앞으로 쭉 가, 왼쪽으로 돌아, 오른쪽으로 돌아처럼 길을 알려 주는 말을 배울 거야.”
예상 답
- “사람들한테 물어봐요.” “지도 앱을 봐요.”
주의
- 수업 전에 교과서 디지털 자료나 사전 앱의 발음 듣기로 오늘 낱말과 문장(Go straight. Turn left. Turn right. It's on your left. It's on your right. It's next to the library. Where is the bank? 와 bank, bakery, school, zoo, library, park, hospital)을 미리 들어 두세요. 부모님 발음이 완벽하지 않아도 괜찮습니다.
- 소리 자료 없이 진행하면 바른 소리를 확인하기 어렵습니다. 헷갈리는 표현은 기록해 두었다가 소리 자료로 나중에 확인합니다.
- 이 차시의 지도는 연습용으로 꾸며 낸 동네입니다. 실제 동네를 걸을 때는 늘 어른과 함께 다니고 교통 안전을 먼저 지키게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[S02 · 선수 학습 확인(위치 묻기, 왼쪽·오른쪽)]
목적: 4학년 ‘물건 위치 묻고 답하기’에서 배운 Where is the ~?를 기억하는지, 내 몸을 기준으로 왼쪽과 오른쪽을 바로 구별하는지 확인합니다. 오늘은 이 두 가지가 꼭 필요합니다.
시간: 약 3분
이렇게 말해 보세요
- “①, 공이 어디 있는지 영어로 물어봐 줄래?”
- “②, It's on the desk.는 무슨 뜻이야?”
- “③, 일어서서 오른손을 들어 봐. 이번에는 왼쪽을 손으로 가리켜 봐.”
정답
- ① Where is the ball?
- ② 책상 위에 있어요.
- ③ 오른손을 들고, 몸의 왼쪽을 가리키면 맞습니다.
막히면
- 부모가 Where is를 먼저 말해 주고 이어 말하게 합니다.
- ①②를 스스로 하지 못하거나 ③에서 왼쪽·오른쪽을 두 번 이상 헷갈리면 S14(보충)를 먼저 합니다.
주의
- 계획표에는 이 차시의 선수 차시가 따로 적혀 있지 않습니다. 가장 가까운 앞 내용인 4학년 ‘물건 위치 묻고 답하기’로 확인합니다.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[S03 · Go straight. Turn left. Turn right.의 뜻]
목적: 길 안내의 기본 세 문장을 뜻과 몸짓으로 익힙니다. 왼쪽·오른쪽은 걸어가는 사람을 기준으로 한다는 것을 몸으로 느낍니다.
시간: 약 4분
이렇게 말해 보세요
- “소리를 듣고 따라 해 보자. Go straight. 앞으로 쭉 가라는 뜻이야.”
- “Turn left. 왼쪽으로 돌아. Turn right. 오른쪽으로 돌아.”
- “일어서 볼까? 엄마(아빠)가 말하는 대로 움직여 봐. Go straight! Turn left! Go straight! Turn right!”
- “이번에는 네가 말하고 엄마(아빠)가 움직일게.”
예상 답
- 아이가 Go straight에 앞으로 걷고, Turn left에 몸을 왼쪽으로, Turn right에 오른쪽으로 돌립니다.
- 역할을 바꾸면 “Go straight.” “Turn left.” “Turn right.”라고 말합니다.
막히면
- 왼쪽이 헷갈리면 왼손 엄지와 검지를 펴서 L 모양(left의 L)을 만들어 보게 합니다.
- straight가 어려우면 str-aight처럼 나누지 말고 소리 자료를 두세 번 듣고 통째로 따라 하게 합니다.
주의
- Turn left는 화면이나 종이의 왼쪽이 아니라 걸어가는 사람의 왼쪽입니다. 오늘 수업 내내 이 점이 중요합니다.
- Turn to left.처럼 to를 넣지 않습니다(M3).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[S04 · It's on your left/right. It's next to ~.]
목적: 목적지가 걸어가는 사람의 어느 쪽에 있는지 It's on your left/right.로 말하고, 옆에 있는 곳은 It's next to ~.로 말합니다.
시간: 약 3분
이렇게 말해 보세요
- “이 동네 지도를 보자. 주황색 동그라미가 출발이야. 화살표처럼 위쪽을 보고 서 있어.”
- “지도의 낱말을 같이 읽어 볼까? bank 은행, bakery 빵집, school 학교, zoo 동물원, library 도서관, park 공원, hospital 병원.”
- “앞으로 쭉 가면 은행은 걸어가는 너의 왼쪽에 있지? It's on your left. 빵집은? It's on your right.”
- “공원은 도서관 바로 옆에 있어. It's next to the library. 따라 해 봐.”
예상 답
- “It's on your left.” “It's on your right.” “It's next to the library.”
막히면
- 손가락을 ‘출발’에 놓고 화살표 쪽으로 천천히 움직이며, 은행이 손가락의 어느 쪽에 있는지 묻습니다.
- 낱말 읽기가 어려우면 부모가 먼저 읽고 따라 읽게 합니다. 오늘은 낱말을 외우는 것보다 길 안내가 중심입니다.
주의
- It's on the left.라고 말해도 영어에서는 맞는 말입니다. 오늘은 your를 넣어 It's on your left.로 연습합니다.
- 공원은 갈림길 바로 앞에 있습니다. 오늘은 공원 위치를 It's next to ~.로만 말합니다.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[S05 · Where is the ~?로 길 묻고 답하기]
목적: Where is the ~?로 길을 묻고, Go straight. It's on your left.처럼 안내하는 대화를 익힙니다.
시간: 약 3분
이렇게 말해 보세요
- “A가 길을 물었어. Excuse me.는 모르는 사람에게 말을 걸 때 ‘실례합니다’라는 뜻이야. Where is the bank? 은행이 어디 있어요?”
- “B는 지도를 보고 대답했어. Go straight. It's on your left. 앞으로 쭉 가세요. 왼쪽에 있어요.”
- “이번에는 네가 A, 엄마(아빠)가 B야. 물어봐 줄래?” (그다음 역할을 바꿉니다.)
예상 답
- “Excuse me. Where is the bank?” “Go straight. It's on your left.” “Thank you.”
막히면
- 뒤에서부터 붙여 말합니다. bank? … the bank? … is the bank? … Where is the bank?
- B 역할이 어려우면 지도에서 손가락으로 길을 따라가며 한 문장씩 말하게 합니다.
주의
- 4학년에 배운 Where is the ball?과 같은 묻는 말입니다. 물건 대신 장소를 넣으면 길을 묻는 말이 됩니다.
- Go straight.와 Turn left.는 두 문장으로 나누어 말해도 되고, Go straight and turn left.처럼 이어 말해도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[S06 · 길 안내를 듣고 지도에서 따라가기]
목적: 길 안내를 듣고 지도에서 손가락으로 따라가 도착한 곳을 찾습니다(M1, M2).
시간: 약 3분
이렇게 말해 보세요
- “엄마(아빠)가 길을 알려 줄게. 손가락을 ‘출발’에 놓고 들은 대로 따라가 봐. 도착한 곳을 영어로 말해 줘.”
- 부모가 읽을 길 안내: ① Go straight. It's on your right. ② Go straight. Turn left. It's on your right. ③ Go straight. Turn right. It's on your right.
- “어떻게 알았어? 돌고 나서 너는 어느 쪽을 보고 있었어?”
정답
- ① bakery(빵집) ② library(도서관) ③ zoo(동물원)
막히면
- 한 문장씩 끊어서 읽고, 문장마다 손가락을 움직이게 합니다.
- 돌고 난 뒤의 왼쪽·오른쪽이 헷갈리면 활동지나 화면을 걸어가는 쪽이 위로 오게 돌려 보게 합니다(M1).
주의
- ②에서 왼쪽으로 돌았는데 도서관은 오른쪽에 있습니다. 돌아간 쪽과 건물이 있는 쪽이 항상 같은 것은 아닙니다(M2).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[S07 · 오개념 비교(화면의 오른쪽과 걷는 사람의 오른쪽)]
목적: 왼쪽·오른쪽은 화면이 아니라 걸어가는 사람을 기준으로 말한다는 것을, 그림을 돌려 확인합니다(M1).
시간: 약 3분
이렇게 말해 보세요
- “Go straight. Turn right. 이렇게 가면 은행은 어느 쪽에 있을까? 친구는 은행이 화면 오른쪽에 있으니까 It's on your right.라고 했대.”
- “가 그림에서 오른쪽으로 돈 다음에는 어느 쪽을 보고 걷고 있어?”
- “나 그림은 같은 길을 마지막에 가는 쪽이 위로 오게 돌린 거야. 이제 은행은 걷는 사람의 어느 쪽이야?”
정답
- 친구의 말은 맞지 않습니다. 오른쪽으로 돈 뒤에는 그림의 오른쪽을 보고 걷기 때문에, 위쪽에 있는 은행은 걷는 사람의 왼쪽입니다. 나 그림처럼 돌려 보면 은행이 왼쪽에 있습니다. → It's on your left.
막히면
- 아이가 직접 일어서서 몸을 오른쪽으로 돌린 뒤, 부모가 아이의 왼쪽에 서서 “은행이 여기 있어. 어느 쪽이야?”라고 묻습니다.
- 종이에 그린 길을 실제로 돌려서 걸어가는 쪽이 위로 오게 해 봅니다.
주의
- 여기까지가 배우는 부분입니다. 아이가 지치면 여기서 나누어 다음 날 S08부터 해도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[S08 · 지도를 보고 길 안내하기]
목적: Where is the ~?라는 물음에 지도를 보고 Go straight. Turn left/right. It's on your left/right.로 안내합니다.
시간: 약 3분
이렇게 말해 보세요
- “엄마(아빠)가 길을 물어볼게. ①, Excuse me. Where is the bank?”
- “②, Where is the school?” “③, Where is the hospital?”
- “④, Where is the park? 공원은 무엇 옆에 있는지 말해 줘.”
- “어떻게 알았어? 손가락으로 길을 따라가 보여 줄래?”
정답
- ① Go straight. It's on your left.
- ② Go straight. Turn left. It's on your left.
- ③ Go straight. Turn right. It's on your left.
- ④ It's next to the library. (It's next to the hospital.도 맞습니다.)
막히면
- 손가락으로 길을 먼저 따라가게 한 뒤, 손가락이 움직일 때마다 말할 문장을 아래 보기에서 고르게 합니다.
- 돌고 난 뒤의 왼쪽·오른쪽이 헷갈리면 S07처럼 화면(종이)을 돌려 보게 합니다.
주의
- ②③은 돌아간 쪽(left)과 건물이 있는 쪽(left)이 같지만, 늘 그런 것은 아닙니다. 매번 확인하게 합니다(M2).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[S09 · 집 안 길 안내 놀이]
목적: 실제로 걸으며 길 안내를 듣고 따라가고, 거꾸로 부모에게 길을 안내합니다.
시간: 약 5분
이렇게 말해 보세요
- “현관에 서 볼까? 여기가 출발이야. 엄마(아빠)에게 영어로 물어봐. Where is the kitchen?” (부엌 kitchen, 화장실 bathroom, 거실 living room, 내 방 my room 가운데 고릅니다.)
- “엄마(아빠)가 말하는 대로 걸어가 봐. Go straight. Turn left. It's on your right.”
- “이번에는 엄마(아빠)가 물어볼게. Where is your room? 길을 알려 줘.”
예상 답
- 아이: “Where is the kitchen?” 부모의 안내를 듣고 그대로 걸어갑니다.
- 역할을 바꾸면 아이: “Go straight. Turn right. It's on your left.”처럼 안내합니다.
막히면
- 걸음마다 멈추고 “지금 어느 쪽으로 돌아야 해?”라고 우리말로 먼저 묻습니다.
- 집이 좁으면 활동지 1번 지도에서 작은 인형이나 지우개를 걸어가게 해도 됩니다.
주의
- 2번 이상 주고받습니다. 집 안 장소 낱말은 외우지 않아도 됩니다. 부모가 먼저 말해 주세요.
- 걸을 때 뛰지 않고, 문턱과 계단을 조심합니다.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[S10 · 혼자 듣고 길 안내하기]
목적: 도움 없이 길 안내를 듣고 도착한 곳을 찾고, 길을 안내하고, 길을 묻는지 확인합니다.
시간: 약 4분
이렇게 말해 보세요
- “이번에는 혼자 해 볼래? ①, 엄마(아빠)가 길을 말할게. Go straight. Turn right. It's on your left. 어디에 도착했어?”
- “②, Where is the library?” “③, Where is the zoo?”
- “④, 이번에는 네가 엄마(아빠)에게 공원이 어디 있는지 물어봐.” (부모는 It's next to the library.로 대답합니다.)
정답
- ① hospital(병원)
- ② Go straight. Turn left. It's on your right.
- ③ Go straight. Turn right. It's on your right.
- ④ Where is the park?
- 기준: 길의 순서(Go straight → Turn left/right)와 건물이 있는 쪽(left/right)이 모두 맞으면 맞습니다. Excuse me.는 넣지 않아도 됩니다. 소리가 조금 서툴러도 알맞은 표현을 골라 말했으면 맞은 것으로 봅니다.
막히면
- 바로 알려 주지 말고 “손가락으로 길을 따라가 볼까?”라고만 말합니다.
- 도움을 받아 해결했다면 기록표에 ‘도움’으로 표시합니다.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[S11 · 정답과 피드백]
목적: 아이의 대답을 확인하고 흔한 실수와 비교합니다.
시간: 약 2분
이렇게 말해 보세요
- “네가 말한 것과 왼쪽을 비교해 보자.”
- “오른쪽처럼 말하면 어디가 틀렸을까?”
예상 답
- “왼쪽으로 돌았어도 도서관은 오른쪽에 있어요.” “걸어가는 사람 쪽에서 봐야 해요.”
주의
- 이 장은 학생용 파일에서 빠집니다. 잘한 점을 먼저 말해 준 뒤 고칠 점을 하나만 말합니다.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[S12 · 마무리 확인(친구의 길 안내 고치기)]
목적: 처음 보는 형식에서, 지도와 길 안내가 맞는지 판단하고 틀린 곳을 고쳐 말하는지 확인합니다.
시간: 약 3분
이렇게 말해 보세요
- “친구가 길을 알려 줬어. 지도와 맞는지 손가락으로 따라가 보자. ①은 맞아, 틀려? 틀렸으면 어떻게 고칠까?”
- “②는 어때? 어떻게 알았어?”
정답
- ① 틀렸습니다. 학교는 왼쪽으로 돈 뒤 걷는 사람의 왼쪽에 있습니다. → Go straight. Turn left. It's on your left.
- ② 맞습니다. 앞으로 가면 빵집은 오른쪽에 있습니다.
막히면
- 대화를 한 문장씩 읽어 주고, 문장마다 손가락을 움직이게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[S13 · 다음 학습과 복습]
목적: 핵심을 정리하고 다음 수업 첫 5분에 풀 복습을 알려 줍니다.
시간: 약 2분
이렇게 말해 보세요
- “길을 물을 때는 어떻게 말하지?”
- “돌고 난 뒤 왼쪽·오른쪽은 누구를 기준으로 말해?”
예상 답
- “Where is the ~?” “걸어가는 사람이요.”
정답
- ① 오른쪽으로 몸을 돌립니다. ② Where is the bank? ③ It's on your left.
주의
- 집 밖을 함께 걸을 때 “Turn left!”, “Go straight!”처럼 짧게 말하며 놀이로 복습해 보세요.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[S14 · 선수 학습 보충(왼쪽·오른쪽, 위치 묻기)]
목적: S02에서 왼쪽·오른쪽이나 Where is the ~?가 흔들리면, 길 안내를 배우기 전에 먼저 다집니다.
시간: 약 5분
이렇게 말해 보세요
- “소리를 듣고 따라 말해 보자.” (교과서 디지털 자료나 사전 앱의 소리를 함께 듣습니다.)
- “왼손을 들면서 left, 오른손을 들면서 right.” (손을 바꿔 가며 다섯 번 이상 합니다.)
- “공을 책상 위에 둘게. 어디 있는지 영어로 물어봐. Where is the ball?”
정답
- 왼손 left, 오른손 right / Where is the ball? It's on the desk.
막히면
- 왼손 엄지와 검지를 펴서 L 모양(left의 L)을 만들어 확인합니다.
- 부모가 먼저 말하고 아이가 따라 말하는 것부터 다시 합니다.
주의
- 보충 뒤에도 Where is the ~?로 묻지 못하면 4학년 ‘물건 위치 묻고 답하기’(KR22-G04-ENG-WHERE-L01)를 먼저 다시 하고 이 차시를 시작합니다. 계획표에는 이 차시의 선수 차시가 따로 없으므로 가장 가까운 앞 차시를 적었습니다.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26465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640080"/>
            <a:ext cx="6675120" cy="1188720"/>
          </a:xfrm>
          <a:prstGeom prst="rect">
            <a:avLst/>
          </a:prstGeom>
          <a:noFill/>
          <a:ln/>
        </p:spPr>
        <p:txBody>
          <a:bodyPr wrap="square" rtlCol="0"/>
          <a:lstStyle>
            <a:lvl1pPr algn="l" indent="0" marL="0">
              <a:buNone/>
              <a:defRPr lang="en-US" sz="4600" b="1" dirty="0">
                <a:solidFill>
                  <a:srgbClr val="FFFFFF"/>
                </a:solidFill>
                <a:latin typeface="맑은 고딕" pitchFamily="34" charset="0"/>
                <a:ea typeface="맑은 고딕" pitchFamily="34" charset="-122"/>
                <a:cs typeface="맑은 고딕" pitchFamily="34" charset="-120"/>
              </a:defRPr>
            </a:lvl1pPr>
          </a:lstStyle>
          <a:p>
            <a:pPr algn="l" indent="0" marL="0">
              <a:buNone/>
            </a:pPr>
            <a:endParaRPr lang="en-US" sz="4600" dirty="0"/>
          </a:p>
        </p:txBody>
      </p:sp>
      <p:sp>
        <p:nvSpPr>
          <p:cNvPr id="3" name="Text 0"/>
          <p:cNvSpPr/>
          <p:nvPr>
            <p:ph idx="101" type="body" hasCustomPrompt="1"/>
          </p:nvPr>
        </p:nvSpPr>
        <p:spPr>
          <a:xfrm>
            <a:off x="731520" y="1920240"/>
            <a:ext cx="6675120" cy="1645920"/>
          </a:xfrm>
          <a:prstGeom prst="rect">
            <a:avLst/>
          </a:prstGeom>
          <a:noFill/>
          <a:ln/>
        </p:spPr>
        <p:txBody>
          <a:bodyPr wrap="square" rtlCol="0"/>
          <a:lstStyle>
            <a:lvl1pPr indent="0" marL="0">
              <a:buNone/>
              <a:defRPr lang="en-US" sz="2800" dirty="0">
                <a:solidFill>
                  <a:srgbClr val="C9DCD8"/>
                </a:solidFill>
                <a:latin typeface="맑은 고딕" pitchFamily="34" charset="0"/>
                <a:ea typeface="맑은 고딕" pitchFamily="34" charset="-122"/>
                <a:cs typeface="맑은 고딕" pitchFamily="34" charset="-120"/>
              </a:defRPr>
            </a:lvl1pPr>
          </a:lstStyle>
          <a:p>
            <a:pPr indent="0" marL="0">
              <a:buNone/>
            </a:pPr>
            <a:endParaRPr lang="en-US" sz="2800" dirty="0"/>
          </a:p>
        </p:txBody>
      </p:sp>
      <p:sp>
        <p:nvSpPr>
          <p:cNvPr id="4"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C9DCD8"/>
                </a:solidFill>
                <a:latin typeface="맑은 고딕" pitchFamily="34" charset="0"/>
                <a:ea typeface="맑은 고딕" pitchFamily="34" charset="-122"/>
                <a:cs typeface="맑은 고딕" pitchFamily="34" charset="-120"/>
              </a:rPr>
              <a:t>초5 영어 · 상호작용과문화 · 1차시</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4000" b="1" dirty="0">
                <a:solidFill>
                  <a:srgbClr val="1F2937"/>
                </a:solidFill>
                <a:latin typeface="맑은 고딕" pitchFamily="34" charset="0"/>
                <a:ea typeface="맑은 고딕" pitchFamily="34" charset="-122"/>
                <a:cs typeface="맑은 고딕" pitchFamily="34" charset="-120"/>
              </a:defRPr>
            </a:lvl1pPr>
          </a:lstStyle>
          <a:p>
            <a:pPr algn="l" indent="0" marL="0">
              <a:buNone/>
            </a:pPr>
            <a:endParaRPr lang="en-US" sz="4000" dirty="0"/>
          </a:p>
        </p:txBody>
      </p:sp>
      <p:sp>
        <p:nvSpPr>
          <p:cNvPr id="3"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4B5563"/>
                </a:solidFill>
                <a:latin typeface="맑은 고딕" pitchFamily="34" charset="0"/>
                <a:ea typeface="맑은 고딕" pitchFamily="34" charset="-122"/>
                <a:cs typeface="맑은 고딕" pitchFamily="34" charset="-120"/>
              </a:rPr>
              <a:t>초5 영어 · 길 묻고 안내하기</a:t>
            </a:r>
            <a:endParaRPr lang="en-US" sz="1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rgbClr val="26465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4000" b="1" dirty="0">
                <a:solidFill>
                  <a:srgbClr val="FFFFFF"/>
                </a:solidFill>
                <a:latin typeface="맑은 고딕" pitchFamily="34" charset="0"/>
                <a:ea typeface="맑은 고딕" pitchFamily="34" charset="-122"/>
                <a:cs typeface="맑은 고딕" pitchFamily="34" charset="-120"/>
              </a:defRPr>
            </a:lvl1pPr>
          </a:lstStyle>
          <a:p>
            <a:pPr algn="l" indent="0" marL="0">
              <a:buNone/>
            </a:pPr>
            <a:endParaRPr lang="en-US" sz="4000" dirty="0"/>
          </a:p>
        </p:txBody>
      </p:sp>
      <p:sp>
        <p:nvSpPr>
          <p:cNvPr id="3"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C9DCD8"/>
                </a:solidFill>
                <a:latin typeface="맑은 고딕" pitchFamily="34" charset="0"/>
                <a:ea typeface="맑은 고딕" pitchFamily="34" charset="-122"/>
                <a:cs typeface="맑은 고딕" pitchFamily="34" charset="-120"/>
              </a:rPr>
              <a:t>초5 영어 · 길 묻고 안내하기</a:t>
            </a:r>
            <a:endParaRPr lang="en-US" sz="1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C9DCD8"/>
                </a:solidFill>
                <a:latin typeface="맑은 고딕"/>
                <a:ea typeface="맑은 고딕"/>
                <a:cs typeface="맑은 고딕"/>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UPPORT">
    <p:bg>
      <p:bgPr>
        <a:solidFill>
          <a:srgbClr val="F4F7F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4000" b="1" dirty="0">
                <a:solidFill>
                  <a:srgbClr val="1F2937"/>
                </a:solidFill>
                <a:latin typeface="맑은 고딕" pitchFamily="34" charset="0"/>
                <a:ea typeface="맑은 고딕" pitchFamily="34" charset="-122"/>
                <a:cs typeface="맑은 고딕" pitchFamily="34" charset="-120"/>
              </a:defRPr>
            </a:lvl1pPr>
          </a:lstStyle>
          <a:p>
            <a:pPr algn="l" indent="0" marL="0">
              <a:buNone/>
            </a:pPr>
            <a:endParaRPr lang="en-US" sz="4000" dirty="0"/>
          </a:p>
        </p:txBody>
      </p:sp>
      <p:sp>
        <p:nvSpPr>
          <p:cNvPr id="3"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4B5563"/>
                </a:solidFill>
                <a:latin typeface="맑은 고딕" pitchFamily="34" charset="0"/>
                <a:ea typeface="맑은 고딕" pitchFamily="34" charset="-122"/>
                <a:cs typeface="맑은 고딕" pitchFamily="34" charset="-120"/>
              </a:rPr>
              <a:t>보충 자료 · 초5 영어 · 길 묻고 안내하기</a:t>
            </a:r>
            <a:endParaRPr lang="en-US" sz="1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640080"/>
            <a:ext cx="6675120" cy="1188720"/>
          </a:xfrm>
          <a:prstGeom prst="rect">
            <a:avLst/>
          </a:prstGeom>
          <a:noFill/>
          <a:ln/>
        </p:spPr>
        <p:txBody>
          <a:bodyPr wrap="square" lIns="0" tIns="0" rIns="0" bIns="0" rtlCol="0" anchor="ctr"/>
          <a:lstStyle/>
          <a:p>
            <a:pPr eaLnBrk="0" algn="l" indent="0" marL="0">
              <a:buNone/>
            </a:pPr>
            <a:r>
              <a:rPr lang="ko-KR" altLang="en-US" sz="4600" b="1" dirty="0">
                <a:solidFill>
                  <a:srgbClr val="FFFFFF"/>
                </a:solidFill>
                <a:latin typeface="맑은 고딕" pitchFamily="34" charset="0"/>
                <a:ea typeface="맑은 고딕" pitchFamily="34" charset="-122"/>
                <a:cs typeface="맑은 고딕" pitchFamily="34" charset="-120"/>
              </a:rPr>
              <a:t>길 묻고 안내하기</a:t>
            </a:r>
            <a:endParaRPr lang="ko-KR" sz="4600" dirty="0"/>
          </a:p>
        </p:txBody>
      </p:sp>
      <p:sp>
        <p:nvSpPr>
          <p:cNvPr id="3" name="Text 0"/>
          <p:cNvSpPr/>
          <p:nvPr>
            <p:ph idx="101" type="body" hasCustomPrompt="1"/>
          </p:nvPr>
        </p:nvSpPr>
        <p:spPr>
          <a:xfrm>
            <a:off x="731520" y="1920240"/>
            <a:ext cx="6675120" cy="1645920"/>
          </a:xfrm>
          <a:prstGeom prst="rect">
            <a:avLst/>
          </a:prstGeom>
          <a:noFill/>
          <a:ln/>
        </p:spPr>
        <p:txBody>
          <a:bodyPr wrap="square" lIns="0" tIns="0" rIns="0" bIns="0" rtlCol="0" anchor="t"/>
          <a:lstStyle/>
          <a:p>
            <a:pPr eaLnBrk="0" indent="0" marL="0">
              <a:buNone/>
            </a:pPr>
            <a:r>
              <a:rPr lang="ko-KR" altLang="en-US" sz="2800" dirty="0">
                <a:solidFill>
                  <a:srgbClr val="C9DCD8"/>
                </a:solidFill>
                <a:latin typeface="맑은 고딕" pitchFamily="34" charset="0"/>
                <a:ea typeface="맑은 고딕" pitchFamily="34" charset="-122"/>
                <a:cs typeface="맑은 고딕" pitchFamily="34" charset="-120"/>
              </a:rPr>
              <a:t>모르는 길을 영어로</a:t>
            </a:r>
            <a:endParaRPr lang="ko-KR" sz="2800" dirty="0"/>
          </a:p>
          <a:p>
            <a:pPr eaLnBrk="0" indent="0" marL="0">
              <a:buNone/>
            </a:pPr>
            <a:r>
              <a:rPr lang="ko-KR" altLang="en-US" sz="2800" dirty="0">
                <a:solidFill>
                  <a:srgbClr val="C9DCD8"/>
                </a:solidFill>
                <a:latin typeface="맑은 고딕" pitchFamily="34" charset="0"/>
                <a:ea typeface="맑은 고딕" pitchFamily="34" charset="-122"/>
                <a:cs typeface="맑은 고딕" pitchFamily="34" charset="-120"/>
              </a:rPr>
              <a:t>어떻게 묻고 알려 줄까요?</a:t>
            </a:r>
            <a:endParaRPr lang="ko-KR" sz="2800" dirty="0"/>
          </a:p>
        </p:txBody>
      </p:sp>
      <p:sp>
        <p:nvSpPr>
          <p:cNvPr id="4" name="S01-word1"/>
          <p:cNvSpPr txBox="1"/>
          <p:nvPr/>
        </p:nvSpPr>
        <p:spPr>
          <a:xfrm>
            <a:off x="7680960" y="640080"/>
            <a:ext cx="3931920" cy="792480"/>
          </a:xfrm>
          <a:prstGeom prst="roundRect">
            <a:avLst>
              <a:gd name="adj" fmla="val 16154"/>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200" b="1" dirty="0">
                <a:solidFill>
                  <a:srgbClr val="1F2937"/>
                </a:solidFill>
                <a:latin typeface="맑은 고딕" pitchFamily="34" charset="0"/>
                <a:ea typeface="맑은 고딕" pitchFamily="34" charset="-122"/>
                <a:cs typeface="맑은 고딕" pitchFamily="34" charset="-120"/>
              </a:rPr>
              <a:t>Go straight.</a:t>
            </a:r>
            <a:endParaRPr lang="ko-KR" sz="3200" dirty="0"/>
          </a:p>
        </p:txBody>
      </p:sp>
      <p:sp>
        <p:nvSpPr>
          <p:cNvPr id="5" name="S01-word2"/>
          <p:cNvSpPr txBox="1"/>
          <p:nvPr/>
        </p:nvSpPr>
        <p:spPr>
          <a:xfrm>
            <a:off x="7680960" y="1706880"/>
            <a:ext cx="3931920" cy="792480"/>
          </a:xfrm>
          <a:prstGeom prst="roundRect">
            <a:avLst>
              <a:gd name="adj" fmla="val 16154"/>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200" b="1" dirty="0">
                <a:solidFill>
                  <a:srgbClr val="1F2937"/>
                </a:solidFill>
                <a:latin typeface="맑은 고딕" pitchFamily="34" charset="0"/>
                <a:ea typeface="맑은 고딕" pitchFamily="34" charset="-122"/>
                <a:cs typeface="맑은 고딕" pitchFamily="34" charset="-120"/>
              </a:rPr>
              <a:t>Turn left.</a:t>
            </a:r>
            <a:endParaRPr lang="ko-KR" sz="3200" dirty="0"/>
          </a:p>
        </p:txBody>
      </p:sp>
      <p:sp>
        <p:nvSpPr>
          <p:cNvPr id="6" name="S01-word3"/>
          <p:cNvSpPr txBox="1"/>
          <p:nvPr/>
        </p:nvSpPr>
        <p:spPr>
          <a:xfrm>
            <a:off x="7680960" y="2773680"/>
            <a:ext cx="3931920" cy="792480"/>
          </a:xfrm>
          <a:prstGeom prst="roundRect">
            <a:avLst>
              <a:gd name="adj" fmla="val 16154"/>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200" b="1" dirty="0">
                <a:solidFill>
                  <a:srgbClr val="1F2937"/>
                </a:solidFill>
                <a:latin typeface="맑은 고딕" pitchFamily="34" charset="0"/>
                <a:ea typeface="맑은 고딕" pitchFamily="34" charset="-122"/>
                <a:cs typeface="맑은 고딕" pitchFamily="34" charset="-120"/>
              </a:rPr>
              <a:t>Turn right.</a:t>
            </a:r>
            <a:endParaRPr lang="ko-KR" sz="3200" dirty="0"/>
          </a:p>
        </p:txBody>
      </p:sp>
      <p:sp>
        <p:nvSpPr>
          <p:cNvPr id="7" name="S01-card4"/>
          <p:cNvSpPr/>
          <p:nvPr/>
        </p:nvSpPr>
        <p:spPr>
          <a:xfrm>
            <a:off x="731520" y="4529328"/>
            <a:ext cx="10725912" cy="1597152"/>
          </a:xfrm>
          <a:prstGeom prst="roundRect">
            <a:avLst>
              <a:gd name="adj" fmla="val 6870"/>
            </a:avLst>
          </a:prstGeom>
          <a:solidFill>
            <a:srgbClr val="32606F"/>
          </a:solidFill>
          <a:ln w="12700">
            <a:solidFill>
              <a:srgbClr val="32606F"/>
            </a:solidFill>
            <a:prstDash val="solid"/>
          </a:ln>
        </p:spPr>
      </p:sp>
      <p:sp>
        <p:nvSpPr>
          <p:cNvPr id="8" name="S01-cardtext5"/>
          <p:cNvSpPr txBox="1"/>
          <p:nvPr/>
        </p:nvSpPr>
        <p:spPr>
          <a:xfrm>
            <a:off x="1005840" y="4666488"/>
            <a:ext cx="10177272" cy="1322832"/>
          </a:xfrm>
          <a:prstGeom prst="rect">
            <a:avLst/>
          </a:prstGeom>
          <a:noFill/>
          <a:ln/>
        </p:spPr>
        <p:txBody>
          <a:bodyPr wrap="square" lIns="0" tIns="0" rIns="0" bIns="0" rtlCol="0" anchor="ctr"/>
          <a:lstStyle/>
          <a:p>
            <a:pPr eaLnBrk="0" indent="0" marL="0">
              <a:spcAft>
                <a:spcPts val="600"/>
              </a:spcAft>
              <a:buNone/>
            </a:pPr>
            <a:r>
              <a:rPr lang="ko-KR" altLang="en-US" sz="2800" b="1" dirty="0">
                <a:solidFill>
                  <a:srgbClr val="FFFFFF"/>
                </a:solidFill>
                <a:latin typeface="맑은 고딕" pitchFamily="34" charset="0"/>
                <a:ea typeface="맑은 고딕" pitchFamily="34" charset="-122"/>
                <a:cs typeface="맑은 고딕" pitchFamily="34" charset="-120"/>
              </a:rPr>
              <a:t>오늘 할 수 있게 될 것</a:t>
            </a:r>
            <a:endParaRPr lang="ko-KR" sz="2800" dirty="0"/>
          </a:p>
          <a:p>
            <a:pPr eaLnBrk="0" indent="0" marL="0">
              <a:spcAft>
                <a:spcPts val="600"/>
              </a:spcAft>
              <a:buNone/>
            </a:pPr>
            <a:r>
              <a:rPr lang="ko-KR" altLang="en-US" sz="2200" dirty="0">
                <a:solidFill>
                  <a:srgbClr val="FFFFFF"/>
                </a:solidFill>
                <a:latin typeface="맑은 고딕" pitchFamily="34" charset="0"/>
                <a:ea typeface="맑은 고딕" pitchFamily="34" charset="-122"/>
                <a:cs typeface="맑은 고딕" pitchFamily="34" charset="-120"/>
              </a:rPr>
              <a:t>① 길 안내를 듣고 지도에서 길을 따라가요.</a:t>
            </a:r>
            <a:endParaRPr lang="ko-KR" sz="2800" dirty="0"/>
          </a:p>
          <a:p>
            <a:pPr eaLnBrk="0" indent="0" marL="0">
              <a:spcAft>
                <a:spcPts val="600"/>
              </a:spcAft>
              <a:buNone/>
            </a:pPr>
            <a:r>
              <a:rPr lang="ko-KR" altLang="en-US" sz="2200" dirty="0">
                <a:solidFill>
                  <a:srgbClr val="FFFFFF"/>
                </a:solidFill>
                <a:latin typeface="맑은 고딕" pitchFamily="34" charset="0"/>
                <a:ea typeface="맑은 고딕" pitchFamily="34" charset="-122"/>
                <a:cs typeface="맑은 고딕" pitchFamily="34" charset="-120"/>
              </a:rPr>
              <a:t>② Where is the ~?에 길을 안내해요.</a:t>
            </a:r>
            <a:endParaRPr lang="ko-KR"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위치 묻는 말 떠올리기</a:t>
            </a:r>
            <a:endParaRPr lang="ko-KR" sz="4000" dirty="0"/>
          </a:p>
        </p:txBody>
      </p:sp>
      <p:sp>
        <p:nvSpPr>
          <p:cNvPr id="3" name="S02-text6"/>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①은 영어로 묻고, ②③은 해 보세요.</a:t>
            </a:r>
            <a:endParaRPr lang="ko-KR" sz="2800" dirty="0"/>
          </a:p>
        </p:txBody>
      </p:sp>
      <p:sp>
        <p:nvSpPr>
          <p:cNvPr id="4" name="S02-chip7"/>
          <p:cNvSpPr txBox="1"/>
          <p:nvPr/>
        </p:nvSpPr>
        <p:spPr>
          <a:xfrm>
            <a:off x="548640" y="23682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①</a:t>
            </a:r>
            <a:endParaRPr lang="ko-KR" sz="2200" dirty="0"/>
          </a:p>
        </p:txBody>
      </p:sp>
      <p:sp>
        <p:nvSpPr>
          <p:cNvPr id="5" name="S02-text8"/>
          <p:cNvSpPr txBox="1"/>
          <p:nvPr/>
        </p:nvSpPr>
        <p:spPr>
          <a:xfrm>
            <a:off x="1344168" y="2011680"/>
            <a:ext cx="10296144" cy="128016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공이 어디 있는지 영어로 물어요.</a:t>
            </a:r>
            <a:endParaRPr lang="ko-KR" sz="2800" dirty="0"/>
          </a:p>
        </p:txBody>
      </p:sp>
      <p:sp>
        <p:nvSpPr>
          <p:cNvPr id="6" name="S02-chip9"/>
          <p:cNvSpPr txBox="1"/>
          <p:nvPr/>
        </p:nvSpPr>
        <p:spPr>
          <a:xfrm>
            <a:off x="548640" y="383133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②</a:t>
            </a:r>
            <a:endParaRPr lang="ko-KR" sz="2200" dirty="0"/>
          </a:p>
        </p:txBody>
      </p:sp>
      <p:sp>
        <p:nvSpPr>
          <p:cNvPr id="7" name="S02-text10"/>
          <p:cNvSpPr txBox="1"/>
          <p:nvPr/>
        </p:nvSpPr>
        <p:spPr>
          <a:xfrm>
            <a:off x="1344168" y="3474720"/>
            <a:ext cx="10296144" cy="128016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It's on the desk.의 뜻을 말해요.</a:t>
            </a:r>
            <a:endParaRPr lang="ko-KR" sz="2800" dirty="0"/>
          </a:p>
        </p:txBody>
      </p:sp>
      <p:sp>
        <p:nvSpPr>
          <p:cNvPr id="8" name="S02-chip11"/>
          <p:cNvSpPr txBox="1"/>
          <p:nvPr/>
        </p:nvSpPr>
        <p:spPr>
          <a:xfrm>
            <a:off x="548640" y="529437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③</a:t>
            </a:r>
            <a:endParaRPr lang="ko-KR" sz="2200" dirty="0"/>
          </a:p>
        </p:txBody>
      </p:sp>
      <p:sp>
        <p:nvSpPr>
          <p:cNvPr id="9" name="S02-text12"/>
          <p:cNvSpPr txBox="1"/>
          <p:nvPr/>
        </p:nvSpPr>
        <p:spPr>
          <a:xfrm>
            <a:off x="1344168" y="4937760"/>
            <a:ext cx="10296144" cy="128016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일어서서 오른손을 들고, 왼쪽을 가리켜요.</a:t>
            </a:r>
            <a:endParaRPr lang="ko-KR" sz="28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길을 알려 주는 세 가지 말</a:t>
            </a:r>
            <a:endParaRPr lang="ko-KR" sz="4000" dirty="0"/>
          </a:p>
        </p:txBody>
      </p:sp>
      <p:sp>
        <p:nvSpPr>
          <p:cNvPr id="3" name="S03-card13"/>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4" name="S03-cardtext14"/>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straight 똑바로, 쭉　·　left 왼쪽　·　right 오른쪽</a:t>
            </a:r>
            <a:endParaRPr lang="ko-KR" sz="2800" dirty="0"/>
          </a:p>
        </p:txBody>
      </p:sp>
      <p:sp>
        <p:nvSpPr>
          <p:cNvPr id="5" name="S03-figure15" descr="위로 곧게 뻗은 화살표"/>
          <p:cNvSpPr/>
          <p:nvPr/>
        </p:nvSpPr>
        <p:spPr>
          <a:xfrm>
            <a:off x="2119122" y="3855339"/>
            <a:ext cx="342900" cy="342900"/>
          </a:xfrm>
          <a:prstGeom prst="ellipse">
            <a:avLst/>
          </a:prstGeom>
          <a:solidFill>
            <a:srgbClr val="E9762B"/>
          </a:solidFill>
          <a:ln w="28575">
            <a:solidFill>
              <a:srgbClr val="1F2937"/>
            </a:solidFill>
            <a:prstDash val="solid"/>
          </a:ln>
        </p:spPr>
      </p:sp>
      <p:sp>
        <p:nvSpPr>
          <p:cNvPr id="6" name="S03-mark16"/>
          <p:cNvSpPr/>
          <p:nvPr/>
        </p:nvSpPr>
        <p:spPr>
          <a:xfrm flipV="1">
            <a:off x="2290572" y="1832229"/>
            <a:ext cx="0" cy="2194560"/>
          </a:xfrm>
          <a:prstGeom prst="line">
            <a:avLst/>
          </a:prstGeom>
          <a:noFill/>
          <a:ln w="76200">
            <a:solidFill>
              <a:srgbClr val="E9762B"/>
            </a:solidFill>
            <a:prstDash val="solid"/>
            <a:tailEnd type="triangle"/>
          </a:ln>
        </p:spPr>
      </p:sp>
      <p:sp>
        <p:nvSpPr>
          <p:cNvPr id="7" name="S03-label17"/>
          <p:cNvSpPr txBox="1"/>
          <p:nvPr/>
        </p:nvSpPr>
        <p:spPr>
          <a:xfrm>
            <a:off x="548640" y="4743450"/>
            <a:ext cx="3483864" cy="377190"/>
          </a:xfrm>
          <a:prstGeom prst="rect">
            <a:avLst/>
          </a:prstGeom>
          <a:noFill/>
          <a:ln/>
        </p:spPr>
        <p:txBody>
          <a:bodyPr wrap="square" lIns="0" tIns="0" rIns="0" bIns="0" rtlCol="0" anchor="ctr"/>
          <a:lstStyle/>
          <a:p>
            <a:pPr eaLnBrk="0" algn="ctr" indent="0" marL="0">
              <a:buNone/>
            </a:pPr>
            <a:r>
              <a:rPr lang="en-US" altLang="ko-KR" sz="2200" b="1" dirty="0">
                <a:solidFill>
                  <a:srgbClr val="1F2937"/>
                </a:solidFill>
                <a:latin typeface="맑은 고딕" pitchFamily="34" charset="0"/>
                <a:ea typeface="맑은 고딕" pitchFamily="34" charset="-122"/>
                <a:cs typeface="맑은 고딕" pitchFamily="34" charset="-120"/>
              </a:rPr>
              <a:t>Go straight.</a:t>
            </a:r>
            <a:endParaRPr lang="ko-KR" sz="2200" dirty="0"/>
          </a:p>
        </p:txBody>
      </p:sp>
      <p:sp>
        <p:nvSpPr>
          <p:cNvPr id="8" name="S03-figure18" descr="위로 가다가 왼쪽으로 꺾이는 화살표"/>
          <p:cNvSpPr/>
          <p:nvPr/>
        </p:nvSpPr>
        <p:spPr>
          <a:xfrm>
            <a:off x="5923026" y="3855339"/>
            <a:ext cx="342900" cy="342900"/>
          </a:xfrm>
          <a:prstGeom prst="ellipse">
            <a:avLst/>
          </a:prstGeom>
          <a:solidFill>
            <a:srgbClr val="E9762B"/>
          </a:solidFill>
          <a:ln w="28575">
            <a:solidFill>
              <a:srgbClr val="1F2937"/>
            </a:solidFill>
            <a:prstDash val="solid"/>
          </a:ln>
        </p:spPr>
      </p:sp>
      <p:sp>
        <p:nvSpPr>
          <p:cNvPr id="9" name="S03-mark19"/>
          <p:cNvSpPr/>
          <p:nvPr/>
        </p:nvSpPr>
        <p:spPr>
          <a:xfrm flipV="1">
            <a:off x="6094476" y="2655189"/>
            <a:ext cx="0" cy="1371600"/>
          </a:xfrm>
          <a:prstGeom prst="line">
            <a:avLst/>
          </a:prstGeom>
          <a:noFill/>
          <a:ln w="76200">
            <a:solidFill>
              <a:srgbClr val="E9762B"/>
            </a:solidFill>
            <a:prstDash val="solid"/>
          </a:ln>
        </p:spPr>
      </p:sp>
      <p:sp>
        <p:nvSpPr>
          <p:cNvPr id="10" name="S03-mark20"/>
          <p:cNvSpPr/>
          <p:nvPr/>
        </p:nvSpPr>
        <p:spPr>
          <a:xfrm flipH="1">
            <a:off x="4997196" y="2655189"/>
            <a:ext cx="1097280" cy="0"/>
          </a:xfrm>
          <a:prstGeom prst="line">
            <a:avLst/>
          </a:prstGeom>
          <a:noFill/>
          <a:ln w="76200">
            <a:solidFill>
              <a:srgbClr val="E9762B"/>
            </a:solidFill>
            <a:prstDash val="solid"/>
            <a:tailEnd type="triangle"/>
          </a:ln>
        </p:spPr>
      </p:sp>
      <p:sp>
        <p:nvSpPr>
          <p:cNvPr id="11" name="S03-label21"/>
          <p:cNvSpPr txBox="1"/>
          <p:nvPr/>
        </p:nvSpPr>
        <p:spPr>
          <a:xfrm>
            <a:off x="4352544" y="4743450"/>
            <a:ext cx="3483864" cy="377190"/>
          </a:xfrm>
          <a:prstGeom prst="rect">
            <a:avLst/>
          </a:prstGeom>
          <a:noFill/>
          <a:ln/>
        </p:spPr>
        <p:txBody>
          <a:bodyPr wrap="square" lIns="0" tIns="0" rIns="0" bIns="0" rtlCol="0" anchor="ctr"/>
          <a:lstStyle/>
          <a:p>
            <a:pPr eaLnBrk="0" algn="ctr" indent="0" marL="0">
              <a:buNone/>
            </a:pPr>
            <a:r>
              <a:rPr lang="en-US" altLang="ko-KR" sz="2200" b="1" dirty="0">
                <a:solidFill>
                  <a:srgbClr val="1F2937"/>
                </a:solidFill>
                <a:latin typeface="맑은 고딕" pitchFamily="34" charset="0"/>
                <a:ea typeface="맑은 고딕" pitchFamily="34" charset="-122"/>
                <a:cs typeface="맑은 고딕" pitchFamily="34" charset="-120"/>
              </a:rPr>
              <a:t>Turn left.</a:t>
            </a:r>
            <a:endParaRPr lang="ko-KR" sz="2200" dirty="0"/>
          </a:p>
        </p:txBody>
      </p:sp>
      <p:sp>
        <p:nvSpPr>
          <p:cNvPr id="12" name="S03-figure22" descr="위로 가다가 오른쪽으로 꺾이는 화살표"/>
          <p:cNvSpPr/>
          <p:nvPr/>
        </p:nvSpPr>
        <p:spPr>
          <a:xfrm>
            <a:off x="9726930" y="3855339"/>
            <a:ext cx="342900" cy="342900"/>
          </a:xfrm>
          <a:prstGeom prst="ellipse">
            <a:avLst/>
          </a:prstGeom>
          <a:solidFill>
            <a:srgbClr val="E9762B"/>
          </a:solidFill>
          <a:ln w="28575">
            <a:solidFill>
              <a:srgbClr val="1F2937"/>
            </a:solidFill>
            <a:prstDash val="solid"/>
          </a:ln>
        </p:spPr>
      </p:sp>
      <p:sp>
        <p:nvSpPr>
          <p:cNvPr id="13" name="S03-mark23"/>
          <p:cNvSpPr/>
          <p:nvPr/>
        </p:nvSpPr>
        <p:spPr>
          <a:xfrm flipV="1">
            <a:off x="9898380" y="2655189"/>
            <a:ext cx="0" cy="1371600"/>
          </a:xfrm>
          <a:prstGeom prst="line">
            <a:avLst/>
          </a:prstGeom>
          <a:noFill/>
          <a:ln w="76200">
            <a:solidFill>
              <a:srgbClr val="E9762B"/>
            </a:solidFill>
            <a:prstDash val="solid"/>
          </a:ln>
        </p:spPr>
      </p:sp>
      <p:sp>
        <p:nvSpPr>
          <p:cNvPr id="14" name="S03-mark24"/>
          <p:cNvSpPr/>
          <p:nvPr/>
        </p:nvSpPr>
        <p:spPr>
          <a:xfrm>
            <a:off x="9898380" y="2655189"/>
            <a:ext cx="1097280" cy="0"/>
          </a:xfrm>
          <a:prstGeom prst="line">
            <a:avLst/>
          </a:prstGeom>
          <a:noFill/>
          <a:ln w="76200">
            <a:solidFill>
              <a:srgbClr val="E9762B"/>
            </a:solidFill>
            <a:prstDash val="solid"/>
            <a:tailEnd type="triangle"/>
          </a:ln>
        </p:spPr>
      </p:sp>
      <p:sp>
        <p:nvSpPr>
          <p:cNvPr id="15" name="S03-label25"/>
          <p:cNvSpPr txBox="1"/>
          <p:nvPr/>
        </p:nvSpPr>
        <p:spPr>
          <a:xfrm>
            <a:off x="8156448" y="4743450"/>
            <a:ext cx="3483864" cy="377190"/>
          </a:xfrm>
          <a:prstGeom prst="rect">
            <a:avLst/>
          </a:prstGeom>
          <a:noFill/>
          <a:ln/>
        </p:spPr>
        <p:txBody>
          <a:bodyPr wrap="square" lIns="0" tIns="0" rIns="0" bIns="0" rtlCol="0" anchor="ctr"/>
          <a:lstStyle/>
          <a:p>
            <a:pPr eaLnBrk="0" algn="ctr" indent="0" marL="0">
              <a:buNone/>
            </a:pPr>
            <a:r>
              <a:rPr lang="en-US" altLang="ko-KR" sz="2200" b="1" dirty="0">
                <a:solidFill>
                  <a:srgbClr val="1F2937"/>
                </a:solidFill>
                <a:latin typeface="맑은 고딕" pitchFamily="34" charset="0"/>
                <a:ea typeface="맑은 고딕" pitchFamily="34" charset="-122"/>
                <a:cs typeface="맑은 고딕" pitchFamily="34" charset="-120"/>
              </a:rPr>
              <a:t>Turn right.</a:t>
            </a:r>
            <a:endParaRPr lang="ko-KR" sz="2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어느 쪽에 있나요?</a:t>
            </a:r>
            <a:endParaRPr lang="ko-KR" sz="4000" dirty="0"/>
          </a:p>
        </p:txBody>
      </p:sp>
      <p:sp>
        <p:nvSpPr>
          <p:cNvPr id="3" name="S04-figure26" descr="아래쪽 가운데 출발점에서 위로 길이 나 있고, 위쪽에서 왼쪽·오른쪽으로 갈라지는 지도. 위로 가는 길의 왼쪽에 bank, 오른쪽에 bakery. 갈림길 위쪽에 왼쪽부터 library, park, hospital. 가로 길 아래쪽 왼쪽 끝에 school, 오른쪽 끝에 zoo."/>
          <p:cNvSpPr/>
          <p:nvPr/>
        </p:nvSpPr>
        <p:spPr>
          <a:xfrm>
            <a:off x="2933243" y="3502857"/>
            <a:ext cx="593750" cy="1558595"/>
          </a:xfrm>
          <a:custGeom>
            <a:avLst/>
            <a:gdLst/>
            <a:ahLst/>
            <a:cxnLst/>
            <a:rect l="l" t="t" r="r" b="b"/>
            <a:pathLst>
              <a:path w="593750" h="1558595">
                <a:moveTo>
                  <a:pt x="0" y="1558595"/>
                </a:moveTo>
                <a:lnTo>
                  <a:pt x="593750" y="1558595"/>
                </a:lnTo>
                <a:lnTo>
                  <a:pt x="593750" y="0"/>
                </a:lnTo>
                <a:lnTo>
                  <a:pt x="0" y="0"/>
                </a:lnTo>
                <a:close/>
              </a:path>
            </a:pathLst>
          </a:custGeom>
          <a:solidFill>
            <a:srgbClr val="E5E7EB"/>
          </a:solidFill>
          <a:ln w="9525">
            <a:solidFill>
              <a:srgbClr val="B8C2CC"/>
            </a:solidFill>
            <a:prstDash val="solid"/>
          </a:ln>
        </p:spPr>
      </p:sp>
      <p:sp>
        <p:nvSpPr>
          <p:cNvPr id="4" name="S04-mark27"/>
          <p:cNvSpPr/>
          <p:nvPr/>
        </p:nvSpPr>
        <p:spPr>
          <a:xfrm>
            <a:off x="632460" y="2909106"/>
            <a:ext cx="5195316" cy="593750"/>
          </a:xfrm>
          <a:custGeom>
            <a:avLst/>
            <a:gdLst/>
            <a:ahLst/>
            <a:cxnLst/>
            <a:rect l="l" t="t" r="r" b="b"/>
            <a:pathLst>
              <a:path w="5195316" h="593750">
                <a:moveTo>
                  <a:pt x="0" y="593750"/>
                </a:moveTo>
                <a:lnTo>
                  <a:pt x="5195316" y="593750"/>
                </a:lnTo>
                <a:lnTo>
                  <a:pt x="5195316" y="0"/>
                </a:lnTo>
                <a:lnTo>
                  <a:pt x="0" y="0"/>
                </a:lnTo>
                <a:close/>
              </a:path>
            </a:pathLst>
          </a:custGeom>
          <a:solidFill>
            <a:srgbClr val="E5E7EB"/>
          </a:solidFill>
          <a:ln w="9525">
            <a:solidFill>
              <a:srgbClr val="B8C2CC"/>
            </a:solidFill>
            <a:prstDash val="solid"/>
          </a:ln>
        </p:spPr>
      </p:sp>
      <p:sp>
        <p:nvSpPr>
          <p:cNvPr id="5" name="S04-mark28"/>
          <p:cNvSpPr/>
          <p:nvPr/>
        </p:nvSpPr>
        <p:spPr>
          <a:xfrm>
            <a:off x="1968398" y="4096607"/>
            <a:ext cx="890626" cy="667969"/>
          </a:xfrm>
          <a:custGeom>
            <a:avLst/>
            <a:gdLst/>
            <a:ahLst/>
            <a:cxnLst/>
            <a:rect l="l" t="t" r="r" b="b"/>
            <a:pathLst>
              <a:path w="890626" h="667969">
                <a:moveTo>
                  <a:pt x="0" y="667969"/>
                </a:moveTo>
                <a:lnTo>
                  <a:pt x="890626" y="667969"/>
                </a:lnTo>
                <a:lnTo>
                  <a:pt x="890626" y="0"/>
                </a:lnTo>
                <a:lnTo>
                  <a:pt x="0" y="0"/>
                </a:lnTo>
                <a:close/>
              </a:path>
            </a:pathLst>
          </a:custGeom>
          <a:solidFill>
            <a:srgbClr val="FDEBDD"/>
          </a:solidFill>
          <a:ln w="19050">
            <a:solidFill>
              <a:srgbClr val="1F2937"/>
            </a:solidFill>
            <a:prstDash val="solid"/>
          </a:ln>
        </p:spPr>
      </p:sp>
      <p:sp>
        <p:nvSpPr>
          <p:cNvPr id="6" name="S04-mark29"/>
          <p:cNvSpPr/>
          <p:nvPr/>
        </p:nvSpPr>
        <p:spPr>
          <a:xfrm>
            <a:off x="3601212" y="4096607"/>
            <a:ext cx="1039063" cy="667969"/>
          </a:xfrm>
          <a:custGeom>
            <a:avLst/>
            <a:gdLst/>
            <a:ahLst/>
            <a:cxnLst/>
            <a:rect l="l" t="t" r="r" b="b"/>
            <a:pathLst>
              <a:path w="1039063" h="667969">
                <a:moveTo>
                  <a:pt x="0" y="667969"/>
                </a:moveTo>
                <a:lnTo>
                  <a:pt x="1039063" y="667969"/>
                </a:lnTo>
                <a:lnTo>
                  <a:pt x="1039063" y="0"/>
                </a:lnTo>
                <a:lnTo>
                  <a:pt x="0" y="0"/>
                </a:lnTo>
                <a:close/>
              </a:path>
            </a:pathLst>
          </a:custGeom>
          <a:solidFill>
            <a:srgbClr val="FDEBDD"/>
          </a:solidFill>
          <a:ln w="19050">
            <a:solidFill>
              <a:srgbClr val="1F2937"/>
            </a:solidFill>
            <a:prstDash val="solid"/>
          </a:ln>
        </p:spPr>
      </p:sp>
      <p:sp>
        <p:nvSpPr>
          <p:cNvPr id="7" name="S04-mark30"/>
          <p:cNvSpPr/>
          <p:nvPr/>
        </p:nvSpPr>
        <p:spPr>
          <a:xfrm>
            <a:off x="632460" y="3558521"/>
            <a:ext cx="1224610" cy="408203"/>
          </a:xfrm>
          <a:custGeom>
            <a:avLst/>
            <a:gdLst/>
            <a:ahLst/>
            <a:cxnLst/>
            <a:rect l="l" t="t" r="r" b="b"/>
            <a:pathLst>
              <a:path w="1224610" h="408203">
                <a:moveTo>
                  <a:pt x="0" y="408203"/>
                </a:moveTo>
                <a:lnTo>
                  <a:pt x="1224610" y="408203"/>
                </a:lnTo>
                <a:lnTo>
                  <a:pt x="1224610" y="0"/>
                </a:lnTo>
                <a:lnTo>
                  <a:pt x="0" y="0"/>
                </a:lnTo>
                <a:close/>
              </a:path>
            </a:pathLst>
          </a:custGeom>
          <a:solidFill>
            <a:srgbClr val="FDEBDD"/>
          </a:solidFill>
          <a:ln w="19050">
            <a:solidFill>
              <a:srgbClr val="1F2937"/>
            </a:solidFill>
            <a:prstDash val="solid"/>
          </a:ln>
        </p:spPr>
      </p:sp>
      <p:sp>
        <p:nvSpPr>
          <p:cNvPr id="8" name="S04-mark31"/>
          <p:cNvSpPr/>
          <p:nvPr/>
        </p:nvSpPr>
        <p:spPr>
          <a:xfrm>
            <a:off x="4751603" y="3558521"/>
            <a:ext cx="1076173" cy="408203"/>
          </a:xfrm>
          <a:custGeom>
            <a:avLst/>
            <a:gdLst/>
            <a:ahLst/>
            <a:cxnLst/>
            <a:rect l="l" t="t" r="r" b="b"/>
            <a:pathLst>
              <a:path w="1076173" h="408203">
                <a:moveTo>
                  <a:pt x="0" y="408203"/>
                </a:moveTo>
                <a:lnTo>
                  <a:pt x="1076173" y="408203"/>
                </a:lnTo>
                <a:lnTo>
                  <a:pt x="1076173" y="0"/>
                </a:lnTo>
                <a:lnTo>
                  <a:pt x="0" y="0"/>
                </a:lnTo>
                <a:close/>
              </a:path>
            </a:pathLst>
          </a:custGeom>
          <a:solidFill>
            <a:srgbClr val="FDEBDD"/>
          </a:solidFill>
          <a:ln w="19050">
            <a:solidFill>
              <a:srgbClr val="1F2937"/>
            </a:solidFill>
            <a:prstDash val="solid"/>
          </a:ln>
        </p:spPr>
      </p:sp>
      <p:sp>
        <p:nvSpPr>
          <p:cNvPr id="9" name="S04-mark32"/>
          <p:cNvSpPr/>
          <p:nvPr/>
        </p:nvSpPr>
        <p:spPr>
          <a:xfrm>
            <a:off x="706679" y="2352465"/>
            <a:ext cx="1558595" cy="482422"/>
          </a:xfrm>
          <a:custGeom>
            <a:avLst/>
            <a:gdLst/>
            <a:ahLst/>
            <a:cxnLst/>
            <a:rect l="l" t="t" r="r" b="b"/>
            <a:pathLst>
              <a:path w="1558595" h="482422">
                <a:moveTo>
                  <a:pt x="0" y="482422"/>
                </a:moveTo>
                <a:lnTo>
                  <a:pt x="1558595" y="482422"/>
                </a:lnTo>
                <a:lnTo>
                  <a:pt x="1558595" y="0"/>
                </a:lnTo>
                <a:lnTo>
                  <a:pt x="0" y="0"/>
                </a:lnTo>
                <a:close/>
              </a:path>
            </a:pathLst>
          </a:custGeom>
          <a:solidFill>
            <a:srgbClr val="FDEBDD"/>
          </a:solidFill>
          <a:ln w="19050">
            <a:solidFill>
              <a:srgbClr val="1F2937"/>
            </a:solidFill>
            <a:prstDash val="solid"/>
          </a:ln>
        </p:spPr>
      </p:sp>
      <p:sp>
        <p:nvSpPr>
          <p:cNvPr id="10" name="S04-mark33"/>
          <p:cNvSpPr/>
          <p:nvPr/>
        </p:nvSpPr>
        <p:spPr>
          <a:xfrm>
            <a:off x="2413711" y="2352465"/>
            <a:ext cx="1632814" cy="482422"/>
          </a:xfrm>
          <a:custGeom>
            <a:avLst/>
            <a:gdLst/>
            <a:ahLst/>
            <a:cxnLst/>
            <a:rect l="l" t="t" r="r" b="b"/>
            <a:pathLst>
              <a:path w="1632814" h="482422">
                <a:moveTo>
                  <a:pt x="0" y="482422"/>
                </a:moveTo>
                <a:lnTo>
                  <a:pt x="1632814" y="482422"/>
                </a:lnTo>
                <a:lnTo>
                  <a:pt x="1632814" y="0"/>
                </a:lnTo>
                <a:lnTo>
                  <a:pt x="0" y="0"/>
                </a:lnTo>
                <a:close/>
              </a:path>
            </a:pathLst>
          </a:custGeom>
          <a:solidFill>
            <a:srgbClr val="2A9D8F"/>
          </a:solidFill>
          <a:ln w="19050">
            <a:solidFill>
              <a:srgbClr val="1F2937"/>
            </a:solidFill>
            <a:prstDash val="solid"/>
          </a:ln>
        </p:spPr>
      </p:sp>
      <p:sp>
        <p:nvSpPr>
          <p:cNvPr id="11" name="S04-mark34"/>
          <p:cNvSpPr/>
          <p:nvPr/>
        </p:nvSpPr>
        <p:spPr>
          <a:xfrm>
            <a:off x="4194962" y="2352465"/>
            <a:ext cx="1558595" cy="482422"/>
          </a:xfrm>
          <a:custGeom>
            <a:avLst/>
            <a:gdLst/>
            <a:ahLst/>
            <a:cxnLst/>
            <a:rect l="l" t="t" r="r" b="b"/>
            <a:pathLst>
              <a:path w="1558595" h="482422">
                <a:moveTo>
                  <a:pt x="0" y="482422"/>
                </a:moveTo>
                <a:lnTo>
                  <a:pt x="1558595" y="482422"/>
                </a:lnTo>
                <a:lnTo>
                  <a:pt x="1558595" y="0"/>
                </a:lnTo>
                <a:lnTo>
                  <a:pt x="0" y="0"/>
                </a:lnTo>
                <a:close/>
              </a:path>
            </a:pathLst>
          </a:custGeom>
          <a:solidFill>
            <a:srgbClr val="FDEBDD"/>
          </a:solidFill>
          <a:ln w="19050">
            <a:solidFill>
              <a:srgbClr val="1F2937"/>
            </a:solidFill>
            <a:prstDash val="solid"/>
          </a:ln>
        </p:spPr>
      </p:sp>
      <p:sp>
        <p:nvSpPr>
          <p:cNvPr id="12" name="S04-mark35"/>
          <p:cNvSpPr/>
          <p:nvPr/>
        </p:nvSpPr>
        <p:spPr>
          <a:xfrm>
            <a:off x="3126212" y="4957545"/>
            <a:ext cx="207813" cy="207813"/>
          </a:xfrm>
          <a:prstGeom prst="ellipse">
            <a:avLst/>
          </a:prstGeom>
          <a:solidFill>
            <a:srgbClr val="E9762B"/>
          </a:solidFill>
          <a:ln w="28575">
            <a:solidFill>
              <a:srgbClr val="1F2937"/>
            </a:solidFill>
            <a:prstDash val="solid"/>
          </a:ln>
        </p:spPr>
      </p:sp>
      <p:sp>
        <p:nvSpPr>
          <p:cNvPr id="13" name="S04-mark36"/>
          <p:cNvSpPr/>
          <p:nvPr/>
        </p:nvSpPr>
        <p:spPr>
          <a:xfrm flipV="1">
            <a:off x="3230118" y="4430592"/>
            <a:ext cx="0" cy="482422"/>
          </a:xfrm>
          <a:prstGeom prst="line">
            <a:avLst/>
          </a:prstGeom>
          <a:noFill/>
          <a:ln w="38100">
            <a:solidFill>
              <a:srgbClr val="E9762B"/>
            </a:solidFill>
            <a:prstDash val="solid"/>
            <a:tailEnd type="triangle"/>
          </a:ln>
        </p:spPr>
      </p:sp>
      <p:sp>
        <p:nvSpPr>
          <p:cNvPr id="14" name="S04-label38"/>
          <p:cNvSpPr txBox="1"/>
          <p:nvPr/>
        </p:nvSpPr>
        <p:spPr>
          <a:xfrm>
            <a:off x="2045919" y="4255967"/>
            <a:ext cx="735584" cy="349250"/>
          </a:xfrm>
          <a:prstGeom prst="rect">
            <a:avLst/>
          </a:prstGeom>
          <a:noFill/>
          <a:ln/>
        </p:spPr>
        <p:txBody>
          <a:bodyPr wrap="square" lIns="0" tIns="0" rIns="0" bIns="0" rtlCol="0" anchor="ctr"/>
          <a:lstStyle/>
          <a:p>
            <a:pPr eaLnBrk="0" algn="ctr" indent="0" marL="0">
              <a:buNone/>
            </a:pPr>
            <a:r>
              <a:rPr lang="en-US" altLang="ko-KR" sz="2200" b="1" dirty="0">
                <a:solidFill>
                  <a:srgbClr val="1F2937"/>
                </a:solidFill>
                <a:latin typeface="맑은 고딕" pitchFamily="34" charset="0"/>
                <a:ea typeface="맑은 고딕" pitchFamily="34" charset="-122"/>
                <a:cs typeface="맑은 고딕" pitchFamily="34" charset="-120"/>
              </a:rPr>
              <a:t>bank</a:t>
            </a:r>
            <a:endParaRPr lang="ko-KR" sz="2200" dirty="0"/>
          </a:p>
        </p:txBody>
      </p:sp>
      <p:sp>
        <p:nvSpPr>
          <p:cNvPr id="15" name="S04-label40"/>
          <p:cNvSpPr txBox="1"/>
          <p:nvPr/>
        </p:nvSpPr>
        <p:spPr>
          <a:xfrm>
            <a:off x="3596488" y="4255967"/>
            <a:ext cx="1048512" cy="349250"/>
          </a:xfrm>
          <a:prstGeom prst="rect">
            <a:avLst/>
          </a:prstGeom>
          <a:noFill/>
          <a:ln/>
        </p:spPr>
        <p:txBody>
          <a:bodyPr wrap="square" lIns="0" tIns="0" rIns="0" bIns="0" rtlCol="0" anchor="ctr"/>
          <a:lstStyle/>
          <a:p>
            <a:pPr eaLnBrk="0" algn="ctr" indent="0" marL="0">
              <a:buNone/>
            </a:pPr>
            <a:r>
              <a:rPr lang="en-US" altLang="ko-KR" sz="2200" b="1" dirty="0">
                <a:solidFill>
                  <a:srgbClr val="1F2937"/>
                </a:solidFill>
                <a:latin typeface="맑은 고딕" pitchFamily="34" charset="0"/>
                <a:ea typeface="맑은 고딕" pitchFamily="34" charset="-122"/>
                <a:cs typeface="맑은 고딕" pitchFamily="34" charset="-120"/>
              </a:rPr>
              <a:t>bakery</a:t>
            </a:r>
            <a:endParaRPr lang="ko-KR" sz="2200" dirty="0"/>
          </a:p>
        </p:txBody>
      </p:sp>
      <p:sp>
        <p:nvSpPr>
          <p:cNvPr id="16" name="S04-label42"/>
          <p:cNvSpPr txBox="1"/>
          <p:nvPr/>
        </p:nvSpPr>
        <p:spPr>
          <a:xfrm>
            <a:off x="720509" y="3587998"/>
            <a:ext cx="1048512" cy="349250"/>
          </a:xfrm>
          <a:prstGeom prst="rect">
            <a:avLst/>
          </a:prstGeom>
          <a:noFill/>
          <a:ln/>
        </p:spPr>
        <p:txBody>
          <a:bodyPr wrap="square" lIns="0" tIns="0" rIns="0" bIns="0" rtlCol="0" anchor="ctr"/>
          <a:lstStyle/>
          <a:p>
            <a:pPr eaLnBrk="0" algn="ctr" indent="0" marL="0">
              <a:buNone/>
            </a:pPr>
            <a:r>
              <a:rPr lang="en-US" altLang="ko-KR" sz="2200" b="1" dirty="0">
                <a:solidFill>
                  <a:srgbClr val="1F2937"/>
                </a:solidFill>
                <a:latin typeface="맑은 고딕" pitchFamily="34" charset="0"/>
                <a:ea typeface="맑은 고딕" pitchFamily="34" charset="-122"/>
                <a:cs typeface="맑은 고딕" pitchFamily="34" charset="-120"/>
              </a:rPr>
              <a:t>school</a:t>
            </a:r>
            <a:endParaRPr lang="ko-KR" sz="2200" dirty="0"/>
          </a:p>
        </p:txBody>
      </p:sp>
      <p:sp>
        <p:nvSpPr>
          <p:cNvPr id="17" name="S04-label44"/>
          <p:cNvSpPr txBox="1"/>
          <p:nvPr/>
        </p:nvSpPr>
        <p:spPr>
          <a:xfrm>
            <a:off x="5000130" y="3587998"/>
            <a:ext cx="579120" cy="349250"/>
          </a:xfrm>
          <a:prstGeom prst="rect">
            <a:avLst/>
          </a:prstGeom>
          <a:noFill/>
          <a:ln/>
        </p:spPr>
        <p:txBody>
          <a:bodyPr wrap="square" lIns="0" tIns="0" rIns="0" bIns="0" rtlCol="0" anchor="ctr"/>
          <a:lstStyle/>
          <a:p>
            <a:pPr eaLnBrk="0" algn="ctr" indent="0" marL="0">
              <a:buNone/>
            </a:pPr>
            <a:r>
              <a:rPr lang="en-US" altLang="ko-KR" sz="2200" b="1" dirty="0">
                <a:solidFill>
                  <a:srgbClr val="1F2937"/>
                </a:solidFill>
                <a:latin typeface="맑은 고딕" pitchFamily="34" charset="0"/>
                <a:ea typeface="맑은 고딕" pitchFamily="34" charset="-122"/>
                <a:cs typeface="맑은 고딕" pitchFamily="34" charset="-120"/>
              </a:rPr>
              <a:t>zoo</a:t>
            </a:r>
            <a:endParaRPr lang="ko-KR" sz="2200" dirty="0"/>
          </a:p>
        </p:txBody>
      </p:sp>
      <p:sp>
        <p:nvSpPr>
          <p:cNvPr id="18" name="S04-label46"/>
          <p:cNvSpPr txBox="1"/>
          <p:nvPr/>
        </p:nvSpPr>
        <p:spPr>
          <a:xfrm>
            <a:off x="883488" y="2419052"/>
            <a:ext cx="1204976" cy="349250"/>
          </a:xfrm>
          <a:prstGeom prst="rect">
            <a:avLst/>
          </a:prstGeom>
          <a:noFill/>
          <a:ln/>
        </p:spPr>
        <p:txBody>
          <a:bodyPr wrap="square" lIns="0" tIns="0" rIns="0" bIns="0" rtlCol="0" anchor="ctr"/>
          <a:lstStyle/>
          <a:p>
            <a:pPr eaLnBrk="0" algn="ctr" indent="0" marL="0">
              <a:buNone/>
            </a:pPr>
            <a:r>
              <a:rPr lang="en-US" altLang="ko-KR" sz="2200" b="1" dirty="0">
                <a:solidFill>
                  <a:srgbClr val="1F2937"/>
                </a:solidFill>
                <a:latin typeface="맑은 고딕" pitchFamily="34" charset="0"/>
                <a:ea typeface="맑은 고딕" pitchFamily="34" charset="-122"/>
                <a:cs typeface="맑은 고딕" pitchFamily="34" charset="-120"/>
              </a:rPr>
              <a:t>library</a:t>
            </a:r>
            <a:endParaRPr lang="ko-KR" sz="2200" dirty="0"/>
          </a:p>
        </p:txBody>
      </p:sp>
      <p:sp>
        <p:nvSpPr>
          <p:cNvPr id="19" name="S04-label48"/>
          <p:cNvSpPr txBox="1"/>
          <p:nvPr/>
        </p:nvSpPr>
        <p:spPr>
          <a:xfrm>
            <a:off x="2862326" y="2419052"/>
            <a:ext cx="735584" cy="349250"/>
          </a:xfrm>
          <a:prstGeom prst="rect">
            <a:avLst/>
          </a:prstGeom>
          <a:noFill/>
          <a:ln/>
        </p:spPr>
        <p:txBody>
          <a:bodyPr wrap="square" lIns="0" tIns="0" rIns="0" bIns="0" rtlCol="0" anchor="ctr"/>
          <a:lstStyle/>
          <a:p>
            <a:pPr eaLnBrk="0" algn="ctr" indent="0" marL="0">
              <a:buNone/>
            </a:pPr>
            <a:r>
              <a:rPr lang="en-US" altLang="ko-KR" sz="2200" b="1" dirty="0">
                <a:solidFill>
                  <a:srgbClr val="1F2937"/>
                </a:solidFill>
                <a:latin typeface="맑은 고딕" pitchFamily="34" charset="0"/>
                <a:ea typeface="맑은 고딕" pitchFamily="34" charset="-122"/>
                <a:cs typeface="맑은 고딕" pitchFamily="34" charset="-120"/>
              </a:rPr>
              <a:t>park</a:t>
            </a:r>
            <a:endParaRPr lang="ko-KR" sz="2200" dirty="0"/>
          </a:p>
        </p:txBody>
      </p:sp>
      <p:sp>
        <p:nvSpPr>
          <p:cNvPr id="20" name="S04-label50"/>
          <p:cNvSpPr txBox="1"/>
          <p:nvPr/>
        </p:nvSpPr>
        <p:spPr>
          <a:xfrm>
            <a:off x="4293540" y="2419052"/>
            <a:ext cx="1361440" cy="349250"/>
          </a:xfrm>
          <a:prstGeom prst="rect">
            <a:avLst/>
          </a:prstGeom>
          <a:noFill/>
          <a:ln/>
        </p:spPr>
        <p:txBody>
          <a:bodyPr wrap="square" lIns="0" tIns="0" rIns="0" bIns="0" rtlCol="0" anchor="ctr"/>
          <a:lstStyle/>
          <a:p>
            <a:pPr eaLnBrk="0" algn="ctr" indent="0" marL="0">
              <a:buNone/>
            </a:pPr>
            <a:r>
              <a:rPr lang="en-US" altLang="ko-KR" sz="2200" b="1" dirty="0">
                <a:solidFill>
                  <a:srgbClr val="1F2937"/>
                </a:solidFill>
                <a:latin typeface="맑은 고딕" pitchFamily="34" charset="0"/>
                <a:ea typeface="맑은 고딕" pitchFamily="34" charset="-122"/>
                <a:cs typeface="맑은 고딕" pitchFamily="34" charset="-120"/>
              </a:rPr>
              <a:t>hospital</a:t>
            </a:r>
            <a:endParaRPr lang="ko-KR" sz="2200" dirty="0"/>
          </a:p>
        </p:txBody>
      </p:sp>
      <p:sp>
        <p:nvSpPr>
          <p:cNvPr id="21" name="S04-label52"/>
          <p:cNvSpPr txBox="1"/>
          <p:nvPr/>
        </p:nvSpPr>
        <p:spPr>
          <a:xfrm>
            <a:off x="2252028" y="4831163"/>
            <a:ext cx="657352" cy="349250"/>
          </a:xfrm>
          <a:prstGeom prst="rect">
            <a:avLst/>
          </a:prstGeom>
          <a:noFill/>
          <a:ln/>
        </p:spPr>
        <p:txBody>
          <a:bodyPr wrap="square" lIns="0" tIns="0" rIns="0" bIns="0" rtlCol="0" anchor="ctr"/>
          <a:lstStyle/>
          <a:p>
            <a:pPr eaLnBrk="0" algn="ctr" indent="0" marL="0">
              <a:buNone/>
            </a:pPr>
            <a:r>
              <a:rPr lang="ko-KR" altLang="en-US" sz="2200" b="1" dirty="0">
                <a:solidFill>
                  <a:srgbClr val="1F2937"/>
                </a:solidFill>
                <a:latin typeface="맑은 고딕" pitchFamily="34" charset="0"/>
                <a:ea typeface="맑은 고딕" pitchFamily="34" charset="-122"/>
                <a:cs typeface="맑은 고딕" pitchFamily="34" charset="-120"/>
              </a:rPr>
              <a:t>출발</a:t>
            </a:r>
            <a:endParaRPr lang="ko-KR" sz="2200" dirty="0"/>
          </a:p>
        </p:txBody>
      </p:sp>
      <p:sp>
        <p:nvSpPr>
          <p:cNvPr id="22" name="S04-card53"/>
          <p:cNvSpPr/>
          <p:nvPr/>
        </p:nvSpPr>
        <p:spPr>
          <a:xfrm>
            <a:off x="6277356" y="1773174"/>
            <a:ext cx="5362956" cy="1180084"/>
          </a:xfrm>
          <a:prstGeom prst="roundRect">
            <a:avLst>
              <a:gd name="adj" fmla="val 9298"/>
            </a:avLst>
          </a:prstGeom>
          <a:solidFill>
            <a:srgbClr val="EAF3F1"/>
          </a:solidFill>
          <a:ln w="12700">
            <a:solidFill>
              <a:srgbClr val="EAF3F1"/>
            </a:solidFill>
            <a:prstDash val="solid"/>
          </a:ln>
        </p:spPr>
      </p:sp>
      <p:sp>
        <p:nvSpPr>
          <p:cNvPr id="23" name="S04-cardtext54"/>
          <p:cNvSpPr txBox="1"/>
          <p:nvPr/>
        </p:nvSpPr>
        <p:spPr>
          <a:xfrm>
            <a:off x="6551676" y="1910334"/>
            <a:ext cx="4814316" cy="905764"/>
          </a:xfrm>
          <a:prstGeom prst="rect">
            <a:avLst/>
          </a:prstGeom>
          <a:noFill/>
          <a:ln/>
        </p:spPr>
        <p:txBody>
          <a:bodyPr wrap="square" lIns="0" tIns="0" rIns="0" bIns="0" rtlCol="0" anchor="ctr"/>
          <a:lstStyle/>
          <a:p>
            <a:pPr eaLnBrk="0" indent="0" marL="0">
              <a:spcAft>
                <a:spcPts val="600"/>
              </a:spcAft>
              <a:buNone/>
            </a:pPr>
            <a:r>
              <a:rPr lang="en-US" altLang="ko-KR" sz="2800" b="1" dirty="0">
                <a:solidFill>
                  <a:srgbClr val="1F2937"/>
                </a:solidFill>
                <a:latin typeface="맑은 고딕" pitchFamily="34" charset="0"/>
                <a:ea typeface="맑은 고딕" pitchFamily="34" charset="-122"/>
                <a:cs typeface="맑은 고딕" pitchFamily="34" charset="-120"/>
              </a:rPr>
              <a:t>It's on your left.</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걸어가는 사람의 왼쪽에 있어요.</a:t>
            </a:r>
            <a:endParaRPr lang="ko-KR" sz="2800" dirty="0"/>
          </a:p>
        </p:txBody>
      </p:sp>
      <p:sp>
        <p:nvSpPr>
          <p:cNvPr id="24" name="S04-card55"/>
          <p:cNvSpPr/>
          <p:nvPr/>
        </p:nvSpPr>
        <p:spPr>
          <a:xfrm>
            <a:off x="6277356" y="3181858"/>
            <a:ext cx="5362956" cy="1180084"/>
          </a:xfrm>
          <a:prstGeom prst="roundRect">
            <a:avLst>
              <a:gd name="adj" fmla="val 9298"/>
            </a:avLst>
          </a:prstGeom>
          <a:solidFill>
            <a:srgbClr val="EAF3F1"/>
          </a:solidFill>
          <a:ln w="12700">
            <a:solidFill>
              <a:srgbClr val="EAF3F1"/>
            </a:solidFill>
            <a:prstDash val="solid"/>
          </a:ln>
        </p:spPr>
      </p:sp>
      <p:sp>
        <p:nvSpPr>
          <p:cNvPr id="25" name="S04-cardtext56"/>
          <p:cNvSpPr txBox="1"/>
          <p:nvPr/>
        </p:nvSpPr>
        <p:spPr>
          <a:xfrm>
            <a:off x="6551676" y="3319018"/>
            <a:ext cx="4814316" cy="905764"/>
          </a:xfrm>
          <a:prstGeom prst="rect">
            <a:avLst/>
          </a:prstGeom>
          <a:noFill/>
          <a:ln/>
        </p:spPr>
        <p:txBody>
          <a:bodyPr wrap="square" lIns="0" tIns="0" rIns="0" bIns="0" rtlCol="0" anchor="ctr"/>
          <a:lstStyle/>
          <a:p>
            <a:pPr eaLnBrk="0" indent="0" marL="0">
              <a:spcAft>
                <a:spcPts val="600"/>
              </a:spcAft>
              <a:buNone/>
            </a:pPr>
            <a:r>
              <a:rPr lang="en-US" altLang="ko-KR" sz="2800" b="1" dirty="0">
                <a:solidFill>
                  <a:srgbClr val="1F2937"/>
                </a:solidFill>
                <a:latin typeface="맑은 고딕" pitchFamily="34" charset="0"/>
                <a:ea typeface="맑은 고딕" pitchFamily="34" charset="-122"/>
                <a:cs typeface="맑은 고딕" pitchFamily="34" charset="-120"/>
              </a:rPr>
              <a:t>It's on your right.</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걸어가는 사람의 오른쪽에 있어요.</a:t>
            </a:r>
            <a:endParaRPr lang="ko-KR" sz="2800" dirty="0"/>
          </a:p>
        </p:txBody>
      </p:sp>
      <p:sp>
        <p:nvSpPr>
          <p:cNvPr id="26" name="S04-card57"/>
          <p:cNvSpPr/>
          <p:nvPr/>
        </p:nvSpPr>
        <p:spPr>
          <a:xfrm>
            <a:off x="6277356" y="4590542"/>
            <a:ext cx="5362956" cy="1180084"/>
          </a:xfrm>
          <a:prstGeom prst="roundRect">
            <a:avLst>
              <a:gd name="adj" fmla="val 9298"/>
            </a:avLst>
          </a:prstGeom>
          <a:solidFill>
            <a:srgbClr val="EAF3F1"/>
          </a:solidFill>
          <a:ln w="12700">
            <a:solidFill>
              <a:srgbClr val="EAF3F1"/>
            </a:solidFill>
            <a:prstDash val="solid"/>
          </a:ln>
        </p:spPr>
      </p:sp>
      <p:sp>
        <p:nvSpPr>
          <p:cNvPr id="27" name="S04-cardtext58"/>
          <p:cNvSpPr txBox="1"/>
          <p:nvPr/>
        </p:nvSpPr>
        <p:spPr>
          <a:xfrm>
            <a:off x="6551676" y="4727702"/>
            <a:ext cx="4814316" cy="905764"/>
          </a:xfrm>
          <a:prstGeom prst="rect">
            <a:avLst/>
          </a:prstGeom>
          <a:noFill/>
          <a:ln/>
        </p:spPr>
        <p:txBody>
          <a:bodyPr wrap="square" lIns="0" tIns="0" rIns="0" bIns="0" rtlCol="0" anchor="ctr"/>
          <a:lstStyle/>
          <a:p>
            <a:pPr eaLnBrk="0" indent="0" marL="0">
              <a:spcAft>
                <a:spcPts val="600"/>
              </a:spcAft>
              <a:buNone/>
            </a:pPr>
            <a:r>
              <a:rPr lang="en-US" altLang="ko-KR" sz="2800" b="1" dirty="0">
                <a:solidFill>
                  <a:srgbClr val="1F2937"/>
                </a:solidFill>
                <a:latin typeface="맑은 고딕" pitchFamily="34" charset="0"/>
                <a:ea typeface="맑은 고딕" pitchFamily="34" charset="-122"/>
                <a:cs typeface="맑은 고딕" pitchFamily="34" charset="-120"/>
              </a:rPr>
              <a:t>It's next to the library.</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도서관 옆에 있어요.</a:t>
            </a:r>
            <a:endParaRPr lang="ko-KR" sz="28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en-US" altLang="ko-KR" sz="4000" b="1" dirty="0">
                <a:solidFill>
                  <a:srgbClr val="1F2937"/>
                </a:solidFill>
                <a:latin typeface="맑은 고딕" pitchFamily="34" charset="0"/>
                <a:ea typeface="맑은 고딕" pitchFamily="34" charset="-122"/>
                <a:cs typeface="맑은 고딕" pitchFamily="34" charset="-120"/>
              </a:rPr>
              <a:t>Where is the bank?</a:t>
            </a:r>
            <a:endParaRPr lang="ko-KR" sz="4000" dirty="0"/>
          </a:p>
        </p:txBody>
      </p:sp>
      <p:sp>
        <p:nvSpPr>
          <p:cNvPr id="3" name="S05-text59"/>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엄마(아빠)와 역할을 나누어 말해요.</a:t>
            </a:r>
            <a:endParaRPr lang="ko-KR" sz="2800" dirty="0"/>
          </a:p>
        </p:txBody>
      </p:sp>
      <p:sp>
        <p:nvSpPr>
          <p:cNvPr id="4" name="S05-figure60" descr="아래쪽 가운데 출발점에서 위로 길이 나 있고, 위쪽에서 왼쪽·오른쪽으로 갈라지는 지도. 위로 가는 길의 왼쪽에 bank, 오른쪽에 bakery. 갈림길 위쪽에 왼쪽부터 library, park, hospital. 가로 길 아래쪽 왼쪽 끝에 school, 오른쪽 끝에 zoo."/>
          <p:cNvSpPr/>
          <p:nvPr/>
        </p:nvSpPr>
        <p:spPr>
          <a:xfrm>
            <a:off x="2933243" y="3845757"/>
            <a:ext cx="593750" cy="1558595"/>
          </a:xfrm>
          <a:custGeom>
            <a:avLst/>
            <a:gdLst/>
            <a:ahLst/>
            <a:cxnLst/>
            <a:rect l="l" t="t" r="r" b="b"/>
            <a:pathLst>
              <a:path w="593750" h="1558595">
                <a:moveTo>
                  <a:pt x="0" y="1558595"/>
                </a:moveTo>
                <a:lnTo>
                  <a:pt x="593750" y="1558595"/>
                </a:lnTo>
                <a:lnTo>
                  <a:pt x="593750" y="0"/>
                </a:lnTo>
                <a:lnTo>
                  <a:pt x="0" y="0"/>
                </a:lnTo>
                <a:close/>
              </a:path>
            </a:pathLst>
          </a:custGeom>
          <a:solidFill>
            <a:srgbClr val="E5E7EB"/>
          </a:solidFill>
          <a:ln w="9525">
            <a:solidFill>
              <a:srgbClr val="B8C2CC"/>
            </a:solidFill>
            <a:prstDash val="solid"/>
          </a:ln>
        </p:spPr>
      </p:sp>
      <p:sp>
        <p:nvSpPr>
          <p:cNvPr id="5" name="S05-mark61"/>
          <p:cNvSpPr/>
          <p:nvPr/>
        </p:nvSpPr>
        <p:spPr>
          <a:xfrm>
            <a:off x="632460" y="3252006"/>
            <a:ext cx="5195316" cy="593750"/>
          </a:xfrm>
          <a:custGeom>
            <a:avLst/>
            <a:gdLst/>
            <a:ahLst/>
            <a:cxnLst/>
            <a:rect l="l" t="t" r="r" b="b"/>
            <a:pathLst>
              <a:path w="5195316" h="593750">
                <a:moveTo>
                  <a:pt x="0" y="593750"/>
                </a:moveTo>
                <a:lnTo>
                  <a:pt x="5195316" y="593750"/>
                </a:lnTo>
                <a:lnTo>
                  <a:pt x="5195316" y="0"/>
                </a:lnTo>
                <a:lnTo>
                  <a:pt x="0" y="0"/>
                </a:lnTo>
                <a:close/>
              </a:path>
            </a:pathLst>
          </a:custGeom>
          <a:solidFill>
            <a:srgbClr val="E5E7EB"/>
          </a:solidFill>
          <a:ln w="9525">
            <a:solidFill>
              <a:srgbClr val="B8C2CC"/>
            </a:solidFill>
            <a:prstDash val="solid"/>
          </a:ln>
        </p:spPr>
      </p:sp>
      <p:sp>
        <p:nvSpPr>
          <p:cNvPr id="6" name="S05-mark62"/>
          <p:cNvSpPr/>
          <p:nvPr/>
        </p:nvSpPr>
        <p:spPr>
          <a:xfrm>
            <a:off x="1968398" y="4439507"/>
            <a:ext cx="890626" cy="667969"/>
          </a:xfrm>
          <a:custGeom>
            <a:avLst/>
            <a:gdLst/>
            <a:ahLst/>
            <a:cxnLst/>
            <a:rect l="l" t="t" r="r" b="b"/>
            <a:pathLst>
              <a:path w="890626" h="667969">
                <a:moveTo>
                  <a:pt x="0" y="667969"/>
                </a:moveTo>
                <a:lnTo>
                  <a:pt x="890626" y="667969"/>
                </a:lnTo>
                <a:lnTo>
                  <a:pt x="890626" y="0"/>
                </a:lnTo>
                <a:lnTo>
                  <a:pt x="0" y="0"/>
                </a:lnTo>
                <a:close/>
              </a:path>
            </a:pathLst>
          </a:custGeom>
          <a:solidFill>
            <a:srgbClr val="FDEBDD"/>
          </a:solidFill>
          <a:ln w="19050">
            <a:solidFill>
              <a:srgbClr val="1F2937"/>
            </a:solidFill>
            <a:prstDash val="solid"/>
          </a:ln>
        </p:spPr>
      </p:sp>
      <p:sp>
        <p:nvSpPr>
          <p:cNvPr id="7" name="S05-mark63"/>
          <p:cNvSpPr/>
          <p:nvPr/>
        </p:nvSpPr>
        <p:spPr>
          <a:xfrm>
            <a:off x="3601212" y="4439507"/>
            <a:ext cx="1039063" cy="667969"/>
          </a:xfrm>
          <a:custGeom>
            <a:avLst/>
            <a:gdLst/>
            <a:ahLst/>
            <a:cxnLst/>
            <a:rect l="l" t="t" r="r" b="b"/>
            <a:pathLst>
              <a:path w="1039063" h="667969">
                <a:moveTo>
                  <a:pt x="0" y="667969"/>
                </a:moveTo>
                <a:lnTo>
                  <a:pt x="1039063" y="667969"/>
                </a:lnTo>
                <a:lnTo>
                  <a:pt x="1039063" y="0"/>
                </a:lnTo>
                <a:lnTo>
                  <a:pt x="0" y="0"/>
                </a:lnTo>
                <a:close/>
              </a:path>
            </a:pathLst>
          </a:custGeom>
          <a:solidFill>
            <a:srgbClr val="FDEBDD"/>
          </a:solidFill>
          <a:ln w="19050">
            <a:solidFill>
              <a:srgbClr val="1F2937"/>
            </a:solidFill>
            <a:prstDash val="solid"/>
          </a:ln>
        </p:spPr>
      </p:sp>
      <p:sp>
        <p:nvSpPr>
          <p:cNvPr id="8" name="S05-mark64"/>
          <p:cNvSpPr/>
          <p:nvPr/>
        </p:nvSpPr>
        <p:spPr>
          <a:xfrm>
            <a:off x="632460" y="3901421"/>
            <a:ext cx="1224610" cy="408203"/>
          </a:xfrm>
          <a:custGeom>
            <a:avLst/>
            <a:gdLst/>
            <a:ahLst/>
            <a:cxnLst/>
            <a:rect l="l" t="t" r="r" b="b"/>
            <a:pathLst>
              <a:path w="1224610" h="408203">
                <a:moveTo>
                  <a:pt x="0" y="408203"/>
                </a:moveTo>
                <a:lnTo>
                  <a:pt x="1224610" y="408203"/>
                </a:lnTo>
                <a:lnTo>
                  <a:pt x="1224610" y="0"/>
                </a:lnTo>
                <a:lnTo>
                  <a:pt x="0" y="0"/>
                </a:lnTo>
                <a:close/>
              </a:path>
            </a:pathLst>
          </a:custGeom>
          <a:solidFill>
            <a:srgbClr val="FDEBDD"/>
          </a:solidFill>
          <a:ln w="19050">
            <a:solidFill>
              <a:srgbClr val="1F2937"/>
            </a:solidFill>
            <a:prstDash val="solid"/>
          </a:ln>
        </p:spPr>
      </p:sp>
      <p:sp>
        <p:nvSpPr>
          <p:cNvPr id="9" name="S05-mark65"/>
          <p:cNvSpPr/>
          <p:nvPr/>
        </p:nvSpPr>
        <p:spPr>
          <a:xfrm>
            <a:off x="4751603" y="3901421"/>
            <a:ext cx="1076173" cy="408203"/>
          </a:xfrm>
          <a:custGeom>
            <a:avLst/>
            <a:gdLst/>
            <a:ahLst/>
            <a:cxnLst/>
            <a:rect l="l" t="t" r="r" b="b"/>
            <a:pathLst>
              <a:path w="1076173" h="408203">
                <a:moveTo>
                  <a:pt x="0" y="408203"/>
                </a:moveTo>
                <a:lnTo>
                  <a:pt x="1076173" y="408203"/>
                </a:lnTo>
                <a:lnTo>
                  <a:pt x="1076173" y="0"/>
                </a:lnTo>
                <a:lnTo>
                  <a:pt x="0" y="0"/>
                </a:lnTo>
                <a:close/>
              </a:path>
            </a:pathLst>
          </a:custGeom>
          <a:solidFill>
            <a:srgbClr val="FDEBDD"/>
          </a:solidFill>
          <a:ln w="19050">
            <a:solidFill>
              <a:srgbClr val="1F2937"/>
            </a:solidFill>
            <a:prstDash val="solid"/>
          </a:ln>
        </p:spPr>
      </p:sp>
      <p:sp>
        <p:nvSpPr>
          <p:cNvPr id="10" name="S05-mark66"/>
          <p:cNvSpPr/>
          <p:nvPr/>
        </p:nvSpPr>
        <p:spPr>
          <a:xfrm>
            <a:off x="706679" y="2695365"/>
            <a:ext cx="1558595" cy="482422"/>
          </a:xfrm>
          <a:custGeom>
            <a:avLst/>
            <a:gdLst/>
            <a:ahLst/>
            <a:cxnLst/>
            <a:rect l="l" t="t" r="r" b="b"/>
            <a:pathLst>
              <a:path w="1558595" h="482422">
                <a:moveTo>
                  <a:pt x="0" y="482422"/>
                </a:moveTo>
                <a:lnTo>
                  <a:pt x="1558595" y="482422"/>
                </a:lnTo>
                <a:lnTo>
                  <a:pt x="1558595" y="0"/>
                </a:lnTo>
                <a:lnTo>
                  <a:pt x="0" y="0"/>
                </a:lnTo>
                <a:close/>
              </a:path>
            </a:pathLst>
          </a:custGeom>
          <a:solidFill>
            <a:srgbClr val="FDEBDD"/>
          </a:solidFill>
          <a:ln w="19050">
            <a:solidFill>
              <a:srgbClr val="1F2937"/>
            </a:solidFill>
            <a:prstDash val="solid"/>
          </a:ln>
        </p:spPr>
      </p:sp>
      <p:sp>
        <p:nvSpPr>
          <p:cNvPr id="11" name="S05-mark67"/>
          <p:cNvSpPr/>
          <p:nvPr/>
        </p:nvSpPr>
        <p:spPr>
          <a:xfrm>
            <a:off x="2413711" y="2695365"/>
            <a:ext cx="1632814" cy="482422"/>
          </a:xfrm>
          <a:custGeom>
            <a:avLst/>
            <a:gdLst/>
            <a:ahLst/>
            <a:cxnLst/>
            <a:rect l="l" t="t" r="r" b="b"/>
            <a:pathLst>
              <a:path w="1632814" h="482422">
                <a:moveTo>
                  <a:pt x="0" y="482422"/>
                </a:moveTo>
                <a:lnTo>
                  <a:pt x="1632814" y="482422"/>
                </a:lnTo>
                <a:lnTo>
                  <a:pt x="1632814" y="0"/>
                </a:lnTo>
                <a:lnTo>
                  <a:pt x="0" y="0"/>
                </a:lnTo>
                <a:close/>
              </a:path>
            </a:pathLst>
          </a:custGeom>
          <a:solidFill>
            <a:srgbClr val="2A9D8F"/>
          </a:solidFill>
          <a:ln w="19050">
            <a:solidFill>
              <a:srgbClr val="1F2937"/>
            </a:solidFill>
            <a:prstDash val="solid"/>
          </a:ln>
        </p:spPr>
      </p:sp>
      <p:sp>
        <p:nvSpPr>
          <p:cNvPr id="12" name="S05-mark68"/>
          <p:cNvSpPr/>
          <p:nvPr/>
        </p:nvSpPr>
        <p:spPr>
          <a:xfrm>
            <a:off x="4194962" y="2695365"/>
            <a:ext cx="1558595" cy="482422"/>
          </a:xfrm>
          <a:custGeom>
            <a:avLst/>
            <a:gdLst/>
            <a:ahLst/>
            <a:cxnLst/>
            <a:rect l="l" t="t" r="r" b="b"/>
            <a:pathLst>
              <a:path w="1558595" h="482422">
                <a:moveTo>
                  <a:pt x="0" y="482422"/>
                </a:moveTo>
                <a:lnTo>
                  <a:pt x="1558595" y="482422"/>
                </a:lnTo>
                <a:lnTo>
                  <a:pt x="1558595" y="0"/>
                </a:lnTo>
                <a:lnTo>
                  <a:pt x="0" y="0"/>
                </a:lnTo>
                <a:close/>
              </a:path>
            </a:pathLst>
          </a:custGeom>
          <a:solidFill>
            <a:srgbClr val="FDEBDD"/>
          </a:solidFill>
          <a:ln w="19050">
            <a:solidFill>
              <a:srgbClr val="1F2937"/>
            </a:solidFill>
            <a:prstDash val="solid"/>
          </a:ln>
        </p:spPr>
      </p:sp>
      <p:sp>
        <p:nvSpPr>
          <p:cNvPr id="13" name="S05-mark69"/>
          <p:cNvSpPr/>
          <p:nvPr/>
        </p:nvSpPr>
        <p:spPr>
          <a:xfrm>
            <a:off x="3126212" y="5300445"/>
            <a:ext cx="207813" cy="207813"/>
          </a:xfrm>
          <a:prstGeom prst="ellipse">
            <a:avLst/>
          </a:prstGeom>
          <a:solidFill>
            <a:srgbClr val="E9762B"/>
          </a:solidFill>
          <a:ln w="28575">
            <a:solidFill>
              <a:srgbClr val="1F2937"/>
            </a:solidFill>
            <a:prstDash val="solid"/>
          </a:ln>
        </p:spPr>
      </p:sp>
      <p:sp>
        <p:nvSpPr>
          <p:cNvPr id="14" name="S05-mark70"/>
          <p:cNvSpPr/>
          <p:nvPr/>
        </p:nvSpPr>
        <p:spPr>
          <a:xfrm flipV="1">
            <a:off x="3230118" y="4773492"/>
            <a:ext cx="0" cy="482422"/>
          </a:xfrm>
          <a:prstGeom prst="line">
            <a:avLst/>
          </a:prstGeom>
          <a:noFill/>
          <a:ln w="38100">
            <a:solidFill>
              <a:srgbClr val="E9762B"/>
            </a:solidFill>
            <a:prstDash val="solid"/>
            <a:tailEnd type="triangle"/>
          </a:ln>
        </p:spPr>
      </p:sp>
      <p:sp>
        <p:nvSpPr>
          <p:cNvPr id="15" name="S05-label72"/>
          <p:cNvSpPr txBox="1"/>
          <p:nvPr/>
        </p:nvSpPr>
        <p:spPr>
          <a:xfrm>
            <a:off x="2045919" y="4598867"/>
            <a:ext cx="735584" cy="349250"/>
          </a:xfrm>
          <a:prstGeom prst="rect">
            <a:avLst/>
          </a:prstGeom>
          <a:noFill/>
          <a:ln/>
        </p:spPr>
        <p:txBody>
          <a:bodyPr wrap="square" lIns="0" tIns="0" rIns="0" bIns="0" rtlCol="0" anchor="ctr"/>
          <a:lstStyle/>
          <a:p>
            <a:pPr eaLnBrk="0" algn="ctr" indent="0" marL="0">
              <a:buNone/>
            </a:pPr>
            <a:r>
              <a:rPr lang="en-US" altLang="ko-KR" sz="2200" b="1" dirty="0">
                <a:solidFill>
                  <a:srgbClr val="1F2937"/>
                </a:solidFill>
                <a:latin typeface="맑은 고딕" pitchFamily="34" charset="0"/>
                <a:ea typeface="맑은 고딕" pitchFamily="34" charset="-122"/>
                <a:cs typeface="맑은 고딕" pitchFamily="34" charset="-120"/>
              </a:rPr>
              <a:t>bank</a:t>
            </a:r>
            <a:endParaRPr lang="ko-KR" sz="2200" dirty="0"/>
          </a:p>
        </p:txBody>
      </p:sp>
      <p:sp>
        <p:nvSpPr>
          <p:cNvPr id="16" name="S05-label74"/>
          <p:cNvSpPr txBox="1"/>
          <p:nvPr/>
        </p:nvSpPr>
        <p:spPr>
          <a:xfrm>
            <a:off x="3596488" y="4598867"/>
            <a:ext cx="1048512" cy="349250"/>
          </a:xfrm>
          <a:prstGeom prst="rect">
            <a:avLst/>
          </a:prstGeom>
          <a:noFill/>
          <a:ln/>
        </p:spPr>
        <p:txBody>
          <a:bodyPr wrap="square" lIns="0" tIns="0" rIns="0" bIns="0" rtlCol="0" anchor="ctr"/>
          <a:lstStyle/>
          <a:p>
            <a:pPr eaLnBrk="0" algn="ctr" indent="0" marL="0">
              <a:buNone/>
            </a:pPr>
            <a:r>
              <a:rPr lang="en-US" altLang="ko-KR" sz="2200" b="1" dirty="0">
                <a:solidFill>
                  <a:srgbClr val="1F2937"/>
                </a:solidFill>
                <a:latin typeface="맑은 고딕" pitchFamily="34" charset="0"/>
                <a:ea typeface="맑은 고딕" pitchFamily="34" charset="-122"/>
                <a:cs typeface="맑은 고딕" pitchFamily="34" charset="-120"/>
              </a:rPr>
              <a:t>bakery</a:t>
            </a:r>
            <a:endParaRPr lang="ko-KR" sz="2200" dirty="0"/>
          </a:p>
        </p:txBody>
      </p:sp>
      <p:sp>
        <p:nvSpPr>
          <p:cNvPr id="17" name="S05-label76"/>
          <p:cNvSpPr txBox="1"/>
          <p:nvPr/>
        </p:nvSpPr>
        <p:spPr>
          <a:xfrm>
            <a:off x="720509" y="3930898"/>
            <a:ext cx="1048512" cy="349250"/>
          </a:xfrm>
          <a:prstGeom prst="rect">
            <a:avLst/>
          </a:prstGeom>
          <a:noFill/>
          <a:ln/>
        </p:spPr>
        <p:txBody>
          <a:bodyPr wrap="square" lIns="0" tIns="0" rIns="0" bIns="0" rtlCol="0" anchor="ctr"/>
          <a:lstStyle/>
          <a:p>
            <a:pPr eaLnBrk="0" algn="ctr" indent="0" marL="0">
              <a:buNone/>
            </a:pPr>
            <a:r>
              <a:rPr lang="en-US" altLang="ko-KR" sz="2200" b="1" dirty="0">
                <a:solidFill>
                  <a:srgbClr val="1F2937"/>
                </a:solidFill>
                <a:latin typeface="맑은 고딕" pitchFamily="34" charset="0"/>
                <a:ea typeface="맑은 고딕" pitchFamily="34" charset="-122"/>
                <a:cs typeface="맑은 고딕" pitchFamily="34" charset="-120"/>
              </a:rPr>
              <a:t>school</a:t>
            </a:r>
            <a:endParaRPr lang="ko-KR" sz="2200" dirty="0"/>
          </a:p>
        </p:txBody>
      </p:sp>
      <p:sp>
        <p:nvSpPr>
          <p:cNvPr id="18" name="S05-label78"/>
          <p:cNvSpPr txBox="1"/>
          <p:nvPr/>
        </p:nvSpPr>
        <p:spPr>
          <a:xfrm>
            <a:off x="5000130" y="3930898"/>
            <a:ext cx="579120" cy="349250"/>
          </a:xfrm>
          <a:prstGeom prst="rect">
            <a:avLst/>
          </a:prstGeom>
          <a:noFill/>
          <a:ln/>
        </p:spPr>
        <p:txBody>
          <a:bodyPr wrap="square" lIns="0" tIns="0" rIns="0" bIns="0" rtlCol="0" anchor="ctr"/>
          <a:lstStyle/>
          <a:p>
            <a:pPr eaLnBrk="0" algn="ctr" indent="0" marL="0">
              <a:buNone/>
            </a:pPr>
            <a:r>
              <a:rPr lang="en-US" altLang="ko-KR" sz="2200" b="1" dirty="0">
                <a:solidFill>
                  <a:srgbClr val="1F2937"/>
                </a:solidFill>
                <a:latin typeface="맑은 고딕" pitchFamily="34" charset="0"/>
                <a:ea typeface="맑은 고딕" pitchFamily="34" charset="-122"/>
                <a:cs typeface="맑은 고딕" pitchFamily="34" charset="-120"/>
              </a:rPr>
              <a:t>zoo</a:t>
            </a:r>
            <a:endParaRPr lang="ko-KR" sz="2200" dirty="0"/>
          </a:p>
        </p:txBody>
      </p:sp>
      <p:sp>
        <p:nvSpPr>
          <p:cNvPr id="19" name="S05-label80"/>
          <p:cNvSpPr txBox="1"/>
          <p:nvPr/>
        </p:nvSpPr>
        <p:spPr>
          <a:xfrm>
            <a:off x="883488" y="2761952"/>
            <a:ext cx="1204976" cy="349250"/>
          </a:xfrm>
          <a:prstGeom prst="rect">
            <a:avLst/>
          </a:prstGeom>
          <a:noFill/>
          <a:ln/>
        </p:spPr>
        <p:txBody>
          <a:bodyPr wrap="square" lIns="0" tIns="0" rIns="0" bIns="0" rtlCol="0" anchor="ctr"/>
          <a:lstStyle/>
          <a:p>
            <a:pPr eaLnBrk="0" algn="ctr" indent="0" marL="0">
              <a:buNone/>
            </a:pPr>
            <a:r>
              <a:rPr lang="en-US" altLang="ko-KR" sz="2200" b="1" dirty="0">
                <a:solidFill>
                  <a:srgbClr val="1F2937"/>
                </a:solidFill>
                <a:latin typeface="맑은 고딕" pitchFamily="34" charset="0"/>
                <a:ea typeface="맑은 고딕" pitchFamily="34" charset="-122"/>
                <a:cs typeface="맑은 고딕" pitchFamily="34" charset="-120"/>
              </a:rPr>
              <a:t>library</a:t>
            </a:r>
            <a:endParaRPr lang="ko-KR" sz="2200" dirty="0"/>
          </a:p>
        </p:txBody>
      </p:sp>
      <p:sp>
        <p:nvSpPr>
          <p:cNvPr id="20" name="S05-label82"/>
          <p:cNvSpPr txBox="1"/>
          <p:nvPr/>
        </p:nvSpPr>
        <p:spPr>
          <a:xfrm>
            <a:off x="2862326" y="2761952"/>
            <a:ext cx="735584" cy="349250"/>
          </a:xfrm>
          <a:prstGeom prst="rect">
            <a:avLst/>
          </a:prstGeom>
          <a:noFill/>
          <a:ln/>
        </p:spPr>
        <p:txBody>
          <a:bodyPr wrap="square" lIns="0" tIns="0" rIns="0" bIns="0" rtlCol="0" anchor="ctr"/>
          <a:lstStyle/>
          <a:p>
            <a:pPr eaLnBrk="0" algn="ctr" indent="0" marL="0">
              <a:buNone/>
            </a:pPr>
            <a:r>
              <a:rPr lang="en-US" altLang="ko-KR" sz="2200" b="1" dirty="0">
                <a:solidFill>
                  <a:srgbClr val="1F2937"/>
                </a:solidFill>
                <a:latin typeface="맑은 고딕" pitchFamily="34" charset="0"/>
                <a:ea typeface="맑은 고딕" pitchFamily="34" charset="-122"/>
                <a:cs typeface="맑은 고딕" pitchFamily="34" charset="-120"/>
              </a:rPr>
              <a:t>park</a:t>
            </a:r>
            <a:endParaRPr lang="ko-KR" sz="2200" dirty="0"/>
          </a:p>
        </p:txBody>
      </p:sp>
      <p:sp>
        <p:nvSpPr>
          <p:cNvPr id="21" name="S05-label84"/>
          <p:cNvSpPr txBox="1"/>
          <p:nvPr/>
        </p:nvSpPr>
        <p:spPr>
          <a:xfrm>
            <a:off x="4293540" y="2761952"/>
            <a:ext cx="1361440" cy="349250"/>
          </a:xfrm>
          <a:prstGeom prst="rect">
            <a:avLst/>
          </a:prstGeom>
          <a:noFill/>
          <a:ln/>
        </p:spPr>
        <p:txBody>
          <a:bodyPr wrap="square" lIns="0" tIns="0" rIns="0" bIns="0" rtlCol="0" anchor="ctr"/>
          <a:lstStyle/>
          <a:p>
            <a:pPr eaLnBrk="0" algn="ctr" indent="0" marL="0">
              <a:buNone/>
            </a:pPr>
            <a:r>
              <a:rPr lang="en-US" altLang="ko-KR" sz="2200" b="1" dirty="0">
                <a:solidFill>
                  <a:srgbClr val="1F2937"/>
                </a:solidFill>
                <a:latin typeface="맑은 고딕" pitchFamily="34" charset="0"/>
                <a:ea typeface="맑은 고딕" pitchFamily="34" charset="-122"/>
                <a:cs typeface="맑은 고딕" pitchFamily="34" charset="-120"/>
              </a:rPr>
              <a:t>hospital</a:t>
            </a:r>
            <a:endParaRPr lang="ko-KR" sz="2200" dirty="0"/>
          </a:p>
        </p:txBody>
      </p:sp>
      <p:sp>
        <p:nvSpPr>
          <p:cNvPr id="22" name="S05-label86"/>
          <p:cNvSpPr txBox="1"/>
          <p:nvPr/>
        </p:nvSpPr>
        <p:spPr>
          <a:xfrm>
            <a:off x="2252028" y="5174063"/>
            <a:ext cx="657352" cy="349250"/>
          </a:xfrm>
          <a:prstGeom prst="rect">
            <a:avLst/>
          </a:prstGeom>
          <a:noFill/>
          <a:ln/>
        </p:spPr>
        <p:txBody>
          <a:bodyPr wrap="square" lIns="0" tIns="0" rIns="0" bIns="0" rtlCol="0" anchor="ctr"/>
          <a:lstStyle/>
          <a:p>
            <a:pPr eaLnBrk="0" algn="ctr" indent="0" marL="0">
              <a:buNone/>
            </a:pPr>
            <a:r>
              <a:rPr lang="ko-KR" altLang="en-US" sz="2200" b="1" dirty="0">
                <a:solidFill>
                  <a:srgbClr val="1F2937"/>
                </a:solidFill>
                <a:latin typeface="맑은 고딕" pitchFamily="34" charset="0"/>
                <a:ea typeface="맑은 고딕" pitchFamily="34" charset="-122"/>
                <a:cs typeface="맑은 고딕" pitchFamily="34" charset="-120"/>
              </a:rPr>
              <a:t>출발</a:t>
            </a:r>
            <a:endParaRPr lang="ko-KR" sz="2200" dirty="0"/>
          </a:p>
        </p:txBody>
      </p:sp>
      <p:sp>
        <p:nvSpPr>
          <p:cNvPr id="23" name="S05-card87"/>
          <p:cNvSpPr/>
          <p:nvPr/>
        </p:nvSpPr>
        <p:spPr>
          <a:xfrm>
            <a:off x="6277356" y="2255012"/>
            <a:ext cx="5362956" cy="1196848"/>
          </a:xfrm>
          <a:prstGeom prst="roundRect">
            <a:avLst>
              <a:gd name="adj" fmla="val 9168"/>
            </a:avLst>
          </a:prstGeom>
          <a:solidFill>
            <a:srgbClr val="EAF3F1"/>
          </a:solidFill>
          <a:ln w="12700">
            <a:solidFill>
              <a:srgbClr val="EAF3F1"/>
            </a:solidFill>
            <a:prstDash val="solid"/>
          </a:ln>
        </p:spPr>
      </p:sp>
      <p:sp>
        <p:nvSpPr>
          <p:cNvPr id="24" name="S05-cardtext88"/>
          <p:cNvSpPr txBox="1"/>
          <p:nvPr/>
        </p:nvSpPr>
        <p:spPr>
          <a:xfrm>
            <a:off x="6551676" y="2392172"/>
            <a:ext cx="4814316" cy="922528"/>
          </a:xfrm>
          <a:prstGeom prst="rect">
            <a:avLst/>
          </a:prstGeom>
          <a:noFill/>
          <a:ln/>
        </p:spPr>
        <p:txBody>
          <a:bodyPr wrap="square" lIns="0" tIns="0" rIns="0" bIns="0" rtlCol="0" anchor="t"/>
          <a:lstStyle/>
          <a:p>
            <a:pPr eaLnBrk="0" indent="0" marL="0">
              <a:spcAft>
                <a:spcPts val="600"/>
              </a:spcAft>
              <a:buNone/>
            </a:pPr>
            <a:r>
              <a:rPr lang="en-US" altLang="ko-KR" sz="2800" b="1" dirty="0">
                <a:solidFill>
                  <a:srgbClr val="1F2937"/>
                </a:solidFill>
                <a:latin typeface="맑은 고딕" pitchFamily="34" charset="0"/>
                <a:ea typeface="맑은 고딕" pitchFamily="34" charset="-122"/>
                <a:cs typeface="맑은 고딕" pitchFamily="34" charset="-120"/>
              </a:rPr>
              <a:t>A: Excuse me.</a:t>
            </a:r>
            <a:endParaRPr lang="ko-KR" sz="2800" dirty="0"/>
          </a:p>
          <a:p>
            <a:pPr eaLnBrk="0" indent="0" marL="0">
              <a:spcAft>
                <a:spcPts val="600"/>
              </a:spcAft>
              <a:buNone/>
            </a:pPr>
            <a:r>
              <a:rPr lang="en-US" altLang="ko-KR" sz="2800" b="1" dirty="0">
                <a:solidFill>
                  <a:srgbClr val="1F2937"/>
                </a:solidFill>
                <a:latin typeface="맑은 고딕" pitchFamily="34" charset="0"/>
                <a:ea typeface="맑은 고딕" pitchFamily="34" charset="-122"/>
                <a:cs typeface="맑은 고딕" pitchFamily="34" charset="-120"/>
              </a:rPr>
              <a:t>Where is the bank?</a:t>
            </a:r>
            <a:endParaRPr lang="ko-KR" sz="2800" dirty="0"/>
          </a:p>
        </p:txBody>
      </p:sp>
      <p:sp>
        <p:nvSpPr>
          <p:cNvPr id="25" name="S05-card89"/>
          <p:cNvSpPr/>
          <p:nvPr/>
        </p:nvSpPr>
        <p:spPr>
          <a:xfrm>
            <a:off x="6277356" y="3680460"/>
            <a:ext cx="5362956" cy="1196848"/>
          </a:xfrm>
          <a:prstGeom prst="roundRect">
            <a:avLst>
              <a:gd name="adj" fmla="val 9168"/>
            </a:avLst>
          </a:prstGeom>
          <a:solidFill>
            <a:srgbClr val="EAF3F1"/>
          </a:solidFill>
          <a:ln w="12700">
            <a:solidFill>
              <a:srgbClr val="EAF3F1"/>
            </a:solidFill>
            <a:prstDash val="solid"/>
          </a:ln>
        </p:spPr>
      </p:sp>
      <p:sp>
        <p:nvSpPr>
          <p:cNvPr id="26" name="S05-cardtext90"/>
          <p:cNvSpPr txBox="1"/>
          <p:nvPr/>
        </p:nvSpPr>
        <p:spPr>
          <a:xfrm>
            <a:off x="6551676" y="3817620"/>
            <a:ext cx="4814316" cy="922528"/>
          </a:xfrm>
          <a:prstGeom prst="rect">
            <a:avLst/>
          </a:prstGeom>
          <a:noFill/>
          <a:ln/>
        </p:spPr>
        <p:txBody>
          <a:bodyPr wrap="square" lIns="0" tIns="0" rIns="0" bIns="0" rtlCol="0" anchor="t"/>
          <a:lstStyle/>
          <a:p>
            <a:pPr eaLnBrk="0" indent="0" marL="0">
              <a:spcAft>
                <a:spcPts val="600"/>
              </a:spcAft>
              <a:buNone/>
            </a:pPr>
            <a:r>
              <a:rPr lang="en-US" altLang="ko-KR" sz="2800" b="1" dirty="0">
                <a:solidFill>
                  <a:srgbClr val="1F2937"/>
                </a:solidFill>
                <a:latin typeface="맑은 고딕" pitchFamily="34" charset="0"/>
                <a:ea typeface="맑은 고딕" pitchFamily="34" charset="-122"/>
                <a:cs typeface="맑은 고딕" pitchFamily="34" charset="-120"/>
              </a:rPr>
              <a:t>B: Go straight.</a:t>
            </a:r>
            <a:endParaRPr lang="ko-KR" sz="2800" dirty="0"/>
          </a:p>
          <a:p>
            <a:pPr eaLnBrk="0" indent="0" marL="0">
              <a:spcAft>
                <a:spcPts val="600"/>
              </a:spcAft>
              <a:buNone/>
            </a:pPr>
            <a:r>
              <a:rPr lang="en-US" altLang="ko-KR" sz="2800" b="1" dirty="0">
                <a:solidFill>
                  <a:srgbClr val="1F2937"/>
                </a:solidFill>
                <a:latin typeface="맑은 고딕" pitchFamily="34" charset="0"/>
                <a:ea typeface="맑은 고딕" pitchFamily="34" charset="-122"/>
                <a:cs typeface="맑은 고딕" pitchFamily="34" charset="-120"/>
              </a:rPr>
              <a:t>It's on your left.</a:t>
            </a:r>
            <a:endParaRPr lang="ko-KR" sz="2800" dirty="0"/>
          </a:p>
        </p:txBody>
      </p:sp>
      <p:sp>
        <p:nvSpPr>
          <p:cNvPr id="27" name="S05-card91"/>
          <p:cNvSpPr/>
          <p:nvPr/>
        </p:nvSpPr>
        <p:spPr>
          <a:xfrm>
            <a:off x="6277356" y="5105908"/>
            <a:ext cx="5362956" cy="868680"/>
          </a:xfrm>
          <a:prstGeom prst="roundRect">
            <a:avLst>
              <a:gd name="adj" fmla="val 12632"/>
            </a:avLst>
          </a:prstGeom>
          <a:solidFill>
            <a:srgbClr val="EAF3F1"/>
          </a:solidFill>
          <a:ln w="12700">
            <a:solidFill>
              <a:srgbClr val="EAF3F1"/>
            </a:solidFill>
            <a:prstDash val="solid"/>
          </a:ln>
        </p:spPr>
      </p:sp>
      <p:sp>
        <p:nvSpPr>
          <p:cNvPr id="28" name="S05-cardtext92"/>
          <p:cNvSpPr txBox="1"/>
          <p:nvPr/>
        </p:nvSpPr>
        <p:spPr>
          <a:xfrm>
            <a:off x="6551676" y="5243068"/>
            <a:ext cx="4814316" cy="594360"/>
          </a:xfrm>
          <a:prstGeom prst="rect">
            <a:avLst/>
          </a:prstGeom>
          <a:noFill/>
          <a:ln/>
        </p:spPr>
        <p:txBody>
          <a:bodyPr wrap="square" lIns="0" tIns="0" rIns="0" bIns="0" rtlCol="0" anchor="t"/>
          <a:lstStyle/>
          <a:p>
            <a:pPr eaLnBrk="0" indent="0" marL="0">
              <a:spcAft>
                <a:spcPts val="600"/>
              </a:spcAft>
              <a:buNone/>
            </a:pPr>
            <a:r>
              <a:rPr lang="en-US" altLang="ko-KR" sz="2800" b="1" dirty="0">
                <a:solidFill>
                  <a:srgbClr val="1F2937"/>
                </a:solidFill>
                <a:latin typeface="맑은 고딕" pitchFamily="34" charset="0"/>
                <a:ea typeface="맑은 고딕" pitchFamily="34" charset="-122"/>
                <a:cs typeface="맑은 고딕" pitchFamily="34" charset="-120"/>
              </a:rPr>
              <a:t>A: Thank you.</a:t>
            </a:r>
            <a:endParaRPr lang="ko-KR" sz="28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듣고 길을 따라가요</a:t>
            </a:r>
            <a:endParaRPr lang="ko-KR" sz="4000" dirty="0"/>
          </a:p>
        </p:txBody>
      </p:sp>
      <p:sp>
        <p:nvSpPr>
          <p:cNvPr id="3" name="S06-text93"/>
          <p:cNvSpPr txBox="1"/>
          <p:nvPr/>
        </p:nvSpPr>
        <p:spPr>
          <a:xfrm>
            <a:off x="548640" y="1325880"/>
            <a:ext cx="11091672" cy="867664"/>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엄마(아빠)가 말하는 길을 손가락으로 따라가요. 도착한 곳은 어디인가요?</a:t>
            </a:r>
            <a:endParaRPr lang="ko-KR" sz="2800" dirty="0"/>
          </a:p>
        </p:txBody>
      </p:sp>
      <p:sp>
        <p:nvSpPr>
          <p:cNvPr id="4" name="S06-figure94" descr="아래쪽 가운데 출발점에서 위로 길이 나 있고, 위쪽에서 왼쪽·오른쪽으로 갈라지는 지도. 위로 가는 길의 왼쪽에 bank, 오른쪽에 bakery. 갈림길 위쪽에 왼쪽부터 library, park, hospital. 가로 길 아래쪽 왼쪽 끝에 school, 오른쪽 끝에 zoo."/>
          <p:cNvSpPr/>
          <p:nvPr/>
        </p:nvSpPr>
        <p:spPr>
          <a:xfrm>
            <a:off x="5710282" y="3948996"/>
            <a:ext cx="768388" cy="2017019"/>
          </a:xfrm>
          <a:custGeom>
            <a:avLst/>
            <a:gdLst/>
            <a:ahLst/>
            <a:cxnLst/>
            <a:rect l="l" t="t" r="r" b="b"/>
            <a:pathLst>
              <a:path w="768388" h="2017019">
                <a:moveTo>
                  <a:pt x="0" y="2017019"/>
                </a:moveTo>
                <a:lnTo>
                  <a:pt x="768388" y="2017019"/>
                </a:lnTo>
                <a:lnTo>
                  <a:pt x="768388" y="0"/>
                </a:lnTo>
                <a:lnTo>
                  <a:pt x="0" y="0"/>
                </a:lnTo>
                <a:close/>
              </a:path>
            </a:pathLst>
          </a:custGeom>
          <a:solidFill>
            <a:srgbClr val="E5E7EB"/>
          </a:solidFill>
          <a:ln w="9525">
            <a:solidFill>
              <a:srgbClr val="B8C2CC"/>
            </a:solidFill>
            <a:prstDash val="solid"/>
          </a:ln>
        </p:spPr>
      </p:sp>
      <p:sp>
        <p:nvSpPr>
          <p:cNvPr id="5" name="S06-mark95"/>
          <p:cNvSpPr/>
          <p:nvPr/>
        </p:nvSpPr>
        <p:spPr>
          <a:xfrm>
            <a:off x="2732778" y="3180608"/>
            <a:ext cx="6723397" cy="768388"/>
          </a:xfrm>
          <a:custGeom>
            <a:avLst/>
            <a:gdLst/>
            <a:ahLst/>
            <a:cxnLst/>
            <a:rect l="l" t="t" r="r" b="b"/>
            <a:pathLst>
              <a:path w="6723397" h="768388">
                <a:moveTo>
                  <a:pt x="0" y="768388"/>
                </a:moveTo>
                <a:lnTo>
                  <a:pt x="6723397" y="768388"/>
                </a:lnTo>
                <a:lnTo>
                  <a:pt x="6723397" y="0"/>
                </a:lnTo>
                <a:lnTo>
                  <a:pt x="0" y="0"/>
                </a:lnTo>
                <a:close/>
              </a:path>
            </a:pathLst>
          </a:custGeom>
          <a:solidFill>
            <a:srgbClr val="E5E7EB"/>
          </a:solidFill>
          <a:ln w="9525">
            <a:solidFill>
              <a:srgbClr val="B8C2CC"/>
            </a:solidFill>
            <a:prstDash val="solid"/>
          </a:ln>
        </p:spPr>
      </p:sp>
      <p:sp>
        <p:nvSpPr>
          <p:cNvPr id="6" name="S06-mark96"/>
          <p:cNvSpPr/>
          <p:nvPr/>
        </p:nvSpPr>
        <p:spPr>
          <a:xfrm>
            <a:off x="4461651" y="4717384"/>
            <a:ext cx="1152582" cy="864437"/>
          </a:xfrm>
          <a:custGeom>
            <a:avLst/>
            <a:gdLst/>
            <a:ahLst/>
            <a:cxnLst/>
            <a:rect l="l" t="t" r="r" b="b"/>
            <a:pathLst>
              <a:path w="1152582" h="864437">
                <a:moveTo>
                  <a:pt x="0" y="864437"/>
                </a:moveTo>
                <a:lnTo>
                  <a:pt x="1152582" y="864437"/>
                </a:lnTo>
                <a:lnTo>
                  <a:pt x="1152582" y="0"/>
                </a:lnTo>
                <a:lnTo>
                  <a:pt x="0" y="0"/>
                </a:lnTo>
                <a:close/>
              </a:path>
            </a:pathLst>
          </a:custGeom>
          <a:solidFill>
            <a:srgbClr val="FDEBDD"/>
          </a:solidFill>
          <a:ln w="19050">
            <a:solidFill>
              <a:srgbClr val="1F2937"/>
            </a:solidFill>
            <a:prstDash val="solid"/>
          </a:ln>
        </p:spPr>
      </p:sp>
      <p:sp>
        <p:nvSpPr>
          <p:cNvPr id="7" name="S06-mark97"/>
          <p:cNvSpPr/>
          <p:nvPr/>
        </p:nvSpPr>
        <p:spPr>
          <a:xfrm>
            <a:off x="6574719" y="4717384"/>
            <a:ext cx="1344679" cy="864437"/>
          </a:xfrm>
          <a:custGeom>
            <a:avLst/>
            <a:gdLst/>
            <a:ahLst/>
            <a:cxnLst/>
            <a:rect l="l" t="t" r="r" b="b"/>
            <a:pathLst>
              <a:path w="1344679" h="864437">
                <a:moveTo>
                  <a:pt x="0" y="864437"/>
                </a:moveTo>
                <a:lnTo>
                  <a:pt x="1344679" y="864437"/>
                </a:lnTo>
                <a:lnTo>
                  <a:pt x="1344679" y="0"/>
                </a:lnTo>
                <a:lnTo>
                  <a:pt x="0" y="0"/>
                </a:lnTo>
                <a:close/>
              </a:path>
            </a:pathLst>
          </a:custGeom>
          <a:solidFill>
            <a:srgbClr val="FDEBDD"/>
          </a:solidFill>
          <a:ln w="19050">
            <a:solidFill>
              <a:srgbClr val="1F2937"/>
            </a:solidFill>
            <a:prstDash val="solid"/>
          </a:ln>
        </p:spPr>
      </p:sp>
      <p:sp>
        <p:nvSpPr>
          <p:cNvPr id="8" name="S06-mark98"/>
          <p:cNvSpPr/>
          <p:nvPr/>
        </p:nvSpPr>
        <p:spPr>
          <a:xfrm>
            <a:off x="2732778" y="4021032"/>
            <a:ext cx="1584801" cy="528267"/>
          </a:xfrm>
          <a:custGeom>
            <a:avLst/>
            <a:gdLst/>
            <a:ahLst/>
            <a:cxnLst/>
            <a:rect l="l" t="t" r="r" b="b"/>
            <a:pathLst>
              <a:path w="1584801" h="528267">
                <a:moveTo>
                  <a:pt x="0" y="528267"/>
                </a:moveTo>
                <a:lnTo>
                  <a:pt x="1584801" y="528267"/>
                </a:lnTo>
                <a:lnTo>
                  <a:pt x="1584801" y="0"/>
                </a:lnTo>
                <a:lnTo>
                  <a:pt x="0" y="0"/>
                </a:lnTo>
                <a:close/>
              </a:path>
            </a:pathLst>
          </a:custGeom>
          <a:solidFill>
            <a:srgbClr val="FDEBDD"/>
          </a:solidFill>
          <a:ln w="19050">
            <a:solidFill>
              <a:srgbClr val="1F2937"/>
            </a:solidFill>
            <a:prstDash val="solid"/>
          </a:ln>
        </p:spPr>
      </p:sp>
      <p:sp>
        <p:nvSpPr>
          <p:cNvPr id="9" name="S06-mark99"/>
          <p:cNvSpPr/>
          <p:nvPr/>
        </p:nvSpPr>
        <p:spPr>
          <a:xfrm>
            <a:off x="8063471" y="4021032"/>
            <a:ext cx="1392704" cy="528267"/>
          </a:xfrm>
          <a:custGeom>
            <a:avLst/>
            <a:gdLst/>
            <a:ahLst/>
            <a:cxnLst/>
            <a:rect l="l" t="t" r="r" b="b"/>
            <a:pathLst>
              <a:path w="1392704" h="528267">
                <a:moveTo>
                  <a:pt x="0" y="528267"/>
                </a:moveTo>
                <a:lnTo>
                  <a:pt x="1392704" y="528267"/>
                </a:lnTo>
                <a:lnTo>
                  <a:pt x="1392704" y="0"/>
                </a:lnTo>
                <a:lnTo>
                  <a:pt x="0" y="0"/>
                </a:lnTo>
                <a:close/>
              </a:path>
            </a:pathLst>
          </a:custGeom>
          <a:solidFill>
            <a:srgbClr val="FDEBDD"/>
          </a:solidFill>
          <a:ln w="19050">
            <a:solidFill>
              <a:srgbClr val="1F2937"/>
            </a:solidFill>
            <a:prstDash val="solid"/>
          </a:ln>
        </p:spPr>
      </p:sp>
      <p:sp>
        <p:nvSpPr>
          <p:cNvPr id="10" name="S06-mark100"/>
          <p:cNvSpPr/>
          <p:nvPr/>
        </p:nvSpPr>
        <p:spPr>
          <a:xfrm>
            <a:off x="2828826" y="2460244"/>
            <a:ext cx="2017019" cy="624315"/>
          </a:xfrm>
          <a:custGeom>
            <a:avLst/>
            <a:gdLst/>
            <a:ahLst/>
            <a:cxnLst/>
            <a:rect l="l" t="t" r="r" b="b"/>
            <a:pathLst>
              <a:path w="2017019" h="624315">
                <a:moveTo>
                  <a:pt x="0" y="624315"/>
                </a:moveTo>
                <a:lnTo>
                  <a:pt x="2017019" y="624315"/>
                </a:lnTo>
                <a:lnTo>
                  <a:pt x="2017019" y="0"/>
                </a:lnTo>
                <a:lnTo>
                  <a:pt x="0" y="0"/>
                </a:lnTo>
                <a:close/>
              </a:path>
            </a:pathLst>
          </a:custGeom>
          <a:solidFill>
            <a:srgbClr val="FDEBDD"/>
          </a:solidFill>
          <a:ln w="19050">
            <a:solidFill>
              <a:srgbClr val="1F2937"/>
            </a:solidFill>
            <a:prstDash val="solid"/>
          </a:ln>
        </p:spPr>
      </p:sp>
      <p:sp>
        <p:nvSpPr>
          <p:cNvPr id="11" name="S06-mark101"/>
          <p:cNvSpPr/>
          <p:nvPr/>
        </p:nvSpPr>
        <p:spPr>
          <a:xfrm>
            <a:off x="5037942" y="2460244"/>
            <a:ext cx="2113068" cy="624315"/>
          </a:xfrm>
          <a:custGeom>
            <a:avLst/>
            <a:gdLst/>
            <a:ahLst/>
            <a:cxnLst/>
            <a:rect l="l" t="t" r="r" b="b"/>
            <a:pathLst>
              <a:path w="2113068" h="624315">
                <a:moveTo>
                  <a:pt x="0" y="624315"/>
                </a:moveTo>
                <a:lnTo>
                  <a:pt x="2113068" y="624315"/>
                </a:lnTo>
                <a:lnTo>
                  <a:pt x="2113068" y="0"/>
                </a:lnTo>
                <a:lnTo>
                  <a:pt x="0" y="0"/>
                </a:lnTo>
                <a:close/>
              </a:path>
            </a:pathLst>
          </a:custGeom>
          <a:solidFill>
            <a:srgbClr val="2A9D8F"/>
          </a:solidFill>
          <a:ln w="19050">
            <a:solidFill>
              <a:srgbClr val="1F2937"/>
            </a:solidFill>
            <a:prstDash val="solid"/>
          </a:ln>
        </p:spPr>
      </p:sp>
      <p:sp>
        <p:nvSpPr>
          <p:cNvPr id="12" name="S06-mark102"/>
          <p:cNvSpPr/>
          <p:nvPr/>
        </p:nvSpPr>
        <p:spPr>
          <a:xfrm>
            <a:off x="7343107" y="2460244"/>
            <a:ext cx="2017019" cy="624315"/>
          </a:xfrm>
          <a:custGeom>
            <a:avLst/>
            <a:gdLst/>
            <a:ahLst/>
            <a:cxnLst/>
            <a:rect l="l" t="t" r="r" b="b"/>
            <a:pathLst>
              <a:path w="2017019" h="624315">
                <a:moveTo>
                  <a:pt x="0" y="624315"/>
                </a:moveTo>
                <a:lnTo>
                  <a:pt x="2017019" y="624315"/>
                </a:lnTo>
                <a:lnTo>
                  <a:pt x="2017019" y="0"/>
                </a:lnTo>
                <a:lnTo>
                  <a:pt x="0" y="0"/>
                </a:lnTo>
                <a:close/>
              </a:path>
            </a:pathLst>
          </a:custGeom>
          <a:solidFill>
            <a:srgbClr val="FDEBDD"/>
          </a:solidFill>
          <a:ln w="19050">
            <a:solidFill>
              <a:srgbClr val="1F2937"/>
            </a:solidFill>
            <a:prstDash val="solid"/>
          </a:ln>
        </p:spPr>
      </p:sp>
      <p:sp>
        <p:nvSpPr>
          <p:cNvPr id="13" name="S06-mark103"/>
          <p:cNvSpPr/>
          <p:nvPr/>
        </p:nvSpPr>
        <p:spPr>
          <a:xfrm>
            <a:off x="5960008" y="5831547"/>
            <a:ext cx="268936" cy="268936"/>
          </a:xfrm>
          <a:prstGeom prst="ellipse">
            <a:avLst/>
          </a:prstGeom>
          <a:solidFill>
            <a:srgbClr val="E9762B"/>
          </a:solidFill>
          <a:ln w="28575">
            <a:solidFill>
              <a:srgbClr val="1F2937"/>
            </a:solidFill>
            <a:prstDash val="solid"/>
          </a:ln>
        </p:spPr>
      </p:sp>
      <p:sp>
        <p:nvSpPr>
          <p:cNvPr id="14" name="S06-mark104"/>
          <p:cNvSpPr/>
          <p:nvPr/>
        </p:nvSpPr>
        <p:spPr>
          <a:xfrm flipV="1">
            <a:off x="6094476" y="5149603"/>
            <a:ext cx="0" cy="624315"/>
          </a:xfrm>
          <a:prstGeom prst="line">
            <a:avLst/>
          </a:prstGeom>
          <a:noFill/>
          <a:ln w="38100">
            <a:solidFill>
              <a:srgbClr val="E9762B"/>
            </a:solidFill>
            <a:prstDash val="solid"/>
            <a:tailEnd type="triangle"/>
          </a:ln>
        </p:spPr>
      </p:sp>
      <p:sp>
        <p:nvSpPr>
          <p:cNvPr id="15" name="S06-label106"/>
          <p:cNvSpPr txBox="1"/>
          <p:nvPr/>
        </p:nvSpPr>
        <p:spPr>
          <a:xfrm>
            <a:off x="4670150" y="4974978"/>
            <a:ext cx="735584" cy="349250"/>
          </a:xfrm>
          <a:prstGeom prst="rect">
            <a:avLst/>
          </a:prstGeom>
          <a:noFill/>
          <a:ln/>
        </p:spPr>
        <p:txBody>
          <a:bodyPr wrap="square" lIns="0" tIns="0" rIns="0" bIns="0" rtlCol="0" anchor="ctr"/>
          <a:lstStyle/>
          <a:p>
            <a:pPr eaLnBrk="0" algn="ctr" indent="0" marL="0">
              <a:buNone/>
            </a:pPr>
            <a:r>
              <a:rPr lang="en-US" altLang="ko-KR" sz="2200" b="1" dirty="0">
                <a:solidFill>
                  <a:srgbClr val="1F2937"/>
                </a:solidFill>
                <a:latin typeface="맑은 고딕" pitchFamily="34" charset="0"/>
                <a:ea typeface="맑은 고딕" pitchFamily="34" charset="-122"/>
                <a:cs typeface="맑은 고딕" pitchFamily="34" charset="-120"/>
              </a:rPr>
              <a:t>bank</a:t>
            </a:r>
            <a:endParaRPr lang="ko-KR" sz="2200" dirty="0"/>
          </a:p>
        </p:txBody>
      </p:sp>
      <p:sp>
        <p:nvSpPr>
          <p:cNvPr id="16" name="S06-label108"/>
          <p:cNvSpPr txBox="1"/>
          <p:nvPr/>
        </p:nvSpPr>
        <p:spPr>
          <a:xfrm>
            <a:off x="6722802" y="4974978"/>
            <a:ext cx="1048512" cy="349250"/>
          </a:xfrm>
          <a:prstGeom prst="rect">
            <a:avLst/>
          </a:prstGeom>
          <a:noFill/>
          <a:ln/>
        </p:spPr>
        <p:txBody>
          <a:bodyPr wrap="square" lIns="0" tIns="0" rIns="0" bIns="0" rtlCol="0" anchor="ctr"/>
          <a:lstStyle/>
          <a:p>
            <a:pPr eaLnBrk="0" algn="ctr" indent="0" marL="0">
              <a:buNone/>
            </a:pPr>
            <a:r>
              <a:rPr lang="en-US" altLang="ko-KR" sz="2200" b="1" dirty="0">
                <a:solidFill>
                  <a:srgbClr val="1F2937"/>
                </a:solidFill>
                <a:latin typeface="맑은 고딕" pitchFamily="34" charset="0"/>
                <a:ea typeface="맑은 고딕" pitchFamily="34" charset="-122"/>
                <a:cs typeface="맑은 고딕" pitchFamily="34" charset="-120"/>
              </a:rPr>
              <a:t>bakery</a:t>
            </a:r>
            <a:endParaRPr lang="ko-KR" sz="2200" dirty="0"/>
          </a:p>
        </p:txBody>
      </p:sp>
      <p:sp>
        <p:nvSpPr>
          <p:cNvPr id="17" name="S06-label110"/>
          <p:cNvSpPr txBox="1"/>
          <p:nvPr/>
        </p:nvSpPr>
        <p:spPr>
          <a:xfrm>
            <a:off x="3000922" y="4110541"/>
            <a:ext cx="1048512" cy="349250"/>
          </a:xfrm>
          <a:prstGeom prst="rect">
            <a:avLst/>
          </a:prstGeom>
          <a:noFill/>
          <a:ln/>
        </p:spPr>
        <p:txBody>
          <a:bodyPr wrap="square" lIns="0" tIns="0" rIns="0" bIns="0" rtlCol="0" anchor="ctr"/>
          <a:lstStyle/>
          <a:p>
            <a:pPr eaLnBrk="0" algn="ctr" indent="0" marL="0">
              <a:buNone/>
            </a:pPr>
            <a:r>
              <a:rPr lang="en-US" altLang="ko-KR" sz="2200" b="1" dirty="0">
                <a:solidFill>
                  <a:srgbClr val="1F2937"/>
                </a:solidFill>
                <a:latin typeface="맑은 고딕" pitchFamily="34" charset="0"/>
                <a:ea typeface="맑은 고딕" pitchFamily="34" charset="-122"/>
                <a:cs typeface="맑은 고딕" pitchFamily="34" charset="-120"/>
              </a:rPr>
              <a:t>school</a:t>
            </a:r>
            <a:endParaRPr lang="ko-KR" sz="2200" dirty="0"/>
          </a:p>
        </p:txBody>
      </p:sp>
      <p:sp>
        <p:nvSpPr>
          <p:cNvPr id="18" name="S06-label112"/>
          <p:cNvSpPr txBox="1"/>
          <p:nvPr/>
        </p:nvSpPr>
        <p:spPr>
          <a:xfrm>
            <a:off x="8470263" y="4110541"/>
            <a:ext cx="579120" cy="349250"/>
          </a:xfrm>
          <a:prstGeom prst="rect">
            <a:avLst/>
          </a:prstGeom>
          <a:noFill/>
          <a:ln/>
        </p:spPr>
        <p:txBody>
          <a:bodyPr wrap="square" lIns="0" tIns="0" rIns="0" bIns="0" rtlCol="0" anchor="ctr"/>
          <a:lstStyle/>
          <a:p>
            <a:pPr eaLnBrk="0" algn="ctr" indent="0" marL="0">
              <a:buNone/>
            </a:pPr>
            <a:r>
              <a:rPr lang="en-US" altLang="ko-KR" sz="2200" b="1" dirty="0">
                <a:solidFill>
                  <a:srgbClr val="1F2937"/>
                </a:solidFill>
                <a:latin typeface="맑은 고딕" pitchFamily="34" charset="0"/>
                <a:ea typeface="맑은 고딕" pitchFamily="34" charset="-122"/>
                <a:cs typeface="맑은 고딕" pitchFamily="34" charset="-120"/>
              </a:rPr>
              <a:t>zoo</a:t>
            </a:r>
            <a:endParaRPr lang="ko-KR" sz="2200" dirty="0"/>
          </a:p>
        </p:txBody>
      </p:sp>
      <p:sp>
        <p:nvSpPr>
          <p:cNvPr id="19" name="S06-label114"/>
          <p:cNvSpPr txBox="1"/>
          <p:nvPr/>
        </p:nvSpPr>
        <p:spPr>
          <a:xfrm>
            <a:off x="3234848" y="2597777"/>
            <a:ext cx="1204976" cy="349250"/>
          </a:xfrm>
          <a:prstGeom prst="rect">
            <a:avLst/>
          </a:prstGeom>
          <a:noFill/>
          <a:ln/>
        </p:spPr>
        <p:txBody>
          <a:bodyPr wrap="square" lIns="0" tIns="0" rIns="0" bIns="0" rtlCol="0" anchor="ctr"/>
          <a:lstStyle/>
          <a:p>
            <a:pPr eaLnBrk="0" algn="ctr" indent="0" marL="0">
              <a:buNone/>
            </a:pPr>
            <a:r>
              <a:rPr lang="en-US" altLang="ko-KR" sz="2200" b="1" dirty="0">
                <a:solidFill>
                  <a:srgbClr val="1F2937"/>
                </a:solidFill>
                <a:latin typeface="맑은 고딕" pitchFamily="34" charset="0"/>
                <a:ea typeface="맑은 고딕" pitchFamily="34" charset="-122"/>
                <a:cs typeface="맑은 고딕" pitchFamily="34" charset="-120"/>
              </a:rPr>
              <a:t>library</a:t>
            </a:r>
            <a:endParaRPr lang="ko-KR" sz="2200" dirty="0"/>
          </a:p>
        </p:txBody>
      </p:sp>
      <p:sp>
        <p:nvSpPr>
          <p:cNvPr id="20" name="S06-label116"/>
          <p:cNvSpPr txBox="1"/>
          <p:nvPr/>
        </p:nvSpPr>
        <p:spPr>
          <a:xfrm>
            <a:off x="5726684" y="2597777"/>
            <a:ext cx="735584" cy="349250"/>
          </a:xfrm>
          <a:prstGeom prst="rect">
            <a:avLst/>
          </a:prstGeom>
          <a:noFill/>
          <a:ln/>
        </p:spPr>
        <p:txBody>
          <a:bodyPr wrap="square" lIns="0" tIns="0" rIns="0" bIns="0" rtlCol="0" anchor="ctr"/>
          <a:lstStyle/>
          <a:p>
            <a:pPr eaLnBrk="0" algn="ctr" indent="0" marL="0">
              <a:buNone/>
            </a:pPr>
            <a:r>
              <a:rPr lang="en-US" altLang="ko-KR" sz="2200" b="1" dirty="0">
                <a:solidFill>
                  <a:srgbClr val="1F2937"/>
                </a:solidFill>
                <a:latin typeface="맑은 고딕" pitchFamily="34" charset="0"/>
                <a:ea typeface="맑은 고딕" pitchFamily="34" charset="-122"/>
                <a:cs typeface="맑은 고딕" pitchFamily="34" charset="-120"/>
              </a:rPr>
              <a:t>park</a:t>
            </a:r>
            <a:endParaRPr lang="ko-KR" sz="2200" dirty="0"/>
          </a:p>
        </p:txBody>
      </p:sp>
      <p:sp>
        <p:nvSpPr>
          <p:cNvPr id="21" name="S06-label118"/>
          <p:cNvSpPr txBox="1"/>
          <p:nvPr/>
        </p:nvSpPr>
        <p:spPr>
          <a:xfrm>
            <a:off x="7670896" y="2597777"/>
            <a:ext cx="1361440" cy="349250"/>
          </a:xfrm>
          <a:prstGeom prst="rect">
            <a:avLst/>
          </a:prstGeom>
          <a:noFill/>
          <a:ln/>
        </p:spPr>
        <p:txBody>
          <a:bodyPr wrap="square" lIns="0" tIns="0" rIns="0" bIns="0" rtlCol="0" anchor="ctr"/>
          <a:lstStyle/>
          <a:p>
            <a:pPr eaLnBrk="0" algn="ctr" indent="0" marL="0">
              <a:buNone/>
            </a:pPr>
            <a:r>
              <a:rPr lang="en-US" altLang="ko-KR" sz="2200" b="1" dirty="0">
                <a:solidFill>
                  <a:srgbClr val="1F2937"/>
                </a:solidFill>
                <a:latin typeface="맑은 고딕" pitchFamily="34" charset="0"/>
                <a:ea typeface="맑은 고딕" pitchFamily="34" charset="-122"/>
                <a:cs typeface="맑은 고딕" pitchFamily="34" charset="-120"/>
              </a:rPr>
              <a:t>hospital</a:t>
            </a:r>
            <a:endParaRPr lang="ko-KR" sz="2200" dirty="0"/>
          </a:p>
        </p:txBody>
      </p:sp>
      <p:sp>
        <p:nvSpPr>
          <p:cNvPr id="22" name="S06-label120"/>
          <p:cNvSpPr txBox="1"/>
          <p:nvPr/>
        </p:nvSpPr>
        <p:spPr>
          <a:xfrm>
            <a:off x="4925375" y="5719354"/>
            <a:ext cx="657352" cy="349250"/>
          </a:xfrm>
          <a:prstGeom prst="rect">
            <a:avLst/>
          </a:prstGeom>
          <a:noFill/>
          <a:ln/>
        </p:spPr>
        <p:txBody>
          <a:bodyPr wrap="square" lIns="0" tIns="0" rIns="0" bIns="0" rtlCol="0" anchor="ctr"/>
          <a:lstStyle/>
          <a:p>
            <a:pPr eaLnBrk="0" algn="ctr" indent="0" marL="0">
              <a:buNone/>
            </a:pPr>
            <a:r>
              <a:rPr lang="ko-KR" altLang="en-US" sz="2200" b="1" dirty="0">
                <a:solidFill>
                  <a:srgbClr val="1F2937"/>
                </a:solidFill>
                <a:latin typeface="맑은 고딕" pitchFamily="34" charset="0"/>
                <a:ea typeface="맑은 고딕" pitchFamily="34" charset="-122"/>
                <a:cs typeface="맑은 고딕" pitchFamily="34" charset="-120"/>
              </a:rPr>
              <a:t>출발</a:t>
            </a:r>
            <a:endParaRPr lang="ko-KR" sz="2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왼쪽일까요, 오른쪽일까요?</a:t>
            </a:r>
            <a:endParaRPr lang="ko-KR" sz="4000" dirty="0"/>
          </a:p>
        </p:txBody>
      </p:sp>
      <p:sp>
        <p:nvSpPr>
          <p:cNvPr id="3" name="S07-card121"/>
          <p:cNvSpPr/>
          <p:nvPr/>
        </p:nvSpPr>
        <p:spPr>
          <a:xfrm>
            <a:off x="548640" y="1325880"/>
            <a:ext cx="11091672" cy="1196848"/>
          </a:xfrm>
          <a:prstGeom prst="roundRect">
            <a:avLst>
              <a:gd name="adj" fmla="val 9168"/>
            </a:avLst>
          </a:prstGeom>
          <a:solidFill>
            <a:srgbClr val="EAF3F1"/>
          </a:solidFill>
          <a:ln w="12700">
            <a:solidFill>
              <a:srgbClr val="EAF3F1"/>
            </a:solidFill>
            <a:prstDash val="solid"/>
          </a:ln>
        </p:spPr>
      </p:sp>
      <p:sp>
        <p:nvSpPr>
          <p:cNvPr id="4" name="S07-cardtext122"/>
          <p:cNvSpPr txBox="1"/>
          <p:nvPr/>
        </p:nvSpPr>
        <p:spPr>
          <a:xfrm>
            <a:off x="822960" y="1463040"/>
            <a:ext cx="10543032" cy="922528"/>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Go straight. Turn right. 은행은 어느 쪽일까요? 친구는 은행이 화면 오른쪽에 있으니 It's on your right.라고 했어요.</a:t>
            </a:r>
            <a:endParaRPr lang="ko-KR" sz="2800" dirty="0"/>
          </a:p>
        </p:txBody>
      </p:sp>
      <p:sp>
        <p:nvSpPr>
          <p:cNvPr id="5" name="S07-card123"/>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6" name="S07-cardtext124"/>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걷는 사람에게 은행은 어느 쪽인가요? 친구의 말을 고쳐 말해요.</a:t>
            </a:r>
            <a:endParaRPr lang="ko-KR" sz="2800" dirty="0"/>
          </a:p>
        </p:txBody>
      </p:sp>
      <p:sp>
        <p:nvSpPr>
          <p:cNvPr id="7" name="S07-chip125"/>
          <p:cNvSpPr txBox="1"/>
          <p:nvPr/>
        </p:nvSpPr>
        <p:spPr>
          <a:xfrm>
            <a:off x="548640" y="2751328"/>
            <a:ext cx="5362956" cy="566928"/>
          </a:xfrm>
          <a:prstGeom prst="roundRect">
            <a:avLst>
              <a:gd name="adj" fmla="val 25806"/>
            </a:avLst>
          </a:prstGeom>
          <a:solidFill>
            <a:srgbClr val="E6ECF4"/>
          </a:solidFill>
          <a:ln>
            <a:solidFill>
              <a:srgbClr val="E6ECF4"/>
            </a:solidFill>
          </a:ln>
        </p:spPr>
        <p:txBody>
          <a:bodyPr wrap="square" lIns="177800" tIns="0" rIns="177800" bIns="0" rtlCol="0" anchor="ctr"/>
          <a:lstStyle/>
          <a:p>
            <a:pPr eaLnBrk="0" algn="l" indent="0" marL="0">
              <a:buNone/>
            </a:pPr>
            <a:r>
              <a:rPr lang="ko-KR" altLang="en-US" sz="2200" b="1" dirty="0">
                <a:solidFill>
                  <a:srgbClr val="1F2937"/>
                </a:solidFill>
                <a:latin typeface="맑은 고딕" pitchFamily="34" charset="0"/>
                <a:ea typeface="맑은 고딕" pitchFamily="34" charset="-122"/>
                <a:cs typeface="맑은 고딕" pitchFamily="34" charset="-120"/>
              </a:rPr>
              <a:t>가 지도 그대로</a:t>
            </a:r>
            <a:endParaRPr lang="ko-KR" sz="2200" dirty="0"/>
          </a:p>
        </p:txBody>
      </p:sp>
      <p:sp>
        <p:nvSpPr>
          <p:cNvPr id="8" name="S07-figure126" descr="출발해서 위로 간 뒤 오른쪽으로 돈 길. 은행은 오른쪽으로 돈 길의 위쪽(화면 오른쪽 위)에 있다."/>
          <p:cNvSpPr/>
          <p:nvPr/>
        </p:nvSpPr>
        <p:spPr>
          <a:xfrm>
            <a:off x="3141402" y="3566668"/>
            <a:ext cx="912508" cy="709729"/>
          </a:xfrm>
          <a:custGeom>
            <a:avLst/>
            <a:gdLst/>
            <a:ahLst/>
            <a:cxnLst/>
            <a:rect l="l" t="t" r="r" b="b"/>
            <a:pathLst>
              <a:path w="912508" h="709729">
                <a:moveTo>
                  <a:pt x="0" y="709729"/>
                </a:moveTo>
                <a:lnTo>
                  <a:pt x="912508" y="709729"/>
                </a:lnTo>
                <a:lnTo>
                  <a:pt x="912508" y="0"/>
                </a:lnTo>
                <a:lnTo>
                  <a:pt x="0" y="0"/>
                </a:lnTo>
                <a:close/>
              </a:path>
            </a:pathLst>
          </a:custGeom>
          <a:solidFill>
            <a:srgbClr val="FDEBDD"/>
          </a:solidFill>
          <a:ln w="19050">
            <a:solidFill>
              <a:srgbClr val="1F2937"/>
            </a:solidFill>
            <a:prstDash val="solid"/>
          </a:ln>
        </p:spPr>
      </p:sp>
      <p:sp>
        <p:nvSpPr>
          <p:cNvPr id="9" name="S07-mark127"/>
          <p:cNvSpPr/>
          <p:nvPr/>
        </p:nvSpPr>
        <p:spPr>
          <a:xfrm>
            <a:off x="2761190" y="4859388"/>
            <a:ext cx="152085" cy="152085"/>
          </a:xfrm>
          <a:prstGeom prst="ellipse">
            <a:avLst/>
          </a:prstGeom>
          <a:solidFill>
            <a:srgbClr val="E9762B"/>
          </a:solidFill>
          <a:ln w="28575">
            <a:solidFill>
              <a:srgbClr val="1F2937"/>
            </a:solidFill>
            <a:prstDash val="solid"/>
          </a:ln>
        </p:spPr>
      </p:sp>
      <p:sp>
        <p:nvSpPr>
          <p:cNvPr id="10" name="S07-mark128"/>
          <p:cNvSpPr/>
          <p:nvPr/>
        </p:nvSpPr>
        <p:spPr>
          <a:xfrm flipV="1">
            <a:off x="2837233" y="4428481"/>
            <a:ext cx="0" cy="418233"/>
          </a:xfrm>
          <a:prstGeom prst="line">
            <a:avLst/>
          </a:prstGeom>
          <a:noFill/>
          <a:ln w="44450">
            <a:solidFill>
              <a:srgbClr val="3D5A80"/>
            </a:solidFill>
            <a:prstDash val="solid"/>
          </a:ln>
        </p:spPr>
      </p:sp>
      <p:sp>
        <p:nvSpPr>
          <p:cNvPr id="11" name="S07-mark129"/>
          <p:cNvSpPr/>
          <p:nvPr/>
        </p:nvSpPr>
        <p:spPr>
          <a:xfrm>
            <a:off x="2837233" y="4428481"/>
            <a:ext cx="1267372" cy="0"/>
          </a:xfrm>
          <a:prstGeom prst="line">
            <a:avLst/>
          </a:prstGeom>
          <a:noFill/>
          <a:ln w="44450">
            <a:solidFill>
              <a:srgbClr val="3D5A80"/>
            </a:solidFill>
            <a:prstDash val="solid"/>
            <a:tailEnd type="triangle"/>
          </a:ln>
        </p:spPr>
      </p:sp>
      <p:sp>
        <p:nvSpPr>
          <p:cNvPr id="12" name="S07-label131"/>
          <p:cNvSpPr txBox="1"/>
          <p:nvPr/>
        </p:nvSpPr>
        <p:spPr>
          <a:xfrm>
            <a:off x="3229864" y="3746907"/>
            <a:ext cx="735584" cy="349250"/>
          </a:xfrm>
          <a:prstGeom prst="rect">
            <a:avLst/>
          </a:prstGeom>
          <a:noFill/>
          <a:ln/>
        </p:spPr>
        <p:txBody>
          <a:bodyPr wrap="square" lIns="0" tIns="0" rIns="0" bIns="0" rtlCol="0" anchor="ctr"/>
          <a:lstStyle/>
          <a:p>
            <a:pPr eaLnBrk="0" algn="ctr" indent="0" marL="0">
              <a:buNone/>
            </a:pPr>
            <a:r>
              <a:rPr lang="en-US" altLang="ko-KR" sz="2200" b="1" dirty="0">
                <a:solidFill>
                  <a:srgbClr val="1F2937"/>
                </a:solidFill>
                <a:latin typeface="맑은 고딕" pitchFamily="34" charset="0"/>
                <a:ea typeface="맑은 고딕" pitchFamily="34" charset="-122"/>
                <a:cs typeface="맑은 고딕" pitchFamily="34" charset="-120"/>
              </a:rPr>
              <a:t>bank</a:t>
            </a:r>
            <a:endParaRPr lang="ko-KR" sz="2200" dirty="0"/>
          </a:p>
        </p:txBody>
      </p:sp>
      <p:sp>
        <p:nvSpPr>
          <p:cNvPr id="13" name="S07-label133"/>
          <p:cNvSpPr txBox="1"/>
          <p:nvPr/>
        </p:nvSpPr>
        <p:spPr>
          <a:xfrm>
            <a:off x="2115671" y="4760805"/>
            <a:ext cx="657352" cy="349250"/>
          </a:xfrm>
          <a:prstGeom prst="rect">
            <a:avLst/>
          </a:prstGeom>
          <a:noFill/>
          <a:ln/>
        </p:spPr>
        <p:txBody>
          <a:bodyPr wrap="square" lIns="0" tIns="0" rIns="0" bIns="0" rtlCol="0" anchor="ctr"/>
          <a:lstStyle/>
          <a:p>
            <a:pPr eaLnBrk="0" algn="ctr" indent="0" marL="0">
              <a:buNone/>
            </a:pPr>
            <a:r>
              <a:rPr lang="ko-KR" altLang="en-US" sz="2200" b="1" dirty="0">
                <a:solidFill>
                  <a:srgbClr val="1F2937"/>
                </a:solidFill>
                <a:latin typeface="맑은 고딕" pitchFamily="34" charset="0"/>
                <a:ea typeface="맑은 고딕" pitchFamily="34" charset="-122"/>
                <a:cs typeface="맑은 고딕" pitchFamily="34" charset="-120"/>
              </a:rPr>
              <a:t>출발</a:t>
            </a:r>
            <a:endParaRPr lang="ko-KR" sz="2200" dirty="0"/>
          </a:p>
        </p:txBody>
      </p:sp>
      <p:sp>
        <p:nvSpPr>
          <p:cNvPr id="14" name="S07-chip134"/>
          <p:cNvSpPr txBox="1"/>
          <p:nvPr/>
        </p:nvSpPr>
        <p:spPr>
          <a:xfrm>
            <a:off x="6277356" y="2751328"/>
            <a:ext cx="5362956" cy="566928"/>
          </a:xfrm>
          <a:prstGeom prst="roundRect">
            <a:avLst>
              <a:gd name="adj" fmla="val 25806"/>
            </a:avLst>
          </a:prstGeom>
          <a:solidFill>
            <a:srgbClr val="E6ECF4"/>
          </a:solidFill>
          <a:ln>
            <a:solidFill>
              <a:srgbClr val="E6ECF4"/>
            </a:solidFill>
          </a:ln>
        </p:spPr>
        <p:txBody>
          <a:bodyPr wrap="square" lIns="177800" tIns="0" rIns="177800" bIns="0" rtlCol="0" anchor="ctr"/>
          <a:lstStyle/>
          <a:p>
            <a:pPr eaLnBrk="0" algn="l" indent="0" marL="0">
              <a:buNone/>
            </a:pPr>
            <a:r>
              <a:rPr lang="ko-KR" altLang="en-US" sz="2200" b="1" dirty="0">
                <a:solidFill>
                  <a:srgbClr val="1F2937"/>
                </a:solidFill>
                <a:latin typeface="맑은 고딕" pitchFamily="34" charset="0"/>
                <a:ea typeface="맑은 고딕" pitchFamily="34" charset="-122"/>
                <a:cs typeface="맑은 고딕" pitchFamily="34" charset="-120"/>
              </a:rPr>
              <a:t>나 가는 쪽을 위로 돌린 지도</a:t>
            </a:r>
            <a:endParaRPr lang="ko-KR" sz="2200" dirty="0"/>
          </a:p>
        </p:txBody>
      </p:sp>
      <p:sp>
        <p:nvSpPr>
          <p:cNvPr id="15" name="S07-figure135" descr="같은 길을 마지막에 가는 쪽이 위가 되게 돌린 그림. 위로 가는 길의 왼쪽에 은행이 있다."/>
          <p:cNvSpPr/>
          <p:nvPr/>
        </p:nvSpPr>
        <p:spPr>
          <a:xfrm>
            <a:off x="7982957" y="3718753"/>
            <a:ext cx="709729" cy="912508"/>
          </a:xfrm>
          <a:custGeom>
            <a:avLst/>
            <a:gdLst/>
            <a:ahLst/>
            <a:cxnLst/>
            <a:rect l="l" t="t" r="r" b="b"/>
            <a:pathLst>
              <a:path w="709729" h="912508">
                <a:moveTo>
                  <a:pt x="0" y="912508"/>
                </a:moveTo>
                <a:lnTo>
                  <a:pt x="709729" y="912508"/>
                </a:lnTo>
                <a:lnTo>
                  <a:pt x="709729" y="0"/>
                </a:lnTo>
                <a:lnTo>
                  <a:pt x="0" y="0"/>
                </a:lnTo>
                <a:close/>
              </a:path>
            </a:pathLst>
          </a:custGeom>
          <a:solidFill>
            <a:srgbClr val="FDEBDD"/>
          </a:solidFill>
          <a:ln w="19050">
            <a:solidFill>
              <a:srgbClr val="1F2937"/>
            </a:solidFill>
            <a:prstDash val="solid"/>
          </a:ln>
        </p:spPr>
      </p:sp>
      <p:sp>
        <p:nvSpPr>
          <p:cNvPr id="16" name="S07-mark136"/>
          <p:cNvSpPr/>
          <p:nvPr/>
        </p:nvSpPr>
        <p:spPr>
          <a:xfrm>
            <a:off x="9275677" y="4859388"/>
            <a:ext cx="152085" cy="152085"/>
          </a:xfrm>
          <a:prstGeom prst="ellipse">
            <a:avLst/>
          </a:prstGeom>
          <a:solidFill>
            <a:srgbClr val="E9762B"/>
          </a:solidFill>
          <a:ln w="28575">
            <a:solidFill>
              <a:srgbClr val="1F2937"/>
            </a:solidFill>
            <a:prstDash val="solid"/>
          </a:ln>
        </p:spPr>
      </p:sp>
      <p:sp>
        <p:nvSpPr>
          <p:cNvPr id="17" name="S07-mark137"/>
          <p:cNvSpPr/>
          <p:nvPr/>
        </p:nvSpPr>
        <p:spPr>
          <a:xfrm flipH="1">
            <a:off x="8844770" y="4935430"/>
            <a:ext cx="418233" cy="0"/>
          </a:xfrm>
          <a:prstGeom prst="line">
            <a:avLst/>
          </a:prstGeom>
          <a:noFill/>
          <a:ln w="44450">
            <a:solidFill>
              <a:srgbClr val="3D5A80"/>
            </a:solidFill>
            <a:prstDash val="solid"/>
          </a:ln>
        </p:spPr>
      </p:sp>
      <p:sp>
        <p:nvSpPr>
          <p:cNvPr id="18" name="S07-mark138"/>
          <p:cNvSpPr/>
          <p:nvPr/>
        </p:nvSpPr>
        <p:spPr>
          <a:xfrm flipV="1">
            <a:off x="8844770" y="3668058"/>
            <a:ext cx="0" cy="1267372"/>
          </a:xfrm>
          <a:prstGeom prst="line">
            <a:avLst/>
          </a:prstGeom>
          <a:noFill/>
          <a:ln w="44450">
            <a:solidFill>
              <a:srgbClr val="3D5A80"/>
            </a:solidFill>
            <a:prstDash val="solid"/>
            <a:tailEnd type="triangle"/>
          </a:ln>
        </p:spPr>
      </p:sp>
      <p:sp>
        <p:nvSpPr>
          <p:cNvPr id="19" name="S07-label140"/>
          <p:cNvSpPr txBox="1"/>
          <p:nvPr/>
        </p:nvSpPr>
        <p:spPr>
          <a:xfrm>
            <a:off x="7970030" y="4000382"/>
            <a:ext cx="735584" cy="349250"/>
          </a:xfrm>
          <a:prstGeom prst="rect">
            <a:avLst/>
          </a:prstGeom>
          <a:noFill/>
          <a:ln/>
        </p:spPr>
        <p:txBody>
          <a:bodyPr wrap="square" lIns="0" tIns="0" rIns="0" bIns="0" rtlCol="0" anchor="ctr"/>
          <a:lstStyle/>
          <a:p>
            <a:pPr eaLnBrk="0" algn="ctr" indent="0" marL="0">
              <a:buNone/>
            </a:pPr>
            <a:r>
              <a:rPr lang="en-US" altLang="ko-KR" sz="2200" b="1" dirty="0">
                <a:solidFill>
                  <a:srgbClr val="1F2937"/>
                </a:solidFill>
                <a:latin typeface="맑은 고딕" pitchFamily="34" charset="0"/>
                <a:ea typeface="맑은 고딕" pitchFamily="34" charset="-122"/>
                <a:cs typeface="맑은 고딕" pitchFamily="34" charset="-120"/>
              </a:rPr>
              <a:t>bank</a:t>
            </a:r>
            <a:endParaRPr lang="ko-KR" sz="2200" dirty="0"/>
          </a:p>
        </p:txBody>
      </p:sp>
      <p:sp>
        <p:nvSpPr>
          <p:cNvPr id="20" name="S07-label142"/>
          <p:cNvSpPr txBox="1"/>
          <p:nvPr/>
        </p:nvSpPr>
        <p:spPr>
          <a:xfrm>
            <a:off x="9415929" y="4760805"/>
            <a:ext cx="657352" cy="349250"/>
          </a:xfrm>
          <a:prstGeom prst="rect">
            <a:avLst/>
          </a:prstGeom>
          <a:noFill/>
          <a:ln/>
        </p:spPr>
        <p:txBody>
          <a:bodyPr wrap="square" lIns="0" tIns="0" rIns="0" bIns="0" rtlCol="0" anchor="ctr"/>
          <a:lstStyle/>
          <a:p>
            <a:pPr eaLnBrk="0" algn="ctr" indent="0" marL="0">
              <a:buNone/>
            </a:pPr>
            <a:r>
              <a:rPr lang="ko-KR" altLang="en-US" sz="2200" b="1" dirty="0">
                <a:solidFill>
                  <a:srgbClr val="1F2937"/>
                </a:solidFill>
                <a:latin typeface="맑은 고딕" pitchFamily="34" charset="0"/>
                <a:ea typeface="맑은 고딕" pitchFamily="34" charset="-122"/>
                <a:cs typeface="맑은 고딕" pitchFamily="34" charset="-120"/>
              </a:rPr>
              <a:t>출발</a:t>
            </a:r>
            <a:endParaRPr lang="ko-KR" sz="2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지도를 보고 길을 안내해요</a:t>
            </a:r>
            <a:endParaRPr lang="ko-KR" sz="4000" dirty="0"/>
          </a:p>
        </p:txBody>
      </p:sp>
      <p:sp>
        <p:nvSpPr>
          <p:cNvPr id="3" name="S08-card143"/>
          <p:cNvSpPr/>
          <p:nvPr/>
        </p:nvSpPr>
        <p:spPr>
          <a:xfrm>
            <a:off x="548640" y="5021072"/>
            <a:ext cx="11091672" cy="1196848"/>
          </a:xfrm>
          <a:prstGeom prst="roundRect">
            <a:avLst>
              <a:gd name="adj" fmla="val 9168"/>
            </a:avLst>
          </a:prstGeom>
          <a:solidFill>
            <a:srgbClr val="E6ECF4"/>
          </a:solidFill>
          <a:ln w="12700">
            <a:solidFill>
              <a:srgbClr val="E6ECF4"/>
            </a:solidFill>
            <a:prstDash val="solid"/>
          </a:ln>
        </p:spPr>
      </p:sp>
      <p:sp>
        <p:nvSpPr>
          <p:cNvPr id="4" name="S08-cardtext144"/>
          <p:cNvSpPr txBox="1"/>
          <p:nvPr/>
        </p:nvSpPr>
        <p:spPr>
          <a:xfrm>
            <a:off x="822960" y="5158232"/>
            <a:ext cx="10543032" cy="922528"/>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보기:　Go straight.　·　Turn left/right.　·　It's on your left/right.　·　It's next to ~.</a:t>
            </a:r>
            <a:endParaRPr lang="ko-KR" sz="2800" dirty="0"/>
          </a:p>
        </p:txBody>
      </p:sp>
      <p:sp>
        <p:nvSpPr>
          <p:cNvPr id="5" name="S08-figure145" descr="아래쪽 가운데 출발점에서 위로 길이 나 있고, 위쪽에서 왼쪽·오른쪽으로 갈라지는 지도. 위로 가는 길의 왼쪽에 bank, 오른쪽에 bakery. 갈림길 위쪽에 왼쪽부터 library, park, hospital. 가로 길 아래쪽 왼쪽 끝에 school, 오른쪽 끝에 zoo."/>
          <p:cNvSpPr/>
          <p:nvPr/>
        </p:nvSpPr>
        <p:spPr>
          <a:xfrm>
            <a:off x="8661959" y="2790133"/>
            <a:ext cx="593750" cy="1558595"/>
          </a:xfrm>
          <a:custGeom>
            <a:avLst/>
            <a:gdLst/>
            <a:ahLst/>
            <a:cxnLst/>
            <a:rect l="l" t="t" r="r" b="b"/>
            <a:pathLst>
              <a:path w="593750" h="1558595">
                <a:moveTo>
                  <a:pt x="0" y="1558595"/>
                </a:moveTo>
                <a:lnTo>
                  <a:pt x="593750" y="1558595"/>
                </a:lnTo>
                <a:lnTo>
                  <a:pt x="593750" y="0"/>
                </a:lnTo>
                <a:lnTo>
                  <a:pt x="0" y="0"/>
                </a:lnTo>
                <a:close/>
              </a:path>
            </a:pathLst>
          </a:custGeom>
          <a:solidFill>
            <a:srgbClr val="E5E7EB"/>
          </a:solidFill>
          <a:ln w="9525">
            <a:solidFill>
              <a:srgbClr val="B8C2CC"/>
            </a:solidFill>
            <a:prstDash val="solid"/>
          </a:ln>
        </p:spPr>
      </p:sp>
      <p:sp>
        <p:nvSpPr>
          <p:cNvPr id="6" name="S08-mark146"/>
          <p:cNvSpPr/>
          <p:nvPr/>
        </p:nvSpPr>
        <p:spPr>
          <a:xfrm>
            <a:off x="6361176" y="2196382"/>
            <a:ext cx="5195316" cy="593750"/>
          </a:xfrm>
          <a:custGeom>
            <a:avLst/>
            <a:gdLst/>
            <a:ahLst/>
            <a:cxnLst/>
            <a:rect l="l" t="t" r="r" b="b"/>
            <a:pathLst>
              <a:path w="5195316" h="593750">
                <a:moveTo>
                  <a:pt x="0" y="593750"/>
                </a:moveTo>
                <a:lnTo>
                  <a:pt x="5195316" y="593750"/>
                </a:lnTo>
                <a:lnTo>
                  <a:pt x="5195316" y="0"/>
                </a:lnTo>
                <a:lnTo>
                  <a:pt x="0" y="0"/>
                </a:lnTo>
                <a:close/>
              </a:path>
            </a:pathLst>
          </a:custGeom>
          <a:solidFill>
            <a:srgbClr val="E5E7EB"/>
          </a:solidFill>
          <a:ln w="9525">
            <a:solidFill>
              <a:srgbClr val="B8C2CC"/>
            </a:solidFill>
            <a:prstDash val="solid"/>
          </a:ln>
        </p:spPr>
      </p:sp>
      <p:sp>
        <p:nvSpPr>
          <p:cNvPr id="7" name="S08-mark147"/>
          <p:cNvSpPr/>
          <p:nvPr/>
        </p:nvSpPr>
        <p:spPr>
          <a:xfrm>
            <a:off x="7697114" y="3383883"/>
            <a:ext cx="890626" cy="667969"/>
          </a:xfrm>
          <a:custGeom>
            <a:avLst/>
            <a:gdLst/>
            <a:ahLst/>
            <a:cxnLst/>
            <a:rect l="l" t="t" r="r" b="b"/>
            <a:pathLst>
              <a:path w="890626" h="667969">
                <a:moveTo>
                  <a:pt x="0" y="667969"/>
                </a:moveTo>
                <a:lnTo>
                  <a:pt x="890626" y="667969"/>
                </a:lnTo>
                <a:lnTo>
                  <a:pt x="890626" y="0"/>
                </a:lnTo>
                <a:lnTo>
                  <a:pt x="0" y="0"/>
                </a:lnTo>
                <a:close/>
              </a:path>
            </a:pathLst>
          </a:custGeom>
          <a:solidFill>
            <a:srgbClr val="FDEBDD"/>
          </a:solidFill>
          <a:ln w="19050">
            <a:solidFill>
              <a:srgbClr val="1F2937"/>
            </a:solidFill>
            <a:prstDash val="solid"/>
          </a:ln>
        </p:spPr>
      </p:sp>
      <p:sp>
        <p:nvSpPr>
          <p:cNvPr id="8" name="S08-mark148"/>
          <p:cNvSpPr/>
          <p:nvPr/>
        </p:nvSpPr>
        <p:spPr>
          <a:xfrm>
            <a:off x="9329928" y="3383883"/>
            <a:ext cx="1039063" cy="667969"/>
          </a:xfrm>
          <a:custGeom>
            <a:avLst/>
            <a:gdLst/>
            <a:ahLst/>
            <a:cxnLst/>
            <a:rect l="l" t="t" r="r" b="b"/>
            <a:pathLst>
              <a:path w="1039063" h="667969">
                <a:moveTo>
                  <a:pt x="0" y="667969"/>
                </a:moveTo>
                <a:lnTo>
                  <a:pt x="1039063" y="667969"/>
                </a:lnTo>
                <a:lnTo>
                  <a:pt x="1039063" y="0"/>
                </a:lnTo>
                <a:lnTo>
                  <a:pt x="0" y="0"/>
                </a:lnTo>
                <a:close/>
              </a:path>
            </a:pathLst>
          </a:custGeom>
          <a:solidFill>
            <a:srgbClr val="FDEBDD"/>
          </a:solidFill>
          <a:ln w="19050">
            <a:solidFill>
              <a:srgbClr val="1F2937"/>
            </a:solidFill>
            <a:prstDash val="solid"/>
          </a:ln>
        </p:spPr>
      </p:sp>
      <p:sp>
        <p:nvSpPr>
          <p:cNvPr id="9" name="S08-mark149"/>
          <p:cNvSpPr/>
          <p:nvPr/>
        </p:nvSpPr>
        <p:spPr>
          <a:xfrm>
            <a:off x="6361176" y="2845797"/>
            <a:ext cx="1224610" cy="408203"/>
          </a:xfrm>
          <a:custGeom>
            <a:avLst/>
            <a:gdLst/>
            <a:ahLst/>
            <a:cxnLst/>
            <a:rect l="l" t="t" r="r" b="b"/>
            <a:pathLst>
              <a:path w="1224610" h="408203">
                <a:moveTo>
                  <a:pt x="0" y="408203"/>
                </a:moveTo>
                <a:lnTo>
                  <a:pt x="1224610" y="408203"/>
                </a:lnTo>
                <a:lnTo>
                  <a:pt x="1224610" y="0"/>
                </a:lnTo>
                <a:lnTo>
                  <a:pt x="0" y="0"/>
                </a:lnTo>
                <a:close/>
              </a:path>
            </a:pathLst>
          </a:custGeom>
          <a:solidFill>
            <a:srgbClr val="FDEBDD"/>
          </a:solidFill>
          <a:ln w="19050">
            <a:solidFill>
              <a:srgbClr val="1F2937"/>
            </a:solidFill>
            <a:prstDash val="solid"/>
          </a:ln>
        </p:spPr>
      </p:sp>
      <p:sp>
        <p:nvSpPr>
          <p:cNvPr id="10" name="S08-mark150"/>
          <p:cNvSpPr/>
          <p:nvPr/>
        </p:nvSpPr>
        <p:spPr>
          <a:xfrm>
            <a:off x="10480319" y="2845797"/>
            <a:ext cx="1076173" cy="408203"/>
          </a:xfrm>
          <a:custGeom>
            <a:avLst/>
            <a:gdLst/>
            <a:ahLst/>
            <a:cxnLst/>
            <a:rect l="l" t="t" r="r" b="b"/>
            <a:pathLst>
              <a:path w="1076173" h="408203">
                <a:moveTo>
                  <a:pt x="0" y="408203"/>
                </a:moveTo>
                <a:lnTo>
                  <a:pt x="1076173" y="408203"/>
                </a:lnTo>
                <a:lnTo>
                  <a:pt x="1076173" y="0"/>
                </a:lnTo>
                <a:lnTo>
                  <a:pt x="0" y="0"/>
                </a:lnTo>
                <a:close/>
              </a:path>
            </a:pathLst>
          </a:custGeom>
          <a:solidFill>
            <a:srgbClr val="FDEBDD"/>
          </a:solidFill>
          <a:ln w="19050">
            <a:solidFill>
              <a:srgbClr val="1F2937"/>
            </a:solidFill>
            <a:prstDash val="solid"/>
          </a:ln>
        </p:spPr>
      </p:sp>
      <p:sp>
        <p:nvSpPr>
          <p:cNvPr id="11" name="S08-mark151"/>
          <p:cNvSpPr/>
          <p:nvPr/>
        </p:nvSpPr>
        <p:spPr>
          <a:xfrm>
            <a:off x="6435395" y="1639741"/>
            <a:ext cx="1558595" cy="482422"/>
          </a:xfrm>
          <a:custGeom>
            <a:avLst/>
            <a:gdLst/>
            <a:ahLst/>
            <a:cxnLst/>
            <a:rect l="l" t="t" r="r" b="b"/>
            <a:pathLst>
              <a:path w="1558595" h="482422">
                <a:moveTo>
                  <a:pt x="0" y="482422"/>
                </a:moveTo>
                <a:lnTo>
                  <a:pt x="1558595" y="482422"/>
                </a:lnTo>
                <a:lnTo>
                  <a:pt x="1558595" y="0"/>
                </a:lnTo>
                <a:lnTo>
                  <a:pt x="0" y="0"/>
                </a:lnTo>
                <a:close/>
              </a:path>
            </a:pathLst>
          </a:custGeom>
          <a:solidFill>
            <a:srgbClr val="FDEBDD"/>
          </a:solidFill>
          <a:ln w="19050">
            <a:solidFill>
              <a:srgbClr val="1F2937"/>
            </a:solidFill>
            <a:prstDash val="solid"/>
          </a:ln>
        </p:spPr>
      </p:sp>
      <p:sp>
        <p:nvSpPr>
          <p:cNvPr id="12" name="S08-mark152"/>
          <p:cNvSpPr/>
          <p:nvPr/>
        </p:nvSpPr>
        <p:spPr>
          <a:xfrm>
            <a:off x="8142427" y="1639741"/>
            <a:ext cx="1632814" cy="482422"/>
          </a:xfrm>
          <a:custGeom>
            <a:avLst/>
            <a:gdLst/>
            <a:ahLst/>
            <a:cxnLst/>
            <a:rect l="l" t="t" r="r" b="b"/>
            <a:pathLst>
              <a:path w="1632814" h="482422">
                <a:moveTo>
                  <a:pt x="0" y="482422"/>
                </a:moveTo>
                <a:lnTo>
                  <a:pt x="1632814" y="482422"/>
                </a:lnTo>
                <a:lnTo>
                  <a:pt x="1632814" y="0"/>
                </a:lnTo>
                <a:lnTo>
                  <a:pt x="0" y="0"/>
                </a:lnTo>
                <a:close/>
              </a:path>
            </a:pathLst>
          </a:custGeom>
          <a:solidFill>
            <a:srgbClr val="2A9D8F"/>
          </a:solidFill>
          <a:ln w="19050">
            <a:solidFill>
              <a:srgbClr val="1F2937"/>
            </a:solidFill>
            <a:prstDash val="solid"/>
          </a:ln>
        </p:spPr>
      </p:sp>
      <p:sp>
        <p:nvSpPr>
          <p:cNvPr id="13" name="S08-mark153"/>
          <p:cNvSpPr/>
          <p:nvPr/>
        </p:nvSpPr>
        <p:spPr>
          <a:xfrm>
            <a:off x="9923678" y="1639741"/>
            <a:ext cx="1558595" cy="482422"/>
          </a:xfrm>
          <a:custGeom>
            <a:avLst/>
            <a:gdLst/>
            <a:ahLst/>
            <a:cxnLst/>
            <a:rect l="l" t="t" r="r" b="b"/>
            <a:pathLst>
              <a:path w="1558595" h="482422">
                <a:moveTo>
                  <a:pt x="0" y="482422"/>
                </a:moveTo>
                <a:lnTo>
                  <a:pt x="1558595" y="482422"/>
                </a:lnTo>
                <a:lnTo>
                  <a:pt x="1558595" y="0"/>
                </a:lnTo>
                <a:lnTo>
                  <a:pt x="0" y="0"/>
                </a:lnTo>
                <a:close/>
              </a:path>
            </a:pathLst>
          </a:custGeom>
          <a:solidFill>
            <a:srgbClr val="FDEBDD"/>
          </a:solidFill>
          <a:ln w="19050">
            <a:solidFill>
              <a:srgbClr val="1F2937"/>
            </a:solidFill>
            <a:prstDash val="solid"/>
          </a:ln>
        </p:spPr>
      </p:sp>
      <p:sp>
        <p:nvSpPr>
          <p:cNvPr id="14" name="S08-mark154"/>
          <p:cNvSpPr/>
          <p:nvPr/>
        </p:nvSpPr>
        <p:spPr>
          <a:xfrm>
            <a:off x="8854928" y="4244821"/>
            <a:ext cx="207813" cy="207813"/>
          </a:xfrm>
          <a:prstGeom prst="ellipse">
            <a:avLst/>
          </a:prstGeom>
          <a:solidFill>
            <a:srgbClr val="E9762B"/>
          </a:solidFill>
          <a:ln w="28575">
            <a:solidFill>
              <a:srgbClr val="1F2937"/>
            </a:solidFill>
            <a:prstDash val="solid"/>
          </a:ln>
        </p:spPr>
      </p:sp>
      <p:sp>
        <p:nvSpPr>
          <p:cNvPr id="15" name="S08-mark155"/>
          <p:cNvSpPr/>
          <p:nvPr/>
        </p:nvSpPr>
        <p:spPr>
          <a:xfrm flipV="1">
            <a:off x="8958834" y="3717868"/>
            <a:ext cx="0" cy="482422"/>
          </a:xfrm>
          <a:prstGeom prst="line">
            <a:avLst/>
          </a:prstGeom>
          <a:noFill/>
          <a:ln w="38100">
            <a:solidFill>
              <a:srgbClr val="E9762B"/>
            </a:solidFill>
            <a:prstDash val="solid"/>
            <a:tailEnd type="triangle"/>
          </a:ln>
        </p:spPr>
      </p:sp>
      <p:sp>
        <p:nvSpPr>
          <p:cNvPr id="16" name="S08-label157"/>
          <p:cNvSpPr txBox="1"/>
          <p:nvPr/>
        </p:nvSpPr>
        <p:spPr>
          <a:xfrm>
            <a:off x="7774635" y="3543243"/>
            <a:ext cx="735584" cy="349250"/>
          </a:xfrm>
          <a:prstGeom prst="rect">
            <a:avLst/>
          </a:prstGeom>
          <a:noFill/>
          <a:ln/>
        </p:spPr>
        <p:txBody>
          <a:bodyPr wrap="square" lIns="0" tIns="0" rIns="0" bIns="0" rtlCol="0" anchor="ctr"/>
          <a:lstStyle/>
          <a:p>
            <a:pPr eaLnBrk="0" algn="ctr" indent="0" marL="0">
              <a:buNone/>
            </a:pPr>
            <a:r>
              <a:rPr lang="en-US" altLang="ko-KR" sz="2200" b="1" dirty="0">
                <a:solidFill>
                  <a:srgbClr val="1F2937"/>
                </a:solidFill>
                <a:latin typeface="맑은 고딕" pitchFamily="34" charset="0"/>
                <a:ea typeface="맑은 고딕" pitchFamily="34" charset="-122"/>
                <a:cs typeface="맑은 고딕" pitchFamily="34" charset="-120"/>
              </a:rPr>
              <a:t>bank</a:t>
            </a:r>
            <a:endParaRPr lang="ko-KR" sz="2200" dirty="0"/>
          </a:p>
        </p:txBody>
      </p:sp>
      <p:sp>
        <p:nvSpPr>
          <p:cNvPr id="17" name="S08-label159"/>
          <p:cNvSpPr txBox="1"/>
          <p:nvPr/>
        </p:nvSpPr>
        <p:spPr>
          <a:xfrm>
            <a:off x="9325204" y="3543243"/>
            <a:ext cx="1048512" cy="349250"/>
          </a:xfrm>
          <a:prstGeom prst="rect">
            <a:avLst/>
          </a:prstGeom>
          <a:noFill/>
          <a:ln/>
        </p:spPr>
        <p:txBody>
          <a:bodyPr wrap="square" lIns="0" tIns="0" rIns="0" bIns="0" rtlCol="0" anchor="ctr"/>
          <a:lstStyle/>
          <a:p>
            <a:pPr eaLnBrk="0" algn="ctr" indent="0" marL="0">
              <a:buNone/>
            </a:pPr>
            <a:r>
              <a:rPr lang="en-US" altLang="ko-KR" sz="2200" b="1" dirty="0">
                <a:solidFill>
                  <a:srgbClr val="1F2937"/>
                </a:solidFill>
                <a:latin typeface="맑은 고딕" pitchFamily="34" charset="0"/>
                <a:ea typeface="맑은 고딕" pitchFamily="34" charset="-122"/>
                <a:cs typeface="맑은 고딕" pitchFamily="34" charset="-120"/>
              </a:rPr>
              <a:t>bakery</a:t>
            </a:r>
            <a:endParaRPr lang="ko-KR" sz="2200" dirty="0"/>
          </a:p>
        </p:txBody>
      </p:sp>
      <p:sp>
        <p:nvSpPr>
          <p:cNvPr id="18" name="S08-label161"/>
          <p:cNvSpPr txBox="1"/>
          <p:nvPr/>
        </p:nvSpPr>
        <p:spPr>
          <a:xfrm>
            <a:off x="6449225" y="2875274"/>
            <a:ext cx="1048512" cy="349250"/>
          </a:xfrm>
          <a:prstGeom prst="rect">
            <a:avLst/>
          </a:prstGeom>
          <a:noFill/>
          <a:ln/>
        </p:spPr>
        <p:txBody>
          <a:bodyPr wrap="square" lIns="0" tIns="0" rIns="0" bIns="0" rtlCol="0" anchor="ctr"/>
          <a:lstStyle/>
          <a:p>
            <a:pPr eaLnBrk="0" algn="ctr" indent="0" marL="0">
              <a:buNone/>
            </a:pPr>
            <a:r>
              <a:rPr lang="en-US" altLang="ko-KR" sz="2200" b="1" dirty="0">
                <a:solidFill>
                  <a:srgbClr val="1F2937"/>
                </a:solidFill>
                <a:latin typeface="맑은 고딕" pitchFamily="34" charset="0"/>
                <a:ea typeface="맑은 고딕" pitchFamily="34" charset="-122"/>
                <a:cs typeface="맑은 고딕" pitchFamily="34" charset="-120"/>
              </a:rPr>
              <a:t>school</a:t>
            </a:r>
            <a:endParaRPr lang="ko-KR" sz="2200" dirty="0"/>
          </a:p>
        </p:txBody>
      </p:sp>
      <p:sp>
        <p:nvSpPr>
          <p:cNvPr id="19" name="S08-label163"/>
          <p:cNvSpPr txBox="1"/>
          <p:nvPr/>
        </p:nvSpPr>
        <p:spPr>
          <a:xfrm>
            <a:off x="10728846" y="2875274"/>
            <a:ext cx="579120" cy="349250"/>
          </a:xfrm>
          <a:prstGeom prst="rect">
            <a:avLst/>
          </a:prstGeom>
          <a:noFill/>
          <a:ln/>
        </p:spPr>
        <p:txBody>
          <a:bodyPr wrap="square" lIns="0" tIns="0" rIns="0" bIns="0" rtlCol="0" anchor="ctr"/>
          <a:lstStyle/>
          <a:p>
            <a:pPr eaLnBrk="0" algn="ctr" indent="0" marL="0">
              <a:buNone/>
            </a:pPr>
            <a:r>
              <a:rPr lang="en-US" altLang="ko-KR" sz="2200" b="1" dirty="0">
                <a:solidFill>
                  <a:srgbClr val="1F2937"/>
                </a:solidFill>
                <a:latin typeface="맑은 고딕" pitchFamily="34" charset="0"/>
                <a:ea typeface="맑은 고딕" pitchFamily="34" charset="-122"/>
                <a:cs typeface="맑은 고딕" pitchFamily="34" charset="-120"/>
              </a:rPr>
              <a:t>zoo</a:t>
            </a:r>
            <a:endParaRPr lang="ko-KR" sz="2200" dirty="0"/>
          </a:p>
        </p:txBody>
      </p:sp>
      <p:sp>
        <p:nvSpPr>
          <p:cNvPr id="20" name="S08-label165"/>
          <p:cNvSpPr txBox="1"/>
          <p:nvPr/>
        </p:nvSpPr>
        <p:spPr>
          <a:xfrm>
            <a:off x="6612204" y="1706328"/>
            <a:ext cx="1204976" cy="349250"/>
          </a:xfrm>
          <a:prstGeom prst="rect">
            <a:avLst/>
          </a:prstGeom>
          <a:noFill/>
          <a:ln/>
        </p:spPr>
        <p:txBody>
          <a:bodyPr wrap="square" lIns="0" tIns="0" rIns="0" bIns="0" rtlCol="0" anchor="ctr"/>
          <a:lstStyle/>
          <a:p>
            <a:pPr eaLnBrk="0" algn="ctr" indent="0" marL="0">
              <a:buNone/>
            </a:pPr>
            <a:r>
              <a:rPr lang="en-US" altLang="ko-KR" sz="2200" b="1" dirty="0">
                <a:solidFill>
                  <a:srgbClr val="1F2937"/>
                </a:solidFill>
                <a:latin typeface="맑은 고딕" pitchFamily="34" charset="0"/>
                <a:ea typeface="맑은 고딕" pitchFamily="34" charset="-122"/>
                <a:cs typeface="맑은 고딕" pitchFamily="34" charset="-120"/>
              </a:rPr>
              <a:t>library</a:t>
            </a:r>
            <a:endParaRPr lang="ko-KR" sz="2200" dirty="0"/>
          </a:p>
        </p:txBody>
      </p:sp>
      <p:sp>
        <p:nvSpPr>
          <p:cNvPr id="21" name="S08-label167"/>
          <p:cNvSpPr txBox="1"/>
          <p:nvPr/>
        </p:nvSpPr>
        <p:spPr>
          <a:xfrm>
            <a:off x="8591042" y="1706328"/>
            <a:ext cx="735584" cy="349250"/>
          </a:xfrm>
          <a:prstGeom prst="rect">
            <a:avLst/>
          </a:prstGeom>
          <a:noFill/>
          <a:ln/>
        </p:spPr>
        <p:txBody>
          <a:bodyPr wrap="square" lIns="0" tIns="0" rIns="0" bIns="0" rtlCol="0" anchor="ctr"/>
          <a:lstStyle/>
          <a:p>
            <a:pPr eaLnBrk="0" algn="ctr" indent="0" marL="0">
              <a:buNone/>
            </a:pPr>
            <a:r>
              <a:rPr lang="en-US" altLang="ko-KR" sz="2200" b="1" dirty="0">
                <a:solidFill>
                  <a:srgbClr val="1F2937"/>
                </a:solidFill>
                <a:latin typeface="맑은 고딕" pitchFamily="34" charset="0"/>
                <a:ea typeface="맑은 고딕" pitchFamily="34" charset="-122"/>
                <a:cs typeface="맑은 고딕" pitchFamily="34" charset="-120"/>
              </a:rPr>
              <a:t>park</a:t>
            </a:r>
            <a:endParaRPr lang="ko-KR" sz="2200" dirty="0"/>
          </a:p>
        </p:txBody>
      </p:sp>
      <p:sp>
        <p:nvSpPr>
          <p:cNvPr id="22" name="S08-label169"/>
          <p:cNvSpPr txBox="1"/>
          <p:nvPr/>
        </p:nvSpPr>
        <p:spPr>
          <a:xfrm>
            <a:off x="10022256" y="1706328"/>
            <a:ext cx="1361440" cy="349250"/>
          </a:xfrm>
          <a:prstGeom prst="rect">
            <a:avLst/>
          </a:prstGeom>
          <a:noFill/>
          <a:ln/>
        </p:spPr>
        <p:txBody>
          <a:bodyPr wrap="square" lIns="0" tIns="0" rIns="0" bIns="0" rtlCol="0" anchor="ctr"/>
          <a:lstStyle/>
          <a:p>
            <a:pPr eaLnBrk="0" algn="ctr" indent="0" marL="0">
              <a:buNone/>
            </a:pPr>
            <a:r>
              <a:rPr lang="en-US" altLang="ko-KR" sz="2200" b="1" dirty="0">
                <a:solidFill>
                  <a:srgbClr val="1F2937"/>
                </a:solidFill>
                <a:latin typeface="맑은 고딕" pitchFamily="34" charset="0"/>
                <a:ea typeface="맑은 고딕" pitchFamily="34" charset="-122"/>
                <a:cs typeface="맑은 고딕" pitchFamily="34" charset="-120"/>
              </a:rPr>
              <a:t>hospital</a:t>
            </a:r>
            <a:endParaRPr lang="ko-KR" sz="2200" dirty="0"/>
          </a:p>
        </p:txBody>
      </p:sp>
      <p:sp>
        <p:nvSpPr>
          <p:cNvPr id="23" name="S08-label171"/>
          <p:cNvSpPr txBox="1"/>
          <p:nvPr/>
        </p:nvSpPr>
        <p:spPr>
          <a:xfrm>
            <a:off x="7980744" y="4118439"/>
            <a:ext cx="657352" cy="349250"/>
          </a:xfrm>
          <a:prstGeom prst="rect">
            <a:avLst/>
          </a:prstGeom>
          <a:noFill/>
          <a:ln/>
        </p:spPr>
        <p:txBody>
          <a:bodyPr wrap="square" lIns="0" tIns="0" rIns="0" bIns="0" rtlCol="0" anchor="ctr"/>
          <a:lstStyle/>
          <a:p>
            <a:pPr eaLnBrk="0" algn="ctr" indent="0" marL="0">
              <a:buNone/>
            </a:pPr>
            <a:r>
              <a:rPr lang="ko-KR" altLang="en-US" sz="2200" b="1" dirty="0">
                <a:solidFill>
                  <a:srgbClr val="1F2937"/>
                </a:solidFill>
                <a:latin typeface="맑은 고딕" pitchFamily="34" charset="0"/>
                <a:ea typeface="맑은 고딕" pitchFamily="34" charset="-122"/>
                <a:cs typeface="맑은 고딕" pitchFamily="34" charset="-120"/>
              </a:rPr>
              <a:t>출발</a:t>
            </a:r>
            <a:endParaRPr lang="ko-KR" sz="2200" dirty="0"/>
          </a:p>
        </p:txBody>
      </p:sp>
      <p:sp>
        <p:nvSpPr>
          <p:cNvPr id="24" name="S08-chip172"/>
          <p:cNvSpPr txBox="1"/>
          <p:nvPr/>
        </p:nvSpPr>
        <p:spPr>
          <a:xfrm>
            <a:off x="548640" y="1407160"/>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①</a:t>
            </a:r>
            <a:endParaRPr lang="ko-KR" sz="2200" dirty="0"/>
          </a:p>
        </p:txBody>
      </p:sp>
      <p:sp>
        <p:nvSpPr>
          <p:cNvPr id="25" name="S08-text173"/>
          <p:cNvSpPr txBox="1"/>
          <p:nvPr/>
        </p:nvSpPr>
        <p:spPr>
          <a:xfrm>
            <a:off x="1344168" y="1325880"/>
            <a:ext cx="4567428" cy="729488"/>
          </a:xfrm>
          <a:prstGeom prst="rect">
            <a:avLst/>
          </a:prstGeom>
          <a:noFill/>
          <a:ln/>
        </p:spPr>
        <p:txBody>
          <a:bodyPr wrap="square" lIns="0" tIns="0" rIns="0" bIns="0" rtlCol="0" anchor="ctr"/>
          <a:lstStyle/>
          <a:p>
            <a:pPr eaLnBrk="0" algn="l" indent="0" marL="0">
              <a:buNone/>
            </a:pPr>
            <a:r>
              <a:rPr lang="en-US" altLang="ko-KR" sz="2800" dirty="0">
                <a:solidFill>
                  <a:srgbClr val="1F2937"/>
                </a:solidFill>
                <a:latin typeface="맑은 고딕" pitchFamily="34" charset="0"/>
                <a:ea typeface="맑은 고딕" pitchFamily="34" charset="-122"/>
                <a:cs typeface="맑은 고딕" pitchFamily="34" charset="-120"/>
              </a:rPr>
              <a:t>Where is the bank?</a:t>
            </a:r>
            <a:endParaRPr lang="ko-KR" sz="2800" dirty="0"/>
          </a:p>
        </p:txBody>
      </p:sp>
      <p:sp>
        <p:nvSpPr>
          <p:cNvPr id="26" name="S08-chip174"/>
          <p:cNvSpPr txBox="1"/>
          <p:nvPr/>
        </p:nvSpPr>
        <p:spPr>
          <a:xfrm>
            <a:off x="548640" y="2319528"/>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②</a:t>
            </a:r>
            <a:endParaRPr lang="ko-KR" sz="2200" dirty="0"/>
          </a:p>
        </p:txBody>
      </p:sp>
      <p:sp>
        <p:nvSpPr>
          <p:cNvPr id="27" name="S08-text175"/>
          <p:cNvSpPr txBox="1"/>
          <p:nvPr/>
        </p:nvSpPr>
        <p:spPr>
          <a:xfrm>
            <a:off x="1344168" y="2238248"/>
            <a:ext cx="4567428" cy="729488"/>
          </a:xfrm>
          <a:prstGeom prst="rect">
            <a:avLst/>
          </a:prstGeom>
          <a:noFill/>
          <a:ln/>
        </p:spPr>
        <p:txBody>
          <a:bodyPr wrap="square" lIns="0" tIns="0" rIns="0" bIns="0" rtlCol="0" anchor="ctr"/>
          <a:lstStyle/>
          <a:p>
            <a:pPr eaLnBrk="0" algn="l" indent="0" marL="0">
              <a:buNone/>
            </a:pPr>
            <a:r>
              <a:rPr lang="en-US" altLang="ko-KR" sz="2800" dirty="0">
                <a:solidFill>
                  <a:srgbClr val="1F2937"/>
                </a:solidFill>
                <a:latin typeface="맑은 고딕" pitchFamily="34" charset="0"/>
                <a:ea typeface="맑은 고딕" pitchFamily="34" charset="-122"/>
                <a:cs typeface="맑은 고딕" pitchFamily="34" charset="-120"/>
              </a:rPr>
              <a:t>Where is the school?</a:t>
            </a:r>
            <a:endParaRPr lang="ko-KR" sz="2800" dirty="0"/>
          </a:p>
        </p:txBody>
      </p:sp>
      <p:sp>
        <p:nvSpPr>
          <p:cNvPr id="28" name="S08-chip176"/>
          <p:cNvSpPr txBox="1"/>
          <p:nvPr/>
        </p:nvSpPr>
        <p:spPr>
          <a:xfrm>
            <a:off x="548640" y="32318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③</a:t>
            </a:r>
            <a:endParaRPr lang="ko-KR" sz="2200" dirty="0"/>
          </a:p>
        </p:txBody>
      </p:sp>
      <p:sp>
        <p:nvSpPr>
          <p:cNvPr id="29" name="S08-text177"/>
          <p:cNvSpPr txBox="1"/>
          <p:nvPr/>
        </p:nvSpPr>
        <p:spPr>
          <a:xfrm>
            <a:off x="1344168" y="3150616"/>
            <a:ext cx="4567428" cy="729488"/>
          </a:xfrm>
          <a:prstGeom prst="rect">
            <a:avLst/>
          </a:prstGeom>
          <a:noFill/>
          <a:ln/>
        </p:spPr>
        <p:txBody>
          <a:bodyPr wrap="square" lIns="0" tIns="0" rIns="0" bIns="0" rtlCol="0" anchor="ctr"/>
          <a:lstStyle/>
          <a:p>
            <a:pPr eaLnBrk="0" algn="l" indent="0" marL="0">
              <a:buNone/>
            </a:pPr>
            <a:r>
              <a:rPr lang="en-US" altLang="ko-KR" sz="2800" dirty="0">
                <a:solidFill>
                  <a:srgbClr val="1F2937"/>
                </a:solidFill>
                <a:latin typeface="맑은 고딕" pitchFamily="34" charset="0"/>
                <a:ea typeface="맑은 고딕" pitchFamily="34" charset="-122"/>
                <a:cs typeface="맑은 고딕" pitchFamily="34" charset="-120"/>
              </a:rPr>
              <a:t>Where is the hospital?</a:t>
            </a:r>
            <a:endParaRPr lang="ko-KR" sz="2800" dirty="0"/>
          </a:p>
        </p:txBody>
      </p:sp>
      <p:sp>
        <p:nvSpPr>
          <p:cNvPr id="30" name="S08-chip178"/>
          <p:cNvSpPr txBox="1"/>
          <p:nvPr/>
        </p:nvSpPr>
        <p:spPr>
          <a:xfrm>
            <a:off x="548640" y="4144264"/>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④</a:t>
            </a:r>
            <a:endParaRPr lang="ko-KR" sz="2200" dirty="0"/>
          </a:p>
        </p:txBody>
      </p:sp>
      <p:sp>
        <p:nvSpPr>
          <p:cNvPr id="31" name="S08-text179"/>
          <p:cNvSpPr txBox="1"/>
          <p:nvPr/>
        </p:nvSpPr>
        <p:spPr>
          <a:xfrm>
            <a:off x="1344168" y="4062984"/>
            <a:ext cx="4567428" cy="729488"/>
          </a:xfrm>
          <a:prstGeom prst="rect">
            <a:avLst/>
          </a:prstGeom>
          <a:noFill/>
          <a:ln/>
        </p:spPr>
        <p:txBody>
          <a:bodyPr wrap="square" lIns="0" tIns="0" rIns="0" bIns="0" rtlCol="0" anchor="ctr"/>
          <a:lstStyle/>
          <a:p>
            <a:pPr eaLnBrk="0" algn="l" indent="0" marL="0">
              <a:buNone/>
            </a:pPr>
            <a:r>
              <a:rPr lang="en-US" altLang="ko-KR" sz="2800" dirty="0">
                <a:solidFill>
                  <a:srgbClr val="1F2937"/>
                </a:solidFill>
                <a:latin typeface="맑은 고딕" pitchFamily="34" charset="0"/>
                <a:ea typeface="맑은 고딕" pitchFamily="34" charset="-122"/>
                <a:cs typeface="맑은 고딕" pitchFamily="34" charset="-120"/>
              </a:rPr>
              <a:t>Where is the park?</a:t>
            </a:r>
            <a:endParaRPr lang="ko-KR" sz="28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집 안 길 안내 놀이</a:t>
            </a:r>
            <a:endParaRPr lang="ko-KR" sz="4000" dirty="0"/>
          </a:p>
        </p:txBody>
      </p:sp>
      <p:sp>
        <p:nvSpPr>
          <p:cNvPr id="3" name="S09-card180"/>
          <p:cNvSpPr/>
          <p:nvPr/>
        </p:nvSpPr>
        <p:spPr>
          <a:xfrm>
            <a:off x="6813652" y="1325880"/>
            <a:ext cx="4826660" cy="4892040"/>
          </a:xfrm>
          <a:prstGeom prst="roundRect">
            <a:avLst>
              <a:gd name="adj" fmla="val 2273"/>
            </a:avLst>
          </a:prstGeom>
          <a:solidFill>
            <a:srgbClr val="EAF3F1"/>
          </a:solidFill>
          <a:ln w="12700">
            <a:solidFill>
              <a:srgbClr val="EAF3F1"/>
            </a:solidFill>
            <a:prstDash val="solid"/>
          </a:ln>
        </p:spPr>
      </p:sp>
      <p:sp>
        <p:nvSpPr>
          <p:cNvPr id="4" name="S09-cardtext181"/>
          <p:cNvSpPr txBox="1"/>
          <p:nvPr/>
        </p:nvSpPr>
        <p:spPr>
          <a:xfrm>
            <a:off x="7087972" y="1463040"/>
            <a:ext cx="4278020" cy="4617720"/>
          </a:xfrm>
          <a:prstGeom prst="rect">
            <a:avLst/>
          </a:prstGeom>
          <a:noFill/>
          <a:ln/>
        </p:spPr>
        <p:txBody>
          <a:bodyPr wrap="square" lIns="0" tIns="0" rIns="0" bIns="0" rtlCol="0" anchor="ctr"/>
          <a:lstStyle/>
          <a:p>
            <a:pPr eaLnBrk="0" indent="0" marL="0">
              <a:spcAft>
                <a:spcPts val="600"/>
              </a:spcAft>
              <a:buNone/>
            </a:pPr>
            <a:r>
              <a:rPr lang="ko-KR" altLang="en-US" sz="2800" b="1" dirty="0">
                <a:solidFill>
                  <a:srgbClr val="1F2937"/>
                </a:solidFill>
                <a:latin typeface="맑은 고딕" pitchFamily="34" charset="0"/>
                <a:ea typeface="맑은 고딕" pitchFamily="34" charset="-122"/>
                <a:cs typeface="맑은 고딕" pitchFamily="34" charset="-120"/>
              </a:rPr>
              <a:t>이렇게 하면 잘한 거예요</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 Where is the ~?로 물었어요</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 안내를 듣고 바르게 걸어갔어요</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 왼쪽·오른쪽을 바르게 말했어요</a:t>
            </a:r>
            <a:endParaRPr lang="ko-KR" sz="2800" dirty="0"/>
          </a:p>
        </p:txBody>
      </p:sp>
      <p:sp>
        <p:nvSpPr>
          <p:cNvPr id="5" name="S09-stepno182"/>
          <p:cNvSpPr txBox="1"/>
          <p:nvPr/>
        </p:nvSpPr>
        <p:spPr>
          <a:xfrm>
            <a:off x="548640" y="2154428"/>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1</a:t>
            </a:r>
            <a:endParaRPr lang="ko-KR" sz="2200" dirty="0"/>
          </a:p>
        </p:txBody>
      </p:sp>
      <p:sp>
        <p:nvSpPr>
          <p:cNvPr id="6" name="S09-text183"/>
          <p:cNvSpPr txBox="1"/>
          <p:nvPr/>
        </p:nvSpPr>
        <p:spPr>
          <a:xfrm>
            <a:off x="1325880" y="2108708"/>
            <a:ext cx="5122012" cy="867664"/>
          </a:xfrm>
          <a:prstGeom prst="rect">
            <a:avLst/>
          </a:prstGeom>
          <a:noFill/>
          <a:ln/>
        </p:spPr>
        <p:txBody>
          <a:bodyPr wrap="square" lIns="0" tIns="0" rIns="0" bIns="0" rtlCol="0" anchor="t"/>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현관(출발)에서 갈 곳을 정해요.</a:t>
            </a:r>
            <a:endParaRPr lang="ko-KR" sz="2800" dirty="0"/>
          </a:p>
        </p:txBody>
      </p:sp>
      <p:sp>
        <p:nvSpPr>
          <p:cNvPr id="7" name="S09-stepno184"/>
          <p:cNvSpPr txBox="1"/>
          <p:nvPr/>
        </p:nvSpPr>
        <p:spPr>
          <a:xfrm>
            <a:off x="548640" y="3140964"/>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2</a:t>
            </a:r>
            <a:endParaRPr lang="ko-KR" sz="2200" dirty="0"/>
          </a:p>
        </p:txBody>
      </p:sp>
      <p:sp>
        <p:nvSpPr>
          <p:cNvPr id="8" name="S09-text185"/>
          <p:cNvSpPr txBox="1"/>
          <p:nvPr/>
        </p:nvSpPr>
        <p:spPr>
          <a:xfrm>
            <a:off x="1325880" y="3140964"/>
            <a:ext cx="5122012" cy="548640"/>
          </a:xfrm>
          <a:prstGeom prst="rect">
            <a:avLst/>
          </a:prstGeom>
          <a:noFill/>
          <a:ln/>
        </p:spPr>
        <p:txBody>
          <a:bodyPr wrap="square" lIns="0" tIns="0" rIns="0" bIns="0" rtlCol="0" anchor="t"/>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Where is the ~?로 물어요.</a:t>
            </a:r>
            <a:endParaRPr lang="ko-KR" sz="2800" dirty="0"/>
          </a:p>
        </p:txBody>
      </p:sp>
      <p:sp>
        <p:nvSpPr>
          <p:cNvPr id="9" name="S09-stepno186"/>
          <p:cNvSpPr txBox="1"/>
          <p:nvPr/>
        </p:nvSpPr>
        <p:spPr>
          <a:xfrm>
            <a:off x="548640" y="3899916"/>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3</a:t>
            </a:r>
            <a:endParaRPr lang="ko-KR" sz="2200" dirty="0"/>
          </a:p>
        </p:txBody>
      </p:sp>
      <p:sp>
        <p:nvSpPr>
          <p:cNvPr id="10" name="S09-text187"/>
          <p:cNvSpPr txBox="1"/>
          <p:nvPr/>
        </p:nvSpPr>
        <p:spPr>
          <a:xfrm>
            <a:off x="1325880" y="3854196"/>
            <a:ext cx="5122012" cy="867664"/>
          </a:xfrm>
          <a:prstGeom prst="rect">
            <a:avLst/>
          </a:prstGeom>
          <a:noFill/>
          <a:ln/>
        </p:spPr>
        <p:txBody>
          <a:bodyPr wrap="square" lIns="0" tIns="0" rIns="0" bIns="0" rtlCol="0" anchor="t"/>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영어 안내를 듣고 그대로 걸어가요.</a:t>
            </a:r>
            <a:endParaRPr lang="ko-KR" sz="2800" dirty="0"/>
          </a:p>
        </p:txBody>
      </p:sp>
      <p:sp>
        <p:nvSpPr>
          <p:cNvPr id="11" name="S09-stepno188"/>
          <p:cNvSpPr txBox="1"/>
          <p:nvPr/>
        </p:nvSpPr>
        <p:spPr>
          <a:xfrm>
            <a:off x="548640" y="4886452"/>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4</a:t>
            </a:r>
            <a:endParaRPr lang="ko-KR" sz="2200" dirty="0"/>
          </a:p>
        </p:txBody>
      </p:sp>
      <p:sp>
        <p:nvSpPr>
          <p:cNvPr id="12" name="S09-text189"/>
          <p:cNvSpPr txBox="1"/>
          <p:nvPr/>
        </p:nvSpPr>
        <p:spPr>
          <a:xfrm>
            <a:off x="1325880" y="4886452"/>
            <a:ext cx="5122012" cy="548640"/>
          </a:xfrm>
          <a:prstGeom prst="rect">
            <a:avLst/>
          </a:prstGeom>
          <a:noFill/>
          <a:ln/>
        </p:spPr>
        <p:txBody>
          <a:bodyPr wrap="square" lIns="0" tIns="0" rIns="0" bIns="0" rtlCol="0" anchor="t"/>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역할을 바꿔서 길을 안내해요.</a:t>
            </a:r>
            <a:endParaRPr lang="ko-KR" sz="28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혼자 해 보기</a:t>
            </a:r>
            <a:endParaRPr lang="ko-KR" sz="4000" dirty="0"/>
          </a:p>
        </p:txBody>
      </p:sp>
      <p:sp>
        <p:nvSpPr>
          <p:cNvPr id="3" name="S10-text190"/>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①은 듣고 답하고, ②③은 길을 안내해요.</a:t>
            </a:r>
            <a:endParaRPr lang="ko-KR" sz="2800" dirty="0"/>
          </a:p>
        </p:txBody>
      </p:sp>
      <p:sp>
        <p:nvSpPr>
          <p:cNvPr id="4" name="S10-figure191" descr="아래쪽 가운데 출발점에서 위로 길이 나 있고, 위쪽에서 왼쪽·오른쪽으로 갈라지는 지도. 위로 가는 길의 왼쪽에 bank, 오른쪽에 bakery. 갈림길 위쪽에 왼쪽부터 library, park, hospital. 가로 길 아래쪽 왼쪽 끝에 school, 오른쪽 끝에 zoo."/>
          <p:cNvSpPr/>
          <p:nvPr/>
        </p:nvSpPr>
        <p:spPr>
          <a:xfrm>
            <a:off x="8661959" y="3845757"/>
            <a:ext cx="593750" cy="1558595"/>
          </a:xfrm>
          <a:custGeom>
            <a:avLst/>
            <a:gdLst/>
            <a:ahLst/>
            <a:cxnLst/>
            <a:rect l="l" t="t" r="r" b="b"/>
            <a:pathLst>
              <a:path w="593750" h="1558595">
                <a:moveTo>
                  <a:pt x="0" y="1558595"/>
                </a:moveTo>
                <a:lnTo>
                  <a:pt x="593750" y="1558595"/>
                </a:lnTo>
                <a:lnTo>
                  <a:pt x="593750" y="0"/>
                </a:lnTo>
                <a:lnTo>
                  <a:pt x="0" y="0"/>
                </a:lnTo>
                <a:close/>
              </a:path>
            </a:pathLst>
          </a:custGeom>
          <a:solidFill>
            <a:srgbClr val="E5E7EB"/>
          </a:solidFill>
          <a:ln w="9525">
            <a:solidFill>
              <a:srgbClr val="B8C2CC"/>
            </a:solidFill>
            <a:prstDash val="solid"/>
          </a:ln>
        </p:spPr>
      </p:sp>
      <p:sp>
        <p:nvSpPr>
          <p:cNvPr id="5" name="S10-mark192"/>
          <p:cNvSpPr/>
          <p:nvPr/>
        </p:nvSpPr>
        <p:spPr>
          <a:xfrm>
            <a:off x="6361176" y="3252006"/>
            <a:ext cx="5195316" cy="593750"/>
          </a:xfrm>
          <a:custGeom>
            <a:avLst/>
            <a:gdLst/>
            <a:ahLst/>
            <a:cxnLst/>
            <a:rect l="l" t="t" r="r" b="b"/>
            <a:pathLst>
              <a:path w="5195316" h="593750">
                <a:moveTo>
                  <a:pt x="0" y="593750"/>
                </a:moveTo>
                <a:lnTo>
                  <a:pt x="5195316" y="593750"/>
                </a:lnTo>
                <a:lnTo>
                  <a:pt x="5195316" y="0"/>
                </a:lnTo>
                <a:lnTo>
                  <a:pt x="0" y="0"/>
                </a:lnTo>
                <a:close/>
              </a:path>
            </a:pathLst>
          </a:custGeom>
          <a:solidFill>
            <a:srgbClr val="E5E7EB"/>
          </a:solidFill>
          <a:ln w="9525">
            <a:solidFill>
              <a:srgbClr val="B8C2CC"/>
            </a:solidFill>
            <a:prstDash val="solid"/>
          </a:ln>
        </p:spPr>
      </p:sp>
      <p:sp>
        <p:nvSpPr>
          <p:cNvPr id="6" name="S10-mark193"/>
          <p:cNvSpPr/>
          <p:nvPr/>
        </p:nvSpPr>
        <p:spPr>
          <a:xfrm>
            <a:off x="7697114" y="4439507"/>
            <a:ext cx="890626" cy="667969"/>
          </a:xfrm>
          <a:custGeom>
            <a:avLst/>
            <a:gdLst/>
            <a:ahLst/>
            <a:cxnLst/>
            <a:rect l="l" t="t" r="r" b="b"/>
            <a:pathLst>
              <a:path w="890626" h="667969">
                <a:moveTo>
                  <a:pt x="0" y="667969"/>
                </a:moveTo>
                <a:lnTo>
                  <a:pt x="890626" y="667969"/>
                </a:lnTo>
                <a:lnTo>
                  <a:pt x="890626" y="0"/>
                </a:lnTo>
                <a:lnTo>
                  <a:pt x="0" y="0"/>
                </a:lnTo>
                <a:close/>
              </a:path>
            </a:pathLst>
          </a:custGeom>
          <a:solidFill>
            <a:srgbClr val="FDEBDD"/>
          </a:solidFill>
          <a:ln w="19050">
            <a:solidFill>
              <a:srgbClr val="1F2937"/>
            </a:solidFill>
            <a:prstDash val="solid"/>
          </a:ln>
        </p:spPr>
      </p:sp>
      <p:sp>
        <p:nvSpPr>
          <p:cNvPr id="7" name="S10-mark194"/>
          <p:cNvSpPr/>
          <p:nvPr/>
        </p:nvSpPr>
        <p:spPr>
          <a:xfrm>
            <a:off x="9329928" y="4439507"/>
            <a:ext cx="1039063" cy="667969"/>
          </a:xfrm>
          <a:custGeom>
            <a:avLst/>
            <a:gdLst/>
            <a:ahLst/>
            <a:cxnLst/>
            <a:rect l="l" t="t" r="r" b="b"/>
            <a:pathLst>
              <a:path w="1039063" h="667969">
                <a:moveTo>
                  <a:pt x="0" y="667969"/>
                </a:moveTo>
                <a:lnTo>
                  <a:pt x="1039063" y="667969"/>
                </a:lnTo>
                <a:lnTo>
                  <a:pt x="1039063" y="0"/>
                </a:lnTo>
                <a:lnTo>
                  <a:pt x="0" y="0"/>
                </a:lnTo>
                <a:close/>
              </a:path>
            </a:pathLst>
          </a:custGeom>
          <a:solidFill>
            <a:srgbClr val="FDEBDD"/>
          </a:solidFill>
          <a:ln w="19050">
            <a:solidFill>
              <a:srgbClr val="1F2937"/>
            </a:solidFill>
            <a:prstDash val="solid"/>
          </a:ln>
        </p:spPr>
      </p:sp>
      <p:sp>
        <p:nvSpPr>
          <p:cNvPr id="8" name="S10-mark195"/>
          <p:cNvSpPr/>
          <p:nvPr/>
        </p:nvSpPr>
        <p:spPr>
          <a:xfrm>
            <a:off x="6361176" y="3901421"/>
            <a:ext cx="1224610" cy="408203"/>
          </a:xfrm>
          <a:custGeom>
            <a:avLst/>
            <a:gdLst/>
            <a:ahLst/>
            <a:cxnLst/>
            <a:rect l="l" t="t" r="r" b="b"/>
            <a:pathLst>
              <a:path w="1224610" h="408203">
                <a:moveTo>
                  <a:pt x="0" y="408203"/>
                </a:moveTo>
                <a:lnTo>
                  <a:pt x="1224610" y="408203"/>
                </a:lnTo>
                <a:lnTo>
                  <a:pt x="1224610" y="0"/>
                </a:lnTo>
                <a:lnTo>
                  <a:pt x="0" y="0"/>
                </a:lnTo>
                <a:close/>
              </a:path>
            </a:pathLst>
          </a:custGeom>
          <a:solidFill>
            <a:srgbClr val="FDEBDD"/>
          </a:solidFill>
          <a:ln w="19050">
            <a:solidFill>
              <a:srgbClr val="1F2937"/>
            </a:solidFill>
            <a:prstDash val="solid"/>
          </a:ln>
        </p:spPr>
      </p:sp>
      <p:sp>
        <p:nvSpPr>
          <p:cNvPr id="9" name="S10-mark196"/>
          <p:cNvSpPr/>
          <p:nvPr/>
        </p:nvSpPr>
        <p:spPr>
          <a:xfrm>
            <a:off x="10480319" y="3901421"/>
            <a:ext cx="1076173" cy="408203"/>
          </a:xfrm>
          <a:custGeom>
            <a:avLst/>
            <a:gdLst/>
            <a:ahLst/>
            <a:cxnLst/>
            <a:rect l="l" t="t" r="r" b="b"/>
            <a:pathLst>
              <a:path w="1076173" h="408203">
                <a:moveTo>
                  <a:pt x="0" y="408203"/>
                </a:moveTo>
                <a:lnTo>
                  <a:pt x="1076173" y="408203"/>
                </a:lnTo>
                <a:lnTo>
                  <a:pt x="1076173" y="0"/>
                </a:lnTo>
                <a:lnTo>
                  <a:pt x="0" y="0"/>
                </a:lnTo>
                <a:close/>
              </a:path>
            </a:pathLst>
          </a:custGeom>
          <a:solidFill>
            <a:srgbClr val="FDEBDD"/>
          </a:solidFill>
          <a:ln w="19050">
            <a:solidFill>
              <a:srgbClr val="1F2937"/>
            </a:solidFill>
            <a:prstDash val="solid"/>
          </a:ln>
        </p:spPr>
      </p:sp>
      <p:sp>
        <p:nvSpPr>
          <p:cNvPr id="10" name="S10-mark197"/>
          <p:cNvSpPr/>
          <p:nvPr/>
        </p:nvSpPr>
        <p:spPr>
          <a:xfrm>
            <a:off x="6435395" y="2695365"/>
            <a:ext cx="1558595" cy="482422"/>
          </a:xfrm>
          <a:custGeom>
            <a:avLst/>
            <a:gdLst/>
            <a:ahLst/>
            <a:cxnLst/>
            <a:rect l="l" t="t" r="r" b="b"/>
            <a:pathLst>
              <a:path w="1558595" h="482422">
                <a:moveTo>
                  <a:pt x="0" y="482422"/>
                </a:moveTo>
                <a:lnTo>
                  <a:pt x="1558595" y="482422"/>
                </a:lnTo>
                <a:lnTo>
                  <a:pt x="1558595" y="0"/>
                </a:lnTo>
                <a:lnTo>
                  <a:pt x="0" y="0"/>
                </a:lnTo>
                <a:close/>
              </a:path>
            </a:pathLst>
          </a:custGeom>
          <a:solidFill>
            <a:srgbClr val="FDEBDD"/>
          </a:solidFill>
          <a:ln w="19050">
            <a:solidFill>
              <a:srgbClr val="1F2937"/>
            </a:solidFill>
            <a:prstDash val="solid"/>
          </a:ln>
        </p:spPr>
      </p:sp>
      <p:sp>
        <p:nvSpPr>
          <p:cNvPr id="11" name="S10-mark198"/>
          <p:cNvSpPr/>
          <p:nvPr/>
        </p:nvSpPr>
        <p:spPr>
          <a:xfrm>
            <a:off x="8142427" y="2695365"/>
            <a:ext cx="1632814" cy="482422"/>
          </a:xfrm>
          <a:custGeom>
            <a:avLst/>
            <a:gdLst/>
            <a:ahLst/>
            <a:cxnLst/>
            <a:rect l="l" t="t" r="r" b="b"/>
            <a:pathLst>
              <a:path w="1632814" h="482422">
                <a:moveTo>
                  <a:pt x="0" y="482422"/>
                </a:moveTo>
                <a:lnTo>
                  <a:pt x="1632814" y="482422"/>
                </a:lnTo>
                <a:lnTo>
                  <a:pt x="1632814" y="0"/>
                </a:lnTo>
                <a:lnTo>
                  <a:pt x="0" y="0"/>
                </a:lnTo>
                <a:close/>
              </a:path>
            </a:pathLst>
          </a:custGeom>
          <a:solidFill>
            <a:srgbClr val="2A9D8F"/>
          </a:solidFill>
          <a:ln w="19050">
            <a:solidFill>
              <a:srgbClr val="1F2937"/>
            </a:solidFill>
            <a:prstDash val="solid"/>
          </a:ln>
        </p:spPr>
      </p:sp>
      <p:sp>
        <p:nvSpPr>
          <p:cNvPr id="12" name="S10-mark199"/>
          <p:cNvSpPr/>
          <p:nvPr/>
        </p:nvSpPr>
        <p:spPr>
          <a:xfrm>
            <a:off x="9923678" y="2695365"/>
            <a:ext cx="1558595" cy="482422"/>
          </a:xfrm>
          <a:custGeom>
            <a:avLst/>
            <a:gdLst/>
            <a:ahLst/>
            <a:cxnLst/>
            <a:rect l="l" t="t" r="r" b="b"/>
            <a:pathLst>
              <a:path w="1558595" h="482422">
                <a:moveTo>
                  <a:pt x="0" y="482422"/>
                </a:moveTo>
                <a:lnTo>
                  <a:pt x="1558595" y="482422"/>
                </a:lnTo>
                <a:lnTo>
                  <a:pt x="1558595" y="0"/>
                </a:lnTo>
                <a:lnTo>
                  <a:pt x="0" y="0"/>
                </a:lnTo>
                <a:close/>
              </a:path>
            </a:pathLst>
          </a:custGeom>
          <a:solidFill>
            <a:srgbClr val="FDEBDD"/>
          </a:solidFill>
          <a:ln w="19050">
            <a:solidFill>
              <a:srgbClr val="1F2937"/>
            </a:solidFill>
            <a:prstDash val="solid"/>
          </a:ln>
        </p:spPr>
      </p:sp>
      <p:sp>
        <p:nvSpPr>
          <p:cNvPr id="13" name="S10-mark200"/>
          <p:cNvSpPr/>
          <p:nvPr/>
        </p:nvSpPr>
        <p:spPr>
          <a:xfrm>
            <a:off x="8854928" y="5300445"/>
            <a:ext cx="207813" cy="207813"/>
          </a:xfrm>
          <a:prstGeom prst="ellipse">
            <a:avLst/>
          </a:prstGeom>
          <a:solidFill>
            <a:srgbClr val="E9762B"/>
          </a:solidFill>
          <a:ln w="28575">
            <a:solidFill>
              <a:srgbClr val="1F2937"/>
            </a:solidFill>
            <a:prstDash val="solid"/>
          </a:ln>
        </p:spPr>
      </p:sp>
      <p:sp>
        <p:nvSpPr>
          <p:cNvPr id="14" name="S10-mark201"/>
          <p:cNvSpPr/>
          <p:nvPr/>
        </p:nvSpPr>
        <p:spPr>
          <a:xfrm flipV="1">
            <a:off x="8958834" y="4773492"/>
            <a:ext cx="0" cy="482422"/>
          </a:xfrm>
          <a:prstGeom prst="line">
            <a:avLst/>
          </a:prstGeom>
          <a:noFill/>
          <a:ln w="38100">
            <a:solidFill>
              <a:srgbClr val="E9762B"/>
            </a:solidFill>
            <a:prstDash val="solid"/>
            <a:tailEnd type="triangle"/>
          </a:ln>
        </p:spPr>
      </p:sp>
      <p:sp>
        <p:nvSpPr>
          <p:cNvPr id="15" name="S10-label203"/>
          <p:cNvSpPr txBox="1"/>
          <p:nvPr/>
        </p:nvSpPr>
        <p:spPr>
          <a:xfrm>
            <a:off x="7774635" y="4598867"/>
            <a:ext cx="735584" cy="349250"/>
          </a:xfrm>
          <a:prstGeom prst="rect">
            <a:avLst/>
          </a:prstGeom>
          <a:noFill/>
          <a:ln/>
        </p:spPr>
        <p:txBody>
          <a:bodyPr wrap="square" lIns="0" tIns="0" rIns="0" bIns="0" rtlCol="0" anchor="ctr"/>
          <a:lstStyle/>
          <a:p>
            <a:pPr eaLnBrk="0" algn="ctr" indent="0" marL="0">
              <a:buNone/>
            </a:pPr>
            <a:r>
              <a:rPr lang="en-US" altLang="ko-KR" sz="2200" b="1" dirty="0">
                <a:solidFill>
                  <a:srgbClr val="1F2937"/>
                </a:solidFill>
                <a:latin typeface="맑은 고딕" pitchFamily="34" charset="0"/>
                <a:ea typeface="맑은 고딕" pitchFamily="34" charset="-122"/>
                <a:cs typeface="맑은 고딕" pitchFamily="34" charset="-120"/>
              </a:rPr>
              <a:t>bank</a:t>
            </a:r>
            <a:endParaRPr lang="ko-KR" sz="2200" dirty="0"/>
          </a:p>
        </p:txBody>
      </p:sp>
      <p:sp>
        <p:nvSpPr>
          <p:cNvPr id="16" name="S10-label205"/>
          <p:cNvSpPr txBox="1"/>
          <p:nvPr/>
        </p:nvSpPr>
        <p:spPr>
          <a:xfrm>
            <a:off x="9325204" y="4598867"/>
            <a:ext cx="1048512" cy="349250"/>
          </a:xfrm>
          <a:prstGeom prst="rect">
            <a:avLst/>
          </a:prstGeom>
          <a:noFill/>
          <a:ln/>
        </p:spPr>
        <p:txBody>
          <a:bodyPr wrap="square" lIns="0" tIns="0" rIns="0" bIns="0" rtlCol="0" anchor="ctr"/>
          <a:lstStyle/>
          <a:p>
            <a:pPr eaLnBrk="0" algn="ctr" indent="0" marL="0">
              <a:buNone/>
            </a:pPr>
            <a:r>
              <a:rPr lang="en-US" altLang="ko-KR" sz="2200" b="1" dirty="0">
                <a:solidFill>
                  <a:srgbClr val="1F2937"/>
                </a:solidFill>
                <a:latin typeface="맑은 고딕" pitchFamily="34" charset="0"/>
                <a:ea typeface="맑은 고딕" pitchFamily="34" charset="-122"/>
                <a:cs typeface="맑은 고딕" pitchFamily="34" charset="-120"/>
              </a:rPr>
              <a:t>bakery</a:t>
            </a:r>
            <a:endParaRPr lang="ko-KR" sz="2200" dirty="0"/>
          </a:p>
        </p:txBody>
      </p:sp>
      <p:sp>
        <p:nvSpPr>
          <p:cNvPr id="17" name="S10-label207"/>
          <p:cNvSpPr txBox="1"/>
          <p:nvPr/>
        </p:nvSpPr>
        <p:spPr>
          <a:xfrm>
            <a:off x="6449225" y="3930898"/>
            <a:ext cx="1048512" cy="349250"/>
          </a:xfrm>
          <a:prstGeom prst="rect">
            <a:avLst/>
          </a:prstGeom>
          <a:noFill/>
          <a:ln/>
        </p:spPr>
        <p:txBody>
          <a:bodyPr wrap="square" lIns="0" tIns="0" rIns="0" bIns="0" rtlCol="0" anchor="ctr"/>
          <a:lstStyle/>
          <a:p>
            <a:pPr eaLnBrk="0" algn="ctr" indent="0" marL="0">
              <a:buNone/>
            </a:pPr>
            <a:r>
              <a:rPr lang="en-US" altLang="ko-KR" sz="2200" b="1" dirty="0">
                <a:solidFill>
                  <a:srgbClr val="1F2937"/>
                </a:solidFill>
                <a:latin typeface="맑은 고딕" pitchFamily="34" charset="0"/>
                <a:ea typeface="맑은 고딕" pitchFamily="34" charset="-122"/>
                <a:cs typeface="맑은 고딕" pitchFamily="34" charset="-120"/>
              </a:rPr>
              <a:t>school</a:t>
            </a:r>
            <a:endParaRPr lang="ko-KR" sz="2200" dirty="0"/>
          </a:p>
        </p:txBody>
      </p:sp>
      <p:sp>
        <p:nvSpPr>
          <p:cNvPr id="18" name="S10-label209"/>
          <p:cNvSpPr txBox="1"/>
          <p:nvPr/>
        </p:nvSpPr>
        <p:spPr>
          <a:xfrm>
            <a:off x="10728846" y="3930898"/>
            <a:ext cx="579120" cy="349250"/>
          </a:xfrm>
          <a:prstGeom prst="rect">
            <a:avLst/>
          </a:prstGeom>
          <a:noFill/>
          <a:ln/>
        </p:spPr>
        <p:txBody>
          <a:bodyPr wrap="square" lIns="0" tIns="0" rIns="0" bIns="0" rtlCol="0" anchor="ctr"/>
          <a:lstStyle/>
          <a:p>
            <a:pPr eaLnBrk="0" algn="ctr" indent="0" marL="0">
              <a:buNone/>
            </a:pPr>
            <a:r>
              <a:rPr lang="en-US" altLang="ko-KR" sz="2200" b="1" dirty="0">
                <a:solidFill>
                  <a:srgbClr val="1F2937"/>
                </a:solidFill>
                <a:latin typeface="맑은 고딕" pitchFamily="34" charset="0"/>
                <a:ea typeface="맑은 고딕" pitchFamily="34" charset="-122"/>
                <a:cs typeface="맑은 고딕" pitchFamily="34" charset="-120"/>
              </a:rPr>
              <a:t>zoo</a:t>
            </a:r>
            <a:endParaRPr lang="ko-KR" sz="2200" dirty="0"/>
          </a:p>
        </p:txBody>
      </p:sp>
      <p:sp>
        <p:nvSpPr>
          <p:cNvPr id="19" name="S10-label211"/>
          <p:cNvSpPr txBox="1"/>
          <p:nvPr/>
        </p:nvSpPr>
        <p:spPr>
          <a:xfrm>
            <a:off x="6612204" y="2761952"/>
            <a:ext cx="1204976" cy="349250"/>
          </a:xfrm>
          <a:prstGeom prst="rect">
            <a:avLst/>
          </a:prstGeom>
          <a:noFill/>
          <a:ln/>
        </p:spPr>
        <p:txBody>
          <a:bodyPr wrap="square" lIns="0" tIns="0" rIns="0" bIns="0" rtlCol="0" anchor="ctr"/>
          <a:lstStyle/>
          <a:p>
            <a:pPr eaLnBrk="0" algn="ctr" indent="0" marL="0">
              <a:buNone/>
            </a:pPr>
            <a:r>
              <a:rPr lang="en-US" altLang="ko-KR" sz="2200" b="1" dirty="0">
                <a:solidFill>
                  <a:srgbClr val="1F2937"/>
                </a:solidFill>
                <a:latin typeface="맑은 고딕" pitchFamily="34" charset="0"/>
                <a:ea typeface="맑은 고딕" pitchFamily="34" charset="-122"/>
                <a:cs typeface="맑은 고딕" pitchFamily="34" charset="-120"/>
              </a:rPr>
              <a:t>library</a:t>
            </a:r>
            <a:endParaRPr lang="ko-KR" sz="2200" dirty="0"/>
          </a:p>
        </p:txBody>
      </p:sp>
      <p:sp>
        <p:nvSpPr>
          <p:cNvPr id="20" name="S10-label213"/>
          <p:cNvSpPr txBox="1"/>
          <p:nvPr/>
        </p:nvSpPr>
        <p:spPr>
          <a:xfrm>
            <a:off x="8591042" y="2761952"/>
            <a:ext cx="735584" cy="349250"/>
          </a:xfrm>
          <a:prstGeom prst="rect">
            <a:avLst/>
          </a:prstGeom>
          <a:noFill/>
          <a:ln/>
        </p:spPr>
        <p:txBody>
          <a:bodyPr wrap="square" lIns="0" tIns="0" rIns="0" bIns="0" rtlCol="0" anchor="ctr"/>
          <a:lstStyle/>
          <a:p>
            <a:pPr eaLnBrk="0" algn="ctr" indent="0" marL="0">
              <a:buNone/>
            </a:pPr>
            <a:r>
              <a:rPr lang="en-US" altLang="ko-KR" sz="2200" b="1" dirty="0">
                <a:solidFill>
                  <a:srgbClr val="1F2937"/>
                </a:solidFill>
                <a:latin typeface="맑은 고딕" pitchFamily="34" charset="0"/>
                <a:ea typeface="맑은 고딕" pitchFamily="34" charset="-122"/>
                <a:cs typeface="맑은 고딕" pitchFamily="34" charset="-120"/>
              </a:rPr>
              <a:t>park</a:t>
            </a:r>
            <a:endParaRPr lang="ko-KR" sz="2200" dirty="0"/>
          </a:p>
        </p:txBody>
      </p:sp>
      <p:sp>
        <p:nvSpPr>
          <p:cNvPr id="21" name="S10-label215"/>
          <p:cNvSpPr txBox="1"/>
          <p:nvPr/>
        </p:nvSpPr>
        <p:spPr>
          <a:xfrm>
            <a:off x="10022256" y="2761952"/>
            <a:ext cx="1361440" cy="349250"/>
          </a:xfrm>
          <a:prstGeom prst="rect">
            <a:avLst/>
          </a:prstGeom>
          <a:noFill/>
          <a:ln/>
        </p:spPr>
        <p:txBody>
          <a:bodyPr wrap="square" lIns="0" tIns="0" rIns="0" bIns="0" rtlCol="0" anchor="ctr"/>
          <a:lstStyle/>
          <a:p>
            <a:pPr eaLnBrk="0" algn="ctr" indent="0" marL="0">
              <a:buNone/>
            </a:pPr>
            <a:r>
              <a:rPr lang="en-US" altLang="ko-KR" sz="2200" b="1" dirty="0">
                <a:solidFill>
                  <a:srgbClr val="1F2937"/>
                </a:solidFill>
                <a:latin typeface="맑은 고딕" pitchFamily="34" charset="0"/>
                <a:ea typeface="맑은 고딕" pitchFamily="34" charset="-122"/>
                <a:cs typeface="맑은 고딕" pitchFamily="34" charset="-120"/>
              </a:rPr>
              <a:t>hospital</a:t>
            </a:r>
            <a:endParaRPr lang="ko-KR" sz="2200" dirty="0"/>
          </a:p>
        </p:txBody>
      </p:sp>
      <p:sp>
        <p:nvSpPr>
          <p:cNvPr id="22" name="S10-label217"/>
          <p:cNvSpPr txBox="1"/>
          <p:nvPr/>
        </p:nvSpPr>
        <p:spPr>
          <a:xfrm>
            <a:off x="7980744" y="5174063"/>
            <a:ext cx="657352" cy="349250"/>
          </a:xfrm>
          <a:prstGeom prst="rect">
            <a:avLst/>
          </a:prstGeom>
          <a:noFill/>
          <a:ln/>
        </p:spPr>
        <p:txBody>
          <a:bodyPr wrap="square" lIns="0" tIns="0" rIns="0" bIns="0" rtlCol="0" anchor="ctr"/>
          <a:lstStyle/>
          <a:p>
            <a:pPr eaLnBrk="0" algn="ctr" indent="0" marL="0">
              <a:buNone/>
            </a:pPr>
            <a:r>
              <a:rPr lang="ko-KR" altLang="en-US" sz="2200" b="1" dirty="0">
                <a:solidFill>
                  <a:srgbClr val="1F2937"/>
                </a:solidFill>
                <a:latin typeface="맑은 고딕" pitchFamily="34" charset="0"/>
                <a:ea typeface="맑은 고딕" pitchFamily="34" charset="-122"/>
                <a:cs typeface="맑은 고딕" pitchFamily="34" charset="-120"/>
              </a:rPr>
              <a:t>출발</a:t>
            </a:r>
            <a:endParaRPr lang="ko-KR" sz="2200" dirty="0"/>
          </a:p>
        </p:txBody>
      </p:sp>
      <p:sp>
        <p:nvSpPr>
          <p:cNvPr id="23" name="S10-chip218"/>
          <p:cNvSpPr txBox="1"/>
          <p:nvPr/>
        </p:nvSpPr>
        <p:spPr>
          <a:xfrm>
            <a:off x="548640" y="218541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①</a:t>
            </a:r>
            <a:endParaRPr lang="ko-KR" sz="2200" dirty="0"/>
          </a:p>
        </p:txBody>
      </p:sp>
      <p:sp>
        <p:nvSpPr>
          <p:cNvPr id="24" name="S10-text219"/>
          <p:cNvSpPr txBox="1"/>
          <p:nvPr/>
        </p:nvSpPr>
        <p:spPr>
          <a:xfrm>
            <a:off x="1344168" y="2011680"/>
            <a:ext cx="4567428" cy="91440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도착한 곳은?</a:t>
            </a:r>
            <a:endParaRPr lang="ko-KR" sz="2800" dirty="0"/>
          </a:p>
        </p:txBody>
      </p:sp>
      <p:sp>
        <p:nvSpPr>
          <p:cNvPr id="25" name="S10-chip220"/>
          <p:cNvSpPr txBox="1"/>
          <p:nvPr/>
        </p:nvSpPr>
        <p:spPr>
          <a:xfrm>
            <a:off x="548640" y="32826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②</a:t>
            </a:r>
            <a:endParaRPr lang="ko-KR" sz="2200" dirty="0"/>
          </a:p>
        </p:txBody>
      </p:sp>
      <p:sp>
        <p:nvSpPr>
          <p:cNvPr id="26" name="S10-text221"/>
          <p:cNvSpPr txBox="1"/>
          <p:nvPr/>
        </p:nvSpPr>
        <p:spPr>
          <a:xfrm>
            <a:off x="1344168" y="3108960"/>
            <a:ext cx="4567428" cy="914400"/>
          </a:xfrm>
          <a:prstGeom prst="rect">
            <a:avLst/>
          </a:prstGeom>
          <a:noFill/>
          <a:ln/>
        </p:spPr>
        <p:txBody>
          <a:bodyPr wrap="square" lIns="0" tIns="0" rIns="0" bIns="0" rtlCol="0" anchor="ctr"/>
          <a:lstStyle/>
          <a:p>
            <a:pPr eaLnBrk="0" algn="l" indent="0" marL="0">
              <a:buNone/>
            </a:pPr>
            <a:r>
              <a:rPr lang="en-US" altLang="ko-KR" sz="2800" dirty="0">
                <a:solidFill>
                  <a:srgbClr val="1F2937"/>
                </a:solidFill>
                <a:latin typeface="맑은 고딕" pitchFamily="34" charset="0"/>
                <a:ea typeface="맑은 고딕" pitchFamily="34" charset="-122"/>
                <a:cs typeface="맑은 고딕" pitchFamily="34" charset="-120"/>
              </a:rPr>
              <a:t>Where is the library?</a:t>
            </a:r>
            <a:endParaRPr lang="ko-KR" sz="2800" dirty="0"/>
          </a:p>
        </p:txBody>
      </p:sp>
      <p:sp>
        <p:nvSpPr>
          <p:cNvPr id="27" name="S10-chip222"/>
          <p:cNvSpPr txBox="1"/>
          <p:nvPr/>
        </p:nvSpPr>
        <p:spPr>
          <a:xfrm>
            <a:off x="548640" y="437997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③</a:t>
            </a:r>
            <a:endParaRPr lang="ko-KR" sz="2200" dirty="0"/>
          </a:p>
        </p:txBody>
      </p:sp>
      <p:sp>
        <p:nvSpPr>
          <p:cNvPr id="28" name="S10-text223"/>
          <p:cNvSpPr txBox="1"/>
          <p:nvPr/>
        </p:nvSpPr>
        <p:spPr>
          <a:xfrm>
            <a:off x="1344168" y="4206240"/>
            <a:ext cx="4567428" cy="914400"/>
          </a:xfrm>
          <a:prstGeom prst="rect">
            <a:avLst/>
          </a:prstGeom>
          <a:noFill/>
          <a:ln/>
        </p:spPr>
        <p:txBody>
          <a:bodyPr wrap="square" lIns="0" tIns="0" rIns="0" bIns="0" rtlCol="0" anchor="ctr"/>
          <a:lstStyle/>
          <a:p>
            <a:pPr eaLnBrk="0" algn="l" indent="0" marL="0">
              <a:buNone/>
            </a:pPr>
            <a:r>
              <a:rPr lang="en-US" altLang="ko-KR" sz="2800" dirty="0">
                <a:solidFill>
                  <a:srgbClr val="1F2937"/>
                </a:solidFill>
                <a:latin typeface="맑은 고딕" pitchFamily="34" charset="0"/>
                <a:ea typeface="맑은 고딕" pitchFamily="34" charset="-122"/>
                <a:cs typeface="맑은 고딕" pitchFamily="34" charset="-120"/>
              </a:rPr>
              <a:t>Where is the zoo?</a:t>
            </a:r>
            <a:endParaRPr lang="ko-KR" sz="2800" dirty="0"/>
          </a:p>
        </p:txBody>
      </p:sp>
      <p:sp>
        <p:nvSpPr>
          <p:cNvPr id="29" name="S10-chip224"/>
          <p:cNvSpPr txBox="1"/>
          <p:nvPr/>
        </p:nvSpPr>
        <p:spPr>
          <a:xfrm>
            <a:off x="548640" y="547725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④</a:t>
            </a:r>
            <a:endParaRPr lang="ko-KR" sz="2200" dirty="0"/>
          </a:p>
        </p:txBody>
      </p:sp>
      <p:sp>
        <p:nvSpPr>
          <p:cNvPr id="30" name="S10-text225"/>
          <p:cNvSpPr txBox="1"/>
          <p:nvPr/>
        </p:nvSpPr>
        <p:spPr>
          <a:xfrm>
            <a:off x="1344168" y="5303520"/>
            <a:ext cx="4567428" cy="91440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공원이 어디 있는지 물어요.</a:t>
            </a:r>
            <a:endParaRPr lang="ko-KR" sz="28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정답 확인</a:t>
            </a:r>
            <a:endParaRPr lang="ko-KR" sz="4000" dirty="0"/>
          </a:p>
        </p:txBody>
      </p:sp>
      <p:sp>
        <p:nvSpPr>
          <p:cNvPr id="3" name="S11-card226"/>
          <p:cNvSpPr/>
          <p:nvPr/>
        </p:nvSpPr>
        <p:spPr>
          <a:xfrm>
            <a:off x="548640" y="5349240"/>
            <a:ext cx="11091672" cy="868680"/>
          </a:xfrm>
          <a:prstGeom prst="roundRect">
            <a:avLst>
              <a:gd name="adj" fmla="val 12632"/>
            </a:avLst>
          </a:prstGeom>
          <a:solidFill>
            <a:srgbClr val="EAF3F1"/>
          </a:solidFill>
          <a:ln w="12700">
            <a:solidFill>
              <a:srgbClr val="EAF3F1"/>
            </a:solidFill>
            <a:prstDash val="solid"/>
          </a:ln>
        </p:spPr>
      </p:sp>
      <p:sp>
        <p:nvSpPr>
          <p:cNvPr id="4" name="S11-cardtext227"/>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돌고 난 뒤 걷는 쪽을 기준으로 왼쪽·오른쪽을 정해요.</a:t>
            </a:r>
            <a:endParaRPr lang="ko-KR" sz="2800" dirty="0"/>
          </a:p>
        </p:txBody>
      </p:sp>
      <p:sp>
        <p:nvSpPr>
          <p:cNvPr id="5" name="S11-chip228"/>
          <p:cNvSpPr txBox="1"/>
          <p:nvPr/>
        </p:nvSpPr>
        <p:spPr>
          <a:xfrm>
            <a:off x="548640" y="1325880"/>
            <a:ext cx="5362956" cy="548640"/>
          </a:xfrm>
          <a:prstGeom prst="roundRect">
            <a:avLst>
              <a:gd name="adj" fmla="val 26667"/>
            </a:avLst>
          </a:prstGeom>
          <a:solidFill>
            <a:srgbClr val="E3F4F1"/>
          </a:solidFill>
          <a:ln>
            <a:solidFill>
              <a:srgbClr val="E3F4F1"/>
            </a:solidFill>
          </a:ln>
        </p:spPr>
        <p:txBody>
          <a:bodyPr wrap="square" lIns="177800" tIns="0" rIns="177800" bIns="0" rtlCol="0" anchor="ctr"/>
          <a:lstStyle/>
          <a:p>
            <a:pPr eaLnBrk="0" algn="l" indent="0" marL="0">
              <a:buNone/>
            </a:pPr>
            <a:r>
              <a:rPr lang="ko-KR" altLang="en-US" sz="2200" b="1" dirty="0">
                <a:solidFill>
                  <a:srgbClr val="1F2937"/>
                </a:solidFill>
                <a:latin typeface="맑은 고딕" pitchFamily="34" charset="0"/>
                <a:ea typeface="맑은 고딕" pitchFamily="34" charset="-122"/>
                <a:cs typeface="맑은 고딕" pitchFamily="34" charset="-120"/>
              </a:rPr>
              <a:t>○ 정답</a:t>
            </a:r>
            <a:endParaRPr lang="ko-KR" sz="2200" dirty="0"/>
          </a:p>
        </p:txBody>
      </p:sp>
      <p:sp>
        <p:nvSpPr>
          <p:cNvPr id="6" name="S11-text229"/>
          <p:cNvSpPr txBox="1"/>
          <p:nvPr/>
        </p:nvSpPr>
        <p:spPr>
          <a:xfrm>
            <a:off x="548640" y="2057400"/>
            <a:ext cx="5362956" cy="662940"/>
          </a:xfrm>
          <a:prstGeom prst="rect">
            <a:avLst/>
          </a:prstGeom>
          <a:noFill/>
          <a:ln/>
        </p:spPr>
        <p:txBody>
          <a:bodyPr wrap="square" lIns="0" tIns="0" rIns="0" bIns="0" rtlCol="0" anchor="ctr"/>
          <a:lstStyle/>
          <a:p>
            <a:pPr eaLnBrk="0" algn="l" indent="0" marL="0">
              <a:buNone/>
            </a:pPr>
            <a:r>
              <a:rPr lang="en-US" altLang="ko-KR" sz="2800" dirty="0">
                <a:solidFill>
                  <a:srgbClr val="1F2937"/>
                </a:solidFill>
                <a:latin typeface="맑은 고딕" pitchFamily="34" charset="0"/>
                <a:ea typeface="맑은 고딕" pitchFamily="34" charset="-122"/>
                <a:cs typeface="맑은 고딕" pitchFamily="34" charset="-120"/>
              </a:rPr>
              <a:t>① hospital</a:t>
            </a:r>
            <a:endParaRPr lang="ko-KR" sz="2800" dirty="0"/>
          </a:p>
        </p:txBody>
      </p:sp>
      <p:sp>
        <p:nvSpPr>
          <p:cNvPr id="7" name="S11-text230"/>
          <p:cNvSpPr txBox="1"/>
          <p:nvPr/>
        </p:nvSpPr>
        <p:spPr>
          <a:xfrm>
            <a:off x="548640" y="2857500"/>
            <a:ext cx="5362956" cy="662940"/>
          </a:xfrm>
          <a:prstGeom prst="rect">
            <a:avLst/>
          </a:prstGeom>
          <a:noFill/>
          <a:ln/>
        </p:spPr>
        <p:txBody>
          <a:bodyPr wrap="square" lIns="0" tIns="0" rIns="0" bIns="0" rtlCol="0" anchor="ctr"/>
          <a:lstStyle/>
          <a:p>
            <a:pPr eaLnBrk="0" algn="l" indent="0" marL="0">
              <a:buNone/>
            </a:pPr>
            <a:r>
              <a:rPr lang="en-US" altLang="ko-KR" sz="2200" dirty="0">
                <a:solidFill>
                  <a:srgbClr val="1F2937"/>
                </a:solidFill>
                <a:latin typeface="맑은 고딕" pitchFamily="34" charset="0"/>
                <a:ea typeface="맑은 고딕" pitchFamily="34" charset="-122"/>
                <a:cs typeface="맑은 고딕" pitchFamily="34" charset="-120"/>
              </a:rPr>
              <a:t>② Turn left. It's on your right.</a:t>
            </a:r>
            <a:endParaRPr lang="ko-KR" sz="2200" dirty="0"/>
          </a:p>
        </p:txBody>
      </p:sp>
      <p:sp>
        <p:nvSpPr>
          <p:cNvPr id="8" name="S11-text231"/>
          <p:cNvSpPr txBox="1"/>
          <p:nvPr/>
        </p:nvSpPr>
        <p:spPr>
          <a:xfrm>
            <a:off x="548640" y="3657600"/>
            <a:ext cx="5362956" cy="662940"/>
          </a:xfrm>
          <a:prstGeom prst="rect">
            <a:avLst/>
          </a:prstGeom>
          <a:noFill/>
          <a:ln/>
        </p:spPr>
        <p:txBody>
          <a:bodyPr wrap="square" lIns="0" tIns="0" rIns="0" bIns="0" rtlCol="0" anchor="ctr"/>
          <a:lstStyle/>
          <a:p>
            <a:pPr eaLnBrk="0" algn="l" indent="0" marL="0">
              <a:buNone/>
            </a:pPr>
            <a:r>
              <a:rPr lang="en-US" altLang="ko-KR" sz="2200" dirty="0">
                <a:solidFill>
                  <a:srgbClr val="1F2937"/>
                </a:solidFill>
                <a:latin typeface="맑은 고딕" pitchFamily="34" charset="0"/>
                <a:ea typeface="맑은 고딕" pitchFamily="34" charset="-122"/>
                <a:cs typeface="맑은 고딕" pitchFamily="34" charset="-120"/>
              </a:rPr>
              <a:t>③ Turn right. It's on your right.</a:t>
            </a:r>
            <a:endParaRPr lang="ko-KR" sz="2200" dirty="0"/>
          </a:p>
        </p:txBody>
      </p:sp>
      <p:sp>
        <p:nvSpPr>
          <p:cNvPr id="9" name="S11-text232"/>
          <p:cNvSpPr txBox="1"/>
          <p:nvPr/>
        </p:nvSpPr>
        <p:spPr>
          <a:xfrm>
            <a:off x="548640" y="4457700"/>
            <a:ext cx="5362956" cy="662940"/>
          </a:xfrm>
          <a:prstGeom prst="rect">
            <a:avLst/>
          </a:prstGeom>
          <a:noFill/>
          <a:ln/>
        </p:spPr>
        <p:txBody>
          <a:bodyPr wrap="square" lIns="0" tIns="0" rIns="0" bIns="0" rtlCol="0" anchor="ctr"/>
          <a:lstStyle/>
          <a:p>
            <a:pPr eaLnBrk="0" algn="l" indent="0" marL="0">
              <a:buNone/>
            </a:pPr>
            <a:r>
              <a:rPr lang="en-US" altLang="ko-KR" sz="2800" dirty="0">
                <a:solidFill>
                  <a:srgbClr val="1F2937"/>
                </a:solidFill>
                <a:latin typeface="맑은 고딕" pitchFamily="34" charset="0"/>
                <a:ea typeface="맑은 고딕" pitchFamily="34" charset="-122"/>
                <a:cs typeface="맑은 고딕" pitchFamily="34" charset="-120"/>
              </a:rPr>
              <a:t>④ Where is the park?</a:t>
            </a:r>
            <a:endParaRPr lang="ko-KR" sz="2800" dirty="0"/>
          </a:p>
        </p:txBody>
      </p:sp>
      <p:sp>
        <p:nvSpPr>
          <p:cNvPr id="10" name="S11-chip233"/>
          <p:cNvSpPr txBox="1"/>
          <p:nvPr/>
        </p:nvSpPr>
        <p:spPr>
          <a:xfrm>
            <a:off x="6277356" y="1325880"/>
            <a:ext cx="5362956" cy="548640"/>
          </a:xfrm>
          <a:prstGeom prst="roundRect">
            <a:avLst>
              <a:gd name="adj" fmla="val 26667"/>
            </a:avLst>
          </a:prstGeom>
          <a:solidFill>
            <a:srgbClr val="FBE6E7"/>
          </a:solidFill>
          <a:ln>
            <a:solidFill>
              <a:srgbClr val="FBE6E7"/>
            </a:solidFill>
          </a:ln>
        </p:spPr>
        <p:txBody>
          <a:bodyPr wrap="square" lIns="177800" tIns="0" rIns="177800" bIns="0" rtlCol="0" anchor="ctr"/>
          <a:lstStyle/>
          <a:p>
            <a:pPr eaLnBrk="0" algn="l" indent="0" marL="0">
              <a:buNone/>
            </a:pPr>
            <a:r>
              <a:rPr lang="ko-KR" altLang="en-US" sz="2200" b="1" dirty="0">
                <a:solidFill>
                  <a:srgbClr val="1F2937"/>
                </a:solidFill>
                <a:latin typeface="맑은 고딕" pitchFamily="34" charset="0"/>
                <a:ea typeface="맑은 고딕" pitchFamily="34" charset="-122"/>
                <a:cs typeface="맑은 고딕" pitchFamily="34" charset="-120"/>
              </a:rPr>
              <a:t>× 흔한 실수</a:t>
            </a:r>
            <a:endParaRPr lang="ko-KR" sz="2200" dirty="0"/>
          </a:p>
        </p:txBody>
      </p:sp>
      <p:sp>
        <p:nvSpPr>
          <p:cNvPr id="11" name="S11-text234"/>
          <p:cNvSpPr txBox="1"/>
          <p:nvPr/>
        </p:nvSpPr>
        <p:spPr>
          <a:xfrm>
            <a:off x="6277356" y="2057400"/>
            <a:ext cx="2681478" cy="1234440"/>
          </a:xfrm>
          <a:prstGeom prst="rect">
            <a:avLst/>
          </a:prstGeom>
          <a:noFill/>
          <a:ln/>
        </p:spPr>
        <p:txBody>
          <a:bodyPr wrap="square" lIns="0" tIns="0" rIns="0" bIns="0" rtlCol="0" anchor="ctr"/>
          <a:lstStyle/>
          <a:p>
            <a:pPr eaLnBrk="0" algn="l" indent="0" marL="0">
              <a:buNone/>
            </a:pPr>
            <a:r>
              <a:rPr lang="en-US" altLang="ko-KR" sz="2800" dirty="0">
                <a:solidFill>
                  <a:srgbClr val="1F2937"/>
                </a:solidFill>
                <a:latin typeface="맑은 고딕" pitchFamily="34" charset="0"/>
                <a:ea typeface="맑은 고딕" pitchFamily="34" charset="-122"/>
                <a:cs typeface="맑은 고딕" pitchFamily="34" charset="-120"/>
              </a:rPr>
              <a:t>② It's on your left.</a:t>
            </a:r>
            <a:endParaRPr lang="ko-KR" sz="2800" dirty="0"/>
          </a:p>
        </p:txBody>
      </p:sp>
      <p:sp>
        <p:nvSpPr>
          <p:cNvPr id="12" name="S11-text235"/>
          <p:cNvSpPr txBox="1"/>
          <p:nvPr/>
        </p:nvSpPr>
        <p:spPr>
          <a:xfrm>
            <a:off x="9095994" y="2057400"/>
            <a:ext cx="2544318" cy="1234440"/>
          </a:xfrm>
          <a:prstGeom prst="rect">
            <a:avLst/>
          </a:prstGeom>
          <a:noFill/>
          <a:ln/>
        </p:spPr>
        <p:txBody>
          <a:bodyPr wrap="square" lIns="0" tIns="0" rIns="0" bIns="0" rtlCol="0" anchor="ctr"/>
          <a:lstStyle/>
          <a:p>
            <a:pPr eaLnBrk="0" algn="l" indent="0" marL="0">
              <a:buNone/>
            </a:pPr>
            <a:r>
              <a:rPr lang="ko-KR" altLang="en-US" sz="2200" dirty="0">
                <a:solidFill>
                  <a:srgbClr val="1F2937"/>
                </a:solidFill>
                <a:latin typeface="맑은 고딕" pitchFamily="34" charset="0"/>
                <a:ea typeface="맑은 고딕" pitchFamily="34" charset="-122"/>
                <a:cs typeface="맑은 고딕" pitchFamily="34" charset="-120"/>
              </a:rPr>
              <a:t>돈 쪽과 같다고 함</a:t>
            </a:r>
            <a:endParaRPr lang="ko-KR" sz="2200" dirty="0"/>
          </a:p>
        </p:txBody>
      </p:sp>
      <p:sp>
        <p:nvSpPr>
          <p:cNvPr id="13" name="S11-text236"/>
          <p:cNvSpPr txBox="1"/>
          <p:nvPr/>
        </p:nvSpPr>
        <p:spPr>
          <a:xfrm>
            <a:off x="6277356" y="3429000"/>
            <a:ext cx="2681478" cy="1234440"/>
          </a:xfrm>
          <a:prstGeom prst="rect">
            <a:avLst/>
          </a:prstGeom>
          <a:noFill/>
          <a:ln/>
        </p:spPr>
        <p:txBody>
          <a:bodyPr wrap="square" lIns="0" tIns="0" rIns="0" bIns="0" rtlCol="0" anchor="ctr"/>
          <a:lstStyle/>
          <a:p>
            <a:pPr eaLnBrk="0" algn="l" indent="0" marL="0">
              <a:buNone/>
            </a:pPr>
            <a:r>
              <a:rPr lang="en-US" altLang="ko-KR" sz="2800" dirty="0">
                <a:solidFill>
                  <a:srgbClr val="1F2937"/>
                </a:solidFill>
                <a:latin typeface="맑은 고딕" pitchFamily="34" charset="0"/>
                <a:ea typeface="맑은 고딕" pitchFamily="34" charset="-122"/>
                <a:cs typeface="맑은 고딕" pitchFamily="34" charset="-120"/>
              </a:rPr>
              <a:t>① zoo</a:t>
            </a:r>
            <a:endParaRPr lang="ko-KR" sz="2800" dirty="0"/>
          </a:p>
        </p:txBody>
      </p:sp>
      <p:sp>
        <p:nvSpPr>
          <p:cNvPr id="14" name="S11-text237"/>
          <p:cNvSpPr txBox="1"/>
          <p:nvPr/>
        </p:nvSpPr>
        <p:spPr>
          <a:xfrm>
            <a:off x="9095994" y="3429000"/>
            <a:ext cx="2544318" cy="1234440"/>
          </a:xfrm>
          <a:prstGeom prst="rect">
            <a:avLst/>
          </a:prstGeom>
          <a:noFill/>
          <a:ln/>
        </p:spPr>
        <p:txBody>
          <a:bodyPr wrap="square" lIns="0" tIns="0" rIns="0" bIns="0" rtlCol="0" anchor="ctr"/>
          <a:lstStyle/>
          <a:p>
            <a:pPr eaLnBrk="0" algn="l" indent="0" marL="0">
              <a:buNone/>
            </a:pPr>
            <a:r>
              <a:rPr lang="ko-KR" altLang="en-US" sz="2200" dirty="0">
                <a:solidFill>
                  <a:srgbClr val="1F2937"/>
                </a:solidFill>
                <a:latin typeface="맑은 고딕" pitchFamily="34" charset="0"/>
                <a:ea typeface="맑은 고딕" pitchFamily="34" charset="-122"/>
                <a:cs typeface="맑은 고딕" pitchFamily="34" charset="-120"/>
              </a:rPr>
              <a:t>on your left를 놓침</a:t>
            </a:r>
            <a:endParaRPr lang="ko-KR" sz="2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친구의 길 안내 확인하기</a:t>
            </a:r>
            <a:endParaRPr lang="ko-KR" sz="4000" dirty="0"/>
          </a:p>
        </p:txBody>
      </p:sp>
      <p:sp>
        <p:nvSpPr>
          <p:cNvPr id="3" name="S12-text238"/>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친구의 길 안내가 지도와 맞나요? 틀리면 고쳐 말해요.</a:t>
            </a:r>
            <a:endParaRPr lang="ko-KR" sz="2800" dirty="0"/>
          </a:p>
        </p:txBody>
      </p:sp>
      <p:sp>
        <p:nvSpPr>
          <p:cNvPr id="4" name="S12-figure239" descr="아래쪽 가운데 출발점에서 위로 길이 나 있고, 위쪽에서 왼쪽·오른쪽으로 갈라지는 지도. 위로 가는 길의 왼쪽에 bank, 오른쪽에 bakery. 갈림길 위쪽에 왼쪽부터 library, park, hospital. 가로 길 아래쪽 왼쪽 끝에 school, 오른쪽 끝에 zoo."/>
          <p:cNvSpPr/>
          <p:nvPr/>
        </p:nvSpPr>
        <p:spPr>
          <a:xfrm>
            <a:off x="2933243" y="3845757"/>
            <a:ext cx="593750" cy="1558595"/>
          </a:xfrm>
          <a:custGeom>
            <a:avLst/>
            <a:gdLst/>
            <a:ahLst/>
            <a:cxnLst/>
            <a:rect l="l" t="t" r="r" b="b"/>
            <a:pathLst>
              <a:path w="593750" h="1558595">
                <a:moveTo>
                  <a:pt x="0" y="1558595"/>
                </a:moveTo>
                <a:lnTo>
                  <a:pt x="593750" y="1558595"/>
                </a:lnTo>
                <a:lnTo>
                  <a:pt x="593750" y="0"/>
                </a:lnTo>
                <a:lnTo>
                  <a:pt x="0" y="0"/>
                </a:lnTo>
                <a:close/>
              </a:path>
            </a:pathLst>
          </a:custGeom>
          <a:solidFill>
            <a:srgbClr val="E5E7EB"/>
          </a:solidFill>
          <a:ln w="9525">
            <a:solidFill>
              <a:srgbClr val="B8C2CC"/>
            </a:solidFill>
            <a:prstDash val="solid"/>
          </a:ln>
        </p:spPr>
      </p:sp>
      <p:sp>
        <p:nvSpPr>
          <p:cNvPr id="5" name="S12-mark240"/>
          <p:cNvSpPr/>
          <p:nvPr/>
        </p:nvSpPr>
        <p:spPr>
          <a:xfrm>
            <a:off x="632460" y="3252006"/>
            <a:ext cx="5195316" cy="593750"/>
          </a:xfrm>
          <a:custGeom>
            <a:avLst/>
            <a:gdLst/>
            <a:ahLst/>
            <a:cxnLst/>
            <a:rect l="l" t="t" r="r" b="b"/>
            <a:pathLst>
              <a:path w="5195316" h="593750">
                <a:moveTo>
                  <a:pt x="0" y="593750"/>
                </a:moveTo>
                <a:lnTo>
                  <a:pt x="5195316" y="593750"/>
                </a:lnTo>
                <a:lnTo>
                  <a:pt x="5195316" y="0"/>
                </a:lnTo>
                <a:lnTo>
                  <a:pt x="0" y="0"/>
                </a:lnTo>
                <a:close/>
              </a:path>
            </a:pathLst>
          </a:custGeom>
          <a:solidFill>
            <a:srgbClr val="E5E7EB"/>
          </a:solidFill>
          <a:ln w="9525">
            <a:solidFill>
              <a:srgbClr val="B8C2CC"/>
            </a:solidFill>
            <a:prstDash val="solid"/>
          </a:ln>
        </p:spPr>
      </p:sp>
      <p:sp>
        <p:nvSpPr>
          <p:cNvPr id="6" name="S12-mark241"/>
          <p:cNvSpPr/>
          <p:nvPr/>
        </p:nvSpPr>
        <p:spPr>
          <a:xfrm>
            <a:off x="1968398" y="4439507"/>
            <a:ext cx="890626" cy="667969"/>
          </a:xfrm>
          <a:custGeom>
            <a:avLst/>
            <a:gdLst/>
            <a:ahLst/>
            <a:cxnLst/>
            <a:rect l="l" t="t" r="r" b="b"/>
            <a:pathLst>
              <a:path w="890626" h="667969">
                <a:moveTo>
                  <a:pt x="0" y="667969"/>
                </a:moveTo>
                <a:lnTo>
                  <a:pt x="890626" y="667969"/>
                </a:lnTo>
                <a:lnTo>
                  <a:pt x="890626" y="0"/>
                </a:lnTo>
                <a:lnTo>
                  <a:pt x="0" y="0"/>
                </a:lnTo>
                <a:close/>
              </a:path>
            </a:pathLst>
          </a:custGeom>
          <a:solidFill>
            <a:srgbClr val="FDEBDD"/>
          </a:solidFill>
          <a:ln w="19050">
            <a:solidFill>
              <a:srgbClr val="1F2937"/>
            </a:solidFill>
            <a:prstDash val="solid"/>
          </a:ln>
        </p:spPr>
      </p:sp>
      <p:sp>
        <p:nvSpPr>
          <p:cNvPr id="7" name="S12-mark242"/>
          <p:cNvSpPr/>
          <p:nvPr/>
        </p:nvSpPr>
        <p:spPr>
          <a:xfrm>
            <a:off x="3601212" y="4439507"/>
            <a:ext cx="1039063" cy="667969"/>
          </a:xfrm>
          <a:custGeom>
            <a:avLst/>
            <a:gdLst/>
            <a:ahLst/>
            <a:cxnLst/>
            <a:rect l="l" t="t" r="r" b="b"/>
            <a:pathLst>
              <a:path w="1039063" h="667969">
                <a:moveTo>
                  <a:pt x="0" y="667969"/>
                </a:moveTo>
                <a:lnTo>
                  <a:pt x="1039063" y="667969"/>
                </a:lnTo>
                <a:lnTo>
                  <a:pt x="1039063" y="0"/>
                </a:lnTo>
                <a:lnTo>
                  <a:pt x="0" y="0"/>
                </a:lnTo>
                <a:close/>
              </a:path>
            </a:pathLst>
          </a:custGeom>
          <a:solidFill>
            <a:srgbClr val="FDEBDD"/>
          </a:solidFill>
          <a:ln w="19050">
            <a:solidFill>
              <a:srgbClr val="1F2937"/>
            </a:solidFill>
            <a:prstDash val="solid"/>
          </a:ln>
        </p:spPr>
      </p:sp>
      <p:sp>
        <p:nvSpPr>
          <p:cNvPr id="8" name="S12-mark243"/>
          <p:cNvSpPr/>
          <p:nvPr/>
        </p:nvSpPr>
        <p:spPr>
          <a:xfrm>
            <a:off x="632460" y="3901421"/>
            <a:ext cx="1224610" cy="408203"/>
          </a:xfrm>
          <a:custGeom>
            <a:avLst/>
            <a:gdLst/>
            <a:ahLst/>
            <a:cxnLst/>
            <a:rect l="l" t="t" r="r" b="b"/>
            <a:pathLst>
              <a:path w="1224610" h="408203">
                <a:moveTo>
                  <a:pt x="0" y="408203"/>
                </a:moveTo>
                <a:lnTo>
                  <a:pt x="1224610" y="408203"/>
                </a:lnTo>
                <a:lnTo>
                  <a:pt x="1224610" y="0"/>
                </a:lnTo>
                <a:lnTo>
                  <a:pt x="0" y="0"/>
                </a:lnTo>
                <a:close/>
              </a:path>
            </a:pathLst>
          </a:custGeom>
          <a:solidFill>
            <a:srgbClr val="FDEBDD"/>
          </a:solidFill>
          <a:ln w="19050">
            <a:solidFill>
              <a:srgbClr val="1F2937"/>
            </a:solidFill>
            <a:prstDash val="solid"/>
          </a:ln>
        </p:spPr>
      </p:sp>
      <p:sp>
        <p:nvSpPr>
          <p:cNvPr id="9" name="S12-mark244"/>
          <p:cNvSpPr/>
          <p:nvPr/>
        </p:nvSpPr>
        <p:spPr>
          <a:xfrm>
            <a:off x="4751603" y="3901421"/>
            <a:ext cx="1076173" cy="408203"/>
          </a:xfrm>
          <a:custGeom>
            <a:avLst/>
            <a:gdLst/>
            <a:ahLst/>
            <a:cxnLst/>
            <a:rect l="l" t="t" r="r" b="b"/>
            <a:pathLst>
              <a:path w="1076173" h="408203">
                <a:moveTo>
                  <a:pt x="0" y="408203"/>
                </a:moveTo>
                <a:lnTo>
                  <a:pt x="1076173" y="408203"/>
                </a:lnTo>
                <a:lnTo>
                  <a:pt x="1076173" y="0"/>
                </a:lnTo>
                <a:lnTo>
                  <a:pt x="0" y="0"/>
                </a:lnTo>
                <a:close/>
              </a:path>
            </a:pathLst>
          </a:custGeom>
          <a:solidFill>
            <a:srgbClr val="FDEBDD"/>
          </a:solidFill>
          <a:ln w="19050">
            <a:solidFill>
              <a:srgbClr val="1F2937"/>
            </a:solidFill>
            <a:prstDash val="solid"/>
          </a:ln>
        </p:spPr>
      </p:sp>
      <p:sp>
        <p:nvSpPr>
          <p:cNvPr id="10" name="S12-mark245"/>
          <p:cNvSpPr/>
          <p:nvPr/>
        </p:nvSpPr>
        <p:spPr>
          <a:xfrm>
            <a:off x="706679" y="2695365"/>
            <a:ext cx="1558595" cy="482422"/>
          </a:xfrm>
          <a:custGeom>
            <a:avLst/>
            <a:gdLst/>
            <a:ahLst/>
            <a:cxnLst/>
            <a:rect l="l" t="t" r="r" b="b"/>
            <a:pathLst>
              <a:path w="1558595" h="482422">
                <a:moveTo>
                  <a:pt x="0" y="482422"/>
                </a:moveTo>
                <a:lnTo>
                  <a:pt x="1558595" y="482422"/>
                </a:lnTo>
                <a:lnTo>
                  <a:pt x="1558595" y="0"/>
                </a:lnTo>
                <a:lnTo>
                  <a:pt x="0" y="0"/>
                </a:lnTo>
                <a:close/>
              </a:path>
            </a:pathLst>
          </a:custGeom>
          <a:solidFill>
            <a:srgbClr val="FDEBDD"/>
          </a:solidFill>
          <a:ln w="19050">
            <a:solidFill>
              <a:srgbClr val="1F2937"/>
            </a:solidFill>
            <a:prstDash val="solid"/>
          </a:ln>
        </p:spPr>
      </p:sp>
      <p:sp>
        <p:nvSpPr>
          <p:cNvPr id="11" name="S12-mark246"/>
          <p:cNvSpPr/>
          <p:nvPr/>
        </p:nvSpPr>
        <p:spPr>
          <a:xfrm>
            <a:off x="2413711" y="2695365"/>
            <a:ext cx="1632814" cy="482422"/>
          </a:xfrm>
          <a:custGeom>
            <a:avLst/>
            <a:gdLst/>
            <a:ahLst/>
            <a:cxnLst/>
            <a:rect l="l" t="t" r="r" b="b"/>
            <a:pathLst>
              <a:path w="1632814" h="482422">
                <a:moveTo>
                  <a:pt x="0" y="482422"/>
                </a:moveTo>
                <a:lnTo>
                  <a:pt x="1632814" y="482422"/>
                </a:lnTo>
                <a:lnTo>
                  <a:pt x="1632814" y="0"/>
                </a:lnTo>
                <a:lnTo>
                  <a:pt x="0" y="0"/>
                </a:lnTo>
                <a:close/>
              </a:path>
            </a:pathLst>
          </a:custGeom>
          <a:solidFill>
            <a:srgbClr val="2A9D8F"/>
          </a:solidFill>
          <a:ln w="19050">
            <a:solidFill>
              <a:srgbClr val="1F2937"/>
            </a:solidFill>
            <a:prstDash val="solid"/>
          </a:ln>
        </p:spPr>
      </p:sp>
      <p:sp>
        <p:nvSpPr>
          <p:cNvPr id="12" name="S12-mark247"/>
          <p:cNvSpPr/>
          <p:nvPr/>
        </p:nvSpPr>
        <p:spPr>
          <a:xfrm>
            <a:off x="4194962" y="2695365"/>
            <a:ext cx="1558595" cy="482422"/>
          </a:xfrm>
          <a:custGeom>
            <a:avLst/>
            <a:gdLst/>
            <a:ahLst/>
            <a:cxnLst/>
            <a:rect l="l" t="t" r="r" b="b"/>
            <a:pathLst>
              <a:path w="1558595" h="482422">
                <a:moveTo>
                  <a:pt x="0" y="482422"/>
                </a:moveTo>
                <a:lnTo>
                  <a:pt x="1558595" y="482422"/>
                </a:lnTo>
                <a:lnTo>
                  <a:pt x="1558595" y="0"/>
                </a:lnTo>
                <a:lnTo>
                  <a:pt x="0" y="0"/>
                </a:lnTo>
                <a:close/>
              </a:path>
            </a:pathLst>
          </a:custGeom>
          <a:solidFill>
            <a:srgbClr val="FDEBDD"/>
          </a:solidFill>
          <a:ln w="19050">
            <a:solidFill>
              <a:srgbClr val="1F2937"/>
            </a:solidFill>
            <a:prstDash val="solid"/>
          </a:ln>
        </p:spPr>
      </p:sp>
      <p:sp>
        <p:nvSpPr>
          <p:cNvPr id="13" name="S12-mark248"/>
          <p:cNvSpPr/>
          <p:nvPr/>
        </p:nvSpPr>
        <p:spPr>
          <a:xfrm>
            <a:off x="3126212" y="5300445"/>
            <a:ext cx="207813" cy="207813"/>
          </a:xfrm>
          <a:prstGeom prst="ellipse">
            <a:avLst/>
          </a:prstGeom>
          <a:solidFill>
            <a:srgbClr val="E9762B"/>
          </a:solidFill>
          <a:ln w="28575">
            <a:solidFill>
              <a:srgbClr val="1F2937"/>
            </a:solidFill>
            <a:prstDash val="solid"/>
          </a:ln>
        </p:spPr>
      </p:sp>
      <p:sp>
        <p:nvSpPr>
          <p:cNvPr id="14" name="S12-mark249"/>
          <p:cNvSpPr/>
          <p:nvPr/>
        </p:nvSpPr>
        <p:spPr>
          <a:xfrm flipV="1">
            <a:off x="3230118" y="4773492"/>
            <a:ext cx="0" cy="482422"/>
          </a:xfrm>
          <a:prstGeom prst="line">
            <a:avLst/>
          </a:prstGeom>
          <a:noFill/>
          <a:ln w="38100">
            <a:solidFill>
              <a:srgbClr val="E9762B"/>
            </a:solidFill>
            <a:prstDash val="solid"/>
            <a:tailEnd type="triangle"/>
          </a:ln>
        </p:spPr>
      </p:sp>
      <p:sp>
        <p:nvSpPr>
          <p:cNvPr id="15" name="S12-label251"/>
          <p:cNvSpPr txBox="1"/>
          <p:nvPr/>
        </p:nvSpPr>
        <p:spPr>
          <a:xfrm>
            <a:off x="2045919" y="4598867"/>
            <a:ext cx="735584" cy="349250"/>
          </a:xfrm>
          <a:prstGeom prst="rect">
            <a:avLst/>
          </a:prstGeom>
          <a:noFill/>
          <a:ln/>
        </p:spPr>
        <p:txBody>
          <a:bodyPr wrap="square" lIns="0" tIns="0" rIns="0" bIns="0" rtlCol="0" anchor="ctr"/>
          <a:lstStyle/>
          <a:p>
            <a:pPr eaLnBrk="0" algn="ctr" indent="0" marL="0">
              <a:buNone/>
            </a:pPr>
            <a:r>
              <a:rPr lang="en-US" altLang="ko-KR" sz="2200" b="1" dirty="0">
                <a:solidFill>
                  <a:srgbClr val="1F2937"/>
                </a:solidFill>
                <a:latin typeface="맑은 고딕" pitchFamily="34" charset="0"/>
                <a:ea typeface="맑은 고딕" pitchFamily="34" charset="-122"/>
                <a:cs typeface="맑은 고딕" pitchFamily="34" charset="-120"/>
              </a:rPr>
              <a:t>bank</a:t>
            </a:r>
            <a:endParaRPr lang="ko-KR" sz="2200" dirty="0"/>
          </a:p>
        </p:txBody>
      </p:sp>
      <p:sp>
        <p:nvSpPr>
          <p:cNvPr id="16" name="S12-label253"/>
          <p:cNvSpPr txBox="1"/>
          <p:nvPr/>
        </p:nvSpPr>
        <p:spPr>
          <a:xfrm>
            <a:off x="3596488" y="4598867"/>
            <a:ext cx="1048512" cy="349250"/>
          </a:xfrm>
          <a:prstGeom prst="rect">
            <a:avLst/>
          </a:prstGeom>
          <a:noFill/>
          <a:ln/>
        </p:spPr>
        <p:txBody>
          <a:bodyPr wrap="square" lIns="0" tIns="0" rIns="0" bIns="0" rtlCol="0" anchor="ctr"/>
          <a:lstStyle/>
          <a:p>
            <a:pPr eaLnBrk="0" algn="ctr" indent="0" marL="0">
              <a:buNone/>
            </a:pPr>
            <a:r>
              <a:rPr lang="en-US" altLang="ko-KR" sz="2200" b="1" dirty="0">
                <a:solidFill>
                  <a:srgbClr val="1F2937"/>
                </a:solidFill>
                <a:latin typeface="맑은 고딕" pitchFamily="34" charset="0"/>
                <a:ea typeface="맑은 고딕" pitchFamily="34" charset="-122"/>
                <a:cs typeface="맑은 고딕" pitchFamily="34" charset="-120"/>
              </a:rPr>
              <a:t>bakery</a:t>
            </a:r>
            <a:endParaRPr lang="ko-KR" sz="2200" dirty="0"/>
          </a:p>
        </p:txBody>
      </p:sp>
      <p:sp>
        <p:nvSpPr>
          <p:cNvPr id="17" name="S12-label255"/>
          <p:cNvSpPr txBox="1"/>
          <p:nvPr/>
        </p:nvSpPr>
        <p:spPr>
          <a:xfrm>
            <a:off x="720509" y="3930898"/>
            <a:ext cx="1048512" cy="349250"/>
          </a:xfrm>
          <a:prstGeom prst="rect">
            <a:avLst/>
          </a:prstGeom>
          <a:noFill/>
          <a:ln/>
        </p:spPr>
        <p:txBody>
          <a:bodyPr wrap="square" lIns="0" tIns="0" rIns="0" bIns="0" rtlCol="0" anchor="ctr"/>
          <a:lstStyle/>
          <a:p>
            <a:pPr eaLnBrk="0" algn="ctr" indent="0" marL="0">
              <a:buNone/>
            </a:pPr>
            <a:r>
              <a:rPr lang="en-US" altLang="ko-KR" sz="2200" b="1" dirty="0">
                <a:solidFill>
                  <a:srgbClr val="1F2937"/>
                </a:solidFill>
                <a:latin typeface="맑은 고딕" pitchFamily="34" charset="0"/>
                <a:ea typeface="맑은 고딕" pitchFamily="34" charset="-122"/>
                <a:cs typeface="맑은 고딕" pitchFamily="34" charset="-120"/>
              </a:rPr>
              <a:t>school</a:t>
            </a:r>
            <a:endParaRPr lang="ko-KR" sz="2200" dirty="0"/>
          </a:p>
        </p:txBody>
      </p:sp>
      <p:sp>
        <p:nvSpPr>
          <p:cNvPr id="18" name="S12-label257"/>
          <p:cNvSpPr txBox="1"/>
          <p:nvPr/>
        </p:nvSpPr>
        <p:spPr>
          <a:xfrm>
            <a:off x="5000130" y="3930898"/>
            <a:ext cx="579120" cy="349250"/>
          </a:xfrm>
          <a:prstGeom prst="rect">
            <a:avLst/>
          </a:prstGeom>
          <a:noFill/>
          <a:ln/>
        </p:spPr>
        <p:txBody>
          <a:bodyPr wrap="square" lIns="0" tIns="0" rIns="0" bIns="0" rtlCol="0" anchor="ctr"/>
          <a:lstStyle/>
          <a:p>
            <a:pPr eaLnBrk="0" algn="ctr" indent="0" marL="0">
              <a:buNone/>
            </a:pPr>
            <a:r>
              <a:rPr lang="en-US" altLang="ko-KR" sz="2200" b="1" dirty="0">
                <a:solidFill>
                  <a:srgbClr val="1F2937"/>
                </a:solidFill>
                <a:latin typeface="맑은 고딕" pitchFamily="34" charset="0"/>
                <a:ea typeface="맑은 고딕" pitchFamily="34" charset="-122"/>
                <a:cs typeface="맑은 고딕" pitchFamily="34" charset="-120"/>
              </a:rPr>
              <a:t>zoo</a:t>
            </a:r>
            <a:endParaRPr lang="ko-KR" sz="2200" dirty="0"/>
          </a:p>
        </p:txBody>
      </p:sp>
      <p:sp>
        <p:nvSpPr>
          <p:cNvPr id="19" name="S12-label259"/>
          <p:cNvSpPr txBox="1"/>
          <p:nvPr/>
        </p:nvSpPr>
        <p:spPr>
          <a:xfrm>
            <a:off x="883488" y="2761952"/>
            <a:ext cx="1204976" cy="349250"/>
          </a:xfrm>
          <a:prstGeom prst="rect">
            <a:avLst/>
          </a:prstGeom>
          <a:noFill/>
          <a:ln/>
        </p:spPr>
        <p:txBody>
          <a:bodyPr wrap="square" lIns="0" tIns="0" rIns="0" bIns="0" rtlCol="0" anchor="ctr"/>
          <a:lstStyle/>
          <a:p>
            <a:pPr eaLnBrk="0" algn="ctr" indent="0" marL="0">
              <a:buNone/>
            </a:pPr>
            <a:r>
              <a:rPr lang="en-US" altLang="ko-KR" sz="2200" b="1" dirty="0">
                <a:solidFill>
                  <a:srgbClr val="1F2937"/>
                </a:solidFill>
                <a:latin typeface="맑은 고딕" pitchFamily="34" charset="0"/>
                <a:ea typeface="맑은 고딕" pitchFamily="34" charset="-122"/>
                <a:cs typeface="맑은 고딕" pitchFamily="34" charset="-120"/>
              </a:rPr>
              <a:t>library</a:t>
            </a:r>
            <a:endParaRPr lang="ko-KR" sz="2200" dirty="0"/>
          </a:p>
        </p:txBody>
      </p:sp>
      <p:sp>
        <p:nvSpPr>
          <p:cNvPr id="20" name="S12-label261"/>
          <p:cNvSpPr txBox="1"/>
          <p:nvPr/>
        </p:nvSpPr>
        <p:spPr>
          <a:xfrm>
            <a:off x="2862326" y="2761952"/>
            <a:ext cx="735584" cy="349250"/>
          </a:xfrm>
          <a:prstGeom prst="rect">
            <a:avLst/>
          </a:prstGeom>
          <a:noFill/>
          <a:ln/>
        </p:spPr>
        <p:txBody>
          <a:bodyPr wrap="square" lIns="0" tIns="0" rIns="0" bIns="0" rtlCol="0" anchor="ctr"/>
          <a:lstStyle/>
          <a:p>
            <a:pPr eaLnBrk="0" algn="ctr" indent="0" marL="0">
              <a:buNone/>
            </a:pPr>
            <a:r>
              <a:rPr lang="en-US" altLang="ko-KR" sz="2200" b="1" dirty="0">
                <a:solidFill>
                  <a:srgbClr val="1F2937"/>
                </a:solidFill>
                <a:latin typeface="맑은 고딕" pitchFamily="34" charset="0"/>
                <a:ea typeface="맑은 고딕" pitchFamily="34" charset="-122"/>
                <a:cs typeface="맑은 고딕" pitchFamily="34" charset="-120"/>
              </a:rPr>
              <a:t>park</a:t>
            </a:r>
            <a:endParaRPr lang="ko-KR" sz="2200" dirty="0"/>
          </a:p>
        </p:txBody>
      </p:sp>
      <p:sp>
        <p:nvSpPr>
          <p:cNvPr id="21" name="S12-label263"/>
          <p:cNvSpPr txBox="1"/>
          <p:nvPr/>
        </p:nvSpPr>
        <p:spPr>
          <a:xfrm>
            <a:off x="4293540" y="2761952"/>
            <a:ext cx="1361440" cy="349250"/>
          </a:xfrm>
          <a:prstGeom prst="rect">
            <a:avLst/>
          </a:prstGeom>
          <a:noFill/>
          <a:ln/>
        </p:spPr>
        <p:txBody>
          <a:bodyPr wrap="square" lIns="0" tIns="0" rIns="0" bIns="0" rtlCol="0" anchor="ctr"/>
          <a:lstStyle/>
          <a:p>
            <a:pPr eaLnBrk="0" algn="ctr" indent="0" marL="0">
              <a:buNone/>
            </a:pPr>
            <a:r>
              <a:rPr lang="en-US" altLang="ko-KR" sz="2200" b="1" dirty="0">
                <a:solidFill>
                  <a:srgbClr val="1F2937"/>
                </a:solidFill>
                <a:latin typeface="맑은 고딕" pitchFamily="34" charset="0"/>
                <a:ea typeface="맑은 고딕" pitchFamily="34" charset="-122"/>
                <a:cs typeface="맑은 고딕" pitchFamily="34" charset="-120"/>
              </a:rPr>
              <a:t>hospital</a:t>
            </a:r>
            <a:endParaRPr lang="ko-KR" sz="2200" dirty="0"/>
          </a:p>
        </p:txBody>
      </p:sp>
      <p:sp>
        <p:nvSpPr>
          <p:cNvPr id="22" name="S12-label265"/>
          <p:cNvSpPr txBox="1"/>
          <p:nvPr/>
        </p:nvSpPr>
        <p:spPr>
          <a:xfrm>
            <a:off x="2252028" y="5174063"/>
            <a:ext cx="657352" cy="349250"/>
          </a:xfrm>
          <a:prstGeom prst="rect">
            <a:avLst/>
          </a:prstGeom>
          <a:noFill/>
          <a:ln/>
        </p:spPr>
        <p:txBody>
          <a:bodyPr wrap="square" lIns="0" tIns="0" rIns="0" bIns="0" rtlCol="0" anchor="ctr"/>
          <a:lstStyle/>
          <a:p>
            <a:pPr eaLnBrk="0" algn="ctr" indent="0" marL="0">
              <a:buNone/>
            </a:pPr>
            <a:r>
              <a:rPr lang="ko-KR" altLang="en-US" sz="2200" b="1" dirty="0">
                <a:solidFill>
                  <a:srgbClr val="1F2937"/>
                </a:solidFill>
                <a:latin typeface="맑은 고딕" pitchFamily="34" charset="0"/>
                <a:ea typeface="맑은 고딕" pitchFamily="34" charset="-122"/>
                <a:cs typeface="맑은 고딕" pitchFamily="34" charset="-120"/>
              </a:rPr>
              <a:t>출발</a:t>
            </a:r>
            <a:endParaRPr lang="ko-KR" sz="2200" dirty="0"/>
          </a:p>
        </p:txBody>
      </p:sp>
      <p:sp>
        <p:nvSpPr>
          <p:cNvPr id="23" name="S12-card266"/>
          <p:cNvSpPr/>
          <p:nvPr/>
        </p:nvSpPr>
        <p:spPr>
          <a:xfrm>
            <a:off x="6277356" y="2138680"/>
            <a:ext cx="5362956" cy="1861820"/>
          </a:xfrm>
          <a:prstGeom prst="roundRect">
            <a:avLst>
              <a:gd name="adj" fmla="val 5894"/>
            </a:avLst>
          </a:prstGeom>
          <a:solidFill>
            <a:srgbClr val="EAF3F1"/>
          </a:solidFill>
          <a:ln w="12700">
            <a:solidFill>
              <a:srgbClr val="EAF3F1"/>
            </a:solidFill>
            <a:prstDash val="solid"/>
          </a:ln>
        </p:spPr>
      </p:sp>
      <p:sp>
        <p:nvSpPr>
          <p:cNvPr id="24" name="S12-cardtext267"/>
          <p:cNvSpPr txBox="1"/>
          <p:nvPr/>
        </p:nvSpPr>
        <p:spPr>
          <a:xfrm>
            <a:off x="6551676" y="2275840"/>
            <a:ext cx="4814316" cy="1587500"/>
          </a:xfrm>
          <a:prstGeom prst="rect">
            <a:avLst/>
          </a:prstGeom>
          <a:noFill/>
          <a:ln/>
        </p:spPr>
        <p:txBody>
          <a:bodyPr wrap="square" lIns="0" tIns="0" rIns="0" bIns="0" rtlCol="0" anchor="ctr"/>
          <a:lstStyle/>
          <a:p>
            <a:pPr eaLnBrk="0" indent="0" marL="0">
              <a:spcAft>
                <a:spcPts val="600"/>
              </a:spcAft>
              <a:buNone/>
            </a:pPr>
            <a:r>
              <a:rPr lang="ko-KR" altLang="en-US" sz="2800" b="1" dirty="0">
                <a:solidFill>
                  <a:srgbClr val="1F2937"/>
                </a:solidFill>
                <a:latin typeface="맑은 고딕" pitchFamily="34" charset="0"/>
                <a:ea typeface="맑은 고딕" pitchFamily="34" charset="-122"/>
                <a:cs typeface="맑은 고딕" pitchFamily="34" charset="-120"/>
              </a:rPr>
              <a:t>①</a:t>
            </a:r>
            <a:endParaRPr lang="ko-KR" sz="2800" dirty="0"/>
          </a:p>
          <a:p>
            <a:pPr eaLnBrk="0" indent="0" marL="0">
              <a:spcAft>
                <a:spcPts val="600"/>
              </a:spcAft>
              <a:buNone/>
            </a:pPr>
            <a:r>
              <a:rPr lang="en-US" altLang="ko-KR" sz="2200" dirty="0">
                <a:solidFill>
                  <a:srgbClr val="1F2937"/>
                </a:solidFill>
                <a:latin typeface="맑은 고딕" pitchFamily="34" charset="0"/>
                <a:ea typeface="맑은 고딕" pitchFamily="34" charset="-122"/>
                <a:cs typeface="맑은 고딕" pitchFamily="34" charset="-120"/>
              </a:rPr>
              <a:t>A: Where is the school?</a:t>
            </a:r>
            <a:endParaRPr lang="ko-KR" sz="2800" dirty="0"/>
          </a:p>
          <a:p>
            <a:pPr eaLnBrk="0" indent="0" marL="0">
              <a:spcAft>
                <a:spcPts val="600"/>
              </a:spcAft>
              <a:buNone/>
            </a:pPr>
            <a:r>
              <a:rPr lang="en-US" altLang="ko-KR" sz="2200" dirty="0">
                <a:solidFill>
                  <a:srgbClr val="1F2937"/>
                </a:solidFill>
                <a:latin typeface="맑은 고딕" pitchFamily="34" charset="0"/>
                <a:ea typeface="맑은 고딕" pitchFamily="34" charset="-122"/>
                <a:cs typeface="맑은 고딕" pitchFamily="34" charset="-120"/>
              </a:rPr>
              <a:t>B: Go straight. Turn left.</a:t>
            </a:r>
            <a:endParaRPr lang="ko-KR" sz="2800" dirty="0"/>
          </a:p>
          <a:p>
            <a:pPr eaLnBrk="0" indent="0" marL="0">
              <a:spcAft>
                <a:spcPts val="600"/>
              </a:spcAft>
              <a:buNone/>
            </a:pPr>
            <a:r>
              <a:rPr lang="en-US" altLang="ko-KR" sz="2200" dirty="0">
                <a:solidFill>
                  <a:srgbClr val="1F2937"/>
                </a:solidFill>
                <a:latin typeface="맑은 고딕" pitchFamily="34" charset="0"/>
                <a:ea typeface="맑은 고딕" pitchFamily="34" charset="-122"/>
                <a:cs typeface="맑은 고딕" pitchFamily="34" charset="-120"/>
              </a:rPr>
              <a:t>It's on your right.</a:t>
            </a:r>
            <a:endParaRPr lang="ko-KR" sz="2800" dirty="0"/>
          </a:p>
        </p:txBody>
      </p:sp>
      <p:sp>
        <p:nvSpPr>
          <p:cNvPr id="25" name="S12-card268"/>
          <p:cNvSpPr/>
          <p:nvPr/>
        </p:nvSpPr>
        <p:spPr>
          <a:xfrm>
            <a:off x="6277356" y="4229100"/>
            <a:ext cx="5362956" cy="1861820"/>
          </a:xfrm>
          <a:prstGeom prst="roundRect">
            <a:avLst>
              <a:gd name="adj" fmla="val 5894"/>
            </a:avLst>
          </a:prstGeom>
          <a:solidFill>
            <a:srgbClr val="EAF3F1"/>
          </a:solidFill>
          <a:ln w="12700">
            <a:solidFill>
              <a:srgbClr val="EAF3F1"/>
            </a:solidFill>
            <a:prstDash val="solid"/>
          </a:ln>
        </p:spPr>
      </p:sp>
      <p:sp>
        <p:nvSpPr>
          <p:cNvPr id="26" name="S12-cardtext269"/>
          <p:cNvSpPr txBox="1"/>
          <p:nvPr/>
        </p:nvSpPr>
        <p:spPr>
          <a:xfrm>
            <a:off x="6551676" y="4366260"/>
            <a:ext cx="4814316" cy="1587500"/>
          </a:xfrm>
          <a:prstGeom prst="rect">
            <a:avLst/>
          </a:prstGeom>
          <a:noFill/>
          <a:ln/>
        </p:spPr>
        <p:txBody>
          <a:bodyPr wrap="square" lIns="0" tIns="0" rIns="0" bIns="0" rtlCol="0" anchor="ctr"/>
          <a:lstStyle/>
          <a:p>
            <a:pPr eaLnBrk="0" indent="0" marL="0">
              <a:spcAft>
                <a:spcPts val="600"/>
              </a:spcAft>
              <a:buNone/>
            </a:pPr>
            <a:r>
              <a:rPr lang="ko-KR" altLang="en-US" sz="2800" b="1" dirty="0">
                <a:solidFill>
                  <a:srgbClr val="1F2937"/>
                </a:solidFill>
                <a:latin typeface="맑은 고딕" pitchFamily="34" charset="0"/>
                <a:ea typeface="맑은 고딕" pitchFamily="34" charset="-122"/>
                <a:cs typeface="맑은 고딕" pitchFamily="34" charset="-120"/>
              </a:rPr>
              <a:t>②</a:t>
            </a:r>
            <a:endParaRPr lang="ko-KR" sz="2800" dirty="0"/>
          </a:p>
          <a:p>
            <a:pPr eaLnBrk="0" indent="0" marL="0">
              <a:spcAft>
                <a:spcPts val="600"/>
              </a:spcAft>
              <a:buNone/>
            </a:pPr>
            <a:r>
              <a:rPr lang="en-US" altLang="ko-KR" sz="2200" dirty="0">
                <a:solidFill>
                  <a:srgbClr val="1F2937"/>
                </a:solidFill>
                <a:latin typeface="맑은 고딕" pitchFamily="34" charset="0"/>
                <a:ea typeface="맑은 고딕" pitchFamily="34" charset="-122"/>
                <a:cs typeface="맑은 고딕" pitchFamily="34" charset="-120"/>
              </a:rPr>
              <a:t>A: Where is the bakery?</a:t>
            </a:r>
            <a:endParaRPr lang="ko-KR" sz="2800" dirty="0"/>
          </a:p>
          <a:p>
            <a:pPr eaLnBrk="0" indent="0" marL="0">
              <a:spcAft>
                <a:spcPts val="600"/>
              </a:spcAft>
              <a:buNone/>
            </a:pPr>
            <a:r>
              <a:rPr lang="en-US" altLang="ko-KR" sz="2200" dirty="0">
                <a:solidFill>
                  <a:srgbClr val="1F2937"/>
                </a:solidFill>
                <a:latin typeface="맑은 고딕" pitchFamily="34" charset="0"/>
                <a:ea typeface="맑은 고딕" pitchFamily="34" charset="-122"/>
                <a:cs typeface="맑은 고딕" pitchFamily="34" charset="-120"/>
              </a:rPr>
              <a:t>B: Go straight.</a:t>
            </a:r>
            <a:endParaRPr lang="ko-KR" sz="2800" dirty="0"/>
          </a:p>
          <a:p>
            <a:pPr eaLnBrk="0" indent="0" marL="0">
              <a:spcAft>
                <a:spcPts val="600"/>
              </a:spcAft>
              <a:buNone/>
            </a:pPr>
            <a:r>
              <a:rPr lang="en-US" altLang="ko-KR" sz="2200" dirty="0">
                <a:solidFill>
                  <a:srgbClr val="1F2937"/>
                </a:solidFill>
                <a:latin typeface="맑은 고딕" pitchFamily="34" charset="0"/>
                <a:ea typeface="맑은 고딕" pitchFamily="34" charset="-122"/>
                <a:cs typeface="맑은 고딕" pitchFamily="34" charset="-120"/>
              </a:rPr>
              <a:t>It's on your right.</a:t>
            </a:r>
            <a:endParaRPr lang="ko-KR" sz="28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FFFFFF"/>
                </a:solidFill>
                <a:latin typeface="맑은 고딕" pitchFamily="34" charset="0"/>
                <a:ea typeface="맑은 고딕" pitchFamily="34" charset="-122"/>
                <a:cs typeface="맑은 고딕" pitchFamily="34" charset="-120"/>
              </a:rPr>
              <a:t>오늘 배운 것</a:t>
            </a:r>
            <a:endParaRPr lang="ko-KR" sz="4000" dirty="0"/>
          </a:p>
        </p:txBody>
      </p:sp>
      <p:sp>
        <p:nvSpPr>
          <p:cNvPr id="3" name="S13-card270"/>
          <p:cNvSpPr/>
          <p:nvPr/>
        </p:nvSpPr>
        <p:spPr>
          <a:xfrm>
            <a:off x="548640" y="1325880"/>
            <a:ext cx="11091672" cy="1630680"/>
          </a:xfrm>
          <a:prstGeom prst="roundRect">
            <a:avLst>
              <a:gd name="adj" fmla="val 6729"/>
            </a:avLst>
          </a:prstGeom>
          <a:solidFill>
            <a:srgbClr val="32606F"/>
          </a:solidFill>
          <a:ln w="12700">
            <a:solidFill>
              <a:srgbClr val="32606F"/>
            </a:solidFill>
            <a:prstDash val="solid"/>
          </a:ln>
        </p:spPr>
      </p:sp>
      <p:sp>
        <p:nvSpPr>
          <p:cNvPr id="4" name="S13-cardtext271"/>
          <p:cNvSpPr txBox="1"/>
          <p:nvPr/>
        </p:nvSpPr>
        <p:spPr>
          <a:xfrm>
            <a:off x="822960" y="1463040"/>
            <a:ext cx="10543032" cy="1356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FFFFFF"/>
                </a:solidFill>
                <a:latin typeface="맑은 고딕" pitchFamily="34" charset="0"/>
                <a:ea typeface="맑은 고딕" pitchFamily="34" charset="-122"/>
                <a:cs typeface="맑은 고딕" pitchFamily="34" charset="-120"/>
              </a:rPr>
              <a:t>길을 물을 때: Where is the ~?</a:t>
            </a:r>
            <a:endParaRPr lang="ko-KR" sz="2800" dirty="0"/>
          </a:p>
          <a:p>
            <a:pPr eaLnBrk="0" indent="0" marL="0">
              <a:spcAft>
                <a:spcPts val="600"/>
              </a:spcAft>
              <a:buNone/>
            </a:pPr>
            <a:r>
              <a:rPr lang="ko-KR" altLang="en-US" sz="2800" dirty="0">
                <a:solidFill>
                  <a:srgbClr val="FFFFFF"/>
                </a:solidFill>
                <a:latin typeface="맑은 고딕" pitchFamily="34" charset="0"/>
                <a:ea typeface="맑은 고딕" pitchFamily="34" charset="-122"/>
                <a:cs typeface="맑은 고딕" pitchFamily="34" charset="-120"/>
              </a:rPr>
              <a:t>안내할 때: Go straight. Turn left/right.</a:t>
            </a:r>
            <a:endParaRPr lang="ko-KR" sz="2800" dirty="0"/>
          </a:p>
          <a:p>
            <a:pPr eaLnBrk="0" indent="0" marL="0">
              <a:spcAft>
                <a:spcPts val="600"/>
              </a:spcAft>
              <a:buNone/>
            </a:pPr>
            <a:r>
              <a:rPr lang="en-US" altLang="ko-KR" sz="2800" dirty="0">
                <a:solidFill>
                  <a:srgbClr val="FFFFFF"/>
                </a:solidFill>
                <a:latin typeface="맑은 고딕" pitchFamily="34" charset="0"/>
                <a:ea typeface="맑은 고딕" pitchFamily="34" charset="-122"/>
                <a:cs typeface="맑은 고딕" pitchFamily="34" charset="-120"/>
              </a:rPr>
              <a:t>It's on your left/right.</a:t>
            </a:r>
            <a:endParaRPr lang="ko-KR" sz="2800" dirty="0"/>
          </a:p>
        </p:txBody>
      </p:sp>
      <p:sp>
        <p:nvSpPr>
          <p:cNvPr id="5" name="S13-chip272"/>
          <p:cNvSpPr txBox="1"/>
          <p:nvPr/>
        </p:nvSpPr>
        <p:spPr>
          <a:xfrm>
            <a:off x="548640" y="3185160"/>
            <a:ext cx="5431536" cy="594360"/>
          </a:xfrm>
          <a:prstGeom prst="roundRect">
            <a:avLst>
              <a:gd name="adj" fmla="val 24615"/>
            </a:avLst>
          </a:prstGeom>
          <a:solidFill>
            <a:srgbClr val="2A9D8F"/>
          </a:solidFill>
          <a:ln>
            <a:solidFill>
              <a:srgbClr val="2A9D8F"/>
            </a:solidFill>
          </a:ln>
        </p:spPr>
        <p:txBody>
          <a:bodyPr wrap="square" lIns="177800" tIns="0" rIns="177800" bIns="0" rtlCol="0" anchor="ctr"/>
          <a:lstStyle/>
          <a:p>
            <a:pPr eaLnBrk="0" algn="l" indent="0" marL="0">
              <a:buNone/>
            </a:pPr>
            <a:r>
              <a:rPr lang="ko-KR" altLang="en-US" sz="2000" b="1" dirty="0">
                <a:solidFill>
                  <a:srgbClr val="FFFFFF"/>
                </a:solidFill>
                <a:latin typeface="맑은 고딕" pitchFamily="34" charset="0"/>
                <a:ea typeface="맑은 고딕" pitchFamily="34" charset="-122"/>
                <a:cs typeface="맑은 고딕" pitchFamily="34" charset="-120"/>
              </a:rPr>
              <a:t>○ 걷는 사람 쪽에서 왼쪽·오른쪽 정하기</a:t>
            </a:r>
            <a:endParaRPr lang="ko-KR" sz="2000" dirty="0"/>
          </a:p>
        </p:txBody>
      </p:sp>
      <p:sp>
        <p:nvSpPr>
          <p:cNvPr id="6" name="S13-chip273"/>
          <p:cNvSpPr txBox="1"/>
          <p:nvPr/>
        </p:nvSpPr>
        <p:spPr>
          <a:xfrm>
            <a:off x="6208776" y="3185160"/>
            <a:ext cx="5431536" cy="594360"/>
          </a:xfrm>
          <a:prstGeom prst="roundRect">
            <a:avLst>
              <a:gd name="adj" fmla="val 24615"/>
            </a:avLst>
          </a:prstGeom>
          <a:solidFill>
            <a:srgbClr val="C8434E"/>
          </a:solidFill>
          <a:ln>
            <a:solidFill>
              <a:srgbClr val="C8434E"/>
            </a:solidFill>
          </a:ln>
        </p:spPr>
        <p:txBody>
          <a:bodyPr wrap="square" lIns="177800" tIns="0" rIns="177800" bIns="0" rtlCol="0" anchor="ctr"/>
          <a:lstStyle/>
          <a:p>
            <a:pPr eaLnBrk="0" algn="l" indent="0" marL="0">
              <a:buNone/>
            </a:pPr>
            <a:r>
              <a:rPr lang="ko-KR" altLang="en-US" sz="2200" b="1" dirty="0">
                <a:solidFill>
                  <a:srgbClr val="FFFFFF"/>
                </a:solidFill>
                <a:latin typeface="맑은 고딕" pitchFamily="34" charset="0"/>
                <a:ea typeface="맑은 고딕" pitchFamily="34" charset="-122"/>
                <a:cs typeface="맑은 고딕" pitchFamily="34" charset="-120"/>
              </a:rPr>
              <a:t>× 화면의 왼쪽·오른쪽으로 말하기</a:t>
            </a:r>
            <a:endParaRPr lang="ko-KR" sz="2200" dirty="0"/>
          </a:p>
        </p:txBody>
      </p:sp>
      <p:sp>
        <p:nvSpPr>
          <p:cNvPr id="7" name="S13-text274"/>
          <p:cNvSpPr txBox="1"/>
          <p:nvPr/>
        </p:nvSpPr>
        <p:spPr>
          <a:xfrm>
            <a:off x="548640" y="4008120"/>
            <a:ext cx="11091672" cy="457200"/>
          </a:xfrm>
          <a:prstGeom prst="rect">
            <a:avLst/>
          </a:prstGeom>
          <a:noFill/>
          <a:ln/>
        </p:spPr>
        <p:txBody>
          <a:bodyPr wrap="square" lIns="0" tIns="0" rIns="0" bIns="0" rtlCol="0" anchor="t"/>
          <a:lstStyle/>
          <a:p>
            <a:pPr eaLnBrk="0" algn="l" indent="0" marL="0">
              <a:buNone/>
            </a:pPr>
            <a:r>
              <a:rPr lang="ko-KR" altLang="en-US" sz="2200" b="1" dirty="0">
                <a:solidFill>
                  <a:srgbClr val="FFFFFF"/>
                </a:solidFill>
                <a:latin typeface="맑은 고딕" pitchFamily="34" charset="0"/>
                <a:ea typeface="맑은 고딕" pitchFamily="34" charset="-122"/>
                <a:cs typeface="맑은 고딕" pitchFamily="34" charset="-120"/>
              </a:rPr>
              <a:t>다음 수업을 시작할 때 다시 풀어요</a:t>
            </a:r>
            <a:endParaRPr lang="ko-KR" sz="2200" dirty="0"/>
          </a:p>
        </p:txBody>
      </p:sp>
      <p:sp>
        <p:nvSpPr>
          <p:cNvPr id="8" name="S13-text275"/>
          <p:cNvSpPr txBox="1"/>
          <p:nvPr/>
        </p:nvSpPr>
        <p:spPr>
          <a:xfrm>
            <a:off x="548640" y="4511040"/>
            <a:ext cx="3544824" cy="1066800"/>
          </a:xfrm>
          <a:prstGeom prst="rect">
            <a:avLst/>
          </a:prstGeom>
          <a:noFill/>
          <a:ln/>
        </p:spPr>
        <p:txBody>
          <a:bodyPr wrap="square" lIns="0" tIns="0" rIns="0" bIns="0" rtlCol="0" anchor="ctr"/>
          <a:lstStyle/>
          <a:p>
            <a:pPr eaLnBrk="0" algn="l" indent="0" marL="0">
              <a:buNone/>
            </a:pPr>
            <a:r>
              <a:rPr lang="ko-KR" altLang="en-US" sz="2200" dirty="0">
                <a:solidFill>
                  <a:srgbClr val="FFFFFF"/>
                </a:solidFill>
                <a:latin typeface="맑은 고딕" pitchFamily="34" charset="0"/>
                <a:ea typeface="맑은 고딕" pitchFamily="34" charset="-122"/>
                <a:cs typeface="맑은 고딕" pitchFamily="34" charset="-120"/>
              </a:rPr>
              <a:t>① Turn right.를</a:t>
            </a:r>
            <a:endParaRPr lang="ko-KR" sz="2200" dirty="0"/>
          </a:p>
          <a:p>
            <a:pPr eaLnBrk="0" algn="l" indent="0" marL="0">
              <a:buNone/>
            </a:pPr>
            <a:r>
              <a:rPr lang="ko-KR" altLang="en-US" sz="2200" dirty="0">
                <a:solidFill>
                  <a:srgbClr val="FFFFFF"/>
                </a:solidFill>
                <a:latin typeface="맑은 고딕" pitchFamily="34" charset="0"/>
                <a:ea typeface="맑은 고딕" pitchFamily="34" charset="-122"/>
                <a:cs typeface="맑은 고딕" pitchFamily="34" charset="-120"/>
              </a:rPr>
              <a:t>몸으로 해 보기</a:t>
            </a:r>
            <a:endParaRPr lang="ko-KR" sz="2200" dirty="0"/>
          </a:p>
        </p:txBody>
      </p:sp>
      <p:sp>
        <p:nvSpPr>
          <p:cNvPr id="9" name="S13-text276"/>
          <p:cNvSpPr txBox="1"/>
          <p:nvPr/>
        </p:nvSpPr>
        <p:spPr>
          <a:xfrm>
            <a:off x="4322064" y="4511040"/>
            <a:ext cx="3544824" cy="1066800"/>
          </a:xfrm>
          <a:prstGeom prst="rect">
            <a:avLst/>
          </a:prstGeom>
          <a:noFill/>
          <a:ln/>
        </p:spPr>
        <p:txBody>
          <a:bodyPr wrap="square" lIns="0" tIns="0" rIns="0" bIns="0" rtlCol="0" anchor="ctr"/>
          <a:lstStyle/>
          <a:p>
            <a:pPr eaLnBrk="0" algn="l" indent="0" marL="0">
              <a:buNone/>
            </a:pPr>
            <a:r>
              <a:rPr lang="ko-KR" altLang="en-US" sz="2200" dirty="0">
                <a:solidFill>
                  <a:srgbClr val="FFFFFF"/>
                </a:solidFill>
                <a:latin typeface="맑은 고딕" pitchFamily="34" charset="0"/>
                <a:ea typeface="맑은 고딕" pitchFamily="34" charset="-122"/>
                <a:cs typeface="맑은 고딕" pitchFamily="34" charset="-120"/>
              </a:rPr>
              <a:t>② 은행이 어디 있는지</a:t>
            </a:r>
            <a:endParaRPr lang="ko-KR" sz="2200" dirty="0"/>
          </a:p>
          <a:p>
            <a:pPr eaLnBrk="0" algn="l" indent="0" marL="0">
              <a:buNone/>
            </a:pPr>
            <a:r>
              <a:rPr lang="ko-KR" altLang="en-US" sz="2200" dirty="0">
                <a:solidFill>
                  <a:srgbClr val="FFFFFF"/>
                </a:solidFill>
                <a:latin typeface="맑은 고딕" pitchFamily="34" charset="0"/>
                <a:ea typeface="맑은 고딕" pitchFamily="34" charset="-122"/>
                <a:cs typeface="맑은 고딕" pitchFamily="34" charset="-120"/>
              </a:rPr>
              <a:t>영어로 묻기</a:t>
            </a:r>
            <a:endParaRPr lang="ko-KR" sz="2200" dirty="0"/>
          </a:p>
        </p:txBody>
      </p:sp>
      <p:sp>
        <p:nvSpPr>
          <p:cNvPr id="10" name="S13-text277"/>
          <p:cNvSpPr txBox="1"/>
          <p:nvPr/>
        </p:nvSpPr>
        <p:spPr>
          <a:xfrm>
            <a:off x="8095488" y="4511040"/>
            <a:ext cx="3544824" cy="1066800"/>
          </a:xfrm>
          <a:prstGeom prst="rect">
            <a:avLst/>
          </a:prstGeom>
          <a:noFill/>
          <a:ln/>
        </p:spPr>
        <p:txBody>
          <a:bodyPr wrap="square" lIns="0" tIns="0" rIns="0" bIns="0" rtlCol="0" anchor="ctr"/>
          <a:lstStyle/>
          <a:p>
            <a:pPr eaLnBrk="0" algn="l" indent="0" marL="0">
              <a:buNone/>
            </a:pPr>
            <a:r>
              <a:rPr lang="ko-KR" altLang="en-US" sz="2200" dirty="0">
                <a:solidFill>
                  <a:srgbClr val="FFFFFF"/>
                </a:solidFill>
                <a:latin typeface="맑은 고딕" pitchFamily="34" charset="0"/>
                <a:ea typeface="맑은 고딕" pitchFamily="34" charset="-122"/>
                <a:cs typeface="맑은 고딕" pitchFamily="34" charset="-120"/>
              </a:rPr>
              <a:t>③ ‘왼쪽에 있어요’를</a:t>
            </a:r>
            <a:endParaRPr lang="ko-KR" sz="2200" dirty="0"/>
          </a:p>
          <a:p>
            <a:pPr eaLnBrk="0" algn="l" indent="0" marL="0">
              <a:buNone/>
            </a:pPr>
            <a:r>
              <a:rPr lang="ko-KR" altLang="en-US" sz="2200" dirty="0">
                <a:solidFill>
                  <a:srgbClr val="FFFFFF"/>
                </a:solidFill>
                <a:latin typeface="맑은 고딕" pitchFamily="34" charset="0"/>
                <a:ea typeface="맑은 고딕" pitchFamily="34" charset="-122"/>
                <a:cs typeface="맑은 고딕" pitchFamily="34" charset="-120"/>
              </a:rPr>
              <a:t>영어로 말하기</a:t>
            </a:r>
            <a:endParaRPr lang="ko-KR" sz="2200" dirty="0"/>
          </a:p>
        </p:txBody>
      </p:sp>
      <p:sp>
        <p:nvSpPr>
          <p:cNvPr id="11" name="S13-text278"/>
          <p:cNvSpPr txBox="1"/>
          <p:nvPr/>
        </p:nvSpPr>
        <p:spPr>
          <a:xfrm>
            <a:off x="548640" y="5715000"/>
            <a:ext cx="11091672" cy="502920"/>
          </a:xfrm>
          <a:prstGeom prst="rect">
            <a:avLst/>
          </a:prstGeom>
          <a:noFill/>
          <a:ln/>
        </p:spPr>
        <p:txBody>
          <a:bodyPr wrap="square" lIns="0" tIns="0" rIns="0" bIns="0" rtlCol="0" anchor="ctr"/>
          <a:lstStyle/>
          <a:p>
            <a:pPr eaLnBrk="0" algn="l" indent="0" marL="0">
              <a:buNone/>
            </a:pPr>
            <a:r>
              <a:rPr lang="ko-KR" altLang="en-US" sz="2200" dirty="0">
                <a:solidFill>
                  <a:srgbClr val="C9DCD8"/>
                </a:solidFill>
                <a:latin typeface="맑은 고딕" pitchFamily="34" charset="0"/>
                <a:ea typeface="맑은 고딕" pitchFamily="34" charset="-122"/>
                <a:cs typeface="맑은 고딕" pitchFamily="34" charset="-120"/>
              </a:rPr>
              <a:t>다음 시간: 물건 사기</a:t>
            </a:r>
            <a:endParaRPr lang="ko-KR" sz="2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C9DCD8"/>
                </a:solidFill>
                <a:latin typeface="맑은 고딕"/>
                <a:ea typeface="맑은 고딕"/>
                <a:cs typeface="맑은 고딕"/>
              </a:defRPr>
            </a:lvl1pPr>
          </a:lstStyle>
          <a:p>
            <a:pPr eaLnBrk="0"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보충: 왼쪽·오른쪽과 묻는 말</a:t>
            </a:r>
            <a:endParaRPr lang="ko-KR" sz="4000" dirty="0"/>
          </a:p>
        </p:txBody>
      </p:sp>
      <p:sp>
        <p:nvSpPr>
          <p:cNvPr id="3" name="S14-card279"/>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4" name="S14-cardtext280"/>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왼손 엄지와 검지를 펴면 L 모양 → left</a:t>
            </a:r>
            <a:endParaRPr lang="ko-KR" sz="2800" dirty="0"/>
          </a:p>
        </p:txBody>
      </p:sp>
      <p:sp>
        <p:nvSpPr>
          <p:cNvPr id="5" name="S14-word281"/>
          <p:cNvSpPr txBox="1"/>
          <p:nvPr/>
        </p:nvSpPr>
        <p:spPr>
          <a:xfrm>
            <a:off x="548640" y="1348740"/>
            <a:ext cx="5408676"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200" b="1" dirty="0">
                <a:solidFill>
                  <a:srgbClr val="1F2937"/>
                </a:solidFill>
                <a:latin typeface="맑은 고딕" pitchFamily="34" charset="0"/>
                <a:ea typeface="맑은 고딕" pitchFamily="34" charset="-122"/>
                <a:cs typeface="맑은 고딕" pitchFamily="34" charset="-120"/>
              </a:rPr>
              <a:t>left</a:t>
            </a:r>
            <a:endParaRPr lang="ko-KR" sz="3200" dirty="0"/>
          </a:p>
          <a:p>
            <a:pPr eaLnBrk="0" algn="ctr" indent="0" marL="0">
              <a:buNone/>
            </a:pPr>
            <a:r>
              <a:rPr lang="ko-KR" altLang="en-US" sz="2000" dirty="0">
                <a:solidFill>
                  <a:srgbClr val="4B5563"/>
                </a:solidFill>
                <a:latin typeface="맑은 고딕" pitchFamily="34" charset="0"/>
                <a:ea typeface="맑은 고딕" pitchFamily="34" charset="-122"/>
                <a:cs typeface="맑은 고딕" pitchFamily="34" charset="-120"/>
              </a:rPr>
              <a:t>왼쪽</a:t>
            </a:r>
            <a:endParaRPr lang="ko-KR" sz="3200" dirty="0"/>
          </a:p>
        </p:txBody>
      </p:sp>
      <p:sp>
        <p:nvSpPr>
          <p:cNvPr id="6" name="S14-word282"/>
          <p:cNvSpPr txBox="1"/>
          <p:nvPr/>
        </p:nvSpPr>
        <p:spPr>
          <a:xfrm>
            <a:off x="6231636" y="1348740"/>
            <a:ext cx="5408676"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200" b="1" dirty="0">
                <a:solidFill>
                  <a:srgbClr val="1F2937"/>
                </a:solidFill>
                <a:latin typeface="맑은 고딕" pitchFamily="34" charset="0"/>
                <a:ea typeface="맑은 고딕" pitchFamily="34" charset="-122"/>
                <a:cs typeface="맑은 고딕" pitchFamily="34" charset="-120"/>
              </a:rPr>
              <a:t>right</a:t>
            </a:r>
            <a:endParaRPr lang="ko-KR" sz="3200" dirty="0"/>
          </a:p>
          <a:p>
            <a:pPr eaLnBrk="0" algn="ctr" indent="0" marL="0">
              <a:buNone/>
            </a:pPr>
            <a:r>
              <a:rPr lang="ko-KR" altLang="en-US" sz="2000" dirty="0">
                <a:solidFill>
                  <a:srgbClr val="4B5563"/>
                </a:solidFill>
                <a:latin typeface="맑은 고딕" pitchFamily="34" charset="0"/>
                <a:ea typeface="맑은 고딕" pitchFamily="34" charset="-122"/>
                <a:cs typeface="맑은 고딕" pitchFamily="34" charset="-120"/>
              </a:rPr>
              <a:t>오른쪽</a:t>
            </a:r>
            <a:endParaRPr lang="ko-KR" sz="3200" dirty="0"/>
          </a:p>
        </p:txBody>
      </p:sp>
      <p:sp>
        <p:nvSpPr>
          <p:cNvPr id="7" name="S14-word283"/>
          <p:cNvSpPr txBox="1"/>
          <p:nvPr/>
        </p:nvSpPr>
        <p:spPr>
          <a:xfrm>
            <a:off x="548640" y="3360420"/>
            <a:ext cx="5408676"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200" b="1" dirty="0">
                <a:solidFill>
                  <a:srgbClr val="1F2937"/>
                </a:solidFill>
                <a:latin typeface="맑은 고딕" pitchFamily="34" charset="0"/>
                <a:ea typeface="맑은 고딕" pitchFamily="34" charset="-122"/>
                <a:cs typeface="맑은 고딕" pitchFamily="34" charset="-120"/>
              </a:rPr>
              <a:t>Where is the ball?</a:t>
            </a:r>
            <a:endParaRPr lang="ko-KR" sz="3200" dirty="0"/>
          </a:p>
          <a:p>
            <a:pPr eaLnBrk="0" algn="ctr" indent="0" marL="0">
              <a:buNone/>
            </a:pPr>
            <a:r>
              <a:rPr lang="ko-KR" altLang="en-US" sz="2000" dirty="0">
                <a:solidFill>
                  <a:srgbClr val="4B5563"/>
                </a:solidFill>
                <a:latin typeface="맑은 고딕" pitchFamily="34" charset="0"/>
                <a:ea typeface="맑은 고딕" pitchFamily="34" charset="-122"/>
                <a:cs typeface="맑은 고딕" pitchFamily="34" charset="-120"/>
              </a:rPr>
              <a:t>공이 어디 있어요?</a:t>
            </a:r>
            <a:endParaRPr lang="ko-KR" sz="3200" dirty="0"/>
          </a:p>
        </p:txBody>
      </p:sp>
      <p:sp>
        <p:nvSpPr>
          <p:cNvPr id="8" name="S14-word284"/>
          <p:cNvSpPr txBox="1"/>
          <p:nvPr/>
        </p:nvSpPr>
        <p:spPr>
          <a:xfrm>
            <a:off x="6231636" y="3360420"/>
            <a:ext cx="5408676"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200" b="1" dirty="0">
                <a:solidFill>
                  <a:srgbClr val="1F2937"/>
                </a:solidFill>
                <a:latin typeface="맑은 고딕" pitchFamily="34" charset="0"/>
                <a:ea typeface="맑은 고딕" pitchFamily="34" charset="-122"/>
                <a:cs typeface="맑은 고딕" pitchFamily="34" charset="-120"/>
              </a:rPr>
              <a:t>It's on the desk.</a:t>
            </a:r>
            <a:endParaRPr lang="ko-KR" sz="3200" dirty="0"/>
          </a:p>
          <a:p>
            <a:pPr eaLnBrk="0" algn="ctr" indent="0" marL="0">
              <a:buNone/>
            </a:pPr>
            <a:r>
              <a:rPr lang="ko-KR" altLang="en-US" sz="2000" dirty="0">
                <a:solidFill>
                  <a:srgbClr val="4B5563"/>
                </a:solidFill>
                <a:latin typeface="맑은 고딕" pitchFamily="34" charset="0"/>
                <a:ea typeface="맑은 고딕" pitchFamily="34" charset="-122"/>
                <a:cs typeface="맑은 고딕" pitchFamily="34" charset="-120"/>
              </a:rPr>
              <a:t>책상 위에 있어요.</a:t>
            </a:r>
            <a:endParaRPr lang="ko-KR" sz="3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Education Classroom">
  <a:themeElements>
    <a:clrScheme name="Education Classroom">
      <a:dk1>
        <a:srgbClr val="1F2937"/>
      </a:dk1>
      <a:lt1>
        <a:srgbClr val="FFFFFF"/>
      </a:lt1>
      <a:dk2>
        <a:srgbClr val="264653"/>
      </a:dk2>
      <a:lt2>
        <a:srgbClr val="EAF3F1"/>
      </a:lt2>
      <a:accent1>
        <a:srgbClr val="E9762B"/>
      </a:accent1>
      <a:accent2>
        <a:srgbClr val="2A9D8F"/>
      </a:accent2>
      <a:accent3>
        <a:srgbClr val="C8434E"/>
      </a:accent3>
      <a:accent4>
        <a:srgbClr val="3D5A80"/>
      </a:accent4>
      <a:accent5>
        <a:srgbClr val="F2C14E"/>
      </a:accent5>
      <a:accent6>
        <a:srgbClr val="4B5563"/>
      </a:accent6>
      <a:hlink>
        <a:srgbClr val="3D5A80"/>
      </a:hlink>
      <a:folHlink>
        <a:srgbClr val="7A4E8A"/>
      </a:folHlink>
    </a:clrScheme>
    <a:fontScheme name="Education Classroom">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초5 영어 길 묻고 안내하기</dc:title>
  <dc:subject>KR22-G05-ENG-DIRECTION-L01</dc:subject>
  <dc:creator>education-ppt</dc:creator>
  <cp:lastModifiedBy>education-ppt</cp:lastModifiedBy>
  <cp:revision>1</cp:revision>
  <dcterms:created xsi:type="dcterms:W3CDTF">2026-10-26T09:33:32Z</dcterms:created>
  <dcterms:modified xsi:type="dcterms:W3CDTF">2026-10-26T09:33:32Z</dcterms:modified>
</cp:coreProperties>
</file>