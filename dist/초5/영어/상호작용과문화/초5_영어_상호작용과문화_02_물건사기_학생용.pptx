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1e6cac7-74a2-4350-e932-0e330a344a62}">
          <p14:sldIdLst>
            <p14:sldId id="256"/>
            <p14:sldId id="257"/>
          </p14:sldIdLst>
        </p14:section>
        <p14:section name="개념" id="{cb4f5f4e-f10b-8050-e581-1a9f2ed6780c}">
          <p14:sldIdLst>
            <p14:sldId id="258"/>
            <p14:sldId id="259"/>
            <p14:sldId id="260"/>
          </p14:sldIdLst>
        </p14:section>
        <p14:section name="연습" id="{2b51240c-9c7f-0314-baa5-54d85086c367}">
          <p14:sldIdLst>
            <p14:sldId id="261"/>
            <p14:sldId id="262"/>
            <p14:sldId id="263"/>
            <p14:sldId id="264"/>
          </p14:sldIdLst>
        </p14:section>
        <p14:section name="확인" id="{7140cd1e-6b4c-c006-80e4-2ef01d278f3e}">
          <p14:sldIdLst>
            <p14:sldId id="265"/>
            <p14:sldId id="266"/>
          </p14:sldIdLst>
        </p14:section>
        <p14:section name="정리" id="{eb0c3b66-c7aa-f7e5-d6a6-bf40a4b2ed9f}">
          <p14:sldIdLst>
            <p14:sldId id="267"/>
          </p14:sldIdLst>
        </p14:section>
        <p14:section name="보충" id="{cbe3176d-ebfc-815c-722f-890fb01b7a1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상호작용과문화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물건 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물건 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물건 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사기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물건값을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물을까요?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much is it?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I'd like a ball.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How much is it?으로 값을 묻고 답해요.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I'd like ~.로 사고 싶은 것을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묻고, ②③은 해 보세요.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도서관이 어디 있는지 영어로 물어요.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Turn right.의 뜻을 몸으로 보여요.</a:t>
            </a:r>
            <a:endParaRPr lang="ko-KR" sz="28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10까지 영어로 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hundred와 thousand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hundred 백　·　thousand 천 (여러 개여도 s를 붙이지 않아요)</a:t>
            </a:r>
            <a:endParaRPr lang="ko-KR" sz="2800" dirty="0"/>
          </a:p>
        </p:txBody>
      </p:sp>
      <p:sp>
        <p:nvSpPr>
          <p:cNvPr id="5" name="S03-word14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hundred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</p:txBody>
      </p:sp>
      <p:sp>
        <p:nvSpPr>
          <p:cNvPr id="6" name="S03-word15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 hundred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3200" dirty="0"/>
          </a:p>
        </p:txBody>
      </p:sp>
      <p:sp>
        <p:nvSpPr>
          <p:cNvPr id="7" name="S03-word16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ko-KR" sz="3200" dirty="0"/>
          </a:p>
        </p:txBody>
      </p:sp>
      <p:sp>
        <p:nvSpPr>
          <p:cNvPr id="8" name="S03-word17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endParaRPr lang="ko-KR" sz="3200" dirty="0"/>
          </a:p>
        </p:txBody>
      </p:sp>
      <p:sp>
        <p:nvSpPr>
          <p:cNvPr id="9" name="S03-word18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</a:t>
            </a:r>
            <a:endParaRPr lang="ko-KR" sz="3200" dirty="0"/>
          </a:p>
        </p:txBody>
      </p:sp>
      <p:sp>
        <p:nvSpPr>
          <p:cNvPr id="10" name="S03-word19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 thousand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much is it?</a:t>
            </a:r>
            <a:endParaRPr lang="ko-KR" sz="40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28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 much is it?은 ‘얼마예요?’라는 뜻이에요.</a:t>
            </a:r>
            <a:endParaRPr lang="ko-KR" sz="2800" dirty="0"/>
          </a:p>
        </p:txBody>
      </p:sp>
      <p:sp>
        <p:nvSpPr>
          <p:cNvPr id="6" name="S04-word23"/>
          <p:cNvSpPr txBox="1"/>
          <p:nvPr/>
        </p:nvSpPr>
        <p:spPr>
          <a:xfrm>
            <a:off x="7564465" y="2697480"/>
            <a:ext cx="4075847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pencil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500원</a:t>
            </a:r>
            <a:endParaRPr lang="ko-KR" sz="3200" dirty="0"/>
          </a:p>
        </p:txBody>
      </p:sp>
      <p:sp>
        <p:nvSpPr>
          <p:cNvPr id="7" name="S04-passagebox24"/>
          <p:cNvSpPr/>
          <p:nvPr/>
        </p:nvSpPr>
        <p:spPr>
          <a:xfrm>
            <a:off x="548640" y="2011680"/>
            <a:ext cx="6650065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4-passage25"/>
          <p:cNvSpPr txBox="1"/>
          <p:nvPr/>
        </p:nvSpPr>
        <p:spPr>
          <a:xfrm>
            <a:off x="822960" y="2194560"/>
            <a:ext cx="61014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How much is it?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five hundred won.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I'd like a ball.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손님, B는 가게 주인이에요. 역할을 나누어 말해요.</a:t>
            </a:r>
            <a:endParaRPr lang="ko-KR" sz="2800" dirty="0"/>
          </a:p>
        </p:txBody>
      </p:sp>
      <p:sp>
        <p:nvSpPr>
          <p:cNvPr id="4" name="S05-word27"/>
          <p:cNvSpPr txBox="1"/>
          <p:nvPr/>
        </p:nvSpPr>
        <p:spPr>
          <a:xfrm>
            <a:off x="7564465" y="3246120"/>
            <a:ext cx="4075847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ball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</a:t>
            </a:r>
            <a:endParaRPr lang="ko-KR" sz="3200" dirty="0"/>
          </a:p>
        </p:txBody>
      </p:sp>
      <p:sp>
        <p:nvSpPr>
          <p:cNvPr id="5" name="S05-passagebox28"/>
          <p:cNvSpPr/>
          <p:nvPr/>
        </p:nvSpPr>
        <p:spPr>
          <a:xfrm>
            <a:off x="548640" y="2011680"/>
            <a:ext cx="6650065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9"/>
          <p:cNvSpPr txBox="1"/>
          <p:nvPr/>
        </p:nvSpPr>
        <p:spPr>
          <a:xfrm>
            <a:off x="822960" y="2194560"/>
            <a:ext cx="610142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Hello. I'd like a ball.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Here you are.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How much is it?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two thousand won.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Here you are.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Thank 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얼마예요?</a:t>
            </a:r>
            <a:endParaRPr lang="ko-KR" sz="40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How much is it?이라고 물으면 값을 말해요.</a:t>
            </a:r>
            <a:endParaRPr lang="ko-KR" sz="2800" dirty="0"/>
          </a:p>
        </p:txBody>
      </p:sp>
      <p:sp>
        <p:nvSpPr>
          <p:cNvPr id="4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④는 도전! 천과 백을 이어서 말해요.</a:t>
            </a:r>
            <a:endParaRPr lang="ko-KR" sz="2800" dirty="0"/>
          </a:p>
        </p:txBody>
      </p:sp>
      <p:sp>
        <p:nvSpPr>
          <p:cNvPr id="6" name="S06-word33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ruler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1,000원</a:t>
            </a:r>
            <a:endParaRPr lang="ko-KR" sz="3200" dirty="0"/>
          </a:p>
        </p:txBody>
      </p:sp>
      <p:sp>
        <p:nvSpPr>
          <p:cNvPr id="7" name="S06-word34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robot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</a:t>
            </a:r>
            <a:endParaRPr lang="ko-KR" sz="3200" dirty="0"/>
          </a:p>
        </p:txBody>
      </p:sp>
      <p:sp>
        <p:nvSpPr>
          <p:cNvPr id="8" name="S06-word35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cap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</a:t>
            </a:r>
            <a:endParaRPr lang="ko-KR" sz="3200" dirty="0"/>
          </a:p>
        </p:txBody>
      </p:sp>
      <p:sp>
        <p:nvSpPr>
          <p:cNvPr id="9" name="S06-word36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notebook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thousand일까요?</a:t>
            </a:r>
            <a:endParaRPr lang="ko-KR" sz="4000" dirty="0"/>
          </a:p>
        </p:txBody>
      </p:sp>
      <p:sp>
        <p:nvSpPr>
          <p:cNvPr id="3" name="S07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2,000원을 보고 두 가지로 말했어요.</a:t>
            </a:r>
            <a:endParaRPr lang="ko-KR" sz="2800" dirty="0"/>
          </a:p>
        </p:txBody>
      </p:sp>
      <p:sp>
        <p:nvSpPr>
          <p:cNvPr id="5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 어느 쪽인가요? 왜 그렇게 생각해요?</a:t>
            </a:r>
            <a:endParaRPr lang="ko-KR" sz="2800" dirty="0"/>
          </a:p>
        </p:txBody>
      </p:sp>
      <p:sp>
        <p:nvSpPr>
          <p:cNvPr id="7" name="S07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two thousands wons.</a:t>
            </a:r>
            <a:endParaRPr lang="ko-KR" sz="2800" dirty="0"/>
          </a:p>
        </p:txBody>
      </p:sp>
      <p:sp>
        <p:nvSpPr>
          <p:cNvPr id="9" name="S07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4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two thousand won.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08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말을 보기에서 골라 말해요.</a:t>
            </a:r>
            <a:endParaRPr lang="ko-KR" sz="2800" dirty="0"/>
          </a:p>
        </p:txBody>
      </p:sp>
      <p:sp>
        <p:nvSpPr>
          <p:cNvPr id="4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　like　·　much　·　are</a:t>
            </a:r>
            <a:endParaRPr lang="ko-KR" sz="2800" dirty="0"/>
          </a:p>
        </p:txBody>
      </p:sp>
      <p:sp>
        <p:nvSpPr>
          <p:cNvPr id="6" name="S08-chip4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I'd ______ a cap.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Here you are.</a:t>
            </a:r>
            <a:endParaRPr lang="ko-KR" sz="2800" dirty="0"/>
          </a:p>
        </p:txBody>
      </p:sp>
      <p:sp>
        <p:nvSpPr>
          <p:cNvPr id="8" name="S08-chip5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How ______ is it?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five thousand won.</a:t>
            </a:r>
            <a:endParaRPr lang="ko-KR" sz="2800" dirty="0"/>
          </a:p>
        </p:txBody>
      </p:sp>
      <p:sp>
        <p:nvSpPr>
          <p:cNvPr id="10" name="S08-chip5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Here you ______. (돈을 주며)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Thank 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놀이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I'd like ~.로 말했어요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값을 듣고 맞는 돈을 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It's ~ won.으로 값을 말했어요</a:t>
            </a:r>
            <a:endParaRPr lang="ko-KR" sz="2800" dirty="0"/>
          </a:p>
        </p:txBody>
      </p:sp>
      <p:sp>
        <p:nvSpPr>
          <p:cNvPr id="5" name="S09-stepno56"/>
          <p:cNvSpPr txBox="1"/>
          <p:nvPr/>
        </p:nvSpPr>
        <p:spPr>
          <a:xfrm>
            <a:off x="548640" y="2108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57"/>
          <p:cNvSpPr txBox="1"/>
          <p:nvPr/>
        </p:nvSpPr>
        <p:spPr>
          <a:xfrm>
            <a:off x="1325880" y="2108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3개에 가격표를 붙여요.</a:t>
            </a:r>
            <a:endParaRPr lang="ko-KR" sz="2800" dirty="0"/>
          </a:p>
        </p:txBody>
      </p:sp>
      <p:sp>
        <p:nvSpPr>
          <p:cNvPr id="7" name="S09-stepno58"/>
          <p:cNvSpPr txBox="1"/>
          <p:nvPr/>
        </p:nvSpPr>
        <p:spPr>
          <a:xfrm>
            <a:off x="548640" y="2821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59"/>
          <p:cNvSpPr txBox="1"/>
          <p:nvPr/>
        </p:nvSpPr>
        <p:spPr>
          <a:xfrm>
            <a:off x="1325880" y="2821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I'd like ~.로 말해요.</a:t>
            </a:r>
            <a:endParaRPr lang="ko-KR" sz="2800" dirty="0"/>
          </a:p>
        </p:txBody>
      </p:sp>
      <p:sp>
        <p:nvSpPr>
          <p:cNvPr id="9" name="S09-stepno60"/>
          <p:cNvSpPr txBox="1"/>
          <p:nvPr/>
        </p:nvSpPr>
        <p:spPr>
          <a:xfrm>
            <a:off x="548640" y="358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61"/>
          <p:cNvSpPr txBox="1"/>
          <p:nvPr/>
        </p:nvSpPr>
        <p:spPr>
          <a:xfrm>
            <a:off x="1325880" y="353517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 much is it?으로 묻고 It's ~ won.으로 답해요.</a:t>
            </a:r>
            <a:endParaRPr lang="ko-KR" sz="2800" dirty="0"/>
          </a:p>
        </p:txBody>
      </p:sp>
      <p:sp>
        <p:nvSpPr>
          <p:cNvPr id="11" name="S09-stepno62"/>
          <p:cNvSpPr txBox="1"/>
          <p:nvPr/>
        </p:nvSpPr>
        <p:spPr>
          <a:xfrm>
            <a:off x="548640" y="4613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63"/>
          <p:cNvSpPr txBox="1"/>
          <p:nvPr/>
        </p:nvSpPr>
        <p:spPr>
          <a:xfrm>
            <a:off x="1325880" y="4567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Here you are.로 주고받고 역할을 바꿔요.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말해 보세요.</a:t>
            </a:r>
            <a:endParaRPr lang="ko-KR" sz="2800" dirty="0"/>
          </a:p>
        </p:txBody>
      </p:sp>
      <p:sp>
        <p:nvSpPr>
          <p:cNvPr id="4" name="S10-word65"/>
          <p:cNvSpPr txBox="1"/>
          <p:nvPr/>
        </p:nvSpPr>
        <p:spPr>
          <a:xfrm>
            <a:off x="6277356" y="22402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doll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4,000원</a:t>
            </a:r>
            <a:endParaRPr lang="ko-KR" sz="3200" dirty="0"/>
          </a:p>
        </p:txBody>
      </p:sp>
      <p:sp>
        <p:nvSpPr>
          <p:cNvPr id="5" name="S10-word66"/>
          <p:cNvSpPr txBox="1"/>
          <p:nvPr/>
        </p:nvSpPr>
        <p:spPr>
          <a:xfrm>
            <a:off x="6277356" y="425196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700원</a:t>
            </a:r>
            <a:endParaRPr lang="ko-KR" sz="3200" dirty="0"/>
          </a:p>
        </p:txBody>
      </p:sp>
      <p:sp>
        <p:nvSpPr>
          <p:cNvPr id="6" name="S10-chip6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 값을 물어요.</a:t>
            </a:r>
            <a:endParaRPr lang="ko-KR" sz="2800" dirty="0"/>
          </a:p>
        </p:txBody>
      </p:sp>
      <p:sp>
        <p:nvSpPr>
          <p:cNvPr id="8" name="S10-chip6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7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 값을 말해요.</a:t>
            </a:r>
            <a:endParaRPr lang="ko-KR" sz="2800" dirty="0"/>
          </a:p>
        </p:txBody>
      </p:sp>
      <p:sp>
        <p:nvSpPr>
          <p:cNvPr id="10" name="S10-chip7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7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펜을 사고 싶다고 말해요.</a:t>
            </a:r>
            <a:endParaRPr lang="ko-KR" sz="2800" dirty="0"/>
          </a:p>
        </p:txBody>
      </p:sp>
      <p:sp>
        <p:nvSpPr>
          <p:cNvPr id="12" name="S10-chip73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74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돈을 건네며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가격표를 골라요</a:t>
            </a:r>
            <a:endParaRPr lang="ko-KR" sz="4000" dirty="0"/>
          </a:p>
        </p:txBody>
      </p:sp>
      <p:sp>
        <p:nvSpPr>
          <p:cNvPr id="3" name="S12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값은 어느 것일까요? 어떻게 알았나요?</a:t>
            </a:r>
            <a:endParaRPr lang="ko-KR" sz="2800" dirty="0"/>
          </a:p>
        </p:txBody>
      </p:sp>
      <p:sp>
        <p:nvSpPr>
          <p:cNvPr id="5" name="S12-chip7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78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79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300원</a:t>
            </a:r>
            <a:endParaRPr lang="ko-KR" sz="2800" dirty="0"/>
          </a:p>
        </p:txBody>
      </p:sp>
      <p:sp>
        <p:nvSpPr>
          <p:cNvPr id="8" name="S12-chip8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81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82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</a:t>
            </a:r>
            <a:endParaRPr lang="ko-KR" sz="2800" dirty="0"/>
          </a:p>
        </p:txBody>
      </p:sp>
      <p:sp>
        <p:nvSpPr>
          <p:cNvPr id="11" name="S12-chip8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84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85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500원</a:t>
            </a:r>
            <a:endParaRPr lang="ko-KR" sz="2800" dirty="0"/>
          </a:p>
        </p:txBody>
      </p:sp>
      <p:sp>
        <p:nvSpPr>
          <p:cNvPr id="14" name="S12-chip86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87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88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묻기: How much is it? → It's ~ won.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사기: I'd like ~.　건네기: Here you are.</a:t>
            </a:r>
            <a:endParaRPr lang="ko-KR" sz="28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two thousand won</a:t>
            </a:r>
            <a:endParaRPr lang="ko-KR" sz="2200" dirty="0"/>
          </a:p>
        </p:txBody>
      </p:sp>
      <p:sp>
        <p:nvSpPr>
          <p:cNvPr id="6" name="S13-chip9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two thousands wons</a:t>
            </a:r>
            <a:endParaRPr lang="ko-KR" sz="2200" dirty="0"/>
          </a:p>
        </p:txBody>
      </p:sp>
      <p:sp>
        <p:nvSpPr>
          <p:cNvPr id="7" name="S13-text9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값을 묻는 말은?</a:t>
            </a:r>
            <a:endParaRPr lang="ko-KR" sz="2200" dirty="0"/>
          </a:p>
        </p:txBody>
      </p:sp>
      <p:sp>
        <p:nvSpPr>
          <p:cNvPr id="9" name="S13-text9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3,000원을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200" dirty="0"/>
          </a:p>
        </p:txBody>
      </p:sp>
      <p:sp>
        <p:nvSpPr>
          <p:cNvPr id="10" name="S13-text9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모자를 사고 싶다고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200" dirty="0"/>
          </a:p>
        </p:txBody>
      </p:sp>
      <p:sp>
        <p:nvSpPr>
          <p:cNvPr id="11" name="S13-text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명절과 문화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숫자 낱말 다시 하기</a:t>
            </a:r>
            <a:endParaRPr lang="ko-KR" sz="4000" dirty="0"/>
          </a:p>
        </p:txBody>
      </p:sp>
      <p:sp>
        <p:nvSpPr>
          <p:cNvPr id="3" name="S14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library? → Go straight. Turn left.</a:t>
            </a:r>
            <a:endParaRPr lang="ko-KR" sz="2800" dirty="0"/>
          </a:p>
        </p:txBody>
      </p:sp>
      <p:sp>
        <p:nvSpPr>
          <p:cNvPr id="5" name="S14-word100"/>
          <p:cNvSpPr txBox="1"/>
          <p:nvPr/>
        </p:nvSpPr>
        <p:spPr>
          <a:xfrm>
            <a:off x="548640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14-word101"/>
          <p:cNvSpPr txBox="1"/>
          <p:nvPr/>
        </p:nvSpPr>
        <p:spPr>
          <a:xfrm>
            <a:off x="2821838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14-word102"/>
          <p:cNvSpPr txBox="1"/>
          <p:nvPr/>
        </p:nvSpPr>
        <p:spPr>
          <a:xfrm>
            <a:off x="5095037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14-word103"/>
          <p:cNvSpPr txBox="1"/>
          <p:nvPr/>
        </p:nvSpPr>
        <p:spPr>
          <a:xfrm>
            <a:off x="7368235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9" name="S14-word104"/>
          <p:cNvSpPr txBox="1"/>
          <p:nvPr/>
        </p:nvSpPr>
        <p:spPr>
          <a:xfrm>
            <a:off x="9641434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0" name="S14-word105"/>
          <p:cNvSpPr txBox="1"/>
          <p:nvPr/>
        </p:nvSpPr>
        <p:spPr>
          <a:xfrm>
            <a:off x="548640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1" name="S14-word106"/>
          <p:cNvSpPr txBox="1"/>
          <p:nvPr/>
        </p:nvSpPr>
        <p:spPr>
          <a:xfrm>
            <a:off x="2821838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14-word107"/>
          <p:cNvSpPr txBox="1"/>
          <p:nvPr/>
        </p:nvSpPr>
        <p:spPr>
          <a:xfrm>
            <a:off x="5095037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3" name="S14-word108"/>
          <p:cNvSpPr txBox="1"/>
          <p:nvPr/>
        </p:nvSpPr>
        <p:spPr>
          <a:xfrm>
            <a:off x="7368235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4" name="S14-word109"/>
          <p:cNvSpPr txBox="1"/>
          <p:nvPr/>
        </p:nvSpPr>
        <p:spPr>
          <a:xfrm>
            <a:off x="9641434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물건 사기</dc:title>
  <dc:subject>KR22-G05-ENG-SHOPPING-L01</dc:subject>
  <dc:creator>education-ppt</dc:creator>
  <cp:lastModifiedBy>education-ppt</cp:lastModifiedBy>
  <cp:revision>1</cp:revision>
  <dcterms:created xsi:type="dcterms:W3CDTF">2026-10-26T09:16:28Z</dcterms:created>
  <dcterms:modified xsi:type="dcterms:W3CDTF">2026-10-26T09:16:28Z</dcterms:modified>
</cp:coreProperties>
</file>