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777ce8-9ee9-9899-9863-e21cc2b0c4fe}">
          <p14:sldIdLst>
            <p14:sldId id="256"/>
            <p14:sldId id="257"/>
          </p14:sldIdLst>
        </p14:section>
        <p14:section name="개념" id="{0d1d2896-ad20-e9ec-8afd-8580d4078f3b}">
          <p14:sldIdLst>
            <p14:sldId id="258"/>
            <p14:sldId id="259"/>
            <p14:sldId id="260"/>
          </p14:sldIdLst>
        </p14:section>
        <p14:section name="연습" id="{420dfb45-48c9-c781-cf0f-24e74caa36f5}">
          <p14:sldIdLst>
            <p14:sldId id="261"/>
            <p14:sldId id="262"/>
            <p14:sldId id="263"/>
            <p14:sldId id="264"/>
          </p14:sldIdLst>
        </p14:section>
        <p14:section name="확인" id="{925a0e69-3740-deee-9596-74f3ea3ab056}">
          <p14:sldIdLst>
            <p14:sldId id="265"/>
            <p14:sldId id="266"/>
            <p14:sldId id="267"/>
          </p14:sldIdLst>
        </p14:section>
        <p14:section name="정리" id="{ecc33ccd-dd5a-a540-01b6-69217a52f460}">
          <p14:sldIdLst>
            <p14:sldId id="268"/>
          </p14:sldIdLst>
        </p14:section>
        <p14:section name="보충" id="{3ea7facc-8b97-f7fb-5983-42d1b9e5292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가게에서 물건을 사는 상황에 관심을 갖게 합니다.
시간: 약 2분
이렇게 말해 보세요
- “가게에서 물건을 살 때 주인에게 뭐라고 물어봐? 값을 모르면?”
- “오늘은 영어로 값을 묻고, 사고 싶은 것을 말하고, 돈을 주고받는 말을 배울 거야.”
예상 답
- “이거 얼마예요?” “이거 주세요.”
주의
- 수업 전에 교과서 디지털 자료나 사전 앱의 발음 듣기로 오늘 낱말과 문장(How much is it? It's two thousand won. I'd like a ball. Here you are. 와 hundred, thousand, won)을 미리 들어 두세요. 부모님 발음이 완벽하지 않아도 괜찮습니다.
- 소리 자료 없이 진행하면 바른 소리를 확인하기 어렵습니다. 헷갈리는 표현은 기록해 두었다가 소리 자료로 나중에 확인합니다.
- 100원·500원 동전과 1,000원·5,000원 지폐가 있으면 준비해 두세요. 없으면 종이에 금액을 써서 종이 돈으로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확인(길 묻기, 숫자 낱말)]
목적: 앞 차시(길 묻고 안내하기)의 묻는 말과 안내하는 말, 그리고 오늘 값을 말할 때 꼭 필요한 숫자 낱말 one~ten을 기억하는지 확인합니다.
시간: 약 3분
이렇게 말해 보세요
- “①, 도서관이 어디 있는지 영어로 물어봐 줄래?”
- “②, Turn right.는 무슨 뜻이지? 몸으로 보여 줘.”
- “③, 1부터 10까지 영어로 세어 볼까?”
정답
- ① Where is the library?
- ② 오른쪽으로 돌아요(몸을 오른쪽으로 돌림).
- ③ one, two, three, four, five, six, seven, eight, nine, ten
막히면
- 부모가 Where is를 먼저 말해 주고 이어 말하게 합니다.
- ③에서 숫자 낱말을 세 개 이상 빠뜨리거나 틀리면 S14(보충)를 먼저 합니다. 숫자 낱말은 오늘 값을 말하는 데 꼭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hundred(백)와 thousand(천)]
목적: 백 단위·천 단위 값을 숫자 낱말 + hundred/thousand로 말합니다(M1, M2).
시간: 약 4분
이렇게 말해 보세요
- “100은 one hundred야. 소리를 듣고 따라 해 봐. one hundred. 500은? 5가 백 개 있으니 five hundred.”
- “1,000은 one thousand. 2,000은 two thousand. 천이 두 개여도 thousands가 아니라 thousand야.”
- “엄마(아빠)가 숫자를 짚으면 영어로 말해 줘.” (500 → 3,000 → 100 → 5,000 → 1,000 → 2,000 순서로 짚습니다.)
예상 답
- “five hundred.” “three thousand.” “one hundred.” “five thousand.”
막히면
- 앞자리 숫자를 먼저 영어로 말하게 하고(5 → five), 뒤에 0이 두 개면 hundred, 세 개면 thousand를 붙이게 합니다.
- 동전과 지폐가 있으면 500원 동전, 1,000원 지폐를 직접 보며 말합니다.
주의
- 2,000은 two thousand입니다. thousand와 hundred 뒤에 s를 붙이지 않습니다(M1).
- hundred와 thousand는 소리가 다릅니다. 소리 자료로 두 낱말을 번갈아 들어 보게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How much is it?으로 값 묻고 답하기]
목적: How much is it?으로 값을 묻고, It's ~ won.으로 대답합니다(M3).
시간: 약 3분
이렇게 말해 보세요
- “A가 연필을 가리키며 How much is it?이라고 물었어. ‘이거 얼마예요?’라는 뜻이야. 따라 해 봐. How much is it?”
- “B는 가격표를 보고 대답했어. It's five hundred won. 500원이에요.”
- “이번에는 네가 A, 엄마(아빠)가 B야. 물어봐 줄래?” (그다음 역할을 바꿉니다.)
예상 답
- “How much is it?” “It's five hundred won.”
막히면
- 뒤에서부터 붙여 말합니다. is it? … much is it? … How much is it?
- won은 우리 돈의 단위라서 금액 뒤에 꼭 붙입니다. It's five hundred까지 말하고 멈추면 “얼마의 무엇?”이라고 물어 won을 붙이게 합니다.
주의
- won은 값이 커도 wons로 바꾸지 않습니다(M1).
- How much is it?에는 Yes.나 It's a pencil.이 아니라 값으로 대답합니다(M3).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I'd like ~. / Here you are.로 물건 사기]
목적: I'd like ~.로 사고 싶은 것을 말하고, 물건이나 돈을 건넬 때 Here you are.라고 말하는 대화를 익힙니다.
시간: 약 4분
이렇게 말해 보세요
- “A는 손님, B는 가게 주인이야. A가 I'd like a ball.이라고 했어. ‘공을 사고 싶어요(공 주세요)’라는 뜻이야. I'd는 I would를 줄인 말이야.”
- “B가 공을 건네며 Here you are. ‘여기 있어요’라는 뜻이야. 물건이나 돈을 건넬 때 하는 말이야.”
- “A가 값을 묻고, B가 값을 말하고, A가 돈을 건네며 또 Here you are. 마지막에 B가 Thank you.”
- “이번에는 네가 A(손님)야. 엄마(아빠)가 가게 주인 할게.” (그다음 역할을 바꿉니다.)
예상 답
- “I'd like a ball.” “How much is it?” “Here you are.”(돈을 건네며)
막히면
- I'd like를 한 덩어리로 여러 번 말한 뒤 물건 낱말을 붙이게 합니다.
- Here you are.는 실제로 물건(공, 연필)을 건네면서 말하면 쉽게 익힙니다.
주의
- Here you are.는 물건을 줄 때도, 돈을 낼 때도 씁니다. 손님과 주인이 모두 말할 수 있습니다.
- I'd의 아포스트로피(')는 would의 woul이 빠진 자리라는 표시입니다.
- 여기까지 새 표현이 모두 나왔습니다.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가격표를 보고 값 말하기]
목적: 가격표를 보고 How much is it?에 It's ~ won.으로 대답합니다.
시간: 약 3분
이렇게 말해 보세요
- “엄마(아빠)가 물건을 하나씩 가리키며 물어볼게. ①, How much is it?”
- “②, How much is it?” “③, How much is it?”
- “④는 도전이야. 1,000과 500을 이어서 말해 볼까?”
- “어떻게 알았어? 0이 몇 개야?”
정답
- ① It's one thousand won. ② It's three thousand won. ③ It's five thousand won.
- ④ It's one thousand five hundred won. (도전: 못 해도 괜찮습니다)
막히면
- 앞자리 숫자와 0의 개수를 먼저 말하게 합니다(3,000 → 3, 0이 세 개 → three thousand).
- ④가 어려우면 부모가 one thousand, five hundred를 나누어 말해 주고 이어 말하게 합니다.
주의
- ④처럼 천과 백이 함께 있으면 thousand를 먼저, hundred를 나중에 말합니다. 사이에 and를 넣지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비교(thousands, wons)]
목적: hundred, thousand, won 뒤에 s를 붙이지 않는다는 것을 비교로 확인합니다(M1).
시간: 약 2분
이렇게 말해 보세요
- “친구가 2,000원을 보고 두 가지로 말했어. 가와 나를 읽어 볼까?”
- “바르게 말한 것은 어느 쪽이야? 왜 그렇게 생각해?”
- “그러면 5,000원은 어떻게 말할까?”
정답
- 나가 바릅니다. 숫자 낱말 뒤의 thousand와 hundred에는 s를 붙이지 않고, won에도 s를 붙이지 않습니다.
- 5,000원 → It's five thousand won.
막히면
- ‘2개’라서 s를 붙이고 싶어 하면, 숫자 뒤의 thousand와 hundred는 늘 같은 모양이라고 알려 주고 three thousand, five hundred를 함께 말해 봅니다.
주의
- 여기까지가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빈칸 대화]
목적: 물건 사기 대화의 빈칸에 알맞은 말을 넣어 대화를 완성합니다.
시간: 약 3분
이렇게 말해 보세요
- “엄마(아빠)가 읽어 줄게. 빈칸에서는 ‘음~’ 하고 멈출 거야. 보기의 like, much, are 가운데 무엇이 들어갈까?”
- “①, A: I'd 음~ a cap. B: Here you are.”
- “②, A: How 음~ is it? B: It's five thousand won.” “③, A가 돈을 건네며 Here you 음~.”
- “이제 빈칸을 채워서 엄마(아빠)와 한 줄씩 나누어 말해 보자.”
정답
- ① like (I'd like a cap.)
- ② much (How much is it?)
- ③ are (Here you are.)
막히면
- 보기의 세 낱말을 빈칸에 하나씩 넣어 읽어 주고 어울리는 것을 고르게 합니다.
- S05의 대화를 다시 보며 같은 자리를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가게 놀이]
목적: 집에 있는 물건으로 가게 놀이를 하며 값을 묻고 답하고 물건을 삽니다.
시간: 약 6분
이렇게 말해 보세요
- “집에 있는 물건 세 개로 가게를 차려 보자. 가격표를 써서 붙여 줄래?” (500원, 1,000원, 2,000원처럼 백·천 단위 값만 씁니다.)
- “엄마(아빠)가 손님 할게. Hello. I'd like a pencil. How much is it?”
- “이번에는 네가 손님이야. 사고 싶은 것을 말하고 값을 물어봐. 엄마(아빠)가 값을 말하면 그만큼 돈을 내 줘.”
예상 답
- 가게 주인 아이: “Here you are.” “It's five hundred won.” “Thank you.”
- 손님 아이: “I'd like a ball.” “How much is it?” (값을 듣고 돈을 내며) “Here you are.”
막히면
- 가격표를 보며 말하게 하고, 값을 말하기 어려우면 S03의 숫자 카드를 다시 봅니다.
- 돈을 내기 어려우면 동전·지폐 대신 금액을 쓴 종이를 건네게 합니다.
주의
- 두 번 이상 역할을 바꿉니다. 거스름돈 계산은 오늘의 목표가 아니므로, 값과 같은 금액을 내게 합니다.
- 물건 낱말을 모르면 우리말을 물어보고 부모가 영어 낱말을 알려 줍니다(a pencil, a cup, a book처럼 한 개인 물건).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값 묻고 답하기, 물건 사기]
목적: 도움 없이 값을 묻고 답하고, 사고 싶은 것을 말하고, 돈을 건네는 말을 하는지 확인합니다.
시간: 약 4분
이렇게 말해 보세요
- “이번에는 혼자 해 볼래? ①, 인형 값을 영어로 물어봐.”
- “②, 이번에는 엄마(아빠)가 물어볼게. How much is it? 인형 값을 말해 줘.”
- “③, 펜을 사고 싶어. 영어로 말해 줘.” “④, 가게 주인에게 돈을 내면서 뭐라고 말할까?”
정답
- ① How much is it?
- ② It's four thousand won.
- ③ I'd like a pen.
- ④ Here you are.
- 기준: 네 가지 가운데 세 가지 이상을 스스로 말하면 통과입니다. ②는 four thousand와 won을 모두 말해야 맞습니다. 소리가 조금 서툴러도 알맞은 표현을 골라 말했으면 맞은 것으로 봅니다.
막히면
- 바로 알려 주지 말고 “값을 물을 때 쓰는 말이 뭐였지?”처럼 상황만 다시 말해 줍니다.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대답을 확인하고 흔한 실수와 비교합니다.
시간: 약 2분
이렇게 말해 보세요
- “네가 말한 것과 왼쪽을 비교해 보자.”
- “오른쪽처럼 말하면 어디가 틀렸을까?”
예상 답
- “thousand에 s를 붙이면 안 돼요.” “돈을 줄 때는 Here you are.예요.”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확인(값 듣고 고르기)]
목적: 처음 보는 형식에서 값을 듣고 hundred와 thousand를 구별해 알맞은 가격표를 고르는지 확인합니다(M2).
시간: 약 2분
이렇게 말해 보세요
- “엄마(아빠)가 물어보고 대답할게. How much is it? It's three thousand won. 가, 나, 다, 라 중에서 어느 가격표일까? 어떻게 알았어?”
- “How much is it? It's five hundred won.”
정답
- It's three thousand won. → 나(3,000원). 가(300원)는 three hundred won입니다.
- It's five hundred won. → 다(500원). 라(5,000원)는 five thousand won입니다.
막히면
- hundred와 thousand 가운데 어느 소리가 들렸는지 먼저 묻고, 0의 개수로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“값을 물을 때는 어떻게 말하지?”
- “2,000원은 영어로?”
예상 답
- “How much is it?” “It's two thousand won.”
정답
- ① How much is it?
- ② It's three thousand won.
- ③ I'd like a cap.
주의
- 마트나 문구점에서 가격표를 보며 “How much is it?”, “It's ~ won.”을 놀이처럼 주고받아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보충(숫자 낱말, 길 묻기)]
목적: S02에서 숫자 낱말이나 길 묻기가 흔들리면, 값을 말하기 전에 먼저 다집니다.
시간: 약 5분
이렇게 말해 보세요
- “숫자 낱말을 소리를 듣고 따라 읽어 보자.” (교과서 디지털 자료나 사전 앱의 소리를 함께 듣습니다.)
- “엄마(아빠)가 숫자를 짚으면 영어로 말해 줘.” (차례를 섞어 짚습니다.)
- “아래 대화를 엄마(아빠)와 나누어 말해 보자. Where is the library?”
정답
- one 1, two 2, three 3, four 4, five 5, six 6, seven 7, eight 8, nine 9, ten 10 / Go straight. Turn left.
막히면
- 바둑돌을 숫자만큼 놓으며 숫자 낱말을 함께 말합니다.
주의
- 보충 뒤에도 숫자 낱말을 절반 넘게 말하지 못하면 4학년 ‘시각 묻고 답하기’(KR22-G04-ENG-WHATTIME-L01)의 숫자 낱말부터, 길을 묻지 못하면 앞 차시 ‘길 묻고 안내하기’(KR22-G05-ENG-DIRECTION-L01)를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상호작용과문화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물건값을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물을까요?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much is it?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I'd like a ball.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How much is it?으로 값을 묻고 답해요.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I'd like ~.로 사고 싶은 것을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묻고, ②③은 해 보세요.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도서관이 어디 있는지 영어로 물어요.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 right.의 뜻을 몸으로 보여요.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10까지 영어로 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hundred와 thousand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hundred 백　·　thousand 천 (여러 개여도 s를 붙이지 않아요)</a:t>
            </a:r>
            <a:endParaRPr lang="ko-KR" sz="2800" dirty="0"/>
          </a:p>
        </p:txBody>
      </p:sp>
      <p:sp>
        <p:nvSpPr>
          <p:cNvPr id="5" name="S03-word14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hundred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</p:txBody>
      </p:sp>
      <p:sp>
        <p:nvSpPr>
          <p:cNvPr id="6" name="S03-word15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hundred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3200" dirty="0"/>
          </a:p>
        </p:txBody>
      </p:sp>
      <p:sp>
        <p:nvSpPr>
          <p:cNvPr id="7" name="S03-word16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3200" dirty="0"/>
          </a:p>
        </p:txBody>
      </p:sp>
      <p:sp>
        <p:nvSpPr>
          <p:cNvPr id="8" name="S03-word17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ko-KR" sz="3200" dirty="0"/>
          </a:p>
        </p:txBody>
      </p:sp>
      <p:sp>
        <p:nvSpPr>
          <p:cNvPr id="9" name="S03-word18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</a:t>
            </a:r>
            <a:endParaRPr lang="ko-KR" sz="3200" dirty="0"/>
          </a:p>
        </p:txBody>
      </p:sp>
      <p:sp>
        <p:nvSpPr>
          <p:cNvPr id="10" name="S03-word19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much is it?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 much is it?은 ‘얼마예요?’라는 뜻이에요.</a:t>
            </a:r>
            <a:endParaRPr lang="ko-KR" sz="2800" dirty="0"/>
          </a:p>
        </p:txBody>
      </p:sp>
      <p:sp>
        <p:nvSpPr>
          <p:cNvPr id="6" name="S04-word23"/>
          <p:cNvSpPr txBox="1"/>
          <p:nvPr/>
        </p:nvSpPr>
        <p:spPr>
          <a:xfrm>
            <a:off x="7564465" y="2697480"/>
            <a:ext cx="4075847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pencil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500원</a:t>
            </a:r>
            <a:endParaRPr lang="ko-KR" sz="3200" dirty="0"/>
          </a:p>
        </p:txBody>
      </p:sp>
      <p:sp>
        <p:nvSpPr>
          <p:cNvPr id="7" name="S04-passagebox24"/>
          <p:cNvSpPr/>
          <p:nvPr/>
        </p:nvSpPr>
        <p:spPr>
          <a:xfrm>
            <a:off x="548640" y="2011680"/>
            <a:ext cx="665006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4-passage25"/>
          <p:cNvSpPr txBox="1"/>
          <p:nvPr/>
        </p:nvSpPr>
        <p:spPr>
          <a:xfrm>
            <a:off x="822960" y="2194560"/>
            <a:ext cx="61014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much is it?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five hundred won.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I'd like a ball.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손님, B는 가게 주인이에요. 역할을 나누어 말해요.</a:t>
            </a:r>
            <a:endParaRPr lang="ko-KR" sz="2800" dirty="0"/>
          </a:p>
        </p:txBody>
      </p:sp>
      <p:sp>
        <p:nvSpPr>
          <p:cNvPr id="4" name="S05-word27"/>
          <p:cNvSpPr txBox="1"/>
          <p:nvPr/>
        </p:nvSpPr>
        <p:spPr>
          <a:xfrm>
            <a:off x="7564465" y="3246120"/>
            <a:ext cx="4075847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3200" dirty="0"/>
          </a:p>
        </p:txBody>
      </p:sp>
      <p:sp>
        <p:nvSpPr>
          <p:cNvPr id="5" name="S05-passagebox28"/>
          <p:cNvSpPr/>
          <p:nvPr/>
        </p:nvSpPr>
        <p:spPr>
          <a:xfrm>
            <a:off x="548640" y="2011680"/>
            <a:ext cx="6650065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9"/>
          <p:cNvSpPr txBox="1"/>
          <p:nvPr/>
        </p:nvSpPr>
        <p:spPr>
          <a:xfrm>
            <a:off x="822960" y="2194560"/>
            <a:ext cx="610142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Hello. I'd like a ball.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Here you are.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much is it?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two thousand won.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Here you are.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얼마예요?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How much is it?이라고 물으면 값을 말해요.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도전! 천과 백을 이어서 말해요.</a:t>
            </a:r>
            <a:endParaRPr lang="ko-KR" sz="2800" dirty="0"/>
          </a:p>
        </p:txBody>
      </p:sp>
      <p:sp>
        <p:nvSpPr>
          <p:cNvPr id="6" name="S06-word33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ruler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</a:t>
            </a:r>
            <a:endParaRPr lang="ko-KR" sz="3200" dirty="0"/>
          </a:p>
        </p:txBody>
      </p:sp>
      <p:sp>
        <p:nvSpPr>
          <p:cNvPr id="7" name="S06-word34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robot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</a:t>
            </a:r>
            <a:endParaRPr lang="ko-KR" sz="3200" dirty="0"/>
          </a:p>
        </p:txBody>
      </p:sp>
      <p:sp>
        <p:nvSpPr>
          <p:cNvPr id="8" name="S06-word35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cap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</a:t>
            </a:r>
            <a:endParaRPr lang="ko-KR" sz="3200" dirty="0"/>
          </a:p>
        </p:txBody>
      </p:sp>
      <p:sp>
        <p:nvSpPr>
          <p:cNvPr id="9" name="S06-word36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notebook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thousand일까요?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2,000원을 보고 두 가지로 말했어요.</a:t>
            </a:r>
            <a:endParaRPr lang="ko-KR" sz="2800" dirty="0"/>
          </a:p>
        </p:txBody>
      </p:sp>
      <p:sp>
        <p:nvSpPr>
          <p:cNvPr id="5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쪽인가요? 왜 그렇게 생각해요?</a:t>
            </a:r>
            <a:endParaRPr lang="ko-KR" sz="2800" dirty="0"/>
          </a:p>
        </p:txBody>
      </p:sp>
      <p:sp>
        <p:nvSpPr>
          <p:cNvPr id="7" name="S07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two thousands wons.</a:t>
            </a:r>
            <a:endParaRPr lang="ko-KR" sz="2800" dirty="0"/>
          </a:p>
        </p:txBody>
      </p:sp>
      <p:sp>
        <p:nvSpPr>
          <p:cNvPr id="9" name="S07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two thousand won.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8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2800" dirty="0"/>
          </a:p>
        </p:txBody>
      </p:sp>
      <p:sp>
        <p:nvSpPr>
          <p:cNvPr id="4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like　·　much　·　are</a:t>
            </a:r>
            <a:endParaRPr lang="ko-KR" sz="2800" dirty="0"/>
          </a:p>
        </p:txBody>
      </p:sp>
      <p:sp>
        <p:nvSpPr>
          <p:cNvPr id="6" name="S08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I'd ______ a cap.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Here you are.</a:t>
            </a:r>
            <a:endParaRPr lang="ko-KR" sz="2800" dirty="0"/>
          </a:p>
        </p:txBody>
      </p:sp>
      <p:sp>
        <p:nvSpPr>
          <p:cNvPr id="8" name="S08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______ is it?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five thousand won.</a:t>
            </a:r>
            <a:endParaRPr lang="ko-KR" sz="2800" dirty="0"/>
          </a:p>
        </p:txBody>
      </p:sp>
      <p:sp>
        <p:nvSpPr>
          <p:cNvPr id="10" name="S08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Here you ______. (돈을 주며)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놀이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I'd like ~.로 말했어요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값을 듣고 맞는 돈을 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It's ~ won.으로 값을 말했어요</a:t>
            </a:r>
            <a:endParaRPr lang="ko-KR" sz="2800" dirty="0"/>
          </a:p>
        </p:txBody>
      </p:sp>
      <p:sp>
        <p:nvSpPr>
          <p:cNvPr id="5" name="S09-stepno56"/>
          <p:cNvSpPr txBox="1"/>
          <p:nvPr/>
        </p:nvSpPr>
        <p:spPr>
          <a:xfrm>
            <a:off x="548640" y="2108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57"/>
          <p:cNvSpPr txBox="1"/>
          <p:nvPr/>
        </p:nvSpPr>
        <p:spPr>
          <a:xfrm>
            <a:off x="1325880" y="2108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3개에 가격표를 붙여요.</a:t>
            </a:r>
            <a:endParaRPr lang="ko-KR" sz="2800" dirty="0"/>
          </a:p>
        </p:txBody>
      </p:sp>
      <p:sp>
        <p:nvSpPr>
          <p:cNvPr id="7" name="S09-stepno58"/>
          <p:cNvSpPr txBox="1"/>
          <p:nvPr/>
        </p:nvSpPr>
        <p:spPr>
          <a:xfrm>
            <a:off x="548640" y="2821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59"/>
          <p:cNvSpPr txBox="1"/>
          <p:nvPr/>
        </p:nvSpPr>
        <p:spPr>
          <a:xfrm>
            <a:off x="1325880" y="2821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I'd like ~.로 말해요.</a:t>
            </a:r>
            <a:endParaRPr lang="ko-KR" sz="2800" dirty="0"/>
          </a:p>
        </p:txBody>
      </p:sp>
      <p:sp>
        <p:nvSpPr>
          <p:cNvPr id="9" name="S09-stepno60"/>
          <p:cNvSpPr txBox="1"/>
          <p:nvPr/>
        </p:nvSpPr>
        <p:spPr>
          <a:xfrm>
            <a:off x="548640" y="358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1"/>
          <p:cNvSpPr txBox="1"/>
          <p:nvPr/>
        </p:nvSpPr>
        <p:spPr>
          <a:xfrm>
            <a:off x="1325880" y="353517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 much is it?으로 묻고 It's ~ won.으로 답해요.</a:t>
            </a:r>
            <a:endParaRPr lang="ko-KR" sz="2800" dirty="0"/>
          </a:p>
        </p:txBody>
      </p:sp>
      <p:sp>
        <p:nvSpPr>
          <p:cNvPr id="11" name="S09-stepno62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63"/>
          <p:cNvSpPr txBox="1"/>
          <p:nvPr/>
        </p:nvSpPr>
        <p:spPr>
          <a:xfrm>
            <a:off x="1325880" y="4567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Here you are.로 주고받고 역할을 바꿔요.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말해 보세요.</a:t>
            </a:r>
            <a:endParaRPr lang="ko-KR" sz="2800" dirty="0"/>
          </a:p>
        </p:txBody>
      </p:sp>
      <p:sp>
        <p:nvSpPr>
          <p:cNvPr id="4" name="S10-word65"/>
          <p:cNvSpPr txBox="1"/>
          <p:nvPr/>
        </p:nvSpPr>
        <p:spPr>
          <a:xfrm>
            <a:off x="6277356" y="22402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4,000원</a:t>
            </a:r>
            <a:endParaRPr lang="ko-KR" sz="3200" dirty="0"/>
          </a:p>
        </p:txBody>
      </p:sp>
      <p:sp>
        <p:nvSpPr>
          <p:cNvPr id="5" name="S10-word66"/>
          <p:cNvSpPr txBox="1"/>
          <p:nvPr/>
        </p:nvSpPr>
        <p:spPr>
          <a:xfrm>
            <a:off x="6277356" y="425196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700원</a:t>
            </a:r>
            <a:endParaRPr lang="ko-KR" sz="3200" dirty="0"/>
          </a:p>
        </p:txBody>
      </p:sp>
      <p:sp>
        <p:nvSpPr>
          <p:cNvPr id="6" name="S10-chip6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 값을 물어요.</a:t>
            </a:r>
            <a:endParaRPr lang="ko-KR" sz="2800" dirty="0"/>
          </a:p>
        </p:txBody>
      </p:sp>
      <p:sp>
        <p:nvSpPr>
          <p:cNvPr id="8" name="S10-chip6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7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 값을 말해요.</a:t>
            </a:r>
            <a:endParaRPr lang="ko-KR" sz="2800" dirty="0"/>
          </a:p>
        </p:txBody>
      </p:sp>
      <p:sp>
        <p:nvSpPr>
          <p:cNvPr id="10" name="S10-chip7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7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펜을 사고 싶다고 말해요.</a:t>
            </a:r>
            <a:endParaRPr lang="ko-KR" sz="2800" dirty="0"/>
          </a:p>
        </p:txBody>
      </p:sp>
      <p:sp>
        <p:nvSpPr>
          <p:cNvPr id="12" name="S10-chip73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74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건네며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숫자 낱말 + hundred/thousand + won으로 말해요.</a:t>
            </a:r>
            <a:endParaRPr lang="ko-KR" sz="2800" dirty="0"/>
          </a:p>
        </p:txBody>
      </p:sp>
      <p:sp>
        <p:nvSpPr>
          <p:cNvPr id="5" name="S11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8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How much is it?</a:t>
            </a:r>
            <a:endParaRPr lang="ko-KR" sz="2800" dirty="0"/>
          </a:p>
        </p:txBody>
      </p:sp>
      <p:sp>
        <p:nvSpPr>
          <p:cNvPr id="7" name="S11-text79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 four thousand won.</a:t>
            </a:r>
            <a:endParaRPr lang="ko-KR" sz="2800" dirty="0"/>
          </a:p>
        </p:txBody>
      </p:sp>
      <p:sp>
        <p:nvSpPr>
          <p:cNvPr id="8" name="S11-text80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I'd like a pen.</a:t>
            </a:r>
            <a:endParaRPr lang="ko-KR" sz="2800" dirty="0"/>
          </a:p>
        </p:txBody>
      </p:sp>
      <p:sp>
        <p:nvSpPr>
          <p:cNvPr id="9" name="S11-text81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Here you are.</a:t>
            </a:r>
            <a:endParaRPr lang="ko-KR" sz="2800" dirty="0"/>
          </a:p>
        </p:txBody>
      </p:sp>
      <p:sp>
        <p:nvSpPr>
          <p:cNvPr id="10" name="S11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1-text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four thousands</a:t>
            </a:r>
            <a:endParaRPr lang="ko-KR" sz="2800" dirty="0"/>
          </a:p>
        </p:txBody>
      </p:sp>
      <p:sp>
        <p:nvSpPr>
          <p:cNvPr id="12" name="S11-text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s를 붙이지 않음</a:t>
            </a:r>
            <a:endParaRPr lang="ko-KR" sz="2200" dirty="0"/>
          </a:p>
        </p:txBody>
      </p:sp>
      <p:sp>
        <p:nvSpPr>
          <p:cNvPr id="13" name="S11-text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Thank you.</a:t>
            </a:r>
            <a:endParaRPr lang="ko-KR" sz="2800" dirty="0"/>
          </a:p>
        </p:txBody>
      </p:sp>
      <p:sp>
        <p:nvSpPr>
          <p:cNvPr id="14" name="S11-text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줄 때는 Here you are.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가격표를 골라요</a:t>
            </a:r>
            <a:endParaRPr lang="ko-KR" sz="4000" dirty="0"/>
          </a:p>
        </p:txBody>
      </p:sp>
      <p:sp>
        <p:nvSpPr>
          <p:cNvPr id="3" name="S12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값은 어느 것일까요? 어떻게 알았나요?</a:t>
            </a:r>
            <a:endParaRPr lang="ko-KR" sz="2800" dirty="0"/>
          </a:p>
        </p:txBody>
      </p:sp>
      <p:sp>
        <p:nvSpPr>
          <p:cNvPr id="5" name="S12-chip8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9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9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300원</a:t>
            </a:r>
            <a:endParaRPr lang="ko-KR" sz="2800" dirty="0"/>
          </a:p>
        </p:txBody>
      </p:sp>
      <p:sp>
        <p:nvSpPr>
          <p:cNvPr id="8" name="S12-chip9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9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9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</a:t>
            </a:r>
            <a:endParaRPr lang="ko-KR" sz="2800" dirty="0"/>
          </a:p>
        </p:txBody>
      </p:sp>
      <p:sp>
        <p:nvSpPr>
          <p:cNvPr id="11" name="S12-chip9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9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9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500원</a:t>
            </a:r>
            <a:endParaRPr lang="ko-KR" sz="2800" dirty="0"/>
          </a:p>
        </p:txBody>
      </p:sp>
      <p:sp>
        <p:nvSpPr>
          <p:cNvPr id="14" name="S12-chip9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9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10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묻기: How much is it? → It's ~ won.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사기: I'd like ~.　건네기: Here you are.</a:t>
            </a:r>
            <a:endParaRPr lang="ko-KR" sz="2800" dirty="0"/>
          </a:p>
        </p:txBody>
      </p:sp>
      <p:sp>
        <p:nvSpPr>
          <p:cNvPr id="5" name="S13-chip1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two thousand won</a:t>
            </a:r>
            <a:endParaRPr lang="ko-KR" sz="2200" dirty="0"/>
          </a:p>
        </p:txBody>
      </p:sp>
      <p:sp>
        <p:nvSpPr>
          <p:cNvPr id="6" name="S13-chip1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two thousands wons</a:t>
            </a:r>
            <a:endParaRPr lang="ko-KR" sz="2200" dirty="0"/>
          </a:p>
        </p:txBody>
      </p:sp>
      <p:sp>
        <p:nvSpPr>
          <p:cNvPr id="7" name="S13-text1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값을 묻는 말은?</a:t>
            </a:r>
            <a:endParaRPr lang="ko-KR" sz="2200" dirty="0"/>
          </a:p>
        </p:txBody>
      </p:sp>
      <p:sp>
        <p:nvSpPr>
          <p:cNvPr id="9" name="S13-text1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3,000원을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0" name="S13-text1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모자를 사고 싶다고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1" name="S13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명절과 문화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낱말 다시 하기</a:t>
            </a:r>
            <a:endParaRPr lang="ko-KR" sz="4000" dirty="0"/>
          </a:p>
        </p:txBody>
      </p:sp>
      <p:sp>
        <p:nvSpPr>
          <p:cNvPr id="3" name="S14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library? → Go straight. Turn left.</a:t>
            </a:r>
            <a:endParaRPr lang="ko-KR" sz="2800" dirty="0"/>
          </a:p>
        </p:txBody>
      </p:sp>
      <p:sp>
        <p:nvSpPr>
          <p:cNvPr id="5" name="S14-word112"/>
          <p:cNvSpPr txBox="1"/>
          <p:nvPr/>
        </p:nvSpPr>
        <p:spPr>
          <a:xfrm>
            <a:off x="548640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4-word113"/>
          <p:cNvSpPr txBox="1"/>
          <p:nvPr/>
        </p:nvSpPr>
        <p:spPr>
          <a:xfrm>
            <a:off x="2821838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14-word114"/>
          <p:cNvSpPr txBox="1"/>
          <p:nvPr/>
        </p:nvSpPr>
        <p:spPr>
          <a:xfrm>
            <a:off x="5095037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4-word115"/>
          <p:cNvSpPr txBox="1"/>
          <p:nvPr/>
        </p:nvSpPr>
        <p:spPr>
          <a:xfrm>
            <a:off x="7368235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4-word116"/>
          <p:cNvSpPr txBox="1"/>
          <p:nvPr/>
        </p:nvSpPr>
        <p:spPr>
          <a:xfrm>
            <a:off x="9641434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14-word117"/>
          <p:cNvSpPr txBox="1"/>
          <p:nvPr/>
        </p:nvSpPr>
        <p:spPr>
          <a:xfrm>
            <a:off x="548640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14-word118"/>
          <p:cNvSpPr txBox="1"/>
          <p:nvPr/>
        </p:nvSpPr>
        <p:spPr>
          <a:xfrm>
            <a:off x="2821838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14-word119"/>
          <p:cNvSpPr txBox="1"/>
          <p:nvPr/>
        </p:nvSpPr>
        <p:spPr>
          <a:xfrm>
            <a:off x="5095037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14-word120"/>
          <p:cNvSpPr txBox="1"/>
          <p:nvPr/>
        </p:nvSpPr>
        <p:spPr>
          <a:xfrm>
            <a:off x="7368235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14-word121"/>
          <p:cNvSpPr txBox="1"/>
          <p:nvPr/>
        </p:nvSpPr>
        <p:spPr>
          <a:xfrm>
            <a:off x="9641434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물건 사기</dc:title>
  <dc:subject>KR22-G05-ENG-SHOPPING-L01</dc:subject>
  <dc:creator>education-ppt</dc:creator>
  <cp:lastModifiedBy>education-ppt</cp:lastModifiedBy>
  <cp:revision>1</cp:revision>
  <dcterms:created xsi:type="dcterms:W3CDTF">2026-10-26T09:16:28Z</dcterms:created>
  <dcterms:modified xsi:type="dcterms:W3CDTF">2026-10-26T09:16:28Z</dcterms:modified>
</cp:coreProperties>
</file>