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f099acc-3f45-93a2-1d5e-ea97f676eecf}">
          <p14:sldIdLst>
            <p14:sldId id="256"/>
            <p14:sldId id="257"/>
          </p14:sldIdLst>
        </p14:section>
        <p14:section name="개념" id="{d5d7f8a3-24e8-4df7-e68d-a2de057e9ea2}">
          <p14:sldIdLst>
            <p14:sldId id="258"/>
            <p14:sldId id="259"/>
            <p14:sldId id="260"/>
          </p14:sldIdLst>
        </p14:section>
        <p14:section name="연습" id="{d81bc55d-4acc-63b9-2eb9-2dcc6d960c07}">
          <p14:sldIdLst>
            <p14:sldId id="261"/>
            <p14:sldId id="262"/>
            <p14:sldId id="263"/>
            <p14:sldId id="264"/>
          </p14:sldIdLst>
        </p14:section>
        <p14:section name="확인" id="{2e965808-23aa-b1e3-4440-4d7a07d27bac}">
          <p14:sldIdLst>
            <p14:sldId id="265"/>
            <p14:sldId id="266"/>
          </p14:sldIdLst>
        </p14:section>
        <p14:section name="정리" id="{d345b64e-d35f-6589-3927-78fb561d0301}">
          <p14:sldIdLst>
            <p14:sldId id="267"/>
          </p14:sldIdLst>
        </p14:section>
        <p14:section name="보충" id="{849da19f-e2c6-1b44-6974-d1fea3f43c8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상호작용과문화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길 묻고 안내하기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길 묻고 안내하기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길 묻고 안내하기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묻고 안내하기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길을 영어로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묻고 알려 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straight.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17068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Turn left.</a:t>
            </a:r>
            <a:endParaRPr lang="ko-KR" sz="32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7736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Turn right.</a:t>
            </a:r>
            <a:endParaRPr lang="ko-KR" sz="3200" dirty="0"/>
          </a:p>
        </p:txBody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길 안내를 듣고 지도에서 길을 따라가요.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Where is the ~?에 길을 안내해요.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묻는 말 떠올리기</a:t>
            </a:r>
            <a:endParaRPr lang="ko-KR" sz="40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영어로 묻고, ②③은 해 보세요.</a:t>
            </a:r>
            <a:endParaRPr lang="ko-KR" sz="28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8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어디 있는지 영어로 물어요.</a:t>
            </a:r>
            <a:endParaRPr lang="ko-KR" sz="2800" dirty="0"/>
          </a:p>
        </p:txBody>
      </p:sp>
      <p:sp>
        <p:nvSpPr>
          <p:cNvPr id="6" name="S02-chip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1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on the desk.의 뜻을 말해요.</a:t>
            </a:r>
            <a:endParaRPr lang="ko-KR" sz="2800" dirty="0"/>
          </a:p>
        </p:txBody>
      </p:sp>
      <p:sp>
        <p:nvSpPr>
          <p:cNvPr id="8" name="S02-chip1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일어서서 오른손을 들고, 왼쪽을 가리켜요.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알려 주는 세 가지 말</a:t>
            </a:r>
            <a:endParaRPr lang="ko-KR" sz="4000" dirty="0"/>
          </a:p>
        </p:txBody>
      </p:sp>
      <p:sp>
        <p:nvSpPr>
          <p:cNvPr id="3" name="S03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straight 똑바로, 쭉　·　left 왼쪽　·　right 오른쪽</a:t>
            </a:r>
            <a:endParaRPr lang="ko-KR" sz="2800" dirty="0"/>
          </a:p>
        </p:txBody>
      </p:sp>
      <p:sp>
        <p:nvSpPr>
          <p:cNvPr id="5" name="S03-figure15" descr="위로 곧게 뻗은 화살표"/>
          <p:cNvSpPr/>
          <p:nvPr/>
        </p:nvSpPr>
        <p:spPr>
          <a:xfrm>
            <a:off x="2119122" y="3855339"/>
            <a:ext cx="342900" cy="342900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3-mark16"/>
          <p:cNvSpPr/>
          <p:nvPr/>
        </p:nvSpPr>
        <p:spPr>
          <a:xfrm flipV="1">
            <a:off x="2290572" y="1832229"/>
            <a:ext cx="0" cy="219456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7" name="S03-label17"/>
          <p:cNvSpPr txBox="1"/>
          <p:nvPr/>
        </p:nvSpPr>
        <p:spPr>
          <a:xfrm>
            <a:off x="548640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straight.</a:t>
            </a:r>
            <a:endParaRPr lang="ko-KR" sz="2200" dirty="0"/>
          </a:p>
        </p:txBody>
      </p:sp>
      <p:sp>
        <p:nvSpPr>
          <p:cNvPr id="8" name="S03-figure18" descr="위로 가다가 왼쪽으로 꺾이는 화살표"/>
          <p:cNvSpPr/>
          <p:nvPr/>
        </p:nvSpPr>
        <p:spPr>
          <a:xfrm>
            <a:off x="5923026" y="3855339"/>
            <a:ext cx="342900" cy="342900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3-mark19"/>
          <p:cNvSpPr/>
          <p:nvPr/>
        </p:nvSpPr>
        <p:spPr>
          <a:xfrm flipV="1">
            <a:off x="6094476" y="2655189"/>
            <a:ext cx="0" cy="137160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10" name="S03-mark20"/>
          <p:cNvSpPr/>
          <p:nvPr/>
        </p:nvSpPr>
        <p:spPr>
          <a:xfrm flipH="1">
            <a:off x="4997196" y="2655189"/>
            <a:ext cx="1097280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1" name="S03-label21"/>
          <p:cNvSpPr txBox="1"/>
          <p:nvPr/>
        </p:nvSpPr>
        <p:spPr>
          <a:xfrm>
            <a:off x="4352544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Turn left.</a:t>
            </a:r>
            <a:endParaRPr lang="ko-KR" sz="2200" dirty="0"/>
          </a:p>
        </p:txBody>
      </p:sp>
      <p:sp>
        <p:nvSpPr>
          <p:cNvPr id="12" name="S03-figure22" descr="위로 가다가 오른쪽으로 꺾이는 화살표"/>
          <p:cNvSpPr/>
          <p:nvPr/>
        </p:nvSpPr>
        <p:spPr>
          <a:xfrm>
            <a:off x="9726930" y="3855339"/>
            <a:ext cx="342900" cy="342900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mark23"/>
          <p:cNvSpPr/>
          <p:nvPr/>
        </p:nvSpPr>
        <p:spPr>
          <a:xfrm flipV="1">
            <a:off x="9898380" y="2655189"/>
            <a:ext cx="0" cy="137160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14" name="S03-mark24"/>
          <p:cNvSpPr/>
          <p:nvPr/>
        </p:nvSpPr>
        <p:spPr>
          <a:xfrm>
            <a:off x="9898380" y="2655189"/>
            <a:ext cx="1097280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5" name="S03-label25"/>
          <p:cNvSpPr txBox="1"/>
          <p:nvPr/>
        </p:nvSpPr>
        <p:spPr>
          <a:xfrm>
            <a:off x="8156448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Turn right.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 있나요?</a:t>
            </a:r>
            <a:endParaRPr lang="ko-KR" sz="4000" dirty="0"/>
          </a:p>
        </p:txBody>
      </p:sp>
      <p:sp>
        <p:nvSpPr>
          <p:cNvPr id="3" name="S04-figure26" descr="아래쪽 가운데 출발점에서 위로 길이 나 있고, 위쪽에서 왼쪽·오른쪽으로 갈라지는 지도. 위로 가는 길의 왼쪽에 bank, 오른쪽에 bakery. 갈림길 위쪽에 왼쪽부터 library, park, hospital. 가로 길 아래쪽 왼쪽 끝에 school, 오른쪽 끝에 zoo."/>
          <p:cNvSpPr/>
          <p:nvPr/>
        </p:nvSpPr>
        <p:spPr>
          <a:xfrm>
            <a:off x="2933243" y="3502857"/>
            <a:ext cx="593750" cy="1558595"/>
          </a:xfrm>
          <a:custGeom>
            <a:avLst/>
            <a:gdLst/>
            <a:ahLst/>
            <a:cxnLst/>
            <a:rect l="l" t="t" r="r" b="b"/>
            <a:pathLst>
              <a:path w="593750" h="1558595">
                <a:moveTo>
                  <a:pt x="0" y="1558595"/>
                </a:moveTo>
                <a:lnTo>
                  <a:pt x="593750" y="1558595"/>
                </a:lnTo>
                <a:lnTo>
                  <a:pt x="593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4" name="S04-mark27"/>
          <p:cNvSpPr/>
          <p:nvPr/>
        </p:nvSpPr>
        <p:spPr>
          <a:xfrm>
            <a:off x="632460" y="2909106"/>
            <a:ext cx="5195316" cy="593750"/>
          </a:xfrm>
          <a:custGeom>
            <a:avLst/>
            <a:gdLst/>
            <a:ahLst/>
            <a:cxnLst/>
            <a:rect l="l" t="t" r="r" b="b"/>
            <a:pathLst>
              <a:path w="5195316" h="593750">
                <a:moveTo>
                  <a:pt x="0" y="593750"/>
                </a:moveTo>
                <a:lnTo>
                  <a:pt x="5195316" y="593750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5" name="S04-mark28"/>
          <p:cNvSpPr/>
          <p:nvPr/>
        </p:nvSpPr>
        <p:spPr>
          <a:xfrm>
            <a:off x="1968398" y="4096607"/>
            <a:ext cx="890626" cy="667969"/>
          </a:xfrm>
          <a:custGeom>
            <a:avLst/>
            <a:gdLst/>
            <a:ahLst/>
            <a:cxnLst/>
            <a:rect l="l" t="t" r="r" b="b"/>
            <a:pathLst>
              <a:path w="890626" h="667969">
                <a:moveTo>
                  <a:pt x="0" y="667969"/>
                </a:moveTo>
                <a:lnTo>
                  <a:pt x="890626" y="667969"/>
                </a:lnTo>
                <a:lnTo>
                  <a:pt x="890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29"/>
          <p:cNvSpPr/>
          <p:nvPr/>
        </p:nvSpPr>
        <p:spPr>
          <a:xfrm>
            <a:off x="3601212" y="4096607"/>
            <a:ext cx="1039063" cy="667969"/>
          </a:xfrm>
          <a:custGeom>
            <a:avLst/>
            <a:gdLst/>
            <a:ahLst/>
            <a:cxnLst/>
            <a:rect l="l" t="t" r="r" b="b"/>
            <a:pathLst>
              <a:path w="1039063" h="667969">
                <a:moveTo>
                  <a:pt x="0" y="667969"/>
                </a:moveTo>
                <a:lnTo>
                  <a:pt x="1039063" y="667969"/>
                </a:lnTo>
                <a:lnTo>
                  <a:pt x="10390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30"/>
          <p:cNvSpPr/>
          <p:nvPr/>
        </p:nvSpPr>
        <p:spPr>
          <a:xfrm>
            <a:off x="632460" y="3558521"/>
            <a:ext cx="1224610" cy="408203"/>
          </a:xfrm>
          <a:custGeom>
            <a:avLst/>
            <a:gdLst/>
            <a:ahLst/>
            <a:cxnLst/>
            <a:rect l="l" t="t" r="r" b="b"/>
            <a:pathLst>
              <a:path w="1224610" h="408203">
                <a:moveTo>
                  <a:pt x="0" y="408203"/>
                </a:moveTo>
                <a:lnTo>
                  <a:pt x="1224610" y="408203"/>
                </a:lnTo>
                <a:lnTo>
                  <a:pt x="12246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31"/>
          <p:cNvSpPr/>
          <p:nvPr/>
        </p:nvSpPr>
        <p:spPr>
          <a:xfrm>
            <a:off x="4751603" y="3558521"/>
            <a:ext cx="1076173" cy="408203"/>
          </a:xfrm>
          <a:custGeom>
            <a:avLst/>
            <a:gdLst/>
            <a:ahLst/>
            <a:cxnLst/>
            <a:rect l="l" t="t" r="r" b="b"/>
            <a:pathLst>
              <a:path w="1076173" h="408203">
                <a:moveTo>
                  <a:pt x="0" y="408203"/>
                </a:moveTo>
                <a:lnTo>
                  <a:pt x="1076173" y="408203"/>
                </a:lnTo>
                <a:lnTo>
                  <a:pt x="107617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32"/>
          <p:cNvSpPr/>
          <p:nvPr/>
        </p:nvSpPr>
        <p:spPr>
          <a:xfrm>
            <a:off x="706679" y="2352465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mark33"/>
          <p:cNvSpPr/>
          <p:nvPr/>
        </p:nvSpPr>
        <p:spPr>
          <a:xfrm>
            <a:off x="2413711" y="2352465"/>
            <a:ext cx="1632814" cy="482422"/>
          </a:xfrm>
          <a:custGeom>
            <a:avLst/>
            <a:gdLst/>
            <a:ahLst/>
            <a:cxnLst/>
            <a:rect l="l" t="t" r="r" b="b"/>
            <a:pathLst>
              <a:path w="1632814" h="482422">
                <a:moveTo>
                  <a:pt x="0" y="482422"/>
                </a:moveTo>
                <a:lnTo>
                  <a:pt x="1632814" y="482422"/>
                </a:lnTo>
                <a:lnTo>
                  <a:pt x="1632814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mark34"/>
          <p:cNvSpPr/>
          <p:nvPr/>
        </p:nvSpPr>
        <p:spPr>
          <a:xfrm>
            <a:off x="4194962" y="2352465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mark35"/>
          <p:cNvSpPr/>
          <p:nvPr/>
        </p:nvSpPr>
        <p:spPr>
          <a:xfrm>
            <a:off x="3126212" y="4957545"/>
            <a:ext cx="207813" cy="207813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mark36"/>
          <p:cNvSpPr/>
          <p:nvPr/>
        </p:nvSpPr>
        <p:spPr>
          <a:xfrm flipV="1">
            <a:off x="3230118" y="4430592"/>
            <a:ext cx="0" cy="482422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4" name="S04-label38"/>
          <p:cNvSpPr txBox="1"/>
          <p:nvPr/>
        </p:nvSpPr>
        <p:spPr>
          <a:xfrm>
            <a:off x="2045919" y="4255967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bank</a:t>
            </a:r>
            <a:endParaRPr lang="ko-KR" sz="2200" dirty="0"/>
          </a:p>
        </p:txBody>
      </p:sp>
      <p:sp>
        <p:nvSpPr>
          <p:cNvPr id="15" name="S04-label40"/>
          <p:cNvSpPr txBox="1"/>
          <p:nvPr/>
        </p:nvSpPr>
        <p:spPr>
          <a:xfrm>
            <a:off x="3596488" y="4255967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bakery</a:t>
            </a:r>
            <a:endParaRPr lang="ko-KR" sz="2200" dirty="0"/>
          </a:p>
        </p:txBody>
      </p:sp>
      <p:sp>
        <p:nvSpPr>
          <p:cNvPr id="16" name="S04-label42"/>
          <p:cNvSpPr txBox="1"/>
          <p:nvPr/>
        </p:nvSpPr>
        <p:spPr>
          <a:xfrm>
            <a:off x="720509" y="3587998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school</a:t>
            </a:r>
            <a:endParaRPr lang="ko-KR" sz="2200" dirty="0"/>
          </a:p>
        </p:txBody>
      </p:sp>
      <p:sp>
        <p:nvSpPr>
          <p:cNvPr id="17" name="S04-label44"/>
          <p:cNvSpPr txBox="1"/>
          <p:nvPr/>
        </p:nvSpPr>
        <p:spPr>
          <a:xfrm>
            <a:off x="5000130" y="3587998"/>
            <a:ext cx="5791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</a:t>
            </a:r>
            <a:endParaRPr lang="ko-KR" sz="2200" dirty="0"/>
          </a:p>
        </p:txBody>
      </p:sp>
      <p:sp>
        <p:nvSpPr>
          <p:cNvPr id="18" name="S04-label46"/>
          <p:cNvSpPr txBox="1"/>
          <p:nvPr/>
        </p:nvSpPr>
        <p:spPr>
          <a:xfrm>
            <a:off x="883488" y="2419052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library</a:t>
            </a:r>
            <a:endParaRPr lang="ko-KR" sz="2200" dirty="0"/>
          </a:p>
        </p:txBody>
      </p:sp>
      <p:sp>
        <p:nvSpPr>
          <p:cNvPr id="19" name="S04-label48"/>
          <p:cNvSpPr txBox="1"/>
          <p:nvPr/>
        </p:nvSpPr>
        <p:spPr>
          <a:xfrm>
            <a:off x="2862326" y="2419052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</a:t>
            </a:r>
            <a:endParaRPr lang="ko-KR" sz="2200" dirty="0"/>
          </a:p>
        </p:txBody>
      </p:sp>
      <p:sp>
        <p:nvSpPr>
          <p:cNvPr id="20" name="S04-label50"/>
          <p:cNvSpPr txBox="1"/>
          <p:nvPr/>
        </p:nvSpPr>
        <p:spPr>
          <a:xfrm>
            <a:off x="4293540" y="2419052"/>
            <a:ext cx="13614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hospital</a:t>
            </a:r>
            <a:endParaRPr lang="ko-KR" sz="2200" dirty="0"/>
          </a:p>
        </p:txBody>
      </p:sp>
      <p:sp>
        <p:nvSpPr>
          <p:cNvPr id="21" name="S04-label52"/>
          <p:cNvSpPr txBox="1"/>
          <p:nvPr/>
        </p:nvSpPr>
        <p:spPr>
          <a:xfrm>
            <a:off x="2252028" y="483116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</a:t>
            </a:r>
            <a:endParaRPr lang="ko-KR" sz="2200" dirty="0"/>
          </a:p>
        </p:txBody>
      </p:sp>
      <p:sp>
        <p:nvSpPr>
          <p:cNvPr id="22" name="S04-card53"/>
          <p:cNvSpPr/>
          <p:nvPr/>
        </p:nvSpPr>
        <p:spPr>
          <a:xfrm>
            <a:off x="6277356" y="177317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4-cardtext54"/>
          <p:cNvSpPr txBox="1"/>
          <p:nvPr/>
        </p:nvSpPr>
        <p:spPr>
          <a:xfrm>
            <a:off x="6551676" y="191033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on your left.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걸어가는 사람의 왼쪽에 있어요.</a:t>
            </a:r>
            <a:endParaRPr lang="ko-KR" sz="2800" dirty="0"/>
          </a:p>
        </p:txBody>
      </p:sp>
      <p:sp>
        <p:nvSpPr>
          <p:cNvPr id="24" name="S04-card55"/>
          <p:cNvSpPr/>
          <p:nvPr/>
        </p:nvSpPr>
        <p:spPr>
          <a:xfrm>
            <a:off x="6277356" y="3181858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4-cardtext56"/>
          <p:cNvSpPr txBox="1"/>
          <p:nvPr/>
        </p:nvSpPr>
        <p:spPr>
          <a:xfrm>
            <a:off x="6551676" y="3319018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on your right.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걸어가는 사람의 오른쪽에 있어요.</a:t>
            </a:r>
            <a:endParaRPr lang="ko-KR" sz="2800" dirty="0"/>
          </a:p>
        </p:txBody>
      </p:sp>
      <p:sp>
        <p:nvSpPr>
          <p:cNvPr id="26" name="S04-card57"/>
          <p:cNvSpPr/>
          <p:nvPr/>
        </p:nvSpPr>
        <p:spPr>
          <a:xfrm>
            <a:off x="6277356" y="459054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4-cardtext58"/>
          <p:cNvSpPr txBox="1"/>
          <p:nvPr/>
        </p:nvSpPr>
        <p:spPr>
          <a:xfrm>
            <a:off x="6551676" y="472770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next to the library.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 옆에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is the bank?</a:t>
            </a:r>
            <a:endParaRPr lang="ko-KR" sz="4000" dirty="0"/>
          </a:p>
        </p:txBody>
      </p:sp>
      <p:sp>
        <p:nvSpPr>
          <p:cNvPr id="3" name="S05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2800" dirty="0"/>
          </a:p>
        </p:txBody>
      </p:sp>
      <p:sp>
        <p:nvSpPr>
          <p:cNvPr id="4" name="S05-figure60" descr="아래쪽 가운데 출발점에서 위로 길이 나 있고, 위쪽에서 왼쪽·오른쪽으로 갈라지는 지도. 위로 가는 길의 왼쪽에 bank, 오른쪽에 bakery. 갈림길 위쪽에 왼쪽부터 library, park, hospital. 가로 길 아래쪽 왼쪽 끝에 school, 오른쪽 끝에 zoo."/>
          <p:cNvSpPr/>
          <p:nvPr/>
        </p:nvSpPr>
        <p:spPr>
          <a:xfrm>
            <a:off x="2933243" y="3845757"/>
            <a:ext cx="593750" cy="1558595"/>
          </a:xfrm>
          <a:custGeom>
            <a:avLst/>
            <a:gdLst/>
            <a:ahLst/>
            <a:cxnLst/>
            <a:rect l="l" t="t" r="r" b="b"/>
            <a:pathLst>
              <a:path w="593750" h="1558595">
                <a:moveTo>
                  <a:pt x="0" y="1558595"/>
                </a:moveTo>
                <a:lnTo>
                  <a:pt x="593750" y="1558595"/>
                </a:lnTo>
                <a:lnTo>
                  <a:pt x="593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5" name="S05-mark61"/>
          <p:cNvSpPr/>
          <p:nvPr/>
        </p:nvSpPr>
        <p:spPr>
          <a:xfrm>
            <a:off x="632460" y="3252006"/>
            <a:ext cx="5195316" cy="593750"/>
          </a:xfrm>
          <a:custGeom>
            <a:avLst/>
            <a:gdLst/>
            <a:ahLst/>
            <a:cxnLst/>
            <a:rect l="l" t="t" r="r" b="b"/>
            <a:pathLst>
              <a:path w="5195316" h="593750">
                <a:moveTo>
                  <a:pt x="0" y="593750"/>
                </a:moveTo>
                <a:lnTo>
                  <a:pt x="5195316" y="593750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6" name="S05-mark62"/>
          <p:cNvSpPr/>
          <p:nvPr/>
        </p:nvSpPr>
        <p:spPr>
          <a:xfrm>
            <a:off x="1968398" y="4439507"/>
            <a:ext cx="890626" cy="667969"/>
          </a:xfrm>
          <a:custGeom>
            <a:avLst/>
            <a:gdLst/>
            <a:ahLst/>
            <a:cxnLst/>
            <a:rect l="l" t="t" r="r" b="b"/>
            <a:pathLst>
              <a:path w="890626" h="667969">
                <a:moveTo>
                  <a:pt x="0" y="667969"/>
                </a:moveTo>
                <a:lnTo>
                  <a:pt x="890626" y="667969"/>
                </a:lnTo>
                <a:lnTo>
                  <a:pt x="890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mark63"/>
          <p:cNvSpPr/>
          <p:nvPr/>
        </p:nvSpPr>
        <p:spPr>
          <a:xfrm>
            <a:off x="3601212" y="4439507"/>
            <a:ext cx="1039063" cy="667969"/>
          </a:xfrm>
          <a:custGeom>
            <a:avLst/>
            <a:gdLst/>
            <a:ahLst/>
            <a:cxnLst/>
            <a:rect l="l" t="t" r="r" b="b"/>
            <a:pathLst>
              <a:path w="1039063" h="667969">
                <a:moveTo>
                  <a:pt x="0" y="667969"/>
                </a:moveTo>
                <a:lnTo>
                  <a:pt x="1039063" y="667969"/>
                </a:lnTo>
                <a:lnTo>
                  <a:pt x="10390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mark64"/>
          <p:cNvSpPr/>
          <p:nvPr/>
        </p:nvSpPr>
        <p:spPr>
          <a:xfrm>
            <a:off x="632460" y="3901421"/>
            <a:ext cx="1224610" cy="408203"/>
          </a:xfrm>
          <a:custGeom>
            <a:avLst/>
            <a:gdLst/>
            <a:ahLst/>
            <a:cxnLst/>
            <a:rect l="l" t="t" r="r" b="b"/>
            <a:pathLst>
              <a:path w="1224610" h="408203">
                <a:moveTo>
                  <a:pt x="0" y="408203"/>
                </a:moveTo>
                <a:lnTo>
                  <a:pt x="1224610" y="408203"/>
                </a:lnTo>
                <a:lnTo>
                  <a:pt x="12246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mark65"/>
          <p:cNvSpPr/>
          <p:nvPr/>
        </p:nvSpPr>
        <p:spPr>
          <a:xfrm>
            <a:off x="4751603" y="3901421"/>
            <a:ext cx="1076173" cy="408203"/>
          </a:xfrm>
          <a:custGeom>
            <a:avLst/>
            <a:gdLst/>
            <a:ahLst/>
            <a:cxnLst/>
            <a:rect l="l" t="t" r="r" b="b"/>
            <a:pathLst>
              <a:path w="1076173" h="408203">
                <a:moveTo>
                  <a:pt x="0" y="408203"/>
                </a:moveTo>
                <a:lnTo>
                  <a:pt x="1076173" y="408203"/>
                </a:lnTo>
                <a:lnTo>
                  <a:pt x="107617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mark66"/>
          <p:cNvSpPr/>
          <p:nvPr/>
        </p:nvSpPr>
        <p:spPr>
          <a:xfrm>
            <a:off x="706679" y="2695365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mark67"/>
          <p:cNvSpPr/>
          <p:nvPr/>
        </p:nvSpPr>
        <p:spPr>
          <a:xfrm>
            <a:off x="2413711" y="2695365"/>
            <a:ext cx="1632814" cy="482422"/>
          </a:xfrm>
          <a:custGeom>
            <a:avLst/>
            <a:gdLst/>
            <a:ahLst/>
            <a:cxnLst/>
            <a:rect l="l" t="t" r="r" b="b"/>
            <a:pathLst>
              <a:path w="1632814" h="482422">
                <a:moveTo>
                  <a:pt x="0" y="482422"/>
                </a:moveTo>
                <a:lnTo>
                  <a:pt x="1632814" y="482422"/>
                </a:lnTo>
                <a:lnTo>
                  <a:pt x="1632814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mark68"/>
          <p:cNvSpPr/>
          <p:nvPr/>
        </p:nvSpPr>
        <p:spPr>
          <a:xfrm>
            <a:off x="4194962" y="2695365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mark69"/>
          <p:cNvSpPr/>
          <p:nvPr/>
        </p:nvSpPr>
        <p:spPr>
          <a:xfrm>
            <a:off x="3126212" y="5300445"/>
            <a:ext cx="207813" cy="207813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5-mark70"/>
          <p:cNvSpPr/>
          <p:nvPr/>
        </p:nvSpPr>
        <p:spPr>
          <a:xfrm flipV="1">
            <a:off x="3230118" y="4773492"/>
            <a:ext cx="0" cy="482422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5" name="S05-label72"/>
          <p:cNvSpPr txBox="1"/>
          <p:nvPr/>
        </p:nvSpPr>
        <p:spPr>
          <a:xfrm>
            <a:off x="2045919" y="4598867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bank</a:t>
            </a:r>
            <a:endParaRPr lang="ko-KR" sz="2200" dirty="0"/>
          </a:p>
        </p:txBody>
      </p:sp>
      <p:sp>
        <p:nvSpPr>
          <p:cNvPr id="16" name="S05-label74"/>
          <p:cNvSpPr txBox="1"/>
          <p:nvPr/>
        </p:nvSpPr>
        <p:spPr>
          <a:xfrm>
            <a:off x="3596488" y="4598867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bakery</a:t>
            </a:r>
            <a:endParaRPr lang="ko-KR" sz="2200" dirty="0"/>
          </a:p>
        </p:txBody>
      </p:sp>
      <p:sp>
        <p:nvSpPr>
          <p:cNvPr id="17" name="S05-label76"/>
          <p:cNvSpPr txBox="1"/>
          <p:nvPr/>
        </p:nvSpPr>
        <p:spPr>
          <a:xfrm>
            <a:off x="720509" y="3930898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school</a:t>
            </a:r>
            <a:endParaRPr lang="ko-KR" sz="2200" dirty="0"/>
          </a:p>
        </p:txBody>
      </p:sp>
      <p:sp>
        <p:nvSpPr>
          <p:cNvPr id="18" name="S05-label78"/>
          <p:cNvSpPr txBox="1"/>
          <p:nvPr/>
        </p:nvSpPr>
        <p:spPr>
          <a:xfrm>
            <a:off x="5000130" y="3930898"/>
            <a:ext cx="5791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</a:t>
            </a:r>
            <a:endParaRPr lang="ko-KR" sz="2200" dirty="0"/>
          </a:p>
        </p:txBody>
      </p:sp>
      <p:sp>
        <p:nvSpPr>
          <p:cNvPr id="19" name="S05-label80"/>
          <p:cNvSpPr txBox="1"/>
          <p:nvPr/>
        </p:nvSpPr>
        <p:spPr>
          <a:xfrm>
            <a:off x="883488" y="2761952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library</a:t>
            </a:r>
            <a:endParaRPr lang="ko-KR" sz="2200" dirty="0"/>
          </a:p>
        </p:txBody>
      </p:sp>
      <p:sp>
        <p:nvSpPr>
          <p:cNvPr id="20" name="S05-label82"/>
          <p:cNvSpPr txBox="1"/>
          <p:nvPr/>
        </p:nvSpPr>
        <p:spPr>
          <a:xfrm>
            <a:off x="2862326" y="2761952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</a:t>
            </a:r>
            <a:endParaRPr lang="ko-KR" sz="2200" dirty="0"/>
          </a:p>
        </p:txBody>
      </p:sp>
      <p:sp>
        <p:nvSpPr>
          <p:cNvPr id="21" name="S05-label84"/>
          <p:cNvSpPr txBox="1"/>
          <p:nvPr/>
        </p:nvSpPr>
        <p:spPr>
          <a:xfrm>
            <a:off x="4293540" y="2761952"/>
            <a:ext cx="13614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hospital</a:t>
            </a:r>
            <a:endParaRPr lang="ko-KR" sz="2200" dirty="0"/>
          </a:p>
        </p:txBody>
      </p:sp>
      <p:sp>
        <p:nvSpPr>
          <p:cNvPr id="22" name="S05-label86"/>
          <p:cNvSpPr txBox="1"/>
          <p:nvPr/>
        </p:nvSpPr>
        <p:spPr>
          <a:xfrm>
            <a:off x="2252028" y="517406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</a:t>
            </a:r>
            <a:endParaRPr lang="ko-KR" sz="2200" dirty="0"/>
          </a:p>
        </p:txBody>
      </p:sp>
      <p:sp>
        <p:nvSpPr>
          <p:cNvPr id="23" name="S05-card87"/>
          <p:cNvSpPr/>
          <p:nvPr/>
        </p:nvSpPr>
        <p:spPr>
          <a:xfrm>
            <a:off x="6277356" y="225501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05-cardtext88"/>
          <p:cNvSpPr txBox="1"/>
          <p:nvPr/>
        </p:nvSpPr>
        <p:spPr>
          <a:xfrm>
            <a:off x="6551676" y="239217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Excuse me.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 is the bank?</a:t>
            </a:r>
            <a:endParaRPr lang="ko-KR" sz="2800" dirty="0"/>
          </a:p>
        </p:txBody>
      </p:sp>
      <p:sp>
        <p:nvSpPr>
          <p:cNvPr id="25" name="S05-card89"/>
          <p:cNvSpPr/>
          <p:nvPr/>
        </p:nvSpPr>
        <p:spPr>
          <a:xfrm>
            <a:off x="6277356" y="3680460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05-cardtext90"/>
          <p:cNvSpPr txBox="1"/>
          <p:nvPr/>
        </p:nvSpPr>
        <p:spPr>
          <a:xfrm>
            <a:off x="6551676" y="3817620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Go straight.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on your left.</a:t>
            </a:r>
            <a:endParaRPr lang="ko-KR" sz="2800" dirty="0"/>
          </a:p>
        </p:txBody>
      </p:sp>
      <p:sp>
        <p:nvSpPr>
          <p:cNvPr id="27" name="S05-card91"/>
          <p:cNvSpPr/>
          <p:nvPr/>
        </p:nvSpPr>
        <p:spPr>
          <a:xfrm>
            <a:off x="6277356" y="5105908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5-cardtext92"/>
          <p:cNvSpPr txBox="1"/>
          <p:nvPr/>
        </p:nvSpPr>
        <p:spPr>
          <a:xfrm>
            <a:off x="6551676" y="5243068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Thank you.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길을 따라가요</a:t>
            </a:r>
            <a:endParaRPr lang="ko-KR" sz="4000" dirty="0"/>
          </a:p>
        </p:txBody>
      </p:sp>
      <p:sp>
        <p:nvSpPr>
          <p:cNvPr id="3" name="S06-text9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길을 손가락으로 따라가요. 도착한 곳은 어디인가요?</a:t>
            </a:r>
            <a:endParaRPr lang="ko-KR" sz="2800" dirty="0"/>
          </a:p>
        </p:txBody>
      </p:sp>
      <p:sp>
        <p:nvSpPr>
          <p:cNvPr id="4" name="S06-figure94" descr="아래쪽 가운데 출발점에서 위로 길이 나 있고, 위쪽에서 왼쪽·오른쪽으로 갈라지는 지도. 위로 가는 길의 왼쪽에 bank, 오른쪽에 bakery. 갈림길 위쪽에 왼쪽부터 library, park, hospital. 가로 길 아래쪽 왼쪽 끝에 school, 오른쪽 끝에 zoo."/>
          <p:cNvSpPr/>
          <p:nvPr/>
        </p:nvSpPr>
        <p:spPr>
          <a:xfrm>
            <a:off x="5710282" y="3948996"/>
            <a:ext cx="768388" cy="2017019"/>
          </a:xfrm>
          <a:custGeom>
            <a:avLst/>
            <a:gdLst/>
            <a:ahLst/>
            <a:cxnLst/>
            <a:rect l="l" t="t" r="r" b="b"/>
            <a:pathLst>
              <a:path w="768388" h="2017019">
                <a:moveTo>
                  <a:pt x="0" y="2017019"/>
                </a:moveTo>
                <a:lnTo>
                  <a:pt x="768388" y="2017019"/>
                </a:lnTo>
                <a:lnTo>
                  <a:pt x="768388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5" name="S06-mark95"/>
          <p:cNvSpPr/>
          <p:nvPr/>
        </p:nvSpPr>
        <p:spPr>
          <a:xfrm>
            <a:off x="2732778" y="3180608"/>
            <a:ext cx="6723397" cy="768388"/>
          </a:xfrm>
          <a:custGeom>
            <a:avLst/>
            <a:gdLst/>
            <a:ahLst/>
            <a:cxnLst/>
            <a:rect l="l" t="t" r="r" b="b"/>
            <a:pathLst>
              <a:path w="6723397" h="768388">
                <a:moveTo>
                  <a:pt x="0" y="768388"/>
                </a:moveTo>
                <a:lnTo>
                  <a:pt x="6723397" y="768388"/>
                </a:lnTo>
                <a:lnTo>
                  <a:pt x="6723397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6" name="S06-mark96"/>
          <p:cNvSpPr/>
          <p:nvPr/>
        </p:nvSpPr>
        <p:spPr>
          <a:xfrm>
            <a:off x="4461651" y="4717384"/>
            <a:ext cx="1152582" cy="864437"/>
          </a:xfrm>
          <a:custGeom>
            <a:avLst/>
            <a:gdLst/>
            <a:ahLst/>
            <a:cxnLst/>
            <a:rect l="l" t="t" r="r" b="b"/>
            <a:pathLst>
              <a:path w="1152582" h="864437">
                <a:moveTo>
                  <a:pt x="0" y="864437"/>
                </a:moveTo>
                <a:lnTo>
                  <a:pt x="1152582" y="864437"/>
                </a:lnTo>
                <a:lnTo>
                  <a:pt x="115258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97"/>
          <p:cNvSpPr/>
          <p:nvPr/>
        </p:nvSpPr>
        <p:spPr>
          <a:xfrm>
            <a:off x="6574719" y="4717384"/>
            <a:ext cx="1344679" cy="864437"/>
          </a:xfrm>
          <a:custGeom>
            <a:avLst/>
            <a:gdLst/>
            <a:ahLst/>
            <a:cxnLst/>
            <a:rect l="l" t="t" r="r" b="b"/>
            <a:pathLst>
              <a:path w="1344679" h="864437">
                <a:moveTo>
                  <a:pt x="0" y="864437"/>
                </a:moveTo>
                <a:lnTo>
                  <a:pt x="1344679" y="864437"/>
                </a:lnTo>
                <a:lnTo>
                  <a:pt x="13446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98"/>
          <p:cNvSpPr/>
          <p:nvPr/>
        </p:nvSpPr>
        <p:spPr>
          <a:xfrm>
            <a:off x="2732778" y="4021032"/>
            <a:ext cx="1584801" cy="528267"/>
          </a:xfrm>
          <a:custGeom>
            <a:avLst/>
            <a:gdLst/>
            <a:ahLst/>
            <a:cxnLst/>
            <a:rect l="l" t="t" r="r" b="b"/>
            <a:pathLst>
              <a:path w="1584801" h="528267">
                <a:moveTo>
                  <a:pt x="0" y="528267"/>
                </a:moveTo>
                <a:lnTo>
                  <a:pt x="1584801" y="528267"/>
                </a:lnTo>
                <a:lnTo>
                  <a:pt x="15848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mark99"/>
          <p:cNvSpPr/>
          <p:nvPr/>
        </p:nvSpPr>
        <p:spPr>
          <a:xfrm>
            <a:off x="8063471" y="4021032"/>
            <a:ext cx="1392704" cy="528267"/>
          </a:xfrm>
          <a:custGeom>
            <a:avLst/>
            <a:gdLst/>
            <a:ahLst/>
            <a:cxnLst/>
            <a:rect l="l" t="t" r="r" b="b"/>
            <a:pathLst>
              <a:path w="1392704" h="528267">
                <a:moveTo>
                  <a:pt x="0" y="528267"/>
                </a:moveTo>
                <a:lnTo>
                  <a:pt x="1392704" y="528267"/>
                </a:lnTo>
                <a:lnTo>
                  <a:pt x="13927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mark100"/>
          <p:cNvSpPr/>
          <p:nvPr/>
        </p:nvSpPr>
        <p:spPr>
          <a:xfrm>
            <a:off x="2828826" y="2460244"/>
            <a:ext cx="2017019" cy="624315"/>
          </a:xfrm>
          <a:custGeom>
            <a:avLst/>
            <a:gdLst/>
            <a:ahLst/>
            <a:cxnLst/>
            <a:rect l="l" t="t" r="r" b="b"/>
            <a:pathLst>
              <a:path w="2017019" h="624315">
                <a:moveTo>
                  <a:pt x="0" y="624315"/>
                </a:moveTo>
                <a:lnTo>
                  <a:pt x="2017019" y="624315"/>
                </a:lnTo>
                <a:lnTo>
                  <a:pt x="201701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101"/>
          <p:cNvSpPr/>
          <p:nvPr/>
        </p:nvSpPr>
        <p:spPr>
          <a:xfrm>
            <a:off x="5037942" y="2460244"/>
            <a:ext cx="2113068" cy="624315"/>
          </a:xfrm>
          <a:custGeom>
            <a:avLst/>
            <a:gdLst/>
            <a:ahLst/>
            <a:cxnLst/>
            <a:rect l="l" t="t" r="r" b="b"/>
            <a:pathLst>
              <a:path w="2113068" h="624315">
                <a:moveTo>
                  <a:pt x="0" y="624315"/>
                </a:moveTo>
                <a:lnTo>
                  <a:pt x="2113068" y="624315"/>
                </a:lnTo>
                <a:lnTo>
                  <a:pt x="211306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mark102"/>
          <p:cNvSpPr/>
          <p:nvPr/>
        </p:nvSpPr>
        <p:spPr>
          <a:xfrm>
            <a:off x="7343107" y="2460244"/>
            <a:ext cx="2017019" cy="624315"/>
          </a:xfrm>
          <a:custGeom>
            <a:avLst/>
            <a:gdLst/>
            <a:ahLst/>
            <a:cxnLst/>
            <a:rect l="l" t="t" r="r" b="b"/>
            <a:pathLst>
              <a:path w="2017019" h="624315">
                <a:moveTo>
                  <a:pt x="0" y="624315"/>
                </a:moveTo>
                <a:lnTo>
                  <a:pt x="2017019" y="624315"/>
                </a:lnTo>
                <a:lnTo>
                  <a:pt x="201701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mark103"/>
          <p:cNvSpPr/>
          <p:nvPr/>
        </p:nvSpPr>
        <p:spPr>
          <a:xfrm>
            <a:off x="5960008" y="5831547"/>
            <a:ext cx="268936" cy="268936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6-mark104"/>
          <p:cNvSpPr/>
          <p:nvPr/>
        </p:nvSpPr>
        <p:spPr>
          <a:xfrm flipV="1">
            <a:off x="6094476" y="5149603"/>
            <a:ext cx="0" cy="624315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5" name="S06-label106"/>
          <p:cNvSpPr txBox="1"/>
          <p:nvPr/>
        </p:nvSpPr>
        <p:spPr>
          <a:xfrm>
            <a:off x="4670150" y="4974978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bank</a:t>
            </a:r>
            <a:endParaRPr lang="ko-KR" sz="2200" dirty="0"/>
          </a:p>
        </p:txBody>
      </p:sp>
      <p:sp>
        <p:nvSpPr>
          <p:cNvPr id="16" name="S06-label108"/>
          <p:cNvSpPr txBox="1"/>
          <p:nvPr/>
        </p:nvSpPr>
        <p:spPr>
          <a:xfrm>
            <a:off x="6722802" y="4974978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bakery</a:t>
            </a:r>
            <a:endParaRPr lang="ko-KR" sz="2200" dirty="0"/>
          </a:p>
        </p:txBody>
      </p:sp>
      <p:sp>
        <p:nvSpPr>
          <p:cNvPr id="17" name="S06-label110"/>
          <p:cNvSpPr txBox="1"/>
          <p:nvPr/>
        </p:nvSpPr>
        <p:spPr>
          <a:xfrm>
            <a:off x="3000922" y="4110541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school</a:t>
            </a:r>
            <a:endParaRPr lang="ko-KR" sz="2200" dirty="0"/>
          </a:p>
        </p:txBody>
      </p:sp>
      <p:sp>
        <p:nvSpPr>
          <p:cNvPr id="18" name="S06-label112"/>
          <p:cNvSpPr txBox="1"/>
          <p:nvPr/>
        </p:nvSpPr>
        <p:spPr>
          <a:xfrm>
            <a:off x="8470263" y="4110541"/>
            <a:ext cx="5791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</a:t>
            </a:r>
            <a:endParaRPr lang="ko-KR" sz="2200" dirty="0"/>
          </a:p>
        </p:txBody>
      </p:sp>
      <p:sp>
        <p:nvSpPr>
          <p:cNvPr id="19" name="S06-label114"/>
          <p:cNvSpPr txBox="1"/>
          <p:nvPr/>
        </p:nvSpPr>
        <p:spPr>
          <a:xfrm>
            <a:off x="3234848" y="2597777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library</a:t>
            </a:r>
            <a:endParaRPr lang="ko-KR" sz="2200" dirty="0"/>
          </a:p>
        </p:txBody>
      </p:sp>
      <p:sp>
        <p:nvSpPr>
          <p:cNvPr id="20" name="S06-label116"/>
          <p:cNvSpPr txBox="1"/>
          <p:nvPr/>
        </p:nvSpPr>
        <p:spPr>
          <a:xfrm>
            <a:off x="5726684" y="2597777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</a:t>
            </a:r>
            <a:endParaRPr lang="ko-KR" sz="2200" dirty="0"/>
          </a:p>
        </p:txBody>
      </p:sp>
      <p:sp>
        <p:nvSpPr>
          <p:cNvPr id="21" name="S06-label118"/>
          <p:cNvSpPr txBox="1"/>
          <p:nvPr/>
        </p:nvSpPr>
        <p:spPr>
          <a:xfrm>
            <a:off x="7670896" y="2597777"/>
            <a:ext cx="13614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hospital</a:t>
            </a:r>
            <a:endParaRPr lang="ko-KR" sz="2200" dirty="0"/>
          </a:p>
        </p:txBody>
      </p:sp>
      <p:sp>
        <p:nvSpPr>
          <p:cNvPr id="22" name="S06-label120"/>
          <p:cNvSpPr txBox="1"/>
          <p:nvPr/>
        </p:nvSpPr>
        <p:spPr>
          <a:xfrm>
            <a:off x="4925375" y="571935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왼쪽일까요, 오른쪽일까요?</a:t>
            </a:r>
            <a:endParaRPr lang="ko-KR" sz="4000" dirty="0"/>
          </a:p>
        </p:txBody>
      </p:sp>
      <p:sp>
        <p:nvSpPr>
          <p:cNvPr id="3" name="S07-card12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2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 straight. Turn right. 은행은 어느 쪽일까요? 친구는 은행이 화면 오른쪽에 있으니 It's on your right.라고 했어요.</a:t>
            </a:r>
            <a:endParaRPr lang="ko-KR" sz="2800" dirty="0"/>
          </a:p>
        </p:txBody>
      </p:sp>
      <p:sp>
        <p:nvSpPr>
          <p:cNvPr id="5" name="S07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걷는 사람에게 은행은 어느 쪽인가요? 친구의 말을 고쳐 말해요.</a:t>
            </a:r>
            <a:endParaRPr lang="ko-KR" sz="2800" dirty="0"/>
          </a:p>
        </p:txBody>
      </p:sp>
      <p:sp>
        <p:nvSpPr>
          <p:cNvPr id="7" name="S07-chip125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지도 그대로</a:t>
            </a:r>
            <a:endParaRPr lang="ko-KR" sz="2200" dirty="0"/>
          </a:p>
        </p:txBody>
      </p:sp>
      <p:sp>
        <p:nvSpPr>
          <p:cNvPr id="8" name="S07-figure126" descr="출발해서 위로 간 뒤 오른쪽으로 돈 길. 은행은 오른쪽으로 돈 길의 위쪽(화면 오른쪽 위)에 있다."/>
          <p:cNvSpPr/>
          <p:nvPr/>
        </p:nvSpPr>
        <p:spPr>
          <a:xfrm>
            <a:off x="3141402" y="3566668"/>
            <a:ext cx="912508" cy="709729"/>
          </a:xfrm>
          <a:custGeom>
            <a:avLst/>
            <a:gdLst/>
            <a:ahLst/>
            <a:cxnLst/>
            <a:rect l="l" t="t" r="r" b="b"/>
            <a:pathLst>
              <a:path w="912508" h="709729">
                <a:moveTo>
                  <a:pt x="0" y="709729"/>
                </a:moveTo>
                <a:lnTo>
                  <a:pt x="912508" y="709729"/>
                </a:lnTo>
                <a:lnTo>
                  <a:pt x="91250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mark127"/>
          <p:cNvSpPr/>
          <p:nvPr/>
        </p:nvSpPr>
        <p:spPr>
          <a:xfrm>
            <a:off x="2761190" y="4859388"/>
            <a:ext cx="152085" cy="152085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mark128"/>
          <p:cNvSpPr/>
          <p:nvPr/>
        </p:nvSpPr>
        <p:spPr>
          <a:xfrm flipV="1">
            <a:off x="2837233" y="4428481"/>
            <a:ext cx="0" cy="418233"/>
          </a:xfrm>
          <a:prstGeom prst="line">
            <a:avLst/>
          </a:prstGeom>
          <a:noFill/>
          <a:ln w="44450">
            <a:solidFill>
              <a:srgbClr val="3D5A80"/>
            </a:solidFill>
            <a:prstDash val="solid"/>
          </a:ln>
        </p:spPr>
      </p:sp>
      <p:sp>
        <p:nvSpPr>
          <p:cNvPr id="11" name="S07-mark129"/>
          <p:cNvSpPr/>
          <p:nvPr/>
        </p:nvSpPr>
        <p:spPr>
          <a:xfrm>
            <a:off x="2837233" y="4428481"/>
            <a:ext cx="1267372" cy="0"/>
          </a:xfrm>
          <a:prstGeom prst="line">
            <a:avLst/>
          </a:prstGeom>
          <a:noFill/>
          <a:ln w="444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7-label131"/>
          <p:cNvSpPr txBox="1"/>
          <p:nvPr/>
        </p:nvSpPr>
        <p:spPr>
          <a:xfrm>
            <a:off x="3229864" y="3746907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bank</a:t>
            </a:r>
            <a:endParaRPr lang="ko-KR" sz="2200" dirty="0"/>
          </a:p>
        </p:txBody>
      </p:sp>
      <p:sp>
        <p:nvSpPr>
          <p:cNvPr id="13" name="S07-label133"/>
          <p:cNvSpPr txBox="1"/>
          <p:nvPr/>
        </p:nvSpPr>
        <p:spPr>
          <a:xfrm>
            <a:off x="2115671" y="476080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</a:t>
            </a:r>
            <a:endParaRPr lang="ko-KR" sz="2200" dirty="0"/>
          </a:p>
        </p:txBody>
      </p:sp>
      <p:sp>
        <p:nvSpPr>
          <p:cNvPr id="14" name="S07-chip134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가는 쪽을 위로 돌린 지도</a:t>
            </a:r>
            <a:endParaRPr lang="ko-KR" sz="2200" dirty="0"/>
          </a:p>
        </p:txBody>
      </p:sp>
      <p:sp>
        <p:nvSpPr>
          <p:cNvPr id="15" name="S07-figure135" descr="같은 길을 마지막에 가는 쪽이 위가 되게 돌린 그림. 위로 가는 길의 왼쪽에 은행이 있다."/>
          <p:cNvSpPr/>
          <p:nvPr/>
        </p:nvSpPr>
        <p:spPr>
          <a:xfrm>
            <a:off x="7982957" y="3718753"/>
            <a:ext cx="709729" cy="912508"/>
          </a:xfrm>
          <a:custGeom>
            <a:avLst/>
            <a:gdLst/>
            <a:ahLst/>
            <a:cxnLst/>
            <a:rect l="l" t="t" r="r" b="b"/>
            <a:pathLst>
              <a:path w="709729" h="912508">
                <a:moveTo>
                  <a:pt x="0" y="912508"/>
                </a:moveTo>
                <a:lnTo>
                  <a:pt x="709729" y="912508"/>
                </a:lnTo>
                <a:lnTo>
                  <a:pt x="7097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mark136"/>
          <p:cNvSpPr/>
          <p:nvPr/>
        </p:nvSpPr>
        <p:spPr>
          <a:xfrm>
            <a:off x="9275677" y="4859388"/>
            <a:ext cx="152085" cy="152085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7-mark137"/>
          <p:cNvSpPr/>
          <p:nvPr/>
        </p:nvSpPr>
        <p:spPr>
          <a:xfrm flipH="1">
            <a:off x="8844770" y="4935430"/>
            <a:ext cx="418233" cy="0"/>
          </a:xfrm>
          <a:prstGeom prst="line">
            <a:avLst/>
          </a:prstGeom>
          <a:noFill/>
          <a:ln w="44450">
            <a:solidFill>
              <a:srgbClr val="3D5A80"/>
            </a:solidFill>
            <a:prstDash val="solid"/>
          </a:ln>
        </p:spPr>
      </p:sp>
      <p:sp>
        <p:nvSpPr>
          <p:cNvPr id="18" name="S07-mark138"/>
          <p:cNvSpPr/>
          <p:nvPr/>
        </p:nvSpPr>
        <p:spPr>
          <a:xfrm flipV="1">
            <a:off x="8844770" y="3668058"/>
            <a:ext cx="0" cy="1267372"/>
          </a:xfrm>
          <a:prstGeom prst="line">
            <a:avLst/>
          </a:prstGeom>
          <a:noFill/>
          <a:ln w="444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9" name="S07-label140"/>
          <p:cNvSpPr txBox="1"/>
          <p:nvPr/>
        </p:nvSpPr>
        <p:spPr>
          <a:xfrm>
            <a:off x="7970030" y="4000382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bank</a:t>
            </a:r>
            <a:endParaRPr lang="ko-KR" sz="2200" dirty="0"/>
          </a:p>
        </p:txBody>
      </p:sp>
      <p:sp>
        <p:nvSpPr>
          <p:cNvPr id="20" name="S07-label142"/>
          <p:cNvSpPr txBox="1"/>
          <p:nvPr/>
        </p:nvSpPr>
        <p:spPr>
          <a:xfrm>
            <a:off x="9415929" y="476080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보고 길을 안내해요</a:t>
            </a:r>
            <a:endParaRPr lang="ko-KR" sz="4000" dirty="0"/>
          </a:p>
        </p:txBody>
      </p:sp>
      <p:sp>
        <p:nvSpPr>
          <p:cNvPr id="3" name="S08-card14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4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　Go straight.　·　Turn left/right.　·　It's on your left/right.　·　It's next to ~.</a:t>
            </a:r>
            <a:endParaRPr lang="ko-KR" sz="2800" dirty="0"/>
          </a:p>
        </p:txBody>
      </p:sp>
      <p:sp>
        <p:nvSpPr>
          <p:cNvPr id="5" name="S08-figure145" descr="아래쪽 가운데 출발점에서 위로 길이 나 있고, 위쪽에서 왼쪽·오른쪽으로 갈라지는 지도. 위로 가는 길의 왼쪽에 bank, 오른쪽에 bakery. 갈림길 위쪽에 왼쪽부터 library, park, hospital. 가로 길 아래쪽 왼쪽 끝에 school, 오른쪽 끝에 zoo."/>
          <p:cNvSpPr/>
          <p:nvPr/>
        </p:nvSpPr>
        <p:spPr>
          <a:xfrm>
            <a:off x="8661959" y="2790133"/>
            <a:ext cx="593750" cy="1558595"/>
          </a:xfrm>
          <a:custGeom>
            <a:avLst/>
            <a:gdLst/>
            <a:ahLst/>
            <a:cxnLst/>
            <a:rect l="l" t="t" r="r" b="b"/>
            <a:pathLst>
              <a:path w="593750" h="1558595">
                <a:moveTo>
                  <a:pt x="0" y="1558595"/>
                </a:moveTo>
                <a:lnTo>
                  <a:pt x="593750" y="1558595"/>
                </a:lnTo>
                <a:lnTo>
                  <a:pt x="593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6" name="S08-mark146"/>
          <p:cNvSpPr/>
          <p:nvPr/>
        </p:nvSpPr>
        <p:spPr>
          <a:xfrm>
            <a:off x="6361176" y="2196382"/>
            <a:ext cx="5195316" cy="593750"/>
          </a:xfrm>
          <a:custGeom>
            <a:avLst/>
            <a:gdLst/>
            <a:ahLst/>
            <a:cxnLst/>
            <a:rect l="l" t="t" r="r" b="b"/>
            <a:pathLst>
              <a:path w="5195316" h="593750">
                <a:moveTo>
                  <a:pt x="0" y="593750"/>
                </a:moveTo>
                <a:lnTo>
                  <a:pt x="5195316" y="593750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147"/>
          <p:cNvSpPr/>
          <p:nvPr/>
        </p:nvSpPr>
        <p:spPr>
          <a:xfrm>
            <a:off x="7697114" y="3383883"/>
            <a:ext cx="890626" cy="667969"/>
          </a:xfrm>
          <a:custGeom>
            <a:avLst/>
            <a:gdLst/>
            <a:ahLst/>
            <a:cxnLst/>
            <a:rect l="l" t="t" r="r" b="b"/>
            <a:pathLst>
              <a:path w="890626" h="667969">
                <a:moveTo>
                  <a:pt x="0" y="667969"/>
                </a:moveTo>
                <a:lnTo>
                  <a:pt x="890626" y="667969"/>
                </a:lnTo>
                <a:lnTo>
                  <a:pt x="890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148"/>
          <p:cNvSpPr/>
          <p:nvPr/>
        </p:nvSpPr>
        <p:spPr>
          <a:xfrm>
            <a:off x="9329928" y="3383883"/>
            <a:ext cx="1039063" cy="667969"/>
          </a:xfrm>
          <a:custGeom>
            <a:avLst/>
            <a:gdLst/>
            <a:ahLst/>
            <a:cxnLst/>
            <a:rect l="l" t="t" r="r" b="b"/>
            <a:pathLst>
              <a:path w="1039063" h="667969">
                <a:moveTo>
                  <a:pt x="0" y="667969"/>
                </a:moveTo>
                <a:lnTo>
                  <a:pt x="1039063" y="667969"/>
                </a:lnTo>
                <a:lnTo>
                  <a:pt x="10390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149"/>
          <p:cNvSpPr/>
          <p:nvPr/>
        </p:nvSpPr>
        <p:spPr>
          <a:xfrm>
            <a:off x="6361176" y="2845797"/>
            <a:ext cx="1224610" cy="408203"/>
          </a:xfrm>
          <a:custGeom>
            <a:avLst/>
            <a:gdLst/>
            <a:ahLst/>
            <a:cxnLst/>
            <a:rect l="l" t="t" r="r" b="b"/>
            <a:pathLst>
              <a:path w="1224610" h="408203">
                <a:moveTo>
                  <a:pt x="0" y="408203"/>
                </a:moveTo>
                <a:lnTo>
                  <a:pt x="1224610" y="408203"/>
                </a:lnTo>
                <a:lnTo>
                  <a:pt x="12246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mark150"/>
          <p:cNvSpPr/>
          <p:nvPr/>
        </p:nvSpPr>
        <p:spPr>
          <a:xfrm>
            <a:off x="10480319" y="2845797"/>
            <a:ext cx="1076173" cy="408203"/>
          </a:xfrm>
          <a:custGeom>
            <a:avLst/>
            <a:gdLst/>
            <a:ahLst/>
            <a:cxnLst/>
            <a:rect l="l" t="t" r="r" b="b"/>
            <a:pathLst>
              <a:path w="1076173" h="408203">
                <a:moveTo>
                  <a:pt x="0" y="408203"/>
                </a:moveTo>
                <a:lnTo>
                  <a:pt x="1076173" y="408203"/>
                </a:lnTo>
                <a:lnTo>
                  <a:pt x="107617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mark151"/>
          <p:cNvSpPr/>
          <p:nvPr/>
        </p:nvSpPr>
        <p:spPr>
          <a:xfrm>
            <a:off x="6435395" y="1639741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mark152"/>
          <p:cNvSpPr/>
          <p:nvPr/>
        </p:nvSpPr>
        <p:spPr>
          <a:xfrm>
            <a:off x="8142427" y="1639741"/>
            <a:ext cx="1632814" cy="482422"/>
          </a:xfrm>
          <a:custGeom>
            <a:avLst/>
            <a:gdLst/>
            <a:ahLst/>
            <a:cxnLst/>
            <a:rect l="l" t="t" r="r" b="b"/>
            <a:pathLst>
              <a:path w="1632814" h="482422">
                <a:moveTo>
                  <a:pt x="0" y="482422"/>
                </a:moveTo>
                <a:lnTo>
                  <a:pt x="1632814" y="482422"/>
                </a:lnTo>
                <a:lnTo>
                  <a:pt x="1632814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mark153"/>
          <p:cNvSpPr/>
          <p:nvPr/>
        </p:nvSpPr>
        <p:spPr>
          <a:xfrm>
            <a:off x="9923678" y="1639741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mark154"/>
          <p:cNvSpPr/>
          <p:nvPr/>
        </p:nvSpPr>
        <p:spPr>
          <a:xfrm>
            <a:off x="8854928" y="4244821"/>
            <a:ext cx="207813" cy="207813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8-mark155"/>
          <p:cNvSpPr/>
          <p:nvPr/>
        </p:nvSpPr>
        <p:spPr>
          <a:xfrm flipV="1">
            <a:off x="8958834" y="3717868"/>
            <a:ext cx="0" cy="482422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6" name="S08-label157"/>
          <p:cNvSpPr txBox="1"/>
          <p:nvPr/>
        </p:nvSpPr>
        <p:spPr>
          <a:xfrm>
            <a:off x="7774635" y="3543243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bank</a:t>
            </a:r>
            <a:endParaRPr lang="ko-KR" sz="2200" dirty="0"/>
          </a:p>
        </p:txBody>
      </p:sp>
      <p:sp>
        <p:nvSpPr>
          <p:cNvPr id="17" name="S08-label159"/>
          <p:cNvSpPr txBox="1"/>
          <p:nvPr/>
        </p:nvSpPr>
        <p:spPr>
          <a:xfrm>
            <a:off x="9325204" y="3543243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bakery</a:t>
            </a:r>
            <a:endParaRPr lang="ko-KR" sz="2200" dirty="0"/>
          </a:p>
        </p:txBody>
      </p:sp>
      <p:sp>
        <p:nvSpPr>
          <p:cNvPr id="18" name="S08-label161"/>
          <p:cNvSpPr txBox="1"/>
          <p:nvPr/>
        </p:nvSpPr>
        <p:spPr>
          <a:xfrm>
            <a:off x="6449225" y="2875274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school</a:t>
            </a:r>
            <a:endParaRPr lang="ko-KR" sz="2200" dirty="0"/>
          </a:p>
        </p:txBody>
      </p:sp>
      <p:sp>
        <p:nvSpPr>
          <p:cNvPr id="19" name="S08-label163"/>
          <p:cNvSpPr txBox="1"/>
          <p:nvPr/>
        </p:nvSpPr>
        <p:spPr>
          <a:xfrm>
            <a:off x="10728846" y="2875274"/>
            <a:ext cx="5791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</a:t>
            </a:r>
            <a:endParaRPr lang="ko-KR" sz="2200" dirty="0"/>
          </a:p>
        </p:txBody>
      </p:sp>
      <p:sp>
        <p:nvSpPr>
          <p:cNvPr id="20" name="S08-label165"/>
          <p:cNvSpPr txBox="1"/>
          <p:nvPr/>
        </p:nvSpPr>
        <p:spPr>
          <a:xfrm>
            <a:off x="6612204" y="1706328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library</a:t>
            </a:r>
            <a:endParaRPr lang="ko-KR" sz="2200" dirty="0"/>
          </a:p>
        </p:txBody>
      </p:sp>
      <p:sp>
        <p:nvSpPr>
          <p:cNvPr id="21" name="S08-label167"/>
          <p:cNvSpPr txBox="1"/>
          <p:nvPr/>
        </p:nvSpPr>
        <p:spPr>
          <a:xfrm>
            <a:off x="8591042" y="1706328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</a:t>
            </a:r>
            <a:endParaRPr lang="ko-KR" sz="2200" dirty="0"/>
          </a:p>
        </p:txBody>
      </p:sp>
      <p:sp>
        <p:nvSpPr>
          <p:cNvPr id="22" name="S08-label169"/>
          <p:cNvSpPr txBox="1"/>
          <p:nvPr/>
        </p:nvSpPr>
        <p:spPr>
          <a:xfrm>
            <a:off x="10022256" y="1706328"/>
            <a:ext cx="13614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hospital</a:t>
            </a:r>
            <a:endParaRPr lang="ko-KR" sz="2200" dirty="0"/>
          </a:p>
        </p:txBody>
      </p:sp>
      <p:sp>
        <p:nvSpPr>
          <p:cNvPr id="23" name="S08-label171"/>
          <p:cNvSpPr txBox="1"/>
          <p:nvPr/>
        </p:nvSpPr>
        <p:spPr>
          <a:xfrm>
            <a:off x="7980744" y="411843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</a:t>
            </a:r>
            <a:endParaRPr lang="ko-KR" sz="2200" dirty="0"/>
          </a:p>
        </p:txBody>
      </p:sp>
      <p:sp>
        <p:nvSpPr>
          <p:cNvPr id="24" name="S08-chip172"/>
          <p:cNvSpPr txBox="1"/>
          <p:nvPr/>
        </p:nvSpPr>
        <p:spPr>
          <a:xfrm>
            <a:off x="548640" y="14071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5" name="S08-text173"/>
          <p:cNvSpPr txBox="1"/>
          <p:nvPr/>
        </p:nvSpPr>
        <p:spPr>
          <a:xfrm>
            <a:off x="1344168" y="1325880"/>
            <a:ext cx="4567428" cy="72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is the bank?</a:t>
            </a:r>
            <a:endParaRPr lang="ko-KR" sz="2800" dirty="0"/>
          </a:p>
        </p:txBody>
      </p:sp>
      <p:sp>
        <p:nvSpPr>
          <p:cNvPr id="26" name="S08-chip174"/>
          <p:cNvSpPr txBox="1"/>
          <p:nvPr/>
        </p:nvSpPr>
        <p:spPr>
          <a:xfrm>
            <a:off x="548640" y="231952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7" name="S08-text175"/>
          <p:cNvSpPr txBox="1"/>
          <p:nvPr/>
        </p:nvSpPr>
        <p:spPr>
          <a:xfrm>
            <a:off x="1344168" y="2238248"/>
            <a:ext cx="4567428" cy="72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is the school?</a:t>
            </a:r>
            <a:endParaRPr lang="ko-KR" sz="2800" dirty="0"/>
          </a:p>
        </p:txBody>
      </p:sp>
      <p:sp>
        <p:nvSpPr>
          <p:cNvPr id="28" name="S08-chip176"/>
          <p:cNvSpPr txBox="1"/>
          <p:nvPr/>
        </p:nvSpPr>
        <p:spPr>
          <a:xfrm>
            <a:off x="548640" y="32318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9" name="S08-text177"/>
          <p:cNvSpPr txBox="1"/>
          <p:nvPr/>
        </p:nvSpPr>
        <p:spPr>
          <a:xfrm>
            <a:off x="1344168" y="3150616"/>
            <a:ext cx="4567428" cy="72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is the hospital?</a:t>
            </a:r>
            <a:endParaRPr lang="ko-KR" sz="2800" dirty="0"/>
          </a:p>
        </p:txBody>
      </p:sp>
      <p:sp>
        <p:nvSpPr>
          <p:cNvPr id="30" name="S08-chip178"/>
          <p:cNvSpPr txBox="1"/>
          <p:nvPr/>
        </p:nvSpPr>
        <p:spPr>
          <a:xfrm>
            <a:off x="548640" y="414426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1" name="S08-text179"/>
          <p:cNvSpPr txBox="1"/>
          <p:nvPr/>
        </p:nvSpPr>
        <p:spPr>
          <a:xfrm>
            <a:off x="1344168" y="4062984"/>
            <a:ext cx="4567428" cy="72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is the park?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안 길 안내 놀이</a:t>
            </a:r>
            <a:endParaRPr lang="ko-KR" sz="4000" dirty="0"/>
          </a:p>
        </p:txBody>
      </p:sp>
      <p:sp>
        <p:nvSpPr>
          <p:cNvPr id="3" name="S09-card180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81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Where is the ~?로 물었어요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안내를 듣고 바르게 걸어갔어요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왼쪽·오른쪽을 바르게 말했어요</a:t>
            </a:r>
            <a:endParaRPr lang="ko-KR" sz="2800" dirty="0"/>
          </a:p>
        </p:txBody>
      </p:sp>
      <p:sp>
        <p:nvSpPr>
          <p:cNvPr id="5" name="S09-stepno182"/>
          <p:cNvSpPr txBox="1"/>
          <p:nvPr/>
        </p:nvSpPr>
        <p:spPr>
          <a:xfrm>
            <a:off x="548640" y="215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183"/>
          <p:cNvSpPr txBox="1"/>
          <p:nvPr/>
        </p:nvSpPr>
        <p:spPr>
          <a:xfrm>
            <a:off x="1325880" y="210870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현관(출발)에서 갈 곳을 정해요.</a:t>
            </a:r>
            <a:endParaRPr lang="ko-KR" sz="2800" dirty="0"/>
          </a:p>
        </p:txBody>
      </p:sp>
      <p:sp>
        <p:nvSpPr>
          <p:cNvPr id="7" name="S09-stepno184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185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 is the ~?로 물어요.</a:t>
            </a:r>
            <a:endParaRPr lang="ko-KR" sz="2800" dirty="0"/>
          </a:p>
        </p:txBody>
      </p:sp>
      <p:sp>
        <p:nvSpPr>
          <p:cNvPr id="9" name="S09-stepno186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187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안내를 듣고 그대로 걸어가요.</a:t>
            </a:r>
            <a:endParaRPr lang="ko-KR" sz="2800" dirty="0"/>
          </a:p>
        </p:txBody>
      </p:sp>
      <p:sp>
        <p:nvSpPr>
          <p:cNvPr id="11" name="S09-stepno188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189"/>
          <p:cNvSpPr txBox="1"/>
          <p:nvPr/>
        </p:nvSpPr>
        <p:spPr>
          <a:xfrm>
            <a:off x="1325880" y="48864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바꿔서 길을 안내해요.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듣고 답하고, ②③은 길을 안내해요.</a:t>
            </a:r>
            <a:endParaRPr lang="ko-KR" sz="2800" dirty="0"/>
          </a:p>
        </p:txBody>
      </p:sp>
      <p:sp>
        <p:nvSpPr>
          <p:cNvPr id="4" name="S10-figure191" descr="아래쪽 가운데 출발점에서 위로 길이 나 있고, 위쪽에서 왼쪽·오른쪽으로 갈라지는 지도. 위로 가는 길의 왼쪽에 bank, 오른쪽에 bakery. 갈림길 위쪽에 왼쪽부터 library, park, hospital. 가로 길 아래쪽 왼쪽 끝에 school, 오른쪽 끝에 zoo."/>
          <p:cNvSpPr/>
          <p:nvPr/>
        </p:nvSpPr>
        <p:spPr>
          <a:xfrm>
            <a:off x="8661959" y="3845757"/>
            <a:ext cx="593750" cy="1558595"/>
          </a:xfrm>
          <a:custGeom>
            <a:avLst/>
            <a:gdLst/>
            <a:ahLst/>
            <a:cxnLst/>
            <a:rect l="l" t="t" r="r" b="b"/>
            <a:pathLst>
              <a:path w="593750" h="1558595">
                <a:moveTo>
                  <a:pt x="0" y="1558595"/>
                </a:moveTo>
                <a:lnTo>
                  <a:pt x="593750" y="1558595"/>
                </a:lnTo>
                <a:lnTo>
                  <a:pt x="593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5" name="S10-mark192"/>
          <p:cNvSpPr/>
          <p:nvPr/>
        </p:nvSpPr>
        <p:spPr>
          <a:xfrm>
            <a:off x="6361176" y="3252006"/>
            <a:ext cx="5195316" cy="593750"/>
          </a:xfrm>
          <a:custGeom>
            <a:avLst/>
            <a:gdLst/>
            <a:ahLst/>
            <a:cxnLst/>
            <a:rect l="l" t="t" r="r" b="b"/>
            <a:pathLst>
              <a:path w="5195316" h="593750">
                <a:moveTo>
                  <a:pt x="0" y="593750"/>
                </a:moveTo>
                <a:lnTo>
                  <a:pt x="5195316" y="593750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6" name="S10-mark193"/>
          <p:cNvSpPr/>
          <p:nvPr/>
        </p:nvSpPr>
        <p:spPr>
          <a:xfrm>
            <a:off x="7697114" y="4439507"/>
            <a:ext cx="890626" cy="667969"/>
          </a:xfrm>
          <a:custGeom>
            <a:avLst/>
            <a:gdLst/>
            <a:ahLst/>
            <a:cxnLst/>
            <a:rect l="l" t="t" r="r" b="b"/>
            <a:pathLst>
              <a:path w="890626" h="667969">
                <a:moveTo>
                  <a:pt x="0" y="667969"/>
                </a:moveTo>
                <a:lnTo>
                  <a:pt x="890626" y="667969"/>
                </a:lnTo>
                <a:lnTo>
                  <a:pt x="890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mark194"/>
          <p:cNvSpPr/>
          <p:nvPr/>
        </p:nvSpPr>
        <p:spPr>
          <a:xfrm>
            <a:off x="9329928" y="4439507"/>
            <a:ext cx="1039063" cy="667969"/>
          </a:xfrm>
          <a:custGeom>
            <a:avLst/>
            <a:gdLst/>
            <a:ahLst/>
            <a:cxnLst/>
            <a:rect l="l" t="t" r="r" b="b"/>
            <a:pathLst>
              <a:path w="1039063" h="667969">
                <a:moveTo>
                  <a:pt x="0" y="667969"/>
                </a:moveTo>
                <a:lnTo>
                  <a:pt x="1039063" y="667969"/>
                </a:lnTo>
                <a:lnTo>
                  <a:pt x="10390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0-mark195"/>
          <p:cNvSpPr/>
          <p:nvPr/>
        </p:nvSpPr>
        <p:spPr>
          <a:xfrm>
            <a:off x="6361176" y="3901421"/>
            <a:ext cx="1224610" cy="408203"/>
          </a:xfrm>
          <a:custGeom>
            <a:avLst/>
            <a:gdLst/>
            <a:ahLst/>
            <a:cxnLst/>
            <a:rect l="l" t="t" r="r" b="b"/>
            <a:pathLst>
              <a:path w="1224610" h="408203">
                <a:moveTo>
                  <a:pt x="0" y="408203"/>
                </a:moveTo>
                <a:lnTo>
                  <a:pt x="1224610" y="408203"/>
                </a:lnTo>
                <a:lnTo>
                  <a:pt x="12246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0-mark196"/>
          <p:cNvSpPr/>
          <p:nvPr/>
        </p:nvSpPr>
        <p:spPr>
          <a:xfrm>
            <a:off x="10480319" y="3901421"/>
            <a:ext cx="1076173" cy="408203"/>
          </a:xfrm>
          <a:custGeom>
            <a:avLst/>
            <a:gdLst/>
            <a:ahLst/>
            <a:cxnLst/>
            <a:rect l="l" t="t" r="r" b="b"/>
            <a:pathLst>
              <a:path w="1076173" h="408203">
                <a:moveTo>
                  <a:pt x="0" y="408203"/>
                </a:moveTo>
                <a:lnTo>
                  <a:pt x="1076173" y="408203"/>
                </a:lnTo>
                <a:lnTo>
                  <a:pt x="107617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0-mark197"/>
          <p:cNvSpPr/>
          <p:nvPr/>
        </p:nvSpPr>
        <p:spPr>
          <a:xfrm>
            <a:off x="6435395" y="2695365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0-mark198"/>
          <p:cNvSpPr/>
          <p:nvPr/>
        </p:nvSpPr>
        <p:spPr>
          <a:xfrm>
            <a:off x="8142427" y="2695365"/>
            <a:ext cx="1632814" cy="482422"/>
          </a:xfrm>
          <a:custGeom>
            <a:avLst/>
            <a:gdLst/>
            <a:ahLst/>
            <a:cxnLst/>
            <a:rect l="l" t="t" r="r" b="b"/>
            <a:pathLst>
              <a:path w="1632814" h="482422">
                <a:moveTo>
                  <a:pt x="0" y="482422"/>
                </a:moveTo>
                <a:lnTo>
                  <a:pt x="1632814" y="482422"/>
                </a:lnTo>
                <a:lnTo>
                  <a:pt x="1632814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0-mark199"/>
          <p:cNvSpPr/>
          <p:nvPr/>
        </p:nvSpPr>
        <p:spPr>
          <a:xfrm>
            <a:off x="9923678" y="2695365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0-mark200"/>
          <p:cNvSpPr/>
          <p:nvPr/>
        </p:nvSpPr>
        <p:spPr>
          <a:xfrm>
            <a:off x="8854928" y="5300445"/>
            <a:ext cx="207813" cy="207813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0-mark201"/>
          <p:cNvSpPr/>
          <p:nvPr/>
        </p:nvSpPr>
        <p:spPr>
          <a:xfrm flipV="1">
            <a:off x="8958834" y="4773492"/>
            <a:ext cx="0" cy="482422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5" name="S10-label203"/>
          <p:cNvSpPr txBox="1"/>
          <p:nvPr/>
        </p:nvSpPr>
        <p:spPr>
          <a:xfrm>
            <a:off x="7774635" y="4598867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bank</a:t>
            </a:r>
            <a:endParaRPr lang="ko-KR" sz="2200" dirty="0"/>
          </a:p>
        </p:txBody>
      </p:sp>
      <p:sp>
        <p:nvSpPr>
          <p:cNvPr id="16" name="S10-label205"/>
          <p:cNvSpPr txBox="1"/>
          <p:nvPr/>
        </p:nvSpPr>
        <p:spPr>
          <a:xfrm>
            <a:off x="9325204" y="4598867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bakery</a:t>
            </a:r>
            <a:endParaRPr lang="ko-KR" sz="2200" dirty="0"/>
          </a:p>
        </p:txBody>
      </p:sp>
      <p:sp>
        <p:nvSpPr>
          <p:cNvPr id="17" name="S10-label207"/>
          <p:cNvSpPr txBox="1"/>
          <p:nvPr/>
        </p:nvSpPr>
        <p:spPr>
          <a:xfrm>
            <a:off x="6449225" y="3930898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school</a:t>
            </a:r>
            <a:endParaRPr lang="ko-KR" sz="2200" dirty="0"/>
          </a:p>
        </p:txBody>
      </p:sp>
      <p:sp>
        <p:nvSpPr>
          <p:cNvPr id="18" name="S10-label209"/>
          <p:cNvSpPr txBox="1"/>
          <p:nvPr/>
        </p:nvSpPr>
        <p:spPr>
          <a:xfrm>
            <a:off x="10728846" y="3930898"/>
            <a:ext cx="5791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</a:t>
            </a:r>
            <a:endParaRPr lang="ko-KR" sz="2200" dirty="0"/>
          </a:p>
        </p:txBody>
      </p:sp>
      <p:sp>
        <p:nvSpPr>
          <p:cNvPr id="19" name="S10-label211"/>
          <p:cNvSpPr txBox="1"/>
          <p:nvPr/>
        </p:nvSpPr>
        <p:spPr>
          <a:xfrm>
            <a:off x="6612204" y="2761952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library</a:t>
            </a:r>
            <a:endParaRPr lang="ko-KR" sz="2200" dirty="0"/>
          </a:p>
        </p:txBody>
      </p:sp>
      <p:sp>
        <p:nvSpPr>
          <p:cNvPr id="20" name="S10-label213"/>
          <p:cNvSpPr txBox="1"/>
          <p:nvPr/>
        </p:nvSpPr>
        <p:spPr>
          <a:xfrm>
            <a:off x="8591042" y="2761952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</a:t>
            </a:r>
            <a:endParaRPr lang="ko-KR" sz="2200" dirty="0"/>
          </a:p>
        </p:txBody>
      </p:sp>
      <p:sp>
        <p:nvSpPr>
          <p:cNvPr id="21" name="S10-label215"/>
          <p:cNvSpPr txBox="1"/>
          <p:nvPr/>
        </p:nvSpPr>
        <p:spPr>
          <a:xfrm>
            <a:off x="10022256" y="2761952"/>
            <a:ext cx="13614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hospital</a:t>
            </a:r>
            <a:endParaRPr lang="ko-KR" sz="2200" dirty="0"/>
          </a:p>
        </p:txBody>
      </p:sp>
      <p:sp>
        <p:nvSpPr>
          <p:cNvPr id="22" name="S10-label217"/>
          <p:cNvSpPr txBox="1"/>
          <p:nvPr/>
        </p:nvSpPr>
        <p:spPr>
          <a:xfrm>
            <a:off x="7980744" y="517406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</a:t>
            </a:r>
            <a:endParaRPr lang="ko-KR" sz="2200" dirty="0"/>
          </a:p>
        </p:txBody>
      </p:sp>
      <p:sp>
        <p:nvSpPr>
          <p:cNvPr id="23" name="S10-chip21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4" name="S10-text21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도착한 곳은?</a:t>
            </a:r>
            <a:endParaRPr lang="ko-KR" sz="2800" dirty="0"/>
          </a:p>
        </p:txBody>
      </p:sp>
      <p:sp>
        <p:nvSpPr>
          <p:cNvPr id="25" name="S10-chip22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6" name="S10-text22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is the library?</a:t>
            </a:r>
            <a:endParaRPr lang="ko-KR" sz="2800" dirty="0"/>
          </a:p>
        </p:txBody>
      </p:sp>
      <p:sp>
        <p:nvSpPr>
          <p:cNvPr id="27" name="S10-chip22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8" name="S10-text22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is the zoo?</a:t>
            </a:r>
            <a:endParaRPr lang="ko-KR" sz="2800" dirty="0"/>
          </a:p>
        </p:txBody>
      </p:sp>
      <p:sp>
        <p:nvSpPr>
          <p:cNvPr id="29" name="S10-chip224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0" name="S10-text225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공원이 어디 있는지 물어요.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길 안내 확인하기</a:t>
            </a:r>
            <a:endParaRPr lang="ko-KR" sz="4000" dirty="0"/>
          </a:p>
        </p:txBody>
      </p:sp>
      <p:sp>
        <p:nvSpPr>
          <p:cNvPr id="3" name="S12-text2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길 안내가 지도와 맞나요? 틀리면 고쳐 말해요.</a:t>
            </a:r>
            <a:endParaRPr lang="ko-KR" sz="2800" dirty="0"/>
          </a:p>
        </p:txBody>
      </p:sp>
      <p:sp>
        <p:nvSpPr>
          <p:cNvPr id="4" name="S12-figure227" descr="아래쪽 가운데 출발점에서 위로 길이 나 있고, 위쪽에서 왼쪽·오른쪽으로 갈라지는 지도. 위로 가는 길의 왼쪽에 bank, 오른쪽에 bakery. 갈림길 위쪽에 왼쪽부터 library, park, hospital. 가로 길 아래쪽 왼쪽 끝에 school, 오른쪽 끝에 zoo."/>
          <p:cNvSpPr/>
          <p:nvPr/>
        </p:nvSpPr>
        <p:spPr>
          <a:xfrm>
            <a:off x="2933243" y="3845757"/>
            <a:ext cx="593750" cy="1558595"/>
          </a:xfrm>
          <a:custGeom>
            <a:avLst/>
            <a:gdLst/>
            <a:ahLst/>
            <a:cxnLst/>
            <a:rect l="l" t="t" r="r" b="b"/>
            <a:pathLst>
              <a:path w="593750" h="1558595">
                <a:moveTo>
                  <a:pt x="0" y="1558595"/>
                </a:moveTo>
                <a:lnTo>
                  <a:pt x="593750" y="1558595"/>
                </a:lnTo>
                <a:lnTo>
                  <a:pt x="593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5" name="S12-mark228"/>
          <p:cNvSpPr/>
          <p:nvPr/>
        </p:nvSpPr>
        <p:spPr>
          <a:xfrm>
            <a:off x="632460" y="3252006"/>
            <a:ext cx="5195316" cy="593750"/>
          </a:xfrm>
          <a:custGeom>
            <a:avLst/>
            <a:gdLst/>
            <a:ahLst/>
            <a:cxnLst/>
            <a:rect l="l" t="t" r="r" b="b"/>
            <a:pathLst>
              <a:path w="5195316" h="593750">
                <a:moveTo>
                  <a:pt x="0" y="593750"/>
                </a:moveTo>
                <a:lnTo>
                  <a:pt x="5195316" y="593750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B8C2CC"/>
            </a:solidFill>
            <a:prstDash val="solid"/>
          </a:ln>
        </p:spPr>
      </p:sp>
      <p:sp>
        <p:nvSpPr>
          <p:cNvPr id="6" name="S12-mark229"/>
          <p:cNvSpPr/>
          <p:nvPr/>
        </p:nvSpPr>
        <p:spPr>
          <a:xfrm>
            <a:off x="1968398" y="4439507"/>
            <a:ext cx="890626" cy="667969"/>
          </a:xfrm>
          <a:custGeom>
            <a:avLst/>
            <a:gdLst/>
            <a:ahLst/>
            <a:cxnLst/>
            <a:rect l="l" t="t" r="r" b="b"/>
            <a:pathLst>
              <a:path w="890626" h="667969">
                <a:moveTo>
                  <a:pt x="0" y="667969"/>
                </a:moveTo>
                <a:lnTo>
                  <a:pt x="890626" y="667969"/>
                </a:lnTo>
                <a:lnTo>
                  <a:pt x="890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2-mark230"/>
          <p:cNvSpPr/>
          <p:nvPr/>
        </p:nvSpPr>
        <p:spPr>
          <a:xfrm>
            <a:off x="3601212" y="4439507"/>
            <a:ext cx="1039063" cy="667969"/>
          </a:xfrm>
          <a:custGeom>
            <a:avLst/>
            <a:gdLst/>
            <a:ahLst/>
            <a:cxnLst/>
            <a:rect l="l" t="t" r="r" b="b"/>
            <a:pathLst>
              <a:path w="1039063" h="667969">
                <a:moveTo>
                  <a:pt x="0" y="667969"/>
                </a:moveTo>
                <a:lnTo>
                  <a:pt x="1039063" y="667969"/>
                </a:lnTo>
                <a:lnTo>
                  <a:pt x="10390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mark231"/>
          <p:cNvSpPr/>
          <p:nvPr/>
        </p:nvSpPr>
        <p:spPr>
          <a:xfrm>
            <a:off x="632460" y="3901421"/>
            <a:ext cx="1224610" cy="408203"/>
          </a:xfrm>
          <a:custGeom>
            <a:avLst/>
            <a:gdLst/>
            <a:ahLst/>
            <a:cxnLst/>
            <a:rect l="l" t="t" r="r" b="b"/>
            <a:pathLst>
              <a:path w="1224610" h="408203">
                <a:moveTo>
                  <a:pt x="0" y="408203"/>
                </a:moveTo>
                <a:lnTo>
                  <a:pt x="1224610" y="408203"/>
                </a:lnTo>
                <a:lnTo>
                  <a:pt x="12246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mark232"/>
          <p:cNvSpPr/>
          <p:nvPr/>
        </p:nvSpPr>
        <p:spPr>
          <a:xfrm>
            <a:off x="4751603" y="3901421"/>
            <a:ext cx="1076173" cy="408203"/>
          </a:xfrm>
          <a:custGeom>
            <a:avLst/>
            <a:gdLst/>
            <a:ahLst/>
            <a:cxnLst/>
            <a:rect l="l" t="t" r="r" b="b"/>
            <a:pathLst>
              <a:path w="1076173" h="408203">
                <a:moveTo>
                  <a:pt x="0" y="408203"/>
                </a:moveTo>
                <a:lnTo>
                  <a:pt x="1076173" y="408203"/>
                </a:lnTo>
                <a:lnTo>
                  <a:pt x="107617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2-mark233"/>
          <p:cNvSpPr/>
          <p:nvPr/>
        </p:nvSpPr>
        <p:spPr>
          <a:xfrm>
            <a:off x="706679" y="2695365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mark234"/>
          <p:cNvSpPr/>
          <p:nvPr/>
        </p:nvSpPr>
        <p:spPr>
          <a:xfrm>
            <a:off x="2413711" y="2695365"/>
            <a:ext cx="1632814" cy="482422"/>
          </a:xfrm>
          <a:custGeom>
            <a:avLst/>
            <a:gdLst/>
            <a:ahLst/>
            <a:cxnLst/>
            <a:rect l="l" t="t" r="r" b="b"/>
            <a:pathLst>
              <a:path w="1632814" h="482422">
                <a:moveTo>
                  <a:pt x="0" y="482422"/>
                </a:moveTo>
                <a:lnTo>
                  <a:pt x="1632814" y="482422"/>
                </a:lnTo>
                <a:lnTo>
                  <a:pt x="1632814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2-mark235"/>
          <p:cNvSpPr/>
          <p:nvPr/>
        </p:nvSpPr>
        <p:spPr>
          <a:xfrm>
            <a:off x="4194962" y="2695365"/>
            <a:ext cx="1558595" cy="482422"/>
          </a:xfrm>
          <a:custGeom>
            <a:avLst/>
            <a:gdLst/>
            <a:ahLst/>
            <a:cxnLst/>
            <a:rect l="l" t="t" r="r" b="b"/>
            <a:pathLst>
              <a:path w="1558595" h="482422">
                <a:moveTo>
                  <a:pt x="0" y="482422"/>
                </a:moveTo>
                <a:lnTo>
                  <a:pt x="1558595" y="48242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2-mark236"/>
          <p:cNvSpPr/>
          <p:nvPr/>
        </p:nvSpPr>
        <p:spPr>
          <a:xfrm>
            <a:off x="3126212" y="5300445"/>
            <a:ext cx="207813" cy="207813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2-mark237"/>
          <p:cNvSpPr/>
          <p:nvPr/>
        </p:nvSpPr>
        <p:spPr>
          <a:xfrm flipV="1">
            <a:off x="3230118" y="4773492"/>
            <a:ext cx="0" cy="482422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5" name="S12-label239"/>
          <p:cNvSpPr txBox="1"/>
          <p:nvPr/>
        </p:nvSpPr>
        <p:spPr>
          <a:xfrm>
            <a:off x="2045919" y="4598867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bank</a:t>
            </a:r>
            <a:endParaRPr lang="ko-KR" sz="2200" dirty="0"/>
          </a:p>
        </p:txBody>
      </p:sp>
      <p:sp>
        <p:nvSpPr>
          <p:cNvPr id="16" name="S12-label241"/>
          <p:cNvSpPr txBox="1"/>
          <p:nvPr/>
        </p:nvSpPr>
        <p:spPr>
          <a:xfrm>
            <a:off x="3596488" y="4598867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bakery</a:t>
            </a:r>
            <a:endParaRPr lang="ko-KR" sz="2200" dirty="0"/>
          </a:p>
        </p:txBody>
      </p:sp>
      <p:sp>
        <p:nvSpPr>
          <p:cNvPr id="17" name="S12-label243"/>
          <p:cNvSpPr txBox="1"/>
          <p:nvPr/>
        </p:nvSpPr>
        <p:spPr>
          <a:xfrm>
            <a:off x="720509" y="3930898"/>
            <a:ext cx="104851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school</a:t>
            </a:r>
            <a:endParaRPr lang="ko-KR" sz="2200" dirty="0"/>
          </a:p>
        </p:txBody>
      </p:sp>
      <p:sp>
        <p:nvSpPr>
          <p:cNvPr id="18" name="S12-label245"/>
          <p:cNvSpPr txBox="1"/>
          <p:nvPr/>
        </p:nvSpPr>
        <p:spPr>
          <a:xfrm>
            <a:off x="5000130" y="3930898"/>
            <a:ext cx="5791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</a:t>
            </a:r>
            <a:endParaRPr lang="ko-KR" sz="2200" dirty="0"/>
          </a:p>
        </p:txBody>
      </p:sp>
      <p:sp>
        <p:nvSpPr>
          <p:cNvPr id="19" name="S12-label247"/>
          <p:cNvSpPr txBox="1"/>
          <p:nvPr/>
        </p:nvSpPr>
        <p:spPr>
          <a:xfrm>
            <a:off x="883488" y="2761952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library</a:t>
            </a:r>
            <a:endParaRPr lang="ko-KR" sz="2200" dirty="0"/>
          </a:p>
        </p:txBody>
      </p:sp>
      <p:sp>
        <p:nvSpPr>
          <p:cNvPr id="20" name="S12-label249"/>
          <p:cNvSpPr txBox="1"/>
          <p:nvPr/>
        </p:nvSpPr>
        <p:spPr>
          <a:xfrm>
            <a:off x="2862326" y="2761952"/>
            <a:ext cx="7355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</a:t>
            </a:r>
            <a:endParaRPr lang="ko-KR" sz="2200" dirty="0"/>
          </a:p>
        </p:txBody>
      </p:sp>
      <p:sp>
        <p:nvSpPr>
          <p:cNvPr id="21" name="S12-label251"/>
          <p:cNvSpPr txBox="1"/>
          <p:nvPr/>
        </p:nvSpPr>
        <p:spPr>
          <a:xfrm>
            <a:off x="4293540" y="2761952"/>
            <a:ext cx="13614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hospital</a:t>
            </a:r>
            <a:endParaRPr lang="ko-KR" sz="2200" dirty="0"/>
          </a:p>
        </p:txBody>
      </p:sp>
      <p:sp>
        <p:nvSpPr>
          <p:cNvPr id="22" name="S12-label253"/>
          <p:cNvSpPr txBox="1"/>
          <p:nvPr/>
        </p:nvSpPr>
        <p:spPr>
          <a:xfrm>
            <a:off x="2252028" y="517406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</a:t>
            </a:r>
            <a:endParaRPr lang="ko-KR" sz="2200" dirty="0"/>
          </a:p>
        </p:txBody>
      </p:sp>
      <p:sp>
        <p:nvSpPr>
          <p:cNvPr id="23" name="S12-card254"/>
          <p:cNvSpPr/>
          <p:nvPr/>
        </p:nvSpPr>
        <p:spPr>
          <a:xfrm>
            <a:off x="6277356" y="2138680"/>
            <a:ext cx="5362956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12-cardtext255"/>
          <p:cNvSpPr txBox="1"/>
          <p:nvPr/>
        </p:nvSpPr>
        <p:spPr>
          <a:xfrm>
            <a:off x="6551676" y="2275840"/>
            <a:ext cx="4814316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Where is the school?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Go straight. Turn left.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on your right.</a:t>
            </a:r>
            <a:endParaRPr lang="ko-KR" sz="2800" dirty="0"/>
          </a:p>
        </p:txBody>
      </p:sp>
      <p:sp>
        <p:nvSpPr>
          <p:cNvPr id="25" name="S12-card256"/>
          <p:cNvSpPr/>
          <p:nvPr/>
        </p:nvSpPr>
        <p:spPr>
          <a:xfrm>
            <a:off x="6277356" y="4229100"/>
            <a:ext cx="5362956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2-cardtext257"/>
          <p:cNvSpPr txBox="1"/>
          <p:nvPr/>
        </p:nvSpPr>
        <p:spPr>
          <a:xfrm>
            <a:off x="6551676" y="4366260"/>
            <a:ext cx="4814316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Where is the bakery?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Go straight.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on your right.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258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59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물을 때: Where is the ~?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안내할 때: Go straight. Turn left/right.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on your left/right.</a:t>
            </a:r>
            <a:endParaRPr lang="ko-KR" sz="2800" dirty="0"/>
          </a:p>
        </p:txBody>
      </p:sp>
      <p:sp>
        <p:nvSpPr>
          <p:cNvPr id="5" name="S13-chip260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걷는 사람 쪽에서 왼쪽·오른쪽 정하기</a:t>
            </a:r>
            <a:endParaRPr lang="ko-KR" sz="2000" dirty="0"/>
          </a:p>
        </p:txBody>
      </p:sp>
      <p:sp>
        <p:nvSpPr>
          <p:cNvPr id="6" name="S13-chip261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화면의 왼쪽·오른쪽으로 말하기</a:t>
            </a:r>
            <a:endParaRPr lang="ko-KR" sz="2200" dirty="0"/>
          </a:p>
        </p:txBody>
      </p:sp>
      <p:sp>
        <p:nvSpPr>
          <p:cNvPr id="7" name="S13-text262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263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Turn right.를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몸으로 해 보기</a:t>
            </a:r>
            <a:endParaRPr lang="ko-KR" sz="2200" dirty="0"/>
          </a:p>
        </p:txBody>
      </p:sp>
      <p:sp>
        <p:nvSpPr>
          <p:cNvPr id="9" name="S13-text264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은행이 어디 있는지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묻기</a:t>
            </a:r>
            <a:endParaRPr lang="ko-KR" sz="2200" dirty="0"/>
          </a:p>
        </p:txBody>
      </p:sp>
      <p:sp>
        <p:nvSpPr>
          <p:cNvPr id="10" name="S13-text265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‘왼쪽에 있어요’를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200" dirty="0"/>
          </a:p>
        </p:txBody>
      </p:sp>
      <p:sp>
        <p:nvSpPr>
          <p:cNvPr id="11" name="S13-text26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물건 사기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왼쪽·오른쪽과 묻는 말</a:t>
            </a:r>
            <a:endParaRPr lang="ko-KR" sz="4000" dirty="0"/>
          </a:p>
        </p:txBody>
      </p:sp>
      <p:sp>
        <p:nvSpPr>
          <p:cNvPr id="3" name="S14-card2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2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왼손 엄지와 검지를 펴면 L 모양 → left</a:t>
            </a:r>
            <a:endParaRPr lang="ko-KR" sz="2800" dirty="0"/>
          </a:p>
        </p:txBody>
      </p:sp>
      <p:sp>
        <p:nvSpPr>
          <p:cNvPr id="5" name="S14-word269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</a:t>
            </a:r>
            <a:endParaRPr lang="ko-KR" sz="3200" dirty="0"/>
          </a:p>
        </p:txBody>
      </p:sp>
      <p:sp>
        <p:nvSpPr>
          <p:cNvPr id="6" name="S14-word270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right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</a:t>
            </a:r>
            <a:endParaRPr lang="ko-KR" sz="3200" dirty="0"/>
          </a:p>
        </p:txBody>
      </p:sp>
      <p:sp>
        <p:nvSpPr>
          <p:cNvPr id="7" name="S14-word271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is the ball?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어디 있어요?</a:t>
            </a:r>
            <a:endParaRPr lang="ko-KR" sz="3200" dirty="0"/>
          </a:p>
        </p:txBody>
      </p:sp>
      <p:sp>
        <p:nvSpPr>
          <p:cNvPr id="8" name="S14-word272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on the desk.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위에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길 묻고 안내하기</dc:title>
  <dc:subject>KR22-G05-ENG-DIRECTION-L01</dc:subject>
  <dc:creator>education-ppt</dc:creator>
  <cp:lastModifiedBy>education-ppt</cp:lastModifiedBy>
  <cp:revision>1</cp:revision>
  <dcterms:created xsi:type="dcterms:W3CDTF">2026-10-26T09:33:32Z</dcterms:created>
  <dcterms:modified xsi:type="dcterms:W3CDTF">2026-10-26T09:33:32Z</dcterms:modified>
</cp:coreProperties>
</file>