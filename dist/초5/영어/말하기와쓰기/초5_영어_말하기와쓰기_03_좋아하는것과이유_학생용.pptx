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27fac92-207e-87b5-3011-c3ef16075f13}">
          <p14:sldIdLst>
            <p14:sldId id="256"/>
            <p14:sldId id="257"/>
          </p14:sldIdLst>
        </p14:section>
        <p14:section name="개념" id="{2c226cf8-d559-3c01-2dee-7195f450e8e5}">
          <p14:sldIdLst>
            <p14:sldId id="258"/>
            <p14:sldId id="259"/>
            <p14:sldId id="260"/>
            <p14:sldId id="263"/>
          </p14:sldIdLst>
        </p14:section>
        <p14:section name="연습" id="{5b8f7517-172b-cefd-0fa1-ed7d9161eaaf}">
          <p14:sldIdLst>
            <p14:sldId id="261"/>
            <p14:sldId id="262"/>
            <p14:sldId id="264"/>
            <p14:sldId id="265"/>
          </p14:sldIdLst>
        </p14:section>
        <p14:section name="개념" id="{63c83e04-bd09-50a6-9b3e-7f51a08d1425}">
          <p14:sldIdLst/>
        </p14:section>
        <p14:section name="연습" id="{a02e1315-1cd6-a288-bcf0-f36ef2217f9e}">
          <p14:sldIdLst/>
        </p14:section>
        <p14:section name="확인" id="{8fd45ea2-8b5c-acc9-78ca-bc7cf0a5a23d}">
          <p14:sldIdLst>
            <p14:sldId id="266"/>
            <p14:sldId id="267"/>
          </p14:sldIdLst>
        </p14:section>
        <p14:section name="정리" id="{393c4bcc-cd01-8b22-5f87-4ed092776776}">
          <p14:sldIdLst>
            <p14:sldId id="268"/>
          </p14:sldIdLst>
        </p14:section>
        <p14:section name="보충" id="{918ce3c7-0671-89fc-36d2-14f4887e467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말하기와쓰기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좋아하는 것과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좋아하는 것과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영어 · 좋아하는 것과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것과 이유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좋아하는지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말할까요?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summer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 can swim.</a:t>
            </a:r>
            <a:endParaRPr lang="ko-KR" sz="3200" dirty="0"/>
          </a:p>
        </p:txBody>
      </p:sp>
      <p:sp>
        <p:nvSpPr>
          <p:cNvPr id="6" name="S01-card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because를 써서 좋아하는 까닭을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내가 좋아하는 것과 이유를 영어 문장으로 써요.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표현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좋아하는 음식을 말하고, ②③은 동사를 바꾸어 말해요.</a:t>
            </a:r>
            <a:endParaRPr lang="ko-KR" sz="28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음식 → I like ______.</a:t>
            </a:r>
            <a:endParaRPr lang="ko-KR" sz="28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(eat)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pizza yesterday.</a:t>
            </a:r>
            <a:endParaRPr lang="ko-KR" sz="28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(go)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to the park last Sunday.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because로 이유를 이어요</a:t>
            </a:r>
            <a:endParaRPr lang="ko-KR" sz="4000" dirty="0"/>
          </a:p>
        </p:txBody>
      </p:sp>
      <p:sp>
        <p:nvSpPr>
          <p:cNvPr id="3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because는 ‘왜냐하면, ~해서’라는 뜻이에요.</a:t>
            </a:r>
            <a:endParaRPr lang="ko-KR" sz="2800" dirty="0"/>
          </a:p>
        </p:txBody>
      </p:sp>
      <p:sp>
        <p:nvSpPr>
          <p:cNvPr id="5" name="S03-card14"/>
          <p:cNvSpPr/>
          <p:nvPr/>
        </p:nvSpPr>
        <p:spPr>
          <a:xfrm>
            <a:off x="548640" y="425196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5"/>
          <p:cNvSpPr txBox="1"/>
          <p:nvPr/>
        </p:nvSpPr>
        <p:spPr>
          <a:xfrm>
            <a:off x="822960" y="43891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soccer because it's fun.</a:t>
            </a:r>
            <a:endParaRPr lang="ko-KR" sz="2800" dirty="0"/>
          </a:p>
        </p:txBody>
      </p:sp>
      <p:sp>
        <p:nvSpPr>
          <p:cNvPr id="7" name="S03-word16"/>
          <p:cNvSpPr txBox="1"/>
          <p:nvPr/>
        </p:nvSpPr>
        <p:spPr>
          <a:xfrm>
            <a:off x="548640" y="1805940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soccer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</a:t>
            </a:r>
            <a:endParaRPr lang="ko-KR" sz="3200" dirty="0"/>
          </a:p>
        </p:txBody>
      </p:sp>
      <p:sp>
        <p:nvSpPr>
          <p:cNvPr id="8" name="S03-word17"/>
          <p:cNvSpPr txBox="1"/>
          <p:nvPr/>
        </p:nvSpPr>
        <p:spPr>
          <a:xfrm>
            <a:off x="6254496" y="1805940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it's fun.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it's로 이유를 말해요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pizza because it's delicious.</a:t>
            </a:r>
            <a:endParaRPr lang="ko-KR" sz="2800" dirty="0"/>
          </a:p>
        </p:txBody>
      </p:sp>
      <p:sp>
        <p:nvSpPr>
          <p:cNvPr id="5" name="S04-card20"/>
          <p:cNvSpPr/>
          <p:nvPr/>
        </p:nvSpPr>
        <p:spPr>
          <a:xfrm>
            <a:off x="6208776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1"/>
          <p:cNvSpPr txBox="1"/>
          <p:nvPr/>
        </p:nvSpPr>
        <p:spPr>
          <a:xfrm>
            <a:off x="6483096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spring because it's warm.</a:t>
            </a:r>
            <a:endParaRPr lang="ko-KR" sz="2800" dirty="0"/>
          </a:p>
        </p:txBody>
      </p:sp>
      <p:sp>
        <p:nvSpPr>
          <p:cNvPr id="7" name="S04-word22"/>
          <p:cNvSpPr txBox="1"/>
          <p:nvPr/>
        </p:nvSpPr>
        <p:spPr>
          <a:xfrm>
            <a:off x="548640" y="2190496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delicious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맛있어요</a:t>
            </a:r>
            <a:endParaRPr lang="ko-KR" sz="3200" dirty="0"/>
          </a:p>
        </p:txBody>
      </p:sp>
      <p:sp>
        <p:nvSpPr>
          <p:cNvPr id="8" name="S04-word23"/>
          <p:cNvSpPr txBox="1"/>
          <p:nvPr/>
        </p:nvSpPr>
        <p:spPr>
          <a:xfrm>
            <a:off x="6231636" y="2190496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warm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can으로 이유를 말해요</a:t>
            </a:r>
            <a:endParaRPr lang="ko-KR" sz="4000" dirty="0"/>
          </a:p>
        </p:txBody>
      </p:sp>
      <p:sp>
        <p:nvSpPr>
          <p:cNvPr id="3" name="S05-card24"/>
          <p:cNvSpPr/>
          <p:nvPr/>
        </p:nvSpPr>
        <p:spPr>
          <a:xfrm>
            <a:off x="548640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5"/>
          <p:cNvSpPr txBox="1"/>
          <p:nvPr/>
        </p:nvSpPr>
        <p:spPr>
          <a:xfrm>
            <a:off x="822960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summer because I can swim.</a:t>
            </a:r>
            <a:endParaRPr lang="ko-KR" sz="2800" dirty="0"/>
          </a:p>
        </p:txBody>
      </p:sp>
      <p:sp>
        <p:nvSpPr>
          <p:cNvPr id="5" name="S05-card26"/>
          <p:cNvSpPr/>
          <p:nvPr/>
        </p:nvSpPr>
        <p:spPr>
          <a:xfrm>
            <a:off x="6208776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7"/>
          <p:cNvSpPr txBox="1"/>
          <p:nvPr/>
        </p:nvSpPr>
        <p:spPr>
          <a:xfrm>
            <a:off x="6483096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winter because I can make a snowman.</a:t>
            </a:r>
            <a:endParaRPr lang="ko-KR" sz="2800" dirty="0"/>
          </a:p>
        </p:txBody>
      </p:sp>
      <p:sp>
        <p:nvSpPr>
          <p:cNvPr id="7" name="S05-word28"/>
          <p:cNvSpPr txBox="1"/>
          <p:nvPr/>
        </p:nvSpPr>
        <p:spPr>
          <a:xfrm>
            <a:off x="548640" y="2190496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can swim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수영할 수 있어요</a:t>
            </a:r>
            <a:endParaRPr lang="ko-KR" sz="3200" dirty="0"/>
          </a:p>
        </p:txBody>
      </p:sp>
      <p:sp>
        <p:nvSpPr>
          <p:cNvPr id="8" name="S05-word29"/>
          <p:cNvSpPr txBox="1"/>
          <p:nvPr/>
        </p:nvSpPr>
        <p:spPr>
          <a:xfrm>
            <a:off x="6231636" y="2190496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can make a snowman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눈사람을 만들 수 있어요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이유를 골라요</a:t>
            </a:r>
            <a:endParaRPr lang="ko-KR" sz="4000" dirty="0"/>
          </a:p>
        </p:txBody>
      </p:sp>
      <p:sp>
        <p:nvSpPr>
          <p:cNvPr id="3" name="S06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알맞은 이유를 보기에서 골라 말해요.</a:t>
            </a:r>
            <a:endParaRPr lang="ko-KR" sz="2800" dirty="0"/>
          </a:p>
        </p:txBody>
      </p:sp>
      <p:sp>
        <p:nvSpPr>
          <p:cNvPr id="4" name="S06-card31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2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</a:t>
            </a:r>
            <a:endParaRPr lang="ko-KR" sz="2800" dirty="0"/>
          </a:p>
        </p:txBody>
      </p:sp>
      <p:sp>
        <p:nvSpPr>
          <p:cNvPr id="6" name="S06-word33"/>
          <p:cNvSpPr txBox="1"/>
          <p:nvPr/>
        </p:nvSpPr>
        <p:spPr>
          <a:xfrm>
            <a:off x="6551676" y="269748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delicious</a:t>
            </a:r>
            <a:endParaRPr lang="ko-KR" sz="3200" dirty="0"/>
          </a:p>
        </p:txBody>
      </p:sp>
      <p:sp>
        <p:nvSpPr>
          <p:cNvPr id="7" name="S06-word34"/>
          <p:cNvSpPr txBox="1"/>
          <p:nvPr/>
        </p:nvSpPr>
        <p:spPr>
          <a:xfrm>
            <a:off x="6551676" y="390144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can swim</a:t>
            </a:r>
            <a:endParaRPr lang="ko-KR" sz="3200" dirty="0"/>
          </a:p>
        </p:txBody>
      </p:sp>
      <p:sp>
        <p:nvSpPr>
          <p:cNvPr id="8" name="S06-word35"/>
          <p:cNvSpPr txBox="1"/>
          <p:nvPr/>
        </p:nvSpPr>
        <p:spPr>
          <a:xfrm>
            <a:off x="6551676" y="510540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can make a snowman</a:t>
            </a:r>
            <a:endParaRPr lang="ko-KR" sz="3200" dirty="0"/>
          </a:p>
        </p:txBody>
      </p:sp>
      <p:sp>
        <p:nvSpPr>
          <p:cNvPr id="9" name="S06-chip3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0" name="S06-text37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pizza because ______.</a:t>
            </a:r>
            <a:endParaRPr lang="ko-KR" sz="2800" dirty="0"/>
          </a:p>
        </p:txBody>
      </p:sp>
      <p:sp>
        <p:nvSpPr>
          <p:cNvPr id="11" name="S06-chip3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2" name="S06-text39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summer because ______.</a:t>
            </a:r>
            <a:endParaRPr lang="ko-KR" sz="2800" dirty="0"/>
          </a:p>
        </p:txBody>
      </p:sp>
      <p:sp>
        <p:nvSpPr>
          <p:cNvPr id="13" name="S06-chip4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4" name="S06-text41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winter because ______.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문장이 바를까요?</a:t>
            </a:r>
            <a:endParaRPr lang="ko-KR" sz="4000" dirty="0"/>
          </a:p>
        </p:txBody>
      </p:sp>
      <p:sp>
        <p:nvSpPr>
          <p:cNvPr id="3" name="S07-card4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피자를 좋아하는 이유를 두 친구가 말했어요.</a:t>
            </a:r>
            <a:endParaRPr lang="ko-KR" sz="2800" dirty="0"/>
          </a:p>
        </p:txBody>
      </p:sp>
      <p:sp>
        <p:nvSpPr>
          <p:cNvPr id="5" name="S07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문장은 어느 쪽일까요? 무엇이 다른가요?</a:t>
            </a:r>
            <a:endParaRPr lang="ko-KR" sz="2800" dirty="0"/>
          </a:p>
        </p:txBody>
      </p:sp>
      <p:sp>
        <p:nvSpPr>
          <p:cNvPr id="7" name="S07-chip4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7-word47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pizza because delicious.</a:t>
            </a:r>
            <a:endParaRPr lang="ko-KR" sz="3200" dirty="0"/>
          </a:p>
        </p:txBody>
      </p:sp>
      <p:sp>
        <p:nvSpPr>
          <p:cNvPr id="9" name="S07-chip4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7-word49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pizza because it's delicious.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이유 문장 만들기</a:t>
            </a:r>
            <a:endParaRPr lang="ko-KR" sz="4000" dirty="0"/>
          </a:p>
        </p:txBody>
      </p:sp>
      <p:sp>
        <p:nvSpPr>
          <p:cNvPr id="3" name="S08-word50"/>
          <p:cNvSpPr txBox="1"/>
          <p:nvPr/>
        </p:nvSpPr>
        <p:spPr>
          <a:xfrm>
            <a:off x="6920911" y="2903220"/>
            <a:ext cx="4719401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spring because it's warm.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 → 따뜻해서 → it's warm</a:t>
            </a:r>
            <a:endParaRPr lang="ko-KR" sz="2800" dirty="0"/>
          </a:p>
        </p:txBody>
      </p:sp>
      <p:sp>
        <p:nvSpPr>
          <p:cNvPr id="4" name="S08-stepno51"/>
          <p:cNvSpPr txBox="1"/>
          <p:nvPr/>
        </p:nvSpPr>
        <p:spPr>
          <a:xfrm>
            <a:off x="548640" y="22682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08-text52"/>
          <p:cNvSpPr txBox="1"/>
          <p:nvPr/>
        </p:nvSpPr>
        <p:spPr>
          <a:xfrm>
            <a:off x="1325880" y="226822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것을 하나 골라요.</a:t>
            </a:r>
            <a:endParaRPr lang="ko-KR" sz="2800" dirty="0"/>
          </a:p>
        </p:txBody>
      </p:sp>
      <p:sp>
        <p:nvSpPr>
          <p:cNvPr id="6" name="S08-stepno53"/>
          <p:cNvSpPr txBox="1"/>
          <p:nvPr/>
        </p:nvSpPr>
        <p:spPr>
          <a:xfrm>
            <a:off x="548640" y="2981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7" name="S08-text54"/>
          <p:cNvSpPr txBox="1"/>
          <p:nvPr/>
        </p:nvSpPr>
        <p:spPr>
          <a:xfrm>
            <a:off x="1325880" y="298145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이유를 우리말로 먼저 생각해요.</a:t>
            </a:r>
            <a:endParaRPr lang="ko-KR" sz="2800" dirty="0"/>
          </a:p>
        </p:txBody>
      </p:sp>
      <p:sp>
        <p:nvSpPr>
          <p:cNvPr id="8" name="S08-stepno55"/>
          <p:cNvSpPr txBox="1"/>
          <p:nvPr/>
        </p:nvSpPr>
        <p:spPr>
          <a:xfrm>
            <a:off x="548640" y="3694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" name="S08-text56"/>
          <p:cNvSpPr txBox="1"/>
          <p:nvPr/>
        </p:nvSpPr>
        <p:spPr>
          <a:xfrm>
            <a:off x="1325880" y="369468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~나 I can ~으로 바꾸어요.</a:t>
            </a:r>
            <a:endParaRPr lang="ko-KR" sz="2800" dirty="0"/>
          </a:p>
        </p:txBody>
      </p:sp>
      <p:sp>
        <p:nvSpPr>
          <p:cNvPr id="10" name="S08-stepno57"/>
          <p:cNvSpPr txBox="1"/>
          <p:nvPr/>
        </p:nvSpPr>
        <p:spPr>
          <a:xfrm>
            <a:off x="548640" y="44536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1" name="S08-text58"/>
          <p:cNvSpPr txBox="1"/>
          <p:nvPr/>
        </p:nvSpPr>
        <p:spPr>
          <a:xfrm>
            <a:off x="1325880" y="4407916"/>
            <a:ext cx="5229271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~ because ~.로 말하고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좋아하는 것은?</a:t>
            </a:r>
            <a:endParaRPr lang="ko-KR" sz="4000" dirty="0"/>
          </a:p>
        </p:txBody>
      </p:sp>
      <p:sp>
        <p:nvSpPr>
          <p:cNvPr id="3" name="S09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것과 이유를 I like ~ because ~.로 말해요.</a:t>
            </a:r>
            <a:endParaRPr lang="ko-KR" sz="2800" dirty="0"/>
          </a:p>
        </p:txBody>
      </p:sp>
      <p:sp>
        <p:nvSpPr>
          <p:cNvPr id="4" name="S09-card6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 도움: it's delicious · it's fun · it's warm · I can swim</a:t>
            </a:r>
            <a:endParaRPr lang="ko-KR" sz="2800" dirty="0"/>
          </a:p>
        </p:txBody>
      </p:sp>
      <p:sp>
        <p:nvSpPr>
          <p:cNvPr id="6" name="S09-chip62"/>
          <p:cNvSpPr txBox="1"/>
          <p:nvPr/>
        </p:nvSpPr>
        <p:spPr>
          <a:xfrm>
            <a:off x="548640" y="213072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63"/>
          <p:cNvSpPr txBox="1"/>
          <p:nvPr/>
        </p:nvSpPr>
        <p:spPr>
          <a:xfrm>
            <a:off x="1344168" y="2011680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음식</a:t>
            </a:r>
            <a:endParaRPr lang="ko-KR" sz="2800" dirty="0"/>
          </a:p>
        </p:txBody>
      </p:sp>
      <p:sp>
        <p:nvSpPr>
          <p:cNvPr id="8" name="S09-chip64"/>
          <p:cNvSpPr txBox="1"/>
          <p:nvPr/>
        </p:nvSpPr>
        <p:spPr>
          <a:xfrm>
            <a:off x="548640" y="3118612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65"/>
          <p:cNvSpPr txBox="1"/>
          <p:nvPr/>
        </p:nvSpPr>
        <p:spPr>
          <a:xfrm>
            <a:off x="1344168" y="2999571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계절</a:t>
            </a:r>
            <a:endParaRPr lang="ko-KR" sz="2800" dirty="0"/>
          </a:p>
        </p:txBody>
      </p:sp>
      <p:sp>
        <p:nvSpPr>
          <p:cNvPr id="10" name="S09-chip66"/>
          <p:cNvSpPr txBox="1"/>
          <p:nvPr/>
        </p:nvSpPr>
        <p:spPr>
          <a:xfrm>
            <a:off x="548640" y="4106503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67"/>
          <p:cNvSpPr txBox="1"/>
          <p:nvPr/>
        </p:nvSpPr>
        <p:spPr>
          <a:xfrm>
            <a:off x="1344168" y="3987461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운동이나 놀이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글에서 이유를 찾아요</a:t>
            </a:r>
            <a:endParaRPr lang="ko-KR" sz="4000" dirty="0"/>
          </a:p>
        </p:txBody>
      </p:sp>
      <p:sp>
        <p:nvSpPr>
          <p:cNvPr id="3" name="S10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①~③의 이유는? ④를 because로 이어 말해요.</a:t>
            </a:r>
            <a:endParaRPr lang="ko-KR" sz="2800" dirty="0"/>
          </a:p>
        </p:txBody>
      </p:sp>
      <p:sp>
        <p:nvSpPr>
          <p:cNvPr id="5" name="S10-passagebox7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7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Favorite Things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 like spring because it's warm.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 like chicken because it's delicious.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 like badminton because it's fun.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 like my bike, too. I can ride it to the park.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빈칸을 채우고, ③은 고치고, ④는 말하고 써요.</a:t>
            </a:r>
            <a:endParaRPr lang="ko-KR" sz="2800" dirty="0"/>
          </a:p>
        </p:txBody>
      </p:sp>
      <p:sp>
        <p:nvSpPr>
          <p:cNvPr id="4" name="S11-chip7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7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ice cream ______ it's delicious.</a:t>
            </a:r>
            <a:endParaRPr lang="ko-KR" sz="2800" dirty="0"/>
          </a:p>
        </p:txBody>
      </p:sp>
      <p:sp>
        <p:nvSpPr>
          <p:cNvPr id="6" name="S11-chip7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7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summer because I ______ swim.</a:t>
            </a:r>
            <a:endParaRPr lang="ko-KR" sz="2800" dirty="0"/>
          </a:p>
        </p:txBody>
      </p:sp>
      <p:sp>
        <p:nvSpPr>
          <p:cNvPr id="8" name="S11-chip7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7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soccer because fun.</a:t>
            </a:r>
            <a:endParaRPr lang="ko-KR" sz="2800" dirty="0"/>
          </a:p>
        </p:txBody>
      </p:sp>
      <p:sp>
        <p:nvSpPr>
          <p:cNvPr id="10" name="S11-chip7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1-text8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좋아하는 것과 이유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이유가 알맞은 문장은?</a:t>
            </a:r>
            <a:endParaRPr lang="ko-KR" sz="4000" dirty="0"/>
          </a:p>
        </p:txBody>
      </p:sp>
      <p:sp>
        <p:nvSpPr>
          <p:cNvPr id="3" name="S13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바르고 이유도 알맞은 문장은? 나머지는 왜 어색한가요?</a:t>
            </a:r>
            <a:endParaRPr lang="ko-KR" sz="2800" dirty="0"/>
          </a:p>
        </p:txBody>
      </p:sp>
      <p:sp>
        <p:nvSpPr>
          <p:cNvPr id="5" name="S13-chip83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card84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85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winter because I can swim.</a:t>
            </a:r>
            <a:endParaRPr lang="ko-KR" sz="2800" dirty="0"/>
          </a:p>
        </p:txBody>
      </p:sp>
      <p:sp>
        <p:nvSpPr>
          <p:cNvPr id="8" name="S13-chip86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card87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88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pizza because it's delicious.</a:t>
            </a:r>
            <a:endParaRPr lang="ko-KR" sz="2800" dirty="0"/>
          </a:p>
        </p:txBody>
      </p:sp>
      <p:sp>
        <p:nvSpPr>
          <p:cNvPr id="11" name="S13-chip89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card90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91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summer because I can make a snowman.</a:t>
            </a:r>
            <a:endParaRPr lang="ko-KR" sz="2800" dirty="0"/>
          </a:p>
        </p:txBody>
      </p:sp>
      <p:sp>
        <p:nvSpPr>
          <p:cNvPr id="14" name="S13-chip92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3-card93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94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soccer because delicious.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~ because ~.로 좋아하는 것과 이유를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뒤에는 it's ~나 I can ~으로 이유를 말해요.</a:t>
            </a:r>
            <a:endParaRPr lang="ko-KR" sz="2800" dirty="0"/>
          </a:p>
        </p:txBody>
      </p:sp>
      <p:sp>
        <p:nvSpPr>
          <p:cNvPr id="5" name="S14-chip9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because it's fun.</a:t>
            </a:r>
            <a:endParaRPr lang="ko-KR" sz="2200" dirty="0"/>
          </a:p>
        </p:txBody>
      </p:sp>
      <p:sp>
        <p:nvSpPr>
          <p:cNvPr id="6" name="S14-chip9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because fun.</a:t>
            </a:r>
            <a:endParaRPr lang="ko-KR" sz="2200" dirty="0"/>
          </a:p>
        </p:txBody>
      </p:sp>
      <p:sp>
        <p:nvSpPr>
          <p:cNvPr id="7" name="S14-text9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because의 뜻은?</a:t>
            </a:r>
            <a:endParaRPr lang="ko-KR" sz="2200" dirty="0"/>
          </a:p>
        </p:txBody>
      </p:sp>
      <p:sp>
        <p:nvSpPr>
          <p:cNvPr id="9" name="S14-text10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 like spring because ___ warm.</a:t>
            </a:r>
            <a:endParaRPr lang="ko-KR" sz="2200" dirty="0"/>
          </a:p>
        </p:txBody>
      </p:sp>
      <p:sp>
        <p:nvSpPr>
          <p:cNvPr id="10" name="S14-text10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좋아하는 계절과 이유 말하기</a:t>
            </a:r>
            <a:endParaRPr lang="ko-KR" sz="2200" dirty="0"/>
          </a:p>
        </p:txBody>
      </p:sp>
      <p:sp>
        <p:nvSpPr>
          <p:cNvPr id="11" name="S14-text10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길 묻고 안내하기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지난 표현 다시</a:t>
            </a:r>
            <a:endParaRPr lang="ko-KR" sz="4000" dirty="0"/>
          </a:p>
        </p:txBody>
      </p:sp>
      <p:sp>
        <p:nvSpPr>
          <p:cNvPr id="3" name="S15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일은 과거형으로 말해요.</a:t>
            </a:r>
            <a:endParaRPr lang="ko-KR" sz="2800" dirty="0"/>
          </a:p>
        </p:txBody>
      </p:sp>
      <p:sp>
        <p:nvSpPr>
          <p:cNvPr id="5" name="S15-word106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pizza.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피자를 좋아해요.</a:t>
            </a:r>
            <a:endParaRPr lang="ko-KR" sz="3200" dirty="0"/>
          </a:p>
        </p:txBody>
      </p:sp>
      <p:sp>
        <p:nvSpPr>
          <p:cNvPr id="6" name="S15-word107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eat → ate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먹다 → 먹었다</a:t>
            </a:r>
            <a:endParaRPr lang="ko-KR" sz="3200" dirty="0"/>
          </a:p>
        </p:txBody>
      </p:sp>
      <p:sp>
        <p:nvSpPr>
          <p:cNvPr id="7" name="S15-word108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→ went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가다 → 갔다</a:t>
            </a:r>
            <a:endParaRPr lang="ko-KR" sz="3200" dirty="0"/>
          </a:p>
        </p:txBody>
      </p:sp>
      <p:sp>
        <p:nvSpPr>
          <p:cNvPr id="8" name="S15-word109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 → played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놀다 → 놀았다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영어 좋아하는 것과 이유</dc:title>
  <dc:subject>KR22-G05-ENG-BECAUSE-L01</dc:subject>
  <dc:creator>education-ppt</dc:creator>
  <cp:lastModifiedBy>education-ppt</cp:lastModifiedBy>
  <cp:revision>1</cp:revision>
  <dcterms:created xsi:type="dcterms:W3CDTF">2026-10-26T09:07:55Z</dcterms:created>
  <dcterms:modified xsi:type="dcterms:W3CDTF">2026-10-26T09:07:55Z</dcterms:modified>
</cp:coreProperties>
</file>