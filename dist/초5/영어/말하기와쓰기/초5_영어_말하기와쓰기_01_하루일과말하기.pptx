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bef9f4b-4035-5e6c-d0dc-3220328f41bd}">
          <p14:sldIdLst>
            <p14:sldId id="256"/>
            <p14:sldId id="257"/>
          </p14:sldIdLst>
        </p14:section>
        <p14:section name="개념" id="{6eb5e17f-e1d7-7a8f-87c8-1fbf529ed2e3}">
          <p14:sldIdLst>
            <p14:sldId id="258"/>
            <p14:sldId id="259"/>
            <p14:sldId id="260"/>
            <p14:sldId id="261"/>
            <p14:sldId id="264"/>
          </p14:sldIdLst>
        </p14:section>
        <p14:section name="연습" id="{f99a8596-296b-4633-af88-136bc8b42541}">
          <p14:sldIdLst>
            <p14:sldId id="262"/>
            <p14:sldId id="263"/>
            <p14:sldId id="265"/>
          </p14:sldIdLst>
        </p14:section>
        <p14:section name="개념" id="{95e35a0e-dacf-d922-87cb-b455c97ba8f7}">
          <p14:sldIdLst/>
        </p14:section>
        <p14:section name="연습" id="{fe02f3e0-21d1-b0df-89ec-efa0d531c787}">
          <p14:sldIdLst/>
        </p14:section>
        <p14:section name="확인" id="{ac68170d-817d-f6cd-2aa9-beda03ee6e87}">
          <p14:sldIdLst>
            <p14:sldId id="266"/>
            <p14:sldId id="267"/>
            <p14:sldId id="268"/>
          </p14:sldIdLst>
        </p14:section>
        <p14:section name="정리" id="{9fd98eb4-8592-5f90-7559-b15645b74df9}">
          <p14:sldIdLst>
            <p14:sldId id="269"/>
          </p14:sldIdLst>
        </p14:section>
        <p14:section name="보충" id="{944fa802-f30d-eba3-ef84-df36b4081104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아이의 하루 일과를 떠올리고, 일과를 시각과 함께 영어로 말한다는 것에 관심을 갖게 합니다.
시간: 약 2분
이렇게 말해 보세요
- “너는 아침에 몇 시에 일어나? 학교에는 몇 시에 가?”
- “오늘은 이런 하루 일과를 시각과 함께 영어로 말하고 써 볼 거야. 오른쪽 시계는 몇 시일까?”
예상 답
- “7시요.” “8시 반에 학교에 가요.”
주의
- 수업 전에 교과서 디지털 자료나 사전 앱의 발음 듣기로 오늘 표현(I get up at seven. I go to school at eight thirty. I go home at three. I go to bed at nine thirty.)과 숫자 one부터 twelve, thirty를 미리 들어 두세요. 부모님 발음이 완벽하지 않아도 괜찮습니다.
- 오늘은 정각과 30분만 다룹니다. 아이의 실제 시각이 7시 10분처럼 다르면 가까운 정각이나 30분으로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확인(정각 시각 말하기)]
목적: 일과 문장에 넣을 시각(정각)을 영어로 말할 수 있는지 확인합니다. 앞 차시인 4학년 ‘시각 묻고 답하기’에서 익힌 정각 말하기를 확인합니다.
시간: 약 3분
이렇게 말해 보세요
- “①은 몇 시야? 영어로 말해 볼래? 엄마(아빠)가 물어볼게. What time is it?”
- “②는?”
정답
- ① It's seven (o'clock). / seven
- ② It's twelve (o'clock). / twelve
막히면
- 우리말로 몇 시인지 먼저 말하게 한 뒤 영어 숫자로 바꾸게 합니다.
- 1부터 12까지 영어 숫자를 말하지 못하거나 두 시계 가운데 하나라도 읽지 못하면 S15(보충)를 먼저 합니다.
주의
- o'clock은 붙여도 되고 빼도 됩니다. 오늘 일과 문장에서는 at seven처럼 o'clock 없이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정각과 30분을 영어로 말하기]
목적: 정각은 숫자 하나로, 30분은 ‘시 + thirty’로 말한다는 것을 압니다(M3).
시간: 약 3분
이렇게 말해 보세요
- “왼쪽은 7시야. 영어로 seven이라고 하지. 오른쪽은 7시 30분이야. 7시 다음에 30을 붙여서 seven thirty라고 해. 소리를 듣고 따라 해 보자. thirty, seven thirty.”
- “그럼 8시 30분은? 10시 30분은?”
예상 답
- “eight thirty.” “ten thirty.”
막히면
- thirty를 여러 번 소리 자료로 듣고 따라 말합니다. 우리말로 ‘7시 30분’이라고 말한 다음 순서대로 ‘seven, thirty’로 바꾸어 보게 합니다.
주의
- thirty(30)와 thirteen(13)은 소리가 비슷합니다. 소리 자료로 두 낱말을 비교해 들어 보세요.
- 7시 30분에는 짧은바늘이 7과 8의 가운데에 있습니다. 시계를 읽을 때는 앞의 숫자(7)를 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I get up at seven.]
목적: I get up at ~.을 듣고 따라 말하며, at 다음에 시각을 넣는다는 것을 압니다(M1).
시간: 약 3분
이렇게 말해 보세요
- “get up은 ‘일어나다’야. ‘나는 7시에 일어나요.’는 I get up at seven. 소리를 듣고 따라 해 보자.”
- “뒤에서부터 붙여 볼까? at seven … get up at seven … I get up at seven.”
- “그럼 6시에 일어나면? 6시 30분에 일어나면?”
예상 답
- “I get up at six.” “I get up at six thirty.”
막히면
- 시계 숫자를 손가락으로 짚으며 at 다음에 그 숫자를 말하게 합니다.
주의
- I는 문장의 어디에 있어도 언제나 대문자입니다. 시각은 문장 끝에 오고, 끝에는 마침표를 찍습니다.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I go to school at eight thirty.]
목적: I go to school at ~.을 익히고, 30분 시계에서 앞의 숫자를 읽는다는 것을 확인합니다(M2).
시간: 약 3분
이렇게 말해 보세요
- “go to school은 ‘학교에 가다’야. 따라 해 볼까? I go to school at eight thirty.”
- “이 시계의 짧은바늘은 어디에 있어? 8과 9 사이 가운데에 있지? 8시가 지났지만 아직 9시가 안 됐으니까 8시 30분, eight thirty야.”
- “너는 몇 시에 학교에 가? 영어로 말해 볼래?”
예상 답
- “I go to school at eight thirty.” 또는 아이의 실제 시각(예: I go to school at eight.)
막히면
- 집에 있는 시계의 바늘을 돌려 8시에서 9시로 가는 동안 짧은바늘이 어떻게 움직이는지 보여 줍니다.
주의
- eight thirty를 nine thirty라고 하면 M2입니다. S13에서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I go home at three. / I go to bed at nine thirty.]
목적: 오후와 밤의 일과 go home, go to bed를 시각과 함께 말합니다.
시간: 약 3분
이렇게 말해 보세요
- “go home은 ‘집에 가다’, go to bed는 ‘잠자리에 들다’야. 소리를 듣고 따라 해 보자.”
- “왼쪽 시계는 몇 시야? 그럼 I go home at three. 오른쪽은?”
- “너는 몇 시에 자? 영어로 말해 볼래?”
예상 답
- “I go home at three.” “I go to bed at nine thirty.” 또는 아이의 실제 시각
막히면
- go to bed가 길면 bed … to bed … go to bed처럼 뒤에서부터 붙여 말합니다.
주의
- go home에는 to를 붙이지 않습니다(go to home이 아님). go to school, go to bed에는 to가 있습니다.
- 여기까지가 배우는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시계를 보고 일과 문장 말하기]
목적: 부모와 함께 시계를 읽고 일과 문장을 시각까지 넣어 말합니다.
시간: 약 4분
이렇게 말해 보세요
- “①부터 해 볼까? 먼저 시계가 몇 시인지 말하고, 그다음 문장으로 말해 봐.”
- “30분 시계는 짧은바늘을 잘 봐. 어느 숫자 다음이야?”
정답
- ① I get up at six thirty.
- ② I go to school at eight.
- ③ I go home at two thirty.
- ④ I go to bed at ten.
막히면
- 시각만 먼저 영어로 말하게 하고(six thirty), 그 앞에 I get up at을 붙여 줍니다.
- ③에서 three thirty라고 하면 짧은바늘이 2와 3의 가운데에 있다는 것을 짚어 줍니다(M2).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비교(at 빠뜨리기)]
목적: 시각 앞에 at이 있어야 한다는 것을 비교로 확인합니다(M1).
시간: 약 3분
이렇게 말해 보세요
- “두 문장을 한 낱말씩 비교해 볼까? 무엇이 달라?”
- “바른 문장은 어느 쪽이야? 왜 그렇게 생각해?”
- “가를 바르게 고쳐 말해 볼래?”
정답
- 나(I go to school at eight thirty.). 시각 앞에 at이 있어야 합니다.
- 가는 at이 빠졌습니다. ‘8시 30분에’의 ‘에’에 해당하는 at을 넣어 I go to school at eight thirty.로 고칩니다.
막히면
- 두 문장을 한 낱말씩 손가락으로 짚으며 소리 내어 읽고, 나에만 있는 낱말을 찾게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일과 문장을 바르게 쓰는 방법]
목적: 말로 익힌 일과 문장을 쓸 때 지켜야 할 네 가지(대문자 I, 일과 낱말, at과 시각 낱말, 마침표)를 알려 줍니다(목표 B).
시간: 약 2분
이렇게 말해 보세요
- “말한 문장을 쓸 때는 네 가지를 지켜. 오른쪽 문장에서 하나씩 찾아볼까?”
- “1번, I는 어디에 있어도 대문자야. 2번, get up. 3번, at seven. 시각은 7처럼 숫자로 쓰지 않고 seven처럼 낱말로 써. 4번, 끝에 마침표.”
- “엄마(아빠)가 공책에 I go home at three.를 써 볼게. 네 가지를 다 지켰는지 확인해 줄래?”
예상 답
- “I는 대문자예요.” “at이 있어요.” “마침표도 있어요.”
막히면
- 네 가지를 손가락으로 하나씩 접으며 오른쪽 문장에서 짚게 합니다.
주의
- 낱말과 낱말 사이는 손가락 하나만큼 띄어 쓰게 합니다. 시각을 7:00처럼 숫자로 써도 뜻은 통하지만, 오늘은 낱말 철자를 익히기 위해 seven처럼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나의 일과 말하기]
목적: 자기 일과를 시각과 함께 말하며, 쓰기 전에 말로 문장을 완성합니다.
시간: 약 3분
이렇게 말해 보세요
- “네가 일어나는 시각을 넣어서 ①을 말해 볼래?” (부모가 “What time do you get up?”이라고 물어도 됩니다.)
- “②, ③도 너의 시각을 넣어서 말해 봐.”
- “이제 하나를 골라 활동지 4의 빈 줄에 써 볼까? 다 쓰면 소리 내어 읽어 봐.”
예상 답
- ① I get up at seven. ② I go to school at eight thirty. ③ I go to bed at nine thirty. (아이의 실제 시각에 따라 다름)
정답
- 기준: 문장마다 at 다음에 자기 시각을 영어 숫자로 넣어 말하면 맞습니다. 쓸 때는 대문자 I, at, 시각 낱말의 철자, 끝의 마침표를 봅니다.
막히면
- 실제 시각이 7시 10분처럼 애매하면 “7시에 가까워, 7시 30분에 가까워?”라고 물어 하나를 고르게 합니다.
- 숫자 철자를 모르면 S15(보충)의 숫자 카드를 보며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일과 문장 말하고 쓰기]
목적: 도움 없이 시계를 보고 일과 문장을 말하고, 자기 일과 한 가지를 말하고 쓰는지 확인합니다.
시간: 약 4분
이렇게 말해 보세요
- “이번에는 혼자 해 볼래? ①②③은 시계를 보고 문장으로 말해 줘.”
- “④, 너는 몇 시에 학교에 가? 문장으로 말하고, 활동지 4의 빈 줄에 써 봐.”
정답
- ① I get up at seven thirty.
- ② I go home at four.
- ③ I go to bed at nine.
- ④ I go to school at (아이의 시각). 예: I go to school at eight thirty.
- 기준: ①②③ 가운데 두 개 이상을 at과 시각까지 정확히 말하고, ④를 대문자 I, at, 시각 낱말 철자, 마침표까지 바르게 쓰면 통과입니다.
막히면
- 바로 알려 주지 말고 “시계가 몇 시야?” 또는 “at은 넣었어?”라고만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확인하고 흔한 실수와 비교합니다.
시간: 약 2분
이렇게 말해 보세요
- “네가 한 말과 왼쪽 정답을 비교해 보자. ④는 네 시각이 들어가면 맞아.”
- “오른쪽처럼 하면 왜 틀릴까?”
예상 답
- “at이 있어야 해요.” “짧은바늘이 7과 8 사이니까 seven thirty예요.”
주의
- 이 장은 학생용 파일에서 빠집니다. 쓴 문장은 대문자 I, at, 철자, 마침표를 하나씩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확인(문장에 맞는 시계 고르기)]
목적: 처음 보는 형식(문장을 듣고 시계 고르기)에서 30분 시계의 짧은바늘을 바르게 읽는지 확인합니다(M2).
시간: 약 2분
이렇게 말해 보세요
- “I go to school at eight thirty. 이 문장에 맞는 시계는 어느 것일까? 어떻게 알았어?”
- “나머지 시계는 몇 시야?”
정답
- 다(8시 30분). 짧은바늘이 8과 9의 가운데, 긴바늘이 6에 있습니다.
- 가는 8시(eight), 나는 9시 30분(nine thirty), 라는 6시 40분입니다. 라는 긴바늘이 8에 있어 eight로 착각하기 쉽습니다.
막히면
- “긴바늘이 6에 있으면 몇 분이었지? 짧은바늘은 어느 숫자 다음이야?”라고 차례로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다음 학습과 복습]
목적: 핵심을 정리하고 다음 수업 첫 5분에 풀 복습을 알려 줍니다.
시간: 약 2분
이렇게 말해 보세요
- “오늘 배운 네 가지 일과를 영어로 말해 볼래?”
- “시각 앞에는 무엇을 넣었지?”
예상 답
- “get up, go to school, go home, go to bed요.” “at이요.”
정답
- ① seven thirty ② 나는 9시에 잠자리에 들어요. ③ I get up at (아이의 시각).
주의
- 오늘부터 아침마다 “I get up at seven.”처럼 일어난 시각을 영어로 말해 보게 하세요. 다음 차시 ‘지난 일 말하기’에서는 I visited ~.처럼 이미 한 일을 과거형으로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보충(영어 숫자 1~12와 정각)]
목적: S02에서 영어 숫자나 정각 읽기가 흔들리면, 일과 문장을 배우기 전에 먼저 다시 익힙니다.
시간: 약 5분
이렇게 말해 보세요
- “숫자를 소리로 듣고 따라 말해 보자.” (교과서 디지털 자료나 사전 앱의 소리를 함께 듣습니다.)
- “엄마(아빠)가 숫자를 짚으면 영어로 말해 줘.” (차례를 섞어 짚습니다.)
- “집 시계를 3시, 9시로 맞출게. 몇 시야?”
정답
- 숫자 1~12를 영어로 말하면 맞음 / 3시 three, 9시 nine
막히면
- 1부터 6까지 먼저 익히고, 다음 날 7부터 12까지 익혀도 됩니다.
주의
- 보충 뒤에도 정각을 영어로 말하지 못하면 4학년 ‘시각 묻고 답하기’ 차시를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말하기와쓰기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하루 일과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하루 일과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하루 일과 말하기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하루 일과 말하기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아침에 몇 시에 일어나요?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영어로 어떻게 말할까요?</a:t>
            </a:r>
            <a:endParaRPr lang="ko-KR" sz="2800" dirty="0"/>
          </a:p>
        </p:txBody>
      </p:sp>
      <p:sp>
        <p:nvSpPr>
          <p:cNvPr id="4" name="S01-figure1" descr="시계: 7시"/>
          <p:cNvSpPr/>
          <p:nvPr/>
        </p:nvSpPr>
        <p:spPr>
          <a:xfrm>
            <a:off x="8275320" y="731520"/>
            <a:ext cx="2743200" cy="27432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5" name="S01-line2"/>
          <p:cNvSpPr/>
          <p:nvPr/>
        </p:nvSpPr>
        <p:spPr>
          <a:xfrm>
            <a:off x="9646920" y="768096"/>
            <a:ext cx="0" cy="15087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01-line3"/>
          <p:cNvSpPr/>
          <p:nvPr/>
        </p:nvSpPr>
        <p:spPr>
          <a:xfrm flipH="1">
            <a:off x="9779299" y="775409"/>
            <a:ext cx="7169" cy="682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" name="S01-line4"/>
          <p:cNvSpPr/>
          <p:nvPr/>
        </p:nvSpPr>
        <p:spPr>
          <a:xfrm flipH="1">
            <a:off x="9910229" y="797269"/>
            <a:ext cx="14259" cy="67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1-line5"/>
          <p:cNvSpPr/>
          <p:nvPr/>
        </p:nvSpPr>
        <p:spPr>
          <a:xfrm flipH="1">
            <a:off x="10038273" y="833437"/>
            <a:ext cx="21192" cy="65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line6"/>
          <p:cNvSpPr/>
          <p:nvPr/>
        </p:nvSpPr>
        <p:spPr>
          <a:xfrm flipH="1">
            <a:off x="10162029" y="883515"/>
            <a:ext cx="27894" cy="626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line7"/>
          <p:cNvSpPr/>
          <p:nvPr/>
        </p:nvSpPr>
        <p:spPr>
          <a:xfrm flipH="1">
            <a:off x="10238994" y="946955"/>
            <a:ext cx="75438" cy="1306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1-line8"/>
          <p:cNvSpPr/>
          <p:nvPr/>
        </p:nvSpPr>
        <p:spPr>
          <a:xfrm flipH="1">
            <a:off x="10391317" y="1023063"/>
            <a:ext cx="40310" cy="554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line9"/>
          <p:cNvSpPr/>
          <p:nvPr/>
        </p:nvSpPr>
        <p:spPr>
          <a:xfrm flipH="1">
            <a:off x="10494336" y="1111004"/>
            <a:ext cx="45889" cy="50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line10"/>
          <p:cNvSpPr/>
          <p:nvPr/>
        </p:nvSpPr>
        <p:spPr>
          <a:xfrm flipH="1">
            <a:off x="10588071" y="1209815"/>
            <a:ext cx="50965" cy="45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line11"/>
          <p:cNvSpPr/>
          <p:nvPr/>
        </p:nvSpPr>
        <p:spPr>
          <a:xfrm flipH="1">
            <a:off x="10671495" y="1318413"/>
            <a:ext cx="55482" cy="403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line12"/>
          <p:cNvSpPr/>
          <p:nvPr/>
        </p:nvSpPr>
        <p:spPr>
          <a:xfrm flipH="1">
            <a:off x="10672422" y="1435608"/>
            <a:ext cx="130662" cy="754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1-line13"/>
          <p:cNvSpPr/>
          <p:nvPr/>
        </p:nvSpPr>
        <p:spPr>
          <a:xfrm flipH="1">
            <a:off x="10803874" y="1560117"/>
            <a:ext cx="62651" cy="2789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line14"/>
          <p:cNvSpPr/>
          <p:nvPr/>
        </p:nvSpPr>
        <p:spPr>
          <a:xfrm flipH="1">
            <a:off x="10851380" y="1690575"/>
            <a:ext cx="65223" cy="211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1-line15"/>
          <p:cNvSpPr/>
          <p:nvPr/>
        </p:nvSpPr>
        <p:spPr>
          <a:xfrm flipH="1">
            <a:off x="10885689" y="1825553"/>
            <a:ext cx="67081" cy="142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1-line16"/>
          <p:cNvSpPr/>
          <p:nvPr/>
        </p:nvSpPr>
        <p:spPr>
          <a:xfrm flipH="1">
            <a:off x="10906426" y="1963572"/>
            <a:ext cx="68204" cy="71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line17"/>
          <p:cNvSpPr/>
          <p:nvPr/>
        </p:nvSpPr>
        <p:spPr>
          <a:xfrm flipH="1">
            <a:off x="10831068" y="2103120"/>
            <a:ext cx="15087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1-line18"/>
          <p:cNvSpPr/>
          <p:nvPr/>
        </p:nvSpPr>
        <p:spPr>
          <a:xfrm flipH="1" flipV="1">
            <a:off x="10906426" y="2235499"/>
            <a:ext cx="68204" cy="71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line19"/>
          <p:cNvSpPr/>
          <p:nvPr/>
        </p:nvSpPr>
        <p:spPr>
          <a:xfrm flipH="1" flipV="1">
            <a:off x="10885689" y="2366429"/>
            <a:ext cx="67081" cy="142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line20"/>
          <p:cNvSpPr/>
          <p:nvPr/>
        </p:nvSpPr>
        <p:spPr>
          <a:xfrm flipH="1" flipV="1">
            <a:off x="10851380" y="2494473"/>
            <a:ext cx="65223" cy="211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line21"/>
          <p:cNvSpPr/>
          <p:nvPr/>
        </p:nvSpPr>
        <p:spPr>
          <a:xfrm flipH="1" flipV="1">
            <a:off x="10803874" y="2618229"/>
            <a:ext cx="62651" cy="2789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line22"/>
          <p:cNvSpPr/>
          <p:nvPr/>
        </p:nvSpPr>
        <p:spPr>
          <a:xfrm flipH="1" flipV="1">
            <a:off x="10672422" y="2695194"/>
            <a:ext cx="130662" cy="754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1-line23"/>
          <p:cNvSpPr/>
          <p:nvPr/>
        </p:nvSpPr>
        <p:spPr>
          <a:xfrm flipH="1" flipV="1">
            <a:off x="10671495" y="2847517"/>
            <a:ext cx="55482" cy="403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line24"/>
          <p:cNvSpPr/>
          <p:nvPr/>
        </p:nvSpPr>
        <p:spPr>
          <a:xfrm flipH="1" flipV="1">
            <a:off x="10588071" y="2950536"/>
            <a:ext cx="50965" cy="45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line25"/>
          <p:cNvSpPr/>
          <p:nvPr/>
        </p:nvSpPr>
        <p:spPr>
          <a:xfrm flipH="1" flipV="1">
            <a:off x="10494336" y="3044271"/>
            <a:ext cx="45889" cy="50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1-line26"/>
          <p:cNvSpPr/>
          <p:nvPr/>
        </p:nvSpPr>
        <p:spPr>
          <a:xfrm flipH="1" flipV="1">
            <a:off x="10391317" y="3127695"/>
            <a:ext cx="40310" cy="554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1-line27"/>
          <p:cNvSpPr/>
          <p:nvPr/>
        </p:nvSpPr>
        <p:spPr>
          <a:xfrm flipH="1" flipV="1">
            <a:off x="10238994" y="3128622"/>
            <a:ext cx="75438" cy="1306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1" name="S01-line28"/>
          <p:cNvSpPr/>
          <p:nvPr/>
        </p:nvSpPr>
        <p:spPr>
          <a:xfrm flipH="1" flipV="1">
            <a:off x="10162029" y="3260074"/>
            <a:ext cx="27894" cy="626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line29"/>
          <p:cNvSpPr/>
          <p:nvPr/>
        </p:nvSpPr>
        <p:spPr>
          <a:xfrm flipH="1" flipV="1">
            <a:off x="10038273" y="3307580"/>
            <a:ext cx="21192" cy="65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line30"/>
          <p:cNvSpPr/>
          <p:nvPr/>
        </p:nvSpPr>
        <p:spPr>
          <a:xfrm flipH="1" flipV="1">
            <a:off x="9910229" y="3341889"/>
            <a:ext cx="14259" cy="67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line31"/>
          <p:cNvSpPr/>
          <p:nvPr/>
        </p:nvSpPr>
        <p:spPr>
          <a:xfrm flipH="1" flipV="1">
            <a:off x="9779299" y="3362626"/>
            <a:ext cx="7169" cy="682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line32"/>
          <p:cNvSpPr/>
          <p:nvPr/>
        </p:nvSpPr>
        <p:spPr>
          <a:xfrm flipV="1">
            <a:off x="9646920" y="3287268"/>
            <a:ext cx="0" cy="15087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6" name="S01-line33"/>
          <p:cNvSpPr/>
          <p:nvPr/>
        </p:nvSpPr>
        <p:spPr>
          <a:xfrm flipV="1">
            <a:off x="9507372" y="3362626"/>
            <a:ext cx="7169" cy="682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line34"/>
          <p:cNvSpPr/>
          <p:nvPr/>
        </p:nvSpPr>
        <p:spPr>
          <a:xfrm flipV="1">
            <a:off x="9369353" y="3341889"/>
            <a:ext cx="14259" cy="67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line35"/>
          <p:cNvSpPr/>
          <p:nvPr/>
        </p:nvSpPr>
        <p:spPr>
          <a:xfrm flipV="1">
            <a:off x="9234375" y="3307580"/>
            <a:ext cx="21192" cy="65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line36"/>
          <p:cNvSpPr/>
          <p:nvPr/>
        </p:nvSpPr>
        <p:spPr>
          <a:xfrm flipV="1">
            <a:off x="9103917" y="3260074"/>
            <a:ext cx="27894" cy="626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1-line37"/>
          <p:cNvSpPr/>
          <p:nvPr/>
        </p:nvSpPr>
        <p:spPr>
          <a:xfrm flipV="1">
            <a:off x="8979408" y="3128622"/>
            <a:ext cx="75438" cy="1306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1" name="S01-line38"/>
          <p:cNvSpPr/>
          <p:nvPr/>
        </p:nvSpPr>
        <p:spPr>
          <a:xfrm flipV="1">
            <a:off x="8862213" y="3127695"/>
            <a:ext cx="40310" cy="554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line39"/>
          <p:cNvSpPr/>
          <p:nvPr/>
        </p:nvSpPr>
        <p:spPr>
          <a:xfrm flipV="1">
            <a:off x="8753615" y="3044271"/>
            <a:ext cx="45889" cy="50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line40"/>
          <p:cNvSpPr/>
          <p:nvPr/>
        </p:nvSpPr>
        <p:spPr>
          <a:xfrm flipV="1">
            <a:off x="8654804" y="2950536"/>
            <a:ext cx="50965" cy="45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line41"/>
          <p:cNvSpPr/>
          <p:nvPr/>
        </p:nvSpPr>
        <p:spPr>
          <a:xfrm flipV="1">
            <a:off x="8566863" y="2847517"/>
            <a:ext cx="55482" cy="403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line42"/>
          <p:cNvSpPr/>
          <p:nvPr/>
        </p:nvSpPr>
        <p:spPr>
          <a:xfrm flipV="1">
            <a:off x="8490755" y="2695194"/>
            <a:ext cx="130662" cy="754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6" name="S01-line43"/>
          <p:cNvSpPr/>
          <p:nvPr/>
        </p:nvSpPr>
        <p:spPr>
          <a:xfrm flipV="1">
            <a:off x="8427315" y="2618229"/>
            <a:ext cx="62651" cy="2789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line44"/>
          <p:cNvSpPr/>
          <p:nvPr/>
        </p:nvSpPr>
        <p:spPr>
          <a:xfrm flipV="1">
            <a:off x="8377237" y="2494473"/>
            <a:ext cx="65223" cy="211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line45"/>
          <p:cNvSpPr/>
          <p:nvPr/>
        </p:nvSpPr>
        <p:spPr>
          <a:xfrm flipV="1">
            <a:off x="8341069" y="2366429"/>
            <a:ext cx="67081" cy="142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line46"/>
          <p:cNvSpPr/>
          <p:nvPr/>
        </p:nvSpPr>
        <p:spPr>
          <a:xfrm flipV="1">
            <a:off x="8319209" y="2235499"/>
            <a:ext cx="68204" cy="71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line47"/>
          <p:cNvSpPr/>
          <p:nvPr/>
        </p:nvSpPr>
        <p:spPr>
          <a:xfrm>
            <a:off x="8311896" y="2103120"/>
            <a:ext cx="15087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01-line48"/>
          <p:cNvSpPr/>
          <p:nvPr/>
        </p:nvSpPr>
        <p:spPr>
          <a:xfrm>
            <a:off x="8319209" y="1963572"/>
            <a:ext cx="68204" cy="716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1-line49"/>
          <p:cNvSpPr/>
          <p:nvPr/>
        </p:nvSpPr>
        <p:spPr>
          <a:xfrm>
            <a:off x="8341069" y="1825553"/>
            <a:ext cx="67081" cy="1425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1-line50"/>
          <p:cNvSpPr/>
          <p:nvPr/>
        </p:nvSpPr>
        <p:spPr>
          <a:xfrm>
            <a:off x="8377237" y="1690575"/>
            <a:ext cx="65223" cy="2119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1-line51"/>
          <p:cNvSpPr/>
          <p:nvPr/>
        </p:nvSpPr>
        <p:spPr>
          <a:xfrm>
            <a:off x="8427315" y="1560117"/>
            <a:ext cx="62651" cy="2789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1-line52"/>
          <p:cNvSpPr/>
          <p:nvPr/>
        </p:nvSpPr>
        <p:spPr>
          <a:xfrm>
            <a:off x="8490755" y="1435608"/>
            <a:ext cx="130662" cy="75438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6" name="S01-line53"/>
          <p:cNvSpPr/>
          <p:nvPr/>
        </p:nvSpPr>
        <p:spPr>
          <a:xfrm>
            <a:off x="8566863" y="1318413"/>
            <a:ext cx="55482" cy="4031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1-line54"/>
          <p:cNvSpPr/>
          <p:nvPr/>
        </p:nvSpPr>
        <p:spPr>
          <a:xfrm>
            <a:off x="8654804" y="1209815"/>
            <a:ext cx="50965" cy="45889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1-line55"/>
          <p:cNvSpPr/>
          <p:nvPr/>
        </p:nvSpPr>
        <p:spPr>
          <a:xfrm>
            <a:off x="8753615" y="1111004"/>
            <a:ext cx="45889" cy="5096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1-line56"/>
          <p:cNvSpPr/>
          <p:nvPr/>
        </p:nvSpPr>
        <p:spPr>
          <a:xfrm>
            <a:off x="8862213" y="1023063"/>
            <a:ext cx="40310" cy="5548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1-line57"/>
          <p:cNvSpPr/>
          <p:nvPr/>
        </p:nvSpPr>
        <p:spPr>
          <a:xfrm>
            <a:off x="8979408" y="946955"/>
            <a:ext cx="75438" cy="13066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1" name="S01-line58"/>
          <p:cNvSpPr/>
          <p:nvPr/>
        </p:nvSpPr>
        <p:spPr>
          <a:xfrm>
            <a:off x="9103917" y="883515"/>
            <a:ext cx="27894" cy="6265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1-line59"/>
          <p:cNvSpPr/>
          <p:nvPr/>
        </p:nvSpPr>
        <p:spPr>
          <a:xfrm>
            <a:off x="9234375" y="833437"/>
            <a:ext cx="21192" cy="6522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1-line60"/>
          <p:cNvSpPr/>
          <p:nvPr/>
        </p:nvSpPr>
        <p:spPr>
          <a:xfrm>
            <a:off x="9369353" y="797269"/>
            <a:ext cx="14259" cy="6708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1-line61"/>
          <p:cNvSpPr/>
          <p:nvPr/>
        </p:nvSpPr>
        <p:spPr>
          <a:xfrm>
            <a:off x="9507372" y="775409"/>
            <a:ext cx="7169" cy="682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1-label62"/>
          <p:cNvSpPr txBox="1"/>
          <p:nvPr/>
        </p:nvSpPr>
        <p:spPr>
          <a:xfrm>
            <a:off x="9914382" y="9818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300" dirty="0"/>
          </a:p>
        </p:txBody>
      </p:sp>
      <p:sp>
        <p:nvSpPr>
          <p:cNvPr id="66" name="S01-label63"/>
          <p:cNvSpPr txBox="1"/>
          <p:nvPr/>
        </p:nvSpPr>
        <p:spPr>
          <a:xfrm>
            <a:off x="10310994" y="13784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300" dirty="0"/>
          </a:p>
        </p:txBody>
      </p:sp>
      <p:sp>
        <p:nvSpPr>
          <p:cNvPr id="67" name="S01-label64"/>
          <p:cNvSpPr txBox="1"/>
          <p:nvPr/>
        </p:nvSpPr>
        <p:spPr>
          <a:xfrm>
            <a:off x="10456164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300" dirty="0"/>
          </a:p>
        </p:txBody>
      </p:sp>
      <p:sp>
        <p:nvSpPr>
          <p:cNvPr id="68" name="S01-label65"/>
          <p:cNvSpPr txBox="1"/>
          <p:nvPr/>
        </p:nvSpPr>
        <p:spPr>
          <a:xfrm>
            <a:off x="10310994" y="24620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300" dirty="0"/>
          </a:p>
        </p:txBody>
      </p:sp>
      <p:sp>
        <p:nvSpPr>
          <p:cNvPr id="69" name="S01-label66"/>
          <p:cNvSpPr txBox="1"/>
          <p:nvPr/>
        </p:nvSpPr>
        <p:spPr>
          <a:xfrm>
            <a:off x="9914382" y="28586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300" dirty="0"/>
          </a:p>
        </p:txBody>
      </p:sp>
      <p:sp>
        <p:nvSpPr>
          <p:cNvPr id="70" name="S01-label67"/>
          <p:cNvSpPr txBox="1"/>
          <p:nvPr/>
        </p:nvSpPr>
        <p:spPr>
          <a:xfrm>
            <a:off x="9372600" y="300380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300" dirty="0"/>
          </a:p>
        </p:txBody>
      </p:sp>
      <p:sp>
        <p:nvSpPr>
          <p:cNvPr id="71" name="S01-label68"/>
          <p:cNvSpPr txBox="1"/>
          <p:nvPr/>
        </p:nvSpPr>
        <p:spPr>
          <a:xfrm>
            <a:off x="8830818" y="285863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300" dirty="0"/>
          </a:p>
        </p:txBody>
      </p:sp>
      <p:sp>
        <p:nvSpPr>
          <p:cNvPr id="72" name="S01-label69"/>
          <p:cNvSpPr txBox="1"/>
          <p:nvPr/>
        </p:nvSpPr>
        <p:spPr>
          <a:xfrm>
            <a:off x="8434206" y="24620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300" dirty="0"/>
          </a:p>
        </p:txBody>
      </p:sp>
      <p:sp>
        <p:nvSpPr>
          <p:cNvPr id="73" name="S01-label70"/>
          <p:cNvSpPr txBox="1"/>
          <p:nvPr/>
        </p:nvSpPr>
        <p:spPr>
          <a:xfrm>
            <a:off x="8289036" y="1920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300" dirty="0"/>
          </a:p>
        </p:txBody>
      </p:sp>
      <p:sp>
        <p:nvSpPr>
          <p:cNvPr id="74" name="S01-label71"/>
          <p:cNvSpPr txBox="1"/>
          <p:nvPr/>
        </p:nvSpPr>
        <p:spPr>
          <a:xfrm>
            <a:off x="8434206" y="137845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300" dirty="0"/>
          </a:p>
        </p:txBody>
      </p:sp>
      <p:sp>
        <p:nvSpPr>
          <p:cNvPr id="75" name="S01-label72"/>
          <p:cNvSpPr txBox="1"/>
          <p:nvPr/>
        </p:nvSpPr>
        <p:spPr>
          <a:xfrm>
            <a:off x="8830818" y="98184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300" dirty="0"/>
          </a:p>
        </p:txBody>
      </p:sp>
      <p:sp>
        <p:nvSpPr>
          <p:cNvPr id="76" name="S01-label73"/>
          <p:cNvSpPr txBox="1"/>
          <p:nvPr/>
        </p:nvSpPr>
        <p:spPr>
          <a:xfrm>
            <a:off x="9372600" y="83667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300" dirty="0"/>
          </a:p>
        </p:txBody>
      </p:sp>
      <p:sp>
        <p:nvSpPr>
          <p:cNvPr id="77" name="S01-line74"/>
          <p:cNvSpPr/>
          <p:nvPr/>
        </p:nvSpPr>
        <p:spPr>
          <a:xfrm flipH="1">
            <a:off x="9345168" y="2103120"/>
            <a:ext cx="301752" cy="52265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8" name="S01-line75"/>
          <p:cNvSpPr/>
          <p:nvPr/>
        </p:nvSpPr>
        <p:spPr>
          <a:xfrm flipV="1">
            <a:off x="9646920" y="1225296"/>
            <a:ext cx="0" cy="87782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79" name="S01-pin76"/>
          <p:cNvSpPr/>
          <p:nvPr/>
        </p:nvSpPr>
        <p:spPr>
          <a:xfrm>
            <a:off x="9592056" y="20482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1-card77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1" name="S01-cardtext78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시계를 보고 일과를 시각과 함께 영어로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나의 하루 일과를 영어 문장으로 써요.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시일까요?</a:t>
            </a:r>
            <a:endParaRPr lang="ko-KR" sz="4000" dirty="0"/>
          </a:p>
        </p:txBody>
      </p:sp>
      <p:sp>
        <p:nvSpPr>
          <p:cNvPr id="3" name="S02-text7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보고 몇 시인지 영어로 말해요.</a:t>
            </a:r>
            <a:endParaRPr lang="ko-KR" sz="2800" dirty="0"/>
          </a:p>
        </p:txBody>
      </p:sp>
      <p:sp>
        <p:nvSpPr>
          <p:cNvPr id="4" name="S02-chip80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figure81" descr="시계: 7시"/>
          <p:cNvSpPr/>
          <p:nvPr/>
        </p:nvSpPr>
        <p:spPr>
          <a:xfrm>
            <a:off x="3081528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2-line82"/>
          <p:cNvSpPr/>
          <p:nvPr/>
        </p:nvSpPr>
        <p:spPr>
          <a:xfrm>
            <a:off x="4087368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line83"/>
          <p:cNvSpPr/>
          <p:nvPr/>
        </p:nvSpPr>
        <p:spPr>
          <a:xfrm flipH="1">
            <a:off x="4183427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2-line84"/>
          <p:cNvSpPr/>
          <p:nvPr/>
        </p:nvSpPr>
        <p:spPr>
          <a:xfrm flipH="1">
            <a:off x="4278433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2-line85"/>
          <p:cNvSpPr/>
          <p:nvPr/>
        </p:nvSpPr>
        <p:spPr>
          <a:xfrm flipH="1">
            <a:off x="4371346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2-line86"/>
          <p:cNvSpPr/>
          <p:nvPr/>
        </p:nvSpPr>
        <p:spPr>
          <a:xfrm flipH="1">
            <a:off x="4461148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2-line87"/>
          <p:cNvSpPr/>
          <p:nvPr/>
        </p:nvSpPr>
        <p:spPr>
          <a:xfrm flipH="1">
            <a:off x="4516679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2-line88"/>
          <p:cNvSpPr/>
          <p:nvPr/>
        </p:nvSpPr>
        <p:spPr>
          <a:xfrm flipH="1">
            <a:off x="4627526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line89"/>
          <p:cNvSpPr/>
          <p:nvPr/>
        </p:nvSpPr>
        <p:spPr>
          <a:xfrm flipH="1">
            <a:off x="4702280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2-line90"/>
          <p:cNvSpPr/>
          <p:nvPr/>
        </p:nvSpPr>
        <p:spPr>
          <a:xfrm flipH="1">
            <a:off x="4770297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2-line91"/>
          <p:cNvSpPr/>
          <p:nvPr/>
        </p:nvSpPr>
        <p:spPr>
          <a:xfrm flipH="1">
            <a:off x="4830832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2-line92"/>
          <p:cNvSpPr/>
          <p:nvPr/>
        </p:nvSpPr>
        <p:spPr>
          <a:xfrm flipH="1">
            <a:off x="4830956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2-line93"/>
          <p:cNvSpPr/>
          <p:nvPr/>
        </p:nvSpPr>
        <p:spPr>
          <a:xfrm flipH="1">
            <a:off x="4926891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2-line94"/>
          <p:cNvSpPr/>
          <p:nvPr/>
        </p:nvSpPr>
        <p:spPr>
          <a:xfrm flipH="1">
            <a:off x="4961362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line95"/>
          <p:cNvSpPr/>
          <p:nvPr/>
        </p:nvSpPr>
        <p:spPr>
          <a:xfrm flipH="1">
            <a:off x="4986258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2-line96"/>
          <p:cNvSpPr/>
          <p:nvPr/>
        </p:nvSpPr>
        <p:spPr>
          <a:xfrm flipH="1">
            <a:off x="5001306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2-line97"/>
          <p:cNvSpPr/>
          <p:nvPr/>
        </p:nvSpPr>
        <p:spPr>
          <a:xfrm flipH="1">
            <a:off x="4945990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2-line98"/>
          <p:cNvSpPr/>
          <p:nvPr/>
        </p:nvSpPr>
        <p:spPr>
          <a:xfrm flipH="1" flipV="1">
            <a:off x="5001306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2-line99"/>
          <p:cNvSpPr/>
          <p:nvPr/>
        </p:nvSpPr>
        <p:spPr>
          <a:xfrm flipH="1" flipV="1">
            <a:off x="4986258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2-line100"/>
          <p:cNvSpPr/>
          <p:nvPr/>
        </p:nvSpPr>
        <p:spPr>
          <a:xfrm flipH="1" flipV="1">
            <a:off x="4961362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line101"/>
          <p:cNvSpPr/>
          <p:nvPr/>
        </p:nvSpPr>
        <p:spPr>
          <a:xfrm flipH="1" flipV="1">
            <a:off x="4926891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2-line102"/>
          <p:cNvSpPr/>
          <p:nvPr/>
        </p:nvSpPr>
        <p:spPr>
          <a:xfrm flipH="1" flipV="1">
            <a:off x="4830956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2-line103"/>
          <p:cNvSpPr/>
          <p:nvPr/>
        </p:nvSpPr>
        <p:spPr>
          <a:xfrm flipH="1" flipV="1">
            <a:off x="4830832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line104"/>
          <p:cNvSpPr/>
          <p:nvPr/>
        </p:nvSpPr>
        <p:spPr>
          <a:xfrm flipH="1" flipV="1">
            <a:off x="4770297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2-line105"/>
          <p:cNvSpPr/>
          <p:nvPr/>
        </p:nvSpPr>
        <p:spPr>
          <a:xfrm flipH="1" flipV="1">
            <a:off x="4702280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2-line106"/>
          <p:cNvSpPr/>
          <p:nvPr/>
        </p:nvSpPr>
        <p:spPr>
          <a:xfrm flipH="1" flipV="1">
            <a:off x="4627526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2-line107"/>
          <p:cNvSpPr/>
          <p:nvPr/>
        </p:nvSpPr>
        <p:spPr>
          <a:xfrm flipH="1" flipV="1">
            <a:off x="4516679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2-line108"/>
          <p:cNvSpPr/>
          <p:nvPr/>
        </p:nvSpPr>
        <p:spPr>
          <a:xfrm flipH="1" flipV="1">
            <a:off x="4461148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2-line109"/>
          <p:cNvSpPr/>
          <p:nvPr/>
        </p:nvSpPr>
        <p:spPr>
          <a:xfrm flipH="1" flipV="1">
            <a:off x="4371346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line110"/>
          <p:cNvSpPr/>
          <p:nvPr/>
        </p:nvSpPr>
        <p:spPr>
          <a:xfrm flipH="1" flipV="1">
            <a:off x="4278433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2-line111"/>
          <p:cNvSpPr/>
          <p:nvPr/>
        </p:nvSpPr>
        <p:spPr>
          <a:xfrm flipH="1" flipV="1">
            <a:off x="4183427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2-line112"/>
          <p:cNvSpPr/>
          <p:nvPr/>
        </p:nvSpPr>
        <p:spPr>
          <a:xfrm flipV="1">
            <a:off x="4087368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2-line113"/>
          <p:cNvSpPr/>
          <p:nvPr/>
        </p:nvSpPr>
        <p:spPr>
          <a:xfrm flipV="1">
            <a:off x="3986052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2-line114"/>
          <p:cNvSpPr/>
          <p:nvPr/>
        </p:nvSpPr>
        <p:spPr>
          <a:xfrm flipV="1">
            <a:off x="3885847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2-line115"/>
          <p:cNvSpPr/>
          <p:nvPr/>
        </p:nvSpPr>
        <p:spPr>
          <a:xfrm flipV="1">
            <a:off x="3787849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2-line116"/>
          <p:cNvSpPr/>
          <p:nvPr/>
        </p:nvSpPr>
        <p:spPr>
          <a:xfrm flipV="1">
            <a:off x="3693133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2-line117"/>
          <p:cNvSpPr/>
          <p:nvPr/>
        </p:nvSpPr>
        <p:spPr>
          <a:xfrm flipV="1">
            <a:off x="3602736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2-line118"/>
          <p:cNvSpPr/>
          <p:nvPr/>
        </p:nvSpPr>
        <p:spPr>
          <a:xfrm flipV="1">
            <a:off x="3517649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2-line119"/>
          <p:cNvSpPr/>
          <p:nvPr/>
        </p:nvSpPr>
        <p:spPr>
          <a:xfrm flipV="1">
            <a:off x="3438804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2-line120"/>
          <p:cNvSpPr/>
          <p:nvPr/>
        </p:nvSpPr>
        <p:spPr>
          <a:xfrm flipV="1">
            <a:off x="3367064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2-line121"/>
          <p:cNvSpPr/>
          <p:nvPr/>
        </p:nvSpPr>
        <p:spPr>
          <a:xfrm flipV="1">
            <a:off x="3303217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2-line122"/>
          <p:cNvSpPr/>
          <p:nvPr/>
        </p:nvSpPr>
        <p:spPr>
          <a:xfrm flipV="1">
            <a:off x="3247961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2-line123"/>
          <p:cNvSpPr/>
          <p:nvPr/>
        </p:nvSpPr>
        <p:spPr>
          <a:xfrm flipV="1">
            <a:off x="3201901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2-line124"/>
          <p:cNvSpPr/>
          <p:nvPr/>
        </p:nvSpPr>
        <p:spPr>
          <a:xfrm flipV="1">
            <a:off x="3165543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2-line125"/>
          <p:cNvSpPr/>
          <p:nvPr/>
        </p:nvSpPr>
        <p:spPr>
          <a:xfrm flipV="1">
            <a:off x="3139285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2-line126"/>
          <p:cNvSpPr/>
          <p:nvPr/>
        </p:nvSpPr>
        <p:spPr>
          <a:xfrm flipV="1">
            <a:off x="3123414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2-line127"/>
          <p:cNvSpPr/>
          <p:nvPr/>
        </p:nvSpPr>
        <p:spPr>
          <a:xfrm>
            <a:off x="3118104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2-line128"/>
          <p:cNvSpPr/>
          <p:nvPr/>
        </p:nvSpPr>
        <p:spPr>
          <a:xfrm>
            <a:off x="3123414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2-line129"/>
          <p:cNvSpPr/>
          <p:nvPr/>
        </p:nvSpPr>
        <p:spPr>
          <a:xfrm>
            <a:off x="3139285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2-line130"/>
          <p:cNvSpPr/>
          <p:nvPr/>
        </p:nvSpPr>
        <p:spPr>
          <a:xfrm>
            <a:off x="3165543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2-line131"/>
          <p:cNvSpPr/>
          <p:nvPr/>
        </p:nvSpPr>
        <p:spPr>
          <a:xfrm>
            <a:off x="3201901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2-line132"/>
          <p:cNvSpPr/>
          <p:nvPr/>
        </p:nvSpPr>
        <p:spPr>
          <a:xfrm>
            <a:off x="3247961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2-line133"/>
          <p:cNvSpPr/>
          <p:nvPr/>
        </p:nvSpPr>
        <p:spPr>
          <a:xfrm>
            <a:off x="3303217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2-line134"/>
          <p:cNvSpPr/>
          <p:nvPr/>
        </p:nvSpPr>
        <p:spPr>
          <a:xfrm>
            <a:off x="3367064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2-line135"/>
          <p:cNvSpPr/>
          <p:nvPr/>
        </p:nvSpPr>
        <p:spPr>
          <a:xfrm>
            <a:off x="3438804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2-line136"/>
          <p:cNvSpPr/>
          <p:nvPr/>
        </p:nvSpPr>
        <p:spPr>
          <a:xfrm>
            <a:off x="3517649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2-line137"/>
          <p:cNvSpPr/>
          <p:nvPr/>
        </p:nvSpPr>
        <p:spPr>
          <a:xfrm>
            <a:off x="3602736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2-line138"/>
          <p:cNvSpPr/>
          <p:nvPr/>
        </p:nvSpPr>
        <p:spPr>
          <a:xfrm>
            <a:off x="3693133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2-line139"/>
          <p:cNvSpPr/>
          <p:nvPr/>
        </p:nvSpPr>
        <p:spPr>
          <a:xfrm>
            <a:off x="3787849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2-line140"/>
          <p:cNvSpPr/>
          <p:nvPr/>
        </p:nvSpPr>
        <p:spPr>
          <a:xfrm>
            <a:off x="3885847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2-line141"/>
          <p:cNvSpPr/>
          <p:nvPr/>
        </p:nvSpPr>
        <p:spPr>
          <a:xfrm>
            <a:off x="3986052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2-label142"/>
          <p:cNvSpPr txBox="1"/>
          <p:nvPr/>
        </p:nvSpPr>
        <p:spPr>
          <a:xfrm>
            <a:off x="4210355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67" name="S02-label143"/>
          <p:cNvSpPr txBox="1"/>
          <p:nvPr/>
        </p:nvSpPr>
        <p:spPr>
          <a:xfrm>
            <a:off x="4501204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68" name="S02-label144"/>
          <p:cNvSpPr txBox="1"/>
          <p:nvPr/>
        </p:nvSpPr>
        <p:spPr>
          <a:xfrm>
            <a:off x="4607662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69" name="S02-label145"/>
          <p:cNvSpPr txBox="1"/>
          <p:nvPr/>
        </p:nvSpPr>
        <p:spPr>
          <a:xfrm>
            <a:off x="4501204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0" name="S02-label146"/>
          <p:cNvSpPr txBox="1"/>
          <p:nvPr/>
        </p:nvSpPr>
        <p:spPr>
          <a:xfrm>
            <a:off x="4210355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1" name="S02-label147"/>
          <p:cNvSpPr txBox="1"/>
          <p:nvPr/>
        </p:nvSpPr>
        <p:spPr>
          <a:xfrm>
            <a:off x="3813048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72" name="S02-label148"/>
          <p:cNvSpPr txBox="1"/>
          <p:nvPr/>
        </p:nvSpPr>
        <p:spPr>
          <a:xfrm>
            <a:off x="3415741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73" name="S02-label149"/>
          <p:cNvSpPr txBox="1"/>
          <p:nvPr/>
        </p:nvSpPr>
        <p:spPr>
          <a:xfrm>
            <a:off x="3124892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74" name="S02-label150"/>
          <p:cNvSpPr txBox="1"/>
          <p:nvPr/>
        </p:nvSpPr>
        <p:spPr>
          <a:xfrm>
            <a:off x="3018434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75" name="S02-label151"/>
          <p:cNvSpPr txBox="1"/>
          <p:nvPr/>
        </p:nvSpPr>
        <p:spPr>
          <a:xfrm>
            <a:off x="3124892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76" name="S02-label152"/>
          <p:cNvSpPr txBox="1"/>
          <p:nvPr/>
        </p:nvSpPr>
        <p:spPr>
          <a:xfrm>
            <a:off x="3415741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77" name="S02-label153"/>
          <p:cNvSpPr txBox="1"/>
          <p:nvPr/>
        </p:nvSpPr>
        <p:spPr>
          <a:xfrm>
            <a:off x="3813048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78" name="S02-line154"/>
          <p:cNvSpPr/>
          <p:nvPr/>
        </p:nvSpPr>
        <p:spPr>
          <a:xfrm flipH="1">
            <a:off x="3866083" y="3017520"/>
            <a:ext cx="221285" cy="383277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2-line155"/>
          <p:cNvSpPr/>
          <p:nvPr/>
        </p:nvSpPr>
        <p:spPr>
          <a:xfrm flipV="1">
            <a:off x="4087368" y="237378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2-pin156"/>
          <p:cNvSpPr/>
          <p:nvPr/>
        </p:nvSpPr>
        <p:spPr>
          <a:xfrm>
            <a:off x="4032504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2-chip157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2" name="S02-figure158" descr="시계: 12시"/>
          <p:cNvSpPr/>
          <p:nvPr/>
        </p:nvSpPr>
        <p:spPr>
          <a:xfrm>
            <a:off x="3081528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2-line159"/>
          <p:cNvSpPr/>
          <p:nvPr/>
        </p:nvSpPr>
        <p:spPr>
          <a:xfrm>
            <a:off x="4087368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2-line160"/>
          <p:cNvSpPr/>
          <p:nvPr/>
        </p:nvSpPr>
        <p:spPr>
          <a:xfrm flipH="1">
            <a:off x="4183427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2-line161"/>
          <p:cNvSpPr/>
          <p:nvPr/>
        </p:nvSpPr>
        <p:spPr>
          <a:xfrm flipH="1">
            <a:off x="4278433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2-line162"/>
          <p:cNvSpPr/>
          <p:nvPr/>
        </p:nvSpPr>
        <p:spPr>
          <a:xfrm flipH="1">
            <a:off x="4371346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2-line163"/>
          <p:cNvSpPr/>
          <p:nvPr/>
        </p:nvSpPr>
        <p:spPr>
          <a:xfrm flipH="1">
            <a:off x="4461148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2-line164"/>
          <p:cNvSpPr/>
          <p:nvPr/>
        </p:nvSpPr>
        <p:spPr>
          <a:xfrm flipH="1">
            <a:off x="4516679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2-line165"/>
          <p:cNvSpPr/>
          <p:nvPr/>
        </p:nvSpPr>
        <p:spPr>
          <a:xfrm flipH="1">
            <a:off x="4627526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2-line166"/>
          <p:cNvSpPr/>
          <p:nvPr/>
        </p:nvSpPr>
        <p:spPr>
          <a:xfrm flipH="1">
            <a:off x="4702280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2-line167"/>
          <p:cNvSpPr/>
          <p:nvPr/>
        </p:nvSpPr>
        <p:spPr>
          <a:xfrm flipH="1">
            <a:off x="4770297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2-line168"/>
          <p:cNvSpPr/>
          <p:nvPr/>
        </p:nvSpPr>
        <p:spPr>
          <a:xfrm flipH="1">
            <a:off x="4830832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2-line169"/>
          <p:cNvSpPr/>
          <p:nvPr/>
        </p:nvSpPr>
        <p:spPr>
          <a:xfrm flipH="1">
            <a:off x="4830956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2-line170"/>
          <p:cNvSpPr/>
          <p:nvPr/>
        </p:nvSpPr>
        <p:spPr>
          <a:xfrm flipH="1">
            <a:off x="492689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2-line171"/>
          <p:cNvSpPr/>
          <p:nvPr/>
        </p:nvSpPr>
        <p:spPr>
          <a:xfrm flipH="1">
            <a:off x="4961362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2-line172"/>
          <p:cNvSpPr/>
          <p:nvPr/>
        </p:nvSpPr>
        <p:spPr>
          <a:xfrm flipH="1">
            <a:off x="4986258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2-line173"/>
          <p:cNvSpPr/>
          <p:nvPr/>
        </p:nvSpPr>
        <p:spPr>
          <a:xfrm flipH="1">
            <a:off x="5001306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2-line174"/>
          <p:cNvSpPr/>
          <p:nvPr/>
        </p:nvSpPr>
        <p:spPr>
          <a:xfrm flipH="1">
            <a:off x="4945990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2-line175"/>
          <p:cNvSpPr/>
          <p:nvPr/>
        </p:nvSpPr>
        <p:spPr>
          <a:xfrm flipH="1" flipV="1">
            <a:off x="5001306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2-line176"/>
          <p:cNvSpPr/>
          <p:nvPr/>
        </p:nvSpPr>
        <p:spPr>
          <a:xfrm flipH="1" flipV="1">
            <a:off x="4986258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2-line177"/>
          <p:cNvSpPr/>
          <p:nvPr/>
        </p:nvSpPr>
        <p:spPr>
          <a:xfrm flipH="1" flipV="1">
            <a:off x="4961362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2-line178"/>
          <p:cNvSpPr/>
          <p:nvPr/>
        </p:nvSpPr>
        <p:spPr>
          <a:xfrm flipH="1" flipV="1">
            <a:off x="492689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2-line179"/>
          <p:cNvSpPr/>
          <p:nvPr/>
        </p:nvSpPr>
        <p:spPr>
          <a:xfrm flipH="1" flipV="1">
            <a:off x="4830956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2-line180"/>
          <p:cNvSpPr/>
          <p:nvPr/>
        </p:nvSpPr>
        <p:spPr>
          <a:xfrm flipH="1" flipV="1">
            <a:off x="4830832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2-line181"/>
          <p:cNvSpPr/>
          <p:nvPr/>
        </p:nvSpPr>
        <p:spPr>
          <a:xfrm flipH="1" flipV="1">
            <a:off x="4770297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2-line182"/>
          <p:cNvSpPr/>
          <p:nvPr/>
        </p:nvSpPr>
        <p:spPr>
          <a:xfrm flipH="1" flipV="1">
            <a:off x="4702280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2-line183"/>
          <p:cNvSpPr/>
          <p:nvPr/>
        </p:nvSpPr>
        <p:spPr>
          <a:xfrm flipH="1" flipV="1">
            <a:off x="4627526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2-line184"/>
          <p:cNvSpPr/>
          <p:nvPr/>
        </p:nvSpPr>
        <p:spPr>
          <a:xfrm flipH="1" flipV="1">
            <a:off x="4516679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2-line185"/>
          <p:cNvSpPr/>
          <p:nvPr/>
        </p:nvSpPr>
        <p:spPr>
          <a:xfrm flipH="1" flipV="1">
            <a:off x="4461148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2-line186"/>
          <p:cNvSpPr/>
          <p:nvPr/>
        </p:nvSpPr>
        <p:spPr>
          <a:xfrm flipH="1" flipV="1">
            <a:off x="4371346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2-line187"/>
          <p:cNvSpPr/>
          <p:nvPr/>
        </p:nvSpPr>
        <p:spPr>
          <a:xfrm flipH="1" flipV="1">
            <a:off x="4278433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2-line188"/>
          <p:cNvSpPr/>
          <p:nvPr/>
        </p:nvSpPr>
        <p:spPr>
          <a:xfrm flipH="1" flipV="1">
            <a:off x="4183427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2-line189"/>
          <p:cNvSpPr/>
          <p:nvPr/>
        </p:nvSpPr>
        <p:spPr>
          <a:xfrm flipV="1">
            <a:off x="4087368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2-line190"/>
          <p:cNvSpPr/>
          <p:nvPr/>
        </p:nvSpPr>
        <p:spPr>
          <a:xfrm flipV="1">
            <a:off x="3986052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2-line191"/>
          <p:cNvSpPr/>
          <p:nvPr/>
        </p:nvSpPr>
        <p:spPr>
          <a:xfrm flipV="1">
            <a:off x="3885847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2-line192"/>
          <p:cNvSpPr/>
          <p:nvPr/>
        </p:nvSpPr>
        <p:spPr>
          <a:xfrm flipV="1">
            <a:off x="3787849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2-line193"/>
          <p:cNvSpPr/>
          <p:nvPr/>
        </p:nvSpPr>
        <p:spPr>
          <a:xfrm flipV="1">
            <a:off x="3693133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2-line194"/>
          <p:cNvSpPr/>
          <p:nvPr/>
        </p:nvSpPr>
        <p:spPr>
          <a:xfrm flipV="1">
            <a:off x="3602736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2-line195"/>
          <p:cNvSpPr/>
          <p:nvPr/>
        </p:nvSpPr>
        <p:spPr>
          <a:xfrm flipV="1">
            <a:off x="3517649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2-line196"/>
          <p:cNvSpPr/>
          <p:nvPr/>
        </p:nvSpPr>
        <p:spPr>
          <a:xfrm flipV="1">
            <a:off x="3438804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2-line197"/>
          <p:cNvSpPr/>
          <p:nvPr/>
        </p:nvSpPr>
        <p:spPr>
          <a:xfrm flipV="1">
            <a:off x="3367064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2-line198"/>
          <p:cNvSpPr/>
          <p:nvPr/>
        </p:nvSpPr>
        <p:spPr>
          <a:xfrm flipV="1">
            <a:off x="3303217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2-line199"/>
          <p:cNvSpPr/>
          <p:nvPr/>
        </p:nvSpPr>
        <p:spPr>
          <a:xfrm flipV="1">
            <a:off x="3247961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2-line200"/>
          <p:cNvSpPr/>
          <p:nvPr/>
        </p:nvSpPr>
        <p:spPr>
          <a:xfrm flipV="1">
            <a:off x="3201901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2-line201"/>
          <p:cNvSpPr/>
          <p:nvPr/>
        </p:nvSpPr>
        <p:spPr>
          <a:xfrm flipV="1">
            <a:off x="3165543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2-line202"/>
          <p:cNvSpPr/>
          <p:nvPr/>
        </p:nvSpPr>
        <p:spPr>
          <a:xfrm flipV="1">
            <a:off x="3139285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2-line203"/>
          <p:cNvSpPr/>
          <p:nvPr/>
        </p:nvSpPr>
        <p:spPr>
          <a:xfrm flipV="1">
            <a:off x="3123414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2-line204"/>
          <p:cNvSpPr/>
          <p:nvPr/>
        </p:nvSpPr>
        <p:spPr>
          <a:xfrm>
            <a:off x="3118104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2-line205"/>
          <p:cNvSpPr/>
          <p:nvPr/>
        </p:nvSpPr>
        <p:spPr>
          <a:xfrm>
            <a:off x="3123414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2-line206"/>
          <p:cNvSpPr/>
          <p:nvPr/>
        </p:nvSpPr>
        <p:spPr>
          <a:xfrm>
            <a:off x="3139285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2-line207"/>
          <p:cNvSpPr/>
          <p:nvPr/>
        </p:nvSpPr>
        <p:spPr>
          <a:xfrm>
            <a:off x="3165543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2-line208"/>
          <p:cNvSpPr/>
          <p:nvPr/>
        </p:nvSpPr>
        <p:spPr>
          <a:xfrm>
            <a:off x="3201901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2-line209"/>
          <p:cNvSpPr/>
          <p:nvPr/>
        </p:nvSpPr>
        <p:spPr>
          <a:xfrm>
            <a:off x="3247961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2-line210"/>
          <p:cNvSpPr/>
          <p:nvPr/>
        </p:nvSpPr>
        <p:spPr>
          <a:xfrm>
            <a:off x="3303217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2-line211"/>
          <p:cNvSpPr/>
          <p:nvPr/>
        </p:nvSpPr>
        <p:spPr>
          <a:xfrm>
            <a:off x="3367064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2-line212"/>
          <p:cNvSpPr/>
          <p:nvPr/>
        </p:nvSpPr>
        <p:spPr>
          <a:xfrm>
            <a:off x="3438804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2-line213"/>
          <p:cNvSpPr/>
          <p:nvPr/>
        </p:nvSpPr>
        <p:spPr>
          <a:xfrm>
            <a:off x="3517649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2-line214"/>
          <p:cNvSpPr/>
          <p:nvPr/>
        </p:nvSpPr>
        <p:spPr>
          <a:xfrm>
            <a:off x="3602736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2-line215"/>
          <p:cNvSpPr/>
          <p:nvPr/>
        </p:nvSpPr>
        <p:spPr>
          <a:xfrm>
            <a:off x="3693133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2-line216"/>
          <p:cNvSpPr/>
          <p:nvPr/>
        </p:nvSpPr>
        <p:spPr>
          <a:xfrm>
            <a:off x="3787849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2-line217"/>
          <p:cNvSpPr/>
          <p:nvPr/>
        </p:nvSpPr>
        <p:spPr>
          <a:xfrm>
            <a:off x="3885847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2-line218"/>
          <p:cNvSpPr/>
          <p:nvPr/>
        </p:nvSpPr>
        <p:spPr>
          <a:xfrm>
            <a:off x="3986052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2-label219"/>
          <p:cNvSpPr txBox="1"/>
          <p:nvPr/>
        </p:nvSpPr>
        <p:spPr>
          <a:xfrm>
            <a:off x="4210355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44" name="S02-label220"/>
          <p:cNvSpPr txBox="1"/>
          <p:nvPr/>
        </p:nvSpPr>
        <p:spPr>
          <a:xfrm>
            <a:off x="4501204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45" name="S02-label221"/>
          <p:cNvSpPr txBox="1"/>
          <p:nvPr/>
        </p:nvSpPr>
        <p:spPr>
          <a:xfrm>
            <a:off x="4607662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46" name="S02-label222"/>
          <p:cNvSpPr txBox="1"/>
          <p:nvPr/>
        </p:nvSpPr>
        <p:spPr>
          <a:xfrm>
            <a:off x="4501204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47" name="S02-label223"/>
          <p:cNvSpPr txBox="1"/>
          <p:nvPr/>
        </p:nvSpPr>
        <p:spPr>
          <a:xfrm>
            <a:off x="4210355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48" name="S02-label224"/>
          <p:cNvSpPr txBox="1"/>
          <p:nvPr/>
        </p:nvSpPr>
        <p:spPr>
          <a:xfrm>
            <a:off x="3813048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49" name="S02-label225"/>
          <p:cNvSpPr txBox="1"/>
          <p:nvPr/>
        </p:nvSpPr>
        <p:spPr>
          <a:xfrm>
            <a:off x="3415741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50" name="S02-label226"/>
          <p:cNvSpPr txBox="1"/>
          <p:nvPr/>
        </p:nvSpPr>
        <p:spPr>
          <a:xfrm>
            <a:off x="3124892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51" name="S02-label227"/>
          <p:cNvSpPr txBox="1"/>
          <p:nvPr/>
        </p:nvSpPr>
        <p:spPr>
          <a:xfrm>
            <a:off x="3018434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52" name="S02-label228"/>
          <p:cNvSpPr txBox="1"/>
          <p:nvPr/>
        </p:nvSpPr>
        <p:spPr>
          <a:xfrm>
            <a:off x="3124892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53" name="S02-label229"/>
          <p:cNvSpPr txBox="1"/>
          <p:nvPr/>
        </p:nvSpPr>
        <p:spPr>
          <a:xfrm>
            <a:off x="3415741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154" name="S02-label230"/>
          <p:cNvSpPr txBox="1"/>
          <p:nvPr/>
        </p:nvSpPr>
        <p:spPr>
          <a:xfrm>
            <a:off x="3813048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155" name="S02-line231"/>
          <p:cNvSpPr/>
          <p:nvPr/>
        </p:nvSpPr>
        <p:spPr>
          <a:xfrm flipV="1">
            <a:off x="4087368" y="4769510"/>
            <a:ext cx="0" cy="44257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2-line232"/>
          <p:cNvSpPr/>
          <p:nvPr/>
        </p:nvSpPr>
        <p:spPr>
          <a:xfrm flipV="1">
            <a:off x="4087368" y="456834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2-pin233"/>
          <p:cNvSpPr/>
          <p:nvPr/>
        </p:nvSpPr>
        <p:spPr>
          <a:xfrm>
            <a:off x="4032504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정각과 30분</a:t>
            </a:r>
            <a:endParaRPr lang="ko-KR" sz="4000" dirty="0"/>
          </a:p>
        </p:txBody>
      </p:sp>
      <p:sp>
        <p:nvSpPr>
          <p:cNvPr id="3" name="S03-card23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23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30분은 시 다음에 thirty를 붙여요.</a:t>
            </a:r>
            <a:endParaRPr lang="ko-KR" sz="2800" dirty="0"/>
          </a:p>
        </p:txBody>
      </p:sp>
      <p:sp>
        <p:nvSpPr>
          <p:cNvPr id="5" name="S03-figure236" descr="시계: 7시"/>
          <p:cNvSpPr/>
          <p:nvPr/>
        </p:nvSpPr>
        <p:spPr>
          <a:xfrm>
            <a:off x="1687068" y="144360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3-line237"/>
          <p:cNvSpPr/>
          <p:nvPr/>
        </p:nvSpPr>
        <p:spPr>
          <a:xfrm>
            <a:off x="3241548" y="148018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3-line238"/>
          <p:cNvSpPr/>
          <p:nvPr/>
        </p:nvSpPr>
        <p:spPr>
          <a:xfrm flipH="1">
            <a:off x="3392088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3-line239"/>
          <p:cNvSpPr/>
          <p:nvPr/>
        </p:nvSpPr>
        <p:spPr>
          <a:xfrm flipH="1">
            <a:off x="3540978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3-line240"/>
          <p:cNvSpPr/>
          <p:nvPr/>
        </p:nvSpPr>
        <p:spPr>
          <a:xfrm flipH="1">
            <a:off x="3686588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3-line241"/>
          <p:cNvSpPr/>
          <p:nvPr/>
        </p:nvSpPr>
        <p:spPr>
          <a:xfrm flipH="1">
            <a:off x="3827322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3-line242"/>
          <p:cNvSpPr/>
          <p:nvPr/>
        </p:nvSpPr>
        <p:spPr>
          <a:xfrm flipH="1">
            <a:off x="3915004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3-line243"/>
          <p:cNvSpPr/>
          <p:nvPr/>
        </p:nvSpPr>
        <p:spPr>
          <a:xfrm flipH="1">
            <a:off x="4088065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line244"/>
          <p:cNvSpPr/>
          <p:nvPr/>
        </p:nvSpPr>
        <p:spPr>
          <a:xfrm flipH="1">
            <a:off x="4205217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line245"/>
          <p:cNvSpPr/>
          <p:nvPr/>
        </p:nvSpPr>
        <p:spPr>
          <a:xfrm flipH="1">
            <a:off x="4311810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line246"/>
          <p:cNvSpPr/>
          <p:nvPr/>
        </p:nvSpPr>
        <p:spPr>
          <a:xfrm flipH="1">
            <a:off x="4406678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line247"/>
          <p:cNvSpPr/>
          <p:nvPr/>
        </p:nvSpPr>
        <p:spPr>
          <a:xfrm flipH="1">
            <a:off x="4408007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3-line248"/>
          <p:cNvSpPr/>
          <p:nvPr/>
        </p:nvSpPr>
        <p:spPr>
          <a:xfrm flipH="1">
            <a:off x="4557218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line249"/>
          <p:cNvSpPr/>
          <p:nvPr/>
        </p:nvSpPr>
        <p:spPr>
          <a:xfrm flipH="1">
            <a:off x="4611241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line250"/>
          <p:cNvSpPr/>
          <p:nvPr/>
        </p:nvSpPr>
        <p:spPr>
          <a:xfrm flipH="1">
            <a:off x="4650257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line251"/>
          <p:cNvSpPr/>
          <p:nvPr/>
        </p:nvSpPr>
        <p:spPr>
          <a:xfrm flipH="1">
            <a:off x="4673839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3-line252"/>
          <p:cNvSpPr/>
          <p:nvPr/>
        </p:nvSpPr>
        <p:spPr>
          <a:xfrm flipH="1">
            <a:off x="4588459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3-line253"/>
          <p:cNvSpPr/>
          <p:nvPr/>
        </p:nvSpPr>
        <p:spPr>
          <a:xfrm flipH="1" flipV="1">
            <a:off x="4673839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line254"/>
          <p:cNvSpPr/>
          <p:nvPr/>
        </p:nvSpPr>
        <p:spPr>
          <a:xfrm flipH="1" flipV="1">
            <a:off x="4650257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line255"/>
          <p:cNvSpPr/>
          <p:nvPr/>
        </p:nvSpPr>
        <p:spPr>
          <a:xfrm flipH="1" flipV="1">
            <a:off x="4611241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line256"/>
          <p:cNvSpPr/>
          <p:nvPr/>
        </p:nvSpPr>
        <p:spPr>
          <a:xfrm flipH="1" flipV="1">
            <a:off x="4557218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line257"/>
          <p:cNvSpPr/>
          <p:nvPr/>
        </p:nvSpPr>
        <p:spPr>
          <a:xfrm flipH="1" flipV="1">
            <a:off x="4408007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3-line258"/>
          <p:cNvSpPr/>
          <p:nvPr/>
        </p:nvSpPr>
        <p:spPr>
          <a:xfrm flipH="1" flipV="1">
            <a:off x="4406678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line259"/>
          <p:cNvSpPr/>
          <p:nvPr/>
        </p:nvSpPr>
        <p:spPr>
          <a:xfrm flipH="1" flipV="1">
            <a:off x="4311810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line260"/>
          <p:cNvSpPr/>
          <p:nvPr/>
        </p:nvSpPr>
        <p:spPr>
          <a:xfrm flipH="1" flipV="1">
            <a:off x="4205217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line261"/>
          <p:cNvSpPr/>
          <p:nvPr/>
        </p:nvSpPr>
        <p:spPr>
          <a:xfrm flipH="1" flipV="1">
            <a:off x="4088065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line262"/>
          <p:cNvSpPr/>
          <p:nvPr/>
        </p:nvSpPr>
        <p:spPr>
          <a:xfrm flipH="1" flipV="1">
            <a:off x="3915004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3-line263"/>
          <p:cNvSpPr/>
          <p:nvPr/>
        </p:nvSpPr>
        <p:spPr>
          <a:xfrm flipH="1" flipV="1">
            <a:off x="3827322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3-line264"/>
          <p:cNvSpPr/>
          <p:nvPr/>
        </p:nvSpPr>
        <p:spPr>
          <a:xfrm flipH="1" flipV="1">
            <a:off x="3686588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line265"/>
          <p:cNvSpPr/>
          <p:nvPr/>
        </p:nvSpPr>
        <p:spPr>
          <a:xfrm flipH="1" flipV="1">
            <a:off x="3540978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line266"/>
          <p:cNvSpPr/>
          <p:nvPr/>
        </p:nvSpPr>
        <p:spPr>
          <a:xfrm flipH="1" flipV="1">
            <a:off x="3392088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line267"/>
          <p:cNvSpPr/>
          <p:nvPr/>
        </p:nvSpPr>
        <p:spPr>
          <a:xfrm flipV="1">
            <a:off x="3241548" y="434500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3-line268"/>
          <p:cNvSpPr/>
          <p:nvPr/>
        </p:nvSpPr>
        <p:spPr>
          <a:xfrm flipV="1">
            <a:off x="3082884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line269"/>
          <p:cNvSpPr/>
          <p:nvPr/>
        </p:nvSpPr>
        <p:spPr>
          <a:xfrm flipV="1">
            <a:off x="2925958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line270"/>
          <p:cNvSpPr/>
          <p:nvPr/>
        </p:nvSpPr>
        <p:spPr>
          <a:xfrm flipV="1">
            <a:off x="2772490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line271"/>
          <p:cNvSpPr/>
          <p:nvPr/>
        </p:nvSpPr>
        <p:spPr>
          <a:xfrm flipV="1">
            <a:off x="2624161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line272"/>
          <p:cNvSpPr/>
          <p:nvPr/>
        </p:nvSpPr>
        <p:spPr>
          <a:xfrm flipV="1">
            <a:off x="2482596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3-line273"/>
          <p:cNvSpPr/>
          <p:nvPr/>
        </p:nvSpPr>
        <p:spPr>
          <a:xfrm flipV="1">
            <a:off x="2349346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3-line274"/>
          <p:cNvSpPr/>
          <p:nvPr/>
        </p:nvSpPr>
        <p:spPr>
          <a:xfrm flipV="1">
            <a:off x="2225872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3-line275"/>
          <p:cNvSpPr/>
          <p:nvPr/>
        </p:nvSpPr>
        <p:spPr>
          <a:xfrm flipV="1">
            <a:off x="2113525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3-line276"/>
          <p:cNvSpPr/>
          <p:nvPr/>
        </p:nvSpPr>
        <p:spPr>
          <a:xfrm flipV="1">
            <a:off x="2013538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3-line277"/>
          <p:cNvSpPr/>
          <p:nvPr/>
        </p:nvSpPr>
        <p:spPr>
          <a:xfrm flipV="1">
            <a:off x="1927005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3-line278"/>
          <p:cNvSpPr/>
          <p:nvPr/>
        </p:nvSpPr>
        <p:spPr>
          <a:xfrm flipV="1">
            <a:off x="1854874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3-line279"/>
          <p:cNvSpPr/>
          <p:nvPr/>
        </p:nvSpPr>
        <p:spPr>
          <a:xfrm flipV="1">
            <a:off x="1797936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3-line280"/>
          <p:cNvSpPr/>
          <p:nvPr/>
        </p:nvSpPr>
        <p:spPr>
          <a:xfrm flipV="1">
            <a:off x="1756814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3-line281"/>
          <p:cNvSpPr/>
          <p:nvPr/>
        </p:nvSpPr>
        <p:spPr>
          <a:xfrm flipV="1">
            <a:off x="1731959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3-line282"/>
          <p:cNvSpPr/>
          <p:nvPr/>
        </p:nvSpPr>
        <p:spPr>
          <a:xfrm>
            <a:off x="1723644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3-line283"/>
          <p:cNvSpPr/>
          <p:nvPr/>
        </p:nvSpPr>
        <p:spPr>
          <a:xfrm>
            <a:off x="1731959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3-line284"/>
          <p:cNvSpPr/>
          <p:nvPr/>
        </p:nvSpPr>
        <p:spPr>
          <a:xfrm>
            <a:off x="1756814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3-line285"/>
          <p:cNvSpPr/>
          <p:nvPr/>
        </p:nvSpPr>
        <p:spPr>
          <a:xfrm>
            <a:off x="1797936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3-line286"/>
          <p:cNvSpPr/>
          <p:nvPr/>
        </p:nvSpPr>
        <p:spPr>
          <a:xfrm>
            <a:off x="1854874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3-line287"/>
          <p:cNvSpPr/>
          <p:nvPr/>
        </p:nvSpPr>
        <p:spPr>
          <a:xfrm>
            <a:off x="1927005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3-line288"/>
          <p:cNvSpPr/>
          <p:nvPr/>
        </p:nvSpPr>
        <p:spPr>
          <a:xfrm>
            <a:off x="2013538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3-line289"/>
          <p:cNvSpPr/>
          <p:nvPr/>
        </p:nvSpPr>
        <p:spPr>
          <a:xfrm>
            <a:off x="2113525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3-line290"/>
          <p:cNvSpPr/>
          <p:nvPr/>
        </p:nvSpPr>
        <p:spPr>
          <a:xfrm>
            <a:off x="2225872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3-line291"/>
          <p:cNvSpPr/>
          <p:nvPr/>
        </p:nvSpPr>
        <p:spPr>
          <a:xfrm>
            <a:off x="2349346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3-line292"/>
          <p:cNvSpPr/>
          <p:nvPr/>
        </p:nvSpPr>
        <p:spPr>
          <a:xfrm>
            <a:off x="2482596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3-line293"/>
          <p:cNvSpPr/>
          <p:nvPr/>
        </p:nvSpPr>
        <p:spPr>
          <a:xfrm>
            <a:off x="2624161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3-line294"/>
          <p:cNvSpPr/>
          <p:nvPr/>
        </p:nvSpPr>
        <p:spPr>
          <a:xfrm>
            <a:off x="2772490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3-line295"/>
          <p:cNvSpPr/>
          <p:nvPr/>
        </p:nvSpPr>
        <p:spPr>
          <a:xfrm>
            <a:off x="2925958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3-line296"/>
          <p:cNvSpPr/>
          <p:nvPr/>
        </p:nvSpPr>
        <p:spPr>
          <a:xfrm>
            <a:off x="3082884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3-label297"/>
          <p:cNvSpPr txBox="1"/>
          <p:nvPr/>
        </p:nvSpPr>
        <p:spPr>
          <a:xfrm>
            <a:off x="3581248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3-label298"/>
          <p:cNvSpPr txBox="1"/>
          <p:nvPr/>
        </p:nvSpPr>
        <p:spPr>
          <a:xfrm>
            <a:off x="4030741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3-label299"/>
          <p:cNvSpPr txBox="1"/>
          <p:nvPr/>
        </p:nvSpPr>
        <p:spPr>
          <a:xfrm>
            <a:off x="4195267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3-label300"/>
          <p:cNvSpPr txBox="1"/>
          <p:nvPr/>
        </p:nvSpPr>
        <p:spPr>
          <a:xfrm>
            <a:off x="4030741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3-label301"/>
          <p:cNvSpPr txBox="1"/>
          <p:nvPr/>
        </p:nvSpPr>
        <p:spPr>
          <a:xfrm>
            <a:off x="3581248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3-label302"/>
          <p:cNvSpPr txBox="1"/>
          <p:nvPr/>
        </p:nvSpPr>
        <p:spPr>
          <a:xfrm>
            <a:off x="2967228" y="4043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3-label303"/>
          <p:cNvSpPr txBox="1"/>
          <p:nvPr/>
        </p:nvSpPr>
        <p:spPr>
          <a:xfrm>
            <a:off x="2353208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3-label304"/>
          <p:cNvSpPr txBox="1"/>
          <p:nvPr/>
        </p:nvSpPr>
        <p:spPr>
          <a:xfrm>
            <a:off x="1903715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3-label305"/>
          <p:cNvSpPr txBox="1"/>
          <p:nvPr/>
        </p:nvSpPr>
        <p:spPr>
          <a:xfrm>
            <a:off x="1739189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3-label306"/>
          <p:cNvSpPr txBox="1"/>
          <p:nvPr/>
        </p:nvSpPr>
        <p:spPr>
          <a:xfrm>
            <a:off x="1903715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3-label307"/>
          <p:cNvSpPr txBox="1"/>
          <p:nvPr/>
        </p:nvSpPr>
        <p:spPr>
          <a:xfrm>
            <a:off x="2353208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3-label308"/>
          <p:cNvSpPr txBox="1"/>
          <p:nvPr/>
        </p:nvSpPr>
        <p:spPr>
          <a:xfrm>
            <a:off x="2967228" y="15871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3-line309"/>
          <p:cNvSpPr/>
          <p:nvPr/>
        </p:nvSpPr>
        <p:spPr>
          <a:xfrm flipH="1">
            <a:off x="2899562" y="2998089"/>
            <a:ext cx="341986" cy="59233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3-line310"/>
          <p:cNvSpPr/>
          <p:nvPr/>
        </p:nvSpPr>
        <p:spPr>
          <a:xfrm flipV="1">
            <a:off x="3241548" y="200322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3-pin311"/>
          <p:cNvSpPr/>
          <p:nvPr/>
        </p:nvSpPr>
        <p:spPr>
          <a:xfrm>
            <a:off x="3186684" y="294322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3-label312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2200" dirty="0"/>
          </a:p>
        </p:txBody>
      </p:sp>
      <p:sp>
        <p:nvSpPr>
          <p:cNvPr id="82" name="S03-figure313" descr="시계: 7시 30분"/>
          <p:cNvSpPr/>
          <p:nvPr/>
        </p:nvSpPr>
        <p:spPr>
          <a:xfrm>
            <a:off x="7392924" y="144360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3" name="S03-line314"/>
          <p:cNvSpPr/>
          <p:nvPr/>
        </p:nvSpPr>
        <p:spPr>
          <a:xfrm>
            <a:off x="8947404" y="148018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4" name="S03-line315"/>
          <p:cNvSpPr/>
          <p:nvPr/>
        </p:nvSpPr>
        <p:spPr>
          <a:xfrm flipH="1">
            <a:off x="9097944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3-line316"/>
          <p:cNvSpPr/>
          <p:nvPr/>
        </p:nvSpPr>
        <p:spPr>
          <a:xfrm flipH="1">
            <a:off x="9246834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3-line317"/>
          <p:cNvSpPr/>
          <p:nvPr/>
        </p:nvSpPr>
        <p:spPr>
          <a:xfrm flipH="1">
            <a:off x="9392444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3-line318"/>
          <p:cNvSpPr/>
          <p:nvPr/>
        </p:nvSpPr>
        <p:spPr>
          <a:xfrm flipH="1">
            <a:off x="9533178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3-line319"/>
          <p:cNvSpPr/>
          <p:nvPr/>
        </p:nvSpPr>
        <p:spPr>
          <a:xfrm flipH="1">
            <a:off x="9620860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9" name="S03-line320"/>
          <p:cNvSpPr/>
          <p:nvPr/>
        </p:nvSpPr>
        <p:spPr>
          <a:xfrm flipH="1">
            <a:off x="9793921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3-line321"/>
          <p:cNvSpPr/>
          <p:nvPr/>
        </p:nvSpPr>
        <p:spPr>
          <a:xfrm flipH="1">
            <a:off x="9911073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3-line322"/>
          <p:cNvSpPr/>
          <p:nvPr/>
        </p:nvSpPr>
        <p:spPr>
          <a:xfrm flipH="1">
            <a:off x="10017666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3-line323"/>
          <p:cNvSpPr/>
          <p:nvPr/>
        </p:nvSpPr>
        <p:spPr>
          <a:xfrm flipH="1">
            <a:off x="10112534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3-line324"/>
          <p:cNvSpPr/>
          <p:nvPr/>
        </p:nvSpPr>
        <p:spPr>
          <a:xfrm flipH="1">
            <a:off x="10113863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4" name="S03-line325"/>
          <p:cNvSpPr/>
          <p:nvPr/>
        </p:nvSpPr>
        <p:spPr>
          <a:xfrm flipH="1">
            <a:off x="10263074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3-line326"/>
          <p:cNvSpPr/>
          <p:nvPr/>
        </p:nvSpPr>
        <p:spPr>
          <a:xfrm flipH="1">
            <a:off x="10317097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3-line327"/>
          <p:cNvSpPr/>
          <p:nvPr/>
        </p:nvSpPr>
        <p:spPr>
          <a:xfrm flipH="1">
            <a:off x="10356113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3-line328"/>
          <p:cNvSpPr/>
          <p:nvPr/>
        </p:nvSpPr>
        <p:spPr>
          <a:xfrm flipH="1">
            <a:off x="10379695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3-line329"/>
          <p:cNvSpPr/>
          <p:nvPr/>
        </p:nvSpPr>
        <p:spPr>
          <a:xfrm flipH="1">
            <a:off x="10294315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9" name="S03-line330"/>
          <p:cNvSpPr/>
          <p:nvPr/>
        </p:nvSpPr>
        <p:spPr>
          <a:xfrm flipH="1" flipV="1">
            <a:off x="10379695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3-line331"/>
          <p:cNvSpPr/>
          <p:nvPr/>
        </p:nvSpPr>
        <p:spPr>
          <a:xfrm flipH="1" flipV="1">
            <a:off x="10356113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3-line332"/>
          <p:cNvSpPr/>
          <p:nvPr/>
        </p:nvSpPr>
        <p:spPr>
          <a:xfrm flipH="1" flipV="1">
            <a:off x="10317097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3-line333"/>
          <p:cNvSpPr/>
          <p:nvPr/>
        </p:nvSpPr>
        <p:spPr>
          <a:xfrm flipH="1" flipV="1">
            <a:off x="10263074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3-line334"/>
          <p:cNvSpPr/>
          <p:nvPr/>
        </p:nvSpPr>
        <p:spPr>
          <a:xfrm flipH="1" flipV="1">
            <a:off x="10113863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4" name="S03-line335"/>
          <p:cNvSpPr/>
          <p:nvPr/>
        </p:nvSpPr>
        <p:spPr>
          <a:xfrm flipH="1" flipV="1">
            <a:off x="10112534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3-line336"/>
          <p:cNvSpPr/>
          <p:nvPr/>
        </p:nvSpPr>
        <p:spPr>
          <a:xfrm flipH="1" flipV="1">
            <a:off x="10017666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03-line337"/>
          <p:cNvSpPr/>
          <p:nvPr/>
        </p:nvSpPr>
        <p:spPr>
          <a:xfrm flipH="1" flipV="1">
            <a:off x="9911073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3-line338"/>
          <p:cNvSpPr/>
          <p:nvPr/>
        </p:nvSpPr>
        <p:spPr>
          <a:xfrm flipH="1" flipV="1">
            <a:off x="9793921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3-line339"/>
          <p:cNvSpPr/>
          <p:nvPr/>
        </p:nvSpPr>
        <p:spPr>
          <a:xfrm flipH="1" flipV="1">
            <a:off x="9620860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9" name="S03-line340"/>
          <p:cNvSpPr/>
          <p:nvPr/>
        </p:nvSpPr>
        <p:spPr>
          <a:xfrm flipH="1" flipV="1">
            <a:off x="9533178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3-line341"/>
          <p:cNvSpPr/>
          <p:nvPr/>
        </p:nvSpPr>
        <p:spPr>
          <a:xfrm flipH="1" flipV="1">
            <a:off x="9392444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3-line342"/>
          <p:cNvSpPr/>
          <p:nvPr/>
        </p:nvSpPr>
        <p:spPr>
          <a:xfrm flipH="1" flipV="1">
            <a:off x="9246834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3-line343"/>
          <p:cNvSpPr/>
          <p:nvPr/>
        </p:nvSpPr>
        <p:spPr>
          <a:xfrm flipH="1" flipV="1">
            <a:off x="9097944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3-line344"/>
          <p:cNvSpPr/>
          <p:nvPr/>
        </p:nvSpPr>
        <p:spPr>
          <a:xfrm flipV="1">
            <a:off x="8947404" y="434500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4" name="S03-line345"/>
          <p:cNvSpPr/>
          <p:nvPr/>
        </p:nvSpPr>
        <p:spPr>
          <a:xfrm flipV="1">
            <a:off x="8788740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3-line346"/>
          <p:cNvSpPr/>
          <p:nvPr/>
        </p:nvSpPr>
        <p:spPr>
          <a:xfrm flipV="1">
            <a:off x="8631814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03-line347"/>
          <p:cNvSpPr/>
          <p:nvPr/>
        </p:nvSpPr>
        <p:spPr>
          <a:xfrm flipV="1">
            <a:off x="8478346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3-line348"/>
          <p:cNvSpPr/>
          <p:nvPr/>
        </p:nvSpPr>
        <p:spPr>
          <a:xfrm flipV="1">
            <a:off x="8330017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3-line349"/>
          <p:cNvSpPr/>
          <p:nvPr/>
        </p:nvSpPr>
        <p:spPr>
          <a:xfrm flipV="1">
            <a:off x="8188452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9" name="S03-line350"/>
          <p:cNvSpPr/>
          <p:nvPr/>
        </p:nvSpPr>
        <p:spPr>
          <a:xfrm flipV="1">
            <a:off x="8055202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3-line351"/>
          <p:cNvSpPr/>
          <p:nvPr/>
        </p:nvSpPr>
        <p:spPr>
          <a:xfrm flipV="1">
            <a:off x="7931728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3-line352"/>
          <p:cNvSpPr/>
          <p:nvPr/>
        </p:nvSpPr>
        <p:spPr>
          <a:xfrm flipV="1">
            <a:off x="7819381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3-line353"/>
          <p:cNvSpPr/>
          <p:nvPr/>
        </p:nvSpPr>
        <p:spPr>
          <a:xfrm flipV="1">
            <a:off x="7719394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3-line354"/>
          <p:cNvSpPr/>
          <p:nvPr/>
        </p:nvSpPr>
        <p:spPr>
          <a:xfrm flipV="1">
            <a:off x="7632861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4" name="S03-line355"/>
          <p:cNvSpPr/>
          <p:nvPr/>
        </p:nvSpPr>
        <p:spPr>
          <a:xfrm flipV="1">
            <a:off x="7560730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3-line356"/>
          <p:cNvSpPr/>
          <p:nvPr/>
        </p:nvSpPr>
        <p:spPr>
          <a:xfrm flipV="1">
            <a:off x="7503792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3-line357"/>
          <p:cNvSpPr/>
          <p:nvPr/>
        </p:nvSpPr>
        <p:spPr>
          <a:xfrm flipV="1">
            <a:off x="7462670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3-line358"/>
          <p:cNvSpPr/>
          <p:nvPr/>
        </p:nvSpPr>
        <p:spPr>
          <a:xfrm flipV="1">
            <a:off x="7437815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3-line359"/>
          <p:cNvSpPr/>
          <p:nvPr/>
        </p:nvSpPr>
        <p:spPr>
          <a:xfrm>
            <a:off x="7429500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9" name="S03-line360"/>
          <p:cNvSpPr/>
          <p:nvPr/>
        </p:nvSpPr>
        <p:spPr>
          <a:xfrm>
            <a:off x="7437815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3-line361"/>
          <p:cNvSpPr/>
          <p:nvPr/>
        </p:nvSpPr>
        <p:spPr>
          <a:xfrm>
            <a:off x="7462670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3-line362"/>
          <p:cNvSpPr/>
          <p:nvPr/>
        </p:nvSpPr>
        <p:spPr>
          <a:xfrm>
            <a:off x="7503792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3-line363"/>
          <p:cNvSpPr/>
          <p:nvPr/>
        </p:nvSpPr>
        <p:spPr>
          <a:xfrm>
            <a:off x="7560730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3-line364"/>
          <p:cNvSpPr/>
          <p:nvPr/>
        </p:nvSpPr>
        <p:spPr>
          <a:xfrm>
            <a:off x="7632861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4" name="S03-line365"/>
          <p:cNvSpPr/>
          <p:nvPr/>
        </p:nvSpPr>
        <p:spPr>
          <a:xfrm>
            <a:off x="7719394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3-line366"/>
          <p:cNvSpPr/>
          <p:nvPr/>
        </p:nvSpPr>
        <p:spPr>
          <a:xfrm>
            <a:off x="7819381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3-line367"/>
          <p:cNvSpPr/>
          <p:nvPr/>
        </p:nvSpPr>
        <p:spPr>
          <a:xfrm>
            <a:off x="7931728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3-line368"/>
          <p:cNvSpPr/>
          <p:nvPr/>
        </p:nvSpPr>
        <p:spPr>
          <a:xfrm>
            <a:off x="8055202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3-line369"/>
          <p:cNvSpPr/>
          <p:nvPr/>
        </p:nvSpPr>
        <p:spPr>
          <a:xfrm>
            <a:off x="8188452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9" name="S03-line370"/>
          <p:cNvSpPr/>
          <p:nvPr/>
        </p:nvSpPr>
        <p:spPr>
          <a:xfrm>
            <a:off x="8330017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3-line371"/>
          <p:cNvSpPr/>
          <p:nvPr/>
        </p:nvSpPr>
        <p:spPr>
          <a:xfrm>
            <a:off x="8478346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3-line372"/>
          <p:cNvSpPr/>
          <p:nvPr/>
        </p:nvSpPr>
        <p:spPr>
          <a:xfrm>
            <a:off x="8631814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3-line373"/>
          <p:cNvSpPr/>
          <p:nvPr/>
        </p:nvSpPr>
        <p:spPr>
          <a:xfrm>
            <a:off x="8788740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3-label374"/>
          <p:cNvSpPr txBox="1"/>
          <p:nvPr/>
        </p:nvSpPr>
        <p:spPr>
          <a:xfrm>
            <a:off x="9287104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4" name="S03-label375"/>
          <p:cNvSpPr txBox="1"/>
          <p:nvPr/>
        </p:nvSpPr>
        <p:spPr>
          <a:xfrm>
            <a:off x="9736597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5" name="S03-label376"/>
          <p:cNvSpPr txBox="1"/>
          <p:nvPr/>
        </p:nvSpPr>
        <p:spPr>
          <a:xfrm>
            <a:off x="9901123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6" name="S03-label377"/>
          <p:cNvSpPr txBox="1"/>
          <p:nvPr/>
        </p:nvSpPr>
        <p:spPr>
          <a:xfrm>
            <a:off x="9736597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7" name="S03-label378"/>
          <p:cNvSpPr txBox="1"/>
          <p:nvPr/>
        </p:nvSpPr>
        <p:spPr>
          <a:xfrm>
            <a:off x="9287104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48" name="S03-label379"/>
          <p:cNvSpPr txBox="1"/>
          <p:nvPr/>
        </p:nvSpPr>
        <p:spPr>
          <a:xfrm>
            <a:off x="8673084" y="4043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49" name="S03-label380"/>
          <p:cNvSpPr txBox="1"/>
          <p:nvPr/>
        </p:nvSpPr>
        <p:spPr>
          <a:xfrm>
            <a:off x="8059064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0" name="S03-label381"/>
          <p:cNvSpPr txBox="1"/>
          <p:nvPr/>
        </p:nvSpPr>
        <p:spPr>
          <a:xfrm>
            <a:off x="7609571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1" name="S03-label382"/>
          <p:cNvSpPr txBox="1"/>
          <p:nvPr/>
        </p:nvSpPr>
        <p:spPr>
          <a:xfrm>
            <a:off x="7445045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2" name="S03-label383"/>
          <p:cNvSpPr txBox="1"/>
          <p:nvPr/>
        </p:nvSpPr>
        <p:spPr>
          <a:xfrm>
            <a:off x="7609571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3" name="S03-label384"/>
          <p:cNvSpPr txBox="1"/>
          <p:nvPr/>
        </p:nvSpPr>
        <p:spPr>
          <a:xfrm>
            <a:off x="8059064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4" name="S03-label385"/>
          <p:cNvSpPr txBox="1"/>
          <p:nvPr/>
        </p:nvSpPr>
        <p:spPr>
          <a:xfrm>
            <a:off x="8673084" y="15871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5" name="S03-line386"/>
          <p:cNvSpPr/>
          <p:nvPr/>
        </p:nvSpPr>
        <p:spPr>
          <a:xfrm flipH="1">
            <a:off x="8463763" y="2998089"/>
            <a:ext cx="483641" cy="483641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6" name="S03-line387"/>
          <p:cNvSpPr/>
          <p:nvPr/>
        </p:nvSpPr>
        <p:spPr>
          <a:xfrm>
            <a:off x="8947404" y="299808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7" name="S03-pin388"/>
          <p:cNvSpPr/>
          <p:nvPr/>
        </p:nvSpPr>
        <p:spPr>
          <a:xfrm>
            <a:off x="8892540" y="294322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8" name="S03-label389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 thirty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일어나는 시각 말하기</a:t>
            </a:r>
            <a:endParaRPr lang="ko-KR" sz="4000" dirty="0"/>
          </a:p>
        </p:txBody>
      </p:sp>
      <p:sp>
        <p:nvSpPr>
          <p:cNvPr id="3" name="S04-card39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39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‘7시에’의 ‘에’가 at이에요. at 다음에 시각을 말해요.</a:t>
            </a:r>
            <a:endParaRPr lang="ko-KR" sz="2800" dirty="0"/>
          </a:p>
        </p:txBody>
      </p:sp>
      <p:sp>
        <p:nvSpPr>
          <p:cNvPr id="5" name="S04-figure392" descr="시계: 7시"/>
          <p:cNvSpPr/>
          <p:nvPr/>
        </p:nvSpPr>
        <p:spPr>
          <a:xfrm>
            <a:off x="1687068" y="16687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4-line393"/>
          <p:cNvSpPr/>
          <p:nvPr/>
        </p:nvSpPr>
        <p:spPr>
          <a:xfrm>
            <a:off x="3241548" y="170535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4-line394"/>
          <p:cNvSpPr/>
          <p:nvPr/>
        </p:nvSpPr>
        <p:spPr>
          <a:xfrm flipH="1">
            <a:off x="3392088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4-line395"/>
          <p:cNvSpPr/>
          <p:nvPr/>
        </p:nvSpPr>
        <p:spPr>
          <a:xfrm flipH="1">
            <a:off x="354097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4-line396"/>
          <p:cNvSpPr/>
          <p:nvPr/>
        </p:nvSpPr>
        <p:spPr>
          <a:xfrm flipH="1">
            <a:off x="3686588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4-line397"/>
          <p:cNvSpPr/>
          <p:nvPr/>
        </p:nvSpPr>
        <p:spPr>
          <a:xfrm flipH="1">
            <a:off x="3827322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4-line398"/>
          <p:cNvSpPr/>
          <p:nvPr/>
        </p:nvSpPr>
        <p:spPr>
          <a:xfrm flipH="1">
            <a:off x="3915004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4-line399"/>
          <p:cNvSpPr/>
          <p:nvPr/>
        </p:nvSpPr>
        <p:spPr>
          <a:xfrm flipH="1">
            <a:off x="4088065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4-line400"/>
          <p:cNvSpPr/>
          <p:nvPr/>
        </p:nvSpPr>
        <p:spPr>
          <a:xfrm flipH="1">
            <a:off x="4205217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line401"/>
          <p:cNvSpPr/>
          <p:nvPr/>
        </p:nvSpPr>
        <p:spPr>
          <a:xfrm flipH="1">
            <a:off x="4311810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line402"/>
          <p:cNvSpPr/>
          <p:nvPr/>
        </p:nvSpPr>
        <p:spPr>
          <a:xfrm flipH="1">
            <a:off x="440667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line403"/>
          <p:cNvSpPr/>
          <p:nvPr/>
        </p:nvSpPr>
        <p:spPr>
          <a:xfrm flipH="1">
            <a:off x="4408007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4-line404"/>
          <p:cNvSpPr/>
          <p:nvPr/>
        </p:nvSpPr>
        <p:spPr>
          <a:xfrm flipH="1">
            <a:off x="4557218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line405"/>
          <p:cNvSpPr/>
          <p:nvPr/>
        </p:nvSpPr>
        <p:spPr>
          <a:xfrm flipH="1">
            <a:off x="4611241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line406"/>
          <p:cNvSpPr/>
          <p:nvPr/>
        </p:nvSpPr>
        <p:spPr>
          <a:xfrm flipH="1">
            <a:off x="4650257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line407"/>
          <p:cNvSpPr/>
          <p:nvPr/>
        </p:nvSpPr>
        <p:spPr>
          <a:xfrm flipH="1">
            <a:off x="467383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line408"/>
          <p:cNvSpPr/>
          <p:nvPr/>
        </p:nvSpPr>
        <p:spPr>
          <a:xfrm flipH="1">
            <a:off x="4588459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4-line409"/>
          <p:cNvSpPr/>
          <p:nvPr/>
        </p:nvSpPr>
        <p:spPr>
          <a:xfrm flipH="1" flipV="1">
            <a:off x="467383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4-line410"/>
          <p:cNvSpPr/>
          <p:nvPr/>
        </p:nvSpPr>
        <p:spPr>
          <a:xfrm flipH="1" flipV="1">
            <a:off x="4650257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4-line411"/>
          <p:cNvSpPr/>
          <p:nvPr/>
        </p:nvSpPr>
        <p:spPr>
          <a:xfrm flipH="1" flipV="1">
            <a:off x="4611241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line412"/>
          <p:cNvSpPr/>
          <p:nvPr/>
        </p:nvSpPr>
        <p:spPr>
          <a:xfrm flipH="1" flipV="1">
            <a:off x="4557218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line413"/>
          <p:cNvSpPr/>
          <p:nvPr/>
        </p:nvSpPr>
        <p:spPr>
          <a:xfrm flipH="1" flipV="1">
            <a:off x="4408007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4-line414"/>
          <p:cNvSpPr/>
          <p:nvPr/>
        </p:nvSpPr>
        <p:spPr>
          <a:xfrm flipH="1" flipV="1">
            <a:off x="440667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line415"/>
          <p:cNvSpPr/>
          <p:nvPr/>
        </p:nvSpPr>
        <p:spPr>
          <a:xfrm flipH="1" flipV="1">
            <a:off x="4311810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line416"/>
          <p:cNvSpPr/>
          <p:nvPr/>
        </p:nvSpPr>
        <p:spPr>
          <a:xfrm flipH="1" flipV="1">
            <a:off x="4205217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line417"/>
          <p:cNvSpPr/>
          <p:nvPr/>
        </p:nvSpPr>
        <p:spPr>
          <a:xfrm flipH="1" flipV="1">
            <a:off x="4088065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line418"/>
          <p:cNvSpPr/>
          <p:nvPr/>
        </p:nvSpPr>
        <p:spPr>
          <a:xfrm flipH="1" flipV="1">
            <a:off x="3915004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4-line419"/>
          <p:cNvSpPr/>
          <p:nvPr/>
        </p:nvSpPr>
        <p:spPr>
          <a:xfrm flipH="1" flipV="1">
            <a:off x="3827322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line420"/>
          <p:cNvSpPr/>
          <p:nvPr/>
        </p:nvSpPr>
        <p:spPr>
          <a:xfrm flipH="1" flipV="1">
            <a:off x="3686588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4-line421"/>
          <p:cNvSpPr/>
          <p:nvPr/>
        </p:nvSpPr>
        <p:spPr>
          <a:xfrm flipH="1" flipV="1">
            <a:off x="354097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4-line422"/>
          <p:cNvSpPr/>
          <p:nvPr/>
        </p:nvSpPr>
        <p:spPr>
          <a:xfrm flipH="1" flipV="1">
            <a:off x="3392088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line423"/>
          <p:cNvSpPr/>
          <p:nvPr/>
        </p:nvSpPr>
        <p:spPr>
          <a:xfrm flipV="1">
            <a:off x="3241548" y="457017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4-line424"/>
          <p:cNvSpPr/>
          <p:nvPr/>
        </p:nvSpPr>
        <p:spPr>
          <a:xfrm flipV="1">
            <a:off x="3082884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line425"/>
          <p:cNvSpPr/>
          <p:nvPr/>
        </p:nvSpPr>
        <p:spPr>
          <a:xfrm flipV="1">
            <a:off x="292595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line426"/>
          <p:cNvSpPr/>
          <p:nvPr/>
        </p:nvSpPr>
        <p:spPr>
          <a:xfrm flipV="1">
            <a:off x="2772490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line427"/>
          <p:cNvSpPr/>
          <p:nvPr/>
        </p:nvSpPr>
        <p:spPr>
          <a:xfrm flipV="1">
            <a:off x="2624161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line428"/>
          <p:cNvSpPr/>
          <p:nvPr/>
        </p:nvSpPr>
        <p:spPr>
          <a:xfrm flipV="1">
            <a:off x="2482596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4-line429"/>
          <p:cNvSpPr/>
          <p:nvPr/>
        </p:nvSpPr>
        <p:spPr>
          <a:xfrm flipV="1">
            <a:off x="2349346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line430"/>
          <p:cNvSpPr/>
          <p:nvPr/>
        </p:nvSpPr>
        <p:spPr>
          <a:xfrm flipV="1">
            <a:off x="2225872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line431"/>
          <p:cNvSpPr/>
          <p:nvPr/>
        </p:nvSpPr>
        <p:spPr>
          <a:xfrm flipV="1">
            <a:off x="2113525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4-line432"/>
          <p:cNvSpPr/>
          <p:nvPr/>
        </p:nvSpPr>
        <p:spPr>
          <a:xfrm flipV="1">
            <a:off x="201353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4-line433"/>
          <p:cNvSpPr/>
          <p:nvPr/>
        </p:nvSpPr>
        <p:spPr>
          <a:xfrm flipV="1">
            <a:off x="1927005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4-line434"/>
          <p:cNvSpPr/>
          <p:nvPr/>
        </p:nvSpPr>
        <p:spPr>
          <a:xfrm flipV="1">
            <a:off x="1854874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line435"/>
          <p:cNvSpPr/>
          <p:nvPr/>
        </p:nvSpPr>
        <p:spPr>
          <a:xfrm flipV="1">
            <a:off x="1797936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line436"/>
          <p:cNvSpPr/>
          <p:nvPr/>
        </p:nvSpPr>
        <p:spPr>
          <a:xfrm flipV="1">
            <a:off x="1756814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line437"/>
          <p:cNvSpPr/>
          <p:nvPr/>
        </p:nvSpPr>
        <p:spPr>
          <a:xfrm flipV="1">
            <a:off x="173195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line438"/>
          <p:cNvSpPr/>
          <p:nvPr/>
        </p:nvSpPr>
        <p:spPr>
          <a:xfrm>
            <a:off x="1723644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4-line439"/>
          <p:cNvSpPr/>
          <p:nvPr/>
        </p:nvSpPr>
        <p:spPr>
          <a:xfrm>
            <a:off x="173195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line440"/>
          <p:cNvSpPr/>
          <p:nvPr/>
        </p:nvSpPr>
        <p:spPr>
          <a:xfrm>
            <a:off x="1756814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line441"/>
          <p:cNvSpPr/>
          <p:nvPr/>
        </p:nvSpPr>
        <p:spPr>
          <a:xfrm>
            <a:off x="1797936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line442"/>
          <p:cNvSpPr/>
          <p:nvPr/>
        </p:nvSpPr>
        <p:spPr>
          <a:xfrm>
            <a:off x="1854874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4-line443"/>
          <p:cNvSpPr/>
          <p:nvPr/>
        </p:nvSpPr>
        <p:spPr>
          <a:xfrm>
            <a:off x="1927005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4-line444"/>
          <p:cNvSpPr/>
          <p:nvPr/>
        </p:nvSpPr>
        <p:spPr>
          <a:xfrm>
            <a:off x="201353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line445"/>
          <p:cNvSpPr/>
          <p:nvPr/>
        </p:nvSpPr>
        <p:spPr>
          <a:xfrm>
            <a:off x="2113525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line446"/>
          <p:cNvSpPr/>
          <p:nvPr/>
        </p:nvSpPr>
        <p:spPr>
          <a:xfrm>
            <a:off x="2225872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line447"/>
          <p:cNvSpPr/>
          <p:nvPr/>
        </p:nvSpPr>
        <p:spPr>
          <a:xfrm>
            <a:off x="2349346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line448"/>
          <p:cNvSpPr/>
          <p:nvPr/>
        </p:nvSpPr>
        <p:spPr>
          <a:xfrm>
            <a:off x="2482596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4-line449"/>
          <p:cNvSpPr/>
          <p:nvPr/>
        </p:nvSpPr>
        <p:spPr>
          <a:xfrm>
            <a:off x="2624161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line450"/>
          <p:cNvSpPr/>
          <p:nvPr/>
        </p:nvSpPr>
        <p:spPr>
          <a:xfrm>
            <a:off x="2772490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line451"/>
          <p:cNvSpPr/>
          <p:nvPr/>
        </p:nvSpPr>
        <p:spPr>
          <a:xfrm>
            <a:off x="292595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line452"/>
          <p:cNvSpPr/>
          <p:nvPr/>
        </p:nvSpPr>
        <p:spPr>
          <a:xfrm>
            <a:off x="3082884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label453"/>
          <p:cNvSpPr txBox="1"/>
          <p:nvPr/>
        </p:nvSpPr>
        <p:spPr>
          <a:xfrm>
            <a:off x="358124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4-label454"/>
          <p:cNvSpPr txBox="1"/>
          <p:nvPr/>
        </p:nvSpPr>
        <p:spPr>
          <a:xfrm>
            <a:off x="4030741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4-label455"/>
          <p:cNvSpPr txBox="1"/>
          <p:nvPr/>
        </p:nvSpPr>
        <p:spPr>
          <a:xfrm>
            <a:off x="4195267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4-label456"/>
          <p:cNvSpPr txBox="1"/>
          <p:nvPr/>
        </p:nvSpPr>
        <p:spPr>
          <a:xfrm>
            <a:off x="4030741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4-label457"/>
          <p:cNvSpPr txBox="1"/>
          <p:nvPr/>
        </p:nvSpPr>
        <p:spPr>
          <a:xfrm>
            <a:off x="358124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4-label458"/>
          <p:cNvSpPr txBox="1"/>
          <p:nvPr/>
        </p:nvSpPr>
        <p:spPr>
          <a:xfrm>
            <a:off x="2967228" y="42684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4-label459"/>
          <p:cNvSpPr txBox="1"/>
          <p:nvPr/>
        </p:nvSpPr>
        <p:spPr>
          <a:xfrm>
            <a:off x="235320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4-label460"/>
          <p:cNvSpPr txBox="1"/>
          <p:nvPr/>
        </p:nvSpPr>
        <p:spPr>
          <a:xfrm>
            <a:off x="1903715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4-label461"/>
          <p:cNvSpPr txBox="1"/>
          <p:nvPr/>
        </p:nvSpPr>
        <p:spPr>
          <a:xfrm>
            <a:off x="1739189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4-label462"/>
          <p:cNvSpPr txBox="1"/>
          <p:nvPr/>
        </p:nvSpPr>
        <p:spPr>
          <a:xfrm>
            <a:off x="1903715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4-label463"/>
          <p:cNvSpPr txBox="1"/>
          <p:nvPr/>
        </p:nvSpPr>
        <p:spPr>
          <a:xfrm>
            <a:off x="235320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4-label464"/>
          <p:cNvSpPr txBox="1"/>
          <p:nvPr/>
        </p:nvSpPr>
        <p:spPr>
          <a:xfrm>
            <a:off x="2967228" y="18123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4-line465"/>
          <p:cNvSpPr/>
          <p:nvPr/>
        </p:nvSpPr>
        <p:spPr>
          <a:xfrm flipH="1">
            <a:off x="2899562" y="3223260"/>
            <a:ext cx="341986" cy="592336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4-line466"/>
          <p:cNvSpPr/>
          <p:nvPr/>
        </p:nvSpPr>
        <p:spPr>
          <a:xfrm flipV="1">
            <a:off x="3241548" y="2228393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4-pin467"/>
          <p:cNvSpPr/>
          <p:nvPr/>
        </p:nvSpPr>
        <p:spPr>
          <a:xfrm>
            <a:off x="3186684" y="316839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4-word468"/>
          <p:cNvSpPr txBox="1"/>
          <p:nvPr/>
        </p:nvSpPr>
        <p:spPr>
          <a:xfrm>
            <a:off x="6254496" y="2354580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get up at seven.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7시에 일어나요.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학교에 가는 시각 말하기</a:t>
            </a:r>
            <a:endParaRPr lang="ko-KR" sz="4000" dirty="0"/>
          </a:p>
        </p:txBody>
      </p:sp>
      <p:sp>
        <p:nvSpPr>
          <p:cNvPr id="3" name="S05-card46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47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짧은바늘이 8과 9 가운데에 있으면 eight thirty예요.</a:t>
            </a:r>
            <a:endParaRPr lang="ko-KR" sz="2800" dirty="0"/>
          </a:p>
        </p:txBody>
      </p:sp>
      <p:sp>
        <p:nvSpPr>
          <p:cNvPr id="5" name="S05-figure471" descr="시계: 8시 30분"/>
          <p:cNvSpPr/>
          <p:nvPr/>
        </p:nvSpPr>
        <p:spPr>
          <a:xfrm>
            <a:off x="1687068" y="1668780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6" name="S05-line472"/>
          <p:cNvSpPr/>
          <p:nvPr/>
        </p:nvSpPr>
        <p:spPr>
          <a:xfrm>
            <a:off x="3241548" y="1705356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5-line473"/>
          <p:cNvSpPr/>
          <p:nvPr/>
        </p:nvSpPr>
        <p:spPr>
          <a:xfrm flipH="1">
            <a:off x="3392088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05-line474"/>
          <p:cNvSpPr/>
          <p:nvPr/>
        </p:nvSpPr>
        <p:spPr>
          <a:xfrm flipH="1">
            <a:off x="354097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5-line475"/>
          <p:cNvSpPr/>
          <p:nvPr/>
        </p:nvSpPr>
        <p:spPr>
          <a:xfrm flipH="1">
            <a:off x="3686588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5-line476"/>
          <p:cNvSpPr/>
          <p:nvPr/>
        </p:nvSpPr>
        <p:spPr>
          <a:xfrm flipH="1">
            <a:off x="3827322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line477"/>
          <p:cNvSpPr/>
          <p:nvPr/>
        </p:nvSpPr>
        <p:spPr>
          <a:xfrm flipH="1">
            <a:off x="3915004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" name="S05-line478"/>
          <p:cNvSpPr/>
          <p:nvPr/>
        </p:nvSpPr>
        <p:spPr>
          <a:xfrm flipH="1">
            <a:off x="4088065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line479"/>
          <p:cNvSpPr/>
          <p:nvPr/>
        </p:nvSpPr>
        <p:spPr>
          <a:xfrm flipH="1">
            <a:off x="4205217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line480"/>
          <p:cNvSpPr/>
          <p:nvPr/>
        </p:nvSpPr>
        <p:spPr>
          <a:xfrm flipH="1">
            <a:off x="4311810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line481"/>
          <p:cNvSpPr/>
          <p:nvPr/>
        </p:nvSpPr>
        <p:spPr>
          <a:xfrm flipH="1">
            <a:off x="440667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line482"/>
          <p:cNvSpPr/>
          <p:nvPr/>
        </p:nvSpPr>
        <p:spPr>
          <a:xfrm flipH="1">
            <a:off x="4408007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5-line483"/>
          <p:cNvSpPr/>
          <p:nvPr/>
        </p:nvSpPr>
        <p:spPr>
          <a:xfrm flipH="1">
            <a:off x="4557218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line484"/>
          <p:cNvSpPr/>
          <p:nvPr/>
        </p:nvSpPr>
        <p:spPr>
          <a:xfrm flipH="1">
            <a:off x="4611241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line485"/>
          <p:cNvSpPr/>
          <p:nvPr/>
        </p:nvSpPr>
        <p:spPr>
          <a:xfrm flipH="1">
            <a:off x="4650257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5-line486"/>
          <p:cNvSpPr/>
          <p:nvPr/>
        </p:nvSpPr>
        <p:spPr>
          <a:xfrm flipH="1">
            <a:off x="467383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5-line487"/>
          <p:cNvSpPr/>
          <p:nvPr/>
        </p:nvSpPr>
        <p:spPr>
          <a:xfrm flipH="1">
            <a:off x="4588459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2" name="S05-line488"/>
          <p:cNvSpPr/>
          <p:nvPr/>
        </p:nvSpPr>
        <p:spPr>
          <a:xfrm flipH="1" flipV="1">
            <a:off x="467383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line489"/>
          <p:cNvSpPr/>
          <p:nvPr/>
        </p:nvSpPr>
        <p:spPr>
          <a:xfrm flipH="1" flipV="1">
            <a:off x="4650257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line490"/>
          <p:cNvSpPr/>
          <p:nvPr/>
        </p:nvSpPr>
        <p:spPr>
          <a:xfrm flipH="1" flipV="1">
            <a:off x="4611241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line491"/>
          <p:cNvSpPr/>
          <p:nvPr/>
        </p:nvSpPr>
        <p:spPr>
          <a:xfrm flipH="1" flipV="1">
            <a:off x="4557218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line492"/>
          <p:cNvSpPr/>
          <p:nvPr/>
        </p:nvSpPr>
        <p:spPr>
          <a:xfrm flipH="1" flipV="1">
            <a:off x="4408007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5-line493"/>
          <p:cNvSpPr/>
          <p:nvPr/>
        </p:nvSpPr>
        <p:spPr>
          <a:xfrm flipH="1" flipV="1">
            <a:off x="440667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line494"/>
          <p:cNvSpPr/>
          <p:nvPr/>
        </p:nvSpPr>
        <p:spPr>
          <a:xfrm flipH="1" flipV="1">
            <a:off x="4311810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line495"/>
          <p:cNvSpPr/>
          <p:nvPr/>
        </p:nvSpPr>
        <p:spPr>
          <a:xfrm flipH="1" flipV="1">
            <a:off x="4205217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line496"/>
          <p:cNvSpPr/>
          <p:nvPr/>
        </p:nvSpPr>
        <p:spPr>
          <a:xfrm flipH="1" flipV="1">
            <a:off x="4088065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5-line497"/>
          <p:cNvSpPr/>
          <p:nvPr/>
        </p:nvSpPr>
        <p:spPr>
          <a:xfrm flipH="1" flipV="1">
            <a:off x="3915004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2" name="S05-line498"/>
          <p:cNvSpPr/>
          <p:nvPr/>
        </p:nvSpPr>
        <p:spPr>
          <a:xfrm flipH="1" flipV="1">
            <a:off x="3827322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line499"/>
          <p:cNvSpPr/>
          <p:nvPr/>
        </p:nvSpPr>
        <p:spPr>
          <a:xfrm flipH="1" flipV="1">
            <a:off x="3686588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line500"/>
          <p:cNvSpPr/>
          <p:nvPr/>
        </p:nvSpPr>
        <p:spPr>
          <a:xfrm flipH="1" flipV="1">
            <a:off x="354097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line501"/>
          <p:cNvSpPr/>
          <p:nvPr/>
        </p:nvSpPr>
        <p:spPr>
          <a:xfrm flipH="1" flipV="1">
            <a:off x="3392088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line502"/>
          <p:cNvSpPr/>
          <p:nvPr/>
        </p:nvSpPr>
        <p:spPr>
          <a:xfrm flipV="1">
            <a:off x="3241548" y="4570171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5-line503"/>
          <p:cNvSpPr/>
          <p:nvPr/>
        </p:nvSpPr>
        <p:spPr>
          <a:xfrm flipV="1">
            <a:off x="3082884" y="465555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line504"/>
          <p:cNvSpPr/>
          <p:nvPr/>
        </p:nvSpPr>
        <p:spPr>
          <a:xfrm flipV="1">
            <a:off x="2925958" y="4631969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line505"/>
          <p:cNvSpPr/>
          <p:nvPr/>
        </p:nvSpPr>
        <p:spPr>
          <a:xfrm flipV="1">
            <a:off x="2772490" y="4592953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line506"/>
          <p:cNvSpPr/>
          <p:nvPr/>
        </p:nvSpPr>
        <p:spPr>
          <a:xfrm flipV="1">
            <a:off x="2624161" y="4538930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line507"/>
          <p:cNvSpPr/>
          <p:nvPr/>
        </p:nvSpPr>
        <p:spPr>
          <a:xfrm flipV="1">
            <a:off x="2482596" y="4389719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2" name="S05-line508"/>
          <p:cNvSpPr/>
          <p:nvPr/>
        </p:nvSpPr>
        <p:spPr>
          <a:xfrm flipV="1">
            <a:off x="2349346" y="438839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5-line509"/>
          <p:cNvSpPr/>
          <p:nvPr/>
        </p:nvSpPr>
        <p:spPr>
          <a:xfrm flipV="1">
            <a:off x="2225872" y="4293522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line510"/>
          <p:cNvSpPr/>
          <p:nvPr/>
        </p:nvSpPr>
        <p:spPr>
          <a:xfrm flipV="1">
            <a:off x="2113525" y="4186929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line511"/>
          <p:cNvSpPr/>
          <p:nvPr/>
        </p:nvSpPr>
        <p:spPr>
          <a:xfrm flipV="1">
            <a:off x="2013538" y="406977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line512"/>
          <p:cNvSpPr/>
          <p:nvPr/>
        </p:nvSpPr>
        <p:spPr>
          <a:xfrm flipV="1">
            <a:off x="1927005" y="3896716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05-line513"/>
          <p:cNvSpPr/>
          <p:nvPr/>
        </p:nvSpPr>
        <p:spPr>
          <a:xfrm flipV="1">
            <a:off x="1854874" y="3809034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line514"/>
          <p:cNvSpPr/>
          <p:nvPr/>
        </p:nvSpPr>
        <p:spPr>
          <a:xfrm flipV="1">
            <a:off x="1797936" y="3668300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line515"/>
          <p:cNvSpPr/>
          <p:nvPr/>
        </p:nvSpPr>
        <p:spPr>
          <a:xfrm flipV="1">
            <a:off x="1756814" y="352269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line516"/>
          <p:cNvSpPr/>
          <p:nvPr/>
        </p:nvSpPr>
        <p:spPr>
          <a:xfrm flipV="1">
            <a:off x="1731959" y="3373800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line517"/>
          <p:cNvSpPr/>
          <p:nvPr/>
        </p:nvSpPr>
        <p:spPr>
          <a:xfrm>
            <a:off x="1723644" y="3223260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2" name="S05-line518"/>
          <p:cNvSpPr/>
          <p:nvPr/>
        </p:nvSpPr>
        <p:spPr>
          <a:xfrm>
            <a:off x="1731959" y="3064596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5-line519"/>
          <p:cNvSpPr/>
          <p:nvPr/>
        </p:nvSpPr>
        <p:spPr>
          <a:xfrm>
            <a:off x="1756814" y="2907670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5-line520"/>
          <p:cNvSpPr/>
          <p:nvPr/>
        </p:nvSpPr>
        <p:spPr>
          <a:xfrm>
            <a:off x="1797936" y="2754202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line521"/>
          <p:cNvSpPr/>
          <p:nvPr/>
        </p:nvSpPr>
        <p:spPr>
          <a:xfrm>
            <a:off x="1854874" y="260587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line522"/>
          <p:cNvSpPr/>
          <p:nvPr/>
        </p:nvSpPr>
        <p:spPr>
          <a:xfrm>
            <a:off x="1927005" y="2464308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7" name="S05-line523"/>
          <p:cNvSpPr/>
          <p:nvPr/>
        </p:nvSpPr>
        <p:spPr>
          <a:xfrm>
            <a:off x="2013538" y="2331058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line524"/>
          <p:cNvSpPr/>
          <p:nvPr/>
        </p:nvSpPr>
        <p:spPr>
          <a:xfrm>
            <a:off x="2113525" y="2207584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line525"/>
          <p:cNvSpPr/>
          <p:nvPr/>
        </p:nvSpPr>
        <p:spPr>
          <a:xfrm>
            <a:off x="2225872" y="2095237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line526"/>
          <p:cNvSpPr/>
          <p:nvPr/>
        </p:nvSpPr>
        <p:spPr>
          <a:xfrm>
            <a:off x="2349346" y="1995250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line527"/>
          <p:cNvSpPr/>
          <p:nvPr/>
        </p:nvSpPr>
        <p:spPr>
          <a:xfrm>
            <a:off x="2482596" y="1908717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2" name="S05-line528"/>
          <p:cNvSpPr/>
          <p:nvPr/>
        </p:nvSpPr>
        <p:spPr>
          <a:xfrm>
            <a:off x="2624161" y="1836586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line529"/>
          <p:cNvSpPr/>
          <p:nvPr/>
        </p:nvSpPr>
        <p:spPr>
          <a:xfrm>
            <a:off x="2772490" y="1779648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5-line530"/>
          <p:cNvSpPr/>
          <p:nvPr/>
        </p:nvSpPr>
        <p:spPr>
          <a:xfrm>
            <a:off x="2925958" y="1738526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5-line531"/>
          <p:cNvSpPr/>
          <p:nvPr/>
        </p:nvSpPr>
        <p:spPr>
          <a:xfrm>
            <a:off x="3082884" y="1713671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label532"/>
          <p:cNvSpPr txBox="1"/>
          <p:nvPr/>
        </p:nvSpPr>
        <p:spPr>
          <a:xfrm>
            <a:off x="358124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7" name="S05-label533"/>
          <p:cNvSpPr txBox="1"/>
          <p:nvPr/>
        </p:nvSpPr>
        <p:spPr>
          <a:xfrm>
            <a:off x="4030741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68" name="S05-label534"/>
          <p:cNvSpPr txBox="1"/>
          <p:nvPr/>
        </p:nvSpPr>
        <p:spPr>
          <a:xfrm>
            <a:off x="4195267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69" name="S05-label535"/>
          <p:cNvSpPr txBox="1"/>
          <p:nvPr/>
        </p:nvSpPr>
        <p:spPr>
          <a:xfrm>
            <a:off x="4030741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0" name="S05-label536"/>
          <p:cNvSpPr txBox="1"/>
          <p:nvPr/>
        </p:nvSpPr>
        <p:spPr>
          <a:xfrm>
            <a:off x="358124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1" name="S05-label537"/>
          <p:cNvSpPr txBox="1"/>
          <p:nvPr/>
        </p:nvSpPr>
        <p:spPr>
          <a:xfrm>
            <a:off x="2967228" y="426841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2" name="S05-label538"/>
          <p:cNvSpPr txBox="1"/>
          <p:nvPr/>
        </p:nvSpPr>
        <p:spPr>
          <a:xfrm>
            <a:off x="2353208" y="4103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3" name="S05-label539"/>
          <p:cNvSpPr txBox="1"/>
          <p:nvPr/>
        </p:nvSpPr>
        <p:spPr>
          <a:xfrm>
            <a:off x="1903715" y="36544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4" name="S05-label540"/>
          <p:cNvSpPr txBox="1"/>
          <p:nvPr/>
        </p:nvSpPr>
        <p:spPr>
          <a:xfrm>
            <a:off x="1739189" y="30403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5" name="S05-label541"/>
          <p:cNvSpPr txBox="1"/>
          <p:nvPr/>
        </p:nvSpPr>
        <p:spPr>
          <a:xfrm>
            <a:off x="1903715" y="2426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6" name="S05-label542"/>
          <p:cNvSpPr txBox="1"/>
          <p:nvPr/>
        </p:nvSpPr>
        <p:spPr>
          <a:xfrm>
            <a:off x="2353208" y="197686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7" name="S05-label543"/>
          <p:cNvSpPr txBox="1"/>
          <p:nvPr/>
        </p:nvSpPr>
        <p:spPr>
          <a:xfrm>
            <a:off x="2967228" y="181234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78" name="S05-line544"/>
          <p:cNvSpPr/>
          <p:nvPr/>
        </p:nvSpPr>
        <p:spPr>
          <a:xfrm flipH="1">
            <a:off x="2580883" y="3223260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79" name="S05-line545"/>
          <p:cNvSpPr/>
          <p:nvPr/>
        </p:nvSpPr>
        <p:spPr>
          <a:xfrm>
            <a:off x="3241548" y="3223260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0" name="S05-pin546"/>
          <p:cNvSpPr/>
          <p:nvPr/>
        </p:nvSpPr>
        <p:spPr>
          <a:xfrm>
            <a:off x="3186684" y="316839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1" name="S05-word547"/>
          <p:cNvSpPr txBox="1"/>
          <p:nvPr/>
        </p:nvSpPr>
        <p:spPr>
          <a:xfrm>
            <a:off x="6254496" y="2354580"/>
            <a:ext cx="538581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at eight thirty.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8시 30분에 학교에 가요.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 오고, 잠자리에 들어요</a:t>
            </a:r>
            <a:endParaRPr lang="ko-KR" sz="4000" dirty="0"/>
          </a:p>
        </p:txBody>
      </p:sp>
      <p:sp>
        <p:nvSpPr>
          <p:cNvPr id="3" name="S06-card548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549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home at three.</a:t>
            </a:r>
            <a:endParaRPr lang="ko-KR" sz="2800" dirty="0"/>
          </a:p>
        </p:txBody>
      </p:sp>
      <p:sp>
        <p:nvSpPr>
          <p:cNvPr id="5" name="S06-card550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551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bed at nine thirty.</a:t>
            </a:r>
            <a:endParaRPr lang="ko-KR" sz="2800" dirty="0"/>
          </a:p>
        </p:txBody>
      </p:sp>
      <p:sp>
        <p:nvSpPr>
          <p:cNvPr id="7" name="S06-figure552" descr="시계: 3시"/>
          <p:cNvSpPr/>
          <p:nvPr/>
        </p:nvSpPr>
        <p:spPr>
          <a:xfrm>
            <a:off x="1687068" y="144360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" name="S06-line553"/>
          <p:cNvSpPr/>
          <p:nvPr/>
        </p:nvSpPr>
        <p:spPr>
          <a:xfrm>
            <a:off x="3241548" y="148018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6-line554"/>
          <p:cNvSpPr/>
          <p:nvPr/>
        </p:nvSpPr>
        <p:spPr>
          <a:xfrm flipH="1">
            <a:off x="3392088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6-line555"/>
          <p:cNvSpPr/>
          <p:nvPr/>
        </p:nvSpPr>
        <p:spPr>
          <a:xfrm flipH="1">
            <a:off x="3540978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6-line556"/>
          <p:cNvSpPr/>
          <p:nvPr/>
        </p:nvSpPr>
        <p:spPr>
          <a:xfrm flipH="1">
            <a:off x="3686588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6-line557"/>
          <p:cNvSpPr/>
          <p:nvPr/>
        </p:nvSpPr>
        <p:spPr>
          <a:xfrm flipH="1">
            <a:off x="3827322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6-line558"/>
          <p:cNvSpPr/>
          <p:nvPr/>
        </p:nvSpPr>
        <p:spPr>
          <a:xfrm flipH="1">
            <a:off x="3915004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6-line559"/>
          <p:cNvSpPr/>
          <p:nvPr/>
        </p:nvSpPr>
        <p:spPr>
          <a:xfrm flipH="1">
            <a:off x="4088065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6-line560"/>
          <p:cNvSpPr/>
          <p:nvPr/>
        </p:nvSpPr>
        <p:spPr>
          <a:xfrm flipH="1">
            <a:off x="4205217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6-line561"/>
          <p:cNvSpPr/>
          <p:nvPr/>
        </p:nvSpPr>
        <p:spPr>
          <a:xfrm flipH="1">
            <a:off x="4311810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6-line562"/>
          <p:cNvSpPr/>
          <p:nvPr/>
        </p:nvSpPr>
        <p:spPr>
          <a:xfrm flipH="1">
            <a:off x="4406678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6-line563"/>
          <p:cNvSpPr/>
          <p:nvPr/>
        </p:nvSpPr>
        <p:spPr>
          <a:xfrm flipH="1">
            <a:off x="4408007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6-line564"/>
          <p:cNvSpPr/>
          <p:nvPr/>
        </p:nvSpPr>
        <p:spPr>
          <a:xfrm flipH="1">
            <a:off x="4557218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6-line565"/>
          <p:cNvSpPr/>
          <p:nvPr/>
        </p:nvSpPr>
        <p:spPr>
          <a:xfrm flipH="1">
            <a:off x="4611241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6-line566"/>
          <p:cNvSpPr/>
          <p:nvPr/>
        </p:nvSpPr>
        <p:spPr>
          <a:xfrm flipH="1">
            <a:off x="4650257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6-line567"/>
          <p:cNvSpPr/>
          <p:nvPr/>
        </p:nvSpPr>
        <p:spPr>
          <a:xfrm flipH="1">
            <a:off x="4673839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6-line568"/>
          <p:cNvSpPr/>
          <p:nvPr/>
        </p:nvSpPr>
        <p:spPr>
          <a:xfrm flipH="1">
            <a:off x="4588459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" name="S06-line569"/>
          <p:cNvSpPr/>
          <p:nvPr/>
        </p:nvSpPr>
        <p:spPr>
          <a:xfrm flipH="1" flipV="1">
            <a:off x="4673839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6-line570"/>
          <p:cNvSpPr/>
          <p:nvPr/>
        </p:nvSpPr>
        <p:spPr>
          <a:xfrm flipH="1" flipV="1">
            <a:off x="4650257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6-line571"/>
          <p:cNvSpPr/>
          <p:nvPr/>
        </p:nvSpPr>
        <p:spPr>
          <a:xfrm flipH="1" flipV="1">
            <a:off x="4611241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6-line572"/>
          <p:cNvSpPr/>
          <p:nvPr/>
        </p:nvSpPr>
        <p:spPr>
          <a:xfrm flipH="1" flipV="1">
            <a:off x="4557218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6-line573"/>
          <p:cNvSpPr/>
          <p:nvPr/>
        </p:nvSpPr>
        <p:spPr>
          <a:xfrm flipH="1" flipV="1">
            <a:off x="4408007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6-line574"/>
          <p:cNvSpPr/>
          <p:nvPr/>
        </p:nvSpPr>
        <p:spPr>
          <a:xfrm flipH="1" flipV="1">
            <a:off x="4406678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6-line575"/>
          <p:cNvSpPr/>
          <p:nvPr/>
        </p:nvSpPr>
        <p:spPr>
          <a:xfrm flipH="1" flipV="1">
            <a:off x="4311810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6-line576"/>
          <p:cNvSpPr/>
          <p:nvPr/>
        </p:nvSpPr>
        <p:spPr>
          <a:xfrm flipH="1" flipV="1">
            <a:off x="4205217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6-line577"/>
          <p:cNvSpPr/>
          <p:nvPr/>
        </p:nvSpPr>
        <p:spPr>
          <a:xfrm flipH="1" flipV="1">
            <a:off x="4088065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6-line578"/>
          <p:cNvSpPr/>
          <p:nvPr/>
        </p:nvSpPr>
        <p:spPr>
          <a:xfrm flipH="1" flipV="1">
            <a:off x="3915004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4" name="S06-line579"/>
          <p:cNvSpPr/>
          <p:nvPr/>
        </p:nvSpPr>
        <p:spPr>
          <a:xfrm flipH="1" flipV="1">
            <a:off x="3827322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6-line580"/>
          <p:cNvSpPr/>
          <p:nvPr/>
        </p:nvSpPr>
        <p:spPr>
          <a:xfrm flipH="1" flipV="1">
            <a:off x="3686588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6-line581"/>
          <p:cNvSpPr/>
          <p:nvPr/>
        </p:nvSpPr>
        <p:spPr>
          <a:xfrm flipH="1" flipV="1">
            <a:off x="3540978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6-line582"/>
          <p:cNvSpPr/>
          <p:nvPr/>
        </p:nvSpPr>
        <p:spPr>
          <a:xfrm flipH="1" flipV="1">
            <a:off x="3392088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6-line583"/>
          <p:cNvSpPr/>
          <p:nvPr/>
        </p:nvSpPr>
        <p:spPr>
          <a:xfrm flipV="1">
            <a:off x="3241548" y="434500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06-line584"/>
          <p:cNvSpPr/>
          <p:nvPr/>
        </p:nvSpPr>
        <p:spPr>
          <a:xfrm flipV="1">
            <a:off x="3082884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6-line585"/>
          <p:cNvSpPr/>
          <p:nvPr/>
        </p:nvSpPr>
        <p:spPr>
          <a:xfrm flipV="1">
            <a:off x="2925958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6-line586"/>
          <p:cNvSpPr/>
          <p:nvPr/>
        </p:nvSpPr>
        <p:spPr>
          <a:xfrm flipV="1">
            <a:off x="2772490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6-line587"/>
          <p:cNvSpPr/>
          <p:nvPr/>
        </p:nvSpPr>
        <p:spPr>
          <a:xfrm flipV="1">
            <a:off x="2624161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6-line588"/>
          <p:cNvSpPr/>
          <p:nvPr/>
        </p:nvSpPr>
        <p:spPr>
          <a:xfrm flipV="1">
            <a:off x="2482596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4" name="S06-line589"/>
          <p:cNvSpPr/>
          <p:nvPr/>
        </p:nvSpPr>
        <p:spPr>
          <a:xfrm flipV="1">
            <a:off x="2349346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6-line590"/>
          <p:cNvSpPr/>
          <p:nvPr/>
        </p:nvSpPr>
        <p:spPr>
          <a:xfrm flipV="1">
            <a:off x="2225872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6-line591"/>
          <p:cNvSpPr/>
          <p:nvPr/>
        </p:nvSpPr>
        <p:spPr>
          <a:xfrm flipV="1">
            <a:off x="2113525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6-line592"/>
          <p:cNvSpPr/>
          <p:nvPr/>
        </p:nvSpPr>
        <p:spPr>
          <a:xfrm flipV="1">
            <a:off x="2013538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6-line593"/>
          <p:cNvSpPr/>
          <p:nvPr/>
        </p:nvSpPr>
        <p:spPr>
          <a:xfrm flipV="1">
            <a:off x="1927005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9" name="S06-line594"/>
          <p:cNvSpPr/>
          <p:nvPr/>
        </p:nvSpPr>
        <p:spPr>
          <a:xfrm flipV="1">
            <a:off x="1854874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6-line595"/>
          <p:cNvSpPr/>
          <p:nvPr/>
        </p:nvSpPr>
        <p:spPr>
          <a:xfrm flipV="1">
            <a:off x="1797936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6-line596"/>
          <p:cNvSpPr/>
          <p:nvPr/>
        </p:nvSpPr>
        <p:spPr>
          <a:xfrm flipV="1">
            <a:off x="1756814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6-line597"/>
          <p:cNvSpPr/>
          <p:nvPr/>
        </p:nvSpPr>
        <p:spPr>
          <a:xfrm flipV="1">
            <a:off x="1731959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6-line598"/>
          <p:cNvSpPr/>
          <p:nvPr/>
        </p:nvSpPr>
        <p:spPr>
          <a:xfrm>
            <a:off x="1723644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4" name="S06-line599"/>
          <p:cNvSpPr/>
          <p:nvPr/>
        </p:nvSpPr>
        <p:spPr>
          <a:xfrm>
            <a:off x="1731959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6-line600"/>
          <p:cNvSpPr/>
          <p:nvPr/>
        </p:nvSpPr>
        <p:spPr>
          <a:xfrm>
            <a:off x="1756814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6-line601"/>
          <p:cNvSpPr/>
          <p:nvPr/>
        </p:nvSpPr>
        <p:spPr>
          <a:xfrm>
            <a:off x="1797936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6-line602"/>
          <p:cNvSpPr/>
          <p:nvPr/>
        </p:nvSpPr>
        <p:spPr>
          <a:xfrm>
            <a:off x="1854874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6-line603"/>
          <p:cNvSpPr/>
          <p:nvPr/>
        </p:nvSpPr>
        <p:spPr>
          <a:xfrm>
            <a:off x="1927005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9" name="S06-line604"/>
          <p:cNvSpPr/>
          <p:nvPr/>
        </p:nvSpPr>
        <p:spPr>
          <a:xfrm>
            <a:off x="2013538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6-line605"/>
          <p:cNvSpPr/>
          <p:nvPr/>
        </p:nvSpPr>
        <p:spPr>
          <a:xfrm>
            <a:off x="2113525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6-line606"/>
          <p:cNvSpPr/>
          <p:nvPr/>
        </p:nvSpPr>
        <p:spPr>
          <a:xfrm>
            <a:off x="2225872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6-line607"/>
          <p:cNvSpPr/>
          <p:nvPr/>
        </p:nvSpPr>
        <p:spPr>
          <a:xfrm>
            <a:off x="2349346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6-line608"/>
          <p:cNvSpPr/>
          <p:nvPr/>
        </p:nvSpPr>
        <p:spPr>
          <a:xfrm>
            <a:off x="2482596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4" name="S06-line609"/>
          <p:cNvSpPr/>
          <p:nvPr/>
        </p:nvSpPr>
        <p:spPr>
          <a:xfrm>
            <a:off x="2624161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6-line610"/>
          <p:cNvSpPr/>
          <p:nvPr/>
        </p:nvSpPr>
        <p:spPr>
          <a:xfrm>
            <a:off x="2772490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6-line611"/>
          <p:cNvSpPr/>
          <p:nvPr/>
        </p:nvSpPr>
        <p:spPr>
          <a:xfrm>
            <a:off x="2925958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6-line612"/>
          <p:cNvSpPr/>
          <p:nvPr/>
        </p:nvSpPr>
        <p:spPr>
          <a:xfrm>
            <a:off x="3082884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6-label613"/>
          <p:cNvSpPr txBox="1"/>
          <p:nvPr/>
        </p:nvSpPr>
        <p:spPr>
          <a:xfrm>
            <a:off x="3581248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69" name="S06-label614"/>
          <p:cNvSpPr txBox="1"/>
          <p:nvPr/>
        </p:nvSpPr>
        <p:spPr>
          <a:xfrm>
            <a:off x="4030741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70" name="S06-label615"/>
          <p:cNvSpPr txBox="1"/>
          <p:nvPr/>
        </p:nvSpPr>
        <p:spPr>
          <a:xfrm>
            <a:off x="4195267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71" name="S06-label616"/>
          <p:cNvSpPr txBox="1"/>
          <p:nvPr/>
        </p:nvSpPr>
        <p:spPr>
          <a:xfrm>
            <a:off x="4030741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72" name="S06-label617"/>
          <p:cNvSpPr txBox="1"/>
          <p:nvPr/>
        </p:nvSpPr>
        <p:spPr>
          <a:xfrm>
            <a:off x="3581248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73" name="S06-label618"/>
          <p:cNvSpPr txBox="1"/>
          <p:nvPr/>
        </p:nvSpPr>
        <p:spPr>
          <a:xfrm>
            <a:off x="2967228" y="4043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74" name="S06-label619"/>
          <p:cNvSpPr txBox="1"/>
          <p:nvPr/>
        </p:nvSpPr>
        <p:spPr>
          <a:xfrm>
            <a:off x="2353208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75" name="S06-label620"/>
          <p:cNvSpPr txBox="1"/>
          <p:nvPr/>
        </p:nvSpPr>
        <p:spPr>
          <a:xfrm>
            <a:off x="1903715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76" name="S06-label621"/>
          <p:cNvSpPr txBox="1"/>
          <p:nvPr/>
        </p:nvSpPr>
        <p:spPr>
          <a:xfrm>
            <a:off x="1739189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77" name="S06-label622"/>
          <p:cNvSpPr txBox="1"/>
          <p:nvPr/>
        </p:nvSpPr>
        <p:spPr>
          <a:xfrm>
            <a:off x="1903715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78" name="S06-label623"/>
          <p:cNvSpPr txBox="1"/>
          <p:nvPr/>
        </p:nvSpPr>
        <p:spPr>
          <a:xfrm>
            <a:off x="2353208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79" name="S06-label624"/>
          <p:cNvSpPr txBox="1"/>
          <p:nvPr/>
        </p:nvSpPr>
        <p:spPr>
          <a:xfrm>
            <a:off x="2967228" y="15871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80" name="S06-line625"/>
          <p:cNvSpPr/>
          <p:nvPr/>
        </p:nvSpPr>
        <p:spPr>
          <a:xfrm>
            <a:off x="3241548" y="2998089"/>
            <a:ext cx="683971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1" name="S06-line626"/>
          <p:cNvSpPr/>
          <p:nvPr/>
        </p:nvSpPr>
        <p:spPr>
          <a:xfrm flipV="1">
            <a:off x="3241548" y="2003222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2" name="S06-pin627"/>
          <p:cNvSpPr/>
          <p:nvPr/>
        </p:nvSpPr>
        <p:spPr>
          <a:xfrm>
            <a:off x="3186684" y="294322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3" name="S06-label628"/>
          <p:cNvSpPr txBox="1"/>
          <p:nvPr/>
        </p:nvSpPr>
        <p:spPr>
          <a:xfrm>
            <a:off x="548640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home</a:t>
            </a:r>
            <a:endParaRPr lang="ko-KR" sz="2200" dirty="0"/>
          </a:p>
        </p:txBody>
      </p:sp>
      <p:sp>
        <p:nvSpPr>
          <p:cNvPr id="84" name="S06-figure629" descr="시계: 9시 30분"/>
          <p:cNvSpPr/>
          <p:nvPr/>
        </p:nvSpPr>
        <p:spPr>
          <a:xfrm>
            <a:off x="7392924" y="1443609"/>
            <a:ext cx="3108960" cy="31089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06-line630"/>
          <p:cNvSpPr/>
          <p:nvPr/>
        </p:nvSpPr>
        <p:spPr>
          <a:xfrm>
            <a:off x="8947404" y="1480185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06-line631"/>
          <p:cNvSpPr/>
          <p:nvPr/>
        </p:nvSpPr>
        <p:spPr>
          <a:xfrm flipH="1">
            <a:off x="9097944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6-line632"/>
          <p:cNvSpPr/>
          <p:nvPr/>
        </p:nvSpPr>
        <p:spPr>
          <a:xfrm flipH="1">
            <a:off x="9246834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6-line633"/>
          <p:cNvSpPr/>
          <p:nvPr/>
        </p:nvSpPr>
        <p:spPr>
          <a:xfrm flipH="1">
            <a:off x="9392444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6-line634"/>
          <p:cNvSpPr/>
          <p:nvPr/>
        </p:nvSpPr>
        <p:spPr>
          <a:xfrm flipH="1">
            <a:off x="9533178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6-line635"/>
          <p:cNvSpPr/>
          <p:nvPr/>
        </p:nvSpPr>
        <p:spPr>
          <a:xfrm flipH="1">
            <a:off x="9620860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06-line636"/>
          <p:cNvSpPr/>
          <p:nvPr/>
        </p:nvSpPr>
        <p:spPr>
          <a:xfrm flipH="1">
            <a:off x="9793921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6-line637"/>
          <p:cNvSpPr/>
          <p:nvPr/>
        </p:nvSpPr>
        <p:spPr>
          <a:xfrm flipH="1">
            <a:off x="9911073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6-line638"/>
          <p:cNvSpPr/>
          <p:nvPr/>
        </p:nvSpPr>
        <p:spPr>
          <a:xfrm flipH="1">
            <a:off x="10017666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6-line639"/>
          <p:cNvSpPr/>
          <p:nvPr/>
        </p:nvSpPr>
        <p:spPr>
          <a:xfrm flipH="1">
            <a:off x="10112534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6-line640"/>
          <p:cNvSpPr/>
          <p:nvPr/>
        </p:nvSpPr>
        <p:spPr>
          <a:xfrm flipH="1">
            <a:off x="10113863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06-line641"/>
          <p:cNvSpPr/>
          <p:nvPr/>
        </p:nvSpPr>
        <p:spPr>
          <a:xfrm flipH="1">
            <a:off x="10263074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6-line642"/>
          <p:cNvSpPr/>
          <p:nvPr/>
        </p:nvSpPr>
        <p:spPr>
          <a:xfrm flipH="1">
            <a:off x="10317097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6-line643"/>
          <p:cNvSpPr/>
          <p:nvPr/>
        </p:nvSpPr>
        <p:spPr>
          <a:xfrm flipH="1">
            <a:off x="10356113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6-line644"/>
          <p:cNvSpPr/>
          <p:nvPr/>
        </p:nvSpPr>
        <p:spPr>
          <a:xfrm flipH="1">
            <a:off x="10379695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6-line645"/>
          <p:cNvSpPr/>
          <p:nvPr/>
        </p:nvSpPr>
        <p:spPr>
          <a:xfrm flipH="1">
            <a:off x="10294315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06-line646"/>
          <p:cNvSpPr/>
          <p:nvPr/>
        </p:nvSpPr>
        <p:spPr>
          <a:xfrm flipH="1" flipV="1">
            <a:off x="10379695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6-line647"/>
          <p:cNvSpPr/>
          <p:nvPr/>
        </p:nvSpPr>
        <p:spPr>
          <a:xfrm flipH="1" flipV="1">
            <a:off x="10356113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6-line648"/>
          <p:cNvSpPr/>
          <p:nvPr/>
        </p:nvSpPr>
        <p:spPr>
          <a:xfrm flipH="1" flipV="1">
            <a:off x="10317097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6-line649"/>
          <p:cNvSpPr/>
          <p:nvPr/>
        </p:nvSpPr>
        <p:spPr>
          <a:xfrm flipH="1" flipV="1">
            <a:off x="10263074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6-line650"/>
          <p:cNvSpPr/>
          <p:nvPr/>
        </p:nvSpPr>
        <p:spPr>
          <a:xfrm flipH="1" flipV="1">
            <a:off x="10113863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06-line651"/>
          <p:cNvSpPr/>
          <p:nvPr/>
        </p:nvSpPr>
        <p:spPr>
          <a:xfrm flipH="1" flipV="1">
            <a:off x="10112534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6-line652"/>
          <p:cNvSpPr/>
          <p:nvPr/>
        </p:nvSpPr>
        <p:spPr>
          <a:xfrm flipH="1" flipV="1">
            <a:off x="10017666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6-line653"/>
          <p:cNvSpPr/>
          <p:nvPr/>
        </p:nvSpPr>
        <p:spPr>
          <a:xfrm flipH="1" flipV="1">
            <a:off x="9911073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6-line654"/>
          <p:cNvSpPr/>
          <p:nvPr/>
        </p:nvSpPr>
        <p:spPr>
          <a:xfrm flipH="1" flipV="1">
            <a:off x="9793921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6-line655"/>
          <p:cNvSpPr/>
          <p:nvPr/>
        </p:nvSpPr>
        <p:spPr>
          <a:xfrm flipH="1" flipV="1">
            <a:off x="9620860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06-line656"/>
          <p:cNvSpPr/>
          <p:nvPr/>
        </p:nvSpPr>
        <p:spPr>
          <a:xfrm flipH="1" flipV="1">
            <a:off x="9533178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6-line657"/>
          <p:cNvSpPr/>
          <p:nvPr/>
        </p:nvSpPr>
        <p:spPr>
          <a:xfrm flipH="1" flipV="1">
            <a:off x="9392444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6-line658"/>
          <p:cNvSpPr/>
          <p:nvPr/>
        </p:nvSpPr>
        <p:spPr>
          <a:xfrm flipH="1" flipV="1">
            <a:off x="9246834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6-line659"/>
          <p:cNvSpPr/>
          <p:nvPr/>
        </p:nvSpPr>
        <p:spPr>
          <a:xfrm flipH="1" flipV="1">
            <a:off x="9097944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6-line660"/>
          <p:cNvSpPr/>
          <p:nvPr/>
        </p:nvSpPr>
        <p:spPr>
          <a:xfrm flipV="1">
            <a:off x="8947404" y="4345000"/>
            <a:ext cx="0" cy="170993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06-line661"/>
          <p:cNvSpPr/>
          <p:nvPr/>
        </p:nvSpPr>
        <p:spPr>
          <a:xfrm flipV="1">
            <a:off x="8788740" y="443038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6-line662"/>
          <p:cNvSpPr/>
          <p:nvPr/>
        </p:nvSpPr>
        <p:spPr>
          <a:xfrm flipV="1">
            <a:off x="8631814" y="4406798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6-line663"/>
          <p:cNvSpPr/>
          <p:nvPr/>
        </p:nvSpPr>
        <p:spPr>
          <a:xfrm flipV="1">
            <a:off x="8478346" y="4367782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6-line664"/>
          <p:cNvSpPr/>
          <p:nvPr/>
        </p:nvSpPr>
        <p:spPr>
          <a:xfrm flipV="1">
            <a:off x="8330017" y="4313759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6-line665"/>
          <p:cNvSpPr/>
          <p:nvPr/>
        </p:nvSpPr>
        <p:spPr>
          <a:xfrm flipV="1">
            <a:off x="8188452" y="4164548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06-line666"/>
          <p:cNvSpPr/>
          <p:nvPr/>
        </p:nvSpPr>
        <p:spPr>
          <a:xfrm flipV="1">
            <a:off x="8055202" y="416321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6-line667"/>
          <p:cNvSpPr/>
          <p:nvPr/>
        </p:nvSpPr>
        <p:spPr>
          <a:xfrm flipV="1">
            <a:off x="7931728" y="4068351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6-line668"/>
          <p:cNvSpPr/>
          <p:nvPr/>
        </p:nvSpPr>
        <p:spPr>
          <a:xfrm flipV="1">
            <a:off x="7819381" y="3961758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6-line669"/>
          <p:cNvSpPr/>
          <p:nvPr/>
        </p:nvSpPr>
        <p:spPr>
          <a:xfrm flipV="1">
            <a:off x="7719394" y="3844606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6-line670"/>
          <p:cNvSpPr/>
          <p:nvPr/>
        </p:nvSpPr>
        <p:spPr>
          <a:xfrm flipV="1">
            <a:off x="7632861" y="3671545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06-line671"/>
          <p:cNvSpPr/>
          <p:nvPr/>
        </p:nvSpPr>
        <p:spPr>
          <a:xfrm flipV="1">
            <a:off x="7560730" y="3583863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6-line672"/>
          <p:cNvSpPr/>
          <p:nvPr/>
        </p:nvSpPr>
        <p:spPr>
          <a:xfrm flipV="1">
            <a:off x="7503792" y="3443129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6-line673"/>
          <p:cNvSpPr/>
          <p:nvPr/>
        </p:nvSpPr>
        <p:spPr>
          <a:xfrm flipV="1">
            <a:off x="7462670" y="329751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6-line674"/>
          <p:cNvSpPr/>
          <p:nvPr/>
        </p:nvSpPr>
        <p:spPr>
          <a:xfrm flipV="1">
            <a:off x="7437815" y="3148629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6-line675"/>
          <p:cNvSpPr/>
          <p:nvPr/>
        </p:nvSpPr>
        <p:spPr>
          <a:xfrm>
            <a:off x="7429500" y="2998089"/>
            <a:ext cx="170993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06-line676"/>
          <p:cNvSpPr/>
          <p:nvPr/>
        </p:nvSpPr>
        <p:spPr>
          <a:xfrm>
            <a:off x="7437815" y="2839425"/>
            <a:ext cx="77298" cy="812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6-line677"/>
          <p:cNvSpPr/>
          <p:nvPr/>
        </p:nvSpPr>
        <p:spPr>
          <a:xfrm>
            <a:off x="7462670" y="2682499"/>
            <a:ext cx="76026" cy="161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6-line678"/>
          <p:cNvSpPr/>
          <p:nvPr/>
        </p:nvSpPr>
        <p:spPr>
          <a:xfrm>
            <a:off x="7503792" y="2529031"/>
            <a:ext cx="73920" cy="2401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6-line679"/>
          <p:cNvSpPr/>
          <p:nvPr/>
        </p:nvSpPr>
        <p:spPr>
          <a:xfrm>
            <a:off x="7560730" y="2380702"/>
            <a:ext cx="71004" cy="3161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6-line680"/>
          <p:cNvSpPr/>
          <p:nvPr/>
        </p:nvSpPr>
        <p:spPr>
          <a:xfrm>
            <a:off x="7632861" y="2239137"/>
            <a:ext cx="148084" cy="8549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06-line681"/>
          <p:cNvSpPr/>
          <p:nvPr/>
        </p:nvSpPr>
        <p:spPr>
          <a:xfrm>
            <a:off x="7719394" y="2105887"/>
            <a:ext cx="62880" cy="45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6-line682"/>
          <p:cNvSpPr/>
          <p:nvPr/>
        </p:nvSpPr>
        <p:spPr>
          <a:xfrm>
            <a:off x="7819381" y="1982413"/>
            <a:ext cx="57760" cy="5200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6-line683"/>
          <p:cNvSpPr/>
          <p:nvPr/>
        </p:nvSpPr>
        <p:spPr>
          <a:xfrm>
            <a:off x="7931728" y="1870066"/>
            <a:ext cx="52008" cy="5776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6-line684"/>
          <p:cNvSpPr/>
          <p:nvPr/>
        </p:nvSpPr>
        <p:spPr>
          <a:xfrm>
            <a:off x="8055202" y="1770079"/>
            <a:ext cx="45685" cy="6288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6-line685"/>
          <p:cNvSpPr/>
          <p:nvPr/>
        </p:nvSpPr>
        <p:spPr>
          <a:xfrm>
            <a:off x="8188452" y="1683546"/>
            <a:ext cx="85496" cy="14808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06-line686"/>
          <p:cNvSpPr/>
          <p:nvPr/>
        </p:nvSpPr>
        <p:spPr>
          <a:xfrm>
            <a:off x="8330017" y="1611415"/>
            <a:ext cx="31613" cy="7100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6-line687"/>
          <p:cNvSpPr/>
          <p:nvPr/>
        </p:nvSpPr>
        <p:spPr>
          <a:xfrm>
            <a:off x="8478346" y="1554477"/>
            <a:ext cx="24018" cy="7392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6-line688"/>
          <p:cNvSpPr/>
          <p:nvPr/>
        </p:nvSpPr>
        <p:spPr>
          <a:xfrm>
            <a:off x="8631814" y="1513355"/>
            <a:ext cx="16160" cy="7602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6-line689"/>
          <p:cNvSpPr/>
          <p:nvPr/>
        </p:nvSpPr>
        <p:spPr>
          <a:xfrm>
            <a:off x="8788740" y="1488500"/>
            <a:ext cx="8124" cy="7729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6-label690"/>
          <p:cNvSpPr txBox="1"/>
          <p:nvPr/>
        </p:nvSpPr>
        <p:spPr>
          <a:xfrm>
            <a:off x="9287104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6" name="S06-label691"/>
          <p:cNvSpPr txBox="1"/>
          <p:nvPr/>
        </p:nvSpPr>
        <p:spPr>
          <a:xfrm>
            <a:off x="9736597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47" name="S06-label692"/>
          <p:cNvSpPr txBox="1"/>
          <p:nvPr/>
        </p:nvSpPr>
        <p:spPr>
          <a:xfrm>
            <a:off x="9901123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48" name="S06-label693"/>
          <p:cNvSpPr txBox="1"/>
          <p:nvPr/>
        </p:nvSpPr>
        <p:spPr>
          <a:xfrm>
            <a:off x="9736597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49" name="S06-label694"/>
          <p:cNvSpPr txBox="1"/>
          <p:nvPr/>
        </p:nvSpPr>
        <p:spPr>
          <a:xfrm>
            <a:off x="9287104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50" name="S06-label695"/>
          <p:cNvSpPr txBox="1"/>
          <p:nvPr/>
        </p:nvSpPr>
        <p:spPr>
          <a:xfrm>
            <a:off x="8673084" y="404324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600" dirty="0"/>
          </a:p>
        </p:txBody>
      </p:sp>
      <p:sp>
        <p:nvSpPr>
          <p:cNvPr id="151" name="S06-label696"/>
          <p:cNvSpPr txBox="1"/>
          <p:nvPr/>
        </p:nvSpPr>
        <p:spPr>
          <a:xfrm>
            <a:off x="8059064" y="387872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152" name="S06-label697"/>
          <p:cNvSpPr txBox="1"/>
          <p:nvPr/>
        </p:nvSpPr>
        <p:spPr>
          <a:xfrm>
            <a:off x="7609571" y="342922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153" name="S06-label698"/>
          <p:cNvSpPr txBox="1"/>
          <p:nvPr/>
        </p:nvSpPr>
        <p:spPr>
          <a:xfrm>
            <a:off x="7445045" y="281520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154" name="S06-label699"/>
          <p:cNvSpPr txBox="1"/>
          <p:nvPr/>
        </p:nvSpPr>
        <p:spPr>
          <a:xfrm>
            <a:off x="7609571" y="2201189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600" dirty="0"/>
          </a:p>
        </p:txBody>
      </p:sp>
      <p:sp>
        <p:nvSpPr>
          <p:cNvPr id="155" name="S06-label700"/>
          <p:cNvSpPr txBox="1"/>
          <p:nvPr/>
        </p:nvSpPr>
        <p:spPr>
          <a:xfrm>
            <a:off x="8059064" y="17516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600" dirty="0"/>
          </a:p>
        </p:txBody>
      </p:sp>
      <p:sp>
        <p:nvSpPr>
          <p:cNvPr id="156" name="S06-label701"/>
          <p:cNvSpPr txBox="1"/>
          <p:nvPr/>
        </p:nvSpPr>
        <p:spPr>
          <a:xfrm>
            <a:off x="8673084" y="158717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157" name="S06-line702"/>
          <p:cNvSpPr/>
          <p:nvPr/>
        </p:nvSpPr>
        <p:spPr>
          <a:xfrm flipH="1" flipV="1">
            <a:off x="8286739" y="2821064"/>
            <a:ext cx="660665" cy="17702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06-line703"/>
          <p:cNvSpPr/>
          <p:nvPr/>
        </p:nvSpPr>
        <p:spPr>
          <a:xfrm>
            <a:off x="8947404" y="2998089"/>
            <a:ext cx="0" cy="994867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06-pin704"/>
          <p:cNvSpPr/>
          <p:nvPr/>
        </p:nvSpPr>
        <p:spPr>
          <a:xfrm>
            <a:off x="8892540" y="2943225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06-label705"/>
          <p:cNvSpPr txBox="1"/>
          <p:nvPr/>
        </p:nvSpPr>
        <p:spPr>
          <a:xfrm>
            <a:off x="6254496" y="4743450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bed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시계를 보고 말해요</a:t>
            </a:r>
            <a:endParaRPr lang="ko-KR" sz="4000" dirty="0"/>
          </a:p>
        </p:txBody>
      </p:sp>
      <p:sp>
        <p:nvSpPr>
          <p:cNvPr id="3" name="S07-text7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낱말과 시계를 보고 I ~ at ~. 문장으로 말해요.</a:t>
            </a:r>
            <a:endParaRPr lang="ko-KR" sz="2800" dirty="0"/>
          </a:p>
        </p:txBody>
      </p:sp>
      <p:sp>
        <p:nvSpPr>
          <p:cNvPr id="4" name="S07-chip707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7-word708"/>
          <p:cNvSpPr txBox="1"/>
          <p:nvPr/>
        </p:nvSpPr>
        <p:spPr>
          <a:xfrm>
            <a:off x="1344168" y="214884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up</a:t>
            </a:r>
            <a:endParaRPr lang="ko-KR" sz="3200" dirty="0"/>
          </a:p>
        </p:txBody>
      </p:sp>
      <p:sp>
        <p:nvSpPr>
          <p:cNvPr id="6" name="S07-figure709" descr="시계: 6시 30분"/>
          <p:cNvSpPr/>
          <p:nvPr/>
        </p:nvSpPr>
        <p:spPr>
          <a:xfrm>
            <a:off x="3843909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07-line710"/>
          <p:cNvSpPr/>
          <p:nvPr/>
        </p:nvSpPr>
        <p:spPr>
          <a:xfrm>
            <a:off x="4849749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7-line711"/>
          <p:cNvSpPr/>
          <p:nvPr/>
        </p:nvSpPr>
        <p:spPr>
          <a:xfrm flipH="1">
            <a:off x="4945808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7-line712"/>
          <p:cNvSpPr/>
          <p:nvPr/>
        </p:nvSpPr>
        <p:spPr>
          <a:xfrm flipH="1">
            <a:off x="5040814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7-line713"/>
          <p:cNvSpPr/>
          <p:nvPr/>
        </p:nvSpPr>
        <p:spPr>
          <a:xfrm flipH="1">
            <a:off x="5133727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7-line714"/>
          <p:cNvSpPr/>
          <p:nvPr/>
        </p:nvSpPr>
        <p:spPr>
          <a:xfrm flipH="1">
            <a:off x="5223529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7-line715"/>
          <p:cNvSpPr/>
          <p:nvPr/>
        </p:nvSpPr>
        <p:spPr>
          <a:xfrm flipH="1">
            <a:off x="5279060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7-line716"/>
          <p:cNvSpPr/>
          <p:nvPr/>
        </p:nvSpPr>
        <p:spPr>
          <a:xfrm flipH="1">
            <a:off x="5389907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7-line717"/>
          <p:cNvSpPr/>
          <p:nvPr/>
        </p:nvSpPr>
        <p:spPr>
          <a:xfrm flipH="1">
            <a:off x="5464661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7-line718"/>
          <p:cNvSpPr/>
          <p:nvPr/>
        </p:nvSpPr>
        <p:spPr>
          <a:xfrm flipH="1">
            <a:off x="5532678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7-line719"/>
          <p:cNvSpPr/>
          <p:nvPr/>
        </p:nvSpPr>
        <p:spPr>
          <a:xfrm flipH="1">
            <a:off x="5593213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7-line720"/>
          <p:cNvSpPr/>
          <p:nvPr/>
        </p:nvSpPr>
        <p:spPr>
          <a:xfrm flipH="1">
            <a:off x="5593337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07-line721"/>
          <p:cNvSpPr/>
          <p:nvPr/>
        </p:nvSpPr>
        <p:spPr>
          <a:xfrm flipH="1">
            <a:off x="5689272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7-line722"/>
          <p:cNvSpPr/>
          <p:nvPr/>
        </p:nvSpPr>
        <p:spPr>
          <a:xfrm flipH="1">
            <a:off x="5723743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7-line723"/>
          <p:cNvSpPr/>
          <p:nvPr/>
        </p:nvSpPr>
        <p:spPr>
          <a:xfrm flipH="1">
            <a:off x="5748639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7-line724"/>
          <p:cNvSpPr/>
          <p:nvPr/>
        </p:nvSpPr>
        <p:spPr>
          <a:xfrm flipH="1">
            <a:off x="5763687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7-line725"/>
          <p:cNvSpPr/>
          <p:nvPr/>
        </p:nvSpPr>
        <p:spPr>
          <a:xfrm flipH="1">
            <a:off x="5708371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7-line726"/>
          <p:cNvSpPr/>
          <p:nvPr/>
        </p:nvSpPr>
        <p:spPr>
          <a:xfrm flipH="1" flipV="1">
            <a:off x="5763687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7-line727"/>
          <p:cNvSpPr/>
          <p:nvPr/>
        </p:nvSpPr>
        <p:spPr>
          <a:xfrm flipH="1" flipV="1">
            <a:off x="5748639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7-line728"/>
          <p:cNvSpPr/>
          <p:nvPr/>
        </p:nvSpPr>
        <p:spPr>
          <a:xfrm flipH="1" flipV="1">
            <a:off x="5723743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7-line729"/>
          <p:cNvSpPr/>
          <p:nvPr/>
        </p:nvSpPr>
        <p:spPr>
          <a:xfrm flipH="1" flipV="1">
            <a:off x="5689272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7-line730"/>
          <p:cNvSpPr/>
          <p:nvPr/>
        </p:nvSpPr>
        <p:spPr>
          <a:xfrm flipH="1" flipV="1">
            <a:off x="5593337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07-line731"/>
          <p:cNvSpPr/>
          <p:nvPr/>
        </p:nvSpPr>
        <p:spPr>
          <a:xfrm flipH="1" flipV="1">
            <a:off x="5593213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7-line732"/>
          <p:cNvSpPr/>
          <p:nvPr/>
        </p:nvSpPr>
        <p:spPr>
          <a:xfrm flipH="1" flipV="1">
            <a:off x="5532678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7-line733"/>
          <p:cNvSpPr/>
          <p:nvPr/>
        </p:nvSpPr>
        <p:spPr>
          <a:xfrm flipH="1" flipV="1">
            <a:off x="5464661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7-line734"/>
          <p:cNvSpPr/>
          <p:nvPr/>
        </p:nvSpPr>
        <p:spPr>
          <a:xfrm flipH="1" flipV="1">
            <a:off x="5389907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7-line735"/>
          <p:cNvSpPr/>
          <p:nvPr/>
        </p:nvSpPr>
        <p:spPr>
          <a:xfrm flipH="1" flipV="1">
            <a:off x="5279060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7-line736"/>
          <p:cNvSpPr/>
          <p:nvPr/>
        </p:nvSpPr>
        <p:spPr>
          <a:xfrm flipH="1" flipV="1">
            <a:off x="5223529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7-line737"/>
          <p:cNvSpPr/>
          <p:nvPr/>
        </p:nvSpPr>
        <p:spPr>
          <a:xfrm flipH="1" flipV="1">
            <a:off x="5133727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7-line738"/>
          <p:cNvSpPr/>
          <p:nvPr/>
        </p:nvSpPr>
        <p:spPr>
          <a:xfrm flipH="1" flipV="1">
            <a:off x="5040814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7-line739"/>
          <p:cNvSpPr/>
          <p:nvPr/>
        </p:nvSpPr>
        <p:spPr>
          <a:xfrm flipH="1" flipV="1">
            <a:off x="4945808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7-line740"/>
          <p:cNvSpPr/>
          <p:nvPr/>
        </p:nvSpPr>
        <p:spPr>
          <a:xfrm flipV="1">
            <a:off x="4849749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07-line741"/>
          <p:cNvSpPr/>
          <p:nvPr/>
        </p:nvSpPr>
        <p:spPr>
          <a:xfrm flipV="1">
            <a:off x="4748433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7-line742"/>
          <p:cNvSpPr/>
          <p:nvPr/>
        </p:nvSpPr>
        <p:spPr>
          <a:xfrm flipV="1">
            <a:off x="4648228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7-line743"/>
          <p:cNvSpPr/>
          <p:nvPr/>
        </p:nvSpPr>
        <p:spPr>
          <a:xfrm flipV="1">
            <a:off x="4550230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7-line744"/>
          <p:cNvSpPr/>
          <p:nvPr/>
        </p:nvSpPr>
        <p:spPr>
          <a:xfrm flipV="1">
            <a:off x="4455514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7-line745"/>
          <p:cNvSpPr/>
          <p:nvPr/>
        </p:nvSpPr>
        <p:spPr>
          <a:xfrm flipV="1">
            <a:off x="4365117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07-line746"/>
          <p:cNvSpPr/>
          <p:nvPr/>
        </p:nvSpPr>
        <p:spPr>
          <a:xfrm flipV="1">
            <a:off x="4280030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7-line747"/>
          <p:cNvSpPr/>
          <p:nvPr/>
        </p:nvSpPr>
        <p:spPr>
          <a:xfrm flipV="1">
            <a:off x="4201185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7-line748"/>
          <p:cNvSpPr/>
          <p:nvPr/>
        </p:nvSpPr>
        <p:spPr>
          <a:xfrm flipV="1">
            <a:off x="4129445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7-line749"/>
          <p:cNvSpPr/>
          <p:nvPr/>
        </p:nvSpPr>
        <p:spPr>
          <a:xfrm flipV="1">
            <a:off x="4065598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7-line750"/>
          <p:cNvSpPr/>
          <p:nvPr/>
        </p:nvSpPr>
        <p:spPr>
          <a:xfrm flipV="1">
            <a:off x="4010342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07-line751"/>
          <p:cNvSpPr/>
          <p:nvPr/>
        </p:nvSpPr>
        <p:spPr>
          <a:xfrm flipV="1">
            <a:off x="3964282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7-line752"/>
          <p:cNvSpPr/>
          <p:nvPr/>
        </p:nvSpPr>
        <p:spPr>
          <a:xfrm flipV="1">
            <a:off x="3927924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7-line753"/>
          <p:cNvSpPr/>
          <p:nvPr/>
        </p:nvSpPr>
        <p:spPr>
          <a:xfrm flipV="1">
            <a:off x="3901666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7-line754"/>
          <p:cNvSpPr/>
          <p:nvPr/>
        </p:nvSpPr>
        <p:spPr>
          <a:xfrm flipV="1">
            <a:off x="3885795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7-line755"/>
          <p:cNvSpPr/>
          <p:nvPr/>
        </p:nvSpPr>
        <p:spPr>
          <a:xfrm>
            <a:off x="3880485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07-line756"/>
          <p:cNvSpPr/>
          <p:nvPr/>
        </p:nvSpPr>
        <p:spPr>
          <a:xfrm>
            <a:off x="3885795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7-line757"/>
          <p:cNvSpPr/>
          <p:nvPr/>
        </p:nvSpPr>
        <p:spPr>
          <a:xfrm>
            <a:off x="3901666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7-line758"/>
          <p:cNvSpPr/>
          <p:nvPr/>
        </p:nvSpPr>
        <p:spPr>
          <a:xfrm>
            <a:off x="3927924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7-line759"/>
          <p:cNvSpPr/>
          <p:nvPr/>
        </p:nvSpPr>
        <p:spPr>
          <a:xfrm>
            <a:off x="3964282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7-line760"/>
          <p:cNvSpPr/>
          <p:nvPr/>
        </p:nvSpPr>
        <p:spPr>
          <a:xfrm>
            <a:off x="4010342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07-line761"/>
          <p:cNvSpPr/>
          <p:nvPr/>
        </p:nvSpPr>
        <p:spPr>
          <a:xfrm>
            <a:off x="4065598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7-line762"/>
          <p:cNvSpPr/>
          <p:nvPr/>
        </p:nvSpPr>
        <p:spPr>
          <a:xfrm>
            <a:off x="4129445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7-line763"/>
          <p:cNvSpPr/>
          <p:nvPr/>
        </p:nvSpPr>
        <p:spPr>
          <a:xfrm>
            <a:off x="4201185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7-line764"/>
          <p:cNvSpPr/>
          <p:nvPr/>
        </p:nvSpPr>
        <p:spPr>
          <a:xfrm>
            <a:off x="4280030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7-line765"/>
          <p:cNvSpPr/>
          <p:nvPr/>
        </p:nvSpPr>
        <p:spPr>
          <a:xfrm>
            <a:off x="4365117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07-line766"/>
          <p:cNvSpPr/>
          <p:nvPr/>
        </p:nvSpPr>
        <p:spPr>
          <a:xfrm>
            <a:off x="4455514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7-line767"/>
          <p:cNvSpPr/>
          <p:nvPr/>
        </p:nvSpPr>
        <p:spPr>
          <a:xfrm>
            <a:off x="4550230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7-line768"/>
          <p:cNvSpPr/>
          <p:nvPr/>
        </p:nvSpPr>
        <p:spPr>
          <a:xfrm>
            <a:off x="4648228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7-line769"/>
          <p:cNvSpPr/>
          <p:nvPr/>
        </p:nvSpPr>
        <p:spPr>
          <a:xfrm>
            <a:off x="4748433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7-label770"/>
          <p:cNvSpPr txBox="1"/>
          <p:nvPr/>
        </p:nvSpPr>
        <p:spPr>
          <a:xfrm>
            <a:off x="4972736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68" name="S07-label771"/>
          <p:cNvSpPr txBox="1"/>
          <p:nvPr/>
        </p:nvSpPr>
        <p:spPr>
          <a:xfrm>
            <a:off x="5263585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69" name="S07-label772"/>
          <p:cNvSpPr txBox="1"/>
          <p:nvPr/>
        </p:nvSpPr>
        <p:spPr>
          <a:xfrm>
            <a:off x="5370043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70" name="S07-label773"/>
          <p:cNvSpPr txBox="1"/>
          <p:nvPr/>
        </p:nvSpPr>
        <p:spPr>
          <a:xfrm>
            <a:off x="5263585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1" name="S07-label774"/>
          <p:cNvSpPr txBox="1"/>
          <p:nvPr/>
        </p:nvSpPr>
        <p:spPr>
          <a:xfrm>
            <a:off x="4972736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2" name="S07-label775"/>
          <p:cNvSpPr txBox="1"/>
          <p:nvPr/>
        </p:nvSpPr>
        <p:spPr>
          <a:xfrm>
            <a:off x="4575429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73" name="S07-label776"/>
          <p:cNvSpPr txBox="1"/>
          <p:nvPr/>
        </p:nvSpPr>
        <p:spPr>
          <a:xfrm>
            <a:off x="4178122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74" name="S07-label777"/>
          <p:cNvSpPr txBox="1"/>
          <p:nvPr/>
        </p:nvSpPr>
        <p:spPr>
          <a:xfrm>
            <a:off x="3887273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75" name="S07-label778"/>
          <p:cNvSpPr txBox="1"/>
          <p:nvPr/>
        </p:nvSpPr>
        <p:spPr>
          <a:xfrm>
            <a:off x="3780815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76" name="S07-label779"/>
          <p:cNvSpPr txBox="1"/>
          <p:nvPr/>
        </p:nvSpPr>
        <p:spPr>
          <a:xfrm>
            <a:off x="3887273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77" name="S07-label780"/>
          <p:cNvSpPr txBox="1"/>
          <p:nvPr/>
        </p:nvSpPr>
        <p:spPr>
          <a:xfrm>
            <a:off x="4178122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78" name="S07-label781"/>
          <p:cNvSpPr txBox="1"/>
          <p:nvPr/>
        </p:nvSpPr>
        <p:spPr>
          <a:xfrm>
            <a:off x="4575429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79" name="S07-line782"/>
          <p:cNvSpPr/>
          <p:nvPr/>
        </p:nvSpPr>
        <p:spPr>
          <a:xfrm flipH="1">
            <a:off x="4735204" y="3017520"/>
            <a:ext cx="114545" cy="427489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07-line783"/>
          <p:cNvSpPr/>
          <p:nvPr/>
        </p:nvSpPr>
        <p:spPr>
          <a:xfrm>
            <a:off x="4849749" y="3017520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07-pin784"/>
          <p:cNvSpPr/>
          <p:nvPr/>
        </p:nvSpPr>
        <p:spPr>
          <a:xfrm>
            <a:off x="4794885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07-chip785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3" name="S07-word786"/>
          <p:cNvSpPr txBox="1"/>
          <p:nvPr/>
        </p:nvSpPr>
        <p:spPr>
          <a:xfrm>
            <a:off x="7072884" y="214884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school</a:t>
            </a:r>
            <a:endParaRPr lang="ko-KR" sz="3200" dirty="0"/>
          </a:p>
        </p:txBody>
      </p:sp>
      <p:sp>
        <p:nvSpPr>
          <p:cNvPr id="84" name="S07-figure787" descr="시계: 8시"/>
          <p:cNvSpPr/>
          <p:nvPr/>
        </p:nvSpPr>
        <p:spPr>
          <a:xfrm>
            <a:off x="9572625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07-line788"/>
          <p:cNvSpPr/>
          <p:nvPr/>
        </p:nvSpPr>
        <p:spPr>
          <a:xfrm>
            <a:off x="10578465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07-line789"/>
          <p:cNvSpPr/>
          <p:nvPr/>
        </p:nvSpPr>
        <p:spPr>
          <a:xfrm flipH="1">
            <a:off x="10674524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7-line790"/>
          <p:cNvSpPr/>
          <p:nvPr/>
        </p:nvSpPr>
        <p:spPr>
          <a:xfrm flipH="1">
            <a:off x="10769530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7-line791"/>
          <p:cNvSpPr/>
          <p:nvPr/>
        </p:nvSpPr>
        <p:spPr>
          <a:xfrm flipH="1">
            <a:off x="10862443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7-line792"/>
          <p:cNvSpPr/>
          <p:nvPr/>
        </p:nvSpPr>
        <p:spPr>
          <a:xfrm flipH="1">
            <a:off x="10952245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7-line793"/>
          <p:cNvSpPr/>
          <p:nvPr/>
        </p:nvSpPr>
        <p:spPr>
          <a:xfrm flipH="1">
            <a:off x="11007776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07-line794"/>
          <p:cNvSpPr/>
          <p:nvPr/>
        </p:nvSpPr>
        <p:spPr>
          <a:xfrm flipH="1">
            <a:off x="11118623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7-line795"/>
          <p:cNvSpPr/>
          <p:nvPr/>
        </p:nvSpPr>
        <p:spPr>
          <a:xfrm flipH="1">
            <a:off x="11193377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7-line796"/>
          <p:cNvSpPr/>
          <p:nvPr/>
        </p:nvSpPr>
        <p:spPr>
          <a:xfrm flipH="1">
            <a:off x="11261394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07-line797"/>
          <p:cNvSpPr/>
          <p:nvPr/>
        </p:nvSpPr>
        <p:spPr>
          <a:xfrm flipH="1">
            <a:off x="11321929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07-line798"/>
          <p:cNvSpPr/>
          <p:nvPr/>
        </p:nvSpPr>
        <p:spPr>
          <a:xfrm flipH="1">
            <a:off x="11322053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07-line799"/>
          <p:cNvSpPr/>
          <p:nvPr/>
        </p:nvSpPr>
        <p:spPr>
          <a:xfrm flipH="1">
            <a:off x="11417988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7-line800"/>
          <p:cNvSpPr/>
          <p:nvPr/>
        </p:nvSpPr>
        <p:spPr>
          <a:xfrm flipH="1">
            <a:off x="11452459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7-line801"/>
          <p:cNvSpPr/>
          <p:nvPr/>
        </p:nvSpPr>
        <p:spPr>
          <a:xfrm flipH="1">
            <a:off x="11477355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7-line802"/>
          <p:cNvSpPr/>
          <p:nvPr/>
        </p:nvSpPr>
        <p:spPr>
          <a:xfrm flipH="1">
            <a:off x="11492403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7-line803"/>
          <p:cNvSpPr/>
          <p:nvPr/>
        </p:nvSpPr>
        <p:spPr>
          <a:xfrm flipH="1">
            <a:off x="11437087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07-line804"/>
          <p:cNvSpPr/>
          <p:nvPr/>
        </p:nvSpPr>
        <p:spPr>
          <a:xfrm flipH="1" flipV="1">
            <a:off x="11492403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7-line805"/>
          <p:cNvSpPr/>
          <p:nvPr/>
        </p:nvSpPr>
        <p:spPr>
          <a:xfrm flipH="1" flipV="1">
            <a:off x="11477355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7-line806"/>
          <p:cNvSpPr/>
          <p:nvPr/>
        </p:nvSpPr>
        <p:spPr>
          <a:xfrm flipH="1" flipV="1">
            <a:off x="11452459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7-line807"/>
          <p:cNvSpPr/>
          <p:nvPr/>
        </p:nvSpPr>
        <p:spPr>
          <a:xfrm flipH="1" flipV="1">
            <a:off x="11417988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07-line808"/>
          <p:cNvSpPr/>
          <p:nvPr/>
        </p:nvSpPr>
        <p:spPr>
          <a:xfrm flipH="1" flipV="1">
            <a:off x="11322053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07-line809"/>
          <p:cNvSpPr/>
          <p:nvPr/>
        </p:nvSpPr>
        <p:spPr>
          <a:xfrm flipH="1" flipV="1">
            <a:off x="11321929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7-line810"/>
          <p:cNvSpPr/>
          <p:nvPr/>
        </p:nvSpPr>
        <p:spPr>
          <a:xfrm flipH="1" flipV="1">
            <a:off x="11261394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7-line811"/>
          <p:cNvSpPr/>
          <p:nvPr/>
        </p:nvSpPr>
        <p:spPr>
          <a:xfrm flipH="1" flipV="1">
            <a:off x="11193377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7-line812"/>
          <p:cNvSpPr/>
          <p:nvPr/>
        </p:nvSpPr>
        <p:spPr>
          <a:xfrm flipH="1" flipV="1">
            <a:off x="11118623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7-line813"/>
          <p:cNvSpPr/>
          <p:nvPr/>
        </p:nvSpPr>
        <p:spPr>
          <a:xfrm flipH="1" flipV="1">
            <a:off x="11007776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07-line814"/>
          <p:cNvSpPr/>
          <p:nvPr/>
        </p:nvSpPr>
        <p:spPr>
          <a:xfrm flipH="1" flipV="1">
            <a:off x="10952245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7-line815"/>
          <p:cNvSpPr/>
          <p:nvPr/>
        </p:nvSpPr>
        <p:spPr>
          <a:xfrm flipH="1" flipV="1">
            <a:off x="10862443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7-line816"/>
          <p:cNvSpPr/>
          <p:nvPr/>
        </p:nvSpPr>
        <p:spPr>
          <a:xfrm flipH="1" flipV="1">
            <a:off x="10769530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7-line817"/>
          <p:cNvSpPr/>
          <p:nvPr/>
        </p:nvSpPr>
        <p:spPr>
          <a:xfrm flipH="1" flipV="1">
            <a:off x="10674524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7-line818"/>
          <p:cNvSpPr/>
          <p:nvPr/>
        </p:nvSpPr>
        <p:spPr>
          <a:xfrm flipV="1">
            <a:off x="10578465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07-line819"/>
          <p:cNvSpPr/>
          <p:nvPr/>
        </p:nvSpPr>
        <p:spPr>
          <a:xfrm flipV="1">
            <a:off x="10477149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07-line820"/>
          <p:cNvSpPr/>
          <p:nvPr/>
        </p:nvSpPr>
        <p:spPr>
          <a:xfrm flipV="1">
            <a:off x="10376944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7-line821"/>
          <p:cNvSpPr/>
          <p:nvPr/>
        </p:nvSpPr>
        <p:spPr>
          <a:xfrm flipV="1">
            <a:off x="10278946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7-line822"/>
          <p:cNvSpPr/>
          <p:nvPr/>
        </p:nvSpPr>
        <p:spPr>
          <a:xfrm flipV="1">
            <a:off x="10184230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7-line823"/>
          <p:cNvSpPr/>
          <p:nvPr/>
        </p:nvSpPr>
        <p:spPr>
          <a:xfrm flipV="1">
            <a:off x="10093833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07-line824"/>
          <p:cNvSpPr/>
          <p:nvPr/>
        </p:nvSpPr>
        <p:spPr>
          <a:xfrm flipV="1">
            <a:off x="10008746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7-line825"/>
          <p:cNvSpPr/>
          <p:nvPr/>
        </p:nvSpPr>
        <p:spPr>
          <a:xfrm flipV="1">
            <a:off x="9929901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7-line826"/>
          <p:cNvSpPr/>
          <p:nvPr/>
        </p:nvSpPr>
        <p:spPr>
          <a:xfrm flipV="1">
            <a:off x="9858161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7-line827"/>
          <p:cNvSpPr/>
          <p:nvPr/>
        </p:nvSpPr>
        <p:spPr>
          <a:xfrm flipV="1">
            <a:off x="9794314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7-line828"/>
          <p:cNvSpPr/>
          <p:nvPr/>
        </p:nvSpPr>
        <p:spPr>
          <a:xfrm flipV="1">
            <a:off x="9739058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07-line829"/>
          <p:cNvSpPr/>
          <p:nvPr/>
        </p:nvSpPr>
        <p:spPr>
          <a:xfrm flipV="1">
            <a:off x="9692998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07-line830"/>
          <p:cNvSpPr/>
          <p:nvPr/>
        </p:nvSpPr>
        <p:spPr>
          <a:xfrm flipV="1">
            <a:off x="9656640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07-line831"/>
          <p:cNvSpPr/>
          <p:nvPr/>
        </p:nvSpPr>
        <p:spPr>
          <a:xfrm flipV="1">
            <a:off x="9630382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7-line832"/>
          <p:cNvSpPr/>
          <p:nvPr/>
        </p:nvSpPr>
        <p:spPr>
          <a:xfrm flipV="1">
            <a:off x="9614511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7-line833"/>
          <p:cNvSpPr/>
          <p:nvPr/>
        </p:nvSpPr>
        <p:spPr>
          <a:xfrm>
            <a:off x="9609201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07-line834"/>
          <p:cNvSpPr/>
          <p:nvPr/>
        </p:nvSpPr>
        <p:spPr>
          <a:xfrm>
            <a:off x="9614511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7-line835"/>
          <p:cNvSpPr/>
          <p:nvPr/>
        </p:nvSpPr>
        <p:spPr>
          <a:xfrm>
            <a:off x="9630382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7-line836"/>
          <p:cNvSpPr/>
          <p:nvPr/>
        </p:nvSpPr>
        <p:spPr>
          <a:xfrm>
            <a:off x="9656640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7-line837"/>
          <p:cNvSpPr/>
          <p:nvPr/>
        </p:nvSpPr>
        <p:spPr>
          <a:xfrm>
            <a:off x="9692998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7-line838"/>
          <p:cNvSpPr/>
          <p:nvPr/>
        </p:nvSpPr>
        <p:spPr>
          <a:xfrm>
            <a:off x="9739058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07-line839"/>
          <p:cNvSpPr/>
          <p:nvPr/>
        </p:nvSpPr>
        <p:spPr>
          <a:xfrm>
            <a:off x="9794314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7-line840"/>
          <p:cNvSpPr/>
          <p:nvPr/>
        </p:nvSpPr>
        <p:spPr>
          <a:xfrm>
            <a:off x="9858161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07-line841"/>
          <p:cNvSpPr/>
          <p:nvPr/>
        </p:nvSpPr>
        <p:spPr>
          <a:xfrm>
            <a:off x="9929901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07-line842"/>
          <p:cNvSpPr/>
          <p:nvPr/>
        </p:nvSpPr>
        <p:spPr>
          <a:xfrm>
            <a:off x="10008746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7-line843"/>
          <p:cNvSpPr/>
          <p:nvPr/>
        </p:nvSpPr>
        <p:spPr>
          <a:xfrm>
            <a:off x="10093833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07-line844"/>
          <p:cNvSpPr/>
          <p:nvPr/>
        </p:nvSpPr>
        <p:spPr>
          <a:xfrm>
            <a:off x="10184230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7-line845"/>
          <p:cNvSpPr/>
          <p:nvPr/>
        </p:nvSpPr>
        <p:spPr>
          <a:xfrm>
            <a:off x="10278946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7-line846"/>
          <p:cNvSpPr/>
          <p:nvPr/>
        </p:nvSpPr>
        <p:spPr>
          <a:xfrm>
            <a:off x="10376944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7-line847"/>
          <p:cNvSpPr/>
          <p:nvPr/>
        </p:nvSpPr>
        <p:spPr>
          <a:xfrm>
            <a:off x="10477149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7-label848"/>
          <p:cNvSpPr txBox="1"/>
          <p:nvPr/>
        </p:nvSpPr>
        <p:spPr>
          <a:xfrm>
            <a:off x="10701452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46" name="S07-label849"/>
          <p:cNvSpPr txBox="1"/>
          <p:nvPr/>
        </p:nvSpPr>
        <p:spPr>
          <a:xfrm>
            <a:off x="10992301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47" name="S07-label850"/>
          <p:cNvSpPr txBox="1"/>
          <p:nvPr/>
        </p:nvSpPr>
        <p:spPr>
          <a:xfrm>
            <a:off x="11098759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48" name="S07-label851"/>
          <p:cNvSpPr txBox="1"/>
          <p:nvPr/>
        </p:nvSpPr>
        <p:spPr>
          <a:xfrm>
            <a:off x="10992301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49" name="S07-label852"/>
          <p:cNvSpPr txBox="1"/>
          <p:nvPr/>
        </p:nvSpPr>
        <p:spPr>
          <a:xfrm>
            <a:off x="10701452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50" name="S07-label853"/>
          <p:cNvSpPr txBox="1"/>
          <p:nvPr/>
        </p:nvSpPr>
        <p:spPr>
          <a:xfrm>
            <a:off x="10304145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51" name="S07-label854"/>
          <p:cNvSpPr txBox="1"/>
          <p:nvPr/>
        </p:nvSpPr>
        <p:spPr>
          <a:xfrm>
            <a:off x="9906838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52" name="S07-label855"/>
          <p:cNvSpPr txBox="1"/>
          <p:nvPr/>
        </p:nvSpPr>
        <p:spPr>
          <a:xfrm>
            <a:off x="9615989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53" name="S07-label856"/>
          <p:cNvSpPr txBox="1"/>
          <p:nvPr/>
        </p:nvSpPr>
        <p:spPr>
          <a:xfrm>
            <a:off x="9509531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54" name="S07-label857"/>
          <p:cNvSpPr txBox="1"/>
          <p:nvPr/>
        </p:nvSpPr>
        <p:spPr>
          <a:xfrm>
            <a:off x="9615989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55" name="S07-label858"/>
          <p:cNvSpPr txBox="1"/>
          <p:nvPr/>
        </p:nvSpPr>
        <p:spPr>
          <a:xfrm>
            <a:off x="9906838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156" name="S07-label859"/>
          <p:cNvSpPr txBox="1"/>
          <p:nvPr/>
        </p:nvSpPr>
        <p:spPr>
          <a:xfrm>
            <a:off x="10304145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157" name="S07-line860"/>
          <p:cNvSpPr/>
          <p:nvPr/>
        </p:nvSpPr>
        <p:spPr>
          <a:xfrm flipH="1">
            <a:off x="10195188" y="3017520"/>
            <a:ext cx="383277" cy="22128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07-line861"/>
          <p:cNvSpPr/>
          <p:nvPr/>
        </p:nvSpPr>
        <p:spPr>
          <a:xfrm flipV="1">
            <a:off x="10578465" y="237378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07-pin862"/>
          <p:cNvSpPr/>
          <p:nvPr/>
        </p:nvSpPr>
        <p:spPr>
          <a:xfrm>
            <a:off x="10523601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07-chip86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61" name="S07-word864"/>
          <p:cNvSpPr txBox="1"/>
          <p:nvPr/>
        </p:nvSpPr>
        <p:spPr>
          <a:xfrm>
            <a:off x="1344168" y="434340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home</a:t>
            </a:r>
            <a:endParaRPr lang="ko-KR" sz="3200" dirty="0"/>
          </a:p>
        </p:txBody>
      </p:sp>
      <p:sp>
        <p:nvSpPr>
          <p:cNvPr id="162" name="S07-figure865" descr="시계: 2시 30분"/>
          <p:cNvSpPr/>
          <p:nvPr/>
        </p:nvSpPr>
        <p:spPr>
          <a:xfrm>
            <a:off x="3843909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3" name="S07-line866"/>
          <p:cNvSpPr/>
          <p:nvPr/>
        </p:nvSpPr>
        <p:spPr>
          <a:xfrm>
            <a:off x="4849749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4" name="S07-line867"/>
          <p:cNvSpPr/>
          <p:nvPr/>
        </p:nvSpPr>
        <p:spPr>
          <a:xfrm flipH="1">
            <a:off x="4945808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07-line868"/>
          <p:cNvSpPr/>
          <p:nvPr/>
        </p:nvSpPr>
        <p:spPr>
          <a:xfrm flipH="1">
            <a:off x="5040814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07-line869"/>
          <p:cNvSpPr/>
          <p:nvPr/>
        </p:nvSpPr>
        <p:spPr>
          <a:xfrm flipH="1">
            <a:off x="5133727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07-line870"/>
          <p:cNvSpPr/>
          <p:nvPr/>
        </p:nvSpPr>
        <p:spPr>
          <a:xfrm flipH="1">
            <a:off x="5223529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07-line871"/>
          <p:cNvSpPr/>
          <p:nvPr/>
        </p:nvSpPr>
        <p:spPr>
          <a:xfrm flipH="1">
            <a:off x="5279060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9" name="S07-line872"/>
          <p:cNvSpPr/>
          <p:nvPr/>
        </p:nvSpPr>
        <p:spPr>
          <a:xfrm flipH="1">
            <a:off x="5389907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07-line873"/>
          <p:cNvSpPr/>
          <p:nvPr/>
        </p:nvSpPr>
        <p:spPr>
          <a:xfrm flipH="1">
            <a:off x="5464661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07-line874"/>
          <p:cNvSpPr/>
          <p:nvPr/>
        </p:nvSpPr>
        <p:spPr>
          <a:xfrm flipH="1">
            <a:off x="5532678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07-line875"/>
          <p:cNvSpPr/>
          <p:nvPr/>
        </p:nvSpPr>
        <p:spPr>
          <a:xfrm flipH="1">
            <a:off x="5593213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07-line876"/>
          <p:cNvSpPr/>
          <p:nvPr/>
        </p:nvSpPr>
        <p:spPr>
          <a:xfrm flipH="1">
            <a:off x="5593337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4" name="S07-line877"/>
          <p:cNvSpPr/>
          <p:nvPr/>
        </p:nvSpPr>
        <p:spPr>
          <a:xfrm flipH="1">
            <a:off x="5689272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07-line878"/>
          <p:cNvSpPr/>
          <p:nvPr/>
        </p:nvSpPr>
        <p:spPr>
          <a:xfrm flipH="1">
            <a:off x="5723743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07-line879"/>
          <p:cNvSpPr/>
          <p:nvPr/>
        </p:nvSpPr>
        <p:spPr>
          <a:xfrm flipH="1">
            <a:off x="5748639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07-line880"/>
          <p:cNvSpPr/>
          <p:nvPr/>
        </p:nvSpPr>
        <p:spPr>
          <a:xfrm flipH="1">
            <a:off x="5763687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07-line881"/>
          <p:cNvSpPr/>
          <p:nvPr/>
        </p:nvSpPr>
        <p:spPr>
          <a:xfrm flipH="1">
            <a:off x="5708371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9" name="S07-line882"/>
          <p:cNvSpPr/>
          <p:nvPr/>
        </p:nvSpPr>
        <p:spPr>
          <a:xfrm flipH="1" flipV="1">
            <a:off x="5763687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07-line883"/>
          <p:cNvSpPr/>
          <p:nvPr/>
        </p:nvSpPr>
        <p:spPr>
          <a:xfrm flipH="1" flipV="1">
            <a:off x="5748639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07-line884"/>
          <p:cNvSpPr/>
          <p:nvPr/>
        </p:nvSpPr>
        <p:spPr>
          <a:xfrm flipH="1" flipV="1">
            <a:off x="5723743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07-line885"/>
          <p:cNvSpPr/>
          <p:nvPr/>
        </p:nvSpPr>
        <p:spPr>
          <a:xfrm flipH="1" flipV="1">
            <a:off x="5689272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07-line886"/>
          <p:cNvSpPr/>
          <p:nvPr/>
        </p:nvSpPr>
        <p:spPr>
          <a:xfrm flipH="1" flipV="1">
            <a:off x="5593337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4" name="S07-line887"/>
          <p:cNvSpPr/>
          <p:nvPr/>
        </p:nvSpPr>
        <p:spPr>
          <a:xfrm flipH="1" flipV="1">
            <a:off x="5593213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07-line888"/>
          <p:cNvSpPr/>
          <p:nvPr/>
        </p:nvSpPr>
        <p:spPr>
          <a:xfrm flipH="1" flipV="1">
            <a:off x="5532678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07-line889"/>
          <p:cNvSpPr/>
          <p:nvPr/>
        </p:nvSpPr>
        <p:spPr>
          <a:xfrm flipH="1" flipV="1">
            <a:off x="5464661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07-line890"/>
          <p:cNvSpPr/>
          <p:nvPr/>
        </p:nvSpPr>
        <p:spPr>
          <a:xfrm flipH="1" flipV="1">
            <a:off x="5389907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07-line891"/>
          <p:cNvSpPr/>
          <p:nvPr/>
        </p:nvSpPr>
        <p:spPr>
          <a:xfrm flipH="1" flipV="1">
            <a:off x="5279060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9" name="S07-line892"/>
          <p:cNvSpPr/>
          <p:nvPr/>
        </p:nvSpPr>
        <p:spPr>
          <a:xfrm flipH="1" flipV="1">
            <a:off x="5223529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07-line893"/>
          <p:cNvSpPr/>
          <p:nvPr/>
        </p:nvSpPr>
        <p:spPr>
          <a:xfrm flipH="1" flipV="1">
            <a:off x="5133727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07-line894"/>
          <p:cNvSpPr/>
          <p:nvPr/>
        </p:nvSpPr>
        <p:spPr>
          <a:xfrm flipH="1" flipV="1">
            <a:off x="5040814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07-line895"/>
          <p:cNvSpPr/>
          <p:nvPr/>
        </p:nvSpPr>
        <p:spPr>
          <a:xfrm flipH="1" flipV="1">
            <a:off x="4945808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07-line896"/>
          <p:cNvSpPr/>
          <p:nvPr/>
        </p:nvSpPr>
        <p:spPr>
          <a:xfrm flipV="1">
            <a:off x="4849749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4" name="S07-line897"/>
          <p:cNvSpPr/>
          <p:nvPr/>
        </p:nvSpPr>
        <p:spPr>
          <a:xfrm flipV="1">
            <a:off x="4748433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07-line898"/>
          <p:cNvSpPr/>
          <p:nvPr/>
        </p:nvSpPr>
        <p:spPr>
          <a:xfrm flipV="1">
            <a:off x="4648228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07-line899"/>
          <p:cNvSpPr/>
          <p:nvPr/>
        </p:nvSpPr>
        <p:spPr>
          <a:xfrm flipV="1">
            <a:off x="4550230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07-line900"/>
          <p:cNvSpPr/>
          <p:nvPr/>
        </p:nvSpPr>
        <p:spPr>
          <a:xfrm flipV="1">
            <a:off x="4455514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07-line901"/>
          <p:cNvSpPr/>
          <p:nvPr/>
        </p:nvSpPr>
        <p:spPr>
          <a:xfrm flipV="1">
            <a:off x="4365117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9" name="S07-line902"/>
          <p:cNvSpPr/>
          <p:nvPr/>
        </p:nvSpPr>
        <p:spPr>
          <a:xfrm flipV="1">
            <a:off x="4280030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07-line903"/>
          <p:cNvSpPr/>
          <p:nvPr/>
        </p:nvSpPr>
        <p:spPr>
          <a:xfrm flipV="1">
            <a:off x="4201185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07-line904"/>
          <p:cNvSpPr/>
          <p:nvPr/>
        </p:nvSpPr>
        <p:spPr>
          <a:xfrm flipV="1">
            <a:off x="4129445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07-line905"/>
          <p:cNvSpPr/>
          <p:nvPr/>
        </p:nvSpPr>
        <p:spPr>
          <a:xfrm flipV="1">
            <a:off x="4065598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07-line906"/>
          <p:cNvSpPr/>
          <p:nvPr/>
        </p:nvSpPr>
        <p:spPr>
          <a:xfrm flipV="1">
            <a:off x="4010342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4" name="S07-line907"/>
          <p:cNvSpPr/>
          <p:nvPr/>
        </p:nvSpPr>
        <p:spPr>
          <a:xfrm flipV="1">
            <a:off x="3964282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07-line908"/>
          <p:cNvSpPr/>
          <p:nvPr/>
        </p:nvSpPr>
        <p:spPr>
          <a:xfrm flipV="1">
            <a:off x="3927924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07-line909"/>
          <p:cNvSpPr/>
          <p:nvPr/>
        </p:nvSpPr>
        <p:spPr>
          <a:xfrm flipV="1">
            <a:off x="3901666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07-line910"/>
          <p:cNvSpPr/>
          <p:nvPr/>
        </p:nvSpPr>
        <p:spPr>
          <a:xfrm flipV="1">
            <a:off x="3885795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07-line911"/>
          <p:cNvSpPr/>
          <p:nvPr/>
        </p:nvSpPr>
        <p:spPr>
          <a:xfrm>
            <a:off x="3880485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9" name="S07-line912"/>
          <p:cNvSpPr/>
          <p:nvPr/>
        </p:nvSpPr>
        <p:spPr>
          <a:xfrm>
            <a:off x="3885795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07-line913"/>
          <p:cNvSpPr/>
          <p:nvPr/>
        </p:nvSpPr>
        <p:spPr>
          <a:xfrm>
            <a:off x="3901666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07-line914"/>
          <p:cNvSpPr/>
          <p:nvPr/>
        </p:nvSpPr>
        <p:spPr>
          <a:xfrm>
            <a:off x="3927924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07-line915"/>
          <p:cNvSpPr/>
          <p:nvPr/>
        </p:nvSpPr>
        <p:spPr>
          <a:xfrm>
            <a:off x="3964282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07-line916"/>
          <p:cNvSpPr/>
          <p:nvPr/>
        </p:nvSpPr>
        <p:spPr>
          <a:xfrm>
            <a:off x="4010342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4" name="S07-line917"/>
          <p:cNvSpPr/>
          <p:nvPr/>
        </p:nvSpPr>
        <p:spPr>
          <a:xfrm>
            <a:off x="4065598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07-line918"/>
          <p:cNvSpPr/>
          <p:nvPr/>
        </p:nvSpPr>
        <p:spPr>
          <a:xfrm>
            <a:off x="4129445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07-line919"/>
          <p:cNvSpPr/>
          <p:nvPr/>
        </p:nvSpPr>
        <p:spPr>
          <a:xfrm>
            <a:off x="4201185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07-line920"/>
          <p:cNvSpPr/>
          <p:nvPr/>
        </p:nvSpPr>
        <p:spPr>
          <a:xfrm>
            <a:off x="4280030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07-line921"/>
          <p:cNvSpPr/>
          <p:nvPr/>
        </p:nvSpPr>
        <p:spPr>
          <a:xfrm>
            <a:off x="4365117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9" name="S07-line922"/>
          <p:cNvSpPr/>
          <p:nvPr/>
        </p:nvSpPr>
        <p:spPr>
          <a:xfrm>
            <a:off x="4455514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07-line923"/>
          <p:cNvSpPr/>
          <p:nvPr/>
        </p:nvSpPr>
        <p:spPr>
          <a:xfrm>
            <a:off x="4550230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07-line924"/>
          <p:cNvSpPr/>
          <p:nvPr/>
        </p:nvSpPr>
        <p:spPr>
          <a:xfrm>
            <a:off x="4648228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2" name="S07-line925"/>
          <p:cNvSpPr/>
          <p:nvPr/>
        </p:nvSpPr>
        <p:spPr>
          <a:xfrm>
            <a:off x="4748433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3" name="S07-label926"/>
          <p:cNvSpPr txBox="1"/>
          <p:nvPr/>
        </p:nvSpPr>
        <p:spPr>
          <a:xfrm>
            <a:off x="4972736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224" name="S07-label927"/>
          <p:cNvSpPr txBox="1"/>
          <p:nvPr/>
        </p:nvSpPr>
        <p:spPr>
          <a:xfrm>
            <a:off x="5263585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225" name="S07-label928"/>
          <p:cNvSpPr txBox="1"/>
          <p:nvPr/>
        </p:nvSpPr>
        <p:spPr>
          <a:xfrm>
            <a:off x="5370043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226" name="S07-label929"/>
          <p:cNvSpPr txBox="1"/>
          <p:nvPr/>
        </p:nvSpPr>
        <p:spPr>
          <a:xfrm>
            <a:off x="5263585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227" name="S07-label930"/>
          <p:cNvSpPr txBox="1"/>
          <p:nvPr/>
        </p:nvSpPr>
        <p:spPr>
          <a:xfrm>
            <a:off x="4972736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228" name="S07-label931"/>
          <p:cNvSpPr txBox="1"/>
          <p:nvPr/>
        </p:nvSpPr>
        <p:spPr>
          <a:xfrm>
            <a:off x="4575429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229" name="S07-label932"/>
          <p:cNvSpPr txBox="1"/>
          <p:nvPr/>
        </p:nvSpPr>
        <p:spPr>
          <a:xfrm>
            <a:off x="4178122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30" name="S07-label933"/>
          <p:cNvSpPr txBox="1"/>
          <p:nvPr/>
        </p:nvSpPr>
        <p:spPr>
          <a:xfrm>
            <a:off x="3887273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31" name="S07-label934"/>
          <p:cNvSpPr txBox="1"/>
          <p:nvPr/>
        </p:nvSpPr>
        <p:spPr>
          <a:xfrm>
            <a:off x="3780815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32" name="S07-label935"/>
          <p:cNvSpPr txBox="1"/>
          <p:nvPr/>
        </p:nvSpPr>
        <p:spPr>
          <a:xfrm>
            <a:off x="3887273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33" name="S07-label936"/>
          <p:cNvSpPr txBox="1"/>
          <p:nvPr/>
        </p:nvSpPr>
        <p:spPr>
          <a:xfrm>
            <a:off x="4178122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234" name="S07-label937"/>
          <p:cNvSpPr txBox="1"/>
          <p:nvPr/>
        </p:nvSpPr>
        <p:spPr>
          <a:xfrm>
            <a:off x="4575429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235" name="S07-line938"/>
          <p:cNvSpPr/>
          <p:nvPr/>
        </p:nvSpPr>
        <p:spPr>
          <a:xfrm flipV="1">
            <a:off x="4849749" y="5097535"/>
            <a:ext cx="427489" cy="11454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6" name="S07-line939"/>
          <p:cNvSpPr/>
          <p:nvPr/>
        </p:nvSpPr>
        <p:spPr>
          <a:xfrm>
            <a:off x="4849749" y="5212080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7" name="S07-pin940"/>
          <p:cNvSpPr/>
          <p:nvPr/>
        </p:nvSpPr>
        <p:spPr>
          <a:xfrm>
            <a:off x="4794885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8" name="S07-chip941"/>
          <p:cNvSpPr txBox="1"/>
          <p:nvPr/>
        </p:nvSpPr>
        <p:spPr>
          <a:xfrm>
            <a:off x="6277356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239" name="S07-word942"/>
          <p:cNvSpPr txBox="1"/>
          <p:nvPr/>
        </p:nvSpPr>
        <p:spPr>
          <a:xfrm>
            <a:off x="7072884" y="434340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bed</a:t>
            </a:r>
            <a:endParaRPr lang="ko-KR" sz="3200" dirty="0"/>
          </a:p>
        </p:txBody>
      </p:sp>
      <p:sp>
        <p:nvSpPr>
          <p:cNvPr id="240" name="S07-figure943" descr="시계: 10시"/>
          <p:cNvSpPr/>
          <p:nvPr/>
        </p:nvSpPr>
        <p:spPr>
          <a:xfrm>
            <a:off x="9572625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241" name="S07-line944"/>
          <p:cNvSpPr/>
          <p:nvPr/>
        </p:nvSpPr>
        <p:spPr>
          <a:xfrm>
            <a:off x="10578465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2" name="S07-line945"/>
          <p:cNvSpPr/>
          <p:nvPr/>
        </p:nvSpPr>
        <p:spPr>
          <a:xfrm flipH="1">
            <a:off x="10674524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3" name="S07-line946"/>
          <p:cNvSpPr/>
          <p:nvPr/>
        </p:nvSpPr>
        <p:spPr>
          <a:xfrm flipH="1">
            <a:off x="10769530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4" name="S07-line947"/>
          <p:cNvSpPr/>
          <p:nvPr/>
        </p:nvSpPr>
        <p:spPr>
          <a:xfrm flipH="1">
            <a:off x="10862443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5" name="S07-line948"/>
          <p:cNvSpPr/>
          <p:nvPr/>
        </p:nvSpPr>
        <p:spPr>
          <a:xfrm flipH="1">
            <a:off x="10952245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6" name="S07-line949"/>
          <p:cNvSpPr/>
          <p:nvPr/>
        </p:nvSpPr>
        <p:spPr>
          <a:xfrm flipH="1">
            <a:off x="11007776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7" name="S07-line950"/>
          <p:cNvSpPr/>
          <p:nvPr/>
        </p:nvSpPr>
        <p:spPr>
          <a:xfrm flipH="1">
            <a:off x="11118623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8" name="S07-line951"/>
          <p:cNvSpPr/>
          <p:nvPr/>
        </p:nvSpPr>
        <p:spPr>
          <a:xfrm flipH="1">
            <a:off x="11193377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9" name="S07-line952"/>
          <p:cNvSpPr/>
          <p:nvPr/>
        </p:nvSpPr>
        <p:spPr>
          <a:xfrm flipH="1">
            <a:off x="11261394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0" name="S07-line953"/>
          <p:cNvSpPr/>
          <p:nvPr/>
        </p:nvSpPr>
        <p:spPr>
          <a:xfrm flipH="1">
            <a:off x="11321929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1" name="S07-line954"/>
          <p:cNvSpPr/>
          <p:nvPr/>
        </p:nvSpPr>
        <p:spPr>
          <a:xfrm flipH="1">
            <a:off x="11322053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2" name="S07-line955"/>
          <p:cNvSpPr/>
          <p:nvPr/>
        </p:nvSpPr>
        <p:spPr>
          <a:xfrm flipH="1">
            <a:off x="11417988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3" name="S07-line956"/>
          <p:cNvSpPr/>
          <p:nvPr/>
        </p:nvSpPr>
        <p:spPr>
          <a:xfrm flipH="1">
            <a:off x="11452459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4" name="S07-line957"/>
          <p:cNvSpPr/>
          <p:nvPr/>
        </p:nvSpPr>
        <p:spPr>
          <a:xfrm flipH="1">
            <a:off x="11477355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5" name="S07-line958"/>
          <p:cNvSpPr/>
          <p:nvPr/>
        </p:nvSpPr>
        <p:spPr>
          <a:xfrm flipH="1">
            <a:off x="11492403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6" name="S07-line959"/>
          <p:cNvSpPr/>
          <p:nvPr/>
        </p:nvSpPr>
        <p:spPr>
          <a:xfrm flipH="1">
            <a:off x="11437087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7" name="S07-line960"/>
          <p:cNvSpPr/>
          <p:nvPr/>
        </p:nvSpPr>
        <p:spPr>
          <a:xfrm flipH="1" flipV="1">
            <a:off x="11492403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8" name="S07-line961"/>
          <p:cNvSpPr/>
          <p:nvPr/>
        </p:nvSpPr>
        <p:spPr>
          <a:xfrm flipH="1" flipV="1">
            <a:off x="11477355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9" name="S07-line962"/>
          <p:cNvSpPr/>
          <p:nvPr/>
        </p:nvSpPr>
        <p:spPr>
          <a:xfrm flipH="1" flipV="1">
            <a:off x="11452459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0" name="S07-line963"/>
          <p:cNvSpPr/>
          <p:nvPr/>
        </p:nvSpPr>
        <p:spPr>
          <a:xfrm flipH="1" flipV="1">
            <a:off x="11417988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1" name="S07-line964"/>
          <p:cNvSpPr/>
          <p:nvPr/>
        </p:nvSpPr>
        <p:spPr>
          <a:xfrm flipH="1" flipV="1">
            <a:off x="11322053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2" name="S07-line965"/>
          <p:cNvSpPr/>
          <p:nvPr/>
        </p:nvSpPr>
        <p:spPr>
          <a:xfrm flipH="1" flipV="1">
            <a:off x="11321929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3" name="S07-line966"/>
          <p:cNvSpPr/>
          <p:nvPr/>
        </p:nvSpPr>
        <p:spPr>
          <a:xfrm flipH="1" flipV="1">
            <a:off x="11261394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4" name="S07-line967"/>
          <p:cNvSpPr/>
          <p:nvPr/>
        </p:nvSpPr>
        <p:spPr>
          <a:xfrm flipH="1" flipV="1">
            <a:off x="11193377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5" name="S07-line968"/>
          <p:cNvSpPr/>
          <p:nvPr/>
        </p:nvSpPr>
        <p:spPr>
          <a:xfrm flipH="1" flipV="1">
            <a:off x="11118623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6" name="S07-line969"/>
          <p:cNvSpPr/>
          <p:nvPr/>
        </p:nvSpPr>
        <p:spPr>
          <a:xfrm flipH="1" flipV="1">
            <a:off x="11007776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7" name="S07-line970"/>
          <p:cNvSpPr/>
          <p:nvPr/>
        </p:nvSpPr>
        <p:spPr>
          <a:xfrm flipH="1" flipV="1">
            <a:off x="10952245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8" name="S07-line971"/>
          <p:cNvSpPr/>
          <p:nvPr/>
        </p:nvSpPr>
        <p:spPr>
          <a:xfrm flipH="1" flipV="1">
            <a:off x="10862443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9" name="S07-line972"/>
          <p:cNvSpPr/>
          <p:nvPr/>
        </p:nvSpPr>
        <p:spPr>
          <a:xfrm flipH="1" flipV="1">
            <a:off x="10769530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0" name="S07-line973"/>
          <p:cNvSpPr/>
          <p:nvPr/>
        </p:nvSpPr>
        <p:spPr>
          <a:xfrm flipH="1" flipV="1">
            <a:off x="10674524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1" name="S07-line974"/>
          <p:cNvSpPr/>
          <p:nvPr/>
        </p:nvSpPr>
        <p:spPr>
          <a:xfrm flipV="1">
            <a:off x="10578465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2" name="S07-line975"/>
          <p:cNvSpPr/>
          <p:nvPr/>
        </p:nvSpPr>
        <p:spPr>
          <a:xfrm flipV="1">
            <a:off x="10477149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3" name="S07-line976"/>
          <p:cNvSpPr/>
          <p:nvPr/>
        </p:nvSpPr>
        <p:spPr>
          <a:xfrm flipV="1">
            <a:off x="10376944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4" name="S07-line977"/>
          <p:cNvSpPr/>
          <p:nvPr/>
        </p:nvSpPr>
        <p:spPr>
          <a:xfrm flipV="1">
            <a:off x="10278946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5" name="S07-line978"/>
          <p:cNvSpPr/>
          <p:nvPr/>
        </p:nvSpPr>
        <p:spPr>
          <a:xfrm flipV="1">
            <a:off x="10184230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6" name="S07-line979"/>
          <p:cNvSpPr/>
          <p:nvPr/>
        </p:nvSpPr>
        <p:spPr>
          <a:xfrm flipV="1">
            <a:off x="10093833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7" name="S07-line980"/>
          <p:cNvSpPr/>
          <p:nvPr/>
        </p:nvSpPr>
        <p:spPr>
          <a:xfrm flipV="1">
            <a:off x="10008746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8" name="S07-line981"/>
          <p:cNvSpPr/>
          <p:nvPr/>
        </p:nvSpPr>
        <p:spPr>
          <a:xfrm flipV="1">
            <a:off x="9929901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9" name="S07-line982"/>
          <p:cNvSpPr/>
          <p:nvPr/>
        </p:nvSpPr>
        <p:spPr>
          <a:xfrm flipV="1">
            <a:off x="9858161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0" name="S07-line983"/>
          <p:cNvSpPr/>
          <p:nvPr/>
        </p:nvSpPr>
        <p:spPr>
          <a:xfrm flipV="1">
            <a:off x="9794314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1" name="S07-line984"/>
          <p:cNvSpPr/>
          <p:nvPr/>
        </p:nvSpPr>
        <p:spPr>
          <a:xfrm flipV="1">
            <a:off x="9739058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2" name="S07-line985"/>
          <p:cNvSpPr/>
          <p:nvPr/>
        </p:nvSpPr>
        <p:spPr>
          <a:xfrm flipV="1">
            <a:off x="9692998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3" name="S07-line986"/>
          <p:cNvSpPr/>
          <p:nvPr/>
        </p:nvSpPr>
        <p:spPr>
          <a:xfrm flipV="1">
            <a:off x="9656640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4" name="S07-line987"/>
          <p:cNvSpPr/>
          <p:nvPr/>
        </p:nvSpPr>
        <p:spPr>
          <a:xfrm flipV="1">
            <a:off x="9630382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5" name="S07-line988"/>
          <p:cNvSpPr/>
          <p:nvPr/>
        </p:nvSpPr>
        <p:spPr>
          <a:xfrm flipV="1">
            <a:off x="9614511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6" name="S07-line989"/>
          <p:cNvSpPr/>
          <p:nvPr/>
        </p:nvSpPr>
        <p:spPr>
          <a:xfrm>
            <a:off x="9609201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7" name="S07-line990"/>
          <p:cNvSpPr/>
          <p:nvPr/>
        </p:nvSpPr>
        <p:spPr>
          <a:xfrm>
            <a:off x="9614511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8" name="S07-line991"/>
          <p:cNvSpPr/>
          <p:nvPr/>
        </p:nvSpPr>
        <p:spPr>
          <a:xfrm>
            <a:off x="9630382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9" name="S07-line992"/>
          <p:cNvSpPr/>
          <p:nvPr/>
        </p:nvSpPr>
        <p:spPr>
          <a:xfrm>
            <a:off x="9656640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0" name="S07-line993"/>
          <p:cNvSpPr/>
          <p:nvPr/>
        </p:nvSpPr>
        <p:spPr>
          <a:xfrm>
            <a:off x="9692998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1" name="S07-line994"/>
          <p:cNvSpPr/>
          <p:nvPr/>
        </p:nvSpPr>
        <p:spPr>
          <a:xfrm>
            <a:off x="9739058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2" name="S07-line995"/>
          <p:cNvSpPr/>
          <p:nvPr/>
        </p:nvSpPr>
        <p:spPr>
          <a:xfrm>
            <a:off x="9794314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3" name="S07-line996"/>
          <p:cNvSpPr/>
          <p:nvPr/>
        </p:nvSpPr>
        <p:spPr>
          <a:xfrm>
            <a:off x="9858161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4" name="S07-line997"/>
          <p:cNvSpPr/>
          <p:nvPr/>
        </p:nvSpPr>
        <p:spPr>
          <a:xfrm>
            <a:off x="9929901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5" name="S07-line998"/>
          <p:cNvSpPr/>
          <p:nvPr/>
        </p:nvSpPr>
        <p:spPr>
          <a:xfrm>
            <a:off x="10008746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6" name="S07-line999"/>
          <p:cNvSpPr/>
          <p:nvPr/>
        </p:nvSpPr>
        <p:spPr>
          <a:xfrm>
            <a:off x="10093833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7" name="S07-line1000"/>
          <p:cNvSpPr/>
          <p:nvPr/>
        </p:nvSpPr>
        <p:spPr>
          <a:xfrm>
            <a:off x="10184230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8" name="S07-line1001"/>
          <p:cNvSpPr/>
          <p:nvPr/>
        </p:nvSpPr>
        <p:spPr>
          <a:xfrm>
            <a:off x="10278946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9" name="S07-line1002"/>
          <p:cNvSpPr/>
          <p:nvPr/>
        </p:nvSpPr>
        <p:spPr>
          <a:xfrm>
            <a:off x="10376944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0" name="S07-line1003"/>
          <p:cNvSpPr/>
          <p:nvPr/>
        </p:nvSpPr>
        <p:spPr>
          <a:xfrm>
            <a:off x="10477149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1" name="S07-label1004"/>
          <p:cNvSpPr txBox="1"/>
          <p:nvPr/>
        </p:nvSpPr>
        <p:spPr>
          <a:xfrm>
            <a:off x="10701452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302" name="S07-label1005"/>
          <p:cNvSpPr txBox="1"/>
          <p:nvPr/>
        </p:nvSpPr>
        <p:spPr>
          <a:xfrm>
            <a:off x="10992301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303" name="S07-label1006"/>
          <p:cNvSpPr txBox="1"/>
          <p:nvPr/>
        </p:nvSpPr>
        <p:spPr>
          <a:xfrm>
            <a:off x="11098759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304" name="S07-label1007"/>
          <p:cNvSpPr txBox="1"/>
          <p:nvPr/>
        </p:nvSpPr>
        <p:spPr>
          <a:xfrm>
            <a:off x="10992301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305" name="S07-label1008"/>
          <p:cNvSpPr txBox="1"/>
          <p:nvPr/>
        </p:nvSpPr>
        <p:spPr>
          <a:xfrm>
            <a:off x="10701452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306" name="S07-label1009"/>
          <p:cNvSpPr txBox="1"/>
          <p:nvPr/>
        </p:nvSpPr>
        <p:spPr>
          <a:xfrm>
            <a:off x="10304145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307" name="S07-label1010"/>
          <p:cNvSpPr txBox="1"/>
          <p:nvPr/>
        </p:nvSpPr>
        <p:spPr>
          <a:xfrm>
            <a:off x="9906838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308" name="S07-label1011"/>
          <p:cNvSpPr txBox="1"/>
          <p:nvPr/>
        </p:nvSpPr>
        <p:spPr>
          <a:xfrm>
            <a:off x="9615989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309" name="S07-label1012"/>
          <p:cNvSpPr txBox="1"/>
          <p:nvPr/>
        </p:nvSpPr>
        <p:spPr>
          <a:xfrm>
            <a:off x="9509531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310" name="S07-label1013"/>
          <p:cNvSpPr txBox="1"/>
          <p:nvPr/>
        </p:nvSpPr>
        <p:spPr>
          <a:xfrm>
            <a:off x="9615989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311" name="S07-label1014"/>
          <p:cNvSpPr txBox="1"/>
          <p:nvPr/>
        </p:nvSpPr>
        <p:spPr>
          <a:xfrm>
            <a:off x="9906838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312" name="S07-label1015"/>
          <p:cNvSpPr txBox="1"/>
          <p:nvPr/>
        </p:nvSpPr>
        <p:spPr>
          <a:xfrm>
            <a:off x="10304145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313" name="S07-line1016"/>
          <p:cNvSpPr/>
          <p:nvPr/>
        </p:nvSpPr>
        <p:spPr>
          <a:xfrm flipH="1" flipV="1">
            <a:off x="10195188" y="4990795"/>
            <a:ext cx="383277" cy="22128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314" name="S07-line1017"/>
          <p:cNvSpPr/>
          <p:nvPr/>
        </p:nvSpPr>
        <p:spPr>
          <a:xfrm flipV="1">
            <a:off x="10578465" y="456834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315" name="S07-pin1018"/>
          <p:cNvSpPr/>
          <p:nvPr/>
        </p:nvSpPr>
        <p:spPr>
          <a:xfrm>
            <a:off x="10523601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문장이 바를까요?</a:t>
            </a:r>
            <a:endParaRPr lang="ko-KR" sz="4000" dirty="0"/>
          </a:p>
        </p:txBody>
      </p:sp>
      <p:sp>
        <p:nvSpPr>
          <p:cNvPr id="3" name="S08-card10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0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8시 30분에 학교에 간다고 두 친구가 말했어요.</a:t>
            </a:r>
            <a:endParaRPr lang="ko-KR" sz="2800" dirty="0"/>
          </a:p>
        </p:txBody>
      </p:sp>
      <p:sp>
        <p:nvSpPr>
          <p:cNvPr id="5" name="S08-card10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0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바른 문장은 어느 쪽일까요? 무엇이 다른가요?</a:t>
            </a:r>
            <a:endParaRPr lang="ko-KR" sz="2800" dirty="0"/>
          </a:p>
        </p:txBody>
      </p:sp>
      <p:sp>
        <p:nvSpPr>
          <p:cNvPr id="7" name="S08-chip1023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8-word1024"/>
          <p:cNvSpPr txBox="1"/>
          <p:nvPr/>
        </p:nvSpPr>
        <p:spPr>
          <a:xfrm>
            <a:off x="548640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eight thirty.</a:t>
            </a:r>
            <a:endParaRPr lang="ko-KR" sz="3200" dirty="0"/>
          </a:p>
        </p:txBody>
      </p:sp>
      <p:sp>
        <p:nvSpPr>
          <p:cNvPr id="9" name="S08-chip1025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8-word1026"/>
          <p:cNvSpPr txBox="1"/>
          <p:nvPr/>
        </p:nvSpPr>
        <p:spPr>
          <a:xfrm>
            <a:off x="6277356" y="3268980"/>
            <a:ext cx="536295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at eight thirty.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문장을 바르게 써요</a:t>
            </a:r>
            <a:endParaRPr lang="ko-KR" sz="4000" dirty="0"/>
          </a:p>
        </p:txBody>
      </p:sp>
      <p:sp>
        <p:nvSpPr>
          <p:cNvPr id="3" name="S09-word1027"/>
          <p:cNvSpPr txBox="1"/>
          <p:nvPr/>
        </p:nvSpPr>
        <p:spPr>
          <a:xfrm>
            <a:off x="6920911" y="2903220"/>
            <a:ext cx="4719401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get up at seven.</a:t>
            </a:r>
            <a:endParaRPr lang="ko-KR" sz="3200" dirty="0"/>
          </a:p>
        </p:txBody>
      </p:sp>
      <p:sp>
        <p:nvSpPr>
          <p:cNvPr id="4" name="S09-stepno1028"/>
          <p:cNvSpPr txBox="1"/>
          <p:nvPr/>
        </p:nvSpPr>
        <p:spPr>
          <a:xfrm>
            <a:off x="548640" y="24277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" name="S09-text1029"/>
          <p:cNvSpPr txBox="1"/>
          <p:nvPr/>
        </p:nvSpPr>
        <p:spPr>
          <a:xfrm>
            <a:off x="1325880" y="2427732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I는 언제나 대문자로 써요.</a:t>
            </a:r>
            <a:endParaRPr lang="ko-KR" sz="2800" dirty="0"/>
          </a:p>
        </p:txBody>
      </p:sp>
      <p:sp>
        <p:nvSpPr>
          <p:cNvPr id="6" name="S09-stepno1030"/>
          <p:cNvSpPr txBox="1"/>
          <p:nvPr/>
        </p:nvSpPr>
        <p:spPr>
          <a:xfrm>
            <a:off x="548640" y="31409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7" name="S09-text1031"/>
          <p:cNvSpPr txBox="1"/>
          <p:nvPr/>
        </p:nvSpPr>
        <p:spPr>
          <a:xfrm>
            <a:off x="1325880" y="3140964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일과 낱말을 써요.</a:t>
            </a:r>
            <a:endParaRPr lang="ko-KR" sz="2800" dirty="0"/>
          </a:p>
        </p:txBody>
      </p:sp>
      <p:sp>
        <p:nvSpPr>
          <p:cNvPr id="8" name="S09-stepno1032"/>
          <p:cNvSpPr txBox="1"/>
          <p:nvPr/>
        </p:nvSpPr>
        <p:spPr>
          <a:xfrm>
            <a:off x="548640" y="3854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9" name="S09-text1033"/>
          <p:cNvSpPr txBox="1"/>
          <p:nvPr/>
        </p:nvSpPr>
        <p:spPr>
          <a:xfrm>
            <a:off x="1325880" y="3854196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다음에 시각을 낱말로 써요.</a:t>
            </a:r>
            <a:endParaRPr lang="ko-KR" sz="2800" dirty="0"/>
          </a:p>
        </p:txBody>
      </p:sp>
      <p:sp>
        <p:nvSpPr>
          <p:cNvPr id="10" name="S09-stepno1034"/>
          <p:cNvSpPr txBox="1"/>
          <p:nvPr/>
        </p:nvSpPr>
        <p:spPr>
          <a:xfrm>
            <a:off x="548640" y="45674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1" name="S09-text1035"/>
          <p:cNvSpPr txBox="1"/>
          <p:nvPr/>
        </p:nvSpPr>
        <p:spPr>
          <a:xfrm>
            <a:off x="1325880" y="4567428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끝에 마침표(.)를 찍어요.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나의 하루를 말해요</a:t>
            </a:r>
            <a:endParaRPr lang="ko-KR" sz="4000" dirty="0"/>
          </a:p>
        </p:txBody>
      </p:sp>
      <p:sp>
        <p:nvSpPr>
          <p:cNvPr id="3" name="S10-text10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빈칸에 나의 시각을 넣어 말해요.</a:t>
            </a:r>
            <a:endParaRPr lang="ko-KR" sz="2800" dirty="0"/>
          </a:p>
        </p:txBody>
      </p:sp>
      <p:sp>
        <p:nvSpPr>
          <p:cNvPr id="4" name="S10-card10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10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정각이나 30분으로 말해요. 예: seven, seven thirty</a:t>
            </a:r>
            <a:endParaRPr lang="ko-KR" sz="2800" dirty="0"/>
          </a:p>
        </p:txBody>
      </p:sp>
      <p:sp>
        <p:nvSpPr>
          <p:cNvPr id="6" name="S10-chip103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104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get up at ______.</a:t>
            </a:r>
            <a:endParaRPr lang="ko-KR" sz="2800" dirty="0"/>
          </a:p>
        </p:txBody>
      </p:sp>
      <p:sp>
        <p:nvSpPr>
          <p:cNvPr id="8" name="S10-chip104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104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at ______.</a:t>
            </a:r>
            <a:endParaRPr lang="ko-KR" sz="2800" dirty="0"/>
          </a:p>
        </p:txBody>
      </p:sp>
      <p:sp>
        <p:nvSpPr>
          <p:cNvPr id="10" name="S10-chip104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104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bed at ______.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10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①②③은 시계를 보고 말하고, ④는 말하고 써요.</a:t>
            </a:r>
            <a:endParaRPr lang="ko-KR" sz="2800" dirty="0"/>
          </a:p>
        </p:txBody>
      </p:sp>
      <p:sp>
        <p:nvSpPr>
          <p:cNvPr id="4" name="S11-chip1046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word1047"/>
          <p:cNvSpPr txBox="1"/>
          <p:nvPr/>
        </p:nvSpPr>
        <p:spPr>
          <a:xfrm>
            <a:off x="1344168" y="214884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get up</a:t>
            </a:r>
            <a:endParaRPr lang="ko-KR" sz="3200" dirty="0"/>
          </a:p>
        </p:txBody>
      </p:sp>
      <p:sp>
        <p:nvSpPr>
          <p:cNvPr id="6" name="S11-figure1048" descr="시계: 7시 30분"/>
          <p:cNvSpPr/>
          <p:nvPr/>
        </p:nvSpPr>
        <p:spPr>
          <a:xfrm>
            <a:off x="3843909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1-line1049"/>
          <p:cNvSpPr/>
          <p:nvPr/>
        </p:nvSpPr>
        <p:spPr>
          <a:xfrm>
            <a:off x="4849749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1-line1050"/>
          <p:cNvSpPr/>
          <p:nvPr/>
        </p:nvSpPr>
        <p:spPr>
          <a:xfrm flipH="1">
            <a:off x="4945808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1-line1051"/>
          <p:cNvSpPr/>
          <p:nvPr/>
        </p:nvSpPr>
        <p:spPr>
          <a:xfrm flipH="1">
            <a:off x="5040814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1-line1052"/>
          <p:cNvSpPr/>
          <p:nvPr/>
        </p:nvSpPr>
        <p:spPr>
          <a:xfrm flipH="1">
            <a:off x="5133727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1-line1053"/>
          <p:cNvSpPr/>
          <p:nvPr/>
        </p:nvSpPr>
        <p:spPr>
          <a:xfrm flipH="1">
            <a:off x="5223529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1-line1054"/>
          <p:cNvSpPr/>
          <p:nvPr/>
        </p:nvSpPr>
        <p:spPr>
          <a:xfrm flipH="1">
            <a:off x="5279060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1-line1055"/>
          <p:cNvSpPr/>
          <p:nvPr/>
        </p:nvSpPr>
        <p:spPr>
          <a:xfrm flipH="1">
            <a:off x="5389907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1-line1056"/>
          <p:cNvSpPr/>
          <p:nvPr/>
        </p:nvSpPr>
        <p:spPr>
          <a:xfrm flipH="1">
            <a:off x="5464661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1-line1057"/>
          <p:cNvSpPr/>
          <p:nvPr/>
        </p:nvSpPr>
        <p:spPr>
          <a:xfrm flipH="1">
            <a:off x="5532678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1-line1058"/>
          <p:cNvSpPr/>
          <p:nvPr/>
        </p:nvSpPr>
        <p:spPr>
          <a:xfrm flipH="1">
            <a:off x="5593213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1-line1059"/>
          <p:cNvSpPr/>
          <p:nvPr/>
        </p:nvSpPr>
        <p:spPr>
          <a:xfrm flipH="1">
            <a:off x="5593337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1-line1060"/>
          <p:cNvSpPr/>
          <p:nvPr/>
        </p:nvSpPr>
        <p:spPr>
          <a:xfrm flipH="1">
            <a:off x="5689272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1-line1061"/>
          <p:cNvSpPr/>
          <p:nvPr/>
        </p:nvSpPr>
        <p:spPr>
          <a:xfrm flipH="1">
            <a:off x="5723743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1-line1062"/>
          <p:cNvSpPr/>
          <p:nvPr/>
        </p:nvSpPr>
        <p:spPr>
          <a:xfrm flipH="1">
            <a:off x="5748639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1-line1063"/>
          <p:cNvSpPr/>
          <p:nvPr/>
        </p:nvSpPr>
        <p:spPr>
          <a:xfrm flipH="1">
            <a:off x="5763687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1-line1064"/>
          <p:cNvSpPr/>
          <p:nvPr/>
        </p:nvSpPr>
        <p:spPr>
          <a:xfrm flipH="1">
            <a:off x="5708371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1-line1065"/>
          <p:cNvSpPr/>
          <p:nvPr/>
        </p:nvSpPr>
        <p:spPr>
          <a:xfrm flipH="1" flipV="1">
            <a:off x="5763687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1-line1066"/>
          <p:cNvSpPr/>
          <p:nvPr/>
        </p:nvSpPr>
        <p:spPr>
          <a:xfrm flipH="1" flipV="1">
            <a:off x="5748639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1-line1067"/>
          <p:cNvSpPr/>
          <p:nvPr/>
        </p:nvSpPr>
        <p:spPr>
          <a:xfrm flipH="1" flipV="1">
            <a:off x="5723743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1-line1068"/>
          <p:cNvSpPr/>
          <p:nvPr/>
        </p:nvSpPr>
        <p:spPr>
          <a:xfrm flipH="1" flipV="1">
            <a:off x="5689272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1-line1069"/>
          <p:cNvSpPr/>
          <p:nvPr/>
        </p:nvSpPr>
        <p:spPr>
          <a:xfrm flipH="1" flipV="1">
            <a:off x="5593337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1-line1070"/>
          <p:cNvSpPr/>
          <p:nvPr/>
        </p:nvSpPr>
        <p:spPr>
          <a:xfrm flipH="1" flipV="1">
            <a:off x="5593213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1-line1071"/>
          <p:cNvSpPr/>
          <p:nvPr/>
        </p:nvSpPr>
        <p:spPr>
          <a:xfrm flipH="1" flipV="1">
            <a:off x="5532678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1-line1072"/>
          <p:cNvSpPr/>
          <p:nvPr/>
        </p:nvSpPr>
        <p:spPr>
          <a:xfrm flipH="1" flipV="1">
            <a:off x="5464661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1-line1073"/>
          <p:cNvSpPr/>
          <p:nvPr/>
        </p:nvSpPr>
        <p:spPr>
          <a:xfrm flipH="1" flipV="1">
            <a:off x="5389907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1-line1074"/>
          <p:cNvSpPr/>
          <p:nvPr/>
        </p:nvSpPr>
        <p:spPr>
          <a:xfrm flipH="1" flipV="1">
            <a:off x="5279060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1-line1075"/>
          <p:cNvSpPr/>
          <p:nvPr/>
        </p:nvSpPr>
        <p:spPr>
          <a:xfrm flipH="1" flipV="1">
            <a:off x="5223529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1-line1076"/>
          <p:cNvSpPr/>
          <p:nvPr/>
        </p:nvSpPr>
        <p:spPr>
          <a:xfrm flipH="1" flipV="1">
            <a:off x="5133727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1-line1077"/>
          <p:cNvSpPr/>
          <p:nvPr/>
        </p:nvSpPr>
        <p:spPr>
          <a:xfrm flipH="1" flipV="1">
            <a:off x="5040814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1-line1078"/>
          <p:cNvSpPr/>
          <p:nvPr/>
        </p:nvSpPr>
        <p:spPr>
          <a:xfrm flipH="1" flipV="1">
            <a:off x="4945808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1-line1079"/>
          <p:cNvSpPr/>
          <p:nvPr/>
        </p:nvSpPr>
        <p:spPr>
          <a:xfrm flipV="1">
            <a:off x="4849749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1-line1080"/>
          <p:cNvSpPr/>
          <p:nvPr/>
        </p:nvSpPr>
        <p:spPr>
          <a:xfrm flipV="1">
            <a:off x="4748433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1-line1081"/>
          <p:cNvSpPr/>
          <p:nvPr/>
        </p:nvSpPr>
        <p:spPr>
          <a:xfrm flipV="1">
            <a:off x="4648228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1-line1082"/>
          <p:cNvSpPr/>
          <p:nvPr/>
        </p:nvSpPr>
        <p:spPr>
          <a:xfrm flipV="1">
            <a:off x="4550230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1-line1083"/>
          <p:cNvSpPr/>
          <p:nvPr/>
        </p:nvSpPr>
        <p:spPr>
          <a:xfrm flipV="1">
            <a:off x="4455514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1-line1084"/>
          <p:cNvSpPr/>
          <p:nvPr/>
        </p:nvSpPr>
        <p:spPr>
          <a:xfrm flipV="1">
            <a:off x="4365117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1-line1085"/>
          <p:cNvSpPr/>
          <p:nvPr/>
        </p:nvSpPr>
        <p:spPr>
          <a:xfrm flipV="1">
            <a:off x="4280030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1-line1086"/>
          <p:cNvSpPr/>
          <p:nvPr/>
        </p:nvSpPr>
        <p:spPr>
          <a:xfrm flipV="1">
            <a:off x="4201185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1-line1087"/>
          <p:cNvSpPr/>
          <p:nvPr/>
        </p:nvSpPr>
        <p:spPr>
          <a:xfrm flipV="1">
            <a:off x="4129445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1-line1088"/>
          <p:cNvSpPr/>
          <p:nvPr/>
        </p:nvSpPr>
        <p:spPr>
          <a:xfrm flipV="1">
            <a:off x="4065598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1-line1089"/>
          <p:cNvSpPr/>
          <p:nvPr/>
        </p:nvSpPr>
        <p:spPr>
          <a:xfrm flipV="1">
            <a:off x="4010342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1-line1090"/>
          <p:cNvSpPr/>
          <p:nvPr/>
        </p:nvSpPr>
        <p:spPr>
          <a:xfrm flipV="1">
            <a:off x="3964282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1-line1091"/>
          <p:cNvSpPr/>
          <p:nvPr/>
        </p:nvSpPr>
        <p:spPr>
          <a:xfrm flipV="1">
            <a:off x="3927924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1-line1092"/>
          <p:cNvSpPr/>
          <p:nvPr/>
        </p:nvSpPr>
        <p:spPr>
          <a:xfrm flipV="1">
            <a:off x="3901666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1-line1093"/>
          <p:cNvSpPr/>
          <p:nvPr/>
        </p:nvSpPr>
        <p:spPr>
          <a:xfrm flipV="1">
            <a:off x="3885795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1-line1094"/>
          <p:cNvSpPr/>
          <p:nvPr/>
        </p:nvSpPr>
        <p:spPr>
          <a:xfrm>
            <a:off x="3880485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1-line1095"/>
          <p:cNvSpPr/>
          <p:nvPr/>
        </p:nvSpPr>
        <p:spPr>
          <a:xfrm>
            <a:off x="3885795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1-line1096"/>
          <p:cNvSpPr/>
          <p:nvPr/>
        </p:nvSpPr>
        <p:spPr>
          <a:xfrm>
            <a:off x="3901666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1-line1097"/>
          <p:cNvSpPr/>
          <p:nvPr/>
        </p:nvSpPr>
        <p:spPr>
          <a:xfrm>
            <a:off x="3927924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1-line1098"/>
          <p:cNvSpPr/>
          <p:nvPr/>
        </p:nvSpPr>
        <p:spPr>
          <a:xfrm>
            <a:off x="3964282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1-line1099"/>
          <p:cNvSpPr/>
          <p:nvPr/>
        </p:nvSpPr>
        <p:spPr>
          <a:xfrm>
            <a:off x="4010342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1-line1100"/>
          <p:cNvSpPr/>
          <p:nvPr/>
        </p:nvSpPr>
        <p:spPr>
          <a:xfrm>
            <a:off x="4065598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1-line1101"/>
          <p:cNvSpPr/>
          <p:nvPr/>
        </p:nvSpPr>
        <p:spPr>
          <a:xfrm>
            <a:off x="4129445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1-line1102"/>
          <p:cNvSpPr/>
          <p:nvPr/>
        </p:nvSpPr>
        <p:spPr>
          <a:xfrm>
            <a:off x="4201185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1-line1103"/>
          <p:cNvSpPr/>
          <p:nvPr/>
        </p:nvSpPr>
        <p:spPr>
          <a:xfrm>
            <a:off x="4280030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1-line1104"/>
          <p:cNvSpPr/>
          <p:nvPr/>
        </p:nvSpPr>
        <p:spPr>
          <a:xfrm>
            <a:off x="4365117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1-line1105"/>
          <p:cNvSpPr/>
          <p:nvPr/>
        </p:nvSpPr>
        <p:spPr>
          <a:xfrm>
            <a:off x="4455514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1-line1106"/>
          <p:cNvSpPr/>
          <p:nvPr/>
        </p:nvSpPr>
        <p:spPr>
          <a:xfrm>
            <a:off x="4550230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1-line1107"/>
          <p:cNvSpPr/>
          <p:nvPr/>
        </p:nvSpPr>
        <p:spPr>
          <a:xfrm>
            <a:off x="4648228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1-line1108"/>
          <p:cNvSpPr/>
          <p:nvPr/>
        </p:nvSpPr>
        <p:spPr>
          <a:xfrm>
            <a:off x="4748433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1-label1109"/>
          <p:cNvSpPr txBox="1"/>
          <p:nvPr/>
        </p:nvSpPr>
        <p:spPr>
          <a:xfrm>
            <a:off x="4972736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68" name="S11-label1110"/>
          <p:cNvSpPr txBox="1"/>
          <p:nvPr/>
        </p:nvSpPr>
        <p:spPr>
          <a:xfrm>
            <a:off x="5263585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69" name="S11-label1111"/>
          <p:cNvSpPr txBox="1"/>
          <p:nvPr/>
        </p:nvSpPr>
        <p:spPr>
          <a:xfrm>
            <a:off x="5370043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70" name="S11-label1112"/>
          <p:cNvSpPr txBox="1"/>
          <p:nvPr/>
        </p:nvSpPr>
        <p:spPr>
          <a:xfrm>
            <a:off x="5263585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71" name="S11-label1113"/>
          <p:cNvSpPr txBox="1"/>
          <p:nvPr/>
        </p:nvSpPr>
        <p:spPr>
          <a:xfrm>
            <a:off x="4972736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72" name="S11-label1114"/>
          <p:cNvSpPr txBox="1"/>
          <p:nvPr/>
        </p:nvSpPr>
        <p:spPr>
          <a:xfrm>
            <a:off x="4575429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73" name="S11-label1115"/>
          <p:cNvSpPr txBox="1"/>
          <p:nvPr/>
        </p:nvSpPr>
        <p:spPr>
          <a:xfrm>
            <a:off x="4178122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74" name="S11-label1116"/>
          <p:cNvSpPr txBox="1"/>
          <p:nvPr/>
        </p:nvSpPr>
        <p:spPr>
          <a:xfrm>
            <a:off x="3887273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75" name="S11-label1117"/>
          <p:cNvSpPr txBox="1"/>
          <p:nvPr/>
        </p:nvSpPr>
        <p:spPr>
          <a:xfrm>
            <a:off x="3780815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76" name="S11-label1118"/>
          <p:cNvSpPr txBox="1"/>
          <p:nvPr/>
        </p:nvSpPr>
        <p:spPr>
          <a:xfrm>
            <a:off x="3887273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77" name="S11-label1119"/>
          <p:cNvSpPr txBox="1"/>
          <p:nvPr/>
        </p:nvSpPr>
        <p:spPr>
          <a:xfrm>
            <a:off x="4178122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78" name="S11-label1120"/>
          <p:cNvSpPr txBox="1"/>
          <p:nvPr/>
        </p:nvSpPr>
        <p:spPr>
          <a:xfrm>
            <a:off x="4575429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79" name="S11-line1121"/>
          <p:cNvSpPr/>
          <p:nvPr/>
        </p:nvSpPr>
        <p:spPr>
          <a:xfrm flipH="1">
            <a:off x="4536805" y="3017520"/>
            <a:ext cx="312944" cy="31294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1-line1122"/>
          <p:cNvSpPr/>
          <p:nvPr/>
        </p:nvSpPr>
        <p:spPr>
          <a:xfrm>
            <a:off x="4849749" y="3017520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1-pin1123"/>
          <p:cNvSpPr/>
          <p:nvPr/>
        </p:nvSpPr>
        <p:spPr>
          <a:xfrm>
            <a:off x="4794885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1-chip1124"/>
          <p:cNvSpPr txBox="1"/>
          <p:nvPr/>
        </p:nvSpPr>
        <p:spPr>
          <a:xfrm>
            <a:off x="6277356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3" name="S11-word1125"/>
          <p:cNvSpPr txBox="1"/>
          <p:nvPr/>
        </p:nvSpPr>
        <p:spPr>
          <a:xfrm>
            <a:off x="7072884" y="214884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home</a:t>
            </a:r>
            <a:endParaRPr lang="ko-KR" sz="3200" dirty="0"/>
          </a:p>
        </p:txBody>
      </p:sp>
      <p:sp>
        <p:nvSpPr>
          <p:cNvPr id="84" name="S11-figure1126" descr="시계: 4시"/>
          <p:cNvSpPr/>
          <p:nvPr/>
        </p:nvSpPr>
        <p:spPr>
          <a:xfrm>
            <a:off x="9572625" y="201168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5" name="S11-line1127"/>
          <p:cNvSpPr/>
          <p:nvPr/>
        </p:nvSpPr>
        <p:spPr>
          <a:xfrm>
            <a:off x="10578465" y="204825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6" name="S11-line1128"/>
          <p:cNvSpPr/>
          <p:nvPr/>
        </p:nvSpPr>
        <p:spPr>
          <a:xfrm flipH="1">
            <a:off x="10674524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1-line1129"/>
          <p:cNvSpPr/>
          <p:nvPr/>
        </p:nvSpPr>
        <p:spPr>
          <a:xfrm flipH="1">
            <a:off x="10769530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1-line1130"/>
          <p:cNvSpPr/>
          <p:nvPr/>
        </p:nvSpPr>
        <p:spPr>
          <a:xfrm flipH="1">
            <a:off x="10862443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1-line1131"/>
          <p:cNvSpPr/>
          <p:nvPr/>
        </p:nvSpPr>
        <p:spPr>
          <a:xfrm flipH="1">
            <a:off x="10952245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11-line1132"/>
          <p:cNvSpPr/>
          <p:nvPr/>
        </p:nvSpPr>
        <p:spPr>
          <a:xfrm flipH="1">
            <a:off x="11007776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1" name="S11-line1133"/>
          <p:cNvSpPr/>
          <p:nvPr/>
        </p:nvSpPr>
        <p:spPr>
          <a:xfrm flipH="1">
            <a:off x="11118623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1-line1134"/>
          <p:cNvSpPr/>
          <p:nvPr/>
        </p:nvSpPr>
        <p:spPr>
          <a:xfrm flipH="1">
            <a:off x="11193377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1-line1135"/>
          <p:cNvSpPr/>
          <p:nvPr/>
        </p:nvSpPr>
        <p:spPr>
          <a:xfrm flipH="1">
            <a:off x="11261394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1-line1136"/>
          <p:cNvSpPr/>
          <p:nvPr/>
        </p:nvSpPr>
        <p:spPr>
          <a:xfrm flipH="1">
            <a:off x="11321929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5" name="S11-line1137"/>
          <p:cNvSpPr/>
          <p:nvPr/>
        </p:nvSpPr>
        <p:spPr>
          <a:xfrm flipH="1">
            <a:off x="11322053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6" name="S11-line1138"/>
          <p:cNvSpPr/>
          <p:nvPr/>
        </p:nvSpPr>
        <p:spPr>
          <a:xfrm flipH="1">
            <a:off x="11417988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1-line1139"/>
          <p:cNvSpPr/>
          <p:nvPr/>
        </p:nvSpPr>
        <p:spPr>
          <a:xfrm flipH="1">
            <a:off x="11452459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1-line1140"/>
          <p:cNvSpPr/>
          <p:nvPr/>
        </p:nvSpPr>
        <p:spPr>
          <a:xfrm flipH="1">
            <a:off x="11477355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1-line1141"/>
          <p:cNvSpPr/>
          <p:nvPr/>
        </p:nvSpPr>
        <p:spPr>
          <a:xfrm flipH="1">
            <a:off x="11492403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11-line1142"/>
          <p:cNvSpPr/>
          <p:nvPr/>
        </p:nvSpPr>
        <p:spPr>
          <a:xfrm flipH="1">
            <a:off x="11437087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1" name="S11-line1143"/>
          <p:cNvSpPr/>
          <p:nvPr/>
        </p:nvSpPr>
        <p:spPr>
          <a:xfrm flipH="1" flipV="1">
            <a:off x="11492403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1-line1144"/>
          <p:cNvSpPr/>
          <p:nvPr/>
        </p:nvSpPr>
        <p:spPr>
          <a:xfrm flipH="1" flipV="1">
            <a:off x="11477355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1-line1145"/>
          <p:cNvSpPr/>
          <p:nvPr/>
        </p:nvSpPr>
        <p:spPr>
          <a:xfrm flipH="1" flipV="1">
            <a:off x="11452459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1-line1146"/>
          <p:cNvSpPr/>
          <p:nvPr/>
        </p:nvSpPr>
        <p:spPr>
          <a:xfrm flipH="1" flipV="1">
            <a:off x="11417988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5" name="S11-line1147"/>
          <p:cNvSpPr/>
          <p:nvPr/>
        </p:nvSpPr>
        <p:spPr>
          <a:xfrm flipH="1" flipV="1">
            <a:off x="11322053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6" name="S11-line1148"/>
          <p:cNvSpPr/>
          <p:nvPr/>
        </p:nvSpPr>
        <p:spPr>
          <a:xfrm flipH="1" flipV="1">
            <a:off x="11321929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1-line1149"/>
          <p:cNvSpPr/>
          <p:nvPr/>
        </p:nvSpPr>
        <p:spPr>
          <a:xfrm flipH="1" flipV="1">
            <a:off x="11261394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1-line1150"/>
          <p:cNvSpPr/>
          <p:nvPr/>
        </p:nvSpPr>
        <p:spPr>
          <a:xfrm flipH="1" flipV="1">
            <a:off x="11193377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1-line1151"/>
          <p:cNvSpPr/>
          <p:nvPr/>
        </p:nvSpPr>
        <p:spPr>
          <a:xfrm flipH="1" flipV="1">
            <a:off x="11118623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11-line1152"/>
          <p:cNvSpPr/>
          <p:nvPr/>
        </p:nvSpPr>
        <p:spPr>
          <a:xfrm flipH="1" flipV="1">
            <a:off x="11007776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1" name="S11-line1153"/>
          <p:cNvSpPr/>
          <p:nvPr/>
        </p:nvSpPr>
        <p:spPr>
          <a:xfrm flipH="1" flipV="1">
            <a:off x="10952245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1-line1154"/>
          <p:cNvSpPr/>
          <p:nvPr/>
        </p:nvSpPr>
        <p:spPr>
          <a:xfrm flipH="1" flipV="1">
            <a:off x="10862443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1-line1155"/>
          <p:cNvSpPr/>
          <p:nvPr/>
        </p:nvSpPr>
        <p:spPr>
          <a:xfrm flipH="1" flipV="1">
            <a:off x="10769530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1-line1156"/>
          <p:cNvSpPr/>
          <p:nvPr/>
        </p:nvSpPr>
        <p:spPr>
          <a:xfrm flipH="1" flipV="1">
            <a:off x="10674524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11-line1157"/>
          <p:cNvSpPr/>
          <p:nvPr/>
        </p:nvSpPr>
        <p:spPr>
          <a:xfrm flipV="1">
            <a:off x="10578465" y="387614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6" name="S11-line1158"/>
          <p:cNvSpPr/>
          <p:nvPr/>
        </p:nvSpPr>
        <p:spPr>
          <a:xfrm flipV="1">
            <a:off x="10477149" y="393145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1-line1159"/>
          <p:cNvSpPr/>
          <p:nvPr/>
        </p:nvSpPr>
        <p:spPr>
          <a:xfrm flipV="1">
            <a:off x="10376944" y="391641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1-line1160"/>
          <p:cNvSpPr/>
          <p:nvPr/>
        </p:nvSpPr>
        <p:spPr>
          <a:xfrm flipV="1">
            <a:off x="10278946" y="389151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1-line1161"/>
          <p:cNvSpPr/>
          <p:nvPr/>
        </p:nvSpPr>
        <p:spPr>
          <a:xfrm flipV="1">
            <a:off x="10184230" y="385704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11-line1162"/>
          <p:cNvSpPr/>
          <p:nvPr/>
        </p:nvSpPr>
        <p:spPr>
          <a:xfrm flipV="1">
            <a:off x="10093833" y="376110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1" name="S11-line1163"/>
          <p:cNvSpPr/>
          <p:nvPr/>
        </p:nvSpPr>
        <p:spPr>
          <a:xfrm flipV="1">
            <a:off x="10008746" y="376098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1-line1164"/>
          <p:cNvSpPr/>
          <p:nvPr/>
        </p:nvSpPr>
        <p:spPr>
          <a:xfrm flipV="1">
            <a:off x="9929901" y="370044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1-line1165"/>
          <p:cNvSpPr/>
          <p:nvPr/>
        </p:nvSpPr>
        <p:spPr>
          <a:xfrm flipV="1">
            <a:off x="9858161" y="363243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1-line1166"/>
          <p:cNvSpPr/>
          <p:nvPr/>
        </p:nvSpPr>
        <p:spPr>
          <a:xfrm flipV="1">
            <a:off x="9794314" y="355767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11-line1167"/>
          <p:cNvSpPr/>
          <p:nvPr/>
        </p:nvSpPr>
        <p:spPr>
          <a:xfrm flipV="1">
            <a:off x="9739058" y="344683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6" name="S11-line1168"/>
          <p:cNvSpPr/>
          <p:nvPr/>
        </p:nvSpPr>
        <p:spPr>
          <a:xfrm flipV="1">
            <a:off x="9692998" y="339130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1-line1169"/>
          <p:cNvSpPr/>
          <p:nvPr/>
        </p:nvSpPr>
        <p:spPr>
          <a:xfrm flipV="1">
            <a:off x="9656640" y="330149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1-line1170"/>
          <p:cNvSpPr/>
          <p:nvPr/>
        </p:nvSpPr>
        <p:spPr>
          <a:xfrm flipV="1">
            <a:off x="9630382" y="320858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1-line1171"/>
          <p:cNvSpPr/>
          <p:nvPr/>
        </p:nvSpPr>
        <p:spPr>
          <a:xfrm flipV="1">
            <a:off x="9614511" y="311357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11-line1172"/>
          <p:cNvSpPr/>
          <p:nvPr/>
        </p:nvSpPr>
        <p:spPr>
          <a:xfrm>
            <a:off x="9609201" y="301752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1" name="S11-line1173"/>
          <p:cNvSpPr/>
          <p:nvPr/>
        </p:nvSpPr>
        <p:spPr>
          <a:xfrm>
            <a:off x="9614511" y="291620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1-line1174"/>
          <p:cNvSpPr/>
          <p:nvPr/>
        </p:nvSpPr>
        <p:spPr>
          <a:xfrm>
            <a:off x="9630382" y="281599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1-line1175"/>
          <p:cNvSpPr/>
          <p:nvPr/>
        </p:nvSpPr>
        <p:spPr>
          <a:xfrm>
            <a:off x="9656640" y="271800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1-line1176"/>
          <p:cNvSpPr/>
          <p:nvPr/>
        </p:nvSpPr>
        <p:spPr>
          <a:xfrm>
            <a:off x="9692998" y="262328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11-line1177"/>
          <p:cNvSpPr/>
          <p:nvPr/>
        </p:nvSpPr>
        <p:spPr>
          <a:xfrm>
            <a:off x="9739058" y="253288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6" name="S11-line1178"/>
          <p:cNvSpPr/>
          <p:nvPr/>
        </p:nvSpPr>
        <p:spPr>
          <a:xfrm>
            <a:off x="9794314" y="244780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1-line1179"/>
          <p:cNvSpPr/>
          <p:nvPr/>
        </p:nvSpPr>
        <p:spPr>
          <a:xfrm>
            <a:off x="9858161" y="236895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1-line1180"/>
          <p:cNvSpPr/>
          <p:nvPr/>
        </p:nvSpPr>
        <p:spPr>
          <a:xfrm>
            <a:off x="9929901" y="229721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1-line1181"/>
          <p:cNvSpPr/>
          <p:nvPr/>
        </p:nvSpPr>
        <p:spPr>
          <a:xfrm>
            <a:off x="10008746" y="223336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11-line1182"/>
          <p:cNvSpPr/>
          <p:nvPr/>
        </p:nvSpPr>
        <p:spPr>
          <a:xfrm>
            <a:off x="10093833" y="217811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1" name="S11-line1183"/>
          <p:cNvSpPr/>
          <p:nvPr/>
        </p:nvSpPr>
        <p:spPr>
          <a:xfrm>
            <a:off x="10184230" y="213205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1-line1184"/>
          <p:cNvSpPr/>
          <p:nvPr/>
        </p:nvSpPr>
        <p:spPr>
          <a:xfrm>
            <a:off x="10278946" y="209569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1-line1185"/>
          <p:cNvSpPr/>
          <p:nvPr/>
        </p:nvSpPr>
        <p:spPr>
          <a:xfrm>
            <a:off x="10376944" y="206943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1-line1186"/>
          <p:cNvSpPr/>
          <p:nvPr/>
        </p:nvSpPr>
        <p:spPr>
          <a:xfrm>
            <a:off x="10477149" y="205356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11-label1187"/>
          <p:cNvSpPr txBox="1"/>
          <p:nvPr/>
        </p:nvSpPr>
        <p:spPr>
          <a:xfrm>
            <a:off x="10701452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146" name="S11-label1188"/>
          <p:cNvSpPr txBox="1"/>
          <p:nvPr/>
        </p:nvSpPr>
        <p:spPr>
          <a:xfrm>
            <a:off x="10992301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147" name="S11-label1189"/>
          <p:cNvSpPr txBox="1"/>
          <p:nvPr/>
        </p:nvSpPr>
        <p:spPr>
          <a:xfrm>
            <a:off x="11098759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148" name="S11-label1190"/>
          <p:cNvSpPr txBox="1"/>
          <p:nvPr/>
        </p:nvSpPr>
        <p:spPr>
          <a:xfrm>
            <a:off x="10992301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149" name="S11-label1191"/>
          <p:cNvSpPr txBox="1"/>
          <p:nvPr/>
        </p:nvSpPr>
        <p:spPr>
          <a:xfrm>
            <a:off x="10701452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150" name="S11-label1192"/>
          <p:cNvSpPr txBox="1"/>
          <p:nvPr/>
        </p:nvSpPr>
        <p:spPr>
          <a:xfrm>
            <a:off x="10304145" y="362925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151" name="S11-label1193"/>
          <p:cNvSpPr txBox="1"/>
          <p:nvPr/>
        </p:nvSpPr>
        <p:spPr>
          <a:xfrm>
            <a:off x="9906838" y="352279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152" name="S11-label1194"/>
          <p:cNvSpPr txBox="1"/>
          <p:nvPr/>
        </p:nvSpPr>
        <p:spPr>
          <a:xfrm>
            <a:off x="9615989" y="323194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153" name="S11-label1195"/>
          <p:cNvSpPr txBox="1"/>
          <p:nvPr/>
        </p:nvSpPr>
        <p:spPr>
          <a:xfrm>
            <a:off x="9509531" y="2834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154" name="S11-label1196"/>
          <p:cNvSpPr txBox="1"/>
          <p:nvPr/>
        </p:nvSpPr>
        <p:spPr>
          <a:xfrm>
            <a:off x="9615989" y="243733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155" name="S11-label1197"/>
          <p:cNvSpPr txBox="1"/>
          <p:nvPr/>
        </p:nvSpPr>
        <p:spPr>
          <a:xfrm>
            <a:off x="9906838" y="214648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156" name="S11-label1198"/>
          <p:cNvSpPr txBox="1"/>
          <p:nvPr/>
        </p:nvSpPr>
        <p:spPr>
          <a:xfrm>
            <a:off x="10304145" y="204002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157" name="S11-line1199"/>
          <p:cNvSpPr/>
          <p:nvPr/>
        </p:nvSpPr>
        <p:spPr>
          <a:xfrm>
            <a:off x="10578465" y="3017520"/>
            <a:ext cx="383277" cy="22128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8" name="S11-line1200"/>
          <p:cNvSpPr/>
          <p:nvPr/>
        </p:nvSpPr>
        <p:spPr>
          <a:xfrm flipV="1">
            <a:off x="10578465" y="237378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9" name="S11-pin1201"/>
          <p:cNvSpPr/>
          <p:nvPr/>
        </p:nvSpPr>
        <p:spPr>
          <a:xfrm>
            <a:off x="10523601" y="296265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0" name="S11-chip1202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61" name="S11-word1203"/>
          <p:cNvSpPr txBox="1"/>
          <p:nvPr/>
        </p:nvSpPr>
        <p:spPr>
          <a:xfrm>
            <a:off x="1344168" y="4343400"/>
            <a:ext cx="2123694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to bed</a:t>
            </a:r>
            <a:endParaRPr lang="ko-KR" sz="3200" dirty="0"/>
          </a:p>
        </p:txBody>
      </p:sp>
      <p:sp>
        <p:nvSpPr>
          <p:cNvPr id="162" name="S11-figure1204" descr="시계: 9시"/>
          <p:cNvSpPr/>
          <p:nvPr/>
        </p:nvSpPr>
        <p:spPr>
          <a:xfrm>
            <a:off x="3843909" y="4206240"/>
            <a:ext cx="2011680" cy="201168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3" name="S11-line1205"/>
          <p:cNvSpPr/>
          <p:nvPr/>
        </p:nvSpPr>
        <p:spPr>
          <a:xfrm>
            <a:off x="4849749" y="4242816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4" name="S11-line1206"/>
          <p:cNvSpPr/>
          <p:nvPr/>
        </p:nvSpPr>
        <p:spPr>
          <a:xfrm flipH="1">
            <a:off x="4945808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1-line1207"/>
          <p:cNvSpPr/>
          <p:nvPr/>
        </p:nvSpPr>
        <p:spPr>
          <a:xfrm flipH="1">
            <a:off x="5040814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1-line1208"/>
          <p:cNvSpPr/>
          <p:nvPr/>
        </p:nvSpPr>
        <p:spPr>
          <a:xfrm flipH="1">
            <a:off x="5133727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7" name="S11-line1209"/>
          <p:cNvSpPr/>
          <p:nvPr/>
        </p:nvSpPr>
        <p:spPr>
          <a:xfrm flipH="1">
            <a:off x="5223529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1-line1210"/>
          <p:cNvSpPr/>
          <p:nvPr/>
        </p:nvSpPr>
        <p:spPr>
          <a:xfrm flipH="1">
            <a:off x="5279060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9" name="S11-line1211"/>
          <p:cNvSpPr/>
          <p:nvPr/>
        </p:nvSpPr>
        <p:spPr>
          <a:xfrm flipH="1">
            <a:off x="5389907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1-line1212"/>
          <p:cNvSpPr/>
          <p:nvPr/>
        </p:nvSpPr>
        <p:spPr>
          <a:xfrm flipH="1">
            <a:off x="5464661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1-line1213"/>
          <p:cNvSpPr/>
          <p:nvPr/>
        </p:nvSpPr>
        <p:spPr>
          <a:xfrm flipH="1">
            <a:off x="5532678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2" name="S11-line1214"/>
          <p:cNvSpPr/>
          <p:nvPr/>
        </p:nvSpPr>
        <p:spPr>
          <a:xfrm flipH="1">
            <a:off x="5593213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1-line1215"/>
          <p:cNvSpPr/>
          <p:nvPr/>
        </p:nvSpPr>
        <p:spPr>
          <a:xfrm flipH="1">
            <a:off x="5593337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4" name="S11-line1216"/>
          <p:cNvSpPr/>
          <p:nvPr/>
        </p:nvSpPr>
        <p:spPr>
          <a:xfrm flipH="1">
            <a:off x="5689272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1-line1217"/>
          <p:cNvSpPr/>
          <p:nvPr/>
        </p:nvSpPr>
        <p:spPr>
          <a:xfrm flipH="1">
            <a:off x="5723743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1-line1218"/>
          <p:cNvSpPr/>
          <p:nvPr/>
        </p:nvSpPr>
        <p:spPr>
          <a:xfrm flipH="1">
            <a:off x="5748639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7" name="S11-line1219"/>
          <p:cNvSpPr/>
          <p:nvPr/>
        </p:nvSpPr>
        <p:spPr>
          <a:xfrm flipH="1">
            <a:off x="5763687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1-line1220"/>
          <p:cNvSpPr/>
          <p:nvPr/>
        </p:nvSpPr>
        <p:spPr>
          <a:xfrm flipH="1">
            <a:off x="5708371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9" name="S11-line1221"/>
          <p:cNvSpPr/>
          <p:nvPr/>
        </p:nvSpPr>
        <p:spPr>
          <a:xfrm flipH="1" flipV="1">
            <a:off x="5763687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1-line1222"/>
          <p:cNvSpPr/>
          <p:nvPr/>
        </p:nvSpPr>
        <p:spPr>
          <a:xfrm flipH="1" flipV="1">
            <a:off x="5748639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1-line1223"/>
          <p:cNvSpPr/>
          <p:nvPr/>
        </p:nvSpPr>
        <p:spPr>
          <a:xfrm flipH="1" flipV="1">
            <a:off x="5723743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2" name="S11-line1224"/>
          <p:cNvSpPr/>
          <p:nvPr/>
        </p:nvSpPr>
        <p:spPr>
          <a:xfrm flipH="1" flipV="1">
            <a:off x="5689272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1-line1225"/>
          <p:cNvSpPr/>
          <p:nvPr/>
        </p:nvSpPr>
        <p:spPr>
          <a:xfrm flipH="1" flipV="1">
            <a:off x="5593337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4" name="S11-line1226"/>
          <p:cNvSpPr/>
          <p:nvPr/>
        </p:nvSpPr>
        <p:spPr>
          <a:xfrm flipH="1" flipV="1">
            <a:off x="5593213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1-line1227"/>
          <p:cNvSpPr/>
          <p:nvPr/>
        </p:nvSpPr>
        <p:spPr>
          <a:xfrm flipH="1" flipV="1">
            <a:off x="5532678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1-line1228"/>
          <p:cNvSpPr/>
          <p:nvPr/>
        </p:nvSpPr>
        <p:spPr>
          <a:xfrm flipH="1" flipV="1">
            <a:off x="5464661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7" name="S11-line1229"/>
          <p:cNvSpPr/>
          <p:nvPr/>
        </p:nvSpPr>
        <p:spPr>
          <a:xfrm flipH="1" flipV="1">
            <a:off x="5389907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1-line1230"/>
          <p:cNvSpPr/>
          <p:nvPr/>
        </p:nvSpPr>
        <p:spPr>
          <a:xfrm flipH="1" flipV="1">
            <a:off x="5279060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9" name="S11-line1231"/>
          <p:cNvSpPr/>
          <p:nvPr/>
        </p:nvSpPr>
        <p:spPr>
          <a:xfrm flipH="1" flipV="1">
            <a:off x="5223529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1-line1232"/>
          <p:cNvSpPr/>
          <p:nvPr/>
        </p:nvSpPr>
        <p:spPr>
          <a:xfrm flipH="1" flipV="1">
            <a:off x="5133727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1-line1233"/>
          <p:cNvSpPr/>
          <p:nvPr/>
        </p:nvSpPr>
        <p:spPr>
          <a:xfrm flipH="1" flipV="1">
            <a:off x="5040814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2" name="S11-line1234"/>
          <p:cNvSpPr/>
          <p:nvPr/>
        </p:nvSpPr>
        <p:spPr>
          <a:xfrm flipH="1" flipV="1">
            <a:off x="4945808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1-line1235"/>
          <p:cNvSpPr/>
          <p:nvPr/>
        </p:nvSpPr>
        <p:spPr>
          <a:xfrm flipV="1">
            <a:off x="4849749" y="6070702"/>
            <a:ext cx="0" cy="110642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4" name="S11-line1236"/>
          <p:cNvSpPr/>
          <p:nvPr/>
        </p:nvSpPr>
        <p:spPr>
          <a:xfrm flipV="1">
            <a:off x="4748433" y="6126018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1-line1237"/>
          <p:cNvSpPr/>
          <p:nvPr/>
        </p:nvSpPr>
        <p:spPr>
          <a:xfrm flipV="1">
            <a:off x="4648228" y="6110970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1-line1238"/>
          <p:cNvSpPr/>
          <p:nvPr/>
        </p:nvSpPr>
        <p:spPr>
          <a:xfrm flipV="1">
            <a:off x="4550230" y="6086074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7" name="S11-line1239"/>
          <p:cNvSpPr/>
          <p:nvPr/>
        </p:nvSpPr>
        <p:spPr>
          <a:xfrm flipV="1">
            <a:off x="4455514" y="605160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1-line1240"/>
          <p:cNvSpPr/>
          <p:nvPr/>
        </p:nvSpPr>
        <p:spPr>
          <a:xfrm flipV="1">
            <a:off x="4365117" y="5955668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9" name="S11-line1241"/>
          <p:cNvSpPr/>
          <p:nvPr/>
        </p:nvSpPr>
        <p:spPr>
          <a:xfrm flipV="1">
            <a:off x="4280030" y="5955544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1-line1242"/>
          <p:cNvSpPr/>
          <p:nvPr/>
        </p:nvSpPr>
        <p:spPr>
          <a:xfrm flipV="1">
            <a:off x="4201185" y="5895009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1-line1243"/>
          <p:cNvSpPr/>
          <p:nvPr/>
        </p:nvSpPr>
        <p:spPr>
          <a:xfrm flipV="1">
            <a:off x="4129445" y="5826992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2" name="S11-line1244"/>
          <p:cNvSpPr/>
          <p:nvPr/>
        </p:nvSpPr>
        <p:spPr>
          <a:xfrm flipV="1">
            <a:off x="4065598" y="5752238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1-line1245"/>
          <p:cNvSpPr/>
          <p:nvPr/>
        </p:nvSpPr>
        <p:spPr>
          <a:xfrm flipV="1">
            <a:off x="4010342" y="5641391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4" name="S11-line1246"/>
          <p:cNvSpPr/>
          <p:nvPr/>
        </p:nvSpPr>
        <p:spPr>
          <a:xfrm flipV="1">
            <a:off x="3964282" y="5585860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1-line1247"/>
          <p:cNvSpPr/>
          <p:nvPr/>
        </p:nvSpPr>
        <p:spPr>
          <a:xfrm flipV="1">
            <a:off x="3927924" y="5496058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1-line1248"/>
          <p:cNvSpPr/>
          <p:nvPr/>
        </p:nvSpPr>
        <p:spPr>
          <a:xfrm flipV="1">
            <a:off x="3901666" y="5403145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7" name="S11-line1249"/>
          <p:cNvSpPr/>
          <p:nvPr/>
        </p:nvSpPr>
        <p:spPr>
          <a:xfrm flipV="1">
            <a:off x="3885795" y="5308139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1-line1250"/>
          <p:cNvSpPr/>
          <p:nvPr/>
        </p:nvSpPr>
        <p:spPr>
          <a:xfrm>
            <a:off x="3880485" y="5212080"/>
            <a:ext cx="110642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9" name="S11-line1251"/>
          <p:cNvSpPr/>
          <p:nvPr/>
        </p:nvSpPr>
        <p:spPr>
          <a:xfrm>
            <a:off x="3885795" y="5110764"/>
            <a:ext cx="50016" cy="525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1-line1252"/>
          <p:cNvSpPr/>
          <p:nvPr/>
        </p:nvSpPr>
        <p:spPr>
          <a:xfrm>
            <a:off x="3901666" y="5010559"/>
            <a:ext cx="49193" cy="1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1-line1253"/>
          <p:cNvSpPr/>
          <p:nvPr/>
        </p:nvSpPr>
        <p:spPr>
          <a:xfrm>
            <a:off x="3927924" y="4912561"/>
            <a:ext cx="47831" cy="1554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2" name="S11-line1254"/>
          <p:cNvSpPr/>
          <p:nvPr/>
        </p:nvSpPr>
        <p:spPr>
          <a:xfrm>
            <a:off x="3964282" y="4817845"/>
            <a:ext cx="45944" cy="2045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1-line1255"/>
          <p:cNvSpPr/>
          <p:nvPr/>
        </p:nvSpPr>
        <p:spPr>
          <a:xfrm>
            <a:off x="4010342" y="4727448"/>
            <a:ext cx="95819" cy="55321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4" name="S11-line1256"/>
          <p:cNvSpPr/>
          <p:nvPr/>
        </p:nvSpPr>
        <p:spPr>
          <a:xfrm>
            <a:off x="4065598" y="4642361"/>
            <a:ext cx="40687" cy="2956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1-line1257"/>
          <p:cNvSpPr/>
          <p:nvPr/>
        </p:nvSpPr>
        <p:spPr>
          <a:xfrm>
            <a:off x="4129445" y="4563516"/>
            <a:ext cx="37374" cy="3365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1-line1258"/>
          <p:cNvSpPr/>
          <p:nvPr/>
        </p:nvSpPr>
        <p:spPr>
          <a:xfrm>
            <a:off x="4201185" y="4491776"/>
            <a:ext cx="33652" cy="3737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7" name="S11-line1259"/>
          <p:cNvSpPr/>
          <p:nvPr/>
        </p:nvSpPr>
        <p:spPr>
          <a:xfrm>
            <a:off x="4280030" y="4427929"/>
            <a:ext cx="29561" cy="4068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1-line1260"/>
          <p:cNvSpPr/>
          <p:nvPr/>
        </p:nvSpPr>
        <p:spPr>
          <a:xfrm>
            <a:off x="4365117" y="4372673"/>
            <a:ext cx="55321" cy="95819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9" name="S11-line1261"/>
          <p:cNvSpPr/>
          <p:nvPr/>
        </p:nvSpPr>
        <p:spPr>
          <a:xfrm>
            <a:off x="4455514" y="4326613"/>
            <a:ext cx="20456" cy="459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1-line1262"/>
          <p:cNvSpPr/>
          <p:nvPr/>
        </p:nvSpPr>
        <p:spPr>
          <a:xfrm>
            <a:off x="4550230" y="4290255"/>
            <a:ext cx="15541" cy="47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1-line1263"/>
          <p:cNvSpPr/>
          <p:nvPr/>
        </p:nvSpPr>
        <p:spPr>
          <a:xfrm>
            <a:off x="4648228" y="4263997"/>
            <a:ext cx="10456" cy="4919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2" name="S11-line1264"/>
          <p:cNvSpPr/>
          <p:nvPr/>
        </p:nvSpPr>
        <p:spPr>
          <a:xfrm>
            <a:off x="4748433" y="4248126"/>
            <a:ext cx="5257" cy="50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3" name="S11-label1265"/>
          <p:cNvSpPr txBox="1"/>
          <p:nvPr/>
        </p:nvSpPr>
        <p:spPr>
          <a:xfrm>
            <a:off x="4972736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600" dirty="0"/>
          </a:p>
        </p:txBody>
      </p:sp>
      <p:sp>
        <p:nvSpPr>
          <p:cNvPr id="224" name="S11-label1266"/>
          <p:cNvSpPr txBox="1"/>
          <p:nvPr/>
        </p:nvSpPr>
        <p:spPr>
          <a:xfrm>
            <a:off x="5263585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600" dirty="0"/>
          </a:p>
        </p:txBody>
      </p:sp>
      <p:sp>
        <p:nvSpPr>
          <p:cNvPr id="225" name="S11-label1267"/>
          <p:cNvSpPr txBox="1"/>
          <p:nvPr/>
        </p:nvSpPr>
        <p:spPr>
          <a:xfrm>
            <a:off x="5370043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600" dirty="0"/>
          </a:p>
        </p:txBody>
      </p:sp>
      <p:sp>
        <p:nvSpPr>
          <p:cNvPr id="226" name="S11-label1268"/>
          <p:cNvSpPr txBox="1"/>
          <p:nvPr/>
        </p:nvSpPr>
        <p:spPr>
          <a:xfrm>
            <a:off x="5263585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600" dirty="0"/>
          </a:p>
        </p:txBody>
      </p:sp>
      <p:sp>
        <p:nvSpPr>
          <p:cNvPr id="227" name="S11-label1269"/>
          <p:cNvSpPr txBox="1"/>
          <p:nvPr/>
        </p:nvSpPr>
        <p:spPr>
          <a:xfrm>
            <a:off x="4972736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600" dirty="0"/>
          </a:p>
        </p:txBody>
      </p:sp>
      <p:sp>
        <p:nvSpPr>
          <p:cNvPr id="228" name="S11-label1270"/>
          <p:cNvSpPr txBox="1"/>
          <p:nvPr/>
        </p:nvSpPr>
        <p:spPr>
          <a:xfrm>
            <a:off x="4575429" y="582381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600" dirty="0"/>
          </a:p>
        </p:txBody>
      </p:sp>
      <p:sp>
        <p:nvSpPr>
          <p:cNvPr id="229" name="S11-label1271"/>
          <p:cNvSpPr txBox="1"/>
          <p:nvPr/>
        </p:nvSpPr>
        <p:spPr>
          <a:xfrm>
            <a:off x="4178122" y="57173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600" dirty="0"/>
          </a:p>
        </p:txBody>
      </p:sp>
      <p:sp>
        <p:nvSpPr>
          <p:cNvPr id="230" name="S11-label1272"/>
          <p:cNvSpPr txBox="1"/>
          <p:nvPr/>
        </p:nvSpPr>
        <p:spPr>
          <a:xfrm>
            <a:off x="3887273" y="542650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600" dirty="0"/>
          </a:p>
        </p:txBody>
      </p:sp>
      <p:sp>
        <p:nvSpPr>
          <p:cNvPr id="231" name="S11-label1273"/>
          <p:cNvSpPr txBox="1"/>
          <p:nvPr/>
        </p:nvSpPr>
        <p:spPr>
          <a:xfrm>
            <a:off x="3780815" y="502920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600" dirty="0"/>
          </a:p>
        </p:txBody>
      </p:sp>
      <p:sp>
        <p:nvSpPr>
          <p:cNvPr id="232" name="S11-label1274"/>
          <p:cNvSpPr txBox="1"/>
          <p:nvPr/>
        </p:nvSpPr>
        <p:spPr>
          <a:xfrm>
            <a:off x="3887273" y="4631893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600" dirty="0"/>
          </a:p>
        </p:txBody>
      </p:sp>
      <p:sp>
        <p:nvSpPr>
          <p:cNvPr id="233" name="S11-label1275"/>
          <p:cNvSpPr txBox="1"/>
          <p:nvPr/>
        </p:nvSpPr>
        <p:spPr>
          <a:xfrm>
            <a:off x="4178122" y="43410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600" dirty="0"/>
          </a:p>
        </p:txBody>
      </p:sp>
      <p:sp>
        <p:nvSpPr>
          <p:cNvPr id="234" name="S11-label1276"/>
          <p:cNvSpPr txBox="1"/>
          <p:nvPr/>
        </p:nvSpPr>
        <p:spPr>
          <a:xfrm>
            <a:off x="4575429" y="423458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600" dirty="0"/>
          </a:p>
        </p:txBody>
      </p:sp>
      <p:sp>
        <p:nvSpPr>
          <p:cNvPr id="235" name="S11-line1277"/>
          <p:cNvSpPr/>
          <p:nvPr/>
        </p:nvSpPr>
        <p:spPr>
          <a:xfrm flipH="1">
            <a:off x="4407179" y="5212080"/>
            <a:ext cx="442570" cy="0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6" name="S11-line1278"/>
          <p:cNvSpPr/>
          <p:nvPr/>
        </p:nvSpPr>
        <p:spPr>
          <a:xfrm flipV="1">
            <a:off x="4849749" y="4568342"/>
            <a:ext cx="0" cy="643738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7" name="S11-pin1279"/>
          <p:cNvSpPr/>
          <p:nvPr/>
        </p:nvSpPr>
        <p:spPr>
          <a:xfrm>
            <a:off x="4794885" y="5157216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8" name="S11-chip1280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239" name="S11-text1281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학교에 가는 시각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2-card12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2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다음에 시각! 30분은 짧은바늘 앞의 숫자 + thirty</a:t>
            </a:r>
            <a:endParaRPr lang="ko-KR" sz="2800" dirty="0"/>
          </a:p>
        </p:txBody>
      </p:sp>
      <p:sp>
        <p:nvSpPr>
          <p:cNvPr id="5" name="S12-chip1284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285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I get up at seven thirty.</a:t>
            </a:r>
            <a:endParaRPr lang="ko-KR" sz="2800" dirty="0"/>
          </a:p>
        </p:txBody>
      </p:sp>
      <p:sp>
        <p:nvSpPr>
          <p:cNvPr id="7" name="S12-text1286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go home at four.</a:t>
            </a:r>
            <a:endParaRPr lang="ko-KR" sz="2800" dirty="0"/>
          </a:p>
        </p:txBody>
      </p:sp>
      <p:sp>
        <p:nvSpPr>
          <p:cNvPr id="8" name="S12-text1287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I go to bed at nine.</a:t>
            </a:r>
            <a:endParaRPr lang="ko-KR" sz="2800" dirty="0"/>
          </a:p>
        </p:txBody>
      </p:sp>
      <p:sp>
        <p:nvSpPr>
          <p:cNvPr id="9" name="S12-text1288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I go to school at ○○.</a:t>
            </a:r>
            <a:endParaRPr lang="ko-KR" sz="2800" dirty="0"/>
          </a:p>
        </p:txBody>
      </p:sp>
      <p:sp>
        <p:nvSpPr>
          <p:cNvPr id="10" name="S12-chip128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1290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 빠뜨리기</a:t>
            </a:r>
            <a:endParaRPr lang="ko-KR" sz="2800" dirty="0"/>
          </a:p>
        </p:txBody>
      </p:sp>
      <p:sp>
        <p:nvSpPr>
          <p:cNvPr id="12" name="S12-text1291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7:30을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 thirty로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문장에 맞는 시계를 골라요</a:t>
            </a:r>
            <a:endParaRPr lang="ko-KR" sz="4000" dirty="0"/>
          </a:p>
        </p:txBody>
      </p:sp>
      <p:sp>
        <p:nvSpPr>
          <p:cNvPr id="3" name="S13-card1292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293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go to school at eight thirty.에 맞는 시계는? 어떻게 알았나요?</a:t>
            </a:r>
            <a:endParaRPr lang="ko-KR" sz="2800" dirty="0"/>
          </a:p>
        </p:txBody>
      </p:sp>
      <p:sp>
        <p:nvSpPr>
          <p:cNvPr id="5" name="S13-chip1294"/>
          <p:cNvSpPr txBox="1"/>
          <p:nvPr/>
        </p:nvSpPr>
        <p:spPr>
          <a:xfrm>
            <a:off x="548640" y="184048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3-figure1295" descr="시계: 8시"/>
          <p:cNvSpPr/>
          <p:nvPr/>
        </p:nvSpPr>
        <p:spPr>
          <a:xfrm>
            <a:off x="2829814" y="1325880"/>
            <a:ext cx="1596136" cy="15961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7" name="S13-line1296"/>
          <p:cNvSpPr/>
          <p:nvPr/>
        </p:nvSpPr>
        <p:spPr>
          <a:xfrm>
            <a:off x="3627882" y="1362456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13-line1297"/>
          <p:cNvSpPr/>
          <p:nvPr/>
        </p:nvSpPr>
        <p:spPr>
          <a:xfrm flipH="1">
            <a:off x="3703309" y="1366628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3-line1298"/>
          <p:cNvSpPr/>
          <p:nvPr/>
        </p:nvSpPr>
        <p:spPr>
          <a:xfrm flipH="1">
            <a:off x="3777909" y="1379096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3-line1299"/>
          <p:cNvSpPr/>
          <p:nvPr/>
        </p:nvSpPr>
        <p:spPr>
          <a:xfrm flipH="1">
            <a:off x="3850865" y="139972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3-line1300"/>
          <p:cNvSpPr/>
          <p:nvPr/>
        </p:nvSpPr>
        <p:spPr>
          <a:xfrm flipH="1">
            <a:off x="3921379" y="1428290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3-line1301"/>
          <p:cNvSpPr/>
          <p:nvPr/>
        </p:nvSpPr>
        <p:spPr>
          <a:xfrm flipH="1">
            <a:off x="3964734" y="1464477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13-line1302"/>
          <p:cNvSpPr/>
          <p:nvPr/>
        </p:nvSpPr>
        <p:spPr>
          <a:xfrm flipH="1">
            <a:off x="4052021" y="1507888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3-line1303"/>
          <p:cNvSpPr/>
          <p:nvPr/>
        </p:nvSpPr>
        <p:spPr>
          <a:xfrm flipH="1">
            <a:off x="4110719" y="15580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3-line1304"/>
          <p:cNvSpPr/>
          <p:nvPr/>
        </p:nvSpPr>
        <p:spPr>
          <a:xfrm flipH="1">
            <a:off x="4164127" y="1614410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3-line1305"/>
          <p:cNvSpPr/>
          <p:nvPr/>
        </p:nvSpPr>
        <p:spPr>
          <a:xfrm flipH="1">
            <a:off x="4211659" y="1676354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13-line1306"/>
          <p:cNvSpPr/>
          <p:nvPr/>
        </p:nvSpPr>
        <p:spPr>
          <a:xfrm flipH="1">
            <a:off x="4211327" y="1743202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" name="S13-line1307"/>
          <p:cNvSpPr/>
          <p:nvPr/>
        </p:nvSpPr>
        <p:spPr>
          <a:xfrm flipH="1">
            <a:off x="4287086" y="181422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3-line1308"/>
          <p:cNvSpPr/>
          <p:nvPr/>
        </p:nvSpPr>
        <p:spPr>
          <a:xfrm flipH="1">
            <a:off x="4314154" y="1888634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3-line1309"/>
          <p:cNvSpPr/>
          <p:nvPr/>
        </p:nvSpPr>
        <p:spPr>
          <a:xfrm flipH="1">
            <a:off x="4333702" y="196562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3-line1310"/>
          <p:cNvSpPr/>
          <p:nvPr/>
        </p:nvSpPr>
        <p:spPr>
          <a:xfrm flipH="1">
            <a:off x="4345518" y="2044350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3-line1311"/>
          <p:cNvSpPr/>
          <p:nvPr/>
        </p:nvSpPr>
        <p:spPr>
          <a:xfrm flipH="1">
            <a:off x="4301587" y="2123948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13-line1312"/>
          <p:cNvSpPr/>
          <p:nvPr/>
        </p:nvSpPr>
        <p:spPr>
          <a:xfrm flipH="1" flipV="1">
            <a:off x="4345518" y="2199375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3-line1313"/>
          <p:cNvSpPr/>
          <p:nvPr/>
        </p:nvSpPr>
        <p:spPr>
          <a:xfrm flipH="1" flipV="1">
            <a:off x="4333702" y="227397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3-line1314"/>
          <p:cNvSpPr/>
          <p:nvPr/>
        </p:nvSpPr>
        <p:spPr>
          <a:xfrm flipH="1" flipV="1">
            <a:off x="4314154" y="2346931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3-line1315"/>
          <p:cNvSpPr/>
          <p:nvPr/>
        </p:nvSpPr>
        <p:spPr>
          <a:xfrm flipH="1" flipV="1">
            <a:off x="4287086" y="2417445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3-line1316"/>
          <p:cNvSpPr/>
          <p:nvPr/>
        </p:nvSpPr>
        <p:spPr>
          <a:xfrm flipH="1" flipV="1">
            <a:off x="4211327" y="2460800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3-line1317"/>
          <p:cNvSpPr/>
          <p:nvPr/>
        </p:nvSpPr>
        <p:spPr>
          <a:xfrm flipH="1" flipV="1">
            <a:off x="4211659" y="2548087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13-line1318"/>
          <p:cNvSpPr/>
          <p:nvPr/>
        </p:nvSpPr>
        <p:spPr>
          <a:xfrm flipH="1" flipV="1">
            <a:off x="4164127" y="2606785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3-line1319"/>
          <p:cNvSpPr/>
          <p:nvPr/>
        </p:nvSpPr>
        <p:spPr>
          <a:xfrm flipH="1" flipV="1">
            <a:off x="4110719" y="2660193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3-line1320"/>
          <p:cNvSpPr/>
          <p:nvPr/>
        </p:nvSpPr>
        <p:spPr>
          <a:xfrm flipH="1" flipV="1">
            <a:off x="4052021" y="2707725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3-line1321"/>
          <p:cNvSpPr/>
          <p:nvPr/>
        </p:nvSpPr>
        <p:spPr>
          <a:xfrm flipH="1" flipV="1">
            <a:off x="3964734" y="270739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3-line1322"/>
          <p:cNvSpPr/>
          <p:nvPr/>
        </p:nvSpPr>
        <p:spPr>
          <a:xfrm flipH="1" flipV="1">
            <a:off x="3921379" y="2783152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3-line1323"/>
          <p:cNvSpPr/>
          <p:nvPr/>
        </p:nvSpPr>
        <p:spPr>
          <a:xfrm flipH="1" flipV="1">
            <a:off x="3850865" y="2810220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3-line1324"/>
          <p:cNvSpPr/>
          <p:nvPr/>
        </p:nvSpPr>
        <p:spPr>
          <a:xfrm flipH="1" flipV="1">
            <a:off x="3777909" y="2829768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3-line1325"/>
          <p:cNvSpPr/>
          <p:nvPr/>
        </p:nvSpPr>
        <p:spPr>
          <a:xfrm flipH="1" flipV="1">
            <a:off x="3703309" y="28415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3-line1326"/>
          <p:cNvSpPr/>
          <p:nvPr/>
        </p:nvSpPr>
        <p:spPr>
          <a:xfrm flipV="1">
            <a:off x="3627882" y="2797653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8" name="S13-line1327"/>
          <p:cNvSpPr/>
          <p:nvPr/>
        </p:nvSpPr>
        <p:spPr>
          <a:xfrm flipV="1">
            <a:off x="3548284" y="28415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3-line1328"/>
          <p:cNvSpPr/>
          <p:nvPr/>
        </p:nvSpPr>
        <p:spPr>
          <a:xfrm flipV="1">
            <a:off x="3469559" y="2829768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13-line1329"/>
          <p:cNvSpPr/>
          <p:nvPr/>
        </p:nvSpPr>
        <p:spPr>
          <a:xfrm flipV="1">
            <a:off x="3392568" y="2810220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3-line1330"/>
          <p:cNvSpPr/>
          <p:nvPr/>
        </p:nvSpPr>
        <p:spPr>
          <a:xfrm flipV="1">
            <a:off x="3318155" y="2783152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3-line1331"/>
          <p:cNvSpPr/>
          <p:nvPr/>
        </p:nvSpPr>
        <p:spPr>
          <a:xfrm flipV="1">
            <a:off x="3247136" y="270739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3-line1332"/>
          <p:cNvSpPr/>
          <p:nvPr/>
        </p:nvSpPr>
        <p:spPr>
          <a:xfrm flipV="1">
            <a:off x="3180288" y="2707725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3-line1333"/>
          <p:cNvSpPr/>
          <p:nvPr/>
        </p:nvSpPr>
        <p:spPr>
          <a:xfrm flipV="1">
            <a:off x="3118344" y="2660193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3-line1334"/>
          <p:cNvSpPr/>
          <p:nvPr/>
        </p:nvSpPr>
        <p:spPr>
          <a:xfrm flipV="1">
            <a:off x="3061983" y="2606785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3-line1335"/>
          <p:cNvSpPr/>
          <p:nvPr/>
        </p:nvSpPr>
        <p:spPr>
          <a:xfrm flipV="1">
            <a:off x="3011822" y="2548087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3-line1336"/>
          <p:cNvSpPr/>
          <p:nvPr/>
        </p:nvSpPr>
        <p:spPr>
          <a:xfrm flipV="1">
            <a:off x="2968411" y="2460800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8" name="S13-line1337"/>
          <p:cNvSpPr/>
          <p:nvPr/>
        </p:nvSpPr>
        <p:spPr>
          <a:xfrm flipV="1">
            <a:off x="2932224" y="2417445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3-line1338"/>
          <p:cNvSpPr/>
          <p:nvPr/>
        </p:nvSpPr>
        <p:spPr>
          <a:xfrm flipV="1">
            <a:off x="2903660" y="2346931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13-line1339"/>
          <p:cNvSpPr/>
          <p:nvPr/>
        </p:nvSpPr>
        <p:spPr>
          <a:xfrm flipV="1">
            <a:off x="2883030" y="227397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13-line1340"/>
          <p:cNvSpPr/>
          <p:nvPr/>
        </p:nvSpPr>
        <p:spPr>
          <a:xfrm flipV="1">
            <a:off x="2870562" y="2199375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3-line1341"/>
          <p:cNvSpPr/>
          <p:nvPr/>
        </p:nvSpPr>
        <p:spPr>
          <a:xfrm>
            <a:off x="2866390" y="2123948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3" name="S13-line1342"/>
          <p:cNvSpPr/>
          <p:nvPr/>
        </p:nvSpPr>
        <p:spPr>
          <a:xfrm>
            <a:off x="2870562" y="2044350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3-line1343"/>
          <p:cNvSpPr/>
          <p:nvPr/>
        </p:nvSpPr>
        <p:spPr>
          <a:xfrm>
            <a:off x="2883030" y="196562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3-line1344"/>
          <p:cNvSpPr/>
          <p:nvPr/>
        </p:nvSpPr>
        <p:spPr>
          <a:xfrm>
            <a:off x="2903660" y="1888634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3-line1345"/>
          <p:cNvSpPr/>
          <p:nvPr/>
        </p:nvSpPr>
        <p:spPr>
          <a:xfrm>
            <a:off x="2932224" y="181422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3-line1346"/>
          <p:cNvSpPr/>
          <p:nvPr/>
        </p:nvSpPr>
        <p:spPr>
          <a:xfrm>
            <a:off x="2968411" y="1743202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8" name="S13-line1347"/>
          <p:cNvSpPr/>
          <p:nvPr/>
        </p:nvSpPr>
        <p:spPr>
          <a:xfrm>
            <a:off x="3011822" y="1676354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3-line1348"/>
          <p:cNvSpPr/>
          <p:nvPr/>
        </p:nvSpPr>
        <p:spPr>
          <a:xfrm>
            <a:off x="3061983" y="1614410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3-line1349"/>
          <p:cNvSpPr/>
          <p:nvPr/>
        </p:nvSpPr>
        <p:spPr>
          <a:xfrm>
            <a:off x="3118344" y="15580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13-line1350"/>
          <p:cNvSpPr/>
          <p:nvPr/>
        </p:nvSpPr>
        <p:spPr>
          <a:xfrm>
            <a:off x="3180288" y="1507888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13-line1351"/>
          <p:cNvSpPr/>
          <p:nvPr/>
        </p:nvSpPr>
        <p:spPr>
          <a:xfrm>
            <a:off x="3247136" y="1464477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3" name="S13-line1352"/>
          <p:cNvSpPr/>
          <p:nvPr/>
        </p:nvSpPr>
        <p:spPr>
          <a:xfrm>
            <a:off x="3318155" y="1428290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13-line1353"/>
          <p:cNvSpPr/>
          <p:nvPr/>
        </p:nvSpPr>
        <p:spPr>
          <a:xfrm>
            <a:off x="3392568" y="139972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13-line1354"/>
          <p:cNvSpPr/>
          <p:nvPr/>
        </p:nvSpPr>
        <p:spPr>
          <a:xfrm>
            <a:off x="3469559" y="1379096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13-line1355"/>
          <p:cNvSpPr/>
          <p:nvPr/>
        </p:nvSpPr>
        <p:spPr>
          <a:xfrm>
            <a:off x="3548284" y="1366628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13-label1356"/>
          <p:cNvSpPr txBox="1"/>
          <p:nvPr/>
        </p:nvSpPr>
        <p:spPr>
          <a:xfrm>
            <a:off x="3668799" y="13950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68" name="S13-label1357"/>
          <p:cNvSpPr txBox="1"/>
          <p:nvPr/>
        </p:nvSpPr>
        <p:spPr>
          <a:xfrm>
            <a:off x="3899568" y="16258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69" name="S13-label1358"/>
          <p:cNvSpPr txBox="1"/>
          <p:nvPr/>
        </p:nvSpPr>
        <p:spPr>
          <a:xfrm>
            <a:off x="3984036" y="19410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70" name="S13-label1359"/>
          <p:cNvSpPr txBox="1"/>
          <p:nvPr/>
        </p:nvSpPr>
        <p:spPr>
          <a:xfrm>
            <a:off x="3899568" y="22563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71" name="S13-label1360"/>
          <p:cNvSpPr txBox="1"/>
          <p:nvPr/>
        </p:nvSpPr>
        <p:spPr>
          <a:xfrm>
            <a:off x="3668799" y="24870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72" name="S13-label1361"/>
          <p:cNvSpPr txBox="1"/>
          <p:nvPr/>
        </p:nvSpPr>
        <p:spPr>
          <a:xfrm>
            <a:off x="3353562" y="25715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73" name="S13-label1362"/>
          <p:cNvSpPr txBox="1"/>
          <p:nvPr/>
        </p:nvSpPr>
        <p:spPr>
          <a:xfrm>
            <a:off x="3038325" y="24870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74" name="S13-label1363"/>
          <p:cNvSpPr txBox="1"/>
          <p:nvPr/>
        </p:nvSpPr>
        <p:spPr>
          <a:xfrm>
            <a:off x="2807556" y="22563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75" name="S13-label1364"/>
          <p:cNvSpPr txBox="1"/>
          <p:nvPr/>
        </p:nvSpPr>
        <p:spPr>
          <a:xfrm>
            <a:off x="2723088" y="19410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76" name="S13-label1365"/>
          <p:cNvSpPr txBox="1"/>
          <p:nvPr/>
        </p:nvSpPr>
        <p:spPr>
          <a:xfrm>
            <a:off x="2807556" y="16258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77" name="S13-label1366"/>
          <p:cNvSpPr txBox="1"/>
          <p:nvPr/>
        </p:nvSpPr>
        <p:spPr>
          <a:xfrm>
            <a:off x="3038325" y="13950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78" name="S13-label1367"/>
          <p:cNvSpPr txBox="1"/>
          <p:nvPr/>
        </p:nvSpPr>
        <p:spPr>
          <a:xfrm>
            <a:off x="3353562" y="13105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79" name="S13-line1368"/>
          <p:cNvSpPr/>
          <p:nvPr/>
        </p:nvSpPr>
        <p:spPr>
          <a:xfrm flipH="1">
            <a:off x="3323777" y="2123948"/>
            <a:ext cx="304105" cy="175575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80" name="S13-line1369"/>
          <p:cNvSpPr/>
          <p:nvPr/>
        </p:nvSpPr>
        <p:spPr>
          <a:xfrm flipV="1">
            <a:off x="3627882" y="1613184"/>
            <a:ext cx="0" cy="51076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81" name="S13-pin1370"/>
          <p:cNvSpPr/>
          <p:nvPr/>
        </p:nvSpPr>
        <p:spPr>
          <a:xfrm>
            <a:off x="3573018" y="2069084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2" name="S13-chip1371"/>
          <p:cNvSpPr txBox="1"/>
          <p:nvPr/>
        </p:nvSpPr>
        <p:spPr>
          <a:xfrm>
            <a:off x="6277356" y="1840484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83" name="S13-figure1372" descr="시계: 9시 30분"/>
          <p:cNvSpPr/>
          <p:nvPr/>
        </p:nvSpPr>
        <p:spPr>
          <a:xfrm>
            <a:off x="8558530" y="1325880"/>
            <a:ext cx="1596136" cy="15961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84" name="S13-line1373"/>
          <p:cNvSpPr/>
          <p:nvPr/>
        </p:nvSpPr>
        <p:spPr>
          <a:xfrm>
            <a:off x="9356598" y="1362456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5" name="S13-line1374"/>
          <p:cNvSpPr/>
          <p:nvPr/>
        </p:nvSpPr>
        <p:spPr>
          <a:xfrm flipH="1">
            <a:off x="9432025" y="1366628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13-line1375"/>
          <p:cNvSpPr/>
          <p:nvPr/>
        </p:nvSpPr>
        <p:spPr>
          <a:xfrm flipH="1">
            <a:off x="9506625" y="1379096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13-line1376"/>
          <p:cNvSpPr/>
          <p:nvPr/>
        </p:nvSpPr>
        <p:spPr>
          <a:xfrm flipH="1">
            <a:off x="9579581" y="139972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13-line1377"/>
          <p:cNvSpPr/>
          <p:nvPr/>
        </p:nvSpPr>
        <p:spPr>
          <a:xfrm flipH="1">
            <a:off x="9650095" y="1428290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13-line1378"/>
          <p:cNvSpPr/>
          <p:nvPr/>
        </p:nvSpPr>
        <p:spPr>
          <a:xfrm flipH="1">
            <a:off x="9693450" y="1464477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0" name="S13-line1379"/>
          <p:cNvSpPr/>
          <p:nvPr/>
        </p:nvSpPr>
        <p:spPr>
          <a:xfrm flipH="1">
            <a:off x="9780737" y="1507888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13-line1380"/>
          <p:cNvSpPr/>
          <p:nvPr/>
        </p:nvSpPr>
        <p:spPr>
          <a:xfrm flipH="1">
            <a:off x="9839435" y="15580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13-line1381"/>
          <p:cNvSpPr/>
          <p:nvPr/>
        </p:nvSpPr>
        <p:spPr>
          <a:xfrm flipH="1">
            <a:off x="9892843" y="1614410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13-line1382"/>
          <p:cNvSpPr/>
          <p:nvPr/>
        </p:nvSpPr>
        <p:spPr>
          <a:xfrm flipH="1">
            <a:off x="9940375" y="1676354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4" name="S13-line1383"/>
          <p:cNvSpPr/>
          <p:nvPr/>
        </p:nvSpPr>
        <p:spPr>
          <a:xfrm flipH="1">
            <a:off x="9940043" y="1743202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5" name="S13-line1384"/>
          <p:cNvSpPr/>
          <p:nvPr/>
        </p:nvSpPr>
        <p:spPr>
          <a:xfrm flipH="1">
            <a:off x="10015802" y="181422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13-line1385"/>
          <p:cNvSpPr/>
          <p:nvPr/>
        </p:nvSpPr>
        <p:spPr>
          <a:xfrm flipH="1">
            <a:off x="10042870" y="1888634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13-line1386"/>
          <p:cNvSpPr/>
          <p:nvPr/>
        </p:nvSpPr>
        <p:spPr>
          <a:xfrm flipH="1">
            <a:off x="10062418" y="196562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13-line1387"/>
          <p:cNvSpPr/>
          <p:nvPr/>
        </p:nvSpPr>
        <p:spPr>
          <a:xfrm flipH="1">
            <a:off x="10074234" y="2044350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13-line1388"/>
          <p:cNvSpPr/>
          <p:nvPr/>
        </p:nvSpPr>
        <p:spPr>
          <a:xfrm flipH="1">
            <a:off x="10030303" y="2123948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0" name="S13-line1389"/>
          <p:cNvSpPr/>
          <p:nvPr/>
        </p:nvSpPr>
        <p:spPr>
          <a:xfrm flipH="1" flipV="1">
            <a:off x="10074234" y="2199375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13-line1390"/>
          <p:cNvSpPr/>
          <p:nvPr/>
        </p:nvSpPr>
        <p:spPr>
          <a:xfrm flipH="1" flipV="1">
            <a:off x="10062418" y="227397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13-line1391"/>
          <p:cNvSpPr/>
          <p:nvPr/>
        </p:nvSpPr>
        <p:spPr>
          <a:xfrm flipH="1" flipV="1">
            <a:off x="10042870" y="2346931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13-line1392"/>
          <p:cNvSpPr/>
          <p:nvPr/>
        </p:nvSpPr>
        <p:spPr>
          <a:xfrm flipH="1" flipV="1">
            <a:off x="10015802" y="2417445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13-line1393"/>
          <p:cNvSpPr/>
          <p:nvPr/>
        </p:nvSpPr>
        <p:spPr>
          <a:xfrm flipH="1" flipV="1">
            <a:off x="9940043" y="2460800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5" name="S13-line1394"/>
          <p:cNvSpPr/>
          <p:nvPr/>
        </p:nvSpPr>
        <p:spPr>
          <a:xfrm flipH="1" flipV="1">
            <a:off x="9940375" y="2548087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6" name="S13-line1395"/>
          <p:cNvSpPr/>
          <p:nvPr/>
        </p:nvSpPr>
        <p:spPr>
          <a:xfrm flipH="1" flipV="1">
            <a:off x="9892843" y="2606785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13-line1396"/>
          <p:cNvSpPr/>
          <p:nvPr/>
        </p:nvSpPr>
        <p:spPr>
          <a:xfrm flipH="1" flipV="1">
            <a:off x="9839435" y="2660193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13-line1397"/>
          <p:cNvSpPr/>
          <p:nvPr/>
        </p:nvSpPr>
        <p:spPr>
          <a:xfrm flipH="1" flipV="1">
            <a:off x="9780737" y="2707725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13-line1398"/>
          <p:cNvSpPr/>
          <p:nvPr/>
        </p:nvSpPr>
        <p:spPr>
          <a:xfrm flipH="1" flipV="1">
            <a:off x="9693450" y="270739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0" name="S13-line1399"/>
          <p:cNvSpPr/>
          <p:nvPr/>
        </p:nvSpPr>
        <p:spPr>
          <a:xfrm flipH="1" flipV="1">
            <a:off x="9650095" y="2783152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13-line1400"/>
          <p:cNvSpPr/>
          <p:nvPr/>
        </p:nvSpPr>
        <p:spPr>
          <a:xfrm flipH="1" flipV="1">
            <a:off x="9579581" y="2810220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13-line1401"/>
          <p:cNvSpPr/>
          <p:nvPr/>
        </p:nvSpPr>
        <p:spPr>
          <a:xfrm flipH="1" flipV="1">
            <a:off x="9506625" y="2829768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13-line1402"/>
          <p:cNvSpPr/>
          <p:nvPr/>
        </p:nvSpPr>
        <p:spPr>
          <a:xfrm flipH="1" flipV="1">
            <a:off x="9432025" y="28415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13-line1403"/>
          <p:cNvSpPr/>
          <p:nvPr/>
        </p:nvSpPr>
        <p:spPr>
          <a:xfrm flipV="1">
            <a:off x="9356598" y="2797653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5" name="S13-line1404"/>
          <p:cNvSpPr/>
          <p:nvPr/>
        </p:nvSpPr>
        <p:spPr>
          <a:xfrm flipV="1">
            <a:off x="9277000" y="28415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6" name="S13-line1405"/>
          <p:cNvSpPr/>
          <p:nvPr/>
        </p:nvSpPr>
        <p:spPr>
          <a:xfrm flipV="1">
            <a:off x="9198275" y="2829768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7" name="S13-line1406"/>
          <p:cNvSpPr/>
          <p:nvPr/>
        </p:nvSpPr>
        <p:spPr>
          <a:xfrm flipV="1">
            <a:off x="9121284" y="2810220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13-line1407"/>
          <p:cNvSpPr/>
          <p:nvPr/>
        </p:nvSpPr>
        <p:spPr>
          <a:xfrm flipV="1">
            <a:off x="9046871" y="2783152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13-line1408"/>
          <p:cNvSpPr/>
          <p:nvPr/>
        </p:nvSpPr>
        <p:spPr>
          <a:xfrm flipV="1">
            <a:off x="8975852" y="270739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0" name="S13-line1409"/>
          <p:cNvSpPr/>
          <p:nvPr/>
        </p:nvSpPr>
        <p:spPr>
          <a:xfrm flipV="1">
            <a:off x="8909004" y="2707725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13-line1410"/>
          <p:cNvSpPr/>
          <p:nvPr/>
        </p:nvSpPr>
        <p:spPr>
          <a:xfrm flipV="1">
            <a:off x="8847060" y="2660193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13-line1411"/>
          <p:cNvSpPr/>
          <p:nvPr/>
        </p:nvSpPr>
        <p:spPr>
          <a:xfrm flipV="1">
            <a:off x="8790699" y="2606785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13-line1412"/>
          <p:cNvSpPr/>
          <p:nvPr/>
        </p:nvSpPr>
        <p:spPr>
          <a:xfrm flipV="1">
            <a:off x="8740538" y="2548087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13-line1413"/>
          <p:cNvSpPr/>
          <p:nvPr/>
        </p:nvSpPr>
        <p:spPr>
          <a:xfrm flipV="1">
            <a:off x="8697127" y="2460800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25" name="S13-line1414"/>
          <p:cNvSpPr/>
          <p:nvPr/>
        </p:nvSpPr>
        <p:spPr>
          <a:xfrm flipV="1">
            <a:off x="8660940" y="2417445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13-line1415"/>
          <p:cNvSpPr/>
          <p:nvPr/>
        </p:nvSpPr>
        <p:spPr>
          <a:xfrm flipV="1">
            <a:off x="8632376" y="2346931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7" name="S13-line1416"/>
          <p:cNvSpPr/>
          <p:nvPr/>
        </p:nvSpPr>
        <p:spPr>
          <a:xfrm flipV="1">
            <a:off x="8611746" y="227397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8" name="S13-line1417"/>
          <p:cNvSpPr/>
          <p:nvPr/>
        </p:nvSpPr>
        <p:spPr>
          <a:xfrm flipV="1">
            <a:off x="8599278" y="2199375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13-line1418"/>
          <p:cNvSpPr/>
          <p:nvPr/>
        </p:nvSpPr>
        <p:spPr>
          <a:xfrm>
            <a:off x="8595106" y="2123948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0" name="S13-line1419"/>
          <p:cNvSpPr/>
          <p:nvPr/>
        </p:nvSpPr>
        <p:spPr>
          <a:xfrm>
            <a:off x="8599278" y="2044350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13-line1420"/>
          <p:cNvSpPr/>
          <p:nvPr/>
        </p:nvSpPr>
        <p:spPr>
          <a:xfrm>
            <a:off x="8611746" y="1965625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13-line1421"/>
          <p:cNvSpPr/>
          <p:nvPr/>
        </p:nvSpPr>
        <p:spPr>
          <a:xfrm>
            <a:off x="8632376" y="1888634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13-line1422"/>
          <p:cNvSpPr/>
          <p:nvPr/>
        </p:nvSpPr>
        <p:spPr>
          <a:xfrm>
            <a:off x="8660940" y="181422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13-line1423"/>
          <p:cNvSpPr/>
          <p:nvPr/>
        </p:nvSpPr>
        <p:spPr>
          <a:xfrm>
            <a:off x="8697127" y="1743202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5" name="S13-line1424"/>
          <p:cNvSpPr/>
          <p:nvPr/>
        </p:nvSpPr>
        <p:spPr>
          <a:xfrm>
            <a:off x="8740538" y="1676354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13-line1425"/>
          <p:cNvSpPr/>
          <p:nvPr/>
        </p:nvSpPr>
        <p:spPr>
          <a:xfrm>
            <a:off x="8790699" y="1614410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13-line1426"/>
          <p:cNvSpPr/>
          <p:nvPr/>
        </p:nvSpPr>
        <p:spPr>
          <a:xfrm>
            <a:off x="8847060" y="15580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8" name="S13-line1427"/>
          <p:cNvSpPr/>
          <p:nvPr/>
        </p:nvSpPr>
        <p:spPr>
          <a:xfrm>
            <a:off x="8909004" y="1507888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9" name="S13-line1428"/>
          <p:cNvSpPr/>
          <p:nvPr/>
        </p:nvSpPr>
        <p:spPr>
          <a:xfrm>
            <a:off x="8975852" y="1464477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0" name="S13-line1429"/>
          <p:cNvSpPr/>
          <p:nvPr/>
        </p:nvSpPr>
        <p:spPr>
          <a:xfrm>
            <a:off x="9046871" y="1428290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13-line1430"/>
          <p:cNvSpPr/>
          <p:nvPr/>
        </p:nvSpPr>
        <p:spPr>
          <a:xfrm>
            <a:off x="9121284" y="139972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13-line1431"/>
          <p:cNvSpPr/>
          <p:nvPr/>
        </p:nvSpPr>
        <p:spPr>
          <a:xfrm>
            <a:off x="9198275" y="1379096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13-line1432"/>
          <p:cNvSpPr/>
          <p:nvPr/>
        </p:nvSpPr>
        <p:spPr>
          <a:xfrm>
            <a:off x="9277000" y="1366628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13-label1433"/>
          <p:cNvSpPr txBox="1"/>
          <p:nvPr/>
        </p:nvSpPr>
        <p:spPr>
          <a:xfrm>
            <a:off x="9397515" y="13950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145" name="S13-label1434"/>
          <p:cNvSpPr txBox="1"/>
          <p:nvPr/>
        </p:nvSpPr>
        <p:spPr>
          <a:xfrm>
            <a:off x="9628284" y="16258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146" name="S13-label1435"/>
          <p:cNvSpPr txBox="1"/>
          <p:nvPr/>
        </p:nvSpPr>
        <p:spPr>
          <a:xfrm>
            <a:off x="9712752" y="19410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147" name="S13-label1436"/>
          <p:cNvSpPr txBox="1"/>
          <p:nvPr/>
        </p:nvSpPr>
        <p:spPr>
          <a:xfrm>
            <a:off x="9628284" y="22563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148" name="S13-label1437"/>
          <p:cNvSpPr txBox="1"/>
          <p:nvPr/>
        </p:nvSpPr>
        <p:spPr>
          <a:xfrm>
            <a:off x="9397515" y="24870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149" name="S13-label1438"/>
          <p:cNvSpPr txBox="1"/>
          <p:nvPr/>
        </p:nvSpPr>
        <p:spPr>
          <a:xfrm>
            <a:off x="9082278" y="257154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150" name="S13-label1439"/>
          <p:cNvSpPr txBox="1"/>
          <p:nvPr/>
        </p:nvSpPr>
        <p:spPr>
          <a:xfrm>
            <a:off x="8767041" y="248707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151" name="S13-label1440"/>
          <p:cNvSpPr txBox="1"/>
          <p:nvPr/>
        </p:nvSpPr>
        <p:spPr>
          <a:xfrm>
            <a:off x="8536272" y="2256305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152" name="S13-label1441"/>
          <p:cNvSpPr txBox="1"/>
          <p:nvPr/>
        </p:nvSpPr>
        <p:spPr>
          <a:xfrm>
            <a:off x="8451804" y="19410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153" name="S13-label1442"/>
          <p:cNvSpPr txBox="1"/>
          <p:nvPr/>
        </p:nvSpPr>
        <p:spPr>
          <a:xfrm>
            <a:off x="8536272" y="162583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154" name="S13-label1443"/>
          <p:cNvSpPr txBox="1"/>
          <p:nvPr/>
        </p:nvSpPr>
        <p:spPr>
          <a:xfrm>
            <a:off x="8767041" y="139506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155" name="S13-label1444"/>
          <p:cNvSpPr txBox="1"/>
          <p:nvPr/>
        </p:nvSpPr>
        <p:spPr>
          <a:xfrm>
            <a:off x="9082278" y="131059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156" name="S13-line1445"/>
          <p:cNvSpPr/>
          <p:nvPr/>
        </p:nvSpPr>
        <p:spPr>
          <a:xfrm flipH="1" flipV="1">
            <a:off x="9017413" y="2033064"/>
            <a:ext cx="339185" cy="9088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157" name="S13-line1446"/>
          <p:cNvSpPr/>
          <p:nvPr/>
        </p:nvSpPr>
        <p:spPr>
          <a:xfrm>
            <a:off x="9356598" y="2123948"/>
            <a:ext cx="0" cy="51076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158" name="S13-pin1447"/>
          <p:cNvSpPr/>
          <p:nvPr/>
        </p:nvSpPr>
        <p:spPr>
          <a:xfrm>
            <a:off x="9301734" y="2069084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9" name="S13-chip1448"/>
          <p:cNvSpPr txBox="1"/>
          <p:nvPr/>
        </p:nvSpPr>
        <p:spPr>
          <a:xfrm>
            <a:off x="548640" y="371094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60" name="S13-figure1449" descr="시계: 8시 30분"/>
          <p:cNvSpPr/>
          <p:nvPr/>
        </p:nvSpPr>
        <p:spPr>
          <a:xfrm>
            <a:off x="2829814" y="3196336"/>
            <a:ext cx="1596136" cy="15961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161" name="S13-line1450"/>
          <p:cNvSpPr/>
          <p:nvPr/>
        </p:nvSpPr>
        <p:spPr>
          <a:xfrm>
            <a:off x="3627882" y="3232912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2" name="S13-line1451"/>
          <p:cNvSpPr/>
          <p:nvPr/>
        </p:nvSpPr>
        <p:spPr>
          <a:xfrm flipH="1">
            <a:off x="3703309" y="32370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3" name="S13-line1452"/>
          <p:cNvSpPr/>
          <p:nvPr/>
        </p:nvSpPr>
        <p:spPr>
          <a:xfrm flipH="1">
            <a:off x="3777909" y="3249552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4" name="S13-line1453"/>
          <p:cNvSpPr/>
          <p:nvPr/>
        </p:nvSpPr>
        <p:spPr>
          <a:xfrm flipH="1">
            <a:off x="3850865" y="3270182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5" name="S13-line1454"/>
          <p:cNvSpPr/>
          <p:nvPr/>
        </p:nvSpPr>
        <p:spPr>
          <a:xfrm flipH="1">
            <a:off x="3921379" y="3298746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6" name="S13-line1455"/>
          <p:cNvSpPr/>
          <p:nvPr/>
        </p:nvSpPr>
        <p:spPr>
          <a:xfrm flipH="1">
            <a:off x="3964734" y="333493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7" name="S13-line1456"/>
          <p:cNvSpPr/>
          <p:nvPr/>
        </p:nvSpPr>
        <p:spPr>
          <a:xfrm flipH="1">
            <a:off x="4052021" y="3378344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8" name="S13-line1457"/>
          <p:cNvSpPr/>
          <p:nvPr/>
        </p:nvSpPr>
        <p:spPr>
          <a:xfrm flipH="1">
            <a:off x="4110719" y="3428505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9" name="S13-line1458"/>
          <p:cNvSpPr/>
          <p:nvPr/>
        </p:nvSpPr>
        <p:spPr>
          <a:xfrm flipH="1">
            <a:off x="4164127" y="3484866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0" name="S13-line1459"/>
          <p:cNvSpPr/>
          <p:nvPr/>
        </p:nvSpPr>
        <p:spPr>
          <a:xfrm flipH="1">
            <a:off x="4211659" y="3546810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1" name="S13-line1460"/>
          <p:cNvSpPr/>
          <p:nvPr/>
        </p:nvSpPr>
        <p:spPr>
          <a:xfrm flipH="1">
            <a:off x="4211327" y="3613658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2" name="S13-line1461"/>
          <p:cNvSpPr/>
          <p:nvPr/>
        </p:nvSpPr>
        <p:spPr>
          <a:xfrm flipH="1">
            <a:off x="4287086" y="3684677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3" name="S13-line1462"/>
          <p:cNvSpPr/>
          <p:nvPr/>
        </p:nvSpPr>
        <p:spPr>
          <a:xfrm flipH="1">
            <a:off x="4314154" y="3759090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4" name="S13-line1463"/>
          <p:cNvSpPr/>
          <p:nvPr/>
        </p:nvSpPr>
        <p:spPr>
          <a:xfrm flipH="1">
            <a:off x="4333702" y="383608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5" name="S13-line1464"/>
          <p:cNvSpPr/>
          <p:nvPr/>
        </p:nvSpPr>
        <p:spPr>
          <a:xfrm flipH="1">
            <a:off x="4345518" y="3914806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6" name="S13-line1465"/>
          <p:cNvSpPr/>
          <p:nvPr/>
        </p:nvSpPr>
        <p:spPr>
          <a:xfrm flipH="1">
            <a:off x="4301587" y="3994404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7" name="S13-line1466"/>
          <p:cNvSpPr/>
          <p:nvPr/>
        </p:nvSpPr>
        <p:spPr>
          <a:xfrm flipH="1" flipV="1">
            <a:off x="4345518" y="4069831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8" name="S13-line1467"/>
          <p:cNvSpPr/>
          <p:nvPr/>
        </p:nvSpPr>
        <p:spPr>
          <a:xfrm flipH="1" flipV="1">
            <a:off x="4333702" y="414443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9" name="S13-line1468"/>
          <p:cNvSpPr/>
          <p:nvPr/>
        </p:nvSpPr>
        <p:spPr>
          <a:xfrm flipH="1" flipV="1">
            <a:off x="4314154" y="4217387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0" name="S13-line1469"/>
          <p:cNvSpPr/>
          <p:nvPr/>
        </p:nvSpPr>
        <p:spPr>
          <a:xfrm flipH="1" flipV="1">
            <a:off x="4287086" y="428790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1" name="S13-line1470"/>
          <p:cNvSpPr/>
          <p:nvPr/>
        </p:nvSpPr>
        <p:spPr>
          <a:xfrm flipH="1" flipV="1">
            <a:off x="4211327" y="4331256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2" name="S13-line1471"/>
          <p:cNvSpPr/>
          <p:nvPr/>
        </p:nvSpPr>
        <p:spPr>
          <a:xfrm flipH="1" flipV="1">
            <a:off x="4211659" y="4418543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3" name="S13-line1472"/>
          <p:cNvSpPr/>
          <p:nvPr/>
        </p:nvSpPr>
        <p:spPr>
          <a:xfrm flipH="1" flipV="1">
            <a:off x="4164127" y="4477241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4" name="S13-line1473"/>
          <p:cNvSpPr/>
          <p:nvPr/>
        </p:nvSpPr>
        <p:spPr>
          <a:xfrm flipH="1" flipV="1">
            <a:off x="4110719" y="45306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5" name="S13-line1474"/>
          <p:cNvSpPr/>
          <p:nvPr/>
        </p:nvSpPr>
        <p:spPr>
          <a:xfrm flipH="1" flipV="1">
            <a:off x="4052021" y="4578181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6" name="S13-line1475"/>
          <p:cNvSpPr/>
          <p:nvPr/>
        </p:nvSpPr>
        <p:spPr>
          <a:xfrm flipH="1" flipV="1">
            <a:off x="3964734" y="4577849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87" name="S13-line1476"/>
          <p:cNvSpPr/>
          <p:nvPr/>
        </p:nvSpPr>
        <p:spPr>
          <a:xfrm flipH="1" flipV="1">
            <a:off x="3921379" y="4653608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8" name="S13-line1477"/>
          <p:cNvSpPr/>
          <p:nvPr/>
        </p:nvSpPr>
        <p:spPr>
          <a:xfrm flipH="1" flipV="1">
            <a:off x="3850865" y="468067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9" name="S13-line1478"/>
          <p:cNvSpPr/>
          <p:nvPr/>
        </p:nvSpPr>
        <p:spPr>
          <a:xfrm flipH="1" flipV="1">
            <a:off x="3777909" y="4700224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0" name="S13-line1479"/>
          <p:cNvSpPr/>
          <p:nvPr/>
        </p:nvSpPr>
        <p:spPr>
          <a:xfrm flipH="1" flipV="1">
            <a:off x="3703309" y="4712040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1" name="S13-line1480"/>
          <p:cNvSpPr/>
          <p:nvPr/>
        </p:nvSpPr>
        <p:spPr>
          <a:xfrm flipV="1">
            <a:off x="3627882" y="4668109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2" name="S13-line1481"/>
          <p:cNvSpPr/>
          <p:nvPr/>
        </p:nvSpPr>
        <p:spPr>
          <a:xfrm flipV="1">
            <a:off x="3548284" y="4712040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3" name="S13-line1482"/>
          <p:cNvSpPr/>
          <p:nvPr/>
        </p:nvSpPr>
        <p:spPr>
          <a:xfrm flipV="1">
            <a:off x="3469559" y="4700224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4" name="S13-line1483"/>
          <p:cNvSpPr/>
          <p:nvPr/>
        </p:nvSpPr>
        <p:spPr>
          <a:xfrm flipV="1">
            <a:off x="3392568" y="468067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5" name="S13-line1484"/>
          <p:cNvSpPr/>
          <p:nvPr/>
        </p:nvSpPr>
        <p:spPr>
          <a:xfrm flipV="1">
            <a:off x="3318155" y="4653608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6" name="S13-line1485"/>
          <p:cNvSpPr/>
          <p:nvPr/>
        </p:nvSpPr>
        <p:spPr>
          <a:xfrm flipV="1">
            <a:off x="3247136" y="4577849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7" name="S13-line1486"/>
          <p:cNvSpPr/>
          <p:nvPr/>
        </p:nvSpPr>
        <p:spPr>
          <a:xfrm flipV="1">
            <a:off x="3180288" y="4578181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8" name="S13-line1487"/>
          <p:cNvSpPr/>
          <p:nvPr/>
        </p:nvSpPr>
        <p:spPr>
          <a:xfrm flipV="1">
            <a:off x="3118344" y="45306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9" name="S13-line1488"/>
          <p:cNvSpPr/>
          <p:nvPr/>
        </p:nvSpPr>
        <p:spPr>
          <a:xfrm flipV="1">
            <a:off x="3061983" y="4477241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0" name="S13-line1489"/>
          <p:cNvSpPr/>
          <p:nvPr/>
        </p:nvSpPr>
        <p:spPr>
          <a:xfrm flipV="1">
            <a:off x="3011822" y="4418543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1" name="S13-line1490"/>
          <p:cNvSpPr/>
          <p:nvPr/>
        </p:nvSpPr>
        <p:spPr>
          <a:xfrm flipV="1">
            <a:off x="2968411" y="4331256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2" name="S13-line1491"/>
          <p:cNvSpPr/>
          <p:nvPr/>
        </p:nvSpPr>
        <p:spPr>
          <a:xfrm flipV="1">
            <a:off x="2932224" y="428790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3" name="S13-line1492"/>
          <p:cNvSpPr/>
          <p:nvPr/>
        </p:nvSpPr>
        <p:spPr>
          <a:xfrm flipV="1">
            <a:off x="2903660" y="4217387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4" name="S13-line1493"/>
          <p:cNvSpPr/>
          <p:nvPr/>
        </p:nvSpPr>
        <p:spPr>
          <a:xfrm flipV="1">
            <a:off x="2883030" y="414443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5" name="S13-line1494"/>
          <p:cNvSpPr/>
          <p:nvPr/>
        </p:nvSpPr>
        <p:spPr>
          <a:xfrm flipV="1">
            <a:off x="2870562" y="4069831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6" name="S13-line1495"/>
          <p:cNvSpPr/>
          <p:nvPr/>
        </p:nvSpPr>
        <p:spPr>
          <a:xfrm>
            <a:off x="2866390" y="3994404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07" name="S13-line1496"/>
          <p:cNvSpPr/>
          <p:nvPr/>
        </p:nvSpPr>
        <p:spPr>
          <a:xfrm>
            <a:off x="2870562" y="3914806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8" name="S13-line1497"/>
          <p:cNvSpPr/>
          <p:nvPr/>
        </p:nvSpPr>
        <p:spPr>
          <a:xfrm>
            <a:off x="2883030" y="383608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9" name="S13-line1498"/>
          <p:cNvSpPr/>
          <p:nvPr/>
        </p:nvSpPr>
        <p:spPr>
          <a:xfrm>
            <a:off x="2903660" y="3759090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0" name="S13-line1499"/>
          <p:cNvSpPr/>
          <p:nvPr/>
        </p:nvSpPr>
        <p:spPr>
          <a:xfrm>
            <a:off x="2932224" y="3684677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1" name="S13-line1500"/>
          <p:cNvSpPr/>
          <p:nvPr/>
        </p:nvSpPr>
        <p:spPr>
          <a:xfrm>
            <a:off x="2968411" y="3613658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2" name="S13-line1501"/>
          <p:cNvSpPr/>
          <p:nvPr/>
        </p:nvSpPr>
        <p:spPr>
          <a:xfrm>
            <a:off x="3011822" y="3546810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3" name="S13-line1502"/>
          <p:cNvSpPr/>
          <p:nvPr/>
        </p:nvSpPr>
        <p:spPr>
          <a:xfrm>
            <a:off x="3061983" y="3484866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4" name="S13-line1503"/>
          <p:cNvSpPr/>
          <p:nvPr/>
        </p:nvSpPr>
        <p:spPr>
          <a:xfrm>
            <a:off x="3118344" y="3428505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5" name="S13-line1504"/>
          <p:cNvSpPr/>
          <p:nvPr/>
        </p:nvSpPr>
        <p:spPr>
          <a:xfrm>
            <a:off x="3180288" y="3378344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6" name="S13-line1505"/>
          <p:cNvSpPr/>
          <p:nvPr/>
        </p:nvSpPr>
        <p:spPr>
          <a:xfrm>
            <a:off x="3247136" y="333493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7" name="S13-line1506"/>
          <p:cNvSpPr/>
          <p:nvPr/>
        </p:nvSpPr>
        <p:spPr>
          <a:xfrm>
            <a:off x="3318155" y="3298746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8" name="S13-line1507"/>
          <p:cNvSpPr/>
          <p:nvPr/>
        </p:nvSpPr>
        <p:spPr>
          <a:xfrm>
            <a:off x="3392568" y="3270182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9" name="S13-line1508"/>
          <p:cNvSpPr/>
          <p:nvPr/>
        </p:nvSpPr>
        <p:spPr>
          <a:xfrm>
            <a:off x="3469559" y="3249552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0" name="S13-line1509"/>
          <p:cNvSpPr/>
          <p:nvPr/>
        </p:nvSpPr>
        <p:spPr>
          <a:xfrm>
            <a:off x="3548284" y="32370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1" name="S13-label1510"/>
          <p:cNvSpPr txBox="1"/>
          <p:nvPr/>
        </p:nvSpPr>
        <p:spPr>
          <a:xfrm>
            <a:off x="3668799" y="32655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222" name="S13-label1511"/>
          <p:cNvSpPr txBox="1"/>
          <p:nvPr/>
        </p:nvSpPr>
        <p:spPr>
          <a:xfrm>
            <a:off x="3899568" y="34962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223" name="S13-label1512"/>
          <p:cNvSpPr txBox="1"/>
          <p:nvPr/>
        </p:nvSpPr>
        <p:spPr>
          <a:xfrm>
            <a:off x="3984036" y="38115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224" name="S13-label1513"/>
          <p:cNvSpPr txBox="1"/>
          <p:nvPr/>
        </p:nvSpPr>
        <p:spPr>
          <a:xfrm>
            <a:off x="3899568" y="4126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225" name="S13-label1514"/>
          <p:cNvSpPr txBox="1"/>
          <p:nvPr/>
        </p:nvSpPr>
        <p:spPr>
          <a:xfrm>
            <a:off x="3668799" y="435753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226" name="S13-label1515"/>
          <p:cNvSpPr txBox="1"/>
          <p:nvPr/>
        </p:nvSpPr>
        <p:spPr>
          <a:xfrm>
            <a:off x="3353562" y="4441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227" name="S13-label1516"/>
          <p:cNvSpPr txBox="1"/>
          <p:nvPr/>
        </p:nvSpPr>
        <p:spPr>
          <a:xfrm>
            <a:off x="3038325" y="435753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228" name="S13-label1517"/>
          <p:cNvSpPr txBox="1"/>
          <p:nvPr/>
        </p:nvSpPr>
        <p:spPr>
          <a:xfrm>
            <a:off x="2807556" y="4126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229" name="S13-label1518"/>
          <p:cNvSpPr txBox="1"/>
          <p:nvPr/>
        </p:nvSpPr>
        <p:spPr>
          <a:xfrm>
            <a:off x="2723088" y="38115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230" name="S13-label1519"/>
          <p:cNvSpPr txBox="1"/>
          <p:nvPr/>
        </p:nvSpPr>
        <p:spPr>
          <a:xfrm>
            <a:off x="2807556" y="34962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231" name="S13-label1520"/>
          <p:cNvSpPr txBox="1"/>
          <p:nvPr/>
        </p:nvSpPr>
        <p:spPr>
          <a:xfrm>
            <a:off x="3038325" y="32655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232" name="S13-label1521"/>
          <p:cNvSpPr txBox="1"/>
          <p:nvPr/>
        </p:nvSpPr>
        <p:spPr>
          <a:xfrm>
            <a:off x="3353562" y="31810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233" name="S13-line1522"/>
          <p:cNvSpPr/>
          <p:nvPr/>
        </p:nvSpPr>
        <p:spPr>
          <a:xfrm flipH="1">
            <a:off x="3288697" y="3994404"/>
            <a:ext cx="339185" cy="90884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234" name="S13-line1523"/>
          <p:cNvSpPr/>
          <p:nvPr/>
        </p:nvSpPr>
        <p:spPr>
          <a:xfrm>
            <a:off x="3627882" y="3994404"/>
            <a:ext cx="0" cy="510764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235" name="S13-pin1524"/>
          <p:cNvSpPr/>
          <p:nvPr/>
        </p:nvSpPr>
        <p:spPr>
          <a:xfrm>
            <a:off x="3573018" y="39395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6" name="S13-chip1525"/>
          <p:cNvSpPr txBox="1"/>
          <p:nvPr/>
        </p:nvSpPr>
        <p:spPr>
          <a:xfrm>
            <a:off x="6277356" y="371094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237" name="S13-figure1526" descr="시계: 6시 40분"/>
          <p:cNvSpPr/>
          <p:nvPr/>
        </p:nvSpPr>
        <p:spPr>
          <a:xfrm>
            <a:off x="8558530" y="3196336"/>
            <a:ext cx="1596136" cy="15961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238" name="S13-line1527"/>
          <p:cNvSpPr/>
          <p:nvPr/>
        </p:nvSpPr>
        <p:spPr>
          <a:xfrm>
            <a:off x="9356598" y="3232912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9" name="S13-line1528"/>
          <p:cNvSpPr/>
          <p:nvPr/>
        </p:nvSpPr>
        <p:spPr>
          <a:xfrm flipH="1">
            <a:off x="9432025" y="32370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0" name="S13-line1529"/>
          <p:cNvSpPr/>
          <p:nvPr/>
        </p:nvSpPr>
        <p:spPr>
          <a:xfrm flipH="1">
            <a:off x="9506625" y="3249552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1" name="S13-line1530"/>
          <p:cNvSpPr/>
          <p:nvPr/>
        </p:nvSpPr>
        <p:spPr>
          <a:xfrm flipH="1">
            <a:off x="9579581" y="3270182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2" name="S13-line1531"/>
          <p:cNvSpPr/>
          <p:nvPr/>
        </p:nvSpPr>
        <p:spPr>
          <a:xfrm flipH="1">
            <a:off x="9650095" y="3298746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3" name="S13-line1532"/>
          <p:cNvSpPr/>
          <p:nvPr/>
        </p:nvSpPr>
        <p:spPr>
          <a:xfrm flipH="1">
            <a:off x="9693450" y="333493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4" name="S13-line1533"/>
          <p:cNvSpPr/>
          <p:nvPr/>
        </p:nvSpPr>
        <p:spPr>
          <a:xfrm flipH="1">
            <a:off x="9780737" y="3378344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5" name="S13-line1534"/>
          <p:cNvSpPr/>
          <p:nvPr/>
        </p:nvSpPr>
        <p:spPr>
          <a:xfrm flipH="1">
            <a:off x="9839435" y="3428505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6" name="S13-line1535"/>
          <p:cNvSpPr/>
          <p:nvPr/>
        </p:nvSpPr>
        <p:spPr>
          <a:xfrm flipH="1">
            <a:off x="9892843" y="3484866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7" name="S13-line1536"/>
          <p:cNvSpPr/>
          <p:nvPr/>
        </p:nvSpPr>
        <p:spPr>
          <a:xfrm flipH="1">
            <a:off x="9940375" y="3546810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8" name="S13-line1537"/>
          <p:cNvSpPr/>
          <p:nvPr/>
        </p:nvSpPr>
        <p:spPr>
          <a:xfrm flipH="1">
            <a:off x="9940043" y="3613658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49" name="S13-line1538"/>
          <p:cNvSpPr/>
          <p:nvPr/>
        </p:nvSpPr>
        <p:spPr>
          <a:xfrm flipH="1">
            <a:off x="10015802" y="3684677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0" name="S13-line1539"/>
          <p:cNvSpPr/>
          <p:nvPr/>
        </p:nvSpPr>
        <p:spPr>
          <a:xfrm flipH="1">
            <a:off x="10042870" y="3759090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1" name="S13-line1540"/>
          <p:cNvSpPr/>
          <p:nvPr/>
        </p:nvSpPr>
        <p:spPr>
          <a:xfrm flipH="1">
            <a:off x="10062418" y="383608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2" name="S13-line1541"/>
          <p:cNvSpPr/>
          <p:nvPr/>
        </p:nvSpPr>
        <p:spPr>
          <a:xfrm flipH="1">
            <a:off x="10074234" y="3914806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3" name="S13-line1542"/>
          <p:cNvSpPr/>
          <p:nvPr/>
        </p:nvSpPr>
        <p:spPr>
          <a:xfrm flipH="1">
            <a:off x="10030303" y="3994404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4" name="S13-line1543"/>
          <p:cNvSpPr/>
          <p:nvPr/>
        </p:nvSpPr>
        <p:spPr>
          <a:xfrm flipH="1" flipV="1">
            <a:off x="10074234" y="4069831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5" name="S13-line1544"/>
          <p:cNvSpPr/>
          <p:nvPr/>
        </p:nvSpPr>
        <p:spPr>
          <a:xfrm flipH="1" flipV="1">
            <a:off x="10062418" y="414443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6" name="S13-line1545"/>
          <p:cNvSpPr/>
          <p:nvPr/>
        </p:nvSpPr>
        <p:spPr>
          <a:xfrm flipH="1" flipV="1">
            <a:off x="10042870" y="4217387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7" name="S13-line1546"/>
          <p:cNvSpPr/>
          <p:nvPr/>
        </p:nvSpPr>
        <p:spPr>
          <a:xfrm flipH="1" flipV="1">
            <a:off x="10015802" y="428790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8" name="S13-line1547"/>
          <p:cNvSpPr/>
          <p:nvPr/>
        </p:nvSpPr>
        <p:spPr>
          <a:xfrm flipH="1" flipV="1">
            <a:off x="9940043" y="4331256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9" name="S13-line1548"/>
          <p:cNvSpPr/>
          <p:nvPr/>
        </p:nvSpPr>
        <p:spPr>
          <a:xfrm flipH="1" flipV="1">
            <a:off x="9940375" y="4418543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0" name="S13-line1549"/>
          <p:cNvSpPr/>
          <p:nvPr/>
        </p:nvSpPr>
        <p:spPr>
          <a:xfrm flipH="1" flipV="1">
            <a:off x="9892843" y="4477241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1" name="S13-line1550"/>
          <p:cNvSpPr/>
          <p:nvPr/>
        </p:nvSpPr>
        <p:spPr>
          <a:xfrm flipH="1" flipV="1">
            <a:off x="9839435" y="45306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2" name="S13-line1551"/>
          <p:cNvSpPr/>
          <p:nvPr/>
        </p:nvSpPr>
        <p:spPr>
          <a:xfrm flipH="1" flipV="1">
            <a:off x="9780737" y="4578181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3" name="S13-line1552"/>
          <p:cNvSpPr/>
          <p:nvPr/>
        </p:nvSpPr>
        <p:spPr>
          <a:xfrm flipH="1" flipV="1">
            <a:off x="9693450" y="4577849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4" name="S13-line1553"/>
          <p:cNvSpPr/>
          <p:nvPr/>
        </p:nvSpPr>
        <p:spPr>
          <a:xfrm flipH="1" flipV="1">
            <a:off x="9650095" y="4653608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5" name="S13-line1554"/>
          <p:cNvSpPr/>
          <p:nvPr/>
        </p:nvSpPr>
        <p:spPr>
          <a:xfrm flipH="1" flipV="1">
            <a:off x="9579581" y="468067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6" name="S13-line1555"/>
          <p:cNvSpPr/>
          <p:nvPr/>
        </p:nvSpPr>
        <p:spPr>
          <a:xfrm flipH="1" flipV="1">
            <a:off x="9506625" y="4700224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7" name="S13-line1556"/>
          <p:cNvSpPr/>
          <p:nvPr/>
        </p:nvSpPr>
        <p:spPr>
          <a:xfrm flipH="1" flipV="1">
            <a:off x="9432025" y="4712040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8" name="S13-line1557"/>
          <p:cNvSpPr/>
          <p:nvPr/>
        </p:nvSpPr>
        <p:spPr>
          <a:xfrm flipV="1">
            <a:off x="9356598" y="4668109"/>
            <a:ext cx="0" cy="87787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9" name="S13-line1558"/>
          <p:cNvSpPr/>
          <p:nvPr/>
        </p:nvSpPr>
        <p:spPr>
          <a:xfrm flipV="1">
            <a:off x="9277000" y="4712040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0" name="S13-line1559"/>
          <p:cNvSpPr/>
          <p:nvPr/>
        </p:nvSpPr>
        <p:spPr>
          <a:xfrm flipV="1">
            <a:off x="9198275" y="4700224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1" name="S13-line1560"/>
          <p:cNvSpPr/>
          <p:nvPr/>
        </p:nvSpPr>
        <p:spPr>
          <a:xfrm flipV="1">
            <a:off x="9121284" y="4680676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2" name="S13-line1561"/>
          <p:cNvSpPr/>
          <p:nvPr/>
        </p:nvSpPr>
        <p:spPr>
          <a:xfrm flipV="1">
            <a:off x="9046871" y="4653608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3" name="S13-line1562"/>
          <p:cNvSpPr/>
          <p:nvPr/>
        </p:nvSpPr>
        <p:spPr>
          <a:xfrm flipV="1">
            <a:off x="8975852" y="4577849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4" name="S13-line1563"/>
          <p:cNvSpPr/>
          <p:nvPr/>
        </p:nvSpPr>
        <p:spPr>
          <a:xfrm flipV="1">
            <a:off x="8909004" y="4578181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5" name="S13-line1564"/>
          <p:cNvSpPr/>
          <p:nvPr/>
        </p:nvSpPr>
        <p:spPr>
          <a:xfrm flipV="1">
            <a:off x="8847060" y="4530649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6" name="S13-line1565"/>
          <p:cNvSpPr/>
          <p:nvPr/>
        </p:nvSpPr>
        <p:spPr>
          <a:xfrm flipV="1">
            <a:off x="8790699" y="4477241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7" name="S13-line1566"/>
          <p:cNvSpPr/>
          <p:nvPr/>
        </p:nvSpPr>
        <p:spPr>
          <a:xfrm flipV="1">
            <a:off x="8740538" y="4418543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8" name="S13-line1567"/>
          <p:cNvSpPr/>
          <p:nvPr/>
        </p:nvSpPr>
        <p:spPr>
          <a:xfrm flipV="1">
            <a:off x="8697127" y="4331256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9" name="S13-line1568"/>
          <p:cNvSpPr/>
          <p:nvPr/>
        </p:nvSpPr>
        <p:spPr>
          <a:xfrm flipV="1">
            <a:off x="8660940" y="4287901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0" name="S13-line1569"/>
          <p:cNvSpPr/>
          <p:nvPr/>
        </p:nvSpPr>
        <p:spPr>
          <a:xfrm flipV="1">
            <a:off x="8632376" y="4217387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1" name="S13-line1570"/>
          <p:cNvSpPr/>
          <p:nvPr/>
        </p:nvSpPr>
        <p:spPr>
          <a:xfrm flipV="1">
            <a:off x="8611746" y="414443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2" name="S13-line1571"/>
          <p:cNvSpPr/>
          <p:nvPr/>
        </p:nvSpPr>
        <p:spPr>
          <a:xfrm flipV="1">
            <a:off x="8599278" y="4069831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3" name="S13-line1572"/>
          <p:cNvSpPr/>
          <p:nvPr/>
        </p:nvSpPr>
        <p:spPr>
          <a:xfrm>
            <a:off x="8595106" y="3994404"/>
            <a:ext cx="8778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4" name="S13-line1573"/>
          <p:cNvSpPr/>
          <p:nvPr/>
        </p:nvSpPr>
        <p:spPr>
          <a:xfrm>
            <a:off x="8599278" y="3914806"/>
            <a:ext cx="39685" cy="417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5" name="S13-line1574"/>
          <p:cNvSpPr/>
          <p:nvPr/>
        </p:nvSpPr>
        <p:spPr>
          <a:xfrm>
            <a:off x="8611746" y="3836081"/>
            <a:ext cx="39031" cy="829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6" name="S13-line1575"/>
          <p:cNvSpPr/>
          <p:nvPr/>
        </p:nvSpPr>
        <p:spPr>
          <a:xfrm>
            <a:off x="8632376" y="3759090"/>
            <a:ext cx="37950" cy="123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7" name="S13-line1576"/>
          <p:cNvSpPr/>
          <p:nvPr/>
        </p:nvSpPr>
        <p:spPr>
          <a:xfrm>
            <a:off x="8660940" y="3684677"/>
            <a:ext cx="36454" cy="1623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8" name="S13-line1577"/>
          <p:cNvSpPr/>
          <p:nvPr/>
        </p:nvSpPr>
        <p:spPr>
          <a:xfrm>
            <a:off x="8697127" y="3613658"/>
            <a:ext cx="76026" cy="43894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9" name="S13-line1578"/>
          <p:cNvSpPr/>
          <p:nvPr/>
        </p:nvSpPr>
        <p:spPr>
          <a:xfrm>
            <a:off x="8740538" y="3546810"/>
            <a:ext cx="32283" cy="2345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0" name="S13-line1579"/>
          <p:cNvSpPr/>
          <p:nvPr/>
        </p:nvSpPr>
        <p:spPr>
          <a:xfrm>
            <a:off x="8790699" y="3484866"/>
            <a:ext cx="29654" cy="2670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1" name="S13-line1580"/>
          <p:cNvSpPr/>
          <p:nvPr/>
        </p:nvSpPr>
        <p:spPr>
          <a:xfrm>
            <a:off x="8847060" y="3428505"/>
            <a:ext cx="26701" cy="296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2" name="S13-line1581"/>
          <p:cNvSpPr/>
          <p:nvPr/>
        </p:nvSpPr>
        <p:spPr>
          <a:xfrm>
            <a:off x="8909004" y="3378344"/>
            <a:ext cx="23455" cy="32283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3" name="S13-line1582"/>
          <p:cNvSpPr/>
          <p:nvPr/>
        </p:nvSpPr>
        <p:spPr>
          <a:xfrm>
            <a:off x="8975852" y="3334933"/>
            <a:ext cx="43894" cy="76026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4" name="S13-line1583"/>
          <p:cNvSpPr/>
          <p:nvPr/>
        </p:nvSpPr>
        <p:spPr>
          <a:xfrm>
            <a:off x="9046871" y="3298746"/>
            <a:ext cx="16230" cy="3645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5" name="S13-line1584"/>
          <p:cNvSpPr/>
          <p:nvPr/>
        </p:nvSpPr>
        <p:spPr>
          <a:xfrm>
            <a:off x="9121284" y="3270182"/>
            <a:ext cx="12331" cy="3795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6" name="S13-line1585"/>
          <p:cNvSpPr/>
          <p:nvPr/>
        </p:nvSpPr>
        <p:spPr>
          <a:xfrm>
            <a:off x="9198275" y="3249552"/>
            <a:ext cx="8296" cy="390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7" name="S13-line1586"/>
          <p:cNvSpPr/>
          <p:nvPr/>
        </p:nvSpPr>
        <p:spPr>
          <a:xfrm>
            <a:off x="9277000" y="3237084"/>
            <a:ext cx="4171" cy="39685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8" name="S13-label1587"/>
          <p:cNvSpPr txBox="1"/>
          <p:nvPr/>
        </p:nvSpPr>
        <p:spPr>
          <a:xfrm>
            <a:off x="9397515" y="32655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1300" dirty="0"/>
          </a:p>
        </p:txBody>
      </p:sp>
      <p:sp>
        <p:nvSpPr>
          <p:cNvPr id="299" name="S13-label1588"/>
          <p:cNvSpPr txBox="1"/>
          <p:nvPr/>
        </p:nvSpPr>
        <p:spPr>
          <a:xfrm>
            <a:off x="9628284" y="34962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1300" dirty="0"/>
          </a:p>
        </p:txBody>
      </p:sp>
      <p:sp>
        <p:nvSpPr>
          <p:cNvPr id="300" name="S13-label1589"/>
          <p:cNvSpPr txBox="1"/>
          <p:nvPr/>
        </p:nvSpPr>
        <p:spPr>
          <a:xfrm>
            <a:off x="9712752" y="38115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1300" dirty="0"/>
          </a:p>
        </p:txBody>
      </p:sp>
      <p:sp>
        <p:nvSpPr>
          <p:cNvPr id="301" name="S13-label1590"/>
          <p:cNvSpPr txBox="1"/>
          <p:nvPr/>
        </p:nvSpPr>
        <p:spPr>
          <a:xfrm>
            <a:off x="9628284" y="4126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1300" dirty="0"/>
          </a:p>
        </p:txBody>
      </p:sp>
      <p:sp>
        <p:nvSpPr>
          <p:cNvPr id="302" name="S13-label1591"/>
          <p:cNvSpPr txBox="1"/>
          <p:nvPr/>
        </p:nvSpPr>
        <p:spPr>
          <a:xfrm>
            <a:off x="9397515" y="435753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1300" dirty="0"/>
          </a:p>
        </p:txBody>
      </p:sp>
      <p:sp>
        <p:nvSpPr>
          <p:cNvPr id="303" name="S13-label1592"/>
          <p:cNvSpPr txBox="1"/>
          <p:nvPr/>
        </p:nvSpPr>
        <p:spPr>
          <a:xfrm>
            <a:off x="9082278" y="444199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1300" dirty="0"/>
          </a:p>
        </p:txBody>
      </p:sp>
      <p:sp>
        <p:nvSpPr>
          <p:cNvPr id="304" name="S13-label1593"/>
          <p:cNvSpPr txBox="1"/>
          <p:nvPr/>
        </p:nvSpPr>
        <p:spPr>
          <a:xfrm>
            <a:off x="8767041" y="435753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1300" dirty="0"/>
          </a:p>
        </p:txBody>
      </p:sp>
      <p:sp>
        <p:nvSpPr>
          <p:cNvPr id="305" name="S13-label1594"/>
          <p:cNvSpPr txBox="1"/>
          <p:nvPr/>
        </p:nvSpPr>
        <p:spPr>
          <a:xfrm>
            <a:off x="8536272" y="412676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1300" dirty="0"/>
          </a:p>
        </p:txBody>
      </p:sp>
      <p:sp>
        <p:nvSpPr>
          <p:cNvPr id="306" name="S13-label1595"/>
          <p:cNvSpPr txBox="1"/>
          <p:nvPr/>
        </p:nvSpPr>
        <p:spPr>
          <a:xfrm>
            <a:off x="8451804" y="381152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1300" dirty="0"/>
          </a:p>
        </p:txBody>
      </p:sp>
      <p:sp>
        <p:nvSpPr>
          <p:cNvPr id="307" name="S13-label1596"/>
          <p:cNvSpPr txBox="1"/>
          <p:nvPr/>
        </p:nvSpPr>
        <p:spPr>
          <a:xfrm>
            <a:off x="8536272" y="3496287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1300" dirty="0"/>
          </a:p>
        </p:txBody>
      </p:sp>
      <p:sp>
        <p:nvSpPr>
          <p:cNvPr id="308" name="S13-label1597"/>
          <p:cNvSpPr txBox="1"/>
          <p:nvPr/>
        </p:nvSpPr>
        <p:spPr>
          <a:xfrm>
            <a:off x="8767041" y="326551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1300" dirty="0"/>
          </a:p>
        </p:txBody>
      </p:sp>
      <p:sp>
        <p:nvSpPr>
          <p:cNvPr id="309" name="S13-label1598"/>
          <p:cNvSpPr txBox="1"/>
          <p:nvPr/>
        </p:nvSpPr>
        <p:spPr>
          <a:xfrm>
            <a:off x="9082278" y="318105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1300" dirty="0"/>
          </a:p>
        </p:txBody>
      </p:sp>
      <p:sp>
        <p:nvSpPr>
          <p:cNvPr id="310" name="S13-line1599"/>
          <p:cNvSpPr/>
          <p:nvPr/>
        </p:nvSpPr>
        <p:spPr>
          <a:xfrm flipH="1">
            <a:off x="9236498" y="3994404"/>
            <a:ext cx="120100" cy="329973"/>
          </a:xfrm>
          <a:prstGeom prst="line">
            <a:avLst/>
          </a:prstGeom>
          <a:noFill/>
          <a:ln w="88900">
            <a:solidFill>
              <a:srgbClr val="C8434E"/>
            </a:solidFill>
            <a:prstDash val="solid"/>
          </a:ln>
        </p:spPr>
      </p:sp>
      <p:sp>
        <p:nvSpPr>
          <p:cNvPr id="311" name="S13-line1600"/>
          <p:cNvSpPr/>
          <p:nvPr/>
        </p:nvSpPr>
        <p:spPr>
          <a:xfrm flipH="1">
            <a:off x="8914264" y="3994404"/>
            <a:ext cx="442334" cy="255382"/>
          </a:xfrm>
          <a:prstGeom prst="line">
            <a:avLst/>
          </a:prstGeom>
          <a:noFill/>
          <a:ln w="50800">
            <a:solidFill>
              <a:srgbClr val="1F2937"/>
            </a:solidFill>
            <a:prstDash val="solid"/>
          </a:ln>
        </p:spPr>
      </p:sp>
      <p:sp>
        <p:nvSpPr>
          <p:cNvPr id="312" name="S13-pin1601"/>
          <p:cNvSpPr/>
          <p:nvPr/>
        </p:nvSpPr>
        <p:spPr>
          <a:xfrm>
            <a:off x="9301734" y="3939540"/>
            <a:ext cx="109728" cy="109728"/>
          </a:xfrm>
          <a:prstGeom prst="ellipse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602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603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 get up at seven.처럼 at 다음에 시각을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30분은 시 다음에 thirty를 붙여요.</a:t>
            </a:r>
            <a:endParaRPr lang="ko-KR" sz="2800" dirty="0"/>
          </a:p>
        </p:txBody>
      </p:sp>
      <p:sp>
        <p:nvSpPr>
          <p:cNvPr id="5" name="S14-chip1604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at 다음에 시각</a:t>
            </a:r>
            <a:endParaRPr lang="ko-KR" sz="2200" dirty="0"/>
          </a:p>
        </p:txBody>
      </p:sp>
      <p:sp>
        <p:nvSpPr>
          <p:cNvPr id="6" name="S14-chip1605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I go to school eight.</a:t>
            </a:r>
            <a:endParaRPr lang="ko-KR" sz="2200" dirty="0"/>
          </a:p>
        </p:txBody>
      </p:sp>
      <p:sp>
        <p:nvSpPr>
          <p:cNvPr id="7" name="S14-text1606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607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7시 30분을 영어로 말하기</a:t>
            </a:r>
            <a:endParaRPr lang="ko-KR" sz="2200" dirty="0"/>
          </a:p>
        </p:txBody>
      </p:sp>
      <p:sp>
        <p:nvSpPr>
          <p:cNvPr id="9" name="S14-text1608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I go to bed at nine.의 뜻은?</a:t>
            </a:r>
            <a:endParaRPr lang="ko-KR" sz="2200" dirty="0"/>
          </a:p>
        </p:txBody>
      </p:sp>
      <p:sp>
        <p:nvSpPr>
          <p:cNvPr id="10" name="S14-text1609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내가 일어나는 시각을 문장으로</a:t>
            </a:r>
            <a:endParaRPr lang="ko-KR" sz="2200" dirty="0"/>
          </a:p>
        </p:txBody>
      </p:sp>
      <p:sp>
        <p:nvSpPr>
          <p:cNvPr id="11" name="S14-text161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지난 일 말하기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숫자 다시 말하기</a:t>
            </a:r>
            <a:endParaRPr lang="ko-KR" sz="4000" dirty="0"/>
          </a:p>
        </p:txBody>
      </p:sp>
      <p:sp>
        <p:nvSpPr>
          <p:cNvPr id="3" name="S15-card16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5-cardtext16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시계의 숫자를 짚으며 영어로 말해요.</a:t>
            </a:r>
            <a:endParaRPr lang="ko-KR" sz="2800" dirty="0"/>
          </a:p>
        </p:txBody>
      </p:sp>
      <p:sp>
        <p:nvSpPr>
          <p:cNvPr id="5" name="S15-word1613"/>
          <p:cNvSpPr txBox="1"/>
          <p:nvPr/>
        </p:nvSpPr>
        <p:spPr>
          <a:xfrm>
            <a:off x="548640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6" name="S15-word1614"/>
          <p:cNvSpPr txBox="1"/>
          <p:nvPr/>
        </p:nvSpPr>
        <p:spPr>
          <a:xfrm>
            <a:off x="2442972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two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7" name="S15-word1615"/>
          <p:cNvSpPr txBox="1"/>
          <p:nvPr/>
        </p:nvSpPr>
        <p:spPr>
          <a:xfrm>
            <a:off x="4337304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three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15-word1616"/>
          <p:cNvSpPr txBox="1"/>
          <p:nvPr/>
        </p:nvSpPr>
        <p:spPr>
          <a:xfrm>
            <a:off x="6231636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four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9" name="S15-word1617"/>
          <p:cNvSpPr txBox="1"/>
          <p:nvPr/>
        </p:nvSpPr>
        <p:spPr>
          <a:xfrm>
            <a:off x="8125968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five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0" name="S15-word1618"/>
          <p:cNvSpPr txBox="1"/>
          <p:nvPr/>
        </p:nvSpPr>
        <p:spPr>
          <a:xfrm>
            <a:off x="10020300" y="134874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six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1" name="S15-word1619"/>
          <p:cNvSpPr txBox="1"/>
          <p:nvPr/>
        </p:nvSpPr>
        <p:spPr>
          <a:xfrm>
            <a:off x="548640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seven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2" name="S15-word1620"/>
          <p:cNvSpPr txBox="1"/>
          <p:nvPr/>
        </p:nvSpPr>
        <p:spPr>
          <a:xfrm>
            <a:off x="2442972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eight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3" name="S15-word1621"/>
          <p:cNvSpPr txBox="1"/>
          <p:nvPr/>
        </p:nvSpPr>
        <p:spPr>
          <a:xfrm>
            <a:off x="4337304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nine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14" name="S15-word1622"/>
          <p:cNvSpPr txBox="1"/>
          <p:nvPr/>
        </p:nvSpPr>
        <p:spPr>
          <a:xfrm>
            <a:off x="6231636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ten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5" name="S15-word1623"/>
          <p:cNvSpPr txBox="1"/>
          <p:nvPr/>
        </p:nvSpPr>
        <p:spPr>
          <a:xfrm>
            <a:off x="8125968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eleven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ko-KR" sz="2800" dirty="0"/>
          </a:p>
        </p:txBody>
      </p:sp>
      <p:sp>
        <p:nvSpPr>
          <p:cNvPr id="16" name="S15-word1624"/>
          <p:cNvSpPr txBox="1"/>
          <p:nvPr/>
        </p:nvSpPr>
        <p:spPr>
          <a:xfrm>
            <a:off x="10020300" y="3360420"/>
            <a:ext cx="1620012" cy="1737360"/>
          </a:xfrm>
          <a:prstGeom prst="roundRect">
            <a:avLst>
              <a:gd name="adj" fmla="val 7902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twelve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하루 일과 말하기</dc:title>
  <dc:subject>KR22-G05-ENG-ROUTINE-L01</dc:subject>
  <dc:creator>education-ppt</dc:creator>
  <cp:lastModifiedBy>education-ppt</cp:lastModifiedBy>
  <cp:revision>1</cp:revision>
  <dcterms:created xsi:type="dcterms:W3CDTF">2026-10-26T13:19:15Z</dcterms:created>
  <dcterms:modified xsi:type="dcterms:W3CDTF">2026-10-26T13:19:15Z</dcterms:modified>
</cp:coreProperties>
</file>