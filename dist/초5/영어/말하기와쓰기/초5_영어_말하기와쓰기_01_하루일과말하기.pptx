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773338-ec5f-e328-8317-f06f46cd6611}">
          <p14:sldIdLst>
            <p14:sldId id="256"/>
            <p14:sldId id="257"/>
          </p14:sldIdLst>
        </p14:section>
        <p14:section name="개념" id="{af5db49b-4d23-20c3-81a2-97cd287bacb2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b5da2a3f-6c80-5792-7f19-e12f1dba9c16}">
          <p14:sldIdLst>
            <p14:sldId id="262"/>
            <p14:sldId id="263"/>
            <p14:sldId id="265"/>
          </p14:sldIdLst>
        </p14:section>
        <p14:section name="개념" id="{c6313d5b-3b29-d9a9-8ada-3687dc942ae4}">
          <p14:sldIdLst/>
        </p14:section>
        <p14:section name="연습" id="{2fd40a17-6569-82df-8b1f-4912dbab68db}">
          <p14:sldIdLst/>
        </p14:section>
        <p14:section name="확인" id="{7d3b8fb2-7a46-622b-010c-980272e0e23b}">
          <p14:sldIdLst>
            <p14:sldId id="266"/>
            <p14:sldId id="267"/>
            <p14:sldId id="268"/>
          </p14:sldIdLst>
        </p14:section>
        <p14:section name="정리" id="{c9306468-501f-311c-bbf9-8a4c23b9df2c}">
          <p14:sldIdLst>
            <p14:sldId id="269"/>
          </p14:sldIdLst>
        </p14:section>
        <p14:section name="보충" id="{34f473d6-c1da-ba35-4ab3-7bae7b3d955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아이의 하루 일과를 떠올리고, 일과를 시각과 함께 영어로 말한다는 것에 관심을 갖게 합니다.
시간: 약 2분
이렇게 말해 보세요
- “너는 아침에 몇 시에 일어나? 학교에는 몇 시에 가?”
- “오늘은 이런 하루 일과를 시각과 함께 영어로 말하고 써 볼 거야. 오른쪽 시계는 몇 시일까?”
예상 답
- “7시요.” “8시 반에 학교에 가요.”
주의
- 수업 전에 교과서 디지털 자료나 사전 앱의 발음 듣기로 오늘 표현(I get up at seven. I go to school at eight thirty. I go home at three. I go to bed at nine thirty.)과 숫자 one부터 twelve, thirty를 미리 들어 두세요. 부모님 발음이 완벽하지 않아도 괜찮습니다.
- 오늘은 정각과 30분만 다룹니다. 아이의 실제 시각이 7시 10분처럼 다르면 가까운 정각이나 30분으로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확인(정각 시각 말하기)]
목적: 일과 문장에 넣을 시각(정각)을 영어로 말할 수 있는지 확인합니다. 이 차시는 계획상 앞 차시가 없으므로, 4학년 ‘시각 묻고 답하기’에서 익힌 정각 말하기를 확인합니다.
시간: 약 3분
이렇게 말해 보세요
- “①은 몇 시야? 영어로 말해 볼래? 엄마(아빠)가 물어볼게. What time is it?”
- “②는?”
정답
- ① It's seven (o'clock). / seven
- ② It's twelve (o'clock). / twelve
막히면
- 우리말로 몇 시인지 먼저 말하게 한 뒤 영어 숫자로 바꾸게 합니다.
- 1부터 12까지 영어 숫자를 말하지 못하거나 두 시계 가운데 하나라도 읽지 못하면 S15(보충)를 먼저 합니다.
주의
- o'clock은 붙여도 되고 빼도 됩니다. 오늘 일과 문장에서는 at seven처럼 o'clock 없이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정각과 30분을 영어로 말하기]
목적: 정각은 숫자 하나로, 30분은 ‘시 + thirty’로 말한다는 것을 압니다(M3).
시간: 약 3분
이렇게 말해 보세요
- “왼쪽은 7시야. 영어로 seven이라고 하지. 오른쪽은 7시 30분이야. 7시 다음에 30을 붙여서 seven thirty라고 해. 소리를 듣고 따라 해 보자. thirty, seven thirty.”
- “그럼 8시 30분은? 10시 30분은?”
예상 답
- “eight thirty.” “ten thirty.”
막히면
- thirty를 여러 번 소리 자료로 듣고 따라 말합니다. 우리말로 ‘7시 30분’이라고 말한 다음 순서대로 ‘seven, thirty’로 바꾸어 보게 합니다.
주의
- thirty(30)와 thirteen(13)은 소리가 비슷합니다. 소리 자료로 두 낱말을 비교해 들어 보세요.
- 7시 30분에는 짧은바늘이 7과 8의 가운데에 있습니다. 시계를 읽을 때는 앞의 숫자(7)를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I get up at seven.]
목적: I get up at ~.을 듣고 따라 말하며, at 다음에 시각을 넣는다는 것을 압니다(M1).
시간: 약 3분
이렇게 말해 보세요
- “get up은 ‘일어나다’야. ‘나는 7시에 일어나요.’는 I get up at seven. 소리를 듣고 따라 해 보자.”
- “뒤에서부터 붙여 볼까? at seven … get up at seven … I get up at seven.”
- “그럼 6시에 일어나면? 6시 30분에 일어나면?”
예상 답
- “I get up at six.” “I get up at six thirty.”
막히면
- 시계 숫자를 손가락으로 짚으며 at 다음에 그 숫자를 말하게 합니다.
주의
- I는 문장의 어디에 있어도 언제나 대문자입니다. 시각은 문장 끝에 오고, 끝에는 마침표를 찍습니다.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I go to school at eight thirty.]
목적: I go to school at ~.을 익히고, 30분 시계에서 앞의 숫자를 읽는다는 것을 확인합니다(M2).
시간: 약 3분
이렇게 말해 보세요
- “go to school은 ‘학교에 가다’야. 따라 해 볼까? I go to school at eight thirty.”
- “이 시계의 짧은바늘은 어디에 있어? 8과 9 사이 가운데에 있지? 8시가 지났지만 아직 9시가 안 됐으니까 8시 30분, eight thirty야.”
- “너는 몇 시에 학교에 가? 영어로 말해 볼래?”
예상 답
- “I go to school at eight thirty.” 또는 아이의 실제 시각(예: I go to school at eight.)
막히면
- 집에 있는 시계의 바늘을 돌려 8시에서 9시로 가는 동안 짧은바늘이 어떻게 움직이는지 보여 줍니다.
주의
- eight thirty를 nine thirty라고 하면 M2입니다. S13에서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I go home at three. / I go to bed at nine thirty.]
목적: 오후와 밤의 일과 go home, go to bed를 시각과 함께 말합니다.
시간: 약 3분
이렇게 말해 보세요
- “go home은 ‘집에 가다’, go to bed는 ‘잠자리에 들다’야. 소리를 듣고 따라 해 보자.”
- “왼쪽 시계는 몇 시야? 그럼 I go home at three. 오른쪽은?”
- “너는 몇 시에 자? 영어로 말해 볼래?”
예상 답
- “I go home at three.” “I go to bed at nine thirty.” 또는 아이의 실제 시각
막히면
- go to bed가 길면 bed … to bed … go to bed처럼 뒤에서부터 붙여 말합니다.
주의
- go home에는 to를 붙이지 않습니다(go to home이 아님). go to school, go to bed에는 to가 있습니다.
- 여기까지가 배우는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시계를 보고 일과 문장 말하기]
목적: 부모와 함께 시계를 읽고 일과 문장을 시각까지 넣어 말합니다.
시간: 약 4분
이렇게 말해 보세요
- “①부터 해 볼까? 먼저 시계가 몇 시인지 말하고, 그다음 문장으로 말해 봐.”
- “30분 시계는 짧은바늘을 잘 봐. 어느 숫자 다음이야?”
정답
- ① I get up at six thirty.
- ② I go to school at eight.
- ③ I go home at two thirty.
- ④ I go to bed at ten.
막히면
- 시각만 먼저 영어로 말하게 하고(six thirty), 그 앞에 I get up at을 붙여 줍니다.
- ③에서 three thirty라고 하면 짧은바늘이 2와 3의 가운데에 있다는 것을 짚어 줍니다(M2).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비교(at 빠뜨리기)]
목적: 시각 앞에 at이 있어야 한다는 것을 비교로 확인합니다(M1).
시간: 약 3분
이렇게 말해 보세요
- “두 문장을 한 낱말씩 비교해 볼까? 무엇이 달라?”
- “바른 문장은 어느 쪽이야? 왜 그렇게 생각해?”
- “가를 바르게 고쳐 말해 볼래?”
정답
- 나(I go to school at eight thirty.). 시각 앞에 at이 있어야 합니다.
- 가는 at이 빠졌습니다. ‘8시 30분에’의 ‘에’에 해당하는 at을 넣어 I go to school at eight thirty.로 고칩니다.
막히면
- 두 문장을 한 낱말씩 손가락으로 짚으며 소리 내어 읽고, 나에만 있는 낱말을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일과 문장을 바르게 쓰는 방법]
목적: 말로 익힌 일과 문장을 쓸 때 지켜야 할 네 가지(대문자 I, 일과 낱말, at과 시각 낱말, 마침표)를 알려 줍니다(목표 B).
시간: 약 2분
이렇게 말해 보세요
- “말한 문장을 쓸 때는 네 가지를 지켜. 오른쪽 문장에서 하나씩 찾아볼까?”
- “1번, I는 어디에 있어도 대문자야. 2번, get up. 3번, at seven. 시각은 7처럼 숫자로 쓰지 않고 seven처럼 낱말로 써. 4번, 끝에 마침표.”
- “엄마(아빠)가 공책에 I go home at three.를 써 볼게. 네 가지를 다 지켰는지 확인해 줄래?”
예상 답
- “I는 대문자예요.” “at이 있어요.” “마침표도 있어요.”
막히면
- 네 가지를 손가락으로 하나씩 접으며 오른쪽 문장에서 짚게 합니다.
주의
- 낱말과 낱말 사이는 손가락 하나만큼 띄어 쓰게 합니다. 시각을 7:00처럼 숫자로 써도 뜻은 통하지만, 오늘은 낱말 철자를 익히기 위해 seven처럼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나의 일과 말하기]
목적: 자기 일과를 시각과 함께 말하며, 쓰기 전에 말로 문장을 완성합니다.
시간: 약 3분
이렇게 말해 보세요
- “네가 일어나는 시각을 넣어서 ①을 말해 볼래?” (부모가 “What time do you get up?”이라고 물어도 됩니다.)
- “②, ③도 너의 시각을 넣어서 말해 봐.”
- “이제 하나를 골라 활동지 4의 빈 줄에 써 볼까? 다 쓰면 소리 내어 읽어 봐.”
예상 답
- ① I get up at seven. ② I go to school at eight thirty. ③ I go to bed at nine thirty. (아이의 실제 시각에 따라 다름)
정답
- 기준: 문장마다 at 다음에 자기 시각을 영어 숫자로 넣어 말하면 맞습니다. 쓸 때는 대문자 I, at, 시각 낱말의 철자, 끝의 마침표를 봅니다.
막히면
- 실제 시각이 7시 10분처럼 애매하면 “7시에 가까워, 7시 30분에 가까워?”라고 물어 하나를 고르게 합니다.
- 숫자 철자를 모르면 S15(보충)의 숫자 카드를 보며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일과 문장 말하고 쓰기]
목적: 도움 없이 시계를 보고 일과 문장을 말하고, 자기 일과 한 가지를 말하고 쓰는지 확인합니다.
시간: 약 4분
이렇게 말해 보세요
- “이번에는 혼자 해 볼래? ①②③은 시계를 보고 문장으로 말해 줘.”
- “④, 너는 몇 시에 학교에 가? 문장으로 말하고, 활동지 4의 빈 줄에 써 봐.”
정답
- ① I get up at seven thirty.
- ② I go home at four.
- ③ I go to bed at nine.
- ④ I go to school at (아이의 시각). 예: I go to school at eight thirty.
- 기준: ①②③ 가운데 두 개 이상을 at과 시각까지 정확히 말하고, ④를 대문자 I, at, 시각 낱말 철자, 마침표까지 바르게 쓰면 통과입니다.
막히면
- 바로 알려 주지 말고 “시계가 몇 시야?” 또는 “at은 넣었어?”라고만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한 말과 왼쪽 정답을 비교해 보자. ④는 네 시각이 들어가면 맞아.”
- “오른쪽처럼 하면 왜 틀릴까?”
예상 답
- “at이 있어야 해요.” “짧은바늘이 7과 8 사이니까 seven thirty예요.”
주의
- 이 장은 학생용 파일에서 빠집니다. 쓴 문장은 대문자 I, at, 철자, 마침표를 하나씩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확인(문장에 맞는 시계 고르기)]
목적: 처음 보는 형식(문장을 듣고 시계 고르기)에서 30분 시계의 짧은바늘을 바르게 읽는지 확인합니다(M2).
시간: 약 2분
이렇게 말해 보세요
- “I go to school at eight thirty. 이 문장에 맞는 시계는 어느 것일까? 어떻게 알았어?”
- “나머지 시계는 몇 시야?”
정답
- 다(8시 30분). 짧은바늘이 8과 9의 가운데, 긴바늘이 6에 있습니다.
- 가는 8시(eight), 나는 9시 30분(nine thirty), 라는 6시 40분입니다. 라는 긴바늘이 8에 있어 eight로 착각하기 쉽습니다.
막히면
- “긴바늘이 6에 있으면 몇 분이었지? 짧은바늘은 어느 숫자 다음이야?”라고 차례로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“오늘 배운 네 가지 일과를 영어로 말해 볼래?”
- “시각 앞에는 무엇을 넣었지?”
예상 답
- “get up, go to school, go home, go to bed요.” “at이요.”
정답
- ① seven thirty ② 나는 9시에 잠자리에 들어요. ③ I get up at (아이의 시각).
주의
- 오늘부터 아침마다 “I get up at seven.”처럼 일어난 시각을 영어로 말해 보게 하세요. 다음 차시 ‘지난 일 말하기’에서는 I visited ~.처럼 이미 한 일을 과거형으로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보충(영어 숫자 1~12와 정각)]
목적: S02에서 영어 숫자나 정각 읽기가 흔들리면, 일과 문장을 배우기 전에 먼저 다시 익힙니다.
시간: 약 5분
이렇게 말해 보세요
- “숫자를 소리로 듣고 따라 말해 보자.” (교과서 디지털 자료나 사전 앱의 소리를 함께 듣습니다.)
- “엄마(아빠)가 숫자를 짚으면 영어로 말해 줘.” (차례를 섞어 짚습니다.)
- “집 시계를 3시, 9시로 맞출게. 몇 시야?”
정답
- 숫자 1~12를 영어로 말하면 맞음 / 3시 three, 9시 nine
막히면
- 1부터 6까지 먼저 익히고, 다음 날 7부터 12까지 익혀도 됩니다.
주의
- 보충 뒤에도 정각을 영어로 말하지 못하면 4학년 ‘시각 묻고 답하기’ 차시를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일과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몇 시에 일어나요?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figure1" descr="시계: 7시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768096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79299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10229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38273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62029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38994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391317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494336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588071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671495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672422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03874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851380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88568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06426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831068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06426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88568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851380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03874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672422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671495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588071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494336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391317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38994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62029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38273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10229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79299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287268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507372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69353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34375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103917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79408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62213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753615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654804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566863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90755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427315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377237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34106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319209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311896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319209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34106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377237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427315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90755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566863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654804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753615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62213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79408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103917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34375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69353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507372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14382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10994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456164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10994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14382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038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1" name="S01-label68"/>
          <p:cNvSpPr txBox="1"/>
          <p:nvPr/>
        </p:nvSpPr>
        <p:spPr>
          <a:xfrm>
            <a:off x="8830818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2" name="S01-label69"/>
          <p:cNvSpPr txBox="1"/>
          <p:nvPr/>
        </p:nvSpPr>
        <p:spPr>
          <a:xfrm>
            <a:off x="8434206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89036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4" name="S01-label71"/>
          <p:cNvSpPr txBox="1"/>
          <p:nvPr/>
        </p:nvSpPr>
        <p:spPr>
          <a:xfrm>
            <a:off x="8434206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5" name="S01-label72"/>
          <p:cNvSpPr txBox="1"/>
          <p:nvPr/>
        </p:nvSpPr>
        <p:spPr>
          <a:xfrm>
            <a:off x="8830818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836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7" name="S01-line74"/>
          <p:cNvSpPr/>
          <p:nvPr/>
        </p:nvSpPr>
        <p:spPr>
          <a:xfrm flipH="1">
            <a:off x="9345168" y="2103120"/>
            <a:ext cx="301752" cy="52265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225296"/>
            <a:ext cx="0" cy="8778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일과를 시각과 함께 영어로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하루 일과를 영어 문장으로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0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몇 시인지 영어로 말해요.</a:t>
            </a:r>
            <a:endParaRPr lang="ko-KR" sz="28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figure81" descr="시계: 7시"/>
          <p:cNvSpPr/>
          <p:nvPr/>
        </p:nvSpPr>
        <p:spPr>
          <a:xfrm>
            <a:off x="3081528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>
            <a:off x="4087368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4183427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4278433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3713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461148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516679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62752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702280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770297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830832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830956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92689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961362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986258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5001306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>
            <a:off x="4945990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5001306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986258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961362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92689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830956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830832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770297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702280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62752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516679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4461148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43713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4278433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H="1" flipV="1">
            <a:off x="4183427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4087368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986052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885847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787849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693133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360273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3517649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3438804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336706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3303217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3247961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320190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31655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313928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3123414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3118104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3123414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313928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31655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320190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3247961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3303217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336706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3438804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517649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60273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693133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787849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885847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141"/>
          <p:cNvSpPr/>
          <p:nvPr/>
        </p:nvSpPr>
        <p:spPr>
          <a:xfrm>
            <a:off x="3986052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abel142"/>
          <p:cNvSpPr txBox="1"/>
          <p:nvPr/>
        </p:nvSpPr>
        <p:spPr>
          <a:xfrm>
            <a:off x="4210355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501204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60766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69" name="S02-label145"/>
          <p:cNvSpPr txBox="1"/>
          <p:nvPr/>
        </p:nvSpPr>
        <p:spPr>
          <a:xfrm>
            <a:off x="4501204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0" name="S02-label146"/>
          <p:cNvSpPr txBox="1"/>
          <p:nvPr/>
        </p:nvSpPr>
        <p:spPr>
          <a:xfrm>
            <a:off x="4210355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1" name="S02-label147"/>
          <p:cNvSpPr txBox="1"/>
          <p:nvPr/>
        </p:nvSpPr>
        <p:spPr>
          <a:xfrm>
            <a:off x="3813048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2" name="S02-label148"/>
          <p:cNvSpPr txBox="1"/>
          <p:nvPr/>
        </p:nvSpPr>
        <p:spPr>
          <a:xfrm>
            <a:off x="3415741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3" name="S02-label149"/>
          <p:cNvSpPr txBox="1"/>
          <p:nvPr/>
        </p:nvSpPr>
        <p:spPr>
          <a:xfrm>
            <a:off x="3124892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4" name="S02-label150"/>
          <p:cNvSpPr txBox="1"/>
          <p:nvPr/>
        </p:nvSpPr>
        <p:spPr>
          <a:xfrm>
            <a:off x="301843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5" name="S02-label151"/>
          <p:cNvSpPr txBox="1"/>
          <p:nvPr/>
        </p:nvSpPr>
        <p:spPr>
          <a:xfrm>
            <a:off x="3124892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415741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7" name="S02-label153"/>
          <p:cNvSpPr txBox="1"/>
          <p:nvPr/>
        </p:nvSpPr>
        <p:spPr>
          <a:xfrm>
            <a:off x="3813048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8" name="S02-line154"/>
          <p:cNvSpPr/>
          <p:nvPr/>
        </p:nvSpPr>
        <p:spPr>
          <a:xfrm flipH="1">
            <a:off x="3866083" y="3017520"/>
            <a:ext cx="221285" cy="38327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2-line155"/>
          <p:cNvSpPr/>
          <p:nvPr/>
        </p:nvSpPr>
        <p:spPr>
          <a:xfrm flipV="1">
            <a:off x="4087368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2-pin156"/>
          <p:cNvSpPr/>
          <p:nvPr/>
        </p:nvSpPr>
        <p:spPr>
          <a:xfrm>
            <a:off x="4032504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2-chip157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2" name="S02-figure158" descr="시계: 12시"/>
          <p:cNvSpPr/>
          <p:nvPr/>
        </p:nvSpPr>
        <p:spPr>
          <a:xfrm>
            <a:off x="308152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>
            <a:off x="408736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418342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427843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43713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446114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451667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462752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470228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477029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483083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483095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492689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496136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498625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500130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>
            <a:off x="494599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500130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498625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496136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492689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483095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483083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477029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470228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462752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451667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446114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43713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427843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H="1" flipV="1">
            <a:off x="418342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408736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398605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388584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378784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369313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360273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351764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343880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336706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330321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324796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32019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31655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313928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312341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311810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312341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313928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31655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32019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324796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330321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336706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343880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351764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360273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369313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378784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388584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ine218"/>
          <p:cNvSpPr/>
          <p:nvPr/>
        </p:nvSpPr>
        <p:spPr>
          <a:xfrm>
            <a:off x="398605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2-label219"/>
          <p:cNvSpPr txBox="1"/>
          <p:nvPr/>
        </p:nvSpPr>
        <p:spPr>
          <a:xfrm>
            <a:off x="421035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450120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460766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450120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421035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381304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341574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312489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301843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312489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341574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4" name="S02-label230"/>
          <p:cNvSpPr txBox="1"/>
          <p:nvPr/>
        </p:nvSpPr>
        <p:spPr>
          <a:xfrm>
            <a:off x="381304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5" name="S02-line231"/>
          <p:cNvSpPr/>
          <p:nvPr/>
        </p:nvSpPr>
        <p:spPr>
          <a:xfrm flipV="1">
            <a:off x="4087368" y="4769510"/>
            <a:ext cx="0" cy="44257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2-line232"/>
          <p:cNvSpPr/>
          <p:nvPr/>
        </p:nvSpPr>
        <p:spPr>
          <a:xfrm flipV="1">
            <a:off x="4087368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2-pin233"/>
          <p:cNvSpPr/>
          <p:nvPr/>
        </p:nvSpPr>
        <p:spPr>
          <a:xfrm>
            <a:off x="403250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정각과 30분</a:t>
            </a:r>
            <a:endParaRPr lang="ko-KR" sz="4000" dirty="0"/>
          </a:p>
        </p:txBody>
      </p:sp>
      <p:sp>
        <p:nvSpPr>
          <p:cNvPr id="3" name="S03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03-figure236" descr="시계: 7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3-line237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line238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239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0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1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2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3-line243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44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5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6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47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3-line248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49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0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1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2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3-line253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254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5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6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57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3-line258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259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0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1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2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3-line263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264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5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6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67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3-line268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269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0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1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2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3-line273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274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5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6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77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3-line278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279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0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1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2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3-line283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284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5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6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87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3-line288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289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0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1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2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3-line293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294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5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6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abel297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3-label298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3-label299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3-label300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3-label301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3-label302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3-label303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3-label304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3-label305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3-label306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3-label307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3-label308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3-line309"/>
          <p:cNvSpPr/>
          <p:nvPr/>
        </p:nvSpPr>
        <p:spPr>
          <a:xfrm flipH="1">
            <a:off x="2899562" y="2998089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3-line310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3-pin311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3-label312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200" dirty="0"/>
          </a:p>
        </p:txBody>
      </p:sp>
      <p:sp>
        <p:nvSpPr>
          <p:cNvPr id="82" name="S03-figure313" descr="시계: 7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3-line314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3-line315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line316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3-line317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318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319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3-line320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321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322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323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324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3-line325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line326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3-line327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328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329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3-line330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331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332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333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334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3-line335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3-line336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3-line337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3-line338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3-line339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3-line340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341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342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343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344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3-line345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346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347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348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349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3-line350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351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352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353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line354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3-line355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356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line357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3-line358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3-line359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3-line360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3-line361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3-line362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3-line363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3-line364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3-line365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3-line366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3-line367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3-line368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3-line369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3-line370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3-line371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3-line372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3-line373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3-label374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3-label375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3-label376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3-label377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3-label378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3-label379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3-label380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3-label381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3-label382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3-label383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3-label384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3-label385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3-line386"/>
          <p:cNvSpPr/>
          <p:nvPr/>
        </p:nvSpPr>
        <p:spPr>
          <a:xfrm flipH="1">
            <a:off x="8463763" y="299808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3-line387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3-pin388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3-label389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 thirty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 말하기</a:t>
            </a:r>
            <a:endParaRPr lang="ko-KR" sz="4000" dirty="0"/>
          </a:p>
        </p:txBody>
      </p:sp>
      <p:sp>
        <p:nvSpPr>
          <p:cNvPr id="3" name="S04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‘7시에’의 ‘에’가 at이에요. at 다음에 시각을 말해요.</a:t>
            </a:r>
            <a:endParaRPr lang="ko-KR" sz="2800" dirty="0"/>
          </a:p>
        </p:txBody>
      </p:sp>
      <p:sp>
        <p:nvSpPr>
          <p:cNvPr id="5" name="S04-figure392" descr="시계: 7시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393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394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95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96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97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398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399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400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401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402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403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404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405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406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407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408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409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410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411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412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413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414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415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416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417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418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419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420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421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422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423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424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425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426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427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428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429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430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431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432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433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434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435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436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437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438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439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440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441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442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443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444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445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446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447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448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449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450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451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452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453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4-label454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4-label455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4-label456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4-label457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4-label458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4-label459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4-label460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4-label461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4-label462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4-label463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4-label464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4-line465"/>
          <p:cNvSpPr/>
          <p:nvPr/>
        </p:nvSpPr>
        <p:spPr>
          <a:xfrm flipH="1">
            <a:off x="2899562" y="322326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466"/>
          <p:cNvSpPr/>
          <p:nvPr/>
        </p:nvSpPr>
        <p:spPr>
          <a:xfrm flipV="1">
            <a:off x="3241548" y="222839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467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word468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7시에 일어나요.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가는 시각 말하기</a:t>
            </a:r>
            <a:endParaRPr lang="ko-KR" sz="4000" dirty="0"/>
          </a:p>
        </p:txBody>
      </p:sp>
      <p:sp>
        <p:nvSpPr>
          <p:cNvPr id="3" name="S05-card4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8과 9 가운데에 있으면 eight thirty예요.</a:t>
            </a:r>
            <a:endParaRPr lang="ko-KR" sz="2800" dirty="0"/>
          </a:p>
        </p:txBody>
      </p:sp>
      <p:sp>
        <p:nvSpPr>
          <p:cNvPr id="5" name="S05-figure471" descr="시계: 8시 30분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5-line472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5-line473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474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75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76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77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line478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479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80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81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82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5-line483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484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85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86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87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5-line488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489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90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91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92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5-line493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494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95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96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97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5-line498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499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500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501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502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5-line503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504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505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506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507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5-line508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509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510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511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512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5-line513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514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515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516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517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5-line518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519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520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521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522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5-line523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524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525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526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527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line528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529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530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531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abel532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5-label533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5-label534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5-label535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5-label536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5-label537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5-label538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5-label539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5-label540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5-label541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5-label542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5-label543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5-line544"/>
          <p:cNvSpPr/>
          <p:nvPr/>
        </p:nvSpPr>
        <p:spPr>
          <a:xfrm flipH="1">
            <a:off x="2580883" y="3223260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5-line545"/>
          <p:cNvSpPr/>
          <p:nvPr/>
        </p:nvSpPr>
        <p:spPr>
          <a:xfrm>
            <a:off x="324154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5-pin546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5-word547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8시 30분에 학교에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오고, 잠자리에 들어요</a:t>
            </a:r>
            <a:endParaRPr lang="ko-KR" sz="4000" dirty="0"/>
          </a:p>
        </p:txBody>
      </p:sp>
      <p:sp>
        <p:nvSpPr>
          <p:cNvPr id="3" name="S06-card54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4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home at three.</a:t>
            </a:r>
            <a:endParaRPr lang="ko-KR" sz="2800" dirty="0"/>
          </a:p>
        </p:txBody>
      </p:sp>
      <p:sp>
        <p:nvSpPr>
          <p:cNvPr id="5" name="S06-card55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5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nine thirty.</a:t>
            </a:r>
            <a:endParaRPr lang="ko-KR" sz="2800" dirty="0"/>
          </a:p>
        </p:txBody>
      </p:sp>
      <p:sp>
        <p:nvSpPr>
          <p:cNvPr id="7" name="S06-figure552" descr="시계: 3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06-line553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line554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555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556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557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558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6-line559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560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561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562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63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6-line564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65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66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567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68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6-line569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70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71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572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73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6-line574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75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76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577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78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06-line579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80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81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582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83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6-line584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85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86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587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88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06-line589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90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91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592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93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06-line594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95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96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597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98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06-line599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600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601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602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603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06-line604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605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606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607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608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6-line609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610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ine611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6-line612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6-label613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9" name="S06-label614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70" name="S06-label615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1" name="S06-label616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2" name="S06-label617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3" name="S06-label618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4" name="S06-label619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5" name="S06-label620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6" name="S06-label621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7" name="S06-label622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8" name="S06-label623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9" name="S06-label624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80" name="S06-line625"/>
          <p:cNvSpPr/>
          <p:nvPr/>
        </p:nvSpPr>
        <p:spPr>
          <a:xfrm>
            <a:off x="3241548" y="299808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06-line626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06-pin627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6-label62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2200" dirty="0"/>
          </a:p>
        </p:txBody>
      </p:sp>
      <p:sp>
        <p:nvSpPr>
          <p:cNvPr id="84" name="S06-figure629" descr="시계: 9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6-line630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6-line631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632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633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634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635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6-line636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637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638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639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640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6-line641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642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643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644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645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6-line646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647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648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649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650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6-line651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652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653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654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655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6-line656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657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658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659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660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6-line661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62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63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664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65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6-line666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67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68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6-line669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70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6-line671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72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73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6-line674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75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6-line676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77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78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6-line679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80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6-line681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82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83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6-line684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85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6-line686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87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ine688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6-line689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6-label690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6" name="S06-label691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7" name="S06-label692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8" name="S06-label693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9" name="S06-label694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50" name="S06-label695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51" name="S06-label696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2" name="S06-label697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3" name="S06-label698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4" name="S06-label699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5" name="S06-label700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6" name="S06-label701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7" name="S06-line702"/>
          <p:cNvSpPr/>
          <p:nvPr/>
        </p:nvSpPr>
        <p:spPr>
          <a:xfrm flipH="1" flipV="1">
            <a:off x="8286739" y="2821064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6-line703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6-pin704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6-label705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말해요</a:t>
            </a:r>
            <a:endParaRPr lang="ko-KR" sz="4000" dirty="0"/>
          </a:p>
        </p:txBody>
      </p:sp>
      <p:sp>
        <p:nvSpPr>
          <p:cNvPr id="3" name="S07-text7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시계를 보고 I ~ at ~. 문장으로 말해요.</a:t>
            </a:r>
            <a:endParaRPr lang="ko-KR" sz="2800" dirty="0"/>
          </a:p>
        </p:txBody>
      </p:sp>
      <p:sp>
        <p:nvSpPr>
          <p:cNvPr id="4" name="S07-chip70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word708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07-figure709" descr="시계: 6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10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11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12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13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14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15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16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17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18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19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20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21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22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23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24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25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26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27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28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29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30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31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32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33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34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35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36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37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38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39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40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41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42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43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44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45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46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47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48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49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50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51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52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53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54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55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56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57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58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59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60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61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62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63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64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65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66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67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68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69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70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07-label771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07-label772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07-label773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07-label774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07-label775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07-label776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07-label777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07-label778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07-label779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07-label780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07-label781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07-line782"/>
          <p:cNvSpPr/>
          <p:nvPr/>
        </p:nvSpPr>
        <p:spPr>
          <a:xfrm flipH="1">
            <a:off x="4735204" y="3017520"/>
            <a:ext cx="114545" cy="42748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83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84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chip785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07-word786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</p:txBody>
      </p:sp>
      <p:sp>
        <p:nvSpPr>
          <p:cNvPr id="84" name="S07-figure787" descr="시계: 8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788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789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790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791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792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793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794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795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796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797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798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799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00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01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02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03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04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05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06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07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08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09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10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11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12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13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14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15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16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17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18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19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20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21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22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23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24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25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26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27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28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29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30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31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32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33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34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35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36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37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38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39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40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41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42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43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44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45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46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47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48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07-label849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07-label850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07-label851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07-label852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07-label853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07-label854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07-label855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07-label856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07-label857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07-label858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07-label859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07-line860"/>
          <p:cNvSpPr/>
          <p:nvPr/>
        </p:nvSpPr>
        <p:spPr>
          <a:xfrm flipH="1">
            <a:off x="10195188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61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62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chip86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07-word864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162" name="S07-figure865" descr="시계: 2시 30분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07-line866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07-line867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7-line868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7-line869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7-line870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7-line871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07-line872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7-line873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7-line874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7-line875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7-line876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07-line877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7-line878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7-line879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7-line880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7-line881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07-line882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7-line883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7-line884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7-line885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7-line886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07-line887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7-line888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7-line889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7-line890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7-line891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07-line892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7-line893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7-line894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7-line895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7-line896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07-line897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7-line898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7-line899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7-line900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7-line901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07-line902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7-line903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7-line904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7-line905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7-line906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07-line907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7-line908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7-line909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7-line910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7-line911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07-line912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7-line913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7-line914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7-line915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7-line916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07-line917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7-line918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7-line919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7-line920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7-line921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07-line922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7-line923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07-line924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07-line925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07-label926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07-label927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07-label928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07-label929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07-label930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07-label931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07-label932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07-label933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07-label934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07-label935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07-label936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07-label937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07-line938"/>
          <p:cNvSpPr/>
          <p:nvPr/>
        </p:nvSpPr>
        <p:spPr>
          <a:xfrm flipV="1">
            <a:off x="4849749" y="5097535"/>
            <a:ext cx="427489" cy="11454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07-line939"/>
          <p:cNvSpPr/>
          <p:nvPr/>
        </p:nvSpPr>
        <p:spPr>
          <a:xfrm>
            <a:off x="4849749" y="521208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07-pin940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07-chip941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07-word942"/>
          <p:cNvSpPr txBox="1"/>
          <p:nvPr/>
        </p:nvSpPr>
        <p:spPr>
          <a:xfrm>
            <a:off x="7072884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240" name="S07-figure943" descr="시계: 10시"/>
          <p:cNvSpPr/>
          <p:nvPr/>
        </p:nvSpPr>
        <p:spPr>
          <a:xfrm>
            <a:off x="9572625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41" name="S07-line944"/>
          <p:cNvSpPr/>
          <p:nvPr/>
        </p:nvSpPr>
        <p:spPr>
          <a:xfrm>
            <a:off x="10578465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2" name="S07-line945"/>
          <p:cNvSpPr/>
          <p:nvPr/>
        </p:nvSpPr>
        <p:spPr>
          <a:xfrm flipH="1">
            <a:off x="10674524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07-line946"/>
          <p:cNvSpPr/>
          <p:nvPr/>
        </p:nvSpPr>
        <p:spPr>
          <a:xfrm flipH="1">
            <a:off x="10769530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07-line947"/>
          <p:cNvSpPr/>
          <p:nvPr/>
        </p:nvSpPr>
        <p:spPr>
          <a:xfrm flipH="1">
            <a:off x="10862443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07-line948"/>
          <p:cNvSpPr/>
          <p:nvPr/>
        </p:nvSpPr>
        <p:spPr>
          <a:xfrm flipH="1">
            <a:off x="10952245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07-line949"/>
          <p:cNvSpPr/>
          <p:nvPr/>
        </p:nvSpPr>
        <p:spPr>
          <a:xfrm flipH="1">
            <a:off x="1100777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7" name="S07-line950"/>
          <p:cNvSpPr/>
          <p:nvPr/>
        </p:nvSpPr>
        <p:spPr>
          <a:xfrm flipH="1">
            <a:off x="11118623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07-line951"/>
          <p:cNvSpPr/>
          <p:nvPr/>
        </p:nvSpPr>
        <p:spPr>
          <a:xfrm flipH="1">
            <a:off x="11193377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9" name="S07-line952"/>
          <p:cNvSpPr/>
          <p:nvPr/>
        </p:nvSpPr>
        <p:spPr>
          <a:xfrm flipH="1">
            <a:off x="1126139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07-line953"/>
          <p:cNvSpPr/>
          <p:nvPr/>
        </p:nvSpPr>
        <p:spPr>
          <a:xfrm flipH="1">
            <a:off x="11321929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07-line954"/>
          <p:cNvSpPr/>
          <p:nvPr/>
        </p:nvSpPr>
        <p:spPr>
          <a:xfrm flipH="1">
            <a:off x="11322053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2" name="S07-line955"/>
          <p:cNvSpPr/>
          <p:nvPr/>
        </p:nvSpPr>
        <p:spPr>
          <a:xfrm flipH="1">
            <a:off x="1141798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07-line956"/>
          <p:cNvSpPr/>
          <p:nvPr/>
        </p:nvSpPr>
        <p:spPr>
          <a:xfrm flipH="1">
            <a:off x="11452459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4" name="S07-line957"/>
          <p:cNvSpPr/>
          <p:nvPr/>
        </p:nvSpPr>
        <p:spPr>
          <a:xfrm flipH="1">
            <a:off x="1147735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07-line958"/>
          <p:cNvSpPr/>
          <p:nvPr/>
        </p:nvSpPr>
        <p:spPr>
          <a:xfrm flipH="1">
            <a:off x="11492403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07-line959"/>
          <p:cNvSpPr/>
          <p:nvPr/>
        </p:nvSpPr>
        <p:spPr>
          <a:xfrm flipH="1">
            <a:off x="11437087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7" name="S07-line960"/>
          <p:cNvSpPr/>
          <p:nvPr/>
        </p:nvSpPr>
        <p:spPr>
          <a:xfrm flipH="1" flipV="1">
            <a:off x="11492403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07-line961"/>
          <p:cNvSpPr/>
          <p:nvPr/>
        </p:nvSpPr>
        <p:spPr>
          <a:xfrm flipH="1" flipV="1">
            <a:off x="1147735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9" name="S07-line962"/>
          <p:cNvSpPr/>
          <p:nvPr/>
        </p:nvSpPr>
        <p:spPr>
          <a:xfrm flipH="1" flipV="1">
            <a:off x="11452459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07-line963"/>
          <p:cNvSpPr/>
          <p:nvPr/>
        </p:nvSpPr>
        <p:spPr>
          <a:xfrm flipH="1" flipV="1">
            <a:off x="1141798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07-line964"/>
          <p:cNvSpPr/>
          <p:nvPr/>
        </p:nvSpPr>
        <p:spPr>
          <a:xfrm flipH="1" flipV="1">
            <a:off x="11322053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2" name="S07-line965"/>
          <p:cNvSpPr/>
          <p:nvPr/>
        </p:nvSpPr>
        <p:spPr>
          <a:xfrm flipH="1" flipV="1">
            <a:off x="11321929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07-line966"/>
          <p:cNvSpPr/>
          <p:nvPr/>
        </p:nvSpPr>
        <p:spPr>
          <a:xfrm flipH="1" flipV="1">
            <a:off x="1126139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4" name="S07-line967"/>
          <p:cNvSpPr/>
          <p:nvPr/>
        </p:nvSpPr>
        <p:spPr>
          <a:xfrm flipH="1" flipV="1">
            <a:off x="11193377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07-line968"/>
          <p:cNvSpPr/>
          <p:nvPr/>
        </p:nvSpPr>
        <p:spPr>
          <a:xfrm flipH="1" flipV="1">
            <a:off x="11118623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07-line969"/>
          <p:cNvSpPr/>
          <p:nvPr/>
        </p:nvSpPr>
        <p:spPr>
          <a:xfrm flipH="1" flipV="1">
            <a:off x="1100777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7" name="S07-line970"/>
          <p:cNvSpPr/>
          <p:nvPr/>
        </p:nvSpPr>
        <p:spPr>
          <a:xfrm flipH="1" flipV="1">
            <a:off x="10952245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07-line971"/>
          <p:cNvSpPr/>
          <p:nvPr/>
        </p:nvSpPr>
        <p:spPr>
          <a:xfrm flipH="1" flipV="1">
            <a:off x="10862443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9" name="S07-line972"/>
          <p:cNvSpPr/>
          <p:nvPr/>
        </p:nvSpPr>
        <p:spPr>
          <a:xfrm flipH="1" flipV="1">
            <a:off x="10769530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07-line973"/>
          <p:cNvSpPr/>
          <p:nvPr/>
        </p:nvSpPr>
        <p:spPr>
          <a:xfrm flipH="1" flipV="1">
            <a:off x="10674524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07-line974"/>
          <p:cNvSpPr/>
          <p:nvPr/>
        </p:nvSpPr>
        <p:spPr>
          <a:xfrm flipV="1">
            <a:off x="10578465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2" name="S07-line975"/>
          <p:cNvSpPr/>
          <p:nvPr/>
        </p:nvSpPr>
        <p:spPr>
          <a:xfrm flipV="1">
            <a:off x="10477149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07-line976"/>
          <p:cNvSpPr/>
          <p:nvPr/>
        </p:nvSpPr>
        <p:spPr>
          <a:xfrm flipV="1">
            <a:off x="1037694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4" name="S07-line977"/>
          <p:cNvSpPr/>
          <p:nvPr/>
        </p:nvSpPr>
        <p:spPr>
          <a:xfrm flipV="1">
            <a:off x="102789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07-line978"/>
          <p:cNvSpPr/>
          <p:nvPr/>
        </p:nvSpPr>
        <p:spPr>
          <a:xfrm flipV="1">
            <a:off x="10184230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07-line979"/>
          <p:cNvSpPr/>
          <p:nvPr/>
        </p:nvSpPr>
        <p:spPr>
          <a:xfrm flipV="1">
            <a:off x="10093833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7" name="S07-line980"/>
          <p:cNvSpPr/>
          <p:nvPr/>
        </p:nvSpPr>
        <p:spPr>
          <a:xfrm flipV="1">
            <a:off x="1000874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07-line981"/>
          <p:cNvSpPr/>
          <p:nvPr/>
        </p:nvSpPr>
        <p:spPr>
          <a:xfrm flipV="1">
            <a:off x="992990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9" name="S07-line982"/>
          <p:cNvSpPr/>
          <p:nvPr/>
        </p:nvSpPr>
        <p:spPr>
          <a:xfrm flipV="1">
            <a:off x="9858161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07-line983"/>
          <p:cNvSpPr/>
          <p:nvPr/>
        </p:nvSpPr>
        <p:spPr>
          <a:xfrm flipV="1">
            <a:off x="9794314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07-line984"/>
          <p:cNvSpPr/>
          <p:nvPr/>
        </p:nvSpPr>
        <p:spPr>
          <a:xfrm flipV="1">
            <a:off x="9739058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2" name="S07-line985"/>
          <p:cNvSpPr/>
          <p:nvPr/>
        </p:nvSpPr>
        <p:spPr>
          <a:xfrm flipV="1">
            <a:off x="969299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07-line986"/>
          <p:cNvSpPr/>
          <p:nvPr/>
        </p:nvSpPr>
        <p:spPr>
          <a:xfrm flipV="1">
            <a:off x="9656640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4" name="S07-line987"/>
          <p:cNvSpPr/>
          <p:nvPr/>
        </p:nvSpPr>
        <p:spPr>
          <a:xfrm flipV="1">
            <a:off x="9630382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07-line988"/>
          <p:cNvSpPr/>
          <p:nvPr/>
        </p:nvSpPr>
        <p:spPr>
          <a:xfrm flipV="1">
            <a:off x="9614511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07-line989"/>
          <p:cNvSpPr/>
          <p:nvPr/>
        </p:nvSpPr>
        <p:spPr>
          <a:xfrm>
            <a:off x="960920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7" name="S07-line990"/>
          <p:cNvSpPr/>
          <p:nvPr/>
        </p:nvSpPr>
        <p:spPr>
          <a:xfrm>
            <a:off x="9614511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07-line991"/>
          <p:cNvSpPr/>
          <p:nvPr/>
        </p:nvSpPr>
        <p:spPr>
          <a:xfrm>
            <a:off x="9630382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9" name="S07-line992"/>
          <p:cNvSpPr/>
          <p:nvPr/>
        </p:nvSpPr>
        <p:spPr>
          <a:xfrm>
            <a:off x="9656640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07-line993"/>
          <p:cNvSpPr/>
          <p:nvPr/>
        </p:nvSpPr>
        <p:spPr>
          <a:xfrm>
            <a:off x="969299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07-line994"/>
          <p:cNvSpPr/>
          <p:nvPr/>
        </p:nvSpPr>
        <p:spPr>
          <a:xfrm>
            <a:off x="9739058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2" name="S07-line995"/>
          <p:cNvSpPr/>
          <p:nvPr/>
        </p:nvSpPr>
        <p:spPr>
          <a:xfrm>
            <a:off x="9794314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07-line996"/>
          <p:cNvSpPr/>
          <p:nvPr/>
        </p:nvSpPr>
        <p:spPr>
          <a:xfrm>
            <a:off x="9858161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4" name="S07-line997"/>
          <p:cNvSpPr/>
          <p:nvPr/>
        </p:nvSpPr>
        <p:spPr>
          <a:xfrm>
            <a:off x="992990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07-line998"/>
          <p:cNvSpPr/>
          <p:nvPr/>
        </p:nvSpPr>
        <p:spPr>
          <a:xfrm>
            <a:off x="1000874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07-line999"/>
          <p:cNvSpPr/>
          <p:nvPr/>
        </p:nvSpPr>
        <p:spPr>
          <a:xfrm>
            <a:off x="10093833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7" name="S07-line1000"/>
          <p:cNvSpPr/>
          <p:nvPr/>
        </p:nvSpPr>
        <p:spPr>
          <a:xfrm>
            <a:off x="10184230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07-line1001"/>
          <p:cNvSpPr/>
          <p:nvPr/>
        </p:nvSpPr>
        <p:spPr>
          <a:xfrm>
            <a:off x="102789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9" name="S07-line1002"/>
          <p:cNvSpPr/>
          <p:nvPr/>
        </p:nvSpPr>
        <p:spPr>
          <a:xfrm>
            <a:off x="1037694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0" name="S07-line1003"/>
          <p:cNvSpPr/>
          <p:nvPr/>
        </p:nvSpPr>
        <p:spPr>
          <a:xfrm>
            <a:off x="10477149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1" name="S07-label1004"/>
          <p:cNvSpPr txBox="1"/>
          <p:nvPr/>
        </p:nvSpPr>
        <p:spPr>
          <a:xfrm>
            <a:off x="1070145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02" name="S07-label1005"/>
          <p:cNvSpPr txBox="1"/>
          <p:nvPr/>
        </p:nvSpPr>
        <p:spPr>
          <a:xfrm>
            <a:off x="10992301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03" name="S07-label1006"/>
          <p:cNvSpPr txBox="1"/>
          <p:nvPr/>
        </p:nvSpPr>
        <p:spPr>
          <a:xfrm>
            <a:off x="11098759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304" name="S07-label1007"/>
          <p:cNvSpPr txBox="1"/>
          <p:nvPr/>
        </p:nvSpPr>
        <p:spPr>
          <a:xfrm>
            <a:off x="10992301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305" name="S07-label1008"/>
          <p:cNvSpPr txBox="1"/>
          <p:nvPr/>
        </p:nvSpPr>
        <p:spPr>
          <a:xfrm>
            <a:off x="1070145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306" name="S07-label1009"/>
          <p:cNvSpPr txBox="1"/>
          <p:nvPr/>
        </p:nvSpPr>
        <p:spPr>
          <a:xfrm>
            <a:off x="10304145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307" name="S07-label1010"/>
          <p:cNvSpPr txBox="1"/>
          <p:nvPr/>
        </p:nvSpPr>
        <p:spPr>
          <a:xfrm>
            <a:off x="9906838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308" name="S07-label1011"/>
          <p:cNvSpPr txBox="1"/>
          <p:nvPr/>
        </p:nvSpPr>
        <p:spPr>
          <a:xfrm>
            <a:off x="9615989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309" name="S07-label1012"/>
          <p:cNvSpPr txBox="1"/>
          <p:nvPr/>
        </p:nvSpPr>
        <p:spPr>
          <a:xfrm>
            <a:off x="9509531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310" name="S07-label1013"/>
          <p:cNvSpPr txBox="1"/>
          <p:nvPr/>
        </p:nvSpPr>
        <p:spPr>
          <a:xfrm>
            <a:off x="9615989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11" name="S07-label1014"/>
          <p:cNvSpPr txBox="1"/>
          <p:nvPr/>
        </p:nvSpPr>
        <p:spPr>
          <a:xfrm>
            <a:off x="9906838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312" name="S07-label1015"/>
          <p:cNvSpPr txBox="1"/>
          <p:nvPr/>
        </p:nvSpPr>
        <p:spPr>
          <a:xfrm>
            <a:off x="10304145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313" name="S07-line1016"/>
          <p:cNvSpPr/>
          <p:nvPr/>
        </p:nvSpPr>
        <p:spPr>
          <a:xfrm flipH="1" flipV="1">
            <a:off x="10195188" y="4990795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4" name="S07-line1017"/>
          <p:cNvSpPr/>
          <p:nvPr/>
        </p:nvSpPr>
        <p:spPr>
          <a:xfrm flipV="1">
            <a:off x="10578465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5" name="S07-pin1018"/>
          <p:cNvSpPr/>
          <p:nvPr/>
        </p:nvSpPr>
        <p:spPr>
          <a:xfrm>
            <a:off x="10523601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바를까요?</a:t>
            </a:r>
            <a:endParaRPr lang="ko-KR" sz="4000" dirty="0"/>
          </a:p>
        </p:txBody>
      </p:sp>
      <p:sp>
        <p:nvSpPr>
          <p:cNvPr id="3" name="S08-card10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30분에 학교에 간다고 두 친구가 말했어요.</a:t>
            </a:r>
            <a:endParaRPr lang="ko-KR" sz="2800" dirty="0"/>
          </a:p>
        </p:txBody>
      </p:sp>
      <p:sp>
        <p:nvSpPr>
          <p:cNvPr id="5" name="S08-card10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쪽일까요? 무엇이 다른가요?</a:t>
            </a:r>
            <a:endParaRPr lang="ko-KR" sz="2800" dirty="0"/>
          </a:p>
        </p:txBody>
      </p:sp>
      <p:sp>
        <p:nvSpPr>
          <p:cNvPr id="7" name="S08-chip10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1024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eight thirty.</a:t>
            </a:r>
            <a:endParaRPr lang="ko-KR" sz="3200" dirty="0"/>
          </a:p>
        </p:txBody>
      </p:sp>
      <p:sp>
        <p:nvSpPr>
          <p:cNvPr id="9" name="S08-chip10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1026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 thirty.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바르게 써요</a:t>
            </a:r>
            <a:endParaRPr lang="ko-KR" sz="4000" dirty="0"/>
          </a:p>
        </p:txBody>
      </p:sp>
      <p:sp>
        <p:nvSpPr>
          <p:cNvPr id="3" name="S09-word1027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</p:txBody>
      </p:sp>
      <p:sp>
        <p:nvSpPr>
          <p:cNvPr id="4" name="S09-stepno102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9-text1029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언제나 대문자로 써요.</a:t>
            </a:r>
            <a:endParaRPr lang="ko-KR" sz="2800" dirty="0"/>
          </a:p>
        </p:txBody>
      </p:sp>
      <p:sp>
        <p:nvSpPr>
          <p:cNvPr id="6" name="S09-stepno103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9-text1031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 낱말을 써요.</a:t>
            </a:r>
            <a:endParaRPr lang="ko-KR" sz="2800" dirty="0"/>
          </a:p>
        </p:txBody>
      </p:sp>
      <p:sp>
        <p:nvSpPr>
          <p:cNvPr id="8" name="S09-stepno103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9-text1033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다음에 시각을 낱말로 써요.</a:t>
            </a:r>
            <a:endParaRPr lang="ko-KR" sz="2800" dirty="0"/>
          </a:p>
        </p:txBody>
      </p:sp>
      <p:sp>
        <p:nvSpPr>
          <p:cNvPr id="10" name="S09-stepno103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9-text1035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마침표(.)를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</a:t>
            </a:r>
            <a:endParaRPr lang="ko-KR" sz="4000" dirty="0"/>
          </a:p>
        </p:txBody>
      </p:sp>
      <p:sp>
        <p:nvSpPr>
          <p:cNvPr id="3" name="S10-text10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나의 시각을 넣어 말해요.</a:t>
            </a:r>
            <a:endParaRPr lang="ko-KR" sz="2800" dirty="0"/>
          </a:p>
        </p:txBody>
      </p:sp>
      <p:sp>
        <p:nvSpPr>
          <p:cNvPr id="4" name="S10-card10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정각이나 30분으로 말해요. 예: seven, seven thirty</a:t>
            </a:r>
            <a:endParaRPr lang="ko-KR" sz="2800" dirty="0"/>
          </a:p>
        </p:txBody>
      </p:sp>
      <p:sp>
        <p:nvSpPr>
          <p:cNvPr id="6" name="S10-chip10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04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______.</a:t>
            </a:r>
            <a:endParaRPr lang="ko-KR" sz="2800" dirty="0"/>
          </a:p>
        </p:txBody>
      </p:sp>
      <p:sp>
        <p:nvSpPr>
          <p:cNvPr id="8" name="S10-chip104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04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______.</a:t>
            </a:r>
            <a:endParaRPr lang="ko-KR" sz="2800" dirty="0"/>
          </a:p>
        </p:txBody>
      </p:sp>
      <p:sp>
        <p:nvSpPr>
          <p:cNvPr id="10" name="S10-chip10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04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0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시계를 보고 말하고, ④는 말하고 써요.</a:t>
            </a:r>
            <a:endParaRPr lang="ko-KR" sz="2800" dirty="0"/>
          </a:p>
        </p:txBody>
      </p:sp>
      <p:sp>
        <p:nvSpPr>
          <p:cNvPr id="4" name="S11-chip104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word1047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11-figure1048" descr="시계: 7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1-line1049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1-line1050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051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052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053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1-line1054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1-line1055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056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057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058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1-line1059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1-line1060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061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062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063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1-line1064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1-line1065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066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067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068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1-line1069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1-line1070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071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072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073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1-line1074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1-line1075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076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077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078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1-line1079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1-line1080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081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082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083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1-line1084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1-line1085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086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087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088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1-line1089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1-line1090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091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092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093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1-line1094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1-line1095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096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097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098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1-line1099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1-line1100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101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102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103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1-line1104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1-line1105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106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107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ine1108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1-label1109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11-label1110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11-label1111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11-label1112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11-label1113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11-label1114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11-label1115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11-label1116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11-label1117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11-label1118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11-label1119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11-label1120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11-line1121"/>
          <p:cNvSpPr/>
          <p:nvPr/>
        </p:nvSpPr>
        <p:spPr>
          <a:xfrm flipH="1">
            <a:off x="4536805" y="3017520"/>
            <a:ext cx="312944" cy="31294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1-line1122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1-pin1123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1-chip1124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11-word1125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84" name="S11-figure1126" descr="시계: 4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1-line1127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1-line1128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1-line1129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1-line1130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1-line1131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1-line1132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1-line1133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1-line1134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1-line1135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1-line1136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1-line1137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1-line1138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1-line1139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1-line1140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1-line1141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1-line1142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1-line1143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1-line1144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1-line1145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1-line1146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1-line1147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1-line1148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1-line1149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1-line1150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1-line1151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1-line1152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1-line1153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1-line1154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1-line1155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1-line1156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1-line1157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1-line1158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1-line1159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1-line1160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1-line1161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1-line1162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1-line1163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1-line1164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1-line1165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1-line1166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1-line1167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1-line1168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1-line1169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1-line1170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1-line1171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1-line1172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1-line1173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1-line1174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1-line1175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1-line1176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1-line1177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1-line1178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1-line1179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1-line1180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1-line1181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1-line1182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1-line1183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1-line1184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1-line1185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1-line1186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1-label1187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11-label1188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11-label1189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11-label1190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11-label1191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11-label1192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11-label1193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11-label1194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11-label1195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11-label1196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11-label1197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11-label1198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11-line1199"/>
          <p:cNvSpPr/>
          <p:nvPr/>
        </p:nvSpPr>
        <p:spPr>
          <a:xfrm>
            <a:off x="10578465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1-line1200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1-pin1201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1-chip120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11-word1203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162" name="S11-figure1204" descr="시계: 9시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11-line1205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11-line1206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1-line1207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1-line1208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1-line1209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1-line1210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11-line1211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1-line1212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1-line1213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1-line1214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1-line1215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11-line1216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1-line1217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1-line1218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1-line1219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1-line1220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11-line1221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1-line1222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1-line1223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1-line1224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1-line1225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11-line1226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1-line1227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1-line1228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1-line1229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1-line1230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11-line1231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1-line1232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1-line1233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1-line1234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1-line1235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11-line1236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1-line1237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1-line1238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1-line1239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1-line1240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11-line1241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1-line1242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1-line1243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1-line1244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1-line1245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11-line1246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1-line1247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1-line1248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1-line1249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1-line1250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11-line1251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1-line1252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1-line1253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1-line1254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1-line1255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11-line1256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1-line1257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1-line1258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1-line1259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1-line1260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11-line1261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1-line1262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1-line1263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1-line1264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11-label1265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11-label1266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11-label1267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11-label1268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11-label1269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11-label1270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11-label1271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11-label1272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11-label1273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11-label1274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11-label1275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11-label1276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11-line1277"/>
          <p:cNvSpPr/>
          <p:nvPr/>
        </p:nvSpPr>
        <p:spPr>
          <a:xfrm flipH="1">
            <a:off x="4407179" y="5212080"/>
            <a:ext cx="44257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11-line1278"/>
          <p:cNvSpPr/>
          <p:nvPr/>
        </p:nvSpPr>
        <p:spPr>
          <a:xfrm flipV="1">
            <a:off x="4849749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11-pin1279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11-chip128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11-text128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학교에 가는 시각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1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다음에 시각! 30분은 짧은바늘 앞의 숫자 + thirty</a:t>
            </a:r>
            <a:endParaRPr lang="ko-KR" sz="2800" dirty="0"/>
          </a:p>
        </p:txBody>
      </p:sp>
      <p:sp>
        <p:nvSpPr>
          <p:cNvPr id="5" name="S12-chip128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1285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get up at seven thirty.</a:t>
            </a:r>
            <a:endParaRPr lang="ko-KR" sz="2800" dirty="0"/>
          </a:p>
        </p:txBody>
      </p:sp>
      <p:sp>
        <p:nvSpPr>
          <p:cNvPr id="7" name="S12-text1286"/>
          <p:cNvSpPr txBox="1"/>
          <p:nvPr/>
        </p:nvSpPr>
        <p:spPr>
          <a:xfrm>
            <a:off x="548640" y="28575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go home at four.</a:t>
            </a:r>
            <a:endParaRPr lang="ko-KR" sz="2800" dirty="0"/>
          </a:p>
        </p:txBody>
      </p:sp>
      <p:sp>
        <p:nvSpPr>
          <p:cNvPr id="8" name="S12-text1287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go to bed at nine.</a:t>
            </a:r>
            <a:endParaRPr lang="ko-KR" sz="2800" dirty="0"/>
          </a:p>
        </p:txBody>
      </p:sp>
      <p:sp>
        <p:nvSpPr>
          <p:cNvPr id="9" name="S12-text1288"/>
          <p:cNvSpPr txBox="1"/>
          <p:nvPr/>
        </p:nvSpPr>
        <p:spPr>
          <a:xfrm>
            <a:off x="548640" y="44577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go to school at ○○.</a:t>
            </a:r>
            <a:endParaRPr lang="ko-KR" sz="2800" dirty="0"/>
          </a:p>
        </p:txBody>
      </p:sp>
      <p:sp>
        <p:nvSpPr>
          <p:cNvPr id="10" name="S12-chip128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290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빠뜨리기</a:t>
            </a:r>
            <a:endParaRPr lang="ko-KR" sz="2800" dirty="0"/>
          </a:p>
        </p:txBody>
      </p:sp>
      <p:sp>
        <p:nvSpPr>
          <p:cNvPr id="12" name="S12-text1291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7:30을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 thirty로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문장에 맞는 시계를 골라요</a:t>
            </a:r>
            <a:endParaRPr lang="ko-KR" sz="4000" dirty="0"/>
          </a:p>
        </p:txBody>
      </p:sp>
      <p:sp>
        <p:nvSpPr>
          <p:cNvPr id="3" name="S13-card129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9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thirty.에 맞는 시계는? 어떻게 알았나요?</a:t>
            </a:r>
            <a:endParaRPr lang="ko-KR" sz="2800" dirty="0"/>
          </a:p>
        </p:txBody>
      </p:sp>
      <p:sp>
        <p:nvSpPr>
          <p:cNvPr id="5" name="S13-chip1294"/>
          <p:cNvSpPr txBox="1"/>
          <p:nvPr/>
        </p:nvSpPr>
        <p:spPr>
          <a:xfrm>
            <a:off x="548640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figure1295" descr="시계: 8시"/>
          <p:cNvSpPr/>
          <p:nvPr/>
        </p:nvSpPr>
        <p:spPr>
          <a:xfrm>
            <a:off x="2829814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3-line1296"/>
          <p:cNvSpPr/>
          <p:nvPr/>
        </p:nvSpPr>
        <p:spPr>
          <a:xfrm>
            <a:off x="3627882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3-line1297"/>
          <p:cNvSpPr/>
          <p:nvPr/>
        </p:nvSpPr>
        <p:spPr>
          <a:xfrm flipH="1">
            <a:off x="3703309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1298"/>
          <p:cNvSpPr/>
          <p:nvPr/>
        </p:nvSpPr>
        <p:spPr>
          <a:xfrm flipH="1">
            <a:off x="377790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1299"/>
          <p:cNvSpPr/>
          <p:nvPr/>
        </p:nvSpPr>
        <p:spPr>
          <a:xfrm flipH="1">
            <a:off x="3850865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1300"/>
          <p:cNvSpPr/>
          <p:nvPr/>
        </p:nvSpPr>
        <p:spPr>
          <a:xfrm flipH="1">
            <a:off x="3921379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1301"/>
          <p:cNvSpPr/>
          <p:nvPr/>
        </p:nvSpPr>
        <p:spPr>
          <a:xfrm flipH="1">
            <a:off x="3964734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3-line1302"/>
          <p:cNvSpPr/>
          <p:nvPr/>
        </p:nvSpPr>
        <p:spPr>
          <a:xfrm flipH="1">
            <a:off x="4052021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1303"/>
          <p:cNvSpPr/>
          <p:nvPr/>
        </p:nvSpPr>
        <p:spPr>
          <a:xfrm flipH="1">
            <a:off x="4110719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1304"/>
          <p:cNvSpPr/>
          <p:nvPr/>
        </p:nvSpPr>
        <p:spPr>
          <a:xfrm flipH="1">
            <a:off x="4164127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line1305"/>
          <p:cNvSpPr/>
          <p:nvPr/>
        </p:nvSpPr>
        <p:spPr>
          <a:xfrm flipH="1">
            <a:off x="4211659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3-line1306"/>
          <p:cNvSpPr/>
          <p:nvPr/>
        </p:nvSpPr>
        <p:spPr>
          <a:xfrm flipH="1">
            <a:off x="42113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3-line1307"/>
          <p:cNvSpPr/>
          <p:nvPr/>
        </p:nvSpPr>
        <p:spPr>
          <a:xfrm flipH="1">
            <a:off x="4287086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1308"/>
          <p:cNvSpPr/>
          <p:nvPr/>
        </p:nvSpPr>
        <p:spPr>
          <a:xfrm flipH="1">
            <a:off x="4314154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1309"/>
          <p:cNvSpPr/>
          <p:nvPr/>
        </p:nvSpPr>
        <p:spPr>
          <a:xfrm flipH="1">
            <a:off x="4333702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1310"/>
          <p:cNvSpPr/>
          <p:nvPr/>
        </p:nvSpPr>
        <p:spPr>
          <a:xfrm flipH="1">
            <a:off x="434551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1311"/>
          <p:cNvSpPr/>
          <p:nvPr/>
        </p:nvSpPr>
        <p:spPr>
          <a:xfrm flipH="1">
            <a:off x="4301587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3-line1312"/>
          <p:cNvSpPr/>
          <p:nvPr/>
        </p:nvSpPr>
        <p:spPr>
          <a:xfrm flipH="1" flipV="1">
            <a:off x="434551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1313"/>
          <p:cNvSpPr/>
          <p:nvPr/>
        </p:nvSpPr>
        <p:spPr>
          <a:xfrm flipH="1" flipV="1">
            <a:off x="4333702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1314"/>
          <p:cNvSpPr/>
          <p:nvPr/>
        </p:nvSpPr>
        <p:spPr>
          <a:xfrm flipH="1" flipV="1">
            <a:off x="4314154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line1315"/>
          <p:cNvSpPr/>
          <p:nvPr/>
        </p:nvSpPr>
        <p:spPr>
          <a:xfrm flipH="1" flipV="1">
            <a:off x="4287086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3-line1316"/>
          <p:cNvSpPr/>
          <p:nvPr/>
        </p:nvSpPr>
        <p:spPr>
          <a:xfrm flipH="1" flipV="1">
            <a:off x="42113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3-line1317"/>
          <p:cNvSpPr/>
          <p:nvPr/>
        </p:nvSpPr>
        <p:spPr>
          <a:xfrm flipH="1" flipV="1">
            <a:off x="4211659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1318"/>
          <p:cNvSpPr/>
          <p:nvPr/>
        </p:nvSpPr>
        <p:spPr>
          <a:xfrm flipH="1" flipV="1">
            <a:off x="4164127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1319"/>
          <p:cNvSpPr/>
          <p:nvPr/>
        </p:nvSpPr>
        <p:spPr>
          <a:xfrm flipH="1" flipV="1">
            <a:off x="4110719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1320"/>
          <p:cNvSpPr/>
          <p:nvPr/>
        </p:nvSpPr>
        <p:spPr>
          <a:xfrm flipH="1" flipV="1">
            <a:off x="4052021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1321"/>
          <p:cNvSpPr/>
          <p:nvPr/>
        </p:nvSpPr>
        <p:spPr>
          <a:xfrm flipH="1" flipV="1">
            <a:off x="3964734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3-line1322"/>
          <p:cNvSpPr/>
          <p:nvPr/>
        </p:nvSpPr>
        <p:spPr>
          <a:xfrm flipH="1" flipV="1">
            <a:off x="3921379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1323"/>
          <p:cNvSpPr/>
          <p:nvPr/>
        </p:nvSpPr>
        <p:spPr>
          <a:xfrm flipH="1" flipV="1">
            <a:off x="3850865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1324"/>
          <p:cNvSpPr/>
          <p:nvPr/>
        </p:nvSpPr>
        <p:spPr>
          <a:xfrm flipH="1" flipV="1">
            <a:off x="377790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line1325"/>
          <p:cNvSpPr/>
          <p:nvPr/>
        </p:nvSpPr>
        <p:spPr>
          <a:xfrm flipH="1" flipV="1">
            <a:off x="3703309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3-line1326"/>
          <p:cNvSpPr/>
          <p:nvPr/>
        </p:nvSpPr>
        <p:spPr>
          <a:xfrm flipV="1">
            <a:off x="3627882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3-line1327"/>
          <p:cNvSpPr/>
          <p:nvPr/>
        </p:nvSpPr>
        <p:spPr>
          <a:xfrm flipV="1">
            <a:off x="3548284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1328"/>
          <p:cNvSpPr/>
          <p:nvPr/>
        </p:nvSpPr>
        <p:spPr>
          <a:xfrm flipV="1">
            <a:off x="346955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1329"/>
          <p:cNvSpPr/>
          <p:nvPr/>
        </p:nvSpPr>
        <p:spPr>
          <a:xfrm flipV="1">
            <a:off x="3392568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1330"/>
          <p:cNvSpPr/>
          <p:nvPr/>
        </p:nvSpPr>
        <p:spPr>
          <a:xfrm flipV="1">
            <a:off x="331815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1331"/>
          <p:cNvSpPr/>
          <p:nvPr/>
        </p:nvSpPr>
        <p:spPr>
          <a:xfrm flipV="1">
            <a:off x="3247136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3-line1332"/>
          <p:cNvSpPr/>
          <p:nvPr/>
        </p:nvSpPr>
        <p:spPr>
          <a:xfrm flipV="1">
            <a:off x="3180288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1333"/>
          <p:cNvSpPr/>
          <p:nvPr/>
        </p:nvSpPr>
        <p:spPr>
          <a:xfrm flipV="1">
            <a:off x="3118344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1334"/>
          <p:cNvSpPr/>
          <p:nvPr/>
        </p:nvSpPr>
        <p:spPr>
          <a:xfrm flipV="1">
            <a:off x="306198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line1335"/>
          <p:cNvSpPr/>
          <p:nvPr/>
        </p:nvSpPr>
        <p:spPr>
          <a:xfrm flipV="1">
            <a:off x="3011822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3-line1336"/>
          <p:cNvSpPr/>
          <p:nvPr/>
        </p:nvSpPr>
        <p:spPr>
          <a:xfrm flipV="1">
            <a:off x="2968411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3-line1337"/>
          <p:cNvSpPr/>
          <p:nvPr/>
        </p:nvSpPr>
        <p:spPr>
          <a:xfrm flipV="1">
            <a:off x="2932224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1338"/>
          <p:cNvSpPr/>
          <p:nvPr/>
        </p:nvSpPr>
        <p:spPr>
          <a:xfrm flipV="1">
            <a:off x="290366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1339"/>
          <p:cNvSpPr/>
          <p:nvPr/>
        </p:nvSpPr>
        <p:spPr>
          <a:xfrm flipV="1">
            <a:off x="2883030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1340"/>
          <p:cNvSpPr/>
          <p:nvPr/>
        </p:nvSpPr>
        <p:spPr>
          <a:xfrm flipV="1">
            <a:off x="2870562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1341"/>
          <p:cNvSpPr/>
          <p:nvPr/>
        </p:nvSpPr>
        <p:spPr>
          <a:xfrm>
            <a:off x="2866390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3-line1342"/>
          <p:cNvSpPr/>
          <p:nvPr/>
        </p:nvSpPr>
        <p:spPr>
          <a:xfrm>
            <a:off x="2870562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1343"/>
          <p:cNvSpPr/>
          <p:nvPr/>
        </p:nvSpPr>
        <p:spPr>
          <a:xfrm>
            <a:off x="2883030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1344"/>
          <p:cNvSpPr/>
          <p:nvPr/>
        </p:nvSpPr>
        <p:spPr>
          <a:xfrm>
            <a:off x="290366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1345"/>
          <p:cNvSpPr/>
          <p:nvPr/>
        </p:nvSpPr>
        <p:spPr>
          <a:xfrm>
            <a:off x="2932224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1346"/>
          <p:cNvSpPr/>
          <p:nvPr/>
        </p:nvSpPr>
        <p:spPr>
          <a:xfrm>
            <a:off x="2968411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3-line1347"/>
          <p:cNvSpPr/>
          <p:nvPr/>
        </p:nvSpPr>
        <p:spPr>
          <a:xfrm>
            <a:off x="3011822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1348"/>
          <p:cNvSpPr/>
          <p:nvPr/>
        </p:nvSpPr>
        <p:spPr>
          <a:xfrm>
            <a:off x="306198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1349"/>
          <p:cNvSpPr/>
          <p:nvPr/>
        </p:nvSpPr>
        <p:spPr>
          <a:xfrm>
            <a:off x="3118344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1350"/>
          <p:cNvSpPr/>
          <p:nvPr/>
        </p:nvSpPr>
        <p:spPr>
          <a:xfrm>
            <a:off x="3180288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1351"/>
          <p:cNvSpPr/>
          <p:nvPr/>
        </p:nvSpPr>
        <p:spPr>
          <a:xfrm>
            <a:off x="3247136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3-line1352"/>
          <p:cNvSpPr/>
          <p:nvPr/>
        </p:nvSpPr>
        <p:spPr>
          <a:xfrm>
            <a:off x="331815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1353"/>
          <p:cNvSpPr/>
          <p:nvPr/>
        </p:nvSpPr>
        <p:spPr>
          <a:xfrm>
            <a:off x="3392568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1354"/>
          <p:cNvSpPr/>
          <p:nvPr/>
        </p:nvSpPr>
        <p:spPr>
          <a:xfrm>
            <a:off x="346955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1355"/>
          <p:cNvSpPr/>
          <p:nvPr/>
        </p:nvSpPr>
        <p:spPr>
          <a:xfrm>
            <a:off x="3548284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abel1356"/>
          <p:cNvSpPr txBox="1"/>
          <p:nvPr/>
        </p:nvSpPr>
        <p:spPr>
          <a:xfrm>
            <a:off x="3668799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68" name="S13-label1357"/>
          <p:cNvSpPr txBox="1"/>
          <p:nvPr/>
        </p:nvSpPr>
        <p:spPr>
          <a:xfrm>
            <a:off x="3899568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69" name="S13-label1358"/>
          <p:cNvSpPr txBox="1"/>
          <p:nvPr/>
        </p:nvSpPr>
        <p:spPr>
          <a:xfrm>
            <a:off x="3984036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70" name="S13-label1359"/>
          <p:cNvSpPr txBox="1"/>
          <p:nvPr/>
        </p:nvSpPr>
        <p:spPr>
          <a:xfrm>
            <a:off x="3899568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71" name="S13-label1360"/>
          <p:cNvSpPr txBox="1"/>
          <p:nvPr/>
        </p:nvSpPr>
        <p:spPr>
          <a:xfrm>
            <a:off x="3668799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72" name="S13-label1361"/>
          <p:cNvSpPr txBox="1"/>
          <p:nvPr/>
        </p:nvSpPr>
        <p:spPr>
          <a:xfrm>
            <a:off x="3353562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73" name="S13-label1362"/>
          <p:cNvSpPr txBox="1"/>
          <p:nvPr/>
        </p:nvSpPr>
        <p:spPr>
          <a:xfrm>
            <a:off x="303832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74" name="S13-label1363"/>
          <p:cNvSpPr txBox="1"/>
          <p:nvPr/>
        </p:nvSpPr>
        <p:spPr>
          <a:xfrm>
            <a:off x="2807556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75" name="S13-label1364"/>
          <p:cNvSpPr txBox="1"/>
          <p:nvPr/>
        </p:nvSpPr>
        <p:spPr>
          <a:xfrm>
            <a:off x="2723088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76" name="S13-label1365"/>
          <p:cNvSpPr txBox="1"/>
          <p:nvPr/>
        </p:nvSpPr>
        <p:spPr>
          <a:xfrm>
            <a:off x="2807556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77" name="S13-label1366"/>
          <p:cNvSpPr txBox="1"/>
          <p:nvPr/>
        </p:nvSpPr>
        <p:spPr>
          <a:xfrm>
            <a:off x="303832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78" name="S13-label1367"/>
          <p:cNvSpPr txBox="1"/>
          <p:nvPr/>
        </p:nvSpPr>
        <p:spPr>
          <a:xfrm>
            <a:off x="3353562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79" name="S13-line1368"/>
          <p:cNvSpPr/>
          <p:nvPr/>
        </p:nvSpPr>
        <p:spPr>
          <a:xfrm flipH="1">
            <a:off x="3323777" y="2123948"/>
            <a:ext cx="304105" cy="17557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3-line1369"/>
          <p:cNvSpPr/>
          <p:nvPr/>
        </p:nvSpPr>
        <p:spPr>
          <a:xfrm flipV="1">
            <a:off x="3627882" y="161318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3-pin1370"/>
          <p:cNvSpPr/>
          <p:nvPr/>
        </p:nvSpPr>
        <p:spPr>
          <a:xfrm>
            <a:off x="3573018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3-chip1371"/>
          <p:cNvSpPr txBox="1"/>
          <p:nvPr/>
        </p:nvSpPr>
        <p:spPr>
          <a:xfrm>
            <a:off x="6277356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83" name="S13-figure1372" descr="시계: 9시 30분"/>
          <p:cNvSpPr/>
          <p:nvPr/>
        </p:nvSpPr>
        <p:spPr>
          <a:xfrm>
            <a:off x="8558530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3-line1373"/>
          <p:cNvSpPr/>
          <p:nvPr/>
        </p:nvSpPr>
        <p:spPr>
          <a:xfrm>
            <a:off x="9356598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3-line1374"/>
          <p:cNvSpPr/>
          <p:nvPr/>
        </p:nvSpPr>
        <p:spPr>
          <a:xfrm flipH="1">
            <a:off x="9432025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1375"/>
          <p:cNvSpPr/>
          <p:nvPr/>
        </p:nvSpPr>
        <p:spPr>
          <a:xfrm flipH="1">
            <a:off x="950662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line1376"/>
          <p:cNvSpPr/>
          <p:nvPr/>
        </p:nvSpPr>
        <p:spPr>
          <a:xfrm flipH="1">
            <a:off x="9579581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3-line1377"/>
          <p:cNvSpPr/>
          <p:nvPr/>
        </p:nvSpPr>
        <p:spPr>
          <a:xfrm flipH="1">
            <a:off x="965009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1378"/>
          <p:cNvSpPr/>
          <p:nvPr/>
        </p:nvSpPr>
        <p:spPr>
          <a:xfrm flipH="1">
            <a:off x="9693450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3-line1379"/>
          <p:cNvSpPr/>
          <p:nvPr/>
        </p:nvSpPr>
        <p:spPr>
          <a:xfrm flipH="1">
            <a:off x="9780737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1380"/>
          <p:cNvSpPr/>
          <p:nvPr/>
        </p:nvSpPr>
        <p:spPr>
          <a:xfrm flipH="1">
            <a:off x="9839435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1381"/>
          <p:cNvSpPr/>
          <p:nvPr/>
        </p:nvSpPr>
        <p:spPr>
          <a:xfrm flipH="1">
            <a:off x="989284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1382"/>
          <p:cNvSpPr/>
          <p:nvPr/>
        </p:nvSpPr>
        <p:spPr>
          <a:xfrm flipH="1">
            <a:off x="9940375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1383"/>
          <p:cNvSpPr/>
          <p:nvPr/>
        </p:nvSpPr>
        <p:spPr>
          <a:xfrm flipH="1">
            <a:off x="9940043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3-line1384"/>
          <p:cNvSpPr/>
          <p:nvPr/>
        </p:nvSpPr>
        <p:spPr>
          <a:xfrm flipH="1">
            <a:off x="10015802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1385"/>
          <p:cNvSpPr/>
          <p:nvPr/>
        </p:nvSpPr>
        <p:spPr>
          <a:xfrm flipH="1">
            <a:off x="1004287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line1386"/>
          <p:cNvSpPr/>
          <p:nvPr/>
        </p:nvSpPr>
        <p:spPr>
          <a:xfrm flipH="1">
            <a:off x="10062418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3-line1387"/>
          <p:cNvSpPr/>
          <p:nvPr/>
        </p:nvSpPr>
        <p:spPr>
          <a:xfrm flipH="1">
            <a:off x="10074234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1388"/>
          <p:cNvSpPr/>
          <p:nvPr/>
        </p:nvSpPr>
        <p:spPr>
          <a:xfrm flipH="1">
            <a:off x="10030303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3-line1389"/>
          <p:cNvSpPr/>
          <p:nvPr/>
        </p:nvSpPr>
        <p:spPr>
          <a:xfrm flipH="1" flipV="1">
            <a:off x="10074234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1390"/>
          <p:cNvSpPr/>
          <p:nvPr/>
        </p:nvSpPr>
        <p:spPr>
          <a:xfrm flipH="1" flipV="1">
            <a:off x="10062418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1391"/>
          <p:cNvSpPr/>
          <p:nvPr/>
        </p:nvSpPr>
        <p:spPr>
          <a:xfrm flipH="1" flipV="1">
            <a:off x="1004287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1392"/>
          <p:cNvSpPr/>
          <p:nvPr/>
        </p:nvSpPr>
        <p:spPr>
          <a:xfrm flipH="1" flipV="1">
            <a:off x="10015802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1393"/>
          <p:cNvSpPr/>
          <p:nvPr/>
        </p:nvSpPr>
        <p:spPr>
          <a:xfrm flipH="1" flipV="1">
            <a:off x="9940043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3-line1394"/>
          <p:cNvSpPr/>
          <p:nvPr/>
        </p:nvSpPr>
        <p:spPr>
          <a:xfrm flipH="1" flipV="1">
            <a:off x="9940375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1395"/>
          <p:cNvSpPr/>
          <p:nvPr/>
        </p:nvSpPr>
        <p:spPr>
          <a:xfrm flipH="1" flipV="1">
            <a:off x="989284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line1396"/>
          <p:cNvSpPr/>
          <p:nvPr/>
        </p:nvSpPr>
        <p:spPr>
          <a:xfrm flipH="1" flipV="1">
            <a:off x="9839435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3-line1397"/>
          <p:cNvSpPr/>
          <p:nvPr/>
        </p:nvSpPr>
        <p:spPr>
          <a:xfrm flipH="1" flipV="1">
            <a:off x="9780737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1398"/>
          <p:cNvSpPr/>
          <p:nvPr/>
        </p:nvSpPr>
        <p:spPr>
          <a:xfrm flipH="1" flipV="1">
            <a:off x="9693450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3-line1399"/>
          <p:cNvSpPr/>
          <p:nvPr/>
        </p:nvSpPr>
        <p:spPr>
          <a:xfrm flipH="1" flipV="1">
            <a:off x="965009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1400"/>
          <p:cNvSpPr/>
          <p:nvPr/>
        </p:nvSpPr>
        <p:spPr>
          <a:xfrm flipH="1" flipV="1">
            <a:off x="9579581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1401"/>
          <p:cNvSpPr/>
          <p:nvPr/>
        </p:nvSpPr>
        <p:spPr>
          <a:xfrm flipH="1" flipV="1">
            <a:off x="950662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1402"/>
          <p:cNvSpPr/>
          <p:nvPr/>
        </p:nvSpPr>
        <p:spPr>
          <a:xfrm flipH="1" flipV="1">
            <a:off x="9432025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1403"/>
          <p:cNvSpPr/>
          <p:nvPr/>
        </p:nvSpPr>
        <p:spPr>
          <a:xfrm flipV="1">
            <a:off x="9356598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3-line1404"/>
          <p:cNvSpPr/>
          <p:nvPr/>
        </p:nvSpPr>
        <p:spPr>
          <a:xfrm flipV="1">
            <a:off x="9277000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1405"/>
          <p:cNvSpPr/>
          <p:nvPr/>
        </p:nvSpPr>
        <p:spPr>
          <a:xfrm flipV="1">
            <a:off x="919827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line1406"/>
          <p:cNvSpPr/>
          <p:nvPr/>
        </p:nvSpPr>
        <p:spPr>
          <a:xfrm flipV="1">
            <a:off x="9121284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3-line1407"/>
          <p:cNvSpPr/>
          <p:nvPr/>
        </p:nvSpPr>
        <p:spPr>
          <a:xfrm flipV="1">
            <a:off x="9046871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3-line1408"/>
          <p:cNvSpPr/>
          <p:nvPr/>
        </p:nvSpPr>
        <p:spPr>
          <a:xfrm flipV="1">
            <a:off x="8975852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3-line1409"/>
          <p:cNvSpPr/>
          <p:nvPr/>
        </p:nvSpPr>
        <p:spPr>
          <a:xfrm flipV="1">
            <a:off x="8909004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3-line1410"/>
          <p:cNvSpPr/>
          <p:nvPr/>
        </p:nvSpPr>
        <p:spPr>
          <a:xfrm flipV="1">
            <a:off x="8847060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3-line1411"/>
          <p:cNvSpPr/>
          <p:nvPr/>
        </p:nvSpPr>
        <p:spPr>
          <a:xfrm flipV="1">
            <a:off x="8790699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3-line1412"/>
          <p:cNvSpPr/>
          <p:nvPr/>
        </p:nvSpPr>
        <p:spPr>
          <a:xfrm flipV="1">
            <a:off x="8740538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3-line1413"/>
          <p:cNvSpPr/>
          <p:nvPr/>
        </p:nvSpPr>
        <p:spPr>
          <a:xfrm flipV="1">
            <a:off x="86971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3-line1414"/>
          <p:cNvSpPr/>
          <p:nvPr/>
        </p:nvSpPr>
        <p:spPr>
          <a:xfrm flipV="1">
            <a:off x="8660940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3-line1415"/>
          <p:cNvSpPr/>
          <p:nvPr/>
        </p:nvSpPr>
        <p:spPr>
          <a:xfrm flipV="1">
            <a:off x="8632376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3-line1416"/>
          <p:cNvSpPr/>
          <p:nvPr/>
        </p:nvSpPr>
        <p:spPr>
          <a:xfrm flipV="1">
            <a:off x="8611746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3-line1417"/>
          <p:cNvSpPr/>
          <p:nvPr/>
        </p:nvSpPr>
        <p:spPr>
          <a:xfrm flipV="1">
            <a:off x="859927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3-line1418"/>
          <p:cNvSpPr/>
          <p:nvPr/>
        </p:nvSpPr>
        <p:spPr>
          <a:xfrm>
            <a:off x="8595106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3-line1419"/>
          <p:cNvSpPr/>
          <p:nvPr/>
        </p:nvSpPr>
        <p:spPr>
          <a:xfrm>
            <a:off x="859927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3-line1420"/>
          <p:cNvSpPr/>
          <p:nvPr/>
        </p:nvSpPr>
        <p:spPr>
          <a:xfrm>
            <a:off x="8611746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3-line1421"/>
          <p:cNvSpPr/>
          <p:nvPr/>
        </p:nvSpPr>
        <p:spPr>
          <a:xfrm>
            <a:off x="8632376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3-line1422"/>
          <p:cNvSpPr/>
          <p:nvPr/>
        </p:nvSpPr>
        <p:spPr>
          <a:xfrm>
            <a:off x="8660940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3-line1423"/>
          <p:cNvSpPr/>
          <p:nvPr/>
        </p:nvSpPr>
        <p:spPr>
          <a:xfrm>
            <a:off x="86971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3-line1424"/>
          <p:cNvSpPr/>
          <p:nvPr/>
        </p:nvSpPr>
        <p:spPr>
          <a:xfrm>
            <a:off x="8740538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3-line1425"/>
          <p:cNvSpPr/>
          <p:nvPr/>
        </p:nvSpPr>
        <p:spPr>
          <a:xfrm>
            <a:off x="8790699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3-line1426"/>
          <p:cNvSpPr/>
          <p:nvPr/>
        </p:nvSpPr>
        <p:spPr>
          <a:xfrm>
            <a:off x="8847060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3-line1427"/>
          <p:cNvSpPr/>
          <p:nvPr/>
        </p:nvSpPr>
        <p:spPr>
          <a:xfrm>
            <a:off x="8909004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3-line1428"/>
          <p:cNvSpPr/>
          <p:nvPr/>
        </p:nvSpPr>
        <p:spPr>
          <a:xfrm>
            <a:off x="8975852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3-line1429"/>
          <p:cNvSpPr/>
          <p:nvPr/>
        </p:nvSpPr>
        <p:spPr>
          <a:xfrm>
            <a:off x="9046871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3-line1430"/>
          <p:cNvSpPr/>
          <p:nvPr/>
        </p:nvSpPr>
        <p:spPr>
          <a:xfrm>
            <a:off x="9121284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3-line1431"/>
          <p:cNvSpPr/>
          <p:nvPr/>
        </p:nvSpPr>
        <p:spPr>
          <a:xfrm>
            <a:off x="919827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3-line1432"/>
          <p:cNvSpPr/>
          <p:nvPr/>
        </p:nvSpPr>
        <p:spPr>
          <a:xfrm>
            <a:off x="9277000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3-label1433"/>
          <p:cNvSpPr txBox="1"/>
          <p:nvPr/>
        </p:nvSpPr>
        <p:spPr>
          <a:xfrm>
            <a:off x="939751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145" name="S13-label1434"/>
          <p:cNvSpPr txBox="1"/>
          <p:nvPr/>
        </p:nvSpPr>
        <p:spPr>
          <a:xfrm>
            <a:off x="9628284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146" name="S13-label1435"/>
          <p:cNvSpPr txBox="1"/>
          <p:nvPr/>
        </p:nvSpPr>
        <p:spPr>
          <a:xfrm>
            <a:off x="9712752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147" name="S13-label1436"/>
          <p:cNvSpPr txBox="1"/>
          <p:nvPr/>
        </p:nvSpPr>
        <p:spPr>
          <a:xfrm>
            <a:off x="9628284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148" name="S13-label1437"/>
          <p:cNvSpPr txBox="1"/>
          <p:nvPr/>
        </p:nvSpPr>
        <p:spPr>
          <a:xfrm>
            <a:off x="939751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149" name="S13-label1438"/>
          <p:cNvSpPr txBox="1"/>
          <p:nvPr/>
        </p:nvSpPr>
        <p:spPr>
          <a:xfrm>
            <a:off x="9082278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150" name="S13-label1439"/>
          <p:cNvSpPr txBox="1"/>
          <p:nvPr/>
        </p:nvSpPr>
        <p:spPr>
          <a:xfrm>
            <a:off x="8767041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151" name="S13-label1440"/>
          <p:cNvSpPr txBox="1"/>
          <p:nvPr/>
        </p:nvSpPr>
        <p:spPr>
          <a:xfrm>
            <a:off x="8536272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152" name="S13-label1441"/>
          <p:cNvSpPr txBox="1"/>
          <p:nvPr/>
        </p:nvSpPr>
        <p:spPr>
          <a:xfrm>
            <a:off x="8451804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153" name="S13-label1442"/>
          <p:cNvSpPr txBox="1"/>
          <p:nvPr/>
        </p:nvSpPr>
        <p:spPr>
          <a:xfrm>
            <a:off x="8536272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154" name="S13-label1443"/>
          <p:cNvSpPr txBox="1"/>
          <p:nvPr/>
        </p:nvSpPr>
        <p:spPr>
          <a:xfrm>
            <a:off x="8767041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155" name="S13-label1444"/>
          <p:cNvSpPr txBox="1"/>
          <p:nvPr/>
        </p:nvSpPr>
        <p:spPr>
          <a:xfrm>
            <a:off x="9082278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156" name="S13-line1445"/>
          <p:cNvSpPr/>
          <p:nvPr/>
        </p:nvSpPr>
        <p:spPr>
          <a:xfrm flipH="1" flipV="1">
            <a:off x="9017413" y="203306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3-line1446"/>
          <p:cNvSpPr/>
          <p:nvPr/>
        </p:nvSpPr>
        <p:spPr>
          <a:xfrm>
            <a:off x="9356598" y="2123948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3-pin1447"/>
          <p:cNvSpPr/>
          <p:nvPr/>
        </p:nvSpPr>
        <p:spPr>
          <a:xfrm>
            <a:off x="9301734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3-chip1448"/>
          <p:cNvSpPr txBox="1"/>
          <p:nvPr/>
        </p:nvSpPr>
        <p:spPr>
          <a:xfrm>
            <a:off x="548640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0" name="S13-figure1449" descr="시계: 8시 30분"/>
          <p:cNvSpPr/>
          <p:nvPr/>
        </p:nvSpPr>
        <p:spPr>
          <a:xfrm>
            <a:off x="2829814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3-line1450"/>
          <p:cNvSpPr/>
          <p:nvPr/>
        </p:nvSpPr>
        <p:spPr>
          <a:xfrm>
            <a:off x="3627882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3-line1451"/>
          <p:cNvSpPr/>
          <p:nvPr/>
        </p:nvSpPr>
        <p:spPr>
          <a:xfrm flipH="1">
            <a:off x="3703309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3-line1452"/>
          <p:cNvSpPr/>
          <p:nvPr/>
        </p:nvSpPr>
        <p:spPr>
          <a:xfrm flipH="1">
            <a:off x="377790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3-line1453"/>
          <p:cNvSpPr/>
          <p:nvPr/>
        </p:nvSpPr>
        <p:spPr>
          <a:xfrm flipH="1">
            <a:off x="3850865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3-line1454"/>
          <p:cNvSpPr/>
          <p:nvPr/>
        </p:nvSpPr>
        <p:spPr>
          <a:xfrm flipH="1">
            <a:off x="3921379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3-line1455"/>
          <p:cNvSpPr/>
          <p:nvPr/>
        </p:nvSpPr>
        <p:spPr>
          <a:xfrm flipH="1">
            <a:off x="3964734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3-line1456"/>
          <p:cNvSpPr/>
          <p:nvPr/>
        </p:nvSpPr>
        <p:spPr>
          <a:xfrm flipH="1">
            <a:off x="4052021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3-line1457"/>
          <p:cNvSpPr/>
          <p:nvPr/>
        </p:nvSpPr>
        <p:spPr>
          <a:xfrm flipH="1">
            <a:off x="4110719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3-line1458"/>
          <p:cNvSpPr/>
          <p:nvPr/>
        </p:nvSpPr>
        <p:spPr>
          <a:xfrm flipH="1">
            <a:off x="4164127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3-line1459"/>
          <p:cNvSpPr/>
          <p:nvPr/>
        </p:nvSpPr>
        <p:spPr>
          <a:xfrm flipH="1">
            <a:off x="4211659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3-line1460"/>
          <p:cNvSpPr/>
          <p:nvPr/>
        </p:nvSpPr>
        <p:spPr>
          <a:xfrm flipH="1">
            <a:off x="42113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3-line1461"/>
          <p:cNvSpPr/>
          <p:nvPr/>
        </p:nvSpPr>
        <p:spPr>
          <a:xfrm flipH="1">
            <a:off x="4287086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3-line1462"/>
          <p:cNvSpPr/>
          <p:nvPr/>
        </p:nvSpPr>
        <p:spPr>
          <a:xfrm flipH="1">
            <a:off x="4314154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3-line1463"/>
          <p:cNvSpPr/>
          <p:nvPr/>
        </p:nvSpPr>
        <p:spPr>
          <a:xfrm flipH="1">
            <a:off x="4333702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3-line1464"/>
          <p:cNvSpPr/>
          <p:nvPr/>
        </p:nvSpPr>
        <p:spPr>
          <a:xfrm flipH="1">
            <a:off x="434551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3-line1465"/>
          <p:cNvSpPr/>
          <p:nvPr/>
        </p:nvSpPr>
        <p:spPr>
          <a:xfrm flipH="1">
            <a:off x="4301587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3-line1466"/>
          <p:cNvSpPr/>
          <p:nvPr/>
        </p:nvSpPr>
        <p:spPr>
          <a:xfrm flipH="1" flipV="1">
            <a:off x="434551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3-line1467"/>
          <p:cNvSpPr/>
          <p:nvPr/>
        </p:nvSpPr>
        <p:spPr>
          <a:xfrm flipH="1" flipV="1">
            <a:off x="4333702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3-line1468"/>
          <p:cNvSpPr/>
          <p:nvPr/>
        </p:nvSpPr>
        <p:spPr>
          <a:xfrm flipH="1" flipV="1">
            <a:off x="4314154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3-line1469"/>
          <p:cNvSpPr/>
          <p:nvPr/>
        </p:nvSpPr>
        <p:spPr>
          <a:xfrm flipH="1" flipV="1">
            <a:off x="4287086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3-line1470"/>
          <p:cNvSpPr/>
          <p:nvPr/>
        </p:nvSpPr>
        <p:spPr>
          <a:xfrm flipH="1" flipV="1">
            <a:off x="42113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3-line1471"/>
          <p:cNvSpPr/>
          <p:nvPr/>
        </p:nvSpPr>
        <p:spPr>
          <a:xfrm flipH="1" flipV="1">
            <a:off x="4211659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3-line1472"/>
          <p:cNvSpPr/>
          <p:nvPr/>
        </p:nvSpPr>
        <p:spPr>
          <a:xfrm flipH="1" flipV="1">
            <a:off x="4164127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3-line1473"/>
          <p:cNvSpPr/>
          <p:nvPr/>
        </p:nvSpPr>
        <p:spPr>
          <a:xfrm flipH="1" flipV="1">
            <a:off x="4110719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3-line1474"/>
          <p:cNvSpPr/>
          <p:nvPr/>
        </p:nvSpPr>
        <p:spPr>
          <a:xfrm flipH="1" flipV="1">
            <a:off x="4052021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3-line1475"/>
          <p:cNvSpPr/>
          <p:nvPr/>
        </p:nvSpPr>
        <p:spPr>
          <a:xfrm flipH="1" flipV="1">
            <a:off x="3964734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3-line1476"/>
          <p:cNvSpPr/>
          <p:nvPr/>
        </p:nvSpPr>
        <p:spPr>
          <a:xfrm flipH="1" flipV="1">
            <a:off x="3921379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3-line1477"/>
          <p:cNvSpPr/>
          <p:nvPr/>
        </p:nvSpPr>
        <p:spPr>
          <a:xfrm flipH="1" flipV="1">
            <a:off x="3850865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3-line1478"/>
          <p:cNvSpPr/>
          <p:nvPr/>
        </p:nvSpPr>
        <p:spPr>
          <a:xfrm flipH="1" flipV="1">
            <a:off x="377790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3-line1479"/>
          <p:cNvSpPr/>
          <p:nvPr/>
        </p:nvSpPr>
        <p:spPr>
          <a:xfrm flipH="1" flipV="1">
            <a:off x="3703309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3-line1480"/>
          <p:cNvSpPr/>
          <p:nvPr/>
        </p:nvSpPr>
        <p:spPr>
          <a:xfrm flipV="1">
            <a:off x="3627882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3-line1481"/>
          <p:cNvSpPr/>
          <p:nvPr/>
        </p:nvSpPr>
        <p:spPr>
          <a:xfrm flipV="1">
            <a:off x="3548284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3-line1482"/>
          <p:cNvSpPr/>
          <p:nvPr/>
        </p:nvSpPr>
        <p:spPr>
          <a:xfrm flipV="1">
            <a:off x="346955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3-line1483"/>
          <p:cNvSpPr/>
          <p:nvPr/>
        </p:nvSpPr>
        <p:spPr>
          <a:xfrm flipV="1">
            <a:off x="3392568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3-line1484"/>
          <p:cNvSpPr/>
          <p:nvPr/>
        </p:nvSpPr>
        <p:spPr>
          <a:xfrm flipV="1">
            <a:off x="331815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3-line1485"/>
          <p:cNvSpPr/>
          <p:nvPr/>
        </p:nvSpPr>
        <p:spPr>
          <a:xfrm flipV="1">
            <a:off x="3247136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3-line1486"/>
          <p:cNvSpPr/>
          <p:nvPr/>
        </p:nvSpPr>
        <p:spPr>
          <a:xfrm flipV="1">
            <a:off x="3180288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3-line1487"/>
          <p:cNvSpPr/>
          <p:nvPr/>
        </p:nvSpPr>
        <p:spPr>
          <a:xfrm flipV="1">
            <a:off x="3118344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3-line1488"/>
          <p:cNvSpPr/>
          <p:nvPr/>
        </p:nvSpPr>
        <p:spPr>
          <a:xfrm flipV="1">
            <a:off x="306198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3-line1489"/>
          <p:cNvSpPr/>
          <p:nvPr/>
        </p:nvSpPr>
        <p:spPr>
          <a:xfrm flipV="1">
            <a:off x="3011822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3-line1490"/>
          <p:cNvSpPr/>
          <p:nvPr/>
        </p:nvSpPr>
        <p:spPr>
          <a:xfrm flipV="1">
            <a:off x="2968411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3-line1491"/>
          <p:cNvSpPr/>
          <p:nvPr/>
        </p:nvSpPr>
        <p:spPr>
          <a:xfrm flipV="1">
            <a:off x="2932224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3-line1492"/>
          <p:cNvSpPr/>
          <p:nvPr/>
        </p:nvSpPr>
        <p:spPr>
          <a:xfrm flipV="1">
            <a:off x="290366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3-line1493"/>
          <p:cNvSpPr/>
          <p:nvPr/>
        </p:nvSpPr>
        <p:spPr>
          <a:xfrm flipV="1">
            <a:off x="2883030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3-line1494"/>
          <p:cNvSpPr/>
          <p:nvPr/>
        </p:nvSpPr>
        <p:spPr>
          <a:xfrm flipV="1">
            <a:off x="2870562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3-line1495"/>
          <p:cNvSpPr/>
          <p:nvPr/>
        </p:nvSpPr>
        <p:spPr>
          <a:xfrm>
            <a:off x="2866390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3-line1496"/>
          <p:cNvSpPr/>
          <p:nvPr/>
        </p:nvSpPr>
        <p:spPr>
          <a:xfrm>
            <a:off x="2870562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3-line1497"/>
          <p:cNvSpPr/>
          <p:nvPr/>
        </p:nvSpPr>
        <p:spPr>
          <a:xfrm>
            <a:off x="2883030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3-line1498"/>
          <p:cNvSpPr/>
          <p:nvPr/>
        </p:nvSpPr>
        <p:spPr>
          <a:xfrm>
            <a:off x="290366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3-line1499"/>
          <p:cNvSpPr/>
          <p:nvPr/>
        </p:nvSpPr>
        <p:spPr>
          <a:xfrm>
            <a:off x="2932224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3-line1500"/>
          <p:cNvSpPr/>
          <p:nvPr/>
        </p:nvSpPr>
        <p:spPr>
          <a:xfrm>
            <a:off x="2968411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3-line1501"/>
          <p:cNvSpPr/>
          <p:nvPr/>
        </p:nvSpPr>
        <p:spPr>
          <a:xfrm>
            <a:off x="3011822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3-line1502"/>
          <p:cNvSpPr/>
          <p:nvPr/>
        </p:nvSpPr>
        <p:spPr>
          <a:xfrm>
            <a:off x="306198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3-line1503"/>
          <p:cNvSpPr/>
          <p:nvPr/>
        </p:nvSpPr>
        <p:spPr>
          <a:xfrm>
            <a:off x="3118344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3-line1504"/>
          <p:cNvSpPr/>
          <p:nvPr/>
        </p:nvSpPr>
        <p:spPr>
          <a:xfrm>
            <a:off x="3180288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3-line1505"/>
          <p:cNvSpPr/>
          <p:nvPr/>
        </p:nvSpPr>
        <p:spPr>
          <a:xfrm>
            <a:off x="3247136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3-line1506"/>
          <p:cNvSpPr/>
          <p:nvPr/>
        </p:nvSpPr>
        <p:spPr>
          <a:xfrm>
            <a:off x="331815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3-line1507"/>
          <p:cNvSpPr/>
          <p:nvPr/>
        </p:nvSpPr>
        <p:spPr>
          <a:xfrm>
            <a:off x="3392568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3-line1508"/>
          <p:cNvSpPr/>
          <p:nvPr/>
        </p:nvSpPr>
        <p:spPr>
          <a:xfrm>
            <a:off x="346955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3-line1509"/>
          <p:cNvSpPr/>
          <p:nvPr/>
        </p:nvSpPr>
        <p:spPr>
          <a:xfrm>
            <a:off x="3548284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3-label1510"/>
          <p:cNvSpPr txBox="1"/>
          <p:nvPr/>
        </p:nvSpPr>
        <p:spPr>
          <a:xfrm>
            <a:off x="3668799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22" name="S13-label1511"/>
          <p:cNvSpPr txBox="1"/>
          <p:nvPr/>
        </p:nvSpPr>
        <p:spPr>
          <a:xfrm>
            <a:off x="3899568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223" name="S13-label1512"/>
          <p:cNvSpPr txBox="1"/>
          <p:nvPr/>
        </p:nvSpPr>
        <p:spPr>
          <a:xfrm>
            <a:off x="3984036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224" name="S13-label1513"/>
          <p:cNvSpPr txBox="1"/>
          <p:nvPr/>
        </p:nvSpPr>
        <p:spPr>
          <a:xfrm>
            <a:off x="3899568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225" name="S13-label1514"/>
          <p:cNvSpPr txBox="1"/>
          <p:nvPr/>
        </p:nvSpPr>
        <p:spPr>
          <a:xfrm>
            <a:off x="3668799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226" name="S13-label1515"/>
          <p:cNvSpPr txBox="1"/>
          <p:nvPr/>
        </p:nvSpPr>
        <p:spPr>
          <a:xfrm>
            <a:off x="3353562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227" name="S13-label1516"/>
          <p:cNvSpPr txBox="1"/>
          <p:nvPr/>
        </p:nvSpPr>
        <p:spPr>
          <a:xfrm>
            <a:off x="303832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228" name="S13-label1517"/>
          <p:cNvSpPr txBox="1"/>
          <p:nvPr/>
        </p:nvSpPr>
        <p:spPr>
          <a:xfrm>
            <a:off x="2807556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229" name="S13-label1518"/>
          <p:cNvSpPr txBox="1"/>
          <p:nvPr/>
        </p:nvSpPr>
        <p:spPr>
          <a:xfrm>
            <a:off x="2723088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230" name="S13-label1519"/>
          <p:cNvSpPr txBox="1"/>
          <p:nvPr/>
        </p:nvSpPr>
        <p:spPr>
          <a:xfrm>
            <a:off x="2807556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231" name="S13-label1520"/>
          <p:cNvSpPr txBox="1"/>
          <p:nvPr/>
        </p:nvSpPr>
        <p:spPr>
          <a:xfrm>
            <a:off x="303832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232" name="S13-label1521"/>
          <p:cNvSpPr txBox="1"/>
          <p:nvPr/>
        </p:nvSpPr>
        <p:spPr>
          <a:xfrm>
            <a:off x="3353562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233" name="S13-line1522"/>
          <p:cNvSpPr/>
          <p:nvPr/>
        </p:nvSpPr>
        <p:spPr>
          <a:xfrm flipH="1">
            <a:off x="3288697" y="399440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3-line1523"/>
          <p:cNvSpPr/>
          <p:nvPr/>
        </p:nvSpPr>
        <p:spPr>
          <a:xfrm>
            <a:off x="3627882" y="399440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3-pin1524"/>
          <p:cNvSpPr/>
          <p:nvPr/>
        </p:nvSpPr>
        <p:spPr>
          <a:xfrm>
            <a:off x="3573018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3-chip1525"/>
          <p:cNvSpPr txBox="1"/>
          <p:nvPr/>
        </p:nvSpPr>
        <p:spPr>
          <a:xfrm>
            <a:off x="6277356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37" name="S13-figure1526" descr="시계: 6시 40분"/>
          <p:cNvSpPr/>
          <p:nvPr/>
        </p:nvSpPr>
        <p:spPr>
          <a:xfrm>
            <a:off x="8558530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8" name="S13-line1527"/>
          <p:cNvSpPr/>
          <p:nvPr/>
        </p:nvSpPr>
        <p:spPr>
          <a:xfrm>
            <a:off x="9356598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9" name="S13-line1528"/>
          <p:cNvSpPr/>
          <p:nvPr/>
        </p:nvSpPr>
        <p:spPr>
          <a:xfrm flipH="1">
            <a:off x="9432025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3-line1529"/>
          <p:cNvSpPr/>
          <p:nvPr/>
        </p:nvSpPr>
        <p:spPr>
          <a:xfrm flipH="1">
            <a:off x="950662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3-line1530"/>
          <p:cNvSpPr/>
          <p:nvPr/>
        </p:nvSpPr>
        <p:spPr>
          <a:xfrm flipH="1">
            <a:off x="9579581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3-line1531"/>
          <p:cNvSpPr/>
          <p:nvPr/>
        </p:nvSpPr>
        <p:spPr>
          <a:xfrm flipH="1">
            <a:off x="965009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3-line1532"/>
          <p:cNvSpPr/>
          <p:nvPr/>
        </p:nvSpPr>
        <p:spPr>
          <a:xfrm flipH="1">
            <a:off x="9693450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4" name="S13-line1533"/>
          <p:cNvSpPr/>
          <p:nvPr/>
        </p:nvSpPr>
        <p:spPr>
          <a:xfrm flipH="1">
            <a:off x="9780737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3-line1534"/>
          <p:cNvSpPr/>
          <p:nvPr/>
        </p:nvSpPr>
        <p:spPr>
          <a:xfrm flipH="1">
            <a:off x="9839435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3-line1535"/>
          <p:cNvSpPr/>
          <p:nvPr/>
        </p:nvSpPr>
        <p:spPr>
          <a:xfrm flipH="1">
            <a:off x="989284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3-line1536"/>
          <p:cNvSpPr/>
          <p:nvPr/>
        </p:nvSpPr>
        <p:spPr>
          <a:xfrm flipH="1">
            <a:off x="9940375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13-line1537"/>
          <p:cNvSpPr/>
          <p:nvPr/>
        </p:nvSpPr>
        <p:spPr>
          <a:xfrm flipH="1">
            <a:off x="9940043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9" name="S13-line1538"/>
          <p:cNvSpPr/>
          <p:nvPr/>
        </p:nvSpPr>
        <p:spPr>
          <a:xfrm flipH="1">
            <a:off x="10015802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13-line1539"/>
          <p:cNvSpPr/>
          <p:nvPr/>
        </p:nvSpPr>
        <p:spPr>
          <a:xfrm flipH="1">
            <a:off x="1004287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13-line1540"/>
          <p:cNvSpPr/>
          <p:nvPr/>
        </p:nvSpPr>
        <p:spPr>
          <a:xfrm flipH="1">
            <a:off x="10062418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2" name="S13-line1541"/>
          <p:cNvSpPr/>
          <p:nvPr/>
        </p:nvSpPr>
        <p:spPr>
          <a:xfrm flipH="1">
            <a:off x="10074234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13-line1542"/>
          <p:cNvSpPr/>
          <p:nvPr/>
        </p:nvSpPr>
        <p:spPr>
          <a:xfrm flipH="1">
            <a:off x="10030303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4" name="S13-line1543"/>
          <p:cNvSpPr/>
          <p:nvPr/>
        </p:nvSpPr>
        <p:spPr>
          <a:xfrm flipH="1" flipV="1">
            <a:off x="10074234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13-line1544"/>
          <p:cNvSpPr/>
          <p:nvPr/>
        </p:nvSpPr>
        <p:spPr>
          <a:xfrm flipH="1" flipV="1">
            <a:off x="10062418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13-line1545"/>
          <p:cNvSpPr/>
          <p:nvPr/>
        </p:nvSpPr>
        <p:spPr>
          <a:xfrm flipH="1" flipV="1">
            <a:off x="1004287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7" name="S13-line1546"/>
          <p:cNvSpPr/>
          <p:nvPr/>
        </p:nvSpPr>
        <p:spPr>
          <a:xfrm flipH="1" flipV="1">
            <a:off x="10015802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13-line1547"/>
          <p:cNvSpPr/>
          <p:nvPr/>
        </p:nvSpPr>
        <p:spPr>
          <a:xfrm flipH="1" flipV="1">
            <a:off x="9940043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9" name="S13-line1548"/>
          <p:cNvSpPr/>
          <p:nvPr/>
        </p:nvSpPr>
        <p:spPr>
          <a:xfrm flipH="1" flipV="1">
            <a:off x="9940375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13-line1549"/>
          <p:cNvSpPr/>
          <p:nvPr/>
        </p:nvSpPr>
        <p:spPr>
          <a:xfrm flipH="1" flipV="1">
            <a:off x="989284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13-line1550"/>
          <p:cNvSpPr/>
          <p:nvPr/>
        </p:nvSpPr>
        <p:spPr>
          <a:xfrm flipH="1" flipV="1">
            <a:off x="9839435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2" name="S13-line1551"/>
          <p:cNvSpPr/>
          <p:nvPr/>
        </p:nvSpPr>
        <p:spPr>
          <a:xfrm flipH="1" flipV="1">
            <a:off x="9780737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13-line1552"/>
          <p:cNvSpPr/>
          <p:nvPr/>
        </p:nvSpPr>
        <p:spPr>
          <a:xfrm flipH="1" flipV="1">
            <a:off x="9693450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4" name="S13-line1553"/>
          <p:cNvSpPr/>
          <p:nvPr/>
        </p:nvSpPr>
        <p:spPr>
          <a:xfrm flipH="1" flipV="1">
            <a:off x="965009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13-line1554"/>
          <p:cNvSpPr/>
          <p:nvPr/>
        </p:nvSpPr>
        <p:spPr>
          <a:xfrm flipH="1" flipV="1">
            <a:off x="9579581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13-line1555"/>
          <p:cNvSpPr/>
          <p:nvPr/>
        </p:nvSpPr>
        <p:spPr>
          <a:xfrm flipH="1" flipV="1">
            <a:off x="950662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7" name="S13-line1556"/>
          <p:cNvSpPr/>
          <p:nvPr/>
        </p:nvSpPr>
        <p:spPr>
          <a:xfrm flipH="1" flipV="1">
            <a:off x="9432025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13-line1557"/>
          <p:cNvSpPr/>
          <p:nvPr/>
        </p:nvSpPr>
        <p:spPr>
          <a:xfrm flipV="1">
            <a:off x="9356598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9" name="S13-line1558"/>
          <p:cNvSpPr/>
          <p:nvPr/>
        </p:nvSpPr>
        <p:spPr>
          <a:xfrm flipV="1">
            <a:off x="9277000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13-line1559"/>
          <p:cNvSpPr/>
          <p:nvPr/>
        </p:nvSpPr>
        <p:spPr>
          <a:xfrm flipV="1">
            <a:off x="919827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13-line1560"/>
          <p:cNvSpPr/>
          <p:nvPr/>
        </p:nvSpPr>
        <p:spPr>
          <a:xfrm flipV="1">
            <a:off x="9121284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2" name="S13-line1561"/>
          <p:cNvSpPr/>
          <p:nvPr/>
        </p:nvSpPr>
        <p:spPr>
          <a:xfrm flipV="1">
            <a:off x="9046871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13-line1562"/>
          <p:cNvSpPr/>
          <p:nvPr/>
        </p:nvSpPr>
        <p:spPr>
          <a:xfrm flipV="1">
            <a:off x="8975852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4" name="S13-line1563"/>
          <p:cNvSpPr/>
          <p:nvPr/>
        </p:nvSpPr>
        <p:spPr>
          <a:xfrm flipV="1">
            <a:off x="8909004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13-line1564"/>
          <p:cNvSpPr/>
          <p:nvPr/>
        </p:nvSpPr>
        <p:spPr>
          <a:xfrm flipV="1">
            <a:off x="8847060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13-line1565"/>
          <p:cNvSpPr/>
          <p:nvPr/>
        </p:nvSpPr>
        <p:spPr>
          <a:xfrm flipV="1">
            <a:off x="8790699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7" name="S13-line1566"/>
          <p:cNvSpPr/>
          <p:nvPr/>
        </p:nvSpPr>
        <p:spPr>
          <a:xfrm flipV="1">
            <a:off x="8740538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13-line1567"/>
          <p:cNvSpPr/>
          <p:nvPr/>
        </p:nvSpPr>
        <p:spPr>
          <a:xfrm flipV="1">
            <a:off x="86971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9" name="S13-line1568"/>
          <p:cNvSpPr/>
          <p:nvPr/>
        </p:nvSpPr>
        <p:spPr>
          <a:xfrm flipV="1">
            <a:off x="8660940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13-line1569"/>
          <p:cNvSpPr/>
          <p:nvPr/>
        </p:nvSpPr>
        <p:spPr>
          <a:xfrm flipV="1">
            <a:off x="8632376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13-line1570"/>
          <p:cNvSpPr/>
          <p:nvPr/>
        </p:nvSpPr>
        <p:spPr>
          <a:xfrm flipV="1">
            <a:off x="8611746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2" name="S13-line1571"/>
          <p:cNvSpPr/>
          <p:nvPr/>
        </p:nvSpPr>
        <p:spPr>
          <a:xfrm flipV="1">
            <a:off x="859927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13-line1572"/>
          <p:cNvSpPr/>
          <p:nvPr/>
        </p:nvSpPr>
        <p:spPr>
          <a:xfrm>
            <a:off x="8595106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4" name="S13-line1573"/>
          <p:cNvSpPr/>
          <p:nvPr/>
        </p:nvSpPr>
        <p:spPr>
          <a:xfrm>
            <a:off x="859927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13-line1574"/>
          <p:cNvSpPr/>
          <p:nvPr/>
        </p:nvSpPr>
        <p:spPr>
          <a:xfrm>
            <a:off x="8611746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13-line1575"/>
          <p:cNvSpPr/>
          <p:nvPr/>
        </p:nvSpPr>
        <p:spPr>
          <a:xfrm>
            <a:off x="8632376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7" name="S13-line1576"/>
          <p:cNvSpPr/>
          <p:nvPr/>
        </p:nvSpPr>
        <p:spPr>
          <a:xfrm>
            <a:off x="8660940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13-line1577"/>
          <p:cNvSpPr/>
          <p:nvPr/>
        </p:nvSpPr>
        <p:spPr>
          <a:xfrm>
            <a:off x="86971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9" name="S13-line1578"/>
          <p:cNvSpPr/>
          <p:nvPr/>
        </p:nvSpPr>
        <p:spPr>
          <a:xfrm>
            <a:off x="8740538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13-line1579"/>
          <p:cNvSpPr/>
          <p:nvPr/>
        </p:nvSpPr>
        <p:spPr>
          <a:xfrm>
            <a:off x="8790699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13-line1580"/>
          <p:cNvSpPr/>
          <p:nvPr/>
        </p:nvSpPr>
        <p:spPr>
          <a:xfrm>
            <a:off x="8847060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2" name="S13-line1581"/>
          <p:cNvSpPr/>
          <p:nvPr/>
        </p:nvSpPr>
        <p:spPr>
          <a:xfrm>
            <a:off x="8909004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13-line1582"/>
          <p:cNvSpPr/>
          <p:nvPr/>
        </p:nvSpPr>
        <p:spPr>
          <a:xfrm>
            <a:off x="8975852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4" name="S13-line1583"/>
          <p:cNvSpPr/>
          <p:nvPr/>
        </p:nvSpPr>
        <p:spPr>
          <a:xfrm>
            <a:off x="9046871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13-line1584"/>
          <p:cNvSpPr/>
          <p:nvPr/>
        </p:nvSpPr>
        <p:spPr>
          <a:xfrm>
            <a:off x="9121284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13-line1585"/>
          <p:cNvSpPr/>
          <p:nvPr/>
        </p:nvSpPr>
        <p:spPr>
          <a:xfrm>
            <a:off x="919827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7" name="S13-line1586"/>
          <p:cNvSpPr/>
          <p:nvPr/>
        </p:nvSpPr>
        <p:spPr>
          <a:xfrm>
            <a:off x="9277000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13-label1587"/>
          <p:cNvSpPr txBox="1"/>
          <p:nvPr/>
        </p:nvSpPr>
        <p:spPr>
          <a:xfrm>
            <a:off x="939751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99" name="S13-label1588"/>
          <p:cNvSpPr txBox="1"/>
          <p:nvPr/>
        </p:nvSpPr>
        <p:spPr>
          <a:xfrm>
            <a:off x="9628284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300" name="S13-label1589"/>
          <p:cNvSpPr txBox="1"/>
          <p:nvPr/>
        </p:nvSpPr>
        <p:spPr>
          <a:xfrm>
            <a:off x="9712752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301" name="S13-label1590"/>
          <p:cNvSpPr txBox="1"/>
          <p:nvPr/>
        </p:nvSpPr>
        <p:spPr>
          <a:xfrm>
            <a:off x="9628284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302" name="S13-label1591"/>
          <p:cNvSpPr txBox="1"/>
          <p:nvPr/>
        </p:nvSpPr>
        <p:spPr>
          <a:xfrm>
            <a:off x="939751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303" name="S13-label1592"/>
          <p:cNvSpPr txBox="1"/>
          <p:nvPr/>
        </p:nvSpPr>
        <p:spPr>
          <a:xfrm>
            <a:off x="9082278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304" name="S13-label1593"/>
          <p:cNvSpPr txBox="1"/>
          <p:nvPr/>
        </p:nvSpPr>
        <p:spPr>
          <a:xfrm>
            <a:off x="8767041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305" name="S13-label1594"/>
          <p:cNvSpPr txBox="1"/>
          <p:nvPr/>
        </p:nvSpPr>
        <p:spPr>
          <a:xfrm>
            <a:off x="8536272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306" name="S13-label1595"/>
          <p:cNvSpPr txBox="1"/>
          <p:nvPr/>
        </p:nvSpPr>
        <p:spPr>
          <a:xfrm>
            <a:off x="8451804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307" name="S13-label1596"/>
          <p:cNvSpPr txBox="1"/>
          <p:nvPr/>
        </p:nvSpPr>
        <p:spPr>
          <a:xfrm>
            <a:off x="8536272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308" name="S13-label1597"/>
          <p:cNvSpPr txBox="1"/>
          <p:nvPr/>
        </p:nvSpPr>
        <p:spPr>
          <a:xfrm>
            <a:off x="8767041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309" name="S13-label1598"/>
          <p:cNvSpPr txBox="1"/>
          <p:nvPr/>
        </p:nvSpPr>
        <p:spPr>
          <a:xfrm>
            <a:off x="9082278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310" name="S13-line1599"/>
          <p:cNvSpPr/>
          <p:nvPr/>
        </p:nvSpPr>
        <p:spPr>
          <a:xfrm flipH="1">
            <a:off x="9236498" y="3994404"/>
            <a:ext cx="120100" cy="32997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1" name="S13-line1600"/>
          <p:cNvSpPr/>
          <p:nvPr/>
        </p:nvSpPr>
        <p:spPr>
          <a:xfrm flipH="1">
            <a:off x="8914264" y="3994404"/>
            <a:ext cx="442334" cy="25538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2" name="S13-pin1601"/>
          <p:cNvSpPr/>
          <p:nvPr/>
        </p:nvSpPr>
        <p:spPr>
          <a:xfrm>
            <a:off x="9301734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0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0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seven.처럼 at 다음에 시각을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14-chip160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at 다음에 시각</a:t>
            </a:r>
            <a:endParaRPr lang="ko-KR" sz="2200" dirty="0"/>
          </a:p>
        </p:txBody>
      </p:sp>
      <p:sp>
        <p:nvSpPr>
          <p:cNvPr id="6" name="S14-chip160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go to school eight.</a:t>
            </a:r>
            <a:endParaRPr lang="ko-KR" sz="2200" dirty="0"/>
          </a:p>
        </p:txBody>
      </p:sp>
      <p:sp>
        <p:nvSpPr>
          <p:cNvPr id="7" name="S14-text160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60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7시 30분을 영어로 말하기</a:t>
            </a:r>
            <a:endParaRPr lang="ko-KR" sz="2200" dirty="0"/>
          </a:p>
        </p:txBody>
      </p:sp>
      <p:sp>
        <p:nvSpPr>
          <p:cNvPr id="9" name="S14-text160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go to bed at nine.의 뜻은?</a:t>
            </a:r>
            <a:endParaRPr lang="ko-KR" sz="2200" dirty="0"/>
          </a:p>
        </p:txBody>
      </p:sp>
      <p:sp>
        <p:nvSpPr>
          <p:cNvPr id="10" name="S14-text160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일어나는 시각을 문장으로</a:t>
            </a:r>
            <a:endParaRPr lang="ko-KR" sz="2200" dirty="0"/>
          </a:p>
        </p:txBody>
      </p:sp>
      <p:sp>
        <p:nvSpPr>
          <p:cNvPr id="11" name="S14-text16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지난 일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다시 말하기</a:t>
            </a:r>
            <a:endParaRPr lang="ko-KR" sz="4000" dirty="0"/>
          </a:p>
        </p:txBody>
      </p:sp>
      <p:sp>
        <p:nvSpPr>
          <p:cNvPr id="3" name="S15-card16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6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시계의 숫자를 짚으며 영어로 말해요.</a:t>
            </a:r>
            <a:endParaRPr lang="ko-KR" sz="2800" dirty="0"/>
          </a:p>
        </p:txBody>
      </p:sp>
      <p:sp>
        <p:nvSpPr>
          <p:cNvPr id="5" name="S15-word1613"/>
          <p:cNvSpPr txBox="1"/>
          <p:nvPr/>
        </p:nvSpPr>
        <p:spPr>
          <a:xfrm>
            <a:off x="54864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5-word1614"/>
          <p:cNvSpPr txBox="1"/>
          <p:nvPr/>
        </p:nvSpPr>
        <p:spPr>
          <a:xfrm>
            <a:off x="2442972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15-word1615"/>
          <p:cNvSpPr txBox="1"/>
          <p:nvPr/>
        </p:nvSpPr>
        <p:spPr>
          <a:xfrm>
            <a:off x="4337304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5-word1616"/>
          <p:cNvSpPr txBox="1"/>
          <p:nvPr/>
        </p:nvSpPr>
        <p:spPr>
          <a:xfrm>
            <a:off x="6231636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9" name="S15-word1617"/>
          <p:cNvSpPr txBox="1"/>
          <p:nvPr/>
        </p:nvSpPr>
        <p:spPr>
          <a:xfrm>
            <a:off x="8125968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15-word1618"/>
          <p:cNvSpPr txBox="1"/>
          <p:nvPr/>
        </p:nvSpPr>
        <p:spPr>
          <a:xfrm>
            <a:off x="1002030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15-word1619"/>
          <p:cNvSpPr txBox="1"/>
          <p:nvPr/>
        </p:nvSpPr>
        <p:spPr>
          <a:xfrm>
            <a:off x="54864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15-word1620"/>
          <p:cNvSpPr txBox="1"/>
          <p:nvPr/>
        </p:nvSpPr>
        <p:spPr>
          <a:xfrm>
            <a:off x="2442972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15-word1621"/>
          <p:cNvSpPr txBox="1"/>
          <p:nvPr/>
        </p:nvSpPr>
        <p:spPr>
          <a:xfrm>
            <a:off x="4337304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4" name="S15-word1622"/>
          <p:cNvSpPr txBox="1"/>
          <p:nvPr/>
        </p:nvSpPr>
        <p:spPr>
          <a:xfrm>
            <a:off x="6231636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5" name="S15-word1623"/>
          <p:cNvSpPr txBox="1"/>
          <p:nvPr/>
        </p:nvSpPr>
        <p:spPr>
          <a:xfrm>
            <a:off x="8125968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eleven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800" dirty="0"/>
          </a:p>
        </p:txBody>
      </p:sp>
      <p:sp>
        <p:nvSpPr>
          <p:cNvPr id="16" name="S15-word1624"/>
          <p:cNvSpPr txBox="1"/>
          <p:nvPr/>
        </p:nvSpPr>
        <p:spPr>
          <a:xfrm>
            <a:off x="1002030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하루 일과 말하기</dc:title>
  <dc:subject>KR22-G05-ENG-ROUTINE-L01</dc:subject>
  <dc:creator>education-ppt</dc:creator>
  <cp:lastModifiedBy>education-ppt</cp:lastModifiedBy>
  <cp:revision>1</cp:revision>
  <dcterms:created xsi:type="dcterms:W3CDTF">2026-10-26T09:08:00Z</dcterms:created>
  <dcterms:modified xsi:type="dcterms:W3CDTF">2026-10-26T09:08:00Z</dcterms:modified>
</cp:coreProperties>
</file>