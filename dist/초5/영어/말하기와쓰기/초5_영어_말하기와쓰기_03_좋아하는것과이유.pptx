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66488c4-3183-5e87-400e-ba81c6737b5f}">
          <p14:sldIdLst>
            <p14:sldId id="256"/>
            <p14:sldId id="257"/>
          </p14:sldIdLst>
        </p14:section>
        <p14:section name="개념" id="{54b30c4e-0914-18ab-7065-bf1fdf5eb422}">
          <p14:sldIdLst>
            <p14:sldId id="258"/>
            <p14:sldId id="259"/>
            <p14:sldId id="260"/>
            <p14:sldId id="263"/>
          </p14:sldIdLst>
        </p14:section>
        <p14:section name="연습" id="{1696f50c-f89c-0644-fac3-41284f8cb4dc}">
          <p14:sldIdLst>
            <p14:sldId id="261"/>
            <p14:sldId id="262"/>
            <p14:sldId id="264"/>
            <p14:sldId id="265"/>
          </p14:sldIdLst>
        </p14:section>
        <p14:section name="개념" id="{a3239be3-0042-37df-d7e8-d479a7848bd2}">
          <p14:sldIdLst/>
        </p14:section>
        <p14:section name="연습" id="{26fa54f6-e809-0155-c4cc-3dd581c97022}">
          <p14:sldIdLst/>
        </p14:section>
        <p14:section name="확인" id="{ac78544c-c15a-7583-2533-c00e63b82d6b}">
          <p14:sldIdLst>
            <p14:sldId id="266"/>
            <p14:sldId id="267"/>
            <p14:sldId id="268"/>
          </p14:sldIdLst>
        </p14:section>
        <p14:section name="정리" id="{9685b93c-8f20-6b72-5346-f2fefb229dfd}">
          <p14:sldIdLst>
            <p14:sldId id="269"/>
          </p14:sldIdLst>
        </p14:section>
        <p14:section name="보충" id="{a5e0af61-5421-c34c-ab1c-58c4f8129dd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좋아하는 것과 그 까닭을 떠올리고, 영어로 이유를 이어 말한다는 것에 관심을 갖게 합니다.
시간: 약 2분
이렇게 말해 보세요
- “너는 어느 계절을 좋아해? 왜 좋아해?”
- “오늘은 좋아하는 것과 그 이유를 영어로 한 문장에 이어서 말해 볼 거야. 오른쪽 문장은 ‘나는 수영을 할 수 있어서 여름을 좋아해요.’라는 뜻이야.”
예상 답
- “여름이요. 물놀이를 할 수 있어서요.” “겨울이요. 눈이 와서요.”
주의
- 수업 전에 교과서 디지털 자료나 사전 앱의 발음 듣기로 오늘 표현(because, delicious, warm, I can swim, I can make a snowman)을 미리 들어 두세요. 부모님 발음이 완벽하지 않아도 괜찮습니다.
- 이유에는 맞고 틀린 것이 없습니다. 아이의 생각을 먼저 우리말로 들어 주고, 그것을 오늘 배운 영어로 바꾸어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확인(I like ~., 지난 일 말하기)]
목적: 오늘 문장의 앞부분인 I like ~.와, 앞 차시 ‘지난 일 말하기’의 과거형을 기억하는지 확인합니다.
시간: 약 3분
이렇게 말해 보세요
- “①, 네가 좋아하는 음식을 영어로 말해 볼래?”
- “②, ③은 괄호 안의 동사를 지난 일로 바꾸어 문장으로 말해 줘.”
정답
- ① I like (좋아하는 음식). 예: I like pizza.
- ② I ate pizza yesterday.
- ③ I went to the park last Sunday.
막히면
- ①에서 음식 이름을 영어로 모르면 pizza, chicken, ice cream처럼 아는 낱말 가운데 고르게 합니다.
- ②③을 말하지 못하면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because의 뜻과 자리]
목적: 좋아하는 것 뒤에 because와 이유를 이어 한 문장으로 말하는 짜임을 압니다.
시간: 약 3분
이렇게 말해 보세요
- “왼쪽은 좋아하는 것, 오른쪽은 이유야. because는 ‘왜냐하면, ~해서’라는 뜻이야. 둘을 이으면 I like soccer because it's fun. ‘나는 축구가 재미있어서 좋아해요.’”
- “소리를 듣고 따라 해 보자. because … because it's fun … I like soccer because it's fun.”
- “엄마(아빠)가 물어볼게. Why do you like soccer?” (아이가 Because it's fun.이라고만 해도 말할 때는 맞습니다.)
예상 답
- “I like soccer because it's fun.” 또는 “Because it's fun.”
막히면
- because만 따로 몇 번 말한 뒤 앞뒤를 붙여 말합니다.
주의
- it's는 it is를 줄인 말이고, it은 앞의 soccer를 가리킵니다. 아포스트로피(')를 빠뜨리지 않게 합니다.
- 우리말은 ‘재미있어서 좋아해요’처럼 이유가 앞에 오지만, 영어는 좋아하는 것을 먼저 말하고 because 뒤에 이유를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it's ~로 이유 말하기]
목적: 좋아하는 것이 어떠한지를 it's ~로 말해 이유를 붙입니다(M1).
시간: 약 3분
이렇게 말해 보세요
- “delicious는 ‘맛있는’이야. 피자가 맛있어서 좋으면? I like pizza because it's delicious.”
- “warm은 ‘따뜻한’이야. 봄이 따뜻해서 좋으면? I like spring because it's warm.”
- “소리를 듣고 따라 해 보자. 그다음 엄마(아빠)가 물어볼게. Why do you like pizza?”
예상 답
- “I like pizza because it's delicious.” 또는 “Because it's delicious.”
막히면
- delicious가 길면 뒤에서부터 나누어 소리 자료를 따라 말합니다.
주의
- because 뒤에 delicious만 붙이면 안 됩니다. it's를 꼭 넣습니다(M1, S07에서 비교).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I can ~으로 이유 말하기]
목적: 좋아하는 것 때문에 할 수 있는 일을 I can ~으로 말해 이유를 붙입니다.
시간: 약 3분
이렇게 말해 보세요
- “I can swim은 ‘나는 수영할 수 있어요.’야. 여름에는 수영을 할 수 있지? I like summer because I can swim.”
- “겨울에는? 눈사람을 만들 수 있지. I like winter because I can make a snowman.”
- “소리를 듣고 따라 해 보자.”
예상 답
- “I like summer because I can swim.” “I like winter because I can make a snowman.”
막히면
- I can만 먼저 말하고, 할 수 있는 일을 붙이게 합니다. I can … swim.
주의
- 이유는 좋아하는 것과 어울려야 합니다. 겨울을 좋아하는 이유로 I can swim.은 어울리지 않습니다(M2).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알맞은 이유 고르기]
목적: 좋아하는 것과 어울리는 이유를 골라 문장을 완성합니다(M2).
시간: 약 3분
이렇게 말해 보세요
- “①, 피자를 좋아하는 이유로 어울리는 것은 보기 가운데 어느 것일까? 문장으로 말해 볼래?”
- “②, ③도 해 보자. 왜 그 이유를 골랐어?”
정답
- ① I like pizza because it's delicious.
- ② I like summer because I can swim.
- ③ I like winter because I can make a snowman.
막히면
- 보기를 우리말로 바꾸어 말해 주고 “피자는 맛있어? 수영할 수 있어?”처럼 하나씩 대어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비교(because 뒤에 it's 빠뜨리기)]
목적: because 뒤에 낱말만 붙이는 실수를 비교로 바로잡습니다(M1).
시간: 약 3분
이렇게 말해 보세요
- “두 문장을 한 낱말씩 비교해 볼까? 무엇이 달라?”
- “바른 문장은 어느 쪽이야? 왜 그렇게 생각해?”
- “가를 바르게 고쳐 말해 볼래?”
정답
- 나(I like pizza because it's delicious.). because 뒤에 it's(그것은 ~해요)가 있어야 합니다.
- 가는 it's가 빠졌습니다. I like pizza because it's delicious.로 고칩니다.
막히면
- “because 뒤만 떼어 읽어 볼까? delicious. ‘맛있는.’ 무엇이 맛있는지 빠졌지?”라고 짚어 줍니다.
주의
- 여기까지가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나의 이유 문장 만드는 순서]
목적: 자기 생각을 영어 이유 문장으로 바꾸는 순서를 부모가 직접 보여 줍니다(목표 B, M3).
시간: 약 3분
이렇게 말해 보세요
- “엄마(아빠)가 먼저 해 볼게. 1번, 엄마는 봄을 좋아해. 2번, 왜? 따뜻해서. 3번, 따뜻하다는 it's warm. 4번, I like spring because it's warm.”
- “쓸 때는 Because it's warm.처럼 이유만 쓰지 말고, I like spring because it's warm.처럼 한 문장으로 써. I는 대문자, 끝에는 마침표!”
- “너도 1번부터 해 볼까? 좋아하는 것을 하나 골라 봐.”
예상 답
- 예: “I like winter because I can make a snowman.”
막히면
- 이유를 영어로 바꾸기 어려우면 오늘 배운 이유(delicious, fun, warm, swim, make a snowman) 가운데 어울리는 것을 고르게 합니다.
주의
- 아이가 말하고 싶은 이유가 오늘 배운 표현에 없으면, 부모가 사전 앱으로 낱말을 함께 찾아 it's ~나 I can ~ 꼴에 넣어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내가 좋아하는 것과 이유 말하기]
목적: 자기가 좋아하는 것 세 가지를 골라 이유와 함께 말합니다. 말한 문장 가운데 두 개를 활동지 4에 씁니다.
시간: 약 4분
이렇게 말해 보세요
- “①, 좋아하는 음식은? Why do you like it?” (아이가 우리말로 이유를 말하면 영어로 함께 바꾸어 봅니다.)
- “②, 좋아하는 계절은? 왜?”
- “③, 좋아하는 운동이나 놀이는? 왜?”
- “세 문장 가운데 두 개를 골라 활동지 4에 써 볼까?”
예상 답
- ① I like chicken because it's delicious.
- ② I like summer because I can swim.
- ③ I like soccer because it's fun. / I like riding my bike because it's fun.
정답
- 기준: 좋아하는 것 뒤에 because와 it's ~나 I can ~으로 된 이유가 있고, 이유가 좋아하는 것과 어울리면 맞습니다. 쓸 때는 대문자 I와 마침표를 봅니다.
막히면
- 운동 이름을 영어로 모르면 soccer, badminton, swimming처럼 아는 낱말 가운데 고르게 합니다.
- 이유를 고르지 못하면 화면 아래의 이유 도움에서 하나를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글에서 좋아하는 것과 이유 찾기]
목적: 글에서 좋아하는 것과 이유를 짝지어 찾고, 두 문장을 because로 이어 한 문장으로 만듭니다.
시간: 약 3분
이렇게 말해 보세요
- “한 문장씩 같이 읽어 보자. 글쓴이는 무엇을 왜 좋아해? ①부터 말해 줘.”
- “④는 두 문장이야. ‘자전거를 좋아해요. 공원까지 탈 수 있어요.’ because로 이어서 한 문장으로 말해 볼래?”
정답
- ① 봄 – 따뜻해서(it's warm) ② 치킨 – 맛있어서(it's delicious) ③ 배드민턴 – 재미있어서(it's fun)
- ④ I like my bike because I can ride it to the park.
막히면
- ④는 because를 넣을 자리를 손가락으로 짚어 주고, too는 빼고 이어 말하게 합니다.
주의
- ④의 too는 ‘~도’라는 뜻이라 한 문장으로 이을 때는 빼도 됩니다. ride it의 it은 my bike를 가리킵니다.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이유 문장 말하고 쓰기]
목적: 도움 없이 이유 문장의 짜임(because, can, it's)을 바르게 쓰고, 자기 생각을 이유 문장으로 말하고 쓰는지 확인합니다.
시간: 약 4분
이렇게 말해 보세요
- “이번에는 혼자 해 볼래? ①②는 빈칸에 들어갈 낱말을 말해 줘.”
- “③은 틀린 곳이 있어. 바르게 고쳐 말해 볼래?”
- “④, 오늘 말하지 않은 좋아하는 것 하나를 골라 이유와 함께 말하고 활동지 5의 빈 줄에 써 봐.”
정답
- ① because
- ② can
- ③ I like soccer because it's fun.
- ④ 예: I like winter because I can make a snowman.
- 기준: ①②③ 가운데 두 개 이상 맞고, ④를 이유가 어울리게 말하고 대문자 I, it's의 아포스트로피, 마침표까지 바르게 쓰면 통과입니다.
막히면
- 바로 알려 주지 말고 “because 뒤에는 무엇이 있어야 했지?”라고만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왼쪽 정답을 비교해 보자.”
- “오른쪽처럼 말하면 왜 어색할까?”
예상 답
- “it's가 빠졌어요.” “겨울에는 수영을 못 해요.”
주의
- 이 장은 학생용 파일에서 빠집니다. ④는 아이마다 답이 다르니, 쓴 문장을 함께 소리 내어 읽으며 기준(이유가 어울림, because 뒤 it's나 I can, 대문자 I, 마침표)을 하나씩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확인(이유가 알맞은 문장 고르기)]
목적: 처음 보는 형식에서 짜임이 바르고 이유가 어울리는 문장을 고르고, 나머지가 어색한 까닭을 말하는지 확인합니다.
시간: 약 2분
이렇게 말해 보세요
- “네 문장을 같이 읽어 보자. 바르고 이유도 알맞은 문장은 어느 것일까?”
- “나머지는 왜 어색해?”
정답
- 나(I like pizza because it's delicious.)
- 가는 겨울에 수영, 다는 여름에 눈사람이라 이유가 어울리지 않고, 라는 because 뒤에 it's가 빠졌고 축구는 먹는 것이 아니라 delicious가 어울리지 않습니다.
막히면
- 문장마다 이유를 우리말로 바꾸어 말해 보게 합니다. “겨울을 좋아하는데, 수영할 수 있어서?”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“because 뒤에는 무엇이 와야 했지?”
- “네가 가장 좋아하는 것과 이유를 영어로 한 번 더 말해 볼래?”
예상 답
- “it's ~나 I can ~이요.” “I like summer because I can swim.”
정답
- ① 왜냐하면, ~해서 ② it's ③ 예: I like winter because I can make a snowman.
주의
- 집에서 “Why?”라고 자주 물어 주세요. 아이가 Because ~.로 대답하면 I like ~ because ~. 한 문장으로 다시 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보충(I like ~., 과거형)]
목적: S02에서 I like ~.나 과거형이 흔들리면, 오늘 내용을 배우기 전에 먼저 다시 익힙니다.
시간: 약 5분
이렇게 말해 보세요
- “소리를 듣고 따라 말해 보자.” (교과서 디지털 자료나 사전 앱의 소리를 함께 듣습니다.)
- “엄마(아빠)가 eat이라고 하면 지난 일 모양으로 말해 줘. go? play?”
- “어제 먹은 음식을 영어로 말해 볼래? I ate ~.”
정답
- ate, went, played / I ate (먹은 음식) yesterday.
막히면
- 부모가 먼저 말하고 아이가 따라 말하는 것부터 다시 합니다.
주의
- 보충 뒤에도 과거형을 말하지 못하면 앞 차시 ‘지난 일 말하기’(KR22-G05-ENG-PAST-L01)를 먼저 다시 하고 이 차시를 시작합니다. I like ~.가 흔들리면 4학년 ‘짧은 문장 읽고 쓰기’를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이유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좋아하는지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 can swim.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because를 써서 좋아하는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좋아하는 것과 이유를 영어 문장으로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좋아하는 음식을 말하고, ②③은 동사를 바꾸어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 → I like ______.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(eat)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pizza yesterday.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(go)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to the park last Sunday.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이유를 이어요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because는 ‘왜냐하면, ~해서’라는 뜻이에요.</a:t>
            </a:r>
            <a:endParaRPr lang="ko-KR" sz="2800" dirty="0"/>
          </a:p>
        </p:txBody>
      </p:sp>
      <p:sp>
        <p:nvSpPr>
          <p:cNvPr id="5" name="S03-card14"/>
          <p:cNvSpPr/>
          <p:nvPr/>
        </p:nvSpPr>
        <p:spPr>
          <a:xfrm>
            <a:off x="548640" y="42519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43891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it's fun.</a:t>
            </a:r>
            <a:endParaRPr lang="ko-KR" sz="2800" dirty="0"/>
          </a:p>
        </p:txBody>
      </p:sp>
      <p:sp>
        <p:nvSpPr>
          <p:cNvPr id="7" name="S03-word16"/>
          <p:cNvSpPr txBox="1"/>
          <p:nvPr/>
        </p:nvSpPr>
        <p:spPr>
          <a:xfrm>
            <a:off x="548640" y="180594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</a:t>
            </a:r>
            <a:endParaRPr lang="ko-KR" sz="3200" dirty="0"/>
          </a:p>
        </p:txBody>
      </p:sp>
      <p:sp>
        <p:nvSpPr>
          <p:cNvPr id="8" name="S03-word17"/>
          <p:cNvSpPr txBox="1"/>
          <p:nvPr/>
        </p:nvSpPr>
        <p:spPr>
          <a:xfrm>
            <a:off x="6254496" y="180594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it's fun.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it's로 이유를 말해요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2800" dirty="0"/>
          </a:p>
        </p:txBody>
      </p:sp>
      <p:sp>
        <p:nvSpPr>
          <p:cNvPr id="5" name="S04-card20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spring because it's warm.</a:t>
            </a:r>
            <a:endParaRPr lang="ko-KR" sz="2800" dirty="0"/>
          </a:p>
        </p:txBody>
      </p:sp>
      <p:sp>
        <p:nvSpPr>
          <p:cNvPr id="7" name="S04-word22"/>
          <p:cNvSpPr txBox="1"/>
          <p:nvPr/>
        </p:nvSpPr>
        <p:spPr>
          <a:xfrm>
            <a:off x="548640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delicious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맛있어요</a:t>
            </a:r>
            <a:endParaRPr lang="ko-KR" sz="3200" dirty="0"/>
          </a:p>
        </p:txBody>
      </p:sp>
      <p:sp>
        <p:nvSpPr>
          <p:cNvPr id="8" name="S04-word23"/>
          <p:cNvSpPr txBox="1"/>
          <p:nvPr/>
        </p:nvSpPr>
        <p:spPr>
          <a:xfrm>
            <a:off x="6231636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warm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can으로 이유를 말해요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can swim.</a:t>
            </a:r>
            <a:endParaRPr lang="ko-KR" sz="2800" dirty="0"/>
          </a:p>
        </p:txBody>
      </p:sp>
      <p:sp>
        <p:nvSpPr>
          <p:cNvPr id="5" name="S05-card26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I can make a snowman.</a:t>
            </a:r>
            <a:endParaRPr lang="ko-KR" sz="2800" dirty="0"/>
          </a:p>
        </p:txBody>
      </p:sp>
      <p:sp>
        <p:nvSpPr>
          <p:cNvPr id="7" name="S05-word28"/>
          <p:cNvSpPr txBox="1"/>
          <p:nvPr/>
        </p:nvSpPr>
        <p:spPr>
          <a:xfrm>
            <a:off x="548640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swim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수영할 수 있어요</a:t>
            </a:r>
            <a:endParaRPr lang="ko-KR" sz="3200" dirty="0"/>
          </a:p>
        </p:txBody>
      </p:sp>
      <p:sp>
        <p:nvSpPr>
          <p:cNvPr id="8" name="S05-word29"/>
          <p:cNvSpPr txBox="1"/>
          <p:nvPr/>
        </p:nvSpPr>
        <p:spPr>
          <a:xfrm>
            <a:off x="6231636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make a snowman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눈사람을 만들 수 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골라요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이유를 보기에서 골라 말해요.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2800" dirty="0"/>
          </a:p>
        </p:txBody>
      </p:sp>
      <p:sp>
        <p:nvSpPr>
          <p:cNvPr id="6" name="S06-word33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delicious</a:t>
            </a:r>
            <a:endParaRPr lang="ko-KR" sz="3200" dirty="0"/>
          </a:p>
        </p:txBody>
      </p:sp>
      <p:sp>
        <p:nvSpPr>
          <p:cNvPr id="7" name="S06-word34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swim</a:t>
            </a:r>
            <a:endParaRPr lang="ko-KR" sz="3200" dirty="0"/>
          </a:p>
        </p:txBody>
      </p:sp>
      <p:sp>
        <p:nvSpPr>
          <p:cNvPr id="8" name="S06-word35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make a snowman</a:t>
            </a:r>
            <a:endParaRPr lang="ko-KR" sz="3200" dirty="0"/>
          </a:p>
        </p:txBody>
      </p:sp>
      <p:sp>
        <p:nvSpPr>
          <p:cNvPr id="9" name="S06-chip3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0" name="S06-text3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______.</a:t>
            </a:r>
            <a:endParaRPr lang="ko-KR" sz="2800" dirty="0"/>
          </a:p>
        </p:txBody>
      </p:sp>
      <p:sp>
        <p:nvSpPr>
          <p:cNvPr id="11" name="S06-chip3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2" name="S06-text3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______.</a:t>
            </a:r>
            <a:endParaRPr lang="ko-KR" sz="2800" dirty="0"/>
          </a:p>
        </p:txBody>
      </p:sp>
      <p:sp>
        <p:nvSpPr>
          <p:cNvPr id="13" name="S06-chip4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06-text4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피자를 좋아하는 이유를 두 친구가 말했어요.</a:t>
            </a:r>
            <a:endParaRPr lang="ko-KR" sz="2800" dirty="0"/>
          </a:p>
        </p:txBody>
      </p:sp>
      <p:sp>
        <p:nvSpPr>
          <p:cNvPr id="5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무엇이 다른가요?</a:t>
            </a:r>
            <a:endParaRPr lang="ko-KR" sz="2800" dirty="0"/>
          </a:p>
        </p:txBody>
      </p:sp>
      <p:sp>
        <p:nvSpPr>
          <p:cNvPr id="7" name="S07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word47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delicious.</a:t>
            </a:r>
            <a:endParaRPr lang="ko-KR" sz="3200" dirty="0"/>
          </a:p>
        </p:txBody>
      </p:sp>
      <p:sp>
        <p:nvSpPr>
          <p:cNvPr id="9" name="S07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word49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이유 문장 만들기</a:t>
            </a:r>
            <a:endParaRPr lang="ko-KR" sz="4000" dirty="0"/>
          </a:p>
        </p:txBody>
      </p:sp>
      <p:sp>
        <p:nvSpPr>
          <p:cNvPr id="3" name="S08-word50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spring because it's warm.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 → 따뜻해서 → it's warm</a:t>
            </a:r>
            <a:endParaRPr lang="ko-KR" sz="2800" dirty="0"/>
          </a:p>
        </p:txBody>
      </p:sp>
      <p:sp>
        <p:nvSpPr>
          <p:cNvPr id="4" name="S08-stepno51"/>
          <p:cNvSpPr txBox="1"/>
          <p:nvPr/>
        </p:nvSpPr>
        <p:spPr>
          <a:xfrm>
            <a:off x="548640" y="2268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8-text52"/>
          <p:cNvSpPr txBox="1"/>
          <p:nvPr/>
        </p:nvSpPr>
        <p:spPr>
          <a:xfrm>
            <a:off x="1325880" y="226822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것을 하나 골라요.</a:t>
            </a:r>
            <a:endParaRPr lang="ko-KR" sz="2800" dirty="0"/>
          </a:p>
        </p:txBody>
      </p:sp>
      <p:sp>
        <p:nvSpPr>
          <p:cNvPr id="6" name="S08-stepno53"/>
          <p:cNvSpPr txBox="1"/>
          <p:nvPr/>
        </p:nvSpPr>
        <p:spPr>
          <a:xfrm>
            <a:off x="548640" y="298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8-text54"/>
          <p:cNvSpPr txBox="1"/>
          <p:nvPr/>
        </p:nvSpPr>
        <p:spPr>
          <a:xfrm>
            <a:off x="1325880" y="29814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우리말로 먼저 생각해요.</a:t>
            </a:r>
            <a:endParaRPr lang="ko-KR" sz="2800" dirty="0"/>
          </a:p>
        </p:txBody>
      </p:sp>
      <p:sp>
        <p:nvSpPr>
          <p:cNvPr id="8" name="S08-stepno55"/>
          <p:cNvSpPr txBox="1"/>
          <p:nvPr/>
        </p:nvSpPr>
        <p:spPr>
          <a:xfrm>
            <a:off x="548640" y="3694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8-text56"/>
          <p:cNvSpPr txBox="1"/>
          <p:nvPr/>
        </p:nvSpPr>
        <p:spPr>
          <a:xfrm>
            <a:off x="1325880" y="3694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~나 I can ~으로 바꾸어요.</a:t>
            </a:r>
            <a:endParaRPr lang="ko-KR" sz="2800" dirty="0"/>
          </a:p>
        </p:txBody>
      </p:sp>
      <p:sp>
        <p:nvSpPr>
          <p:cNvPr id="10" name="S08-stepno57"/>
          <p:cNvSpPr txBox="1"/>
          <p:nvPr/>
        </p:nvSpPr>
        <p:spPr>
          <a:xfrm>
            <a:off x="548640" y="4453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8-text58"/>
          <p:cNvSpPr txBox="1"/>
          <p:nvPr/>
        </p:nvSpPr>
        <p:spPr>
          <a:xfrm>
            <a:off x="1325880" y="4407916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 because ~.로 말하고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것은?</a:t>
            </a:r>
            <a:endParaRPr lang="ko-KR" sz="4000" dirty="0"/>
          </a:p>
        </p:txBody>
      </p:sp>
      <p:sp>
        <p:nvSpPr>
          <p:cNvPr id="3" name="S09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이유를 I like ~ because ~.로 말해요.</a:t>
            </a:r>
            <a:endParaRPr lang="ko-KR" sz="2800" dirty="0"/>
          </a:p>
        </p:txBody>
      </p:sp>
      <p:sp>
        <p:nvSpPr>
          <p:cNvPr id="4" name="S09-card6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도움: it's delicious · it's fun · it's warm · I can swim</a:t>
            </a:r>
            <a:endParaRPr lang="ko-KR" sz="2800" dirty="0"/>
          </a:p>
        </p:txBody>
      </p:sp>
      <p:sp>
        <p:nvSpPr>
          <p:cNvPr id="6" name="S09-chip62"/>
          <p:cNvSpPr txBox="1"/>
          <p:nvPr/>
        </p:nvSpPr>
        <p:spPr>
          <a:xfrm>
            <a:off x="548640" y="213072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3"/>
          <p:cNvSpPr txBox="1"/>
          <p:nvPr/>
        </p:nvSpPr>
        <p:spPr>
          <a:xfrm>
            <a:off x="1344168" y="2011680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</a:t>
            </a:r>
            <a:endParaRPr lang="ko-KR" sz="2800" dirty="0"/>
          </a:p>
        </p:txBody>
      </p:sp>
      <p:sp>
        <p:nvSpPr>
          <p:cNvPr id="8" name="S09-chip64"/>
          <p:cNvSpPr txBox="1"/>
          <p:nvPr/>
        </p:nvSpPr>
        <p:spPr>
          <a:xfrm>
            <a:off x="548640" y="31186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5"/>
          <p:cNvSpPr txBox="1"/>
          <p:nvPr/>
        </p:nvSpPr>
        <p:spPr>
          <a:xfrm>
            <a:off x="1344168" y="299957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</a:t>
            </a:r>
            <a:endParaRPr lang="ko-KR" sz="2800" dirty="0"/>
          </a:p>
        </p:txBody>
      </p:sp>
      <p:sp>
        <p:nvSpPr>
          <p:cNvPr id="10" name="S09-chip66"/>
          <p:cNvSpPr txBox="1"/>
          <p:nvPr/>
        </p:nvSpPr>
        <p:spPr>
          <a:xfrm>
            <a:off x="548640" y="410650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7"/>
          <p:cNvSpPr txBox="1"/>
          <p:nvPr/>
        </p:nvSpPr>
        <p:spPr>
          <a:xfrm>
            <a:off x="1344168" y="398746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운동이나 놀이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이유를 찾아요</a:t>
            </a:r>
            <a:endParaRPr lang="ko-KR" sz="4000" dirty="0"/>
          </a:p>
        </p:txBody>
      </p:sp>
      <p:sp>
        <p:nvSpPr>
          <p:cNvPr id="3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①~③의 이유는? ④를 because로 이어 말해요.</a:t>
            </a:r>
            <a:endParaRPr lang="ko-KR" sz="2800" dirty="0"/>
          </a:p>
        </p:txBody>
      </p:sp>
      <p:sp>
        <p:nvSpPr>
          <p:cNvPr id="5" name="S10-passagebox7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Favorite Things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like spring because it's warm.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like chicken because it's delicious.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like badminton because it's fun.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like my bike, too. I can ride it to the park.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빈칸을 채우고, ③은 고치고, ④는 말하고 써요.</a:t>
            </a:r>
            <a:endParaRPr lang="ko-KR" sz="2800" dirty="0"/>
          </a:p>
        </p:txBody>
      </p:sp>
      <p:sp>
        <p:nvSpPr>
          <p:cNvPr id="4" name="S11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ice cream ______ it's delicious.</a:t>
            </a:r>
            <a:endParaRPr lang="ko-KR" sz="2800" dirty="0"/>
          </a:p>
        </p:txBody>
      </p:sp>
      <p:sp>
        <p:nvSpPr>
          <p:cNvPr id="6" name="S11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______ swim.</a:t>
            </a:r>
            <a:endParaRPr lang="ko-KR" sz="2800" dirty="0"/>
          </a:p>
        </p:txBody>
      </p:sp>
      <p:sp>
        <p:nvSpPr>
          <p:cNvPr id="8" name="S11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fun.</a:t>
            </a:r>
            <a:endParaRPr lang="ko-KR" sz="2800" dirty="0"/>
          </a:p>
        </p:txBody>
      </p:sp>
      <p:sp>
        <p:nvSpPr>
          <p:cNvPr id="10" name="S11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것과 이유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뒤에는 it's ~나 I can ~! 이유는 좋아하는 것과 어울리게.</a:t>
            </a:r>
            <a:endParaRPr lang="ko-KR" sz="28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4"/>
          <p:cNvSpPr txBox="1"/>
          <p:nvPr/>
        </p:nvSpPr>
        <p:spPr>
          <a:xfrm>
            <a:off x="548640" y="2057400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 ② can</a:t>
            </a:r>
            <a:endParaRPr lang="ko-KR" sz="2800" dirty="0"/>
          </a:p>
        </p:txBody>
      </p:sp>
      <p:sp>
        <p:nvSpPr>
          <p:cNvPr id="7" name="S12-text85"/>
          <p:cNvSpPr txBox="1"/>
          <p:nvPr/>
        </p:nvSpPr>
        <p:spPr>
          <a:xfrm>
            <a:off x="548640" y="301481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~ because it's fun.</a:t>
            </a:r>
            <a:endParaRPr lang="ko-KR" sz="28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97222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이유가 어울리면 ○</a:t>
            </a:r>
            <a:endParaRPr lang="ko-KR" sz="2800" dirty="0"/>
          </a:p>
        </p:txBody>
      </p:sp>
      <p:sp>
        <p:nvSpPr>
          <p:cNvPr id="9" name="S12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2-text88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delicious.</a:t>
            </a:r>
            <a:endParaRPr lang="ko-KR" sz="2800" dirty="0"/>
          </a:p>
        </p:txBody>
      </p:sp>
      <p:sp>
        <p:nvSpPr>
          <p:cNvPr id="11" name="S12-text89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winter … I can swim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이유가 알맞은 문장은?</a:t>
            </a:r>
            <a:endParaRPr lang="ko-KR" sz="4000" dirty="0"/>
          </a:p>
        </p:txBody>
      </p:sp>
      <p:sp>
        <p:nvSpPr>
          <p:cNvPr id="3" name="S13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바르고 이유도 알맞은 문장은? 나머지는 왜 어색한가요?</a:t>
            </a:r>
            <a:endParaRPr lang="ko-KR" sz="2800" dirty="0"/>
          </a:p>
        </p:txBody>
      </p:sp>
      <p:sp>
        <p:nvSpPr>
          <p:cNvPr id="5" name="S13-chip9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93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94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I can swim.</a:t>
            </a:r>
            <a:endParaRPr lang="ko-KR" sz="2800" dirty="0"/>
          </a:p>
        </p:txBody>
      </p:sp>
      <p:sp>
        <p:nvSpPr>
          <p:cNvPr id="8" name="S13-chip9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96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7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2800" dirty="0"/>
          </a:p>
        </p:txBody>
      </p:sp>
      <p:sp>
        <p:nvSpPr>
          <p:cNvPr id="11" name="S13-chip9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99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00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can make a snowman.</a:t>
            </a:r>
            <a:endParaRPr lang="ko-KR" sz="2800" dirty="0"/>
          </a:p>
        </p:txBody>
      </p:sp>
      <p:sp>
        <p:nvSpPr>
          <p:cNvPr id="14" name="S13-chip10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102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03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delicious.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 because ~.로 좋아하는 것과 이유를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뒤에는 it's ~나 I can ~으로 이유를 말해요.</a:t>
            </a:r>
            <a:endParaRPr lang="ko-KR" sz="2800" dirty="0"/>
          </a:p>
        </p:txBody>
      </p:sp>
      <p:sp>
        <p:nvSpPr>
          <p:cNvPr id="5" name="S14-chip10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because it's fun.</a:t>
            </a:r>
            <a:endParaRPr lang="ko-KR" sz="2200" dirty="0"/>
          </a:p>
        </p:txBody>
      </p:sp>
      <p:sp>
        <p:nvSpPr>
          <p:cNvPr id="6" name="S14-chip10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because fun.</a:t>
            </a:r>
            <a:endParaRPr lang="ko-KR" sz="2200" dirty="0"/>
          </a:p>
        </p:txBody>
      </p:sp>
      <p:sp>
        <p:nvSpPr>
          <p:cNvPr id="7" name="S14-text10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because의 뜻은?</a:t>
            </a:r>
            <a:endParaRPr lang="ko-KR" sz="2200" dirty="0"/>
          </a:p>
        </p:txBody>
      </p:sp>
      <p:sp>
        <p:nvSpPr>
          <p:cNvPr id="9" name="S14-text11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like spring because ___ warm.</a:t>
            </a:r>
            <a:endParaRPr lang="ko-KR" sz="2200" dirty="0"/>
          </a:p>
        </p:txBody>
      </p:sp>
      <p:sp>
        <p:nvSpPr>
          <p:cNvPr id="10" name="S14-text11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좋아하는 계절과 이유 말하기</a:t>
            </a:r>
            <a:endParaRPr lang="ko-KR" sz="2200" dirty="0"/>
          </a:p>
        </p:txBody>
      </p:sp>
      <p:sp>
        <p:nvSpPr>
          <p:cNvPr id="11" name="S14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 묻고 안내하기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표현 다시</a:t>
            </a:r>
            <a:endParaRPr lang="ko-KR" sz="4000" dirty="0"/>
          </a:p>
        </p:txBody>
      </p:sp>
      <p:sp>
        <p:nvSpPr>
          <p:cNvPr id="3" name="S15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과거형으로 말해요.</a:t>
            </a:r>
            <a:endParaRPr lang="ko-KR" sz="2800" dirty="0"/>
          </a:p>
        </p:txBody>
      </p:sp>
      <p:sp>
        <p:nvSpPr>
          <p:cNvPr id="5" name="S15-word115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피자를 좋아해요.</a:t>
            </a:r>
            <a:endParaRPr lang="ko-KR" sz="3200" dirty="0"/>
          </a:p>
        </p:txBody>
      </p:sp>
      <p:sp>
        <p:nvSpPr>
          <p:cNvPr id="6" name="S15-word116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→ ate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 → 먹었다</a:t>
            </a:r>
            <a:endParaRPr lang="ko-KR" sz="3200" dirty="0"/>
          </a:p>
        </p:txBody>
      </p:sp>
      <p:sp>
        <p:nvSpPr>
          <p:cNvPr id="7" name="S15-word117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→ went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가다 → 갔다</a:t>
            </a:r>
            <a:endParaRPr lang="ko-KR" sz="3200" dirty="0"/>
          </a:p>
        </p:txBody>
      </p:sp>
      <p:sp>
        <p:nvSpPr>
          <p:cNvPr id="8" name="S15-word118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→ played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놀다 → 놀았다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좋아하는 것과 이유</dc:title>
  <dc:subject>KR22-G05-ENG-BECAUSE-L01</dc:subject>
  <dc:creator>education-ppt</dc:creator>
  <cp:lastModifiedBy>education-ppt</cp:lastModifiedBy>
  <cp:revision>1</cp:revision>
  <dcterms:created xsi:type="dcterms:W3CDTF">2026-10-26T09:07:55Z</dcterms:created>
  <dcterms:modified xsi:type="dcterms:W3CDTF">2026-10-26T09:07:55Z</dcterms:modified>
</cp:coreProperties>
</file>