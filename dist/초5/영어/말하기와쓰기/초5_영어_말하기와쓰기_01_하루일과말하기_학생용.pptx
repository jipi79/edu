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41f8a27-2e31-3ce2-ec89-50dd04379b33}">
          <p14:sldIdLst>
            <p14:sldId id="256"/>
            <p14:sldId id="257"/>
          </p14:sldIdLst>
        </p14:section>
        <p14:section name="개념" id="{3ae69186-3bd5-52a2-1d83-61717e0ff473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0c5d8ec2-dfb3-2d16-31f3-bd73ce8553fe}">
          <p14:sldIdLst>
            <p14:sldId id="262"/>
            <p14:sldId id="263"/>
            <p14:sldId id="265"/>
          </p14:sldIdLst>
        </p14:section>
        <p14:section name="개념" id="{98732920-40a7-039d-aa1e-30a7fe4dd84f}">
          <p14:sldIdLst/>
        </p14:section>
        <p14:section name="연습" id="{9484e199-32d1-c3ab-cc70-85aa041c74d8}">
          <p14:sldIdLst/>
        </p14:section>
        <p14:section name="확인" id="{a373cad8-ac24-6984-81d1-f5d88ab3ead4}">
          <p14:sldIdLst>
            <p14:sldId id="266"/>
            <p14:sldId id="267"/>
          </p14:sldIdLst>
        </p14:section>
        <p14:section name="정리" id="{afc86c39-2130-7e3d-7cdb-fb3a7213a3e5}">
          <p14:sldIdLst>
            <p14:sldId id="268"/>
          </p14:sldIdLst>
        </p14:section>
        <p14:section name="보충" id="{8cae9619-ced5-c0da-6a8e-0da48dd66dc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말하기와쓰기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하루 일과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하루 일과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하루 일과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일과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몇 시에 일어나요?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figure1" descr="시계: 7시"/>
          <p:cNvSpPr/>
          <p:nvPr/>
        </p:nvSpPr>
        <p:spPr>
          <a:xfrm>
            <a:off x="8275320" y="731520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768096"/>
            <a:ext cx="0" cy="15087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79299" y="775409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10229" y="79726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38273" y="833437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62029" y="883515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38994" y="946955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391317" y="1023063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494336" y="1111004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588071" y="1209815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671495" y="1318413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672422" y="1435608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03874" y="1560117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851380" y="1690575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885689" y="1825553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06426" y="1963572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831068" y="2103120"/>
            <a:ext cx="1508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06426" y="2235499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885689" y="2366429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851380" y="2494473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03874" y="2618229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672422" y="2695194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671495" y="2847517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588071" y="2950536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494336" y="3044271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391317" y="3127695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38994" y="3128622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62029" y="3260074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38273" y="3307580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10229" y="334188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79299" y="3362626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287268"/>
            <a:ext cx="0" cy="15087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507372" y="3362626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69353" y="334188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34375" y="3307580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103917" y="3260074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79408" y="3128622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62213" y="3127695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753615" y="3044271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654804" y="2950536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566863" y="2847517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90755" y="2695194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427315" y="2618229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377237" y="2494473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341069" y="2366429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319209" y="2235499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311896" y="2103120"/>
            <a:ext cx="1508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319209" y="1963572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341069" y="1825553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377237" y="1690575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427315" y="1560117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90755" y="1435608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566863" y="1318413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654804" y="1209815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753615" y="1111004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62213" y="1023063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79408" y="946955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103917" y="883515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34375" y="833437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69353" y="79726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507372" y="775409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14382" y="9818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10994" y="13784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456164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10994" y="24620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14382" y="28586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038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1" name="S01-label68"/>
          <p:cNvSpPr txBox="1"/>
          <p:nvPr/>
        </p:nvSpPr>
        <p:spPr>
          <a:xfrm>
            <a:off x="8830818" y="28586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2" name="S01-label69"/>
          <p:cNvSpPr txBox="1"/>
          <p:nvPr/>
        </p:nvSpPr>
        <p:spPr>
          <a:xfrm>
            <a:off x="8434206" y="24620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89036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4" name="S01-label71"/>
          <p:cNvSpPr txBox="1"/>
          <p:nvPr/>
        </p:nvSpPr>
        <p:spPr>
          <a:xfrm>
            <a:off x="8434206" y="13784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5" name="S01-label72"/>
          <p:cNvSpPr txBox="1"/>
          <p:nvPr/>
        </p:nvSpPr>
        <p:spPr>
          <a:xfrm>
            <a:off x="8830818" y="9818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8366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7" name="S01-line74"/>
          <p:cNvSpPr/>
          <p:nvPr/>
        </p:nvSpPr>
        <p:spPr>
          <a:xfrm flipH="1">
            <a:off x="9345168" y="2103120"/>
            <a:ext cx="301752" cy="52265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225296"/>
            <a:ext cx="0" cy="8778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시계를 보고 일과를 시각과 함께 영어로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하루 일과를 영어 문장으로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시일까요?</a:t>
            </a:r>
            <a:endParaRPr lang="ko-KR" sz="4000" dirty="0"/>
          </a:p>
        </p:txBody>
      </p:sp>
      <p:sp>
        <p:nvSpPr>
          <p:cNvPr id="3" name="S02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보고 몇 시인지 영어로 말해요.</a:t>
            </a:r>
            <a:endParaRPr lang="ko-KR" sz="2800" dirty="0"/>
          </a:p>
        </p:txBody>
      </p:sp>
      <p:sp>
        <p:nvSpPr>
          <p:cNvPr id="4" name="S02-chip80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figure81" descr="시계: 7시"/>
          <p:cNvSpPr/>
          <p:nvPr/>
        </p:nvSpPr>
        <p:spPr>
          <a:xfrm>
            <a:off x="3081528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2-line82"/>
          <p:cNvSpPr/>
          <p:nvPr/>
        </p:nvSpPr>
        <p:spPr>
          <a:xfrm>
            <a:off x="4087368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line83"/>
          <p:cNvSpPr/>
          <p:nvPr/>
        </p:nvSpPr>
        <p:spPr>
          <a:xfrm flipH="1">
            <a:off x="4183427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84"/>
          <p:cNvSpPr/>
          <p:nvPr/>
        </p:nvSpPr>
        <p:spPr>
          <a:xfrm flipH="1">
            <a:off x="4278433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85"/>
          <p:cNvSpPr/>
          <p:nvPr/>
        </p:nvSpPr>
        <p:spPr>
          <a:xfrm flipH="1">
            <a:off x="437134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86"/>
          <p:cNvSpPr/>
          <p:nvPr/>
        </p:nvSpPr>
        <p:spPr>
          <a:xfrm flipH="1">
            <a:off x="4461148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2-line87"/>
          <p:cNvSpPr/>
          <p:nvPr/>
        </p:nvSpPr>
        <p:spPr>
          <a:xfrm flipH="1">
            <a:off x="4516679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2-line88"/>
          <p:cNvSpPr/>
          <p:nvPr/>
        </p:nvSpPr>
        <p:spPr>
          <a:xfrm flipH="1">
            <a:off x="462752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89"/>
          <p:cNvSpPr/>
          <p:nvPr/>
        </p:nvSpPr>
        <p:spPr>
          <a:xfrm flipH="1">
            <a:off x="4702280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90"/>
          <p:cNvSpPr/>
          <p:nvPr/>
        </p:nvSpPr>
        <p:spPr>
          <a:xfrm flipH="1">
            <a:off x="4770297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91"/>
          <p:cNvSpPr/>
          <p:nvPr/>
        </p:nvSpPr>
        <p:spPr>
          <a:xfrm flipH="1">
            <a:off x="4830832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line92"/>
          <p:cNvSpPr/>
          <p:nvPr/>
        </p:nvSpPr>
        <p:spPr>
          <a:xfrm flipH="1">
            <a:off x="4830956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2-line93"/>
          <p:cNvSpPr/>
          <p:nvPr/>
        </p:nvSpPr>
        <p:spPr>
          <a:xfrm flipH="1">
            <a:off x="492689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94"/>
          <p:cNvSpPr/>
          <p:nvPr/>
        </p:nvSpPr>
        <p:spPr>
          <a:xfrm flipH="1">
            <a:off x="4961362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95"/>
          <p:cNvSpPr/>
          <p:nvPr/>
        </p:nvSpPr>
        <p:spPr>
          <a:xfrm flipH="1">
            <a:off x="4986258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96"/>
          <p:cNvSpPr/>
          <p:nvPr/>
        </p:nvSpPr>
        <p:spPr>
          <a:xfrm flipH="1">
            <a:off x="5001306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line97"/>
          <p:cNvSpPr/>
          <p:nvPr/>
        </p:nvSpPr>
        <p:spPr>
          <a:xfrm flipH="1">
            <a:off x="4945990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2-line98"/>
          <p:cNvSpPr/>
          <p:nvPr/>
        </p:nvSpPr>
        <p:spPr>
          <a:xfrm flipH="1" flipV="1">
            <a:off x="5001306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99"/>
          <p:cNvSpPr/>
          <p:nvPr/>
        </p:nvSpPr>
        <p:spPr>
          <a:xfrm flipH="1" flipV="1">
            <a:off x="4986258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100"/>
          <p:cNvSpPr/>
          <p:nvPr/>
        </p:nvSpPr>
        <p:spPr>
          <a:xfrm flipH="1" flipV="1">
            <a:off x="4961362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101"/>
          <p:cNvSpPr/>
          <p:nvPr/>
        </p:nvSpPr>
        <p:spPr>
          <a:xfrm flipH="1" flipV="1">
            <a:off x="492689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line102"/>
          <p:cNvSpPr/>
          <p:nvPr/>
        </p:nvSpPr>
        <p:spPr>
          <a:xfrm flipH="1" flipV="1">
            <a:off x="4830956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line103"/>
          <p:cNvSpPr/>
          <p:nvPr/>
        </p:nvSpPr>
        <p:spPr>
          <a:xfrm flipH="1" flipV="1">
            <a:off x="4830832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104"/>
          <p:cNvSpPr/>
          <p:nvPr/>
        </p:nvSpPr>
        <p:spPr>
          <a:xfrm flipH="1" flipV="1">
            <a:off x="4770297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105"/>
          <p:cNvSpPr/>
          <p:nvPr/>
        </p:nvSpPr>
        <p:spPr>
          <a:xfrm flipH="1" flipV="1">
            <a:off x="4702280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106"/>
          <p:cNvSpPr/>
          <p:nvPr/>
        </p:nvSpPr>
        <p:spPr>
          <a:xfrm flipH="1" flipV="1">
            <a:off x="462752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line107"/>
          <p:cNvSpPr/>
          <p:nvPr/>
        </p:nvSpPr>
        <p:spPr>
          <a:xfrm flipH="1" flipV="1">
            <a:off x="4516679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2-line108"/>
          <p:cNvSpPr/>
          <p:nvPr/>
        </p:nvSpPr>
        <p:spPr>
          <a:xfrm flipH="1" flipV="1">
            <a:off x="4461148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109"/>
          <p:cNvSpPr/>
          <p:nvPr/>
        </p:nvSpPr>
        <p:spPr>
          <a:xfrm flipH="1" flipV="1">
            <a:off x="437134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110"/>
          <p:cNvSpPr/>
          <p:nvPr/>
        </p:nvSpPr>
        <p:spPr>
          <a:xfrm flipH="1" flipV="1">
            <a:off x="4278433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111"/>
          <p:cNvSpPr/>
          <p:nvPr/>
        </p:nvSpPr>
        <p:spPr>
          <a:xfrm flipH="1" flipV="1">
            <a:off x="4183427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line112"/>
          <p:cNvSpPr/>
          <p:nvPr/>
        </p:nvSpPr>
        <p:spPr>
          <a:xfrm flipV="1">
            <a:off x="4087368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2-line113"/>
          <p:cNvSpPr/>
          <p:nvPr/>
        </p:nvSpPr>
        <p:spPr>
          <a:xfrm flipV="1">
            <a:off x="3986052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114"/>
          <p:cNvSpPr/>
          <p:nvPr/>
        </p:nvSpPr>
        <p:spPr>
          <a:xfrm flipV="1">
            <a:off x="3885847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115"/>
          <p:cNvSpPr/>
          <p:nvPr/>
        </p:nvSpPr>
        <p:spPr>
          <a:xfrm flipV="1">
            <a:off x="3787849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116"/>
          <p:cNvSpPr/>
          <p:nvPr/>
        </p:nvSpPr>
        <p:spPr>
          <a:xfrm flipV="1">
            <a:off x="3693133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line117"/>
          <p:cNvSpPr/>
          <p:nvPr/>
        </p:nvSpPr>
        <p:spPr>
          <a:xfrm flipV="1">
            <a:off x="360273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2-line118"/>
          <p:cNvSpPr/>
          <p:nvPr/>
        </p:nvSpPr>
        <p:spPr>
          <a:xfrm flipV="1">
            <a:off x="3517649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119"/>
          <p:cNvSpPr/>
          <p:nvPr/>
        </p:nvSpPr>
        <p:spPr>
          <a:xfrm flipV="1">
            <a:off x="3438804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120"/>
          <p:cNvSpPr/>
          <p:nvPr/>
        </p:nvSpPr>
        <p:spPr>
          <a:xfrm flipV="1">
            <a:off x="336706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121"/>
          <p:cNvSpPr/>
          <p:nvPr/>
        </p:nvSpPr>
        <p:spPr>
          <a:xfrm flipV="1">
            <a:off x="3303217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line122"/>
          <p:cNvSpPr/>
          <p:nvPr/>
        </p:nvSpPr>
        <p:spPr>
          <a:xfrm flipV="1">
            <a:off x="3247961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2-line123"/>
          <p:cNvSpPr/>
          <p:nvPr/>
        </p:nvSpPr>
        <p:spPr>
          <a:xfrm flipV="1">
            <a:off x="320190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124"/>
          <p:cNvSpPr/>
          <p:nvPr/>
        </p:nvSpPr>
        <p:spPr>
          <a:xfrm flipV="1">
            <a:off x="316554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125"/>
          <p:cNvSpPr/>
          <p:nvPr/>
        </p:nvSpPr>
        <p:spPr>
          <a:xfrm flipV="1">
            <a:off x="313928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126"/>
          <p:cNvSpPr/>
          <p:nvPr/>
        </p:nvSpPr>
        <p:spPr>
          <a:xfrm flipV="1">
            <a:off x="3123414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line127"/>
          <p:cNvSpPr/>
          <p:nvPr/>
        </p:nvSpPr>
        <p:spPr>
          <a:xfrm>
            <a:off x="3118104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2-line128"/>
          <p:cNvSpPr/>
          <p:nvPr/>
        </p:nvSpPr>
        <p:spPr>
          <a:xfrm>
            <a:off x="3123414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129"/>
          <p:cNvSpPr/>
          <p:nvPr/>
        </p:nvSpPr>
        <p:spPr>
          <a:xfrm>
            <a:off x="313928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130"/>
          <p:cNvSpPr/>
          <p:nvPr/>
        </p:nvSpPr>
        <p:spPr>
          <a:xfrm>
            <a:off x="316554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131"/>
          <p:cNvSpPr/>
          <p:nvPr/>
        </p:nvSpPr>
        <p:spPr>
          <a:xfrm>
            <a:off x="320190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line132"/>
          <p:cNvSpPr/>
          <p:nvPr/>
        </p:nvSpPr>
        <p:spPr>
          <a:xfrm>
            <a:off x="3247961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2-line133"/>
          <p:cNvSpPr/>
          <p:nvPr/>
        </p:nvSpPr>
        <p:spPr>
          <a:xfrm>
            <a:off x="3303217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134"/>
          <p:cNvSpPr/>
          <p:nvPr/>
        </p:nvSpPr>
        <p:spPr>
          <a:xfrm>
            <a:off x="336706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135"/>
          <p:cNvSpPr/>
          <p:nvPr/>
        </p:nvSpPr>
        <p:spPr>
          <a:xfrm>
            <a:off x="3438804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136"/>
          <p:cNvSpPr/>
          <p:nvPr/>
        </p:nvSpPr>
        <p:spPr>
          <a:xfrm>
            <a:off x="3517649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2-line137"/>
          <p:cNvSpPr/>
          <p:nvPr/>
        </p:nvSpPr>
        <p:spPr>
          <a:xfrm>
            <a:off x="360273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2-line138"/>
          <p:cNvSpPr/>
          <p:nvPr/>
        </p:nvSpPr>
        <p:spPr>
          <a:xfrm>
            <a:off x="3693133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139"/>
          <p:cNvSpPr/>
          <p:nvPr/>
        </p:nvSpPr>
        <p:spPr>
          <a:xfrm>
            <a:off x="3787849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140"/>
          <p:cNvSpPr/>
          <p:nvPr/>
        </p:nvSpPr>
        <p:spPr>
          <a:xfrm>
            <a:off x="3885847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ine141"/>
          <p:cNvSpPr/>
          <p:nvPr/>
        </p:nvSpPr>
        <p:spPr>
          <a:xfrm>
            <a:off x="3986052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label142"/>
          <p:cNvSpPr txBox="1"/>
          <p:nvPr/>
        </p:nvSpPr>
        <p:spPr>
          <a:xfrm>
            <a:off x="4210355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7" name="S02-label143"/>
          <p:cNvSpPr txBox="1"/>
          <p:nvPr/>
        </p:nvSpPr>
        <p:spPr>
          <a:xfrm>
            <a:off x="4501204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8" name="S02-label144"/>
          <p:cNvSpPr txBox="1"/>
          <p:nvPr/>
        </p:nvSpPr>
        <p:spPr>
          <a:xfrm>
            <a:off x="460766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69" name="S02-label145"/>
          <p:cNvSpPr txBox="1"/>
          <p:nvPr/>
        </p:nvSpPr>
        <p:spPr>
          <a:xfrm>
            <a:off x="4501204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0" name="S02-label146"/>
          <p:cNvSpPr txBox="1"/>
          <p:nvPr/>
        </p:nvSpPr>
        <p:spPr>
          <a:xfrm>
            <a:off x="4210355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1" name="S02-label147"/>
          <p:cNvSpPr txBox="1"/>
          <p:nvPr/>
        </p:nvSpPr>
        <p:spPr>
          <a:xfrm>
            <a:off x="3813048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2" name="S02-label148"/>
          <p:cNvSpPr txBox="1"/>
          <p:nvPr/>
        </p:nvSpPr>
        <p:spPr>
          <a:xfrm>
            <a:off x="3415741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3" name="S02-label149"/>
          <p:cNvSpPr txBox="1"/>
          <p:nvPr/>
        </p:nvSpPr>
        <p:spPr>
          <a:xfrm>
            <a:off x="3124892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4" name="S02-label150"/>
          <p:cNvSpPr txBox="1"/>
          <p:nvPr/>
        </p:nvSpPr>
        <p:spPr>
          <a:xfrm>
            <a:off x="301843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5" name="S02-label151"/>
          <p:cNvSpPr txBox="1"/>
          <p:nvPr/>
        </p:nvSpPr>
        <p:spPr>
          <a:xfrm>
            <a:off x="3124892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6" name="S02-label152"/>
          <p:cNvSpPr txBox="1"/>
          <p:nvPr/>
        </p:nvSpPr>
        <p:spPr>
          <a:xfrm>
            <a:off x="3415741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7" name="S02-label153"/>
          <p:cNvSpPr txBox="1"/>
          <p:nvPr/>
        </p:nvSpPr>
        <p:spPr>
          <a:xfrm>
            <a:off x="3813048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8" name="S02-line154"/>
          <p:cNvSpPr/>
          <p:nvPr/>
        </p:nvSpPr>
        <p:spPr>
          <a:xfrm flipH="1">
            <a:off x="3866083" y="3017520"/>
            <a:ext cx="221285" cy="38327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2-line155"/>
          <p:cNvSpPr/>
          <p:nvPr/>
        </p:nvSpPr>
        <p:spPr>
          <a:xfrm flipV="1">
            <a:off x="4087368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2-pin156"/>
          <p:cNvSpPr/>
          <p:nvPr/>
        </p:nvSpPr>
        <p:spPr>
          <a:xfrm>
            <a:off x="4032504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2-chip157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2" name="S02-figure158" descr="시계: 12시"/>
          <p:cNvSpPr/>
          <p:nvPr/>
        </p:nvSpPr>
        <p:spPr>
          <a:xfrm>
            <a:off x="3081528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2-line159"/>
          <p:cNvSpPr/>
          <p:nvPr/>
        </p:nvSpPr>
        <p:spPr>
          <a:xfrm>
            <a:off x="4087368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2-line160"/>
          <p:cNvSpPr/>
          <p:nvPr/>
        </p:nvSpPr>
        <p:spPr>
          <a:xfrm flipH="1">
            <a:off x="4183427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161"/>
          <p:cNvSpPr/>
          <p:nvPr/>
        </p:nvSpPr>
        <p:spPr>
          <a:xfrm flipH="1">
            <a:off x="4278433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162"/>
          <p:cNvSpPr/>
          <p:nvPr/>
        </p:nvSpPr>
        <p:spPr>
          <a:xfrm flipH="1">
            <a:off x="437134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163"/>
          <p:cNvSpPr/>
          <p:nvPr/>
        </p:nvSpPr>
        <p:spPr>
          <a:xfrm flipH="1">
            <a:off x="4461148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2-line164"/>
          <p:cNvSpPr/>
          <p:nvPr/>
        </p:nvSpPr>
        <p:spPr>
          <a:xfrm flipH="1">
            <a:off x="4516679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2-line165"/>
          <p:cNvSpPr/>
          <p:nvPr/>
        </p:nvSpPr>
        <p:spPr>
          <a:xfrm flipH="1">
            <a:off x="462752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166"/>
          <p:cNvSpPr/>
          <p:nvPr/>
        </p:nvSpPr>
        <p:spPr>
          <a:xfrm flipH="1">
            <a:off x="4702280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167"/>
          <p:cNvSpPr/>
          <p:nvPr/>
        </p:nvSpPr>
        <p:spPr>
          <a:xfrm flipH="1">
            <a:off x="4770297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168"/>
          <p:cNvSpPr/>
          <p:nvPr/>
        </p:nvSpPr>
        <p:spPr>
          <a:xfrm flipH="1">
            <a:off x="4830832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2-line169"/>
          <p:cNvSpPr/>
          <p:nvPr/>
        </p:nvSpPr>
        <p:spPr>
          <a:xfrm flipH="1">
            <a:off x="4830956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2-line170"/>
          <p:cNvSpPr/>
          <p:nvPr/>
        </p:nvSpPr>
        <p:spPr>
          <a:xfrm flipH="1">
            <a:off x="492689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171"/>
          <p:cNvSpPr/>
          <p:nvPr/>
        </p:nvSpPr>
        <p:spPr>
          <a:xfrm flipH="1">
            <a:off x="4961362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172"/>
          <p:cNvSpPr/>
          <p:nvPr/>
        </p:nvSpPr>
        <p:spPr>
          <a:xfrm flipH="1">
            <a:off x="4986258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173"/>
          <p:cNvSpPr/>
          <p:nvPr/>
        </p:nvSpPr>
        <p:spPr>
          <a:xfrm flipH="1">
            <a:off x="5001306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2-line174"/>
          <p:cNvSpPr/>
          <p:nvPr/>
        </p:nvSpPr>
        <p:spPr>
          <a:xfrm flipH="1">
            <a:off x="4945990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2-line175"/>
          <p:cNvSpPr/>
          <p:nvPr/>
        </p:nvSpPr>
        <p:spPr>
          <a:xfrm flipH="1" flipV="1">
            <a:off x="5001306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76"/>
          <p:cNvSpPr/>
          <p:nvPr/>
        </p:nvSpPr>
        <p:spPr>
          <a:xfrm flipH="1" flipV="1">
            <a:off x="4986258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2-line177"/>
          <p:cNvSpPr/>
          <p:nvPr/>
        </p:nvSpPr>
        <p:spPr>
          <a:xfrm flipH="1" flipV="1">
            <a:off x="4961362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78"/>
          <p:cNvSpPr/>
          <p:nvPr/>
        </p:nvSpPr>
        <p:spPr>
          <a:xfrm flipH="1" flipV="1">
            <a:off x="492689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2-line179"/>
          <p:cNvSpPr/>
          <p:nvPr/>
        </p:nvSpPr>
        <p:spPr>
          <a:xfrm flipH="1" flipV="1">
            <a:off x="4830956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2-line180"/>
          <p:cNvSpPr/>
          <p:nvPr/>
        </p:nvSpPr>
        <p:spPr>
          <a:xfrm flipH="1" flipV="1">
            <a:off x="4830832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81"/>
          <p:cNvSpPr/>
          <p:nvPr/>
        </p:nvSpPr>
        <p:spPr>
          <a:xfrm flipH="1" flipV="1">
            <a:off x="4770297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2-line182"/>
          <p:cNvSpPr/>
          <p:nvPr/>
        </p:nvSpPr>
        <p:spPr>
          <a:xfrm flipH="1" flipV="1">
            <a:off x="4702280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83"/>
          <p:cNvSpPr/>
          <p:nvPr/>
        </p:nvSpPr>
        <p:spPr>
          <a:xfrm flipH="1" flipV="1">
            <a:off x="462752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2-line184"/>
          <p:cNvSpPr/>
          <p:nvPr/>
        </p:nvSpPr>
        <p:spPr>
          <a:xfrm flipH="1" flipV="1">
            <a:off x="4516679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2-line185"/>
          <p:cNvSpPr/>
          <p:nvPr/>
        </p:nvSpPr>
        <p:spPr>
          <a:xfrm flipH="1" flipV="1">
            <a:off x="4461148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86"/>
          <p:cNvSpPr/>
          <p:nvPr/>
        </p:nvSpPr>
        <p:spPr>
          <a:xfrm flipH="1" flipV="1">
            <a:off x="437134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2-line187"/>
          <p:cNvSpPr/>
          <p:nvPr/>
        </p:nvSpPr>
        <p:spPr>
          <a:xfrm flipH="1" flipV="1">
            <a:off x="4278433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88"/>
          <p:cNvSpPr/>
          <p:nvPr/>
        </p:nvSpPr>
        <p:spPr>
          <a:xfrm flipH="1" flipV="1">
            <a:off x="4183427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2-line189"/>
          <p:cNvSpPr/>
          <p:nvPr/>
        </p:nvSpPr>
        <p:spPr>
          <a:xfrm flipV="1">
            <a:off x="4087368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2-line190"/>
          <p:cNvSpPr/>
          <p:nvPr/>
        </p:nvSpPr>
        <p:spPr>
          <a:xfrm flipV="1">
            <a:off x="3986052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91"/>
          <p:cNvSpPr/>
          <p:nvPr/>
        </p:nvSpPr>
        <p:spPr>
          <a:xfrm flipV="1">
            <a:off x="3885847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2-line192"/>
          <p:cNvSpPr/>
          <p:nvPr/>
        </p:nvSpPr>
        <p:spPr>
          <a:xfrm flipV="1">
            <a:off x="3787849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93"/>
          <p:cNvSpPr/>
          <p:nvPr/>
        </p:nvSpPr>
        <p:spPr>
          <a:xfrm flipV="1">
            <a:off x="3693133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2-line194"/>
          <p:cNvSpPr/>
          <p:nvPr/>
        </p:nvSpPr>
        <p:spPr>
          <a:xfrm flipV="1">
            <a:off x="360273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2-line195"/>
          <p:cNvSpPr/>
          <p:nvPr/>
        </p:nvSpPr>
        <p:spPr>
          <a:xfrm flipV="1">
            <a:off x="3517649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96"/>
          <p:cNvSpPr/>
          <p:nvPr/>
        </p:nvSpPr>
        <p:spPr>
          <a:xfrm flipV="1">
            <a:off x="3438804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2-line197"/>
          <p:cNvSpPr/>
          <p:nvPr/>
        </p:nvSpPr>
        <p:spPr>
          <a:xfrm flipV="1">
            <a:off x="336706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98"/>
          <p:cNvSpPr/>
          <p:nvPr/>
        </p:nvSpPr>
        <p:spPr>
          <a:xfrm flipV="1">
            <a:off x="3303217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2-line199"/>
          <p:cNvSpPr/>
          <p:nvPr/>
        </p:nvSpPr>
        <p:spPr>
          <a:xfrm flipV="1">
            <a:off x="3247961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2-line200"/>
          <p:cNvSpPr/>
          <p:nvPr/>
        </p:nvSpPr>
        <p:spPr>
          <a:xfrm flipV="1">
            <a:off x="320190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201"/>
          <p:cNvSpPr/>
          <p:nvPr/>
        </p:nvSpPr>
        <p:spPr>
          <a:xfrm flipV="1">
            <a:off x="31655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2-line202"/>
          <p:cNvSpPr/>
          <p:nvPr/>
        </p:nvSpPr>
        <p:spPr>
          <a:xfrm flipV="1">
            <a:off x="313928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203"/>
          <p:cNvSpPr/>
          <p:nvPr/>
        </p:nvSpPr>
        <p:spPr>
          <a:xfrm flipV="1">
            <a:off x="3123414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2-line204"/>
          <p:cNvSpPr/>
          <p:nvPr/>
        </p:nvSpPr>
        <p:spPr>
          <a:xfrm>
            <a:off x="3118104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2-line205"/>
          <p:cNvSpPr/>
          <p:nvPr/>
        </p:nvSpPr>
        <p:spPr>
          <a:xfrm>
            <a:off x="3123414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206"/>
          <p:cNvSpPr/>
          <p:nvPr/>
        </p:nvSpPr>
        <p:spPr>
          <a:xfrm>
            <a:off x="313928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2-line207"/>
          <p:cNvSpPr/>
          <p:nvPr/>
        </p:nvSpPr>
        <p:spPr>
          <a:xfrm>
            <a:off x="31655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208"/>
          <p:cNvSpPr/>
          <p:nvPr/>
        </p:nvSpPr>
        <p:spPr>
          <a:xfrm>
            <a:off x="320190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2-line209"/>
          <p:cNvSpPr/>
          <p:nvPr/>
        </p:nvSpPr>
        <p:spPr>
          <a:xfrm>
            <a:off x="3247961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2-line210"/>
          <p:cNvSpPr/>
          <p:nvPr/>
        </p:nvSpPr>
        <p:spPr>
          <a:xfrm>
            <a:off x="3303217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211"/>
          <p:cNvSpPr/>
          <p:nvPr/>
        </p:nvSpPr>
        <p:spPr>
          <a:xfrm>
            <a:off x="336706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2-line212"/>
          <p:cNvSpPr/>
          <p:nvPr/>
        </p:nvSpPr>
        <p:spPr>
          <a:xfrm>
            <a:off x="3438804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213"/>
          <p:cNvSpPr/>
          <p:nvPr/>
        </p:nvSpPr>
        <p:spPr>
          <a:xfrm>
            <a:off x="3517649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2-line214"/>
          <p:cNvSpPr/>
          <p:nvPr/>
        </p:nvSpPr>
        <p:spPr>
          <a:xfrm>
            <a:off x="360273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2-line215"/>
          <p:cNvSpPr/>
          <p:nvPr/>
        </p:nvSpPr>
        <p:spPr>
          <a:xfrm>
            <a:off x="3693133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216"/>
          <p:cNvSpPr/>
          <p:nvPr/>
        </p:nvSpPr>
        <p:spPr>
          <a:xfrm>
            <a:off x="3787849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2-line217"/>
          <p:cNvSpPr/>
          <p:nvPr/>
        </p:nvSpPr>
        <p:spPr>
          <a:xfrm>
            <a:off x="3885847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ine218"/>
          <p:cNvSpPr/>
          <p:nvPr/>
        </p:nvSpPr>
        <p:spPr>
          <a:xfrm>
            <a:off x="3986052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2-label219"/>
          <p:cNvSpPr txBox="1"/>
          <p:nvPr/>
        </p:nvSpPr>
        <p:spPr>
          <a:xfrm>
            <a:off x="4210355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4" name="S02-label220"/>
          <p:cNvSpPr txBox="1"/>
          <p:nvPr/>
        </p:nvSpPr>
        <p:spPr>
          <a:xfrm>
            <a:off x="4501204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5" name="S02-label221"/>
          <p:cNvSpPr txBox="1"/>
          <p:nvPr/>
        </p:nvSpPr>
        <p:spPr>
          <a:xfrm>
            <a:off x="4607662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6" name="S02-label222"/>
          <p:cNvSpPr txBox="1"/>
          <p:nvPr/>
        </p:nvSpPr>
        <p:spPr>
          <a:xfrm>
            <a:off x="4501204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7" name="S02-label223"/>
          <p:cNvSpPr txBox="1"/>
          <p:nvPr/>
        </p:nvSpPr>
        <p:spPr>
          <a:xfrm>
            <a:off x="4210355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48" name="S02-label224"/>
          <p:cNvSpPr txBox="1"/>
          <p:nvPr/>
        </p:nvSpPr>
        <p:spPr>
          <a:xfrm>
            <a:off x="3813048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49" name="S02-label225"/>
          <p:cNvSpPr txBox="1"/>
          <p:nvPr/>
        </p:nvSpPr>
        <p:spPr>
          <a:xfrm>
            <a:off x="3415741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0" name="S02-label226"/>
          <p:cNvSpPr txBox="1"/>
          <p:nvPr/>
        </p:nvSpPr>
        <p:spPr>
          <a:xfrm>
            <a:off x="3124892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1" name="S02-label227"/>
          <p:cNvSpPr txBox="1"/>
          <p:nvPr/>
        </p:nvSpPr>
        <p:spPr>
          <a:xfrm>
            <a:off x="3018434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2" name="S02-label228"/>
          <p:cNvSpPr txBox="1"/>
          <p:nvPr/>
        </p:nvSpPr>
        <p:spPr>
          <a:xfrm>
            <a:off x="3124892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3" name="S02-label229"/>
          <p:cNvSpPr txBox="1"/>
          <p:nvPr/>
        </p:nvSpPr>
        <p:spPr>
          <a:xfrm>
            <a:off x="3415741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4" name="S02-label230"/>
          <p:cNvSpPr txBox="1"/>
          <p:nvPr/>
        </p:nvSpPr>
        <p:spPr>
          <a:xfrm>
            <a:off x="3813048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5" name="S02-line231"/>
          <p:cNvSpPr/>
          <p:nvPr/>
        </p:nvSpPr>
        <p:spPr>
          <a:xfrm flipV="1">
            <a:off x="4087368" y="4769510"/>
            <a:ext cx="0" cy="44257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2-line232"/>
          <p:cNvSpPr/>
          <p:nvPr/>
        </p:nvSpPr>
        <p:spPr>
          <a:xfrm flipV="1">
            <a:off x="4087368" y="456834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2-pin233"/>
          <p:cNvSpPr/>
          <p:nvPr/>
        </p:nvSpPr>
        <p:spPr>
          <a:xfrm>
            <a:off x="4032504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정각과 30분</a:t>
            </a:r>
            <a:endParaRPr lang="ko-KR" sz="4000" dirty="0"/>
          </a:p>
        </p:txBody>
      </p:sp>
      <p:sp>
        <p:nvSpPr>
          <p:cNvPr id="3" name="S03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30분은 시 다음에 thirty를 붙여요.</a:t>
            </a:r>
            <a:endParaRPr lang="ko-KR" sz="2800" dirty="0"/>
          </a:p>
        </p:txBody>
      </p:sp>
      <p:sp>
        <p:nvSpPr>
          <p:cNvPr id="5" name="S03-figure236" descr="시계: 7시"/>
          <p:cNvSpPr/>
          <p:nvPr/>
        </p:nvSpPr>
        <p:spPr>
          <a:xfrm>
            <a:off x="1687068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3-line237"/>
          <p:cNvSpPr/>
          <p:nvPr/>
        </p:nvSpPr>
        <p:spPr>
          <a:xfrm>
            <a:off x="3241548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line238"/>
          <p:cNvSpPr/>
          <p:nvPr/>
        </p:nvSpPr>
        <p:spPr>
          <a:xfrm flipH="1">
            <a:off x="3392088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239"/>
          <p:cNvSpPr/>
          <p:nvPr/>
        </p:nvSpPr>
        <p:spPr>
          <a:xfrm flipH="1">
            <a:off x="354097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240"/>
          <p:cNvSpPr/>
          <p:nvPr/>
        </p:nvSpPr>
        <p:spPr>
          <a:xfrm flipH="1">
            <a:off x="3686588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241"/>
          <p:cNvSpPr/>
          <p:nvPr/>
        </p:nvSpPr>
        <p:spPr>
          <a:xfrm flipH="1">
            <a:off x="3827322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242"/>
          <p:cNvSpPr/>
          <p:nvPr/>
        </p:nvSpPr>
        <p:spPr>
          <a:xfrm flipH="1">
            <a:off x="3915004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3-line243"/>
          <p:cNvSpPr/>
          <p:nvPr/>
        </p:nvSpPr>
        <p:spPr>
          <a:xfrm flipH="1">
            <a:off x="4088065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44"/>
          <p:cNvSpPr/>
          <p:nvPr/>
        </p:nvSpPr>
        <p:spPr>
          <a:xfrm flipH="1">
            <a:off x="4205217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45"/>
          <p:cNvSpPr/>
          <p:nvPr/>
        </p:nvSpPr>
        <p:spPr>
          <a:xfrm flipH="1">
            <a:off x="4311810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46"/>
          <p:cNvSpPr/>
          <p:nvPr/>
        </p:nvSpPr>
        <p:spPr>
          <a:xfrm flipH="1">
            <a:off x="440667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47"/>
          <p:cNvSpPr/>
          <p:nvPr/>
        </p:nvSpPr>
        <p:spPr>
          <a:xfrm flipH="1">
            <a:off x="4408007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3-line248"/>
          <p:cNvSpPr/>
          <p:nvPr/>
        </p:nvSpPr>
        <p:spPr>
          <a:xfrm flipH="1">
            <a:off x="4557218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49"/>
          <p:cNvSpPr/>
          <p:nvPr/>
        </p:nvSpPr>
        <p:spPr>
          <a:xfrm flipH="1">
            <a:off x="4611241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50"/>
          <p:cNvSpPr/>
          <p:nvPr/>
        </p:nvSpPr>
        <p:spPr>
          <a:xfrm flipH="1">
            <a:off x="4650257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51"/>
          <p:cNvSpPr/>
          <p:nvPr/>
        </p:nvSpPr>
        <p:spPr>
          <a:xfrm flipH="1">
            <a:off x="467383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52"/>
          <p:cNvSpPr/>
          <p:nvPr/>
        </p:nvSpPr>
        <p:spPr>
          <a:xfrm flipH="1">
            <a:off x="4588459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3-line253"/>
          <p:cNvSpPr/>
          <p:nvPr/>
        </p:nvSpPr>
        <p:spPr>
          <a:xfrm flipH="1" flipV="1">
            <a:off x="467383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254"/>
          <p:cNvSpPr/>
          <p:nvPr/>
        </p:nvSpPr>
        <p:spPr>
          <a:xfrm flipH="1" flipV="1">
            <a:off x="4650257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255"/>
          <p:cNvSpPr/>
          <p:nvPr/>
        </p:nvSpPr>
        <p:spPr>
          <a:xfrm flipH="1" flipV="1">
            <a:off x="4611241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256"/>
          <p:cNvSpPr/>
          <p:nvPr/>
        </p:nvSpPr>
        <p:spPr>
          <a:xfrm flipH="1" flipV="1">
            <a:off x="4557218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257"/>
          <p:cNvSpPr/>
          <p:nvPr/>
        </p:nvSpPr>
        <p:spPr>
          <a:xfrm flipH="1" flipV="1">
            <a:off x="4408007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3-line258"/>
          <p:cNvSpPr/>
          <p:nvPr/>
        </p:nvSpPr>
        <p:spPr>
          <a:xfrm flipH="1" flipV="1">
            <a:off x="440667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259"/>
          <p:cNvSpPr/>
          <p:nvPr/>
        </p:nvSpPr>
        <p:spPr>
          <a:xfrm flipH="1" flipV="1">
            <a:off x="4311810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260"/>
          <p:cNvSpPr/>
          <p:nvPr/>
        </p:nvSpPr>
        <p:spPr>
          <a:xfrm flipH="1" flipV="1">
            <a:off x="4205217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261"/>
          <p:cNvSpPr/>
          <p:nvPr/>
        </p:nvSpPr>
        <p:spPr>
          <a:xfrm flipH="1" flipV="1">
            <a:off x="4088065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262"/>
          <p:cNvSpPr/>
          <p:nvPr/>
        </p:nvSpPr>
        <p:spPr>
          <a:xfrm flipH="1" flipV="1">
            <a:off x="3915004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3-line263"/>
          <p:cNvSpPr/>
          <p:nvPr/>
        </p:nvSpPr>
        <p:spPr>
          <a:xfrm flipH="1" flipV="1">
            <a:off x="3827322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264"/>
          <p:cNvSpPr/>
          <p:nvPr/>
        </p:nvSpPr>
        <p:spPr>
          <a:xfrm flipH="1" flipV="1">
            <a:off x="3686588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265"/>
          <p:cNvSpPr/>
          <p:nvPr/>
        </p:nvSpPr>
        <p:spPr>
          <a:xfrm flipH="1" flipV="1">
            <a:off x="354097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266"/>
          <p:cNvSpPr/>
          <p:nvPr/>
        </p:nvSpPr>
        <p:spPr>
          <a:xfrm flipH="1" flipV="1">
            <a:off x="3392088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267"/>
          <p:cNvSpPr/>
          <p:nvPr/>
        </p:nvSpPr>
        <p:spPr>
          <a:xfrm flipV="1">
            <a:off x="3241548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3-line268"/>
          <p:cNvSpPr/>
          <p:nvPr/>
        </p:nvSpPr>
        <p:spPr>
          <a:xfrm flipV="1">
            <a:off x="308288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269"/>
          <p:cNvSpPr/>
          <p:nvPr/>
        </p:nvSpPr>
        <p:spPr>
          <a:xfrm flipV="1">
            <a:off x="292595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270"/>
          <p:cNvSpPr/>
          <p:nvPr/>
        </p:nvSpPr>
        <p:spPr>
          <a:xfrm flipV="1">
            <a:off x="2772490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271"/>
          <p:cNvSpPr/>
          <p:nvPr/>
        </p:nvSpPr>
        <p:spPr>
          <a:xfrm flipV="1">
            <a:off x="2624161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272"/>
          <p:cNvSpPr/>
          <p:nvPr/>
        </p:nvSpPr>
        <p:spPr>
          <a:xfrm flipV="1">
            <a:off x="2482596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3-line273"/>
          <p:cNvSpPr/>
          <p:nvPr/>
        </p:nvSpPr>
        <p:spPr>
          <a:xfrm flipV="1">
            <a:off x="2349346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274"/>
          <p:cNvSpPr/>
          <p:nvPr/>
        </p:nvSpPr>
        <p:spPr>
          <a:xfrm flipV="1">
            <a:off x="2225872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275"/>
          <p:cNvSpPr/>
          <p:nvPr/>
        </p:nvSpPr>
        <p:spPr>
          <a:xfrm flipV="1">
            <a:off x="2113525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276"/>
          <p:cNvSpPr/>
          <p:nvPr/>
        </p:nvSpPr>
        <p:spPr>
          <a:xfrm flipV="1">
            <a:off x="201353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277"/>
          <p:cNvSpPr/>
          <p:nvPr/>
        </p:nvSpPr>
        <p:spPr>
          <a:xfrm flipV="1">
            <a:off x="1927005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3-line278"/>
          <p:cNvSpPr/>
          <p:nvPr/>
        </p:nvSpPr>
        <p:spPr>
          <a:xfrm flipV="1">
            <a:off x="18548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279"/>
          <p:cNvSpPr/>
          <p:nvPr/>
        </p:nvSpPr>
        <p:spPr>
          <a:xfrm flipV="1">
            <a:off x="1797936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280"/>
          <p:cNvSpPr/>
          <p:nvPr/>
        </p:nvSpPr>
        <p:spPr>
          <a:xfrm flipV="1">
            <a:off x="1756814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281"/>
          <p:cNvSpPr/>
          <p:nvPr/>
        </p:nvSpPr>
        <p:spPr>
          <a:xfrm flipV="1">
            <a:off x="173195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282"/>
          <p:cNvSpPr/>
          <p:nvPr/>
        </p:nvSpPr>
        <p:spPr>
          <a:xfrm>
            <a:off x="1723644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3-line283"/>
          <p:cNvSpPr/>
          <p:nvPr/>
        </p:nvSpPr>
        <p:spPr>
          <a:xfrm>
            <a:off x="173195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284"/>
          <p:cNvSpPr/>
          <p:nvPr/>
        </p:nvSpPr>
        <p:spPr>
          <a:xfrm>
            <a:off x="1756814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285"/>
          <p:cNvSpPr/>
          <p:nvPr/>
        </p:nvSpPr>
        <p:spPr>
          <a:xfrm>
            <a:off x="1797936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286"/>
          <p:cNvSpPr/>
          <p:nvPr/>
        </p:nvSpPr>
        <p:spPr>
          <a:xfrm>
            <a:off x="18548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287"/>
          <p:cNvSpPr/>
          <p:nvPr/>
        </p:nvSpPr>
        <p:spPr>
          <a:xfrm>
            <a:off x="1927005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3-line288"/>
          <p:cNvSpPr/>
          <p:nvPr/>
        </p:nvSpPr>
        <p:spPr>
          <a:xfrm>
            <a:off x="201353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289"/>
          <p:cNvSpPr/>
          <p:nvPr/>
        </p:nvSpPr>
        <p:spPr>
          <a:xfrm>
            <a:off x="2113525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290"/>
          <p:cNvSpPr/>
          <p:nvPr/>
        </p:nvSpPr>
        <p:spPr>
          <a:xfrm>
            <a:off x="2225872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291"/>
          <p:cNvSpPr/>
          <p:nvPr/>
        </p:nvSpPr>
        <p:spPr>
          <a:xfrm>
            <a:off x="2349346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292"/>
          <p:cNvSpPr/>
          <p:nvPr/>
        </p:nvSpPr>
        <p:spPr>
          <a:xfrm>
            <a:off x="2482596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3-line293"/>
          <p:cNvSpPr/>
          <p:nvPr/>
        </p:nvSpPr>
        <p:spPr>
          <a:xfrm>
            <a:off x="2624161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294"/>
          <p:cNvSpPr/>
          <p:nvPr/>
        </p:nvSpPr>
        <p:spPr>
          <a:xfrm>
            <a:off x="2772490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295"/>
          <p:cNvSpPr/>
          <p:nvPr/>
        </p:nvSpPr>
        <p:spPr>
          <a:xfrm>
            <a:off x="292595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296"/>
          <p:cNvSpPr/>
          <p:nvPr/>
        </p:nvSpPr>
        <p:spPr>
          <a:xfrm>
            <a:off x="308288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abel297"/>
          <p:cNvSpPr txBox="1"/>
          <p:nvPr/>
        </p:nvSpPr>
        <p:spPr>
          <a:xfrm>
            <a:off x="358124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3-label298"/>
          <p:cNvSpPr txBox="1"/>
          <p:nvPr/>
        </p:nvSpPr>
        <p:spPr>
          <a:xfrm>
            <a:off x="403074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3-label299"/>
          <p:cNvSpPr txBox="1"/>
          <p:nvPr/>
        </p:nvSpPr>
        <p:spPr>
          <a:xfrm>
            <a:off x="4195267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3-label300"/>
          <p:cNvSpPr txBox="1"/>
          <p:nvPr/>
        </p:nvSpPr>
        <p:spPr>
          <a:xfrm>
            <a:off x="403074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3-label301"/>
          <p:cNvSpPr txBox="1"/>
          <p:nvPr/>
        </p:nvSpPr>
        <p:spPr>
          <a:xfrm>
            <a:off x="358124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3-label302"/>
          <p:cNvSpPr txBox="1"/>
          <p:nvPr/>
        </p:nvSpPr>
        <p:spPr>
          <a:xfrm>
            <a:off x="2967228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3-label303"/>
          <p:cNvSpPr txBox="1"/>
          <p:nvPr/>
        </p:nvSpPr>
        <p:spPr>
          <a:xfrm>
            <a:off x="235320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3-label304"/>
          <p:cNvSpPr txBox="1"/>
          <p:nvPr/>
        </p:nvSpPr>
        <p:spPr>
          <a:xfrm>
            <a:off x="1903715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3-label305"/>
          <p:cNvSpPr txBox="1"/>
          <p:nvPr/>
        </p:nvSpPr>
        <p:spPr>
          <a:xfrm>
            <a:off x="1739189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3-label306"/>
          <p:cNvSpPr txBox="1"/>
          <p:nvPr/>
        </p:nvSpPr>
        <p:spPr>
          <a:xfrm>
            <a:off x="1903715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3-label307"/>
          <p:cNvSpPr txBox="1"/>
          <p:nvPr/>
        </p:nvSpPr>
        <p:spPr>
          <a:xfrm>
            <a:off x="235320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3-label308"/>
          <p:cNvSpPr txBox="1"/>
          <p:nvPr/>
        </p:nvSpPr>
        <p:spPr>
          <a:xfrm>
            <a:off x="2967228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3-line309"/>
          <p:cNvSpPr/>
          <p:nvPr/>
        </p:nvSpPr>
        <p:spPr>
          <a:xfrm flipH="1">
            <a:off x="2899562" y="2998089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3-line310"/>
          <p:cNvSpPr/>
          <p:nvPr/>
        </p:nvSpPr>
        <p:spPr>
          <a:xfrm flipV="1">
            <a:off x="3241548" y="200322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3-pin311"/>
          <p:cNvSpPr/>
          <p:nvPr/>
        </p:nvSpPr>
        <p:spPr>
          <a:xfrm>
            <a:off x="3186684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3-label312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2200" dirty="0"/>
          </a:p>
        </p:txBody>
      </p:sp>
      <p:sp>
        <p:nvSpPr>
          <p:cNvPr id="82" name="S03-figure313" descr="시계: 7시 30분"/>
          <p:cNvSpPr/>
          <p:nvPr/>
        </p:nvSpPr>
        <p:spPr>
          <a:xfrm>
            <a:off x="7392924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3-line314"/>
          <p:cNvSpPr/>
          <p:nvPr/>
        </p:nvSpPr>
        <p:spPr>
          <a:xfrm>
            <a:off x="8947404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3-line315"/>
          <p:cNvSpPr/>
          <p:nvPr/>
        </p:nvSpPr>
        <p:spPr>
          <a:xfrm flipH="1">
            <a:off x="909794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line316"/>
          <p:cNvSpPr/>
          <p:nvPr/>
        </p:nvSpPr>
        <p:spPr>
          <a:xfrm flipH="1">
            <a:off x="924683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3-line317"/>
          <p:cNvSpPr/>
          <p:nvPr/>
        </p:nvSpPr>
        <p:spPr>
          <a:xfrm flipH="1">
            <a:off x="9392444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line318"/>
          <p:cNvSpPr/>
          <p:nvPr/>
        </p:nvSpPr>
        <p:spPr>
          <a:xfrm flipH="1">
            <a:off x="9533178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line319"/>
          <p:cNvSpPr/>
          <p:nvPr/>
        </p:nvSpPr>
        <p:spPr>
          <a:xfrm flipH="1">
            <a:off x="9620860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3-line320"/>
          <p:cNvSpPr/>
          <p:nvPr/>
        </p:nvSpPr>
        <p:spPr>
          <a:xfrm flipH="1">
            <a:off x="9793921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3-line321"/>
          <p:cNvSpPr/>
          <p:nvPr/>
        </p:nvSpPr>
        <p:spPr>
          <a:xfrm flipH="1">
            <a:off x="9911073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3-line322"/>
          <p:cNvSpPr/>
          <p:nvPr/>
        </p:nvSpPr>
        <p:spPr>
          <a:xfrm flipH="1">
            <a:off x="10017666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3-line323"/>
          <p:cNvSpPr/>
          <p:nvPr/>
        </p:nvSpPr>
        <p:spPr>
          <a:xfrm flipH="1">
            <a:off x="1011253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3-line324"/>
          <p:cNvSpPr/>
          <p:nvPr/>
        </p:nvSpPr>
        <p:spPr>
          <a:xfrm flipH="1">
            <a:off x="10113863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3-line325"/>
          <p:cNvSpPr/>
          <p:nvPr/>
        </p:nvSpPr>
        <p:spPr>
          <a:xfrm flipH="1">
            <a:off x="102630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3-line326"/>
          <p:cNvSpPr/>
          <p:nvPr/>
        </p:nvSpPr>
        <p:spPr>
          <a:xfrm flipH="1">
            <a:off x="10317097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3-line327"/>
          <p:cNvSpPr/>
          <p:nvPr/>
        </p:nvSpPr>
        <p:spPr>
          <a:xfrm flipH="1">
            <a:off x="10356113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3-line328"/>
          <p:cNvSpPr/>
          <p:nvPr/>
        </p:nvSpPr>
        <p:spPr>
          <a:xfrm flipH="1">
            <a:off x="1037969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3-line329"/>
          <p:cNvSpPr/>
          <p:nvPr/>
        </p:nvSpPr>
        <p:spPr>
          <a:xfrm flipH="1">
            <a:off x="10294315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3-line330"/>
          <p:cNvSpPr/>
          <p:nvPr/>
        </p:nvSpPr>
        <p:spPr>
          <a:xfrm flipH="1" flipV="1">
            <a:off x="1037969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3-line331"/>
          <p:cNvSpPr/>
          <p:nvPr/>
        </p:nvSpPr>
        <p:spPr>
          <a:xfrm flipH="1" flipV="1">
            <a:off x="10356113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3-line332"/>
          <p:cNvSpPr/>
          <p:nvPr/>
        </p:nvSpPr>
        <p:spPr>
          <a:xfrm flipH="1" flipV="1">
            <a:off x="10317097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3-line333"/>
          <p:cNvSpPr/>
          <p:nvPr/>
        </p:nvSpPr>
        <p:spPr>
          <a:xfrm flipH="1" flipV="1">
            <a:off x="102630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3-line334"/>
          <p:cNvSpPr/>
          <p:nvPr/>
        </p:nvSpPr>
        <p:spPr>
          <a:xfrm flipH="1" flipV="1">
            <a:off x="10113863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3-line335"/>
          <p:cNvSpPr/>
          <p:nvPr/>
        </p:nvSpPr>
        <p:spPr>
          <a:xfrm flipH="1" flipV="1">
            <a:off x="1011253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3-line336"/>
          <p:cNvSpPr/>
          <p:nvPr/>
        </p:nvSpPr>
        <p:spPr>
          <a:xfrm flipH="1" flipV="1">
            <a:off x="10017666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3-line337"/>
          <p:cNvSpPr/>
          <p:nvPr/>
        </p:nvSpPr>
        <p:spPr>
          <a:xfrm flipH="1" flipV="1">
            <a:off x="9911073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3-line338"/>
          <p:cNvSpPr/>
          <p:nvPr/>
        </p:nvSpPr>
        <p:spPr>
          <a:xfrm flipH="1" flipV="1">
            <a:off x="9793921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3-line339"/>
          <p:cNvSpPr/>
          <p:nvPr/>
        </p:nvSpPr>
        <p:spPr>
          <a:xfrm flipH="1" flipV="1">
            <a:off x="9620860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3-line340"/>
          <p:cNvSpPr/>
          <p:nvPr/>
        </p:nvSpPr>
        <p:spPr>
          <a:xfrm flipH="1" flipV="1">
            <a:off x="9533178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3-line341"/>
          <p:cNvSpPr/>
          <p:nvPr/>
        </p:nvSpPr>
        <p:spPr>
          <a:xfrm flipH="1" flipV="1">
            <a:off x="9392444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3-line342"/>
          <p:cNvSpPr/>
          <p:nvPr/>
        </p:nvSpPr>
        <p:spPr>
          <a:xfrm flipH="1" flipV="1">
            <a:off x="924683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3-line343"/>
          <p:cNvSpPr/>
          <p:nvPr/>
        </p:nvSpPr>
        <p:spPr>
          <a:xfrm flipH="1" flipV="1">
            <a:off x="909794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3-line344"/>
          <p:cNvSpPr/>
          <p:nvPr/>
        </p:nvSpPr>
        <p:spPr>
          <a:xfrm flipV="1">
            <a:off x="8947404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3-line345"/>
          <p:cNvSpPr/>
          <p:nvPr/>
        </p:nvSpPr>
        <p:spPr>
          <a:xfrm flipV="1">
            <a:off x="8788740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3-line346"/>
          <p:cNvSpPr/>
          <p:nvPr/>
        </p:nvSpPr>
        <p:spPr>
          <a:xfrm flipV="1">
            <a:off x="863181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3-line347"/>
          <p:cNvSpPr/>
          <p:nvPr/>
        </p:nvSpPr>
        <p:spPr>
          <a:xfrm flipV="1">
            <a:off x="8478346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3-line348"/>
          <p:cNvSpPr/>
          <p:nvPr/>
        </p:nvSpPr>
        <p:spPr>
          <a:xfrm flipV="1">
            <a:off x="8330017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3-line349"/>
          <p:cNvSpPr/>
          <p:nvPr/>
        </p:nvSpPr>
        <p:spPr>
          <a:xfrm flipV="1">
            <a:off x="8188452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3-line350"/>
          <p:cNvSpPr/>
          <p:nvPr/>
        </p:nvSpPr>
        <p:spPr>
          <a:xfrm flipV="1">
            <a:off x="8055202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3-line351"/>
          <p:cNvSpPr/>
          <p:nvPr/>
        </p:nvSpPr>
        <p:spPr>
          <a:xfrm flipV="1">
            <a:off x="7931728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3-line352"/>
          <p:cNvSpPr/>
          <p:nvPr/>
        </p:nvSpPr>
        <p:spPr>
          <a:xfrm flipV="1">
            <a:off x="7819381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3-line353"/>
          <p:cNvSpPr/>
          <p:nvPr/>
        </p:nvSpPr>
        <p:spPr>
          <a:xfrm flipV="1">
            <a:off x="771939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3-line354"/>
          <p:cNvSpPr/>
          <p:nvPr/>
        </p:nvSpPr>
        <p:spPr>
          <a:xfrm flipV="1">
            <a:off x="7632861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3-line355"/>
          <p:cNvSpPr/>
          <p:nvPr/>
        </p:nvSpPr>
        <p:spPr>
          <a:xfrm flipV="1">
            <a:off x="7560730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3-line356"/>
          <p:cNvSpPr/>
          <p:nvPr/>
        </p:nvSpPr>
        <p:spPr>
          <a:xfrm flipV="1">
            <a:off x="7503792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3-line357"/>
          <p:cNvSpPr/>
          <p:nvPr/>
        </p:nvSpPr>
        <p:spPr>
          <a:xfrm flipV="1">
            <a:off x="7462670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3-line358"/>
          <p:cNvSpPr/>
          <p:nvPr/>
        </p:nvSpPr>
        <p:spPr>
          <a:xfrm flipV="1">
            <a:off x="743781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3-line359"/>
          <p:cNvSpPr/>
          <p:nvPr/>
        </p:nvSpPr>
        <p:spPr>
          <a:xfrm>
            <a:off x="7429500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3-line360"/>
          <p:cNvSpPr/>
          <p:nvPr/>
        </p:nvSpPr>
        <p:spPr>
          <a:xfrm>
            <a:off x="743781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3-line361"/>
          <p:cNvSpPr/>
          <p:nvPr/>
        </p:nvSpPr>
        <p:spPr>
          <a:xfrm>
            <a:off x="7462670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3-line362"/>
          <p:cNvSpPr/>
          <p:nvPr/>
        </p:nvSpPr>
        <p:spPr>
          <a:xfrm>
            <a:off x="7503792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3-line363"/>
          <p:cNvSpPr/>
          <p:nvPr/>
        </p:nvSpPr>
        <p:spPr>
          <a:xfrm>
            <a:off x="7560730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3-line364"/>
          <p:cNvSpPr/>
          <p:nvPr/>
        </p:nvSpPr>
        <p:spPr>
          <a:xfrm>
            <a:off x="7632861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3-line365"/>
          <p:cNvSpPr/>
          <p:nvPr/>
        </p:nvSpPr>
        <p:spPr>
          <a:xfrm>
            <a:off x="771939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3-line366"/>
          <p:cNvSpPr/>
          <p:nvPr/>
        </p:nvSpPr>
        <p:spPr>
          <a:xfrm>
            <a:off x="7819381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3-line367"/>
          <p:cNvSpPr/>
          <p:nvPr/>
        </p:nvSpPr>
        <p:spPr>
          <a:xfrm>
            <a:off x="7931728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3-line368"/>
          <p:cNvSpPr/>
          <p:nvPr/>
        </p:nvSpPr>
        <p:spPr>
          <a:xfrm>
            <a:off x="8055202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3-line369"/>
          <p:cNvSpPr/>
          <p:nvPr/>
        </p:nvSpPr>
        <p:spPr>
          <a:xfrm>
            <a:off x="8188452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3-line370"/>
          <p:cNvSpPr/>
          <p:nvPr/>
        </p:nvSpPr>
        <p:spPr>
          <a:xfrm>
            <a:off x="8330017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3-line371"/>
          <p:cNvSpPr/>
          <p:nvPr/>
        </p:nvSpPr>
        <p:spPr>
          <a:xfrm>
            <a:off x="8478346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3-line372"/>
          <p:cNvSpPr/>
          <p:nvPr/>
        </p:nvSpPr>
        <p:spPr>
          <a:xfrm>
            <a:off x="863181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3-line373"/>
          <p:cNvSpPr/>
          <p:nvPr/>
        </p:nvSpPr>
        <p:spPr>
          <a:xfrm>
            <a:off x="8788740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3-label374"/>
          <p:cNvSpPr txBox="1"/>
          <p:nvPr/>
        </p:nvSpPr>
        <p:spPr>
          <a:xfrm>
            <a:off x="928710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3-label375"/>
          <p:cNvSpPr txBox="1"/>
          <p:nvPr/>
        </p:nvSpPr>
        <p:spPr>
          <a:xfrm>
            <a:off x="9736597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3-label376"/>
          <p:cNvSpPr txBox="1"/>
          <p:nvPr/>
        </p:nvSpPr>
        <p:spPr>
          <a:xfrm>
            <a:off x="9901123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3-label377"/>
          <p:cNvSpPr txBox="1"/>
          <p:nvPr/>
        </p:nvSpPr>
        <p:spPr>
          <a:xfrm>
            <a:off x="9736597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3-label378"/>
          <p:cNvSpPr txBox="1"/>
          <p:nvPr/>
        </p:nvSpPr>
        <p:spPr>
          <a:xfrm>
            <a:off x="928710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3-label379"/>
          <p:cNvSpPr txBox="1"/>
          <p:nvPr/>
        </p:nvSpPr>
        <p:spPr>
          <a:xfrm>
            <a:off x="8673084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3-label380"/>
          <p:cNvSpPr txBox="1"/>
          <p:nvPr/>
        </p:nvSpPr>
        <p:spPr>
          <a:xfrm>
            <a:off x="805906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3-label381"/>
          <p:cNvSpPr txBox="1"/>
          <p:nvPr/>
        </p:nvSpPr>
        <p:spPr>
          <a:xfrm>
            <a:off x="760957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3-label382"/>
          <p:cNvSpPr txBox="1"/>
          <p:nvPr/>
        </p:nvSpPr>
        <p:spPr>
          <a:xfrm>
            <a:off x="7445045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3-label383"/>
          <p:cNvSpPr txBox="1"/>
          <p:nvPr/>
        </p:nvSpPr>
        <p:spPr>
          <a:xfrm>
            <a:off x="760957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3-label384"/>
          <p:cNvSpPr txBox="1"/>
          <p:nvPr/>
        </p:nvSpPr>
        <p:spPr>
          <a:xfrm>
            <a:off x="805906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3-label385"/>
          <p:cNvSpPr txBox="1"/>
          <p:nvPr/>
        </p:nvSpPr>
        <p:spPr>
          <a:xfrm>
            <a:off x="8673084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3-line386"/>
          <p:cNvSpPr/>
          <p:nvPr/>
        </p:nvSpPr>
        <p:spPr>
          <a:xfrm flipH="1">
            <a:off x="8463763" y="299808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3-line387"/>
          <p:cNvSpPr/>
          <p:nvPr/>
        </p:nvSpPr>
        <p:spPr>
          <a:xfrm>
            <a:off x="8947404" y="299808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3-pin388"/>
          <p:cNvSpPr/>
          <p:nvPr/>
        </p:nvSpPr>
        <p:spPr>
          <a:xfrm>
            <a:off x="8892540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3-label389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 thirty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시각 말하기</a:t>
            </a:r>
            <a:endParaRPr lang="ko-KR" sz="4000" dirty="0"/>
          </a:p>
        </p:txBody>
      </p:sp>
      <p:sp>
        <p:nvSpPr>
          <p:cNvPr id="3" name="S04-card3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‘7시에’의 ‘에’가 at이에요. at 다음에 시각을 말해요.</a:t>
            </a:r>
            <a:endParaRPr lang="ko-KR" sz="2800" dirty="0"/>
          </a:p>
        </p:txBody>
      </p:sp>
      <p:sp>
        <p:nvSpPr>
          <p:cNvPr id="5" name="S04-figure392" descr="시계: 7시"/>
          <p:cNvSpPr/>
          <p:nvPr/>
        </p:nvSpPr>
        <p:spPr>
          <a:xfrm>
            <a:off x="168706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4-line393"/>
          <p:cNvSpPr/>
          <p:nvPr/>
        </p:nvSpPr>
        <p:spPr>
          <a:xfrm>
            <a:off x="324154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line394"/>
          <p:cNvSpPr/>
          <p:nvPr/>
        </p:nvSpPr>
        <p:spPr>
          <a:xfrm flipH="1">
            <a:off x="339208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395"/>
          <p:cNvSpPr/>
          <p:nvPr/>
        </p:nvSpPr>
        <p:spPr>
          <a:xfrm flipH="1">
            <a:off x="354097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396"/>
          <p:cNvSpPr/>
          <p:nvPr/>
        </p:nvSpPr>
        <p:spPr>
          <a:xfrm flipH="1">
            <a:off x="368658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397"/>
          <p:cNvSpPr/>
          <p:nvPr/>
        </p:nvSpPr>
        <p:spPr>
          <a:xfrm flipH="1">
            <a:off x="382732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398"/>
          <p:cNvSpPr/>
          <p:nvPr/>
        </p:nvSpPr>
        <p:spPr>
          <a:xfrm flipH="1">
            <a:off x="391500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4-line399"/>
          <p:cNvSpPr/>
          <p:nvPr/>
        </p:nvSpPr>
        <p:spPr>
          <a:xfrm flipH="1">
            <a:off x="408806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400"/>
          <p:cNvSpPr/>
          <p:nvPr/>
        </p:nvSpPr>
        <p:spPr>
          <a:xfrm flipH="1">
            <a:off x="420521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401"/>
          <p:cNvSpPr/>
          <p:nvPr/>
        </p:nvSpPr>
        <p:spPr>
          <a:xfrm flipH="1">
            <a:off x="431181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402"/>
          <p:cNvSpPr/>
          <p:nvPr/>
        </p:nvSpPr>
        <p:spPr>
          <a:xfrm flipH="1">
            <a:off x="440667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line403"/>
          <p:cNvSpPr/>
          <p:nvPr/>
        </p:nvSpPr>
        <p:spPr>
          <a:xfrm flipH="1">
            <a:off x="440800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4-line404"/>
          <p:cNvSpPr/>
          <p:nvPr/>
        </p:nvSpPr>
        <p:spPr>
          <a:xfrm flipH="1">
            <a:off x="455721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405"/>
          <p:cNvSpPr/>
          <p:nvPr/>
        </p:nvSpPr>
        <p:spPr>
          <a:xfrm flipH="1">
            <a:off x="461124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406"/>
          <p:cNvSpPr/>
          <p:nvPr/>
        </p:nvSpPr>
        <p:spPr>
          <a:xfrm flipH="1">
            <a:off x="465025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407"/>
          <p:cNvSpPr/>
          <p:nvPr/>
        </p:nvSpPr>
        <p:spPr>
          <a:xfrm flipH="1">
            <a:off x="467383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408"/>
          <p:cNvSpPr/>
          <p:nvPr/>
        </p:nvSpPr>
        <p:spPr>
          <a:xfrm flipH="1">
            <a:off x="458845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4-line409"/>
          <p:cNvSpPr/>
          <p:nvPr/>
        </p:nvSpPr>
        <p:spPr>
          <a:xfrm flipH="1" flipV="1">
            <a:off x="467383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410"/>
          <p:cNvSpPr/>
          <p:nvPr/>
        </p:nvSpPr>
        <p:spPr>
          <a:xfrm flipH="1" flipV="1">
            <a:off x="465025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411"/>
          <p:cNvSpPr/>
          <p:nvPr/>
        </p:nvSpPr>
        <p:spPr>
          <a:xfrm flipH="1" flipV="1">
            <a:off x="461124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412"/>
          <p:cNvSpPr/>
          <p:nvPr/>
        </p:nvSpPr>
        <p:spPr>
          <a:xfrm flipH="1" flipV="1">
            <a:off x="455721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line413"/>
          <p:cNvSpPr/>
          <p:nvPr/>
        </p:nvSpPr>
        <p:spPr>
          <a:xfrm flipH="1" flipV="1">
            <a:off x="440800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line414"/>
          <p:cNvSpPr/>
          <p:nvPr/>
        </p:nvSpPr>
        <p:spPr>
          <a:xfrm flipH="1" flipV="1">
            <a:off x="440667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415"/>
          <p:cNvSpPr/>
          <p:nvPr/>
        </p:nvSpPr>
        <p:spPr>
          <a:xfrm flipH="1" flipV="1">
            <a:off x="431181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416"/>
          <p:cNvSpPr/>
          <p:nvPr/>
        </p:nvSpPr>
        <p:spPr>
          <a:xfrm flipH="1" flipV="1">
            <a:off x="420521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417"/>
          <p:cNvSpPr/>
          <p:nvPr/>
        </p:nvSpPr>
        <p:spPr>
          <a:xfrm flipH="1" flipV="1">
            <a:off x="408806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418"/>
          <p:cNvSpPr/>
          <p:nvPr/>
        </p:nvSpPr>
        <p:spPr>
          <a:xfrm flipH="1" flipV="1">
            <a:off x="391500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4-line419"/>
          <p:cNvSpPr/>
          <p:nvPr/>
        </p:nvSpPr>
        <p:spPr>
          <a:xfrm flipH="1" flipV="1">
            <a:off x="382732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420"/>
          <p:cNvSpPr/>
          <p:nvPr/>
        </p:nvSpPr>
        <p:spPr>
          <a:xfrm flipH="1" flipV="1">
            <a:off x="368658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421"/>
          <p:cNvSpPr/>
          <p:nvPr/>
        </p:nvSpPr>
        <p:spPr>
          <a:xfrm flipH="1" flipV="1">
            <a:off x="354097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422"/>
          <p:cNvSpPr/>
          <p:nvPr/>
        </p:nvSpPr>
        <p:spPr>
          <a:xfrm flipH="1" flipV="1">
            <a:off x="339208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423"/>
          <p:cNvSpPr/>
          <p:nvPr/>
        </p:nvSpPr>
        <p:spPr>
          <a:xfrm flipV="1">
            <a:off x="324154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4-line424"/>
          <p:cNvSpPr/>
          <p:nvPr/>
        </p:nvSpPr>
        <p:spPr>
          <a:xfrm flipV="1">
            <a:off x="308288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425"/>
          <p:cNvSpPr/>
          <p:nvPr/>
        </p:nvSpPr>
        <p:spPr>
          <a:xfrm flipV="1">
            <a:off x="292595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426"/>
          <p:cNvSpPr/>
          <p:nvPr/>
        </p:nvSpPr>
        <p:spPr>
          <a:xfrm flipV="1">
            <a:off x="277249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427"/>
          <p:cNvSpPr/>
          <p:nvPr/>
        </p:nvSpPr>
        <p:spPr>
          <a:xfrm flipV="1">
            <a:off x="262416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428"/>
          <p:cNvSpPr/>
          <p:nvPr/>
        </p:nvSpPr>
        <p:spPr>
          <a:xfrm flipV="1">
            <a:off x="248259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4-line429"/>
          <p:cNvSpPr/>
          <p:nvPr/>
        </p:nvSpPr>
        <p:spPr>
          <a:xfrm flipV="1">
            <a:off x="234934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430"/>
          <p:cNvSpPr/>
          <p:nvPr/>
        </p:nvSpPr>
        <p:spPr>
          <a:xfrm flipV="1">
            <a:off x="222587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431"/>
          <p:cNvSpPr/>
          <p:nvPr/>
        </p:nvSpPr>
        <p:spPr>
          <a:xfrm flipV="1">
            <a:off x="211352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432"/>
          <p:cNvSpPr/>
          <p:nvPr/>
        </p:nvSpPr>
        <p:spPr>
          <a:xfrm flipV="1">
            <a:off x="201353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433"/>
          <p:cNvSpPr/>
          <p:nvPr/>
        </p:nvSpPr>
        <p:spPr>
          <a:xfrm flipV="1">
            <a:off x="192700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4-line434"/>
          <p:cNvSpPr/>
          <p:nvPr/>
        </p:nvSpPr>
        <p:spPr>
          <a:xfrm flipV="1">
            <a:off x="185487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435"/>
          <p:cNvSpPr/>
          <p:nvPr/>
        </p:nvSpPr>
        <p:spPr>
          <a:xfrm flipV="1">
            <a:off x="179793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436"/>
          <p:cNvSpPr/>
          <p:nvPr/>
        </p:nvSpPr>
        <p:spPr>
          <a:xfrm flipV="1">
            <a:off x="175681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437"/>
          <p:cNvSpPr/>
          <p:nvPr/>
        </p:nvSpPr>
        <p:spPr>
          <a:xfrm flipV="1">
            <a:off x="173195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438"/>
          <p:cNvSpPr/>
          <p:nvPr/>
        </p:nvSpPr>
        <p:spPr>
          <a:xfrm>
            <a:off x="172364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4-line439"/>
          <p:cNvSpPr/>
          <p:nvPr/>
        </p:nvSpPr>
        <p:spPr>
          <a:xfrm>
            <a:off x="173195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440"/>
          <p:cNvSpPr/>
          <p:nvPr/>
        </p:nvSpPr>
        <p:spPr>
          <a:xfrm>
            <a:off x="175681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441"/>
          <p:cNvSpPr/>
          <p:nvPr/>
        </p:nvSpPr>
        <p:spPr>
          <a:xfrm>
            <a:off x="179793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442"/>
          <p:cNvSpPr/>
          <p:nvPr/>
        </p:nvSpPr>
        <p:spPr>
          <a:xfrm>
            <a:off x="185487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line443"/>
          <p:cNvSpPr/>
          <p:nvPr/>
        </p:nvSpPr>
        <p:spPr>
          <a:xfrm>
            <a:off x="192700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4-line444"/>
          <p:cNvSpPr/>
          <p:nvPr/>
        </p:nvSpPr>
        <p:spPr>
          <a:xfrm>
            <a:off x="201353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445"/>
          <p:cNvSpPr/>
          <p:nvPr/>
        </p:nvSpPr>
        <p:spPr>
          <a:xfrm>
            <a:off x="211352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446"/>
          <p:cNvSpPr/>
          <p:nvPr/>
        </p:nvSpPr>
        <p:spPr>
          <a:xfrm>
            <a:off x="222587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447"/>
          <p:cNvSpPr/>
          <p:nvPr/>
        </p:nvSpPr>
        <p:spPr>
          <a:xfrm>
            <a:off x="234934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448"/>
          <p:cNvSpPr/>
          <p:nvPr/>
        </p:nvSpPr>
        <p:spPr>
          <a:xfrm>
            <a:off x="248259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4-line449"/>
          <p:cNvSpPr/>
          <p:nvPr/>
        </p:nvSpPr>
        <p:spPr>
          <a:xfrm>
            <a:off x="262416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450"/>
          <p:cNvSpPr/>
          <p:nvPr/>
        </p:nvSpPr>
        <p:spPr>
          <a:xfrm>
            <a:off x="277249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451"/>
          <p:cNvSpPr/>
          <p:nvPr/>
        </p:nvSpPr>
        <p:spPr>
          <a:xfrm>
            <a:off x="292595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452"/>
          <p:cNvSpPr/>
          <p:nvPr/>
        </p:nvSpPr>
        <p:spPr>
          <a:xfrm>
            <a:off x="308288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abel453"/>
          <p:cNvSpPr txBox="1"/>
          <p:nvPr/>
        </p:nvSpPr>
        <p:spPr>
          <a:xfrm>
            <a:off x="358124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4-label454"/>
          <p:cNvSpPr txBox="1"/>
          <p:nvPr/>
        </p:nvSpPr>
        <p:spPr>
          <a:xfrm>
            <a:off x="403074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4-label455"/>
          <p:cNvSpPr txBox="1"/>
          <p:nvPr/>
        </p:nvSpPr>
        <p:spPr>
          <a:xfrm>
            <a:off x="419526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4-label456"/>
          <p:cNvSpPr txBox="1"/>
          <p:nvPr/>
        </p:nvSpPr>
        <p:spPr>
          <a:xfrm>
            <a:off x="403074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4-label457"/>
          <p:cNvSpPr txBox="1"/>
          <p:nvPr/>
        </p:nvSpPr>
        <p:spPr>
          <a:xfrm>
            <a:off x="358124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4-label458"/>
          <p:cNvSpPr txBox="1"/>
          <p:nvPr/>
        </p:nvSpPr>
        <p:spPr>
          <a:xfrm>
            <a:off x="296722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4-label459"/>
          <p:cNvSpPr txBox="1"/>
          <p:nvPr/>
        </p:nvSpPr>
        <p:spPr>
          <a:xfrm>
            <a:off x="235320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4-label460"/>
          <p:cNvSpPr txBox="1"/>
          <p:nvPr/>
        </p:nvSpPr>
        <p:spPr>
          <a:xfrm>
            <a:off x="190371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4-label461"/>
          <p:cNvSpPr txBox="1"/>
          <p:nvPr/>
        </p:nvSpPr>
        <p:spPr>
          <a:xfrm>
            <a:off x="173918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4-label462"/>
          <p:cNvSpPr txBox="1"/>
          <p:nvPr/>
        </p:nvSpPr>
        <p:spPr>
          <a:xfrm>
            <a:off x="190371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4-label463"/>
          <p:cNvSpPr txBox="1"/>
          <p:nvPr/>
        </p:nvSpPr>
        <p:spPr>
          <a:xfrm>
            <a:off x="235320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4-label464"/>
          <p:cNvSpPr txBox="1"/>
          <p:nvPr/>
        </p:nvSpPr>
        <p:spPr>
          <a:xfrm>
            <a:off x="296722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4-line465"/>
          <p:cNvSpPr/>
          <p:nvPr/>
        </p:nvSpPr>
        <p:spPr>
          <a:xfrm flipH="1">
            <a:off x="2899562" y="3223260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4-line466"/>
          <p:cNvSpPr/>
          <p:nvPr/>
        </p:nvSpPr>
        <p:spPr>
          <a:xfrm flipV="1">
            <a:off x="3241548" y="222839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4-pin467"/>
          <p:cNvSpPr/>
          <p:nvPr/>
        </p:nvSpPr>
        <p:spPr>
          <a:xfrm>
            <a:off x="318668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4-word468"/>
          <p:cNvSpPr txBox="1"/>
          <p:nvPr/>
        </p:nvSpPr>
        <p:spPr>
          <a:xfrm>
            <a:off x="6254496" y="235458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7시에 일어나요.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가는 시각 말하기</a:t>
            </a:r>
            <a:endParaRPr lang="ko-KR" sz="4000" dirty="0"/>
          </a:p>
        </p:txBody>
      </p:sp>
      <p:sp>
        <p:nvSpPr>
          <p:cNvPr id="3" name="S05-card4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8과 9 가운데에 있으면 eight thirty예요.</a:t>
            </a:r>
            <a:endParaRPr lang="ko-KR" sz="2800" dirty="0"/>
          </a:p>
        </p:txBody>
      </p:sp>
      <p:sp>
        <p:nvSpPr>
          <p:cNvPr id="5" name="S05-figure471" descr="시계: 8시 30분"/>
          <p:cNvSpPr/>
          <p:nvPr/>
        </p:nvSpPr>
        <p:spPr>
          <a:xfrm>
            <a:off x="168706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5-line472"/>
          <p:cNvSpPr/>
          <p:nvPr/>
        </p:nvSpPr>
        <p:spPr>
          <a:xfrm>
            <a:off x="324154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5-line473"/>
          <p:cNvSpPr/>
          <p:nvPr/>
        </p:nvSpPr>
        <p:spPr>
          <a:xfrm flipH="1">
            <a:off x="339208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474"/>
          <p:cNvSpPr/>
          <p:nvPr/>
        </p:nvSpPr>
        <p:spPr>
          <a:xfrm flipH="1">
            <a:off x="354097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475"/>
          <p:cNvSpPr/>
          <p:nvPr/>
        </p:nvSpPr>
        <p:spPr>
          <a:xfrm flipH="1">
            <a:off x="368658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476"/>
          <p:cNvSpPr/>
          <p:nvPr/>
        </p:nvSpPr>
        <p:spPr>
          <a:xfrm flipH="1">
            <a:off x="382732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477"/>
          <p:cNvSpPr/>
          <p:nvPr/>
        </p:nvSpPr>
        <p:spPr>
          <a:xfrm flipH="1">
            <a:off x="391500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line478"/>
          <p:cNvSpPr/>
          <p:nvPr/>
        </p:nvSpPr>
        <p:spPr>
          <a:xfrm flipH="1">
            <a:off x="408806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479"/>
          <p:cNvSpPr/>
          <p:nvPr/>
        </p:nvSpPr>
        <p:spPr>
          <a:xfrm flipH="1">
            <a:off x="420521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480"/>
          <p:cNvSpPr/>
          <p:nvPr/>
        </p:nvSpPr>
        <p:spPr>
          <a:xfrm flipH="1">
            <a:off x="431181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481"/>
          <p:cNvSpPr/>
          <p:nvPr/>
        </p:nvSpPr>
        <p:spPr>
          <a:xfrm flipH="1">
            <a:off x="440667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482"/>
          <p:cNvSpPr/>
          <p:nvPr/>
        </p:nvSpPr>
        <p:spPr>
          <a:xfrm flipH="1">
            <a:off x="440800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5-line483"/>
          <p:cNvSpPr/>
          <p:nvPr/>
        </p:nvSpPr>
        <p:spPr>
          <a:xfrm flipH="1">
            <a:off x="455721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484"/>
          <p:cNvSpPr/>
          <p:nvPr/>
        </p:nvSpPr>
        <p:spPr>
          <a:xfrm flipH="1">
            <a:off x="461124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485"/>
          <p:cNvSpPr/>
          <p:nvPr/>
        </p:nvSpPr>
        <p:spPr>
          <a:xfrm flipH="1">
            <a:off x="465025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486"/>
          <p:cNvSpPr/>
          <p:nvPr/>
        </p:nvSpPr>
        <p:spPr>
          <a:xfrm flipH="1">
            <a:off x="467383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487"/>
          <p:cNvSpPr/>
          <p:nvPr/>
        </p:nvSpPr>
        <p:spPr>
          <a:xfrm flipH="1">
            <a:off x="458845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5-line488"/>
          <p:cNvSpPr/>
          <p:nvPr/>
        </p:nvSpPr>
        <p:spPr>
          <a:xfrm flipH="1" flipV="1">
            <a:off x="467383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489"/>
          <p:cNvSpPr/>
          <p:nvPr/>
        </p:nvSpPr>
        <p:spPr>
          <a:xfrm flipH="1" flipV="1">
            <a:off x="465025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490"/>
          <p:cNvSpPr/>
          <p:nvPr/>
        </p:nvSpPr>
        <p:spPr>
          <a:xfrm flipH="1" flipV="1">
            <a:off x="461124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491"/>
          <p:cNvSpPr/>
          <p:nvPr/>
        </p:nvSpPr>
        <p:spPr>
          <a:xfrm flipH="1" flipV="1">
            <a:off x="455721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492"/>
          <p:cNvSpPr/>
          <p:nvPr/>
        </p:nvSpPr>
        <p:spPr>
          <a:xfrm flipH="1" flipV="1">
            <a:off x="440800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5-line493"/>
          <p:cNvSpPr/>
          <p:nvPr/>
        </p:nvSpPr>
        <p:spPr>
          <a:xfrm flipH="1" flipV="1">
            <a:off x="440667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494"/>
          <p:cNvSpPr/>
          <p:nvPr/>
        </p:nvSpPr>
        <p:spPr>
          <a:xfrm flipH="1" flipV="1">
            <a:off x="431181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495"/>
          <p:cNvSpPr/>
          <p:nvPr/>
        </p:nvSpPr>
        <p:spPr>
          <a:xfrm flipH="1" flipV="1">
            <a:off x="420521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496"/>
          <p:cNvSpPr/>
          <p:nvPr/>
        </p:nvSpPr>
        <p:spPr>
          <a:xfrm flipH="1" flipV="1">
            <a:off x="408806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497"/>
          <p:cNvSpPr/>
          <p:nvPr/>
        </p:nvSpPr>
        <p:spPr>
          <a:xfrm flipH="1" flipV="1">
            <a:off x="391500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5-line498"/>
          <p:cNvSpPr/>
          <p:nvPr/>
        </p:nvSpPr>
        <p:spPr>
          <a:xfrm flipH="1" flipV="1">
            <a:off x="382732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499"/>
          <p:cNvSpPr/>
          <p:nvPr/>
        </p:nvSpPr>
        <p:spPr>
          <a:xfrm flipH="1" flipV="1">
            <a:off x="368658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500"/>
          <p:cNvSpPr/>
          <p:nvPr/>
        </p:nvSpPr>
        <p:spPr>
          <a:xfrm flipH="1" flipV="1">
            <a:off x="354097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501"/>
          <p:cNvSpPr/>
          <p:nvPr/>
        </p:nvSpPr>
        <p:spPr>
          <a:xfrm flipH="1" flipV="1">
            <a:off x="339208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502"/>
          <p:cNvSpPr/>
          <p:nvPr/>
        </p:nvSpPr>
        <p:spPr>
          <a:xfrm flipV="1">
            <a:off x="324154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5-line503"/>
          <p:cNvSpPr/>
          <p:nvPr/>
        </p:nvSpPr>
        <p:spPr>
          <a:xfrm flipV="1">
            <a:off x="308288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504"/>
          <p:cNvSpPr/>
          <p:nvPr/>
        </p:nvSpPr>
        <p:spPr>
          <a:xfrm flipV="1">
            <a:off x="292595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505"/>
          <p:cNvSpPr/>
          <p:nvPr/>
        </p:nvSpPr>
        <p:spPr>
          <a:xfrm flipV="1">
            <a:off x="277249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506"/>
          <p:cNvSpPr/>
          <p:nvPr/>
        </p:nvSpPr>
        <p:spPr>
          <a:xfrm flipV="1">
            <a:off x="262416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507"/>
          <p:cNvSpPr/>
          <p:nvPr/>
        </p:nvSpPr>
        <p:spPr>
          <a:xfrm flipV="1">
            <a:off x="248259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5-line508"/>
          <p:cNvSpPr/>
          <p:nvPr/>
        </p:nvSpPr>
        <p:spPr>
          <a:xfrm flipV="1">
            <a:off x="234934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509"/>
          <p:cNvSpPr/>
          <p:nvPr/>
        </p:nvSpPr>
        <p:spPr>
          <a:xfrm flipV="1">
            <a:off x="222587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510"/>
          <p:cNvSpPr/>
          <p:nvPr/>
        </p:nvSpPr>
        <p:spPr>
          <a:xfrm flipV="1">
            <a:off x="211352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511"/>
          <p:cNvSpPr/>
          <p:nvPr/>
        </p:nvSpPr>
        <p:spPr>
          <a:xfrm flipV="1">
            <a:off x="201353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512"/>
          <p:cNvSpPr/>
          <p:nvPr/>
        </p:nvSpPr>
        <p:spPr>
          <a:xfrm flipV="1">
            <a:off x="192700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5-line513"/>
          <p:cNvSpPr/>
          <p:nvPr/>
        </p:nvSpPr>
        <p:spPr>
          <a:xfrm flipV="1">
            <a:off x="185487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514"/>
          <p:cNvSpPr/>
          <p:nvPr/>
        </p:nvSpPr>
        <p:spPr>
          <a:xfrm flipV="1">
            <a:off x="179793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515"/>
          <p:cNvSpPr/>
          <p:nvPr/>
        </p:nvSpPr>
        <p:spPr>
          <a:xfrm flipV="1">
            <a:off x="175681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516"/>
          <p:cNvSpPr/>
          <p:nvPr/>
        </p:nvSpPr>
        <p:spPr>
          <a:xfrm flipV="1">
            <a:off x="173195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517"/>
          <p:cNvSpPr/>
          <p:nvPr/>
        </p:nvSpPr>
        <p:spPr>
          <a:xfrm>
            <a:off x="172364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5-line518"/>
          <p:cNvSpPr/>
          <p:nvPr/>
        </p:nvSpPr>
        <p:spPr>
          <a:xfrm>
            <a:off x="173195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519"/>
          <p:cNvSpPr/>
          <p:nvPr/>
        </p:nvSpPr>
        <p:spPr>
          <a:xfrm>
            <a:off x="175681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520"/>
          <p:cNvSpPr/>
          <p:nvPr/>
        </p:nvSpPr>
        <p:spPr>
          <a:xfrm>
            <a:off x="179793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521"/>
          <p:cNvSpPr/>
          <p:nvPr/>
        </p:nvSpPr>
        <p:spPr>
          <a:xfrm>
            <a:off x="185487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522"/>
          <p:cNvSpPr/>
          <p:nvPr/>
        </p:nvSpPr>
        <p:spPr>
          <a:xfrm>
            <a:off x="192700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5-line523"/>
          <p:cNvSpPr/>
          <p:nvPr/>
        </p:nvSpPr>
        <p:spPr>
          <a:xfrm>
            <a:off x="201353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524"/>
          <p:cNvSpPr/>
          <p:nvPr/>
        </p:nvSpPr>
        <p:spPr>
          <a:xfrm>
            <a:off x="211352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525"/>
          <p:cNvSpPr/>
          <p:nvPr/>
        </p:nvSpPr>
        <p:spPr>
          <a:xfrm>
            <a:off x="222587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526"/>
          <p:cNvSpPr/>
          <p:nvPr/>
        </p:nvSpPr>
        <p:spPr>
          <a:xfrm>
            <a:off x="234934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527"/>
          <p:cNvSpPr/>
          <p:nvPr/>
        </p:nvSpPr>
        <p:spPr>
          <a:xfrm>
            <a:off x="248259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5-line528"/>
          <p:cNvSpPr/>
          <p:nvPr/>
        </p:nvSpPr>
        <p:spPr>
          <a:xfrm>
            <a:off x="262416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529"/>
          <p:cNvSpPr/>
          <p:nvPr/>
        </p:nvSpPr>
        <p:spPr>
          <a:xfrm>
            <a:off x="277249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530"/>
          <p:cNvSpPr/>
          <p:nvPr/>
        </p:nvSpPr>
        <p:spPr>
          <a:xfrm>
            <a:off x="292595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531"/>
          <p:cNvSpPr/>
          <p:nvPr/>
        </p:nvSpPr>
        <p:spPr>
          <a:xfrm>
            <a:off x="308288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abel532"/>
          <p:cNvSpPr txBox="1"/>
          <p:nvPr/>
        </p:nvSpPr>
        <p:spPr>
          <a:xfrm>
            <a:off x="358124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5-label533"/>
          <p:cNvSpPr txBox="1"/>
          <p:nvPr/>
        </p:nvSpPr>
        <p:spPr>
          <a:xfrm>
            <a:off x="403074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5-label534"/>
          <p:cNvSpPr txBox="1"/>
          <p:nvPr/>
        </p:nvSpPr>
        <p:spPr>
          <a:xfrm>
            <a:off x="419526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5-label535"/>
          <p:cNvSpPr txBox="1"/>
          <p:nvPr/>
        </p:nvSpPr>
        <p:spPr>
          <a:xfrm>
            <a:off x="403074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5-label536"/>
          <p:cNvSpPr txBox="1"/>
          <p:nvPr/>
        </p:nvSpPr>
        <p:spPr>
          <a:xfrm>
            <a:off x="358124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5-label537"/>
          <p:cNvSpPr txBox="1"/>
          <p:nvPr/>
        </p:nvSpPr>
        <p:spPr>
          <a:xfrm>
            <a:off x="296722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5-label538"/>
          <p:cNvSpPr txBox="1"/>
          <p:nvPr/>
        </p:nvSpPr>
        <p:spPr>
          <a:xfrm>
            <a:off x="235320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5-label539"/>
          <p:cNvSpPr txBox="1"/>
          <p:nvPr/>
        </p:nvSpPr>
        <p:spPr>
          <a:xfrm>
            <a:off x="190371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5-label540"/>
          <p:cNvSpPr txBox="1"/>
          <p:nvPr/>
        </p:nvSpPr>
        <p:spPr>
          <a:xfrm>
            <a:off x="173918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5-label541"/>
          <p:cNvSpPr txBox="1"/>
          <p:nvPr/>
        </p:nvSpPr>
        <p:spPr>
          <a:xfrm>
            <a:off x="190371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5-label542"/>
          <p:cNvSpPr txBox="1"/>
          <p:nvPr/>
        </p:nvSpPr>
        <p:spPr>
          <a:xfrm>
            <a:off x="235320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5-label543"/>
          <p:cNvSpPr txBox="1"/>
          <p:nvPr/>
        </p:nvSpPr>
        <p:spPr>
          <a:xfrm>
            <a:off x="296722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5-line544"/>
          <p:cNvSpPr/>
          <p:nvPr/>
        </p:nvSpPr>
        <p:spPr>
          <a:xfrm flipH="1">
            <a:off x="2580883" y="3223260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5-line545"/>
          <p:cNvSpPr/>
          <p:nvPr/>
        </p:nvSpPr>
        <p:spPr>
          <a:xfrm>
            <a:off x="3241548" y="322326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5-pin546"/>
          <p:cNvSpPr/>
          <p:nvPr/>
        </p:nvSpPr>
        <p:spPr>
          <a:xfrm>
            <a:off x="318668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5-word547"/>
          <p:cNvSpPr txBox="1"/>
          <p:nvPr/>
        </p:nvSpPr>
        <p:spPr>
          <a:xfrm>
            <a:off x="6254496" y="235458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 thirty.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8시 30분에 학교에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오고, 잠자리에 들어요</a:t>
            </a:r>
            <a:endParaRPr lang="ko-KR" sz="4000" dirty="0"/>
          </a:p>
        </p:txBody>
      </p:sp>
      <p:sp>
        <p:nvSpPr>
          <p:cNvPr id="3" name="S06-card548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49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home at three.</a:t>
            </a:r>
            <a:endParaRPr lang="ko-KR" sz="2800" dirty="0"/>
          </a:p>
        </p:txBody>
      </p:sp>
      <p:sp>
        <p:nvSpPr>
          <p:cNvPr id="5" name="S06-card550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551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bed at nine thirty.</a:t>
            </a:r>
            <a:endParaRPr lang="ko-KR" sz="2800" dirty="0"/>
          </a:p>
        </p:txBody>
      </p:sp>
      <p:sp>
        <p:nvSpPr>
          <p:cNvPr id="7" name="S06-figure552" descr="시계: 3시"/>
          <p:cNvSpPr/>
          <p:nvPr/>
        </p:nvSpPr>
        <p:spPr>
          <a:xfrm>
            <a:off x="1687068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" name="S06-line553"/>
          <p:cNvSpPr/>
          <p:nvPr/>
        </p:nvSpPr>
        <p:spPr>
          <a:xfrm>
            <a:off x="3241548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line554"/>
          <p:cNvSpPr/>
          <p:nvPr/>
        </p:nvSpPr>
        <p:spPr>
          <a:xfrm flipH="1">
            <a:off x="3392088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555"/>
          <p:cNvSpPr/>
          <p:nvPr/>
        </p:nvSpPr>
        <p:spPr>
          <a:xfrm flipH="1">
            <a:off x="354097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556"/>
          <p:cNvSpPr/>
          <p:nvPr/>
        </p:nvSpPr>
        <p:spPr>
          <a:xfrm flipH="1">
            <a:off x="3686588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6-line557"/>
          <p:cNvSpPr/>
          <p:nvPr/>
        </p:nvSpPr>
        <p:spPr>
          <a:xfrm flipH="1">
            <a:off x="3827322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558"/>
          <p:cNvSpPr/>
          <p:nvPr/>
        </p:nvSpPr>
        <p:spPr>
          <a:xfrm flipH="1">
            <a:off x="3915004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6-line559"/>
          <p:cNvSpPr/>
          <p:nvPr/>
        </p:nvSpPr>
        <p:spPr>
          <a:xfrm flipH="1">
            <a:off x="4088065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560"/>
          <p:cNvSpPr/>
          <p:nvPr/>
        </p:nvSpPr>
        <p:spPr>
          <a:xfrm flipH="1">
            <a:off x="4205217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6-line561"/>
          <p:cNvSpPr/>
          <p:nvPr/>
        </p:nvSpPr>
        <p:spPr>
          <a:xfrm flipH="1">
            <a:off x="4311810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6-line562"/>
          <p:cNvSpPr/>
          <p:nvPr/>
        </p:nvSpPr>
        <p:spPr>
          <a:xfrm flipH="1">
            <a:off x="440667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563"/>
          <p:cNvSpPr/>
          <p:nvPr/>
        </p:nvSpPr>
        <p:spPr>
          <a:xfrm flipH="1">
            <a:off x="4408007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6-line564"/>
          <p:cNvSpPr/>
          <p:nvPr/>
        </p:nvSpPr>
        <p:spPr>
          <a:xfrm flipH="1">
            <a:off x="4557218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565"/>
          <p:cNvSpPr/>
          <p:nvPr/>
        </p:nvSpPr>
        <p:spPr>
          <a:xfrm flipH="1">
            <a:off x="4611241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566"/>
          <p:cNvSpPr/>
          <p:nvPr/>
        </p:nvSpPr>
        <p:spPr>
          <a:xfrm flipH="1">
            <a:off x="4650257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6-line567"/>
          <p:cNvSpPr/>
          <p:nvPr/>
        </p:nvSpPr>
        <p:spPr>
          <a:xfrm flipH="1">
            <a:off x="467383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568"/>
          <p:cNvSpPr/>
          <p:nvPr/>
        </p:nvSpPr>
        <p:spPr>
          <a:xfrm flipH="1">
            <a:off x="4588459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6-line569"/>
          <p:cNvSpPr/>
          <p:nvPr/>
        </p:nvSpPr>
        <p:spPr>
          <a:xfrm flipH="1" flipV="1">
            <a:off x="467383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570"/>
          <p:cNvSpPr/>
          <p:nvPr/>
        </p:nvSpPr>
        <p:spPr>
          <a:xfrm flipH="1" flipV="1">
            <a:off x="4650257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6-line571"/>
          <p:cNvSpPr/>
          <p:nvPr/>
        </p:nvSpPr>
        <p:spPr>
          <a:xfrm flipH="1" flipV="1">
            <a:off x="4611241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6-line572"/>
          <p:cNvSpPr/>
          <p:nvPr/>
        </p:nvSpPr>
        <p:spPr>
          <a:xfrm flipH="1" flipV="1">
            <a:off x="4557218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573"/>
          <p:cNvSpPr/>
          <p:nvPr/>
        </p:nvSpPr>
        <p:spPr>
          <a:xfrm flipH="1" flipV="1">
            <a:off x="4408007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6-line574"/>
          <p:cNvSpPr/>
          <p:nvPr/>
        </p:nvSpPr>
        <p:spPr>
          <a:xfrm flipH="1" flipV="1">
            <a:off x="440667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575"/>
          <p:cNvSpPr/>
          <p:nvPr/>
        </p:nvSpPr>
        <p:spPr>
          <a:xfrm flipH="1" flipV="1">
            <a:off x="4311810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576"/>
          <p:cNvSpPr/>
          <p:nvPr/>
        </p:nvSpPr>
        <p:spPr>
          <a:xfrm flipH="1" flipV="1">
            <a:off x="4205217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6-line577"/>
          <p:cNvSpPr/>
          <p:nvPr/>
        </p:nvSpPr>
        <p:spPr>
          <a:xfrm flipH="1" flipV="1">
            <a:off x="4088065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578"/>
          <p:cNvSpPr/>
          <p:nvPr/>
        </p:nvSpPr>
        <p:spPr>
          <a:xfrm flipH="1" flipV="1">
            <a:off x="3915004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6-line579"/>
          <p:cNvSpPr/>
          <p:nvPr/>
        </p:nvSpPr>
        <p:spPr>
          <a:xfrm flipH="1" flipV="1">
            <a:off x="3827322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580"/>
          <p:cNvSpPr/>
          <p:nvPr/>
        </p:nvSpPr>
        <p:spPr>
          <a:xfrm flipH="1" flipV="1">
            <a:off x="3686588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6-line581"/>
          <p:cNvSpPr/>
          <p:nvPr/>
        </p:nvSpPr>
        <p:spPr>
          <a:xfrm flipH="1" flipV="1">
            <a:off x="354097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6-line582"/>
          <p:cNvSpPr/>
          <p:nvPr/>
        </p:nvSpPr>
        <p:spPr>
          <a:xfrm flipH="1" flipV="1">
            <a:off x="3392088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583"/>
          <p:cNvSpPr/>
          <p:nvPr/>
        </p:nvSpPr>
        <p:spPr>
          <a:xfrm flipV="1">
            <a:off x="3241548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06-line584"/>
          <p:cNvSpPr/>
          <p:nvPr/>
        </p:nvSpPr>
        <p:spPr>
          <a:xfrm flipV="1">
            <a:off x="308288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585"/>
          <p:cNvSpPr/>
          <p:nvPr/>
        </p:nvSpPr>
        <p:spPr>
          <a:xfrm flipV="1">
            <a:off x="292595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586"/>
          <p:cNvSpPr/>
          <p:nvPr/>
        </p:nvSpPr>
        <p:spPr>
          <a:xfrm flipV="1">
            <a:off x="2772490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6-line587"/>
          <p:cNvSpPr/>
          <p:nvPr/>
        </p:nvSpPr>
        <p:spPr>
          <a:xfrm flipV="1">
            <a:off x="2624161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588"/>
          <p:cNvSpPr/>
          <p:nvPr/>
        </p:nvSpPr>
        <p:spPr>
          <a:xfrm flipV="1">
            <a:off x="2482596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06-line589"/>
          <p:cNvSpPr/>
          <p:nvPr/>
        </p:nvSpPr>
        <p:spPr>
          <a:xfrm flipV="1">
            <a:off x="2349346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590"/>
          <p:cNvSpPr/>
          <p:nvPr/>
        </p:nvSpPr>
        <p:spPr>
          <a:xfrm flipV="1">
            <a:off x="2225872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6-line591"/>
          <p:cNvSpPr/>
          <p:nvPr/>
        </p:nvSpPr>
        <p:spPr>
          <a:xfrm flipV="1">
            <a:off x="2113525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6-line592"/>
          <p:cNvSpPr/>
          <p:nvPr/>
        </p:nvSpPr>
        <p:spPr>
          <a:xfrm flipV="1">
            <a:off x="201353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593"/>
          <p:cNvSpPr/>
          <p:nvPr/>
        </p:nvSpPr>
        <p:spPr>
          <a:xfrm flipV="1">
            <a:off x="1927005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06-line594"/>
          <p:cNvSpPr/>
          <p:nvPr/>
        </p:nvSpPr>
        <p:spPr>
          <a:xfrm flipV="1">
            <a:off x="18548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595"/>
          <p:cNvSpPr/>
          <p:nvPr/>
        </p:nvSpPr>
        <p:spPr>
          <a:xfrm flipV="1">
            <a:off x="1797936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596"/>
          <p:cNvSpPr/>
          <p:nvPr/>
        </p:nvSpPr>
        <p:spPr>
          <a:xfrm flipV="1">
            <a:off x="1756814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6-line597"/>
          <p:cNvSpPr/>
          <p:nvPr/>
        </p:nvSpPr>
        <p:spPr>
          <a:xfrm flipV="1">
            <a:off x="173195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598"/>
          <p:cNvSpPr/>
          <p:nvPr/>
        </p:nvSpPr>
        <p:spPr>
          <a:xfrm>
            <a:off x="1723644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06-line599"/>
          <p:cNvSpPr/>
          <p:nvPr/>
        </p:nvSpPr>
        <p:spPr>
          <a:xfrm>
            <a:off x="173195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600"/>
          <p:cNvSpPr/>
          <p:nvPr/>
        </p:nvSpPr>
        <p:spPr>
          <a:xfrm>
            <a:off x="1756814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6-line601"/>
          <p:cNvSpPr/>
          <p:nvPr/>
        </p:nvSpPr>
        <p:spPr>
          <a:xfrm>
            <a:off x="1797936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6-line602"/>
          <p:cNvSpPr/>
          <p:nvPr/>
        </p:nvSpPr>
        <p:spPr>
          <a:xfrm>
            <a:off x="18548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603"/>
          <p:cNvSpPr/>
          <p:nvPr/>
        </p:nvSpPr>
        <p:spPr>
          <a:xfrm>
            <a:off x="1927005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9" name="S06-line604"/>
          <p:cNvSpPr/>
          <p:nvPr/>
        </p:nvSpPr>
        <p:spPr>
          <a:xfrm>
            <a:off x="201353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605"/>
          <p:cNvSpPr/>
          <p:nvPr/>
        </p:nvSpPr>
        <p:spPr>
          <a:xfrm>
            <a:off x="2113525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606"/>
          <p:cNvSpPr/>
          <p:nvPr/>
        </p:nvSpPr>
        <p:spPr>
          <a:xfrm>
            <a:off x="2225872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6-line607"/>
          <p:cNvSpPr/>
          <p:nvPr/>
        </p:nvSpPr>
        <p:spPr>
          <a:xfrm>
            <a:off x="2349346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608"/>
          <p:cNvSpPr/>
          <p:nvPr/>
        </p:nvSpPr>
        <p:spPr>
          <a:xfrm>
            <a:off x="2482596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06-line609"/>
          <p:cNvSpPr/>
          <p:nvPr/>
        </p:nvSpPr>
        <p:spPr>
          <a:xfrm>
            <a:off x="2624161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ine610"/>
          <p:cNvSpPr/>
          <p:nvPr/>
        </p:nvSpPr>
        <p:spPr>
          <a:xfrm>
            <a:off x="2772490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6-line611"/>
          <p:cNvSpPr/>
          <p:nvPr/>
        </p:nvSpPr>
        <p:spPr>
          <a:xfrm>
            <a:off x="292595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6-line612"/>
          <p:cNvSpPr/>
          <p:nvPr/>
        </p:nvSpPr>
        <p:spPr>
          <a:xfrm>
            <a:off x="308288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6-label613"/>
          <p:cNvSpPr txBox="1"/>
          <p:nvPr/>
        </p:nvSpPr>
        <p:spPr>
          <a:xfrm>
            <a:off x="358124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9" name="S06-label614"/>
          <p:cNvSpPr txBox="1"/>
          <p:nvPr/>
        </p:nvSpPr>
        <p:spPr>
          <a:xfrm>
            <a:off x="403074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70" name="S06-label615"/>
          <p:cNvSpPr txBox="1"/>
          <p:nvPr/>
        </p:nvSpPr>
        <p:spPr>
          <a:xfrm>
            <a:off x="4195267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71" name="S06-label616"/>
          <p:cNvSpPr txBox="1"/>
          <p:nvPr/>
        </p:nvSpPr>
        <p:spPr>
          <a:xfrm>
            <a:off x="403074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2" name="S06-label617"/>
          <p:cNvSpPr txBox="1"/>
          <p:nvPr/>
        </p:nvSpPr>
        <p:spPr>
          <a:xfrm>
            <a:off x="358124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3" name="S06-label618"/>
          <p:cNvSpPr txBox="1"/>
          <p:nvPr/>
        </p:nvSpPr>
        <p:spPr>
          <a:xfrm>
            <a:off x="2967228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4" name="S06-label619"/>
          <p:cNvSpPr txBox="1"/>
          <p:nvPr/>
        </p:nvSpPr>
        <p:spPr>
          <a:xfrm>
            <a:off x="235320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5" name="S06-label620"/>
          <p:cNvSpPr txBox="1"/>
          <p:nvPr/>
        </p:nvSpPr>
        <p:spPr>
          <a:xfrm>
            <a:off x="1903715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6" name="S06-label621"/>
          <p:cNvSpPr txBox="1"/>
          <p:nvPr/>
        </p:nvSpPr>
        <p:spPr>
          <a:xfrm>
            <a:off x="1739189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7" name="S06-label622"/>
          <p:cNvSpPr txBox="1"/>
          <p:nvPr/>
        </p:nvSpPr>
        <p:spPr>
          <a:xfrm>
            <a:off x="1903715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8" name="S06-label623"/>
          <p:cNvSpPr txBox="1"/>
          <p:nvPr/>
        </p:nvSpPr>
        <p:spPr>
          <a:xfrm>
            <a:off x="235320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9" name="S06-label624"/>
          <p:cNvSpPr txBox="1"/>
          <p:nvPr/>
        </p:nvSpPr>
        <p:spPr>
          <a:xfrm>
            <a:off x="2967228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80" name="S06-line625"/>
          <p:cNvSpPr/>
          <p:nvPr/>
        </p:nvSpPr>
        <p:spPr>
          <a:xfrm>
            <a:off x="3241548" y="299808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1" name="S06-line626"/>
          <p:cNvSpPr/>
          <p:nvPr/>
        </p:nvSpPr>
        <p:spPr>
          <a:xfrm flipV="1">
            <a:off x="3241548" y="200322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2" name="S06-pin627"/>
          <p:cNvSpPr/>
          <p:nvPr/>
        </p:nvSpPr>
        <p:spPr>
          <a:xfrm>
            <a:off x="3186684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06-label628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2200" dirty="0"/>
          </a:p>
        </p:txBody>
      </p:sp>
      <p:sp>
        <p:nvSpPr>
          <p:cNvPr id="84" name="S06-figure629" descr="시계: 9시 30분"/>
          <p:cNvSpPr/>
          <p:nvPr/>
        </p:nvSpPr>
        <p:spPr>
          <a:xfrm>
            <a:off x="7392924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6-line630"/>
          <p:cNvSpPr/>
          <p:nvPr/>
        </p:nvSpPr>
        <p:spPr>
          <a:xfrm>
            <a:off x="8947404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6-line631"/>
          <p:cNvSpPr/>
          <p:nvPr/>
        </p:nvSpPr>
        <p:spPr>
          <a:xfrm flipH="1">
            <a:off x="909794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632"/>
          <p:cNvSpPr/>
          <p:nvPr/>
        </p:nvSpPr>
        <p:spPr>
          <a:xfrm flipH="1">
            <a:off x="924683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633"/>
          <p:cNvSpPr/>
          <p:nvPr/>
        </p:nvSpPr>
        <p:spPr>
          <a:xfrm flipH="1">
            <a:off x="9392444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6-line634"/>
          <p:cNvSpPr/>
          <p:nvPr/>
        </p:nvSpPr>
        <p:spPr>
          <a:xfrm flipH="1">
            <a:off x="9533178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635"/>
          <p:cNvSpPr/>
          <p:nvPr/>
        </p:nvSpPr>
        <p:spPr>
          <a:xfrm flipH="1">
            <a:off x="9620860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6-line636"/>
          <p:cNvSpPr/>
          <p:nvPr/>
        </p:nvSpPr>
        <p:spPr>
          <a:xfrm flipH="1">
            <a:off x="9793921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637"/>
          <p:cNvSpPr/>
          <p:nvPr/>
        </p:nvSpPr>
        <p:spPr>
          <a:xfrm flipH="1">
            <a:off x="9911073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638"/>
          <p:cNvSpPr/>
          <p:nvPr/>
        </p:nvSpPr>
        <p:spPr>
          <a:xfrm flipH="1">
            <a:off x="10017666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6-line639"/>
          <p:cNvSpPr/>
          <p:nvPr/>
        </p:nvSpPr>
        <p:spPr>
          <a:xfrm flipH="1">
            <a:off x="1011253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640"/>
          <p:cNvSpPr/>
          <p:nvPr/>
        </p:nvSpPr>
        <p:spPr>
          <a:xfrm flipH="1">
            <a:off x="10113863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6-line641"/>
          <p:cNvSpPr/>
          <p:nvPr/>
        </p:nvSpPr>
        <p:spPr>
          <a:xfrm flipH="1">
            <a:off x="102630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642"/>
          <p:cNvSpPr/>
          <p:nvPr/>
        </p:nvSpPr>
        <p:spPr>
          <a:xfrm flipH="1">
            <a:off x="10317097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643"/>
          <p:cNvSpPr/>
          <p:nvPr/>
        </p:nvSpPr>
        <p:spPr>
          <a:xfrm flipH="1">
            <a:off x="10356113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6-line644"/>
          <p:cNvSpPr/>
          <p:nvPr/>
        </p:nvSpPr>
        <p:spPr>
          <a:xfrm flipH="1">
            <a:off x="1037969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645"/>
          <p:cNvSpPr/>
          <p:nvPr/>
        </p:nvSpPr>
        <p:spPr>
          <a:xfrm flipH="1">
            <a:off x="10294315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6-line646"/>
          <p:cNvSpPr/>
          <p:nvPr/>
        </p:nvSpPr>
        <p:spPr>
          <a:xfrm flipH="1" flipV="1">
            <a:off x="1037969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647"/>
          <p:cNvSpPr/>
          <p:nvPr/>
        </p:nvSpPr>
        <p:spPr>
          <a:xfrm flipH="1" flipV="1">
            <a:off x="10356113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648"/>
          <p:cNvSpPr/>
          <p:nvPr/>
        </p:nvSpPr>
        <p:spPr>
          <a:xfrm flipH="1" flipV="1">
            <a:off x="10317097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6-line649"/>
          <p:cNvSpPr/>
          <p:nvPr/>
        </p:nvSpPr>
        <p:spPr>
          <a:xfrm flipH="1" flipV="1">
            <a:off x="102630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650"/>
          <p:cNvSpPr/>
          <p:nvPr/>
        </p:nvSpPr>
        <p:spPr>
          <a:xfrm flipH="1" flipV="1">
            <a:off x="10113863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6-line651"/>
          <p:cNvSpPr/>
          <p:nvPr/>
        </p:nvSpPr>
        <p:spPr>
          <a:xfrm flipH="1" flipV="1">
            <a:off x="1011253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652"/>
          <p:cNvSpPr/>
          <p:nvPr/>
        </p:nvSpPr>
        <p:spPr>
          <a:xfrm flipH="1" flipV="1">
            <a:off x="10017666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653"/>
          <p:cNvSpPr/>
          <p:nvPr/>
        </p:nvSpPr>
        <p:spPr>
          <a:xfrm flipH="1" flipV="1">
            <a:off x="9911073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6-line654"/>
          <p:cNvSpPr/>
          <p:nvPr/>
        </p:nvSpPr>
        <p:spPr>
          <a:xfrm flipH="1" flipV="1">
            <a:off x="9793921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655"/>
          <p:cNvSpPr/>
          <p:nvPr/>
        </p:nvSpPr>
        <p:spPr>
          <a:xfrm flipH="1" flipV="1">
            <a:off x="9620860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6-line656"/>
          <p:cNvSpPr/>
          <p:nvPr/>
        </p:nvSpPr>
        <p:spPr>
          <a:xfrm flipH="1" flipV="1">
            <a:off x="9533178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657"/>
          <p:cNvSpPr/>
          <p:nvPr/>
        </p:nvSpPr>
        <p:spPr>
          <a:xfrm flipH="1" flipV="1">
            <a:off x="9392444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658"/>
          <p:cNvSpPr/>
          <p:nvPr/>
        </p:nvSpPr>
        <p:spPr>
          <a:xfrm flipH="1" flipV="1">
            <a:off x="924683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6-line659"/>
          <p:cNvSpPr/>
          <p:nvPr/>
        </p:nvSpPr>
        <p:spPr>
          <a:xfrm flipH="1" flipV="1">
            <a:off x="909794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660"/>
          <p:cNvSpPr/>
          <p:nvPr/>
        </p:nvSpPr>
        <p:spPr>
          <a:xfrm flipV="1">
            <a:off x="8947404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6-line661"/>
          <p:cNvSpPr/>
          <p:nvPr/>
        </p:nvSpPr>
        <p:spPr>
          <a:xfrm flipV="1">
            <a:off x="8788740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662"/>
          <p:cNvSpPr/>
          <p:nvPr/>
        </p:nvSpPr>
        <p:spPr>
          <a:xfrm flipV="1">
            <a:off x="863181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663"/>
          <p:cNvSpPr/>
          <p:nvPr/>
        </p:nvSpPr>
        <p:spPr>
          <a:xfrm flipV="1">
            <a:off x="8478346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6-line664"/>
          <p:cNvSpPr/>
          <p:nvPr/>
        </p:nvSpPr>
        <p:spPr>
          <a:xfrm flipV="1">
            <a:off x="8330017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665"/>
          <p:cNvSpPr/>
          <p:nvPr/>
        </p:nvSpPr>
        <p:spPr>
          <a:xfrm flipV="1">
            <a:off x="8188452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6-line666"/>
          <p:cNvSpPr/>
          <p:nvPr/>
        </p:nvSpPr>
        <p:spPr>
          <a:xfrm flipV="1">
            <a:off x="8055202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667"/>
          <p:cNvSpPr/>
          <p:nvPr/>
        </p:nvSpPr>
        <p:spPr>
          <a:xfrm flipV="1">
            <a:off x="7931728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6-line668"/>
          <p:cNvSpPr/>
          <p:nvPr/>
        </p:nvSpPr>
        <p:spPr>
          <a:xfrm flipV="1">
            <a:off x="7819381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6-line669"/>
          <p:cNvSpPr/>
          <p:nvPr/>
        </p:nvSpPr>
        <p:spPr>
          <a:xfrm flipV="1">
            <a:off x="771939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670"/>
          <p:cNvSpPr/>
          <p:nvPr/>
        </p:nvSpPr>
        <p:spPr>
          <a:xfrm flipV="1">
            <a:off x="7632861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6-line671"/>
          <p:cNvSpPr/>
          <p:nvPr/>
        </p:nvSpPr>
        <p:spPr>
          <a:xfrm flipV="1">
            <a:off x="7560730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672"/>
          <p:cNvSpPr/>
          <p:nvPr/>
        </p:nvSpPr>
        <p:spPr>
          <a:xfrm flipV="1">
            <a:off x="7503792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6-line673"/>
          <p:cNvSpPr/>
          <p:nvPr/>
        </p:nvSpPr>
        <p:spPr>
          <a:xfrm flipV="1">
            <a:off x="7462670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6-line674"/>
          <p:cNvSpPr/>
          <p:nvPr/>
        </p:nvSpPr>
        <p:spPr>
          <a:xfrm flipV="1">
            <a:off x="743781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675"/>
          <p:cNvSpPr/>
          <p:nvPr/>
        </p:nvSpPr>
        <p:spPr>
          <a:xfrm>
            <a:off x="7429500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6-line676"/>
          <p:cNvSpPr/>
          <p:nvPr/>
        </p:nvSpPr>
        <p:spPr>
          <a:xfrm>
            <a:off x="743781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677"/>
          <p:cNvSpPr/>
          <p:nvPr/>
        </p:nvSpPr>
        <p:spPr>
          <a:xfrm>
            <a:off x="7462670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6-line678"/>
          <p:cNvSpPr/>
          <p:nvPr/>
        </p:nvSpPr>
        <p:spPr>
          <a:xfrm>
            <a:off x="7503792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6-line679"/>
          <p:cNvSpPr/>
          <p:nvPr/>
        </p:nvSpPr>
        <p:spPr>
          <a:xfrm>
            <a:off x="7560730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680"/>
          <p:cNvSpPr/>
          <p:nvPr/>
        </p:nvSpPr>
        <p:spPr>
          <a:xfrm>
            <a:off x="7632861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6-line681"/>
          <p:cNvSpPr/>
          <p:nvPr/>
        </p:nvSpPr>
        <p:spPr>
          <a:xfrm>
            <a:off x="771939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682"/>
          <p:cNvSpPr/>
          <p:nvPr/>
        </p:nvSpPr>
        <p:spPr>
          <a:xfrm>
            <a:off x="7819381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6-line683"/>
          <p:cNvSpPr/>
          <p:nvPr/>
        </p:nvSpPr>
        <p:spPr>
          <a:xfrm>
            <a:off x="7931728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6-line684"/>
          <p:cNvSpPr/>
          <p:nvPr/>
        </p:nvSpPr>
        <p:spPr>
          <a:xfrm>
            <a:off x="8055202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685"/>
          <p:cNvSpPr/>
          <p:nvPr/>
        </p:nvSpPr>
        <p:spPr>
          <a:xfrm>
            <a:off x="8188452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6-line686"/>
          <p:cNvSpPr/>
          <p:nvPr/>
        </p:nvSpPr>
        <p:spPr>
          <a:xfrm>
            <a:off x="8330017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ine687"/>
          <p:cNvSpPr/>
          <p:nvPr/>
        </p:nvSpPr>
        <p:spPr>
          <a:xfrm>
            <a:off x="8478346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6-line688"/>
          <p:cNvSpPr/>
          <p:nvPr/>
        </p:nvSpPr>
        <p:spPr>
          <a:xfrm>
            <a:off x="863181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6-line689"/>
          <p:cNvSpPr/>
          <p:nvPr/>
        </p:nvSpPr>
        <p:spPr>
          <a:xfrm>
            <a:off x="8788740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6-label690"/>
          <p:cNvSpPr txBox="1"/>
          <p:nvPr/>
        </p:nvSpPr>
        <p:spPr>
          <a:xfrm>
            <a:off x="928710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6" name="S06-label691"/>
          <p:cNvSpPr txBox="1"/>
          <p:nvPr/>
        </p:nvSpPr>
        <p:spPr>
          <a:xfrm>
            <a:off x="9736597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7" name="S06-label692"/>
          <p:cNvSpPr txBox="1"/>
          <p:nvPr/>
        </p:nvSpPr>
        <p:spPr>
          <a:xfrm>
            <a:off x="9901123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8" name="S06-label693"/>
          <p:cNvSpPr txBox="1"/>
          <p:nvPr/>
        </p:nvSpPr>
        <p:spPr>
          <a:xfrm>
            <a:off x="9736597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9" name="S06-label694"/>
          <p:cNvSpPr txBox="1"/>
          <p:nvPr/>
        </p:nvSpPr>
        <p:spPr>
          <a:xfrm>
            <a:off x="928710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50" name="S06-label695"/>
          <p:cNvSpPr txBox="1"/>
          <p:nvPr/>
        </p:nvSpPr>
        <p:spPr>
          <a:xfrm>
            <a:off x="8673084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51" name="S06-label696"/>
          <p:cNvSpPr txBox="1"/>
          <p:nvPr/>
        </p:nvSpPr>
        <p:spPr>
          <a:xfrm>
            <a:off x="805906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2" name="S06-label697"/>
          <p:cNvSpPr txBox="1"/>
          <p:nvPr/>
        </p:nvSpPr>
        <p:spPr>
          <a:xfrm>
            <a:off x="760957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3" name="S06-label698"/>
          <p:cNvSpPr txBox="1"/>
          <p:nvPr/>
        </p:nvSpPr>
        <p:spPr>
          <a:xfrm>
            <a:off x="7445045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4" name="S06-label699"/>
          <p:cNvSpPr txBox="1"/>
          <p:nvPr/>
        </p:nvSpPr>
        <p:spPr>
          <a:xfrm>
            <a:off x="760957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5" name="S06-label700"/>
          <p:cNvSpPr txBox="1"/>
          <p:nvPr/>
        </p:nvSpPr>
        <p:spPr>
          <a:xfrm>
            <a:off x="805906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6" name="S06-label701"/>
          <p:cNvSpPr txBox="1"/>
          <p:nvPr/>
        </p:nvSpPr>
        <p:spPr>
          <a:xfrm>
            <a:off x="8673084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7" name="S06-line702"/>
          <p:cNvSpPr/>
          <p:nvPr/>
        </p:nvSpPr>
        <p:spPr>
          <a:xfrm flipH="1" flipV="1">
            <a:off x="8286739" y="2821064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6-line703"/>
          <p:cNvSpPr/>
          <p:nvPr/>
        </p:nvSpPr>
        <p:spPr>
          <a:xfrm>
            <a:off x="8947404" y="299808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6-pin704"/>
          <p:cNvSpPr/>
          <p:nvPr/>
        </p:nvSpPr>
        <p:spPr>
          <a:xfrm>
            <a:off x="8892540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06-label705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bed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보고 말해요</a:t>
            </a:r>
            <a:endParaRPr lang="ko-KR" sz="4000" dirty="0"/>
          </a:p>
        </p:txBody>
      </p:sp>
      <p:sp>
        <p:nvSpPr>
          <p:cNvPr id="3" name="S07-text7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시계를 보고 I ~ at ~. 문장으로 말해요.</a:t>
            </a:r>
            <a:endParaRPr lang="ko-KR" sz="2800" dirty="0"/>
          </a:p>
        </p:txBody>
      </p:sp>
      <p:sp>
        <p:nvSpPr>
          <p:cNvPr id="4" name="S07-chip707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7-word708"/>
          <p:cNvSpPr txBox="1"/>
          <p:nvPr/>
        </p:nvSpPr>
        <p:spPr>
          <a:xfrm>
            <a:off x="1344168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up</a:t>
            </a:r>
            <a:endParaRPr lang="ko-KR" sz="3200" dirty="0"/>
          </a:p>
        </p:txBody>
      </p:sp>
      <p:sp>
        <p:nvSpPr>
          <p:cNvPr id="6" name="S07-figure709" descr="시계: 6시 30분"/>
          <p:cNvSpPr/>
          <p:nvPr/>
        </p:nvSpPr>
        <p:spPr>
          <a:xfrm>
            <a:off x="3843909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7-line710"/>
          <p:cNvSpPr/>
          <p:nvPr/>
        </p:nvSpPr>
        <p:spPr>
          <a:xfrm>
            <a:off x="4849749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7-line711"/>
          <p:cNvSpPr/>
          <p:nvPr/>
        </p:nvSpPr>
        <p:spPr>
          <a:xfrm flipH="1">
            <a:off x="4945808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712"/>
          <p:cNvSpPr/>
          <p:nvPr/>
        </p:nvSpPr>
        <p:spPr>
          <a:xfrm flipH="1">
            <a:off x="504081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713"/>
          <p:cNvSpPr/>
          <p:nvPr/>
        </p:nvSpPr>
        <p:spPr>
          <a:xfrm flipH="1">
            <a:off x="5133727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714"/>
          <p:cNvSpPr/>
          <p:nvPr/>
        </p:nvSpPr>
        <p:spPr>
          <a:xfrm flipH="1">
            <a:off x="5223529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715"/>
          <p:cNvSpPr/>
          <p:nvPr/>
        </p:nvSpPr>
        <p:spPr>
          <a:xfrm flipH="1">
            <a:off x="5279060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7-line716"/>
          <p:cNvSpPr/>
          <p:nvPr/>
        </p:nvSpPr>
        <p:spPr>
          <a:xfrm flipH="1">
            <a:off x="5389907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717"/>
          <p:cNvSpPr/>
          <p:nvPr/>
        </p:nvSpPr>
        <p:spPr>
          <a:xfrm flipH="1">
            <a:off x="546466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718"/>
          <p:cNvSpPr/>
          <p:nvPr/>
        </p:nvSpPr>
        <p:spPr>
          <a:xfrm flipH="1">
            <a:off x="5532678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719"/>
          <p:cNvSpPr/>
          <p:nvPr/>
        </p:nvSpPr>
        <p:spPr>
          <a:xfrm flipH="1">
            <a:off x="5593213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720"/>
          <p:cNvSpPr/>
          <p:nvPr/>
        </p:nvSpPr>
        <p:spPr>
          <a:xfrm flipH="1">
            <a:off x="5593337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line721"/>
          <p:cNvSpPr/>
          <p:nvPr/>
        </p:nvSpPr>
        <p:spPr>
          <a:xfrm flipH="1">
            <a:off x="568927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722"/>
          <p:cNvSpPr/>
          <p:nvPr/>
        </p:nvSpPr>
        <p:spPr>
          <a:xfrm flipH="1">
            <a:off x="572374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723"/>
          <p:cNvSpPr/>
          <p:nvPr/>
        </p:nvSpPr>
        <p:spPr>
          <a:xfrm flipH="1">
            <a:off x="5748639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724"/>
          <p:cNvSpPr/>
          <p:nvPr/>
        </p:nvSpPr>
        <p:spPr>
          <a:xfrm flipH="1">
            <a:off x="5763687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725"/>
          <p:cNvSpPr/>
          <p:nvPr/>
        </p:nvSpPr>
        <p:spPr>
          <a:xfrm flipH="1">
            <a:off x="570837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7-line726"/>
          <p:cNvSpPr/>
          <p:nvPr/>
        </p:nvSpPr>
        <p:spPr>
          <a:xfrm flipH="1" flipV="1">
            <a:off x="5763687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727"/>
          <p:cNvSpPr/>
          <p:nvPr/>
        </p:nvSpPr>
        <p:spPr>
          <a:xfrm flipH="1" flipV="1">
            <a:off x="5748639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728"/>
          <p:cNvSpPr/>
          <p:nvPr/>
        </p:nvSpPr>
        <p:spPr>
          <a:xfrm flipH="1" flipV="1">
            <a:off x="572374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729"/>
          <p:cNvSpPr/>
          <p:nvPr/>
        </p:nvSpPr>
        <p:spPr>
          <a:xfrm flipH="1" flipV="1">
            <a:off x="568927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730"/>
          <p:cNvSpPr/>
          <p:nvPr/>
        </p:nvSpPr>
        <p:spPr>
          <a:xfrm flipH="1" flipV="1">
            <a:off x="5593337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7-line731"/>
          <p:cNvSpPr/>
          <p:nvPr/>
        </p:nvSpPr>
        <p:spPr>
          <a:xfrm flipH="1" flipV="1">
            <a:off x="5593213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732"/>
          <p:cNvSpPr/>
          <p:nvPr/>
        </p:nvSpPr>
        <p:spPr>
          <a:xfrm flipH="1" flipV="1">
            <a:off x="5532678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733"/>
          <p:cNvSpPr/>
          <p:nvPr/>
        </p:nvSpPr>
        <p:spPr>
          <a:xfrm flipH="1" flipV="1">
            <a:off x="546466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734"/>
          <p:cNvSpPr/>
          <p:nvPr/>
        </p:nvSpPr>
        <p:spPr>
          <a:xfrm flipH="1" flipV="1">
            <a:off x="5389907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735"/>
          <p:cNvSpPr/>
          <p:nvPr/>
        </p:nvSpPr>
        <p:spPr>
          <a:xfrm flipH="1" flipV="1">
            <a:off x="5279060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7-line736"/>
          <p:cNvSpPr/>
          <p:nvPr/>
        </p:nvSpPr>
        <p:spPr>
          <a:xfrm flipH="1" flipV="1">
            <a:off x="5223529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737"/>
          <p:cNvSpPr/>
          <p:nvPr/>
        </p:nvSpPr>
        <p:spPr>
          <a:xfrm flipH="1" flipV="1">
            <a:off x="5133727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738"/>
          <p:cNvSpPr/>
          <p:nvPr/>
        </p:nvSpPr>
        <p:spPr>
          <a:xfrm flipH="1" flipV="1">
            <a:off x="504081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739"/>
          <p:cNvSpPr/>
          <p:nvPr/>
        </p:nvSpPr>
        <p:spPr>
          <a:xfrm flipH="1" flipV="1">
            <a:off x="4945808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740"/>
          <p:cNvSpPr/>
          <p:nvPr/>
        </p:nvSpPr>
        <p:spPr>
          <a:xfrm flipV="1">
            <a:off x="4849749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7-line741"/>
          <p:cNvSpPr/>
          <p:nvPr/>
        </p:nvSpPr>
        <p:spPr>
          <a:xfrm flipV="1">
            <a:off x="4748433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742"/>
          <p:cNvSpPr/>
          <p:nvPr/>
        </p:nvSpPr>
        <p:spPr>
          <a:xfrm flipV="1">
            <a:off x="4648228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743"/>
          <p:cNvSpPr/>
          <p:nvPr/>
        </p:nvSpPr>
        <p:spPr>
          <a:xfrm flipV="1">
            <a:off x="4550230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744"/>
          <p:cNvSpPr/>
          <p:nvPr/>
        </p:nvSpPr>
        <p:spPr>
          <a:xfrm flipV="1">
            <a:off x="4455514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745"/>
          <p:cNvSpPr/>
          <p:nvPr/>
        </p:nvSpPr>
        <p:spPr>
          <a:xfrm flipV="1">
            <a:off x="4365117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7-line746"/>
          <p:cNvSpPr/>
          <p:nvPr/>
        </p:nvSpPr>
        <p:spPr>
          <a:xfrm flipV="1">
            <a:off x="4280030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747"/>
          <p:cNvSpPr/>
          <p:nvPr/>
        </p:nvSpPr>
        <p:spPr>
          <a:xfrm flipV="1">
            <a:off x="4201185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748"/>
          <p:cNvSpPr/>
          <p:nvPr/>
        </p:nvSpPr>
        <p:spPr>
          <a:xfrm flipV="1">
            <a:off x="4129445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749"/>
          <p:cNvSpPr/>
          <p:nvPr/>
        </p:nvSpPr>
        <p:spPr>
          <a:xfrm flipV="1">
            <a:off x="4065598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750"/>
          <p:cNvSpPr/>
          <p:nvPr/>
        </p:nvSpPr>
        <p:spPr>
          <a:xfrm flipV="1">
            <a:off x="4010342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7-line751"/>
          <p:cNvSpPr/>
          <p:nvPr/>
        </p:nvSpPr>
        <p:spPr>
          <a:xfrm flipV="1">
            <a:off x="396428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752"/>
          <p:cNvSpPr/>
          <p:nvPr/>
        </p:nvSpPr>
        <p:spPr>
          <a:xfrm flipV="1">
            <a:off x="3927924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753"/>
          <p:cNvSpPr/>
          <p:nvPr/>
        </p:nvSpPr>
        <p:spPr>
          <a:xfrm flipV="1">
            <a:off x="3901666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754"/>
          <p:cNvSpPr/>
          <p:nvPr/>
        </p:nvSpPr>
        <p:spPr>
          <a:xfrm flipV="1">
            <a:off x="3885795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755"/>
          <p:cNvSpPr/>
          <p:nvPr/>
        </p:nvSpPr>
        <p:spPr>
          <a:xfrm>
            <a:off x="3880485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7-line756"/>
          <p:cNvSpPr/>
          <p:nvPr/>
        </p:nvSpPr>
        <p:spPr>
          <a:xfrm>
            <a:off x="3885795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757"/>
          <p:cNvSpPr/>
          <p:nvPr/>
        </p:nvSpPr>
        <p:spPr>
          <a:xfrm>
            <a:off x="3901666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758"/>
          <p:cNvSpPr/>
          <p:nvPr/>
        </p:nvSpPr>
        <p:spPr>
          <a:xfrm>
            <a:off x="3927924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759"/>
          <p:cNvSpPr/>
          <p:nvPr/>
        </p:nvSpPr>
        <p:spPr>
          <a:xfrm>
            <a:off x="396428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760"/>
          <p:cNvSpPr/>
          <p:nvPr/>
        </p:nvSpPr>
        <p:spPr>
          <a:xfrm>
            <a:off x="4010342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7-line761"/>
          <p:cNvSpPr/>
          <p:nvPr/>
        </p:nvSpPr>
        <p:spPr>
          <a:xfrm>
            <a:off x="4065598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762"/>
          <p:cNvSpPr/>
          <p:nvPr/>
        </p:nvSpPr>
        <p:spPr>
          <a:xfrm>
            <a:off x="4129445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763"/>
          <p:cNvSpPr/>
          <p:nvPr/>
        </p:nvSpPr>
        <p:spPr>
          <a:xfrm>
            <a:off x="4201185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764"/>
          <p:cNvSpPr/>
          <p:nvPr/>
        </p:nvSpPr>
        <p:spPr>
          <a:xfrm>
            <a:off x="4280030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765"/>
          <p:cNvSpPr/>
          <p:nvPr/>
        </p:nvSpPr>
        <p:spPr>
          <a:xfrm>
            <a:off x="4365117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7-line766"/>
          <p:cNvSpPr/>
          <p:nvPr/>
        </p:nvSpPr>
        <p:spPr>
          <a:xfrm>
            <a:off x="4455514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767"/>
          <p:cNvSpPr/>
          <p:nvPr/>
        </p:nvSpPr>
        <p:spPr>
          <a:xfrm>
            <a:off x="4550230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line768"/>
          <p:cNvSpPr/>
          <p:nvPr/>
        </p:nvSpPr>
        <p:spPr>
          <a:xfrm>
            <a:off x="4648228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ine769"/>
          <p:cNvSpPr/>
          <p:nvPr/>
        </p:nvSpPr>
        <p:spPr>
          <a:xfrm>
            <a:off x="4748433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abel770"/>
          <p:cNvSpPr txBox="1"/>
          <p:nvPr/>
        </p:nvSpPr>
        <p:spPr>
          <a:xfrm>
            <a:off x="4972736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8" name="S07-label771"/>
          <p:cNvSpPr txBox="1"/>
          <p:nvPr/>
        </p:nvSpPr>
        <p:spPr>
          <a:xfrm>
            <a:off x="5263585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9" name="S07-label772"/>
          <p:cNvSpPr txBox="1"/>
          <p:nvPr/>
        </p:nvSpPr>
        <p:spPr>
          <a:xfrm>
            <a:off x="5370043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0" name="S07-label773"/>
          <p:cNvSpPr txBox="1"/>
          <p:nvPr/>
        </p:nvSpPr>
        <p:spPr>
          <a:xfrm>
            <a:off x="5263585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1" name="S07-label774"/>
          <p:cNvSpPr txBox="1"/>
          <p:nvPr/>
        </p:nvSpPr>
        <p:spPr>
          <a:xfrm>
            <a:off x="4972736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2" name="S07-label775"/>
          <p:cNvSpPr txBox="1"/>
          <p:nvPr/>
        </p:nvSpPr>
        <p:spPr>
          <a:xfrm>
            <a:off x="4575429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3" name="S07-label776"/>
          <p:cNvSpPr txBox="1"/>
          <p:nvPr/>
        </p:nvSpPr>
        <p:spPr>
          <a:xfrm>
            <a:off x="417812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4" name="S07-label777"/>
          <p:cNvSpPr txBox="1"/>
          <p:nvPr/>
        </p:nvSpPr>
        <p:spPr>
          <a:xfrm>
            <a:off x="3887273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5" name="S07-label778"/>
          <p:cNvSpPr txBox="1"/>
          <p:nvPr/>
        </p:nvSpPr>
        <p:spPr>
          <a:xfrm>
            <a:off x="3780815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6" name="S07-label779"/>
          <p:cNvSpPr txBox="1"/>
          <p:nvPr/>
        </p:nvSpPr>
        <p:spPr>
          <a:xfrm>
            <a:off x="3887273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7" name="S07-label780"/>
          <p:cNvSpPr txBox="1"/>
          <p:nvPr/>
        </p:nvSpPr>
        <p:spPr>
          <a:xfrm>
            <a:off x="417812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8" name="S07-label781"/>
          <p:cNvSpPr txBox="1"/>
          <p:nvPr/>
        </p:nvSpPr>
        <p:spPr>
          <a:xfrm>
            <a:off x="4575429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9" name="S07-line782"/>
          <p:cNvSpPr/>
          <p:nvPr/>
        </p:nvSpPr>
        <p:spPr>
          <a:xfrm flipH="1">
            <a:off x="4735204" y="3017520"/>
            <a:ext cx="114545" cy="427489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7-line783"/>
          <p:cNvSpPr/>
          <p:nvPr/>
        </p:nvSpPr>
        <p:spPr>
          <a:xfrm>
            <a:off x="4849749" y="301752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7-pin784"/>
          <p:cNvSpPr/>
          <p:nvPr/>
        </p:nvSpPr>
        <p:spPr>
          <a:xfrm>
            <a:off x="4794885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7-chip785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3" name="S07-word786"/>
          <p:cNvSpPr txBox="1"/>
          <p:nvPr/>
        </p:nvSpPr>
        <p:spPr>
          <a:xfrm>
            <a:off x="7072884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school</a:t>
            </a:r>
            <a:endParaRPr lang="ko-KR" sz="3200" dirty="0"/>
          </a:p>
        </p:txBody>
      </p:sp>
      <p:sp>
        <p:nvSpPr>
          <p:cNvPr id="84" name="S07-figure787" descr="시계: 8시"/>
          <p:cNvSpPr/>
          <p:nvPr/>
        </p:nvSpPr>
        <p:spPr>
          <a:xfrm>
            <a:off x="9572625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7-line788"/>
          <p:cNvSpPr/>
          <p:nvPr/>
        </p:nvSpPr>
        <p:spPr>
          <a:xfrm>
            <a:off x="10578465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7-line789"/>
          <p:cNvSpPr/>
          <p:nvPr/>
        </p:nvSpPr>
        <p:spPr>
          <a:xfrm flipH="1">
            <a:off x="10674524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7-line790"/>
          <p:cNvSpPr/>
          <p:nvPr/>
        </p:nvSpPr>
        <p:spPr>
          <a:xfrm flipH="1">
            <a:off x="10769530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791"/>
          <p:cNvSpPr/>
          <p:nvPr/>
        </p:nvSpPr>
        <p:spPr>
          <a:xfrm flipH="1">
            <a:off x="10862443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792"/>
          <p:cNvSpPr/>
          <p:nvPr/>
        </p:nvSpPr>
        <p:spPr>
          <a:xfrm flipH="1">
            <a:off x="10952245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line793"/>
          <p:cNvSpPr/>
          <p:nvPr/>
        </p:nvSpPr>
        <p:spPr>
          <a:xfrm flipH="1">
            <a:off x="1100777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7-line794"/>
          <p:cNvSpPr/>
          <p:nvPr/>
        </p:nvSpPr>
        <p:spPr>
          <a:xfrm flipH="1">
            <a:off x="11118623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7-line795"/>
          <p:cNvSpPr/>
          <p:nvPr/>
        </p:nvSpPr>
        <p:spPr>
          <a:xfrm flipH="1">
            <a:off x="11193377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796"/>
          <p:cNvSpPr/>
          <p:nvPr/>
        </p:nvSpPr>
        <p:spPr>
          <a:xfrm flipH="1">
            <a:off x="1126139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797"/>
          <p:cNvSpPr/>
          <p:nvPr/>
        </p:nvSpPr>
        <p:spPr>
          <a:xfrm flipH="1">
            <a:off x="11321929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798"/>
          <p:cNvSpPr/>
          <p:nvPr/>
        </p:nvSpPr>
        <p:spPr>
          <a:xfrm flipH="1">
            <a:off x="11322053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7-line799"/>
          <p:cNvSpPr/>
          <p:nvPr/>
        </p:nvSpPr>
        <p:spPr>
          <a:xfrm flipH="1">
            <a:off x="1141798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7-line800"/>
          <p:cNvSpPr/>
          <p:nvPr/>
        </p:nvSpPr>
        <p:spPr>
          <a:xfrm flipH="1">
            <a:off x="11452459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801"/>
          <p:cNvSpPr/>
          <p:nvPr/>
        </p:nvSpPr>
        <p:spPr>
          <a:xfrm flipH="1">
            <a:off x="1147735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802"/>
          <p:cNvSpPr/>
          <p:nvPr/>
        </p:nvSpPr>
        <p:spPr>
          <a:xfrm flipH="1">
            <a:off x="11492403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line803"/>
          <p:cNvSpPr/>
          <p:nvPr/>
        </p:nvSpPr>
        <p:spPr>
          <a:xfrm flipH="1">
            <a:off x="11437087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7-line804"/>
          <p:cNvSpPr/>
          <p:nvPr/>
        </p:nvSpPr>
        <p:spPr>
          <a:xfrm flipH="1" flipV="1">
            <a:off x="11492403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7-line805"/>
          <p:cNvSpPr/>
          <p:nvPr/>
        </p:nvSpPr>
        <p:spPr>
          <a:xfrm flipH="1" flipV="1">
            <a:off x="1147735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806"/>
          <p:cNvSpPr/>
          <p:nvPr/>
        </p:nvSpPr>
        <p:spPr>
          <a:xfrm flipH="1" flipV="1">
            <a:off x="11452459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807"/>
          <p:cNvSpPr/>
          <p:nvPr/>
        </p:nvSpPr>
        <p:spPr>
          <a:xfrm flipH="1" flipV="1">
            <a:off x="1141798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808"/>
          <p:cNvSpPr/>
          <p:nvPr/>
        </p:nvSpPr>
        <p:spPr>
          <a:xfrm flipH="1" flipV="1">
            <a:off x="11322053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7-line809"/>
          <p:cNvSpPr/>
          <p:nvPr/>
        </p:nvSpPr>
        <p:spPr>
          <a:xfrm flipH="1" flipV="1">
            <a:off x="11321929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7-line810"/>
          <p:cNvSpPr/>
          <p:nvPr/>
        </p:nvSpPr>
        <p:spPr>
          <a:xfrm flipH="1" flipV="1">
            <a:off x="1126139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811"/>
          <p:cNvSpPr/>
          <p:nvPr/>
        </p:nvSpPr>
        <p:spPr>
          <a:xfrm flipH="1" flipV="1">
            <a:off x="11193377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812"/>
          <p:cNvSpPr/>
          <p:nvPr/>
        </p:nvSpPr>
        <p:spPr>
          <a:xfrm flipH="1" flipV="1">
            <a:off x="11118623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line813"/>
          <p:cNvSpPr/>
          <p:nvPr/>
        </p:nvSpPr>
        <p:spPr>
          <a:xfrm flipH="1" flipV="1">
            <a:off x="1100777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7-line814"/>
          <p:cNvSpPr/>
          <p:nvPr/>
        </p:nvSpPr>
        <p:spPr>
          <a:xfrm flipH="1" flipV="1">
            <a:off x="10952245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7-line815"/>
          <p:cNvSpPr/>
          <p:nvPr/>
        </p:nvSpPr>
        <p:spPr>
          <a:xfrm flipH="1" flipV="1">
            <a:off x="10862443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816"/>
          <p:cNvSpPr/>
          <p:nvPr/>
        </p:nvSpPr>
        <p:spPr>
          <a:xfrm flipH="1" flipV="1">
            <a:off x="10769530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817"/>
          <p:cNvSpPr/>
          <p:nvPr/>
        </p:nvSpPr>
        <p:spPr>
          <a:xfrm flipH="1" flipV="1">
            <a:off x="10674524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818"/>
          <p:cNvSpPr/>
          <p:nvPr/>
        </p:nvSpPr>
        <p:spPr>
          <a:xfrm flipV="1">
            <a:off x="10578465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7-line819"/>
          <p:cNvSpPr/>
          <p:nvPr/>
        </p:nvSpPr>
        <p:spPr>
          <a:xfrm flipV="1">
            <a:off x="10477149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7-line820"/>
          <p:cNvSpPr/>
          <p:nvPr/>
        </p:nvSpPr>
        <p:spPr>
          <a:xfrm flipV="1">
            <a:off x="1037694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821"/>
          <p:cNvSpPr/>
          <p:nvPr/>
        </p:nvSpPr>
        <p:spPr>
          <a:xfrm flipV="1">
            <a:off x="1027894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822"/>
          <p:cNvSpPr/>
          <p:nvPr/>
        </p:nvSpPr>
        <p:spPr>
          <a:xfrm flipV="1">
            <a:off x="10184230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line823"/>
          <p:cNvSpPr/>
          <p:nvPr/>
        </p:nvSpPr>
        <p:spPr>
          <a:xfrm flipV="1">
            <a:off x="10093833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7-line824"/>
          <p:cNvSpPr/>
          <p:nvPr/>
        </p:nvSpPr>
        <p:spPr>
          <a:xfrm flipV="1">
            <a:off x="1000874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7-line825"/>
          <p:cNvSpPr/>
          <p:nvPr/>
        </p:nvSpPr>
        <p:spPr>
          <a:xfrm flipV="1">
            <a:off x="992990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826"/>
          <p:cNvSpPr/>
          <p:nvPr/>
        </p:nvSpPr>
        <p:spPr>
          <a:xfrm flipV="1">
            <a:off x="9858161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827"/>
          <p:cNvSpPr/>
          <p:nvPr/>
        </p:nvSpPr>
        <p:spPr>
          <a:xfrm flipV="1">
            <a:off x="9794314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828"/>
          <p:cNvSpPr/>
          <p:nvPr/>
        </p:nvSpPr>
        <p:spPr>
          <a:xfrm flipV="1">
            <a:off x="9739058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7-line829"/>
          <p:cNvSpPr/>
          <p:nvPr/>
        </p:nvSpPr>
        <p:spPr>
          <a:xfrm flipV="1">
            <a:off x="969299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7-line830"/>
          <p:cNvSpPr/>
          <p:nvPr/>
        </p:nvSpPr>
        <p:spPr>
          <a:xfrm flipV="1">
            <a:off x="9656640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831"/>
          <p:cNvSpPr/>
          <p:nvPr/>
        </p:nvSpPr>
        <p:spPr>
          <a:xfrm flipV="1">
            <a:off x="9630382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832"/>
          <p:cNvSpPr/>
          <p:nvPr/>
        </p:nvSpPr>
        <p:spPr>
          <a:xfrm flipV="1">
            <a:off x="9614511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line833"/>
          <p:cNvSpPr/>
          <p:nvPr/>
        </p:nvSpPr>
        <p:spPr>
          <a:xfrm>
            <a:off x="960920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7-line834"/>
          <p:cNvSpPr/>
          <p:nvPr/>
        </p:nvSpPr>
        <p:spPr>
          <a:xfrm>
            <a:off x="9614511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7-line835"/>
          <p:cNvSpPr/>
          <p:nvPr/>
        </p:nvSpPr>
        <p:spPr>
          <a:xfrm>
            <a:off x="9630382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836"/>
          <p:cNvSpPr/>
          <p:nvPr/>
        </p:nvSpPr>
        <p:spPr>
          <a:xfrm>
            <a:off x="9656640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837"/>
          <p:cNvSpPr/>
          <p:nvPr/>
        </p:nvSpPr>
        <p:spPr>
          <a:xfrm>
            <a:off x="969299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838"/>
          <p:cNvSpPr/>
          <p:nvPr/>
        </p:nvSpPr>
        <p:spPr>
          <a:xfrm>
            <a:off x="9739058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7-line839"/>
          <p:cNvSpPr/>
          <p:nvPr/>
        </p:nvSpPr>
        <p:spPr>
          <a:xfrm>
            <a:off x="9794314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7-line840"/>
          <p:cNvSpPr/>
          <p:nvPr/>
        </p:nvSpPr>
        <p:spPr>
          <a:xfrm>
            <a:off x="9858161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841"/>
          <p:cNvSpPr/>
          <p:nvPr/>
        </p:nvSpPr>
        <p:spPr>
          <a:xfrm>
            <a:off x="992990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842"/>
          <p:cNvSpPr/>
          <p:nvPr/>
        </p:nvSpPr>
        <p:spPr>
          <a:xfrm>
            <a:off x="1000874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line843"/>
          <p:cNvSpPr/>
          <p:nvPr/>
        </p:nvSpPr>
        <p:spPr>
          <a:xfrm>
            <a:off x="10093833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7-line844"/>
          <p:cNvSpPr/>
          <p:nvPr/>
        </p:nvSpPr>
        <p:spPr>
          <a:xfrm>
            <a:off x="10184230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7-line845"/>
          <p:cNvSpPr/>
          <p:nvPr/>
        </p:nvSpPr>
        <p:spPr>
          <a:xfrm>
            <a:off x="1027894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846"/>
          <p:cNvSpPr/>
          <p:nvPr/>
        </p:nvSpPr>
        <p:spPr>
          <a:xfrm>
            <a:off x="1037694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847"/>
          <p:cNvSpPr/>
          <p:nvPr/>
        </p:nvSpPr>
        <p:spPr>
          <a:xfrm>
            <a:off x="10477149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abel848"/>
          <p:cNvSpPr txBox="1"/>
          <p:nvPr/>
        </p:nvSpPr>
        <p:spPr>
          <a:xfrm>
            <a:off x="1070145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6" name="S07-label849"/>
          <p:cNvSpPr txBox="1"/>
          <p:nvPr/>
        </p:nvSpPr>
        <p:spPr>
          <a:xfrm>
            <a:off x="10992301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7" name="S07-label850"/>
          <p:cNvSpPr txBox="1"/>
          <p:nvPr/>
        </p:nvSpPr>
        <p:spPr>
          <a:xfrm>
            <a:off x="11098759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8" name="S07-label851"/>
          <p:cNvSpPr txBox="1"/>
          <p:nvPr/>
        </p:nvSpPr>
        <p:spPr>
          <a:xfrm>
            <a:off x="10992301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9" name="S07-label852"/>
          <p:cNvSpPr txBox="1"/>
          <p:nvPr/>
        </p:nvSpPr>
        <p:spPr>
          <a:xfrm>
            <a:off x="1070145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50" name="S07-label853"/>
          <p:cNvSpPr txBox="1"/>
          <p:nvPr/>
        </p:nvSpPr>
        <p:spPr>
          <a:xfrm>
            <a:off x="10304145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51" name="S07-label854"/>
          <p:cNvSpPr txBox="1"/>
          <p:nvPr/>
        </p:nvSpPr>
        <p:spPr>
          <a:xfrm>
            <a:off x="9906838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2" name="S07-label855"/>
          <p:cNvSpPr txBox="1"/>
          <p:nvPr/>
        </p:nvSpPr>
        <p:spPr>
          <a:xfrm>
            <a:off x="9615989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3" name="S07-label856"/>
          <p:cNvSpPr txBox="1"/>
          <p:nvPr/>
        </p:nvSpPr>
        <p:spPr>
          <a:xfrm>
            <a:off x="9509531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4" name="S07-label857"/>
          <p:cNvSpPr txBox="1"/>
          <p:nvPr/>
        </p:nvSpPr>
        <p:spPr>
          <a:xfrm>
            <a:off x="9615989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5" name="S07-label858"/>
          <p:cNvSpPr txBox="1"/>
          <p:nvPr/>
        </p:nvSpPr>
        <p:spPr>
          <a:xfrm>
            <a:off x="9906838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6" name="S07-label859"/>
          <p:cNvSpPr txBox="1"/>
          <p:nvPr/>
        </p:nvSpPr>
        <p:spPr>
          <a:xfrm>
            <a:off x="10304145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7" name="S07-line860"/>
          <p:cNvSpPr/>
          <p:nvPr/>
        </p:nvSpPr>
        <p:spPr>
          <a:xfrm flipH="1">
            <a:off x="10195188" y="3017520"/>
            <a:ext cx="383277" cy="2212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7-line861"/>
          <p:cNvSpPr/>
          <p:nvPr/>
        </p:nvSpPr>
        <p:spPr>
          <a:xfrm flipV="1">
            <a:off x="10578465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7-pin862"/>
          <p:cNvSpPr/>
          <p:nvPr/>
        </p:nvSpPr>
        <p:spPr>
          <a:xfrm>
            <a:off x="10523601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07-chip86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1" name="S07-word864"/>
          <p:cNvSpPr txBox="1"/>
          <p:nvPr/>
        </p:nvSpPr>
        <p:spPr>
          <a:xfrm>
            <a:off x="1344168" y="434340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3200" dirty="0"/>
          </a:p>
        </p:txBody>
      </p:sp>
      <p:sp>
        <p:nvSpPr>
          <p:cNvPr id="162" name="S07-figure865" descr="시계: 2시 30분"/>
          <p:cNvSpPr/>
          <p:nvPr/>
        </p:nvSpPr>
        <p:spPr>
          <a:xfrm>
            <a:off x="3843909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3" name="S07-line866"/>
          <p:cNvSpPr/>
          <p:nvPr/>
        </p:nvSpPr>
        <p:spPr>
          <a:xfrm>
            <a:off x="4849749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4" name="S07-line867"/>
          <p:cNvSpPr/>
          <p:nvPr/>
        </p:nvSpPr>
        <p:spPr>
          <a:xfrm flipH="1">
            <a:off x="4945808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7-line868"/>
          <p:cNvSpPr/>
          <p:nvPr/>
        </p:nvSpPr>
        <p:spPr>
          <a:xfrm flipH="1">
            <a:off x="5040814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7-line869"/>
          <p:cNvSpPr/>
          <p:nvPr/>
        </p:nvSpPr>
        <p:spPr>
          <a:xfrm flipH="1">
            <a:off x="5133727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7-line870"/>
          <p:cNvSpPr/>
          <p:nvPr/>
        </p:nvSpPr>
        <p:spPr>
          <a:xfrm flipH="1">
            <a:off x="5223529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7-line871"/>
          <p:cNvSpPr/>
          <p:nvPr/>
        </p:nvSpPr>
        <p:spPr>
          <a:xfrm flipH="1">
            <a:off x="5279060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9" name="S07-line872"/>
          <p:cNvSpPr/>
          <p:nvPr/>
        </p:nvSpPr>
        <p:spPr>
          <a:xfrm flipH="1">
            <a:off x="5389907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7-line873"/>
          <p:cNvSpPr/>
          <p:nvPr/>
        </p:nvSpPr>
        <p:spPr>
          <a:xfrm flipH="1">
            <a:off x="5464661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7-line874"/>
          <p:cNvSpPr/>
          <p:nvPr/>
        </p:nvSpPr>
        <p:spPr>
          <a:xfrm flipH="1">
            <a:off x="5532678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7-line875"/>
          <p:cNvSpPr/>
          <p:nvPr/>
        </p:nvSpPr>
        <p:spPr>
          <a:xfrm flipH="1">
            <a:off x="5593213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7-line876"/>
          <p:cNvSpPr/>
          <p:nvPr/>
        </p:nvSpPr>
        <p:spPr>
          <a:xfrm flipH="1">
            <a:off x="5593337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4" name="S07-line877"/>
          <p:cNvSpPr/>
          <p:nvPr/>
        </p:nvSpPr>
        <p:spPr>
          <a:xfrm flipH="1">
            <a:off x="568927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7-line878"/>
          <p:cNvSpPr/>
          <p:nvPr/>
        </p:nvSpPr>
        <p:spPr>
          <a:xfrm flipH="1">
            <a:off x="57237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7-line879"/>
          <p:cNvSpPr/>
          <p:nvPr/>
        </p:nvSpPr>
        <p:spPr>
          <a:xfrm flipH="1">
            <a:off x="5748639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7-line880"/>
          <p:cNvSpPr/>
          <p:nvPr/>
        </p:nvSpPr>
        <p:spPr>
          <a:xfrm flipH="1">
            <a:off x="5763687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7-line881"/>
          <p:cNvSpPr/>
          <p:nvPr/>
        </p:nvSpPr>
        <p:spPr>
          <a:xfrm flipH="1">
            <a:off x="5708371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9" name="S07-line882"/>
          <p:cNvSpPr/>
          <p:nvPr/>
        </p:nvSpPr>
        <p:spPr>
          <a:xfrm flipH="1" flipV="1">
            <a:off x="5763687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7-line883"/>
          <p:cNvSpPr/>
          <p:nvPr/>
        </p:nvSpPr>
        <p:spPr>
          <a:xfrm flipH="1" flipV="1">
            <a:off x="5748639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7-line884"/>
          <p:cNvSpPr/>
          <p:nvPr/>
        </p:nvSpPr>
        <p:spPr>
          <a:xfrm flipH="1" flipV="1">
            <a:off x="57237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7-line885"/>
          <p:cNvSpPr/>
          <p:nvPr/>
        </p:nvSpPr>
        <p:spPr>
          <a:xfrm flipH="1" flipV="1">
            <a:off x="568927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7-line886"/>
          <p:cNvSpPr/>
          <p:nvPr/>
        </p:nvSpPr>
        <p:spPr>
          <a:xfrm flipH="1" flipV="1">
            <a:off x="5593337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4" name="S07-line887"/>
          <p:cNvSpPr/>
          <p:nvPr/>
        </p:nvSpPr>
        <p:spPr>
          <a:xfrm flipH="1" flipV="1">
            <a:off x="5593213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7-line888"/>
          <p:cNvSpPr/>
          <p:nvPr/>
        </p:nvSpPr>
        <p:spPr>
          <a:xfrm flipH="1" flipV="1">
            <a:off x="5532678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7-line889"/>
          <p:cNvSpPr/>
          <p:nvPr/>
        </p:nvSpPr>
        <p:spPr>
          <a:xfrm flipH="1" flipV="1">
            <a:off x="5464661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7-line890"/>
          <p:cNvSpPr/>
          <p:nvPr/>
        </p:nvSpPr>
        <p:spPr>
          <a:xfrm flipH="1" flipV="1">
            <a:off x="5389907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7-line891"/>
          <p:cNvSpPr/>
          <p:nvPr/>
        </p:nvSpPr>
        <p:spPr>
          <a:xfrm flipH="1" flipV="1">
            <a:off x="5279060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9" name="S07-line892"/>
          <p:cNvSpPr/>
          <p:nvPr/>
        </p:nvSpPr>
        <p:spPr>
          <a:xfrm flipH="1" flipV="1">
            <a:off x="5223529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7-line893"/>
          <p:cNvSpPr/>
          <p:nvPr/>
        </p:nvSpPr>
        <p:spPr>
          <a:xfrm flipH="1" flipV="1">
            <a:off x="5133727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7-line894"/>
          <p:cNvSpPr/>
          <p:nvPr/>
        </p:nvSpPr>
        <p:spPr>
          <a:xfrm flipH="1" flipV="1">
            <a:off x="5040814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7-line895"/>
          <p:cNvSpPr/>
          <p:nvPr/>
        </p:nvSpPr>
        <p:spPr>
          <a:xfrm flipH="1" flipV="1">
            <a:off x="4945808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7-line896"/>
          <p:cNvSpPr/>
          <p:nvPr/>
        </p:nvSpPr>
        <p:spPr>
          <a:xfrm flipV="1">
            <a:off x="4849749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4" name="S07-line897"/>
          <p:cNvSpPr/>
          <p:nvPr/>
        </p:nvSpPr>
        <p:spPr>
          <a:xfrm flipV="1">
            <a:off x="4748433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7-line898"/>
          <p:cNvSpPr/>
          <p:nvPr/>
        </p:nvSpPr>
        <p:spPr>
          <a:xfrm flipV="1">
            <a:off x="4648228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7-line899"/>
          <p:cNvSpPr/>
          <p:nvPr/>
        </p:nvSpPr>
        <p:spPr>
          <a:xfrm flipV="1">
            <a:off x="4550230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7-line900"/>
          <p:cNvSpPr/>
          <p:nvPr/>
        </p:nvSpPr>
        <p:spPr>
          <a:xfrm flipV="1">
            <a:off x="4455514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7-line901"/>
          <p:cNvSpPr/>
          <p:nvPr/>
        </p:nvSpPr>
        <p:spPr>
          <a:xfrm flipV="1">
            <a:off x="4365117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9" name="S07-line902"/>
          <p:cNvSpPr/>
          <p:nvPr/>
        </p:nvSpPr>
        <p:spPr>
          <a:xfrm flipV="1">
            <a:off x="4280030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7-line903"/>
          <p:cNvSpPr/>
          <p:nvPr/>
        </p:nvSpPr>
        <p:spPr>
          <a:xfrm flipV="1">
            <a:off x="4201185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07-line904"/>
          <p:cNvSpPr/>
          <p:nvPr/>
        </p:nvSpPr>
        <p:spPr>
          <a:xfrm flipV="1">
            <a:off x="4129445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7-line905"/>
          <p:cNvSpPr/>
          <p:nvPr/>
        </p:nvSpPr>
        <p:spPr>
          <a:xfrm flipV="1">
            <a:off x="4065598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7-line906"/>
          <p:cNvSpPr/>
          <p:nvPr/>
        </p:nvSpPr>
        <p:spPr>
          <a:xfrm flipV="1">
            <a:off x="4010342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4" name="S07-line907"/>
          <p:cNvSpPr/>
          <p:nvPr/>
        </p:nvSpPr>
        <p:spPr>
          <a:xfrm flipV="1">
            <a:off x="396428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7-line908"/>
          <p:cNvSpPr/>
          <p:nvPr/>
        </p:nvSpPr>
        <p:spPr>
          <a:xfrm flipV="1">
            <a:off x="3927924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07-line909"/>
          <p:cNvSpPr/>
          <p:nvPr/>
        </p:nvSpPr>
        <p:spPr>
          <a:xfrm flipV="1">
            <a:off x="3901666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7-line910"/>
          <p:cNvSpPr/>
          <p:nvPr/>
        </p:nvSpPr>
        <p:spPr>
          <a:xfrm flipV="1">
            <a:off x="3885795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7-line911"/>
          <p:cNvSpPr/>
          <p:nvPr/>
        </p:nvSpPr>
        <p:spPr>
          <a:xfrm>
            <a:off x="3880485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9" name="S07-line912"/>
          <p:cNvSpPr/>
          <p:nvPr/>
        </p:nvSpPr>
        <p:spPr>
          <a:xfrm>
            <a:off x="3885795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7-line913"/>
          <p:cNvSpPr/>
          <p:nvPr/>
        </p:nvSpPr>
        <p:spPr>
          <a:xfrm>
            <a:off x="3901666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07-line914"/>
          <p:cNvSpPr/>
          <p:nvPr/>
        </p:nvSpPr>
        <p:spPr>
          <a:xfrm>
            <a:off x="3927924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7-line915"/>
          <p:cNvSpPr/>
          <p:nvPr/>
        </p:nvSpPr>
        <p:spPr>
          <a:xfrm>
            <a:off x="396428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7-line916"/>
          <p:cNvSpPr/>
          <p:nvPr/>
        </p:nvSpPr>
        <p:spPr>
          <a:xfrm>
            <a:off x="4010342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4" name="S07-line917"/>
          <p:cNvSpPr/>
          <p:nvPr/>
        </p:nvSpPr>
        <p:spPr>
          <a:xfrm>
            <a:off x="4065598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7-line918"/>
          <p:cNvSpPr/>
          <p:nvPr/>
        </p:nvSpPr>
        <p:spPr>
          <a:xfrm>
            <a:off x="4129445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07-line919"/>
          <p:cNvSpPr/>
          <p:nvPr/>
        </p:nvSpPr>
        <p:spPr>
          <a:xfrm>
            <a:off x="4201185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7-line920"/>
          <p:cNvSpPr/>
          <p:nvPr/>
        </p:nvSpPr>
        <p:spPr>
          <a:xfrm>
            <a:off x="4280030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7-line921"/>
          <p:cNvSpPr/>
          <p:nvPr/>
        </p:nvSpPr>
        <p:spPr>
          <a:xfrm>
            <a:off x="4365117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9" name="S07-line922"/>
          <p:cNvSpPr/>
          <p:nvPr/>
        </p:nvSpPr>
        <p:spPr>
          <a:xfrm>
            <a:off x="4455514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7-line923"/>
          <p:cNvSpPr/>
          <p:nvPr/>
        </p:nvSpPr>
        <p:spPr>
          <a:xfrm>
            <a:off x="4550230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07-line924"/>
          <p:cNvSpPr/>
          <p:nvPr/>
        </p:nvSpPr>
        <p:spPr>
          <a:xfrm>
            <a:off x="4648228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07-line925"/>
          <p:cNvSpPr/>
          <p:nvPr/>
        </p:nvSpPr>
        <p:spPr>
          <a:xfrm>
            <a:off x="4748433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3" name="S07-label926"/>
          <p:cNvSpPr txBox="1"/>
          <p:nvPr/>
        </p:nvSpPr>
        <p:spPr>
          <a:xfrm>
            <a:off x="4972736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24" name="S07-label927"/>
          <p:cNvSpPr txBox="1"/>
          <p:nvPr/>
        </p:nvSpPr>
        <p:spPr>
          <a:xfrm>
            <a:off x="5263585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225" name="S07-label928"/>
          <p:cNvSpPr txBox="1"/>
          <p:nvPr/>
        </p:nvSpPr>
        <p:spPr>
          <a:xfrm>
            <a:off x="5370043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226" name="S07-label929"/>
          <p:cNvSpPr txBox="1"/>
          <p:nvPr/>
        </p:nvSpPr>
        <p:spPr>
          <a:xfrm>
            <a:off x="5263585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227" name="S07-label930"/>
          <p:cNvSpPr txBox="1"/>
          <p:nvPr/>
        </p:nvSpPr>
        <p:spPr>
          <a:xfrm>
            <a:off x="4972736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228" name="S07-label931"/>
          <p:cNvSpPr txBox="1"/>
          <p:nvPr/>
        </p:nvSpPr>
        <p:spPr>
          <a:xfrm>
            <a:off x="4575429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29" name="S07-label932"/>
          <p:cNvSpPr txBox="1"/>
          <p:nvPr/>
        </p:nvSpPr>
        <p:spPr>
          <a:xfrm>
            <a:off x="4178122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0" name="S07-label933"/>
          <p:cNvSpPr txBox="1"/>
          <p:nvPr/>
        </p:nvSpPr>
        <p:spPr>
          <a:xfrm>
            <a:off x="3887273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1" name="S07-label934"/>
          <p:cNvSpPr txBox="1"/>
          <p:nvPr/>
        </p:nvSpPr>
        <p:spPr>
          <a:xfrm>
            <a:off x="3780815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32" name="S07-label935"/>
          <p:cNvSpPr txBox="1"/>
          <p:nvPr/>
        </p:nvSpPr>
        <p:spPr>
          <a:xfrm>
            <a:off x="3887273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33" name="S07-label936"/>
          <p:cNvSpPr txBox="1"/>
          <p:nvPr/>
        </p:nvSpPr>
        <p:spPr>
          <a:xfrm>
            <a:off x="4178122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234" name="S07-label937"/>
          <p:cNvSpPr txBox="1"/>
          <p:nvPr/>
        </p:nvSpPr>
        <p:spPr>
          <a:xfrm>
            <a:off x="4575429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235" name="S07-line938"/>
          <p:cNvSpPr/>
          <p:nvPr/>
        </p:nvSpPr>
        <p:spPr>
          <a:xfrm flipV="1">
            <a:off x="4849749" y="5097535"/>
            <a:ext cx="427489" cy="11454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6" name="S07-line939"/>
          <p:cNvSpPr/>
          <p:nvPr/>
        </p:nvSpPr>
        <p:spPr>
          <a:xfrm>
            <a:off x="4849749" y="521208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7" name="S07-pin940"/>
          <p:cNvSpPr/>
          <p:nvPr/>
        </p:nvSpPr>
        <p:spPr>
          <a:xfrm>
            <a:off x="4794885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8" name="S07-chip941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239" name="S07-word942"/>
          <p:cNvSpPr txBox="1"/>
          <p:nvPr/>
        </p:nvSpPr>
        <p:spPr>
          <a:xfrm>
            <a:off x="7072884" y="434340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bed</a:t>
            </a:r>
            <a:endParaRPr lang="ko-KR" sz="3200" dirty="0"/>
          </a:p>
        </p:txBody>
      </p:sp>
      <p:sp>
        <p:nvSpPr>
          <p:cNvPr id="240" name="S07-figure943" descr="시계: 10시"/>
          <p:cNvSpPr/>
          <p:nvPr/>
        </p:nvSpPr>
        <p:spPr>
          <a:xfrm>
            <a:off x="9572625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41" name="S07-line944"/>
          <p:cNvSpPr/>
          <p:nvPr/>
        </p:nvSpPr>
        <p:spPr>
          <a:xfrm>
            <a:off x="10578465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2" name="S07-line945"/>
          <p:cNvSpPr/>
          <p:nvPr/>
        </p:nvSpPr>
        <p:spPr>
          <a:xfrm flipH="1">
            <a:off x="10674524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07-line946"/>
          <p:cNvSpPr/>
          <p:nvPr/>
        </p:nvSpPr>
        <p:spPr>
          <a:xfrm flipH="1">
            <a:off x="10769530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4" name="S07-line947"/>
          <p:cNvSpPr/>
          <p:nvPr/>
        </p:nvSpPr>
        <p:spPr>
          <a:xfrm flipH="1">
            <a:off x="10862443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07-line948"/>
          <p:cNvSpPr/>
          <p:nvPr/>
        </p:nvSpPr>
        <p:spPr>
          <a:xfrm flipH="1">
            <a:off x="10952245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07-line949"/>
          <p:cNvSpPr/>
          <p:nvPr/>
        </p:nvSpPr>
        <p:spPr>
          <a:xfrm flipH="1">
            <a:off x="1100777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7" name="S07-line950"/>
          <p:cNvSpPr/>
          <p:nvPr/>
        </p:nvSpPr>
        <p:spPr>
          <a:xfrm flipH="1">
            <a:off x="11118623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07-line951"/>
          <p:cNvSpPr/>
          <p:nvPr/>
        </p:nvSpPr>
        <p:spPr>
          <a:xfrm flipH="1">
            <a:off x="11193377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9" name="S07-line952"/>
          <p:cNvSpPr/>
          <p:nvPr/>
        </p:nvSpPr>
        <p:spPr>
          <a:xfrm flipH="1">
            <a:off x="1126139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07-line953"/>
          <p:cNvSpPr/>
          <p:nvPr/>
        </p:nvSpPr>
        <p:spPr>
          <a:xfrm flipH="1">
            <a:off x="11321929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07-line954"/>
          <p:cNvSpPr/>
          <p:nvPr/>
        </p:nvSpPr>
        <p:spPr>
          <a:xfrm flipH="1">
            <a:off x="11322053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2" name="S07-line955"/>
          <p:cNvSpPr/>
          <p:nvPr/>
        </p:nvSpPr>
        <p:spPr>
          <a:xfrm flipH="1">
            <a:off x="11417988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07-line956"/>
          <p:cNvSpPr/>
          <p:nvPr/>
        </p:nvSpPr>
        <p:spPr>
          <a:xfrm flipH="1">
            <a:off x="11452459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4" name="S07-line957"/>
          <p:cNvSpPr/>
          <p:nvPr/>
        </p:nvSpPr>
        <p:spPr>
          <a:xfrm flipH="1">
            <a:off x="1147735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07-line958"/>
          <p:cNvSpPr/>
          <p:nvPr/>
        </p:nvSpPr>
        <p:spPr>
          <a:xfrm flipH="1">
            <a:off x="11492403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07-line959"/>
          <p:cNvSpPr/>
          <p:nvPr/>
        </p:nvSpPr>
        <p:spPr>
          <a:xfrm flipH="1">
            <a:off x="11437087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7" name="S07-line960"/>
          <p:cNvSpPr/>
          <p:nvPr/>
        </p:nvSpPr>
        <p:spPr>
          <a:xfrm flipH="1" flipV="1">
            <a:off x="11492403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07-line961"/>
          <p:cNvSpPr/>
          <p:nvPr/>
        </p:nvSpPr>
        <p:spPr>
          <a:xfrm flipH="1" flipV="1">
            <a:off x="1147735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9" name="S07-line962"/>
          <p:cNvSpPr/>
          <p:nvPr/>
        </p:nvSpPr>
        <p:spPr>
          <a:xfrm flipH="1" flipV="1">
            <a:off x="11452459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07-line963"/>
          <p:cNvSpPr/>
          <p:nvPr/>
        </p:nvSpPr>
        <p:spPr>
          <a:xfrm flipH="1" flipV="1">
            <a:off x="11417988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07-line964"/>
          <p:cNvSpPr/>
          <p:nvPr/>
        </p:nvSpPr>
        <p:spPr>
          <a:xfrm flipH="1" flipV="1">
            <a:off x="11322053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2" name="S07-line965"/>
          <p:cNvSpPr/>
          <p:nvPr/>
        </p:nvSpPr>
        <p:spPr>
          <a:xfrm flipH="1" flipV="1">
            <a:off x="11321929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07-line966"/>
          <p:cNvSpPr/>
          <p:nvPr/>
        </p:nvSpPr>
        <p:spPr>
          <a:xfrm flipH="1" flipV="1">
            <a:off x="1126139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4" name="S07-line967"/>
          <p:cNvSpPr/>
          <p:nvPr/>
        </p:nvSpPr>
        <p:spPr>
          <a:xfrm flipH="1" flipV="1">
            <a:off x="11193377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07-line968"/>
          <p:cNvSpPr/>
          <p:nvPr/>
        </p:nvSpPr>
        <p:spPr>
          <a:xfrm flipH="1" flipV="1">
            <a:off x="11118623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07-line969"/>
          <p:cNvSpPr/>
          <p:nvPr/>
        </p:nvSpPr>
        <p:spPr>
          <a:xfrm flipH="1" flipV="1">
            <a:off x="1100777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7" name="S07-line970"/>
          <p:cNvSpPr/>
          <p:nvPr/>
        </p:nvSpPr>
        <p:spPr>
          <a:xfrm flipH="1" flipV="1">
            <a:off x="10952245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07-line971"/>
          <p:cNvSpPr/>
          <p:nvPr/>
        </p:nvSpPr>
        <p:spPr>
          <a:xfrm flipH="1" flipV="1">
            <a:off x="10862443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9" name="S07-line972"/>
          <p:cNvSpPr/>
          <p:nvPr/>
        </p:nvSpPr>
        <p:spPr>
          <a:xfrm flipH="1" flipV="1">
            <a:off x="10769530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07-line973"/>
          <p:cNvSpPr/>
          <p:nvPr/>
        </p:nvSpPr>
        <p:spPr>
          <a:xfrm flipH="1" flipV="1">
            <a:off x="10674524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07-line974"/>
          <p:cNvSpPr/>
          <p:nvPr/>
        </p:nvSpPr>
        <p:spPr>
          <a:xfrm flipV="1">
            <a:off x="10578465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2" name="S07-line975"/>
          <p:cNvSpPr/>
          <p:nvPr/>
        </p:nvSpPr>
        <p:spPr>
          <a:xfrm flipV="1">
            <a:off x="10477149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07-line976"/>
          <p:cNvSpPr/>
          <p:nvPr/>
        </p:nvSpPr>
        <p:spPr>
          <a:xfrm flipV="1">
            <a:off x="10376944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4" name="S07-line977"/>
          <p:cNvSpPr/>
          <p:nvPr/>
        </p:nvSpPr>
        <p:spPr>
          <a:xfrm flipV="1">
            <a:off x="1027894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07-line978"/>
          <p:cNvSpPr/>
          <p:nvPr/>
        </p:nvSpPr>
        <p:spPr>
          <a:xfrm flipV="1">
            <a:off x="10184230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07-line979"/>
          <p:cNvSpPr/>
          <p:nvPr/>
        </p:nvSpPr>
        <p:spPr>
          <a:xfrm flipV="1">
            <a:off x="10093833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7" name="S07-line980"/>
          <p:cNvSpPr/>
          <p:nvPr/>
        </p:nvSpPr>
        <p:spPr>
          <a:xfrm flipV="1">
            <a:off x="1000874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07-line981"/>
          <p:cNvSpPr/>
          <p:nvPr/>
        </p:nvSpPr>
        <p:spPr>
          <a:xfrm flipV="1">
            <a:off x="9929901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9" name="S07-line982"/>
          <p:cNvSpPr/>
          <p:nvPr/>
        </p:nvSpPr>
        <p:spPr>
          <a:xfrm flipV="1">
            <a:off x="9858161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07-line983"/>
          <p:cNvSpPr/>
          <p:nvPr/>
        </p:nvSpPr>
        <p:spPr>
          <a:xfrm flipV="1">
            <a:off x="9794314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07-line984"/>
          <p:cNvSpPr/>
          <p:nvPr/>
        </p:nvSpPr>
        <p:spPr>
          <a:xfrm flipV="1">
            <a:off x="9739058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2" name="S07-line985"/>
          <p:cNvSpPr/>
          <p:nvPr/>
        </p:nvSpPr>
        <p:spPr>
          <a:xfrm flipV="1">
            <a:off x="9692998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07-line986"/>
          <p:cNvSpPr/>
          <p:nvPr/>
        </p:nvSpPr>
        <p:spPr>
          <a:xfrm flipV="1">
            <a:off x="9656640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4" name="S07-line987"/>
          <p:cNvSpPr/>
          <p:nvPr/>
        </p:nvSpPr>
        <p:spPr>
          <a:xfrm flipV="1">
            <a:off x="9630382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07-line988"/>
          <p:cNvSpPr/>
          <p:nvPr/>
        </p:nvSpPr>
        <p:spPr>
          <a:xfrm flipV="1">
            <a:off x="9614511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07-line989"/>
          <p:cNvSpPr/>
          <p:nvPr/>
        </p:nvSpPr>
        <p:spPr>
          <a:xfrm>
            <a:off x="9609201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7" name="S07-line990"/>
          <p:cNvSpPr/>
          <p:nvPr/>
        </p:nvSpPr>
        <p:spPr>
          <a:xfrm>
            <a:off x="9614511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07-line991"/>
          <p:cNvSpPr/>
          <p:nvPr/>
        </p:nvSpPr>
        <p:spPr>
          <a:xfrm>
            <a:off x="9630382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9" name="S07-line992"/>
          <p:cNvSpPr/>
          <p:nvPr/>
        </p:nvSpPr>
        <p:spPr>
          <a:xfrm>
            <a:off x="9656640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07-line993"/>
          <p:cNvSpPr/>
          <p:nvPr/>
        </p:nvSpPr>
        <p:spPr>
          <a:xfrm>
            <a:off x="9692998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07-line994"/>
          <p:cNvSpPr/>
          <p:nvPr/>
        </p:nvSpPr>
        <p:spPr>
          <a:xfrm>
            <a:off x="9739058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2" name="S07-line995"/>
          <p:cNvSpPr/>
          <p:nvPr/>
        </p:nvSpPr>
        <p:spPr>
          <a:xfrm>
            <a:off x="9794314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07-line996"/>
          <p:cNvSpPr/>
          <p:nvPr/>
        </p:nvSpPr>
        <p:spPr>
          <a:xfrm>
            <a:off x="9858161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4" name="S07-line997"/>
          <p:cNvSpPr/>
          <p:nvPr/>
        </p:nvSpPr>
        <p:spPr>
          <a:xfrm>
            <a:off x="9929901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07-line998"/>
          <p:cNvSpPr/>
          <p:nvPr/>
        </p:nvSpPr>
        <p:spPr>
          <a:xfrm>
            <a:off x="1000874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07-line999"/>
          <p:cNvSpPr/>
          <p:nvPr/>
        </p:nvSpPr>
        <p:spPr>
          <a:xfrm>
            <a:off x="10093833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7" name="S07-line1000"/>
          <p:cNvSpPr/>
          <p:nvPr/>
        </p:nvSpPr>
        <p:spPr>
          <a:xfrm>
            <a:off x="10184230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8" name="S07-line1001"/>
          <p:cNvSpPr/>
          <p:nvPr/>
        </p:nvSpPr>
        <p:spPr>
          <a:xfrm>
            <a:off x="1027894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9" name="S07-line1002"/>
          <p:cNvSpPr/>
          <p:nvPr/>
        </p:nvSpPr>
        <p:spPr>
          <a:xfrm>
            <a:off x="10376944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0" name="S07-line1003"/>
          <p:cNvSpPr/>
          <p:nvPr/>
        </p:nvSpPr>
        <p:spPr>
          <a:xfrm>
            <a:off x="10477149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1" name="S07-label1004"/>
          <p:cNvSpPr txBox="1"/>
          <p:nvPr/>
        </p:nvSpPr>
        <p:spPr>
          <a:xfrm>
            <a:off x="10701452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302" name="S07-label1005"/>
          <p:cNvSpPr txBox="1"/>
          <p:nvPr/>
        </p:nvSpPr>
        <p:spPr>
          <a:xfrm>
            <a:off x="10992301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303" name="S07-label1006"/>
          <p:cNvSpPr txBox="1"/>
          <p:nvPr/>
        </p:nvSpPr>
        <p:spPr>
          <a:xfrm>
            <a:off x="11098759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304" name="S07-label1007"/>
          <p:cNvSpPr txBox="1"/>
          <p:nvPr/>
        </p:nvSpPr>
        <p:spPr>
          <a:xfrm>
            <a:off x="10992301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305" name="S07-label1008"/>
          <p:cNvSpPr txBox="1"/>
          <p:nvPr/>
        </p:nvSpPr>
        <p:spPr>
          <a:xfrm>
            <a:off x="10701452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306" name="S07-label1009"/>
          <p:cNvSpPr txBox="1"/>
          <p:nvPr/>
        </p:nvSpPr>
        <p:spPr>
          <a:xfrm>
            <a:off x="10304145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307" name="S07-label1010"/>
          <p:cNvSpPr txBox="1"/>
          <p:nvPr/>
        </p:nvSpPr>
        <p:spPr>
          <a:xfrm>
            <a:off x="9906838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308" name="S07-label1011"/>
          <p:cNvSpPr txBox="1"/>
          <p:nvPr/>
        </p:nvSpPr>
        <p:spPr>
          <a:xfrm>
            <a:off x="9615989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309" name="S07-label1012"/>
          <p:cNvSpPr txBox="1"/>
          <p:nvPr/>
        </p:nvSpPr>
        <p:spPr>
          <a:xfrm>
            <a:off x="9509531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310" name="S07-label1013"/>
          <p:cNvSpPr txBox="1"/>
          <p:nvPr/>
        </p:nvSpPr>
        <p:spPr>
          <a:xfrm>
            <a:off x="9615989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311" name="S07-label1014"/>
          <p:cNvSpPr txBox="1"/>
          <p:nvPr/>
        </p:nvSpPr>
        <p:spPr>
          <a:xfrm>
            <a:off x="9906838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312" name="S07-label1015"/>
          <p:cNvSpPr txBox="1"/>
          <p:nvPr/>
        </p:nvSpPr>
        <p:spPr>
          <a:xfrm>
            <a:off x="10304145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313" name="S07-line1016"/>
          <p:cNvSpPr/>
          <p:nvPr/>
        </p:nvSpPr>
        <p:spPr>
          <a:xfrm flipH="1" flipV="1">
            <a:off x="10195188" y="4990795"/>
            <a:ext cx="383277" cy="2212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14" name="S07-line1017"/>
          <p:cNvSpPr/>
          <p:nvPr/>
        </p:nvSpPr>
        <p:spPr>
          <a:xfrm flipV="1">
            <a:off x="10578465" y="456834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5" name="S07-pin1018"/>
          <p:cNvSpPr/>
          <p:nvPr/>
        </p:nvSpPr>
        <p:spPr>
          <a:xfrm>
            <a:off x="10523601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바를까요?</a:t>
            </a:r>
            <a:endParaRPr lang="ko-KR" sz="4000" dirty="0"/>
          </a:p>
        </p:txBody>
      </p:sp>
      <p:sp>
        <p:nvSpPr>
          <p:cNvPr id="3" name="S08-card10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0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30분에 학교에 간다고 두 친구가 말했어요.</a:t>
            </a:r>
            <a:endParaRPr lang="ko-KR" sz="2800" dirty="0"/>
          </a:p>
        </p:txBody>
      </p:sp>
      <p:sp>
        <p:nvSpPr>
          <p:cNvPr id="5" name="S08-card10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0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쪽일까요? 무엇이 다른가요?</a:t>
            </a:r>
            <a:endParaRPr lang="ko-KR" sz="2800" dirty="0"/>
          </a:p>
        </p:txBody>
      </p:sp>
      <p:sp>
        <p:nvSpPr>
          <p:cNvPr id="7" name="S08-chip10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1024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eight thirty.</a:t>
            </a:r>
            <a:endParaRPr lang="ko-KR" sz="3200" dirty="0"/>
          </a:p>
        </p:txBody>
      </p:sp>
      <p:sp>
        <p:nvSpPr>
          <p:cNvPr id="9" name="S08-chip10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1026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 thirty.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바르게 써요</a:t>
            </a:r>
            <a:endParaRPr lang="ko-KR" sz="4000" dirty="0"/>
          </a:p>
        </p:txBody>
      </p:sp>
      <p:sp>
        <p:nvSpPr>
          <p:cNvPr id="3" name="S09-word1027"/>
          <p:cNvSpPr txBox="1"/>
          <p:nvPr/>
        </p:nvSpPr>
        <p:spPr>
          <a:xfrm>
            <a:off x="6920911" y="29032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</a:t>
            </a:r>
            <a:endParaRPr lang="ko-KR" sz="3200" dirty="0"/>
          </a:p>
        </p:txBody>
      </p:sp>
      <p:sp>
        <p:nvSpPr>
          <p:cNvPr id="4" name="S09-stepno1028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9-text1029"/>
          <p:cNvSpPr txBox="1"/>
          <p:nvPr/>
        </p:nvSpPr>
        <p:spPr>
          <a:xfrm>
            <a:off x="1325880" y="24277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언제나 대문자로 써요.</a:t>
            </a:r>
            <a:endParaRPr lang="ko-KR" sz="2800" dirty="0"/>
          </a:p>
        </p:txBody>
      </p:sp>
      <p:sp>
        <p:nvSpPr>
          <p:cNvPr id="6" name="S09-stepno1030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9-text1031"/>
          <p:cNvSpPr txBox="1"/>
          <p:nvPr/>
        </p:nvSpPr>
        <p:spPr>
          <a:xfrm>
            <a:off x="1325880" y="314096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 낱말을 써요.</a:t>
            </a:r>
            <a:endParaRPr lang="ko-KR" sz="2800" dirty="0"/>
          </a:p>
        </p:txBody>
      </p:sp>
      <p:sp>
        <p:nvSpPr>
          <p:cNvPr id="8" name="S09-stepno103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9-text1033"/>
          <p:cNvSpPr txBox="1"/>
          <p:nvPr/>
        </p:nvSpPr>
        <p:spPr>
          <a:xfrm>
            <a:off x="1325880" y="3854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다음에 시각을 낱말로 써요.</a:t>
            </a:r>
            <a:endParaRPr lang="ko-KR" sz="2800" dirty="0"/>
          </a:p>
        </p:txBody>
      </p:sp>
      <p:sp>
        <p:nvSpPr>
          <p:cNvPr id="10" name="S09-stepno1034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9-text1035"/>
          <p:cNvSpPr txBox="1"/>
          <p:nvPr/>
        </p:nvSpPr>
        <p:spPr>
          <a:xfrm>
            <a:off x="1325880" y="4567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마침표(.)를 찍어요.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하루를 말해요</a:t>
            </a:r>
            <a:endParaRPr lang="ko-KR" sz="4000" dirty="0"/>
          </a:p>
        </p:txBody>
      </p:sp>
      <p:sp>
        <p:nvSpPr>
          <p:cNvPr id="3" name="S10-text10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나의 시각을 넣어 말해요.</a:t>
            </a:r>
            <a:endParaRPr lang="ko-KR" sz="2800" dirty="0"/>
          </a:p>
        </p:txBody>
      </p:sp>
      <p:sp>
        <p:nvSpPr>
          <p:cNvPr id="4" name="S10-card10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0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정각이나 30분으로 말해요. 예: seven, seven thirty</a:t>
            </a:r>
            <a:endParaRPr lang="ko-KR" sz="2800" dirty="0"/>
          </a:p>
        </p:txBody>
      </p:sp>
      <p:sp>
        <p:nvSpPr>
          <p:cNvPr id="6" name="S10-chip10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104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______.</a:t>
            </a:r>
            <a:endParaRPr lang="ko-KR" sz="2800" dirty="0"/>
          </a:p>
        </p:txBody>
      </p:sp>
      <p:sp>
        <p:nvSpPr>
          <p:cNvPr id="8" name="S10-chip104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104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______.</a:t>
            </a:r>
            <a:endParaRPr lang="ko-KR" sz="2800" dirty="0"/>
          </a:p>
        </p:txBody>
      </p:sp>
      <p:sp>
        <p:nvSpPr>
          <p:cNvPr id="10" name="S10-chip10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104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bed at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0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시계를 보고 말하고, ④는 말하고 써요.</a:t>
            </a:r>
            <a:endParaRPr lang="ko-KR" sz="2800" dirty="0"/>
          </a:p>
        </p:txBody>
      </p:sp>
      <p:sp>
        <p:nvSpPr>
          <p:cNvPr id="4" name="S11-chip104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word1047"/>
          <p:cNvSpPr txBox="1"/>
          <p:nvPr/>
        </p:nvSpPr>
        <p:spPr>
          <a:xfrm>
            <a:off x="1344168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up</a:t>
            </a:r>
            <a:endParaRPr lang="ko-KR" sz="3200" dirty="0"/>
          </a:p>
        </p:txBody>
      </p:sp>
      <p:sp>
        <p:nvSpPr>
          <p:cNvPr id="6" name="S11-figure1048" descr="시계: 7시 30분"/>
          <p:cNvSpPr/>
          <p:nvPr/>
        </p:nvSpPr>
        <p:spPr>
          <a:xfrm>
            <a:off x="3843909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1-line1049"/>
          <p:cNvSpPr/>
          <p:nvPr/>
        </p:nvSpPr>
        <p:spPr>
          <a:xfrm>
            <a:off x="4849749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1-line1050"/>
          <p:cNvSpPr/>
          <p:nvPr/>
        </p:nvSpPr>
        <p:spPr>
          <a:xfrm flipH="1">
            <a:off x="4945808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1-line1051"/>
          <p:cNvSpPr/>
          <p:nvPr/>
        </p:nvSpPr>
        <p:spPr>
          <a:xfrm flipH="1">
            <a:off x="504081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1-line1052"/>
          <p:cNvSpPr/>
          <p:nvPr/>
        </p:nvSpPr>
        <p:spPr>
          <a:xfrm flipH="1">
            <a:off x="5133727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1-line1053"/>
          <p:cNvSpPr/>
          <p:nvPr/>
        </p:nvSpPr>
        <p:spPr>
          <a:xfrm flipH="1">
            <a:off x="5223529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1-line1054"/>
          <p:cNvSpPr/>
          <p:nvPr/>
        </p:nvSpPr>
        <p:spPr>
          <a:xfrm flipH="1">
            <a:off x="5279060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1-line1055"/>
          <p:cNvSpPr/>
          <p:nvPr/>
        </p:nvSpPr>
        <p:spPr>
          <a:xfrm flipH="1">
            <a:off x="5389907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1-line1056"/>
          <p:cNvSpPr/>
          <p:nvPr/>
        </p:nvSpPr>
        <p:spPr>
          <a:xfrm flipH="1">
            <a:off x="546466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1-line1057"/>
          <p:cNvSpPr/>
          <p:nvPr/>
        </p:nvSpPr>
        <p:spPr>
          <a:xfrm flipH="1">
            <a:off x="5532678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1-line1058"/>
          <p:cNvSpPr/>
          <p:nvPr/>
        </p:nvSpPr>
        <p:spPr>
          <a:xfrm flipH="1">
            <a:off x="5593213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1-line1059"/>
          <p:cNvSpPr/>
          <p:nvPr/>
        </p:nvSpPr>
        <p:spPr>
          <a:xfrm flipH="1">
            <a:off x="5593337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1-line1060"/>
          <p:cNvSpPr/>
          <p:nvPr/>
        </p:nvSpPr>
        <p:spPr>
          <a:xfrm flipH="1">
            <a:off x="568927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1-line1061"/>
          <p:cNvSpPr/>
          <p:nvPr/>
        </p:nvSpPr>
        <p:spPr>
          <a:xfrm flipH="1">
            <a:off x="572374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1-line1062"/>
          <p:cNvSpPr/>
          <p:nvPr/>
        </p:nvSpPr>
        <p:spPr>
          <a:xfrm flipH="1">
            <a:off x="5748639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1-line1063"/>
          <p:cNvSpPr/>
          <p:nvPr/>
        </p:nvSpPr>
        <p:spPr>
          <a:xfrm flipH="1">
            <a:off x="5763687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1-line1064"/>
          <p:cNvSpPr/>
          <p:nvPr/>
        </p:nvSpPr>
        <p:spPr>
          <a:xfrm flipH="1">
            <a:off x="570837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1-line1065"/>
          <p:cNvSpPr/>
          <p:nvPr/>
        </p:nvSpPr>
        <p:spPr>
          <a:xfrm flipH="1" flipV="1">
            <a:off x="5763687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1-line1066"/>
          <p:cNvSpPr/>
          <p:nvPr/>
        </p:nvSpPr>
        <p:spPr>
          <a:xfrm flipH="1" flipV="1">
            <a:off x="5748639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1-line1067"/>
          <p:cNvSpPr/>
          <p:nvPr/>
        </p:nvSpPr>
        <p:spPr>
          <a:xfrm flipH="1" flipV="1">
            <a:off x="572374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1-line1068"/>
          <p:cNvSpPr/>
          <p:nvPr/>
        </p:nvSpPr>
        <p:spPr>
          <a:xfrm flipH="1" flipV="1">
            <a:off x="568927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1-line1069"/>
          <p:cNvSpPr/>
          <p:nvPr/>
        </p:nvSpPr>
        <p:spPr>
          <a:xfrm flipH="1" flipV="1">
            <a:off x="5593337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1-line1070"/>
          <p:cNvSpPr/>
          <p:nvPr/>
        </p:nvSpPr>
        <p:spPr>
          <a:xfrm flipH="1" flipV="1">
            <a:off x="5593213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1-line1071"/>
          <p:cNvSpPr/>
          <p:nvPr/>
        </p:nvSpPr>
        <p:spPr>
          <a:xfrm flipH="1" flipV="1">
            <a:off x="5532678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1-line1072"/>
          <p:cNvSpPr/>
          <p:nvPr/>
        </p:nvSpPr>
        <p:spPr>
          <a:xfrm flipH="1" flipV="1">
            <a:off x="546466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1-line1073"/>
          <p:cNvSpPr/>
          <p:nvPr/>
        </p:nvSpPr>
        <p:spPr>
          <a:xfrm flipH="1" flipV="1">
            <a:off x="5389907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1-line1074"/>
          <p:cNvSpPr/>
          <p:nvPr/>
        </p:nvSpPr>
        <p:spPr>
          <a:xfrm flipH="1" flipV="1">
            <a:off x="5279060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1-line1075"/>
          <p:cNvSpPr/>
          <p:nvPr/>
        </p:nvSpPr>
        <p:spPr>
          <a:xfrm flipH="1" flipV="1">
            <a:off x="5223529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1-line1076"/>
          <p:cNvSpPr/>
          <p:nvPr/>
        </p:nvSpPr>
        <p:spPr>
          <a:xfrm flipH="1" flipV="1">
            <a:off x="5133727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1-line1077"/>
          <p:cNvSpPr/>
          <p:nvPr/>
        </p:nvSpPr>
        <p:spPr>
          <a:xfrm flipH="1" flipV="1">
            <a:off x="504081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1-line1078"/>
          <p:cNvSpPr/>
          <p:nvPr/>
        </p:nvSpPr>
        <p:spPr>
          <a:xfrm flipH="1" flipV="1">
            <a:off x="4945808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1-line1079"/>
          <p:cNvSpPr/>
          <p:nvPr/>
        </p:nvSpPr>
        <p:spPr>
          <a:xfrm flipV="1">
            <a:off x="4849749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1-line1080"/>
          <p:cNvSpPr/>
          <p:nvPr/>
        </p:nvSpPr>
        <p:spPr>
          <a:xfrm flipV="1">
            <a:off x="4748433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1-line1081"/>
          <p:cNvSpPr/>
          <p:nvPr/>
        </p:nvSpPr>
        <p:spPr>
          <a:xfrm flipV="1">
            <a:off x="4648228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1-line1082"/>
          <p:cNvSpPr/>
          <p:nvPr/>
        </p:nvSpPr>
        <p:spPr>
          <a:xfrm flipV="1">
            <a:off x="4550230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1-line1083"/>
          <p:cNvSpPr/>
          <p:nvPr/>
        </p:nvSpPr>
        <p:spPr>
          <a:xfrm flipV="1">
            <a:off x="4455514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1-line1084"/>
          <p:cNvSpPr/>
          <p:nvPr/>
        </p:nvSpPr>
        <p:spPr>
          <a:xfrm flipV="1">
            <a:off x="4365117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1-line1085"/>
          <p:cNvSpPr/>
          <p:nvPr/>
        </p:nvSpPr>
        <p:spPr>
          <a:xfrm flipV="1">
            <a:off x="4280030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1-line1086"/>
          <p:cNvSpPr/>
          <p:nvPr/>
        </p:nvSpPr>
        <p:spPr>
          <a:xfrm flipV="1">
            <a:off x="4201185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1-line1087"/>
          <p:cNvSpPr/>
          <p:nvPr/>
        </p:nvSpPr>
        <p:spPr>
          <a:xfrm flipV="1">
            <a:off x="4129445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1-line1088"/>
          <p:cNvSpPr/>
          <p:nvPr/>
        </p:nvSpPr>
        <p:spPr>
          <a:xfrm flipV="1">
            <a:off x="4065598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1-line1089"/>
          <p:cNvSpPr/>
          <p:nvPr/>
        </p:nvSpPr>
        <p:spPr>
          <a:xfrm flipV="1">
            <a:off x="4010342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1-line1090"/>
          <p:cNvSpPr/>
          <p:nvPr/>
        </p:nvSpPr>
        <p:spPr>
          <a:xfrm flipV="1">
            <a:off x="396428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1-line1091"/>
          <p:cNvSpPr/>
          <p:nvPr/>
        </p:nvSpPr>
        <p:spPr>
          <a:xfrm flipV="1">
            <a:off x="3927924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1-line1092"/>
          <p:cNvSpPr/>
          <p:nvPr/>
        </p:nvSpPr>
        <p:spPr>
          <a:xfrm flipV="1">
            <a:off x="3901666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1-line1093"/>
          <p:cNvSpPr/>
          <p:nvPr/>
        </p:nvSpPr>
        <p:spPr>
          <a:xfrm flipV="1">
            <a:off x="3885795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1-line1094"/>
          <p:cNvSpPr/>
          <p:nvPr/>
        </p:nvSpPr>
        <p:spPr>
          <a:xfrm>
            <a:off x="3880485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1-line1095"/>
          <p:cNvSpPr/>
          <p:nvPr/>
        </p:nvSpPr>
        <p:spPr>
          <a:xfrm>
            <a:off x="3885795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1-line1096"/>
          <p:cNvSpPr/>
          <p:nvPr/>
        </p:nvSpPr>
        <p:spPr>
          <a:xfrm>
            <a:off x="3901666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1-line1097"/>
          <p:cNvSpPr/>
          <p:nvPr/>
        </p:nvSpPr>
        <p:spPr>
          <a:xfrm>
            <a:off x="3927924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1-line1098"/>
          <p:cNvSpPr/>
          <p:nvPr/>
        </p:nvSpPr>
        <p:spPr>
          <a:xfrm>
            <a:off x="396428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1-line1099"/>
          <p:cNvSpPr/>
          <p:nvPr/>
        </p:nvSpPr>
        <p:spPr>
          <a:xfrm>
            <a:off x="4010342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1-line1100"/>
          <p:cNvSpPr/>
          <p:nvPr/>
        </p:nvSpPr>
        <p:spPr>
          <a:xfrm>
            <a:off x="4065598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1-line1101"/>
          <p:cNvSpPr/>
          <p:nvPr/>
        </p:nvSpPr>
        <p:spPr>
          <a:xfrm>
            <a:off x="4129445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1-line1102"/>
          <p:cNvSpPr/>
          <p:nvPr/>
        </p:nvSpPr>
        <p:spPr>
          <a:xfrm>
            <a:off x="4201185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1-line1103"/>
          <p:cNvSpPr/>
          <p:nvPr/>
        </p:nvSpPr>
        <p:spPr>
          <a:xfrm>
            <a:off x="4280030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1-line1104"/>
          <p:cNvSpPr/>
          <p:nvPr/>
        </p:nvSpPr>
        <p:spPr>
          <a:xfrm>
            <a:off x="4365117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1-line1105"/>
          <p:cNvSpPr/>
          <p:nvPr/>
        </p:nvSpPr>
        <p:spPr>
          <a:xfrm>
            <a:off x="4455514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1-line1106"/>
          <p:cNvSpPr/>
          <p:nvPr/>
        </p:nvSpPr>
        <p:spPr>
          <a:xfrm>
            <a:off x="4550230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1-line1107"/>
          <p:cNvSpPr/>
          <p:nvPr/>
        </p:nvSpPr>
        <p:spPr>
          <a:xfrm>
            <a:off x="4648228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1-line1108"/>
          <p:cNvSpPr/>
          <p:nvPr/>
        </p:nvSpPr>
        <p:spPr>
          <a:xfrm>
            <a:off x="4748433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1-label1109"/>
          <p:cNvSpPr txBox="1"/>
          <p:nvPr/>
        </p:nvSpPr>
        <p:spPr>
          <a:xfrm>
            <a:off x="4972736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8" name="S11-label1110"/>
          <p:cNvSpPr txBox="1"/>
          <p:nvPr/>
        </p:nvSpPr>
        <p:spPr>
          <a:xfrm>
            <a:off x="5263585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9" name="S11-label1111"/>
          <p:cNvSpPr txBox="1"/>
          <p:nvPr/>
        </p:nvSpPr>
        <p:spPr>
          <a:xfrm>
            <a:off x="5370043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0" name="S11-label1112"/>
          <p:cNvSpPr txBox="1"/>
          <p:nvPr/>
        </p:nvSpPr>
        <p:spPr>
          <a:xfrm>
            <a:off x="5263585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1" name="S11-label1113"/>
          <p:cNvSpPr txBox="1"/>
          <p:nvPr/>
        </p:nvSpPr>
        <p:spPr>
          <a:xfrm>
            <a:off x="4972736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2" name="S11-label1114"/>
          <p:cNvSpPr txBox="1"/>
          <p:nvPr/>
        </p:nvSpPr>
        <p:spPr>
          <a:xfrm>
            <a:off x="4575429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3" name="S11-label1115"/>
          <p:cNvSpPr txBox="1"/>
          <p:nvPr/>
        </p:nvSpPr>
        <p:spPr>
          <a:xfrm>
            <a:off x="417812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4" name="S11-label1116"/>
          <p:cNvSpPr txBox="1"/>
          <p:nvPr/>
        </p:nvSpPr>
        <p:spPr>
          <a:xfrm>
            <a:off x="3887273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5" name="S11-label1117"/>
          <p:cNvSpPr txBox="1"/>
          <p:nvPr/>
        </p:nvSpPr>
        <p:spPr>
          <a:xfrm>
            <a:off x="3780815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6" name="S11-label1118"/>
          <p:cNvSpPr txBox="1"/>
          <p:nvPr/>
        </p:nvSpPr>
        <p:spPr>
          <a:xfrm>
            <a:off x="3887273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7" name="S11-label1119"/>
          <p:cNvSpPr txBox="1"/>
          <p:nvPr/>
        </p:nvSpPr>
        <p:spPr>
          <a:xfrm>
            <a:off x="417812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8" name="S11-label1120"/>
          <p:cNvSpPr txBox="1"/>
          <p:nvPr/>
        </p:nvSpPr>
        <p:spPr>
          <a:xfrm>
            <a:off x="4575429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9" name="S11-line1121"/>
          <p:cNvSpPr/>
          <p:nvPr/>
        </p:nvSpPr>
        <p:spPr>
          <a:xfrm flipH="1">
            <a:off x="4536805" y="3017520"/>
            <a:ext cx="312944" cy="31294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1-line1122"/>
          <p:cNvSpPr/>
          <p:nvPr/>
        </p:nvSpPr>
        <p:spPr>
          <a:xfrm>
            <a:off x="4849749" y="301752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1-pin1123"/>
          <p:cNvSpPr/>
          <p:nvPr/>
        </p:nvSpPr>
        <p:spPr>
          <a:xfrm>
            <a:off x="4794885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1-chip1124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3" name="S11-word1125"/>
          <p:cNvSpPr txBox="1"/>
          <p:nvPr/>
        </p:nvSpPr>
        <p:spPr>
          <a:xfrm>
            <a:off x="7072884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3200" dirty="0"/>
          </a:p>
        </p:txBody>
      </p:sp>
      <p:sp>
        <p:nvSpPr>
          <p:cNvPr id="84" name="S11-figure1126" descr="시계: 4시"/>
          <p:cNvSpPr/>
          <p:nvPr/>
        </p:nvSpPr>
        <p:spPr>
          <a:xfrm>
            <a:off x="9572625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11-line1127"/>
          <p:cNvSpPr/>
          <p:nvPr/>
        </p:nvSpPr>
        <p:spPr>
          <a:xfrm>
            <a:off x="10578465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11-line1128"/>
          <p:cNvSpPr/>
          <p:nvPr/>
        </p:nvSpPr>
        <p:spPr>
          <a:xfrm flipH="1">
            <a:off x="10674524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1-line1129"/>
          <p:cNvSpPr/>
          <p:nvPr/>
        </p:nvSpPr>
        <p:spPr>
          <a:xfrm flipH="1">
            <a:off x="10769530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1-line1130"/>
          <p:cNvSpPr/>
          <p:nvPr/>
        </p:nvSpPr>
        <p:spPr>
          <a:xfrm flipH="1">
            <a:off x="10862443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1-line1131"/>
          <p:cNvSpPr/>
          <p:nvPr/>
        </p:nvSpPr>
        <p:spPr>
          <a:xfrm flipH="1">
            <a:off x="10952245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1-line1132"/>
          <p:cNvSpPr/>
          <p:nvPr/>
        </p:nvSpPr>
        <p:spPr>
          <a:xfrm flipH="1">
            <a:off x="1100777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11-line1133"/>
          <p:cNvSpPr/>
          <p:nvPr/>
        </p:nvSpPr>
        <p:spPr>
          <a:xfrm flipH="1">
            <a:off x="11118623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1-line1134"/>
          <p:cNvSpPr/>
          <p:nvPr/>
        </p:nvSpPr>
        <p:spPr>
          <a:xfrm flipH="1">
            <a:off x="11193377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1-line1135"/>
          <p:cNvSpPr/>
          <p:nvPr/>
        </p:nvSpPr>
        <p:spPr>
          <a:xfrm flipH="1">
            <a:off x="1126139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1-line1136"/>
          <p:cNvSpPr/>
          <p:nvPr/>
        </p:nvSpPr>
        <p:spPr>
          <a:xfrm flipH="1">
            <a:off x="11321929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1-line1137"/>
          <p:cNvSpPr/>
          <p:nvPr/>
        </p:nvSpPr>
        <p:spPr>
          <a:xfrm flipH="1">
            <a:off x="11322053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11-line1138"/>
          <p:cNvSpPr/>
          <p:nvPr/>
        </p:nvSpPr>
        <p:spPr>
          <a:xfrm flipH="1">
            <a:off x="1141798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1-line1139"/>
          <p:cNvSpPr/>
          <p:nvPr/>
        </p:nvSpPr>
        <p:spPr>
          <a:xfrm flipH="1">
            <a:off x="11452459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1-line1140"/>
          <p:cNvSpPr/>
          <p:nvPr/>
        </p:nvSpPr>
        <p:spPr>
          <a:xfrm flipH="1">
            <a:off x="1147735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1-line1141"/>
          <p:cNvSpPr/>
          <p:nvPr/>
        </p:nvSpPr>
        <p:spPr>
          <a:xfrm flipH="1">
            <a:off x="11492403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1-line1142"/>
          <p:cNvSpPr/>
          <p:nvPr/>
        </p:nvSpPr>
        <p:spPr>
          <a:xfrm flipH="1">
            <a:off x="11437087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11-line1143"/>
          <p:cNvSpPr/>
          <p:nvPr/>
        </p:nvSpPr>
        <p:spPr>
          <a:xfrm flipH="1" flipV="1">
            <a:off x="11492403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1-line1144"/>
          <p:cNvSpPr/>
          <p:nvPr/>
        </p:nvSpPr>
        <p:spPr>
          <a:xfrm flipH="1" flipV="1">
            <a:off x="1147735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1-line1145"/>
          <p:cNvSpPr/>
          <p:nvPr/>
        </p:nvSpPr>
        <p:spPr>
          <a:xfrm flipH="1" flipV="1">
            <a:off x="11452459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1-line1146"/>
          <p:cNvSpPr/>
          <p:nvPr/>
        </p:nvSpPr>
        <p:spPr>
          <a:xfrm flipH="1" flipV="1">
            <a:off x="1141798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1-line1147"/>
          <p:cNvSpPr/>
          <p:nvPr/>
        </p:nvSpPr>
        <p:spPr>
          <a:xfrm flipH="1" flipV="1">
            <a:off x="11322053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11-line1148"/>
          <p:cNvSpPr/>
          <p:nvPr/>
        </p:nvSpPr>
        <p:spPr>
          <a:xfrm flipH="1" flipV="1">
            <a:off x="11321929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1-line1149"/>
          <p:cNvSpPr/>
          <p:nvPr/>
        </p:nvSpPr>
        <p:spPr>
          <a:xfrm flipH="1" flipV="1">
            <a:off x="1126139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1-line1150"/>
          <p:cNvSpPr/>
          <p:nvPr/>
        </p:nvSpPr>
        <p:spPr>
          <a:xfrm flipH="1" flipV="1">
            <a:off x="11193377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1-line1151"/>
          <p:cNvSpPr/>
          <p:nvPr/>
        </p:nvSpPr>
        <p:spPr>
          <a:xfrm flipH="1" flipV="1">
            <a:off x="11118623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1-line1152"/>
          <p:cNvSpPr/>
          <p:nvPr/>
        </p:nvSpPr>
        <p:spPr>
          <a:xfrm flipH="1" flipV="1">
            <a:off x="1100777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11-line1153"/>
          <p:cNvSpPr/>
          <p:nvPr/>
        </p:nvSpPr>
        <p:spPr>
          <a:xfrm flipH="1" flipV="1">
            <a:off x="10952245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1-line1154"/>
          <p:cNvSpPr/>
          <p:nvPr/>
        </p:nvSpPr>
        <p:spPr>
          <a:xfrm flipH="1" flipV="1">
            <a:off x="10862443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1-line1155"/>
          <p:cNvSpPr/>
          <p:nvPr/>
        </p:nvSpPr>
        <p:spPr>
          <a:xfrm flipH="1" flipV="1">
            <a:off x="10769530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1-line1156"/>
          <p:cNvSpPr/>
          <p:nvPr/>
        </p:nvSpPr>
        <p:spPr>
          <a:xfrm flipH="1" flipV="1">
            <a:off x="10674524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1-line1157"/>
          <p:cNvSpPr/>
          <p:nvPr/>
        </p:nvSpPr>
        <p:spPr>
          <a:xfrm flipV="1">
            <a:off x="10578465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11-line1158"/>
          <p:cNvSpPr/>
          <p:nvPr/>
        </p:nvSpPr>
        <p:spPr>
          <a:xfrm flipV="1">
            <a:off x="10477149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1-line1159"/>
          <p:cNvSpPr/>
          <p:nvPr/>
        </p:nvSpPr>
        <p:spPr>
          <a:xfrm flipV="1">
            <a:off x="1037694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1-line1160"/>
          <p:cNvSpPr/>
          <p:nvPr/>
        </p:nvSpPr>
        <p:spPr>
          <a:xfrm flipV="1">
            <a:off x="1027894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1-line1161"/>
          <p:cNvSpPr/>
          <p:nvPr/>
        </p:nvSpPr>
        <p:spPr>
          <a:xfrm flipV="1">
            <a:off x="10184230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1-line1162"/>
          <p:cNvSpPr/>
          <p:nvPr/>
        </p:nvSpPr>
        <p:spPr>
          <a:xfrm flipV="1">
            <a:off x="10093833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11-line1163"/>
          <p:cNvSpPr/>
          <p:nvPr/>
        </p:nvSpPr>
        <p:spPr>
          <a:xfrm flipV="1">
            <a:off x="1000874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1-line1164"/>
          <p:cNvSpPr/>
          <p:nvPr/>
        </p:nvSpPr>
        <p:spPr>
          <a:xfrm flipV="1">
            <a:off x="992990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1-line1165"/>
          <p:cNvSpPr/>
          <p:nvPr/>
        </p:nvSpPr>
        <p:spPr>
          <a:xfrm flipV="1">
            <a:off x="9858161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1-line1166"/>
          <p:cNvSpPr/>
          <p:nvPr/>
        </p:nvSpPr>
        <p:spPr>
          <a:xfrm flipV="1">
            <a:off x="9794314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1-line1167"/>
          <p:cNvSpPr/>
          <p:nvPr/>
        </p:nvSpPr>
        <p:spPr>
          <a:xfrm flipV="1">
            <a:off x="9739058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11-line1168"/>
          <p:cNvSpPr/>
          <p:nvPr/>
        </p:nvSpPr>
        <p:spPr>
          <a:xfrm flipV="1">
            <a:off x="969299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1-line1169"/>
          <p:cNvSpPr/>
          <p:nvPr/>
        </p:nvSpPr>
        <p:spPr>
          <a:xfrm flipV="1">
            <a:off x="9656640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1-line1170"/>
          <p:cNvSpPr/>
          <p:nvPr/>
        </p:nvSpPr>
        <p:spPr>
          <a:xfrm flipV="1">
            <a:off x="9630382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1-line1171"/>
          <p:cNvSpPr/>
          <p:nvPr/>
        </p:nvSpPr>
        <p:spPr>
          <a:xfrm flipV="1">
            <a:off x="9614511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1-line1172"/>
          <p:cNvSpPr/>
          <p:nvPr/>
        </p:nvSpPr>
        <p:spPr>
          <a:xfrm>
            <a:off x="960920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11-line1173"/>
          <p:cNvSpPr/>
          <p:nvPr/>
        </p:nvSpPr>
        <p:spPr>
          <a:xfrm>
            <a:off x="9614511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1-line1174"/>
          <p:cNvSpPr/>
          <p:nvPr/>
        </p:nvSpPr>
        <p:spPr>
          <a:xfrm>
            <a:off x="9630382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1-line1175"/>
          <p:cNvSpPr/>
          <p:nvPr/>
        </p:nvSpPr>
        <p:spPr>
          <a:xfrm>
            <a:off x="9656640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1-line1176"/>
          <p:cNvSpPr/>
          <p:nvPr/>
        </p:nvSpPr>
        <p:spPr>
          <a:xfrm>
            <a:off x="969299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1-line1177"/>
          <p:cNvSpPr/>
          <p:nvPr/>
        </p:nvSpPr>
        <p:spPr>
          <a:xfrm>
            <a:off x="9739058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11-line1178"/>
          <p:cNvSpPr/>
          <p:nvPr/>
        </p:nvSpPr>
        <p:spPr>
          <a:xfrm>
            <a:off x="9794314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1-line1179"/>
          <p:cNvSpPr/>
          <p:nvPr/>
        </p:nvSpPr>
        <p:spPr>
          <a:xfrm>
            <a:off x="9858161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1-line1180"/>
          <p:cNvSpPr/>
          <p:nvPr/>
        </p:nvSpPr>
        <p:spPr>
          <a:xfrm>
            <a:off x="992990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1-line1181"/>
          <p:cNvSpPr/>
          <p:nvPr/>
        </p:nvSpPr>
        <p:spPr>
          <a:xfrm>
            <a:off x="1000874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1-line1182"/>
          <p:cNvSpPr/>
          <p:nvPr/>
        </p:nvSpPr>
        <p:spPr>
          <a:xfrm>
            <a:off x="10093833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11-line1183"/>
          <p:cNvSpPr/>
          <p:nvPr/>
        </p:nvSpPr>
        <p:spPr>
          <a:xfrm>
            <a:off x="10184230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1-line1184"/>
          <p:cNvSpPr/>
          <p:nvPr/>
        </p:nvSpPr>
        <p:spPr>
          <a:xfrm>
            <a:off x="1027894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1-line1185"/>
          <p:cNvSpPr/>
          <p:nvPr/>
        </p:nvSpPr>
        <p:spPr>
          <a:xfrm>
            <a:off x="1037694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1-line1186"/>
          <p:cNvSpPr/>
          <p:nvPr/>
        </p:nvSpPr>
        <p:spPr>
          <a:xfrm>
            <a:off x="10477149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1-label1187"/>
          <p:cNvSpPr txBox="1"/>
          <p:nvPr/>
        </p:nvSpPr>
        <p:spPr>
          <a:xfrm>
            <a:off x="1070145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6" name="S11-label1188"/>
          <p:cNvSpPr txBox="1"/>
          <p:nvPr/>
        </p:nvSpPr>
        <p:spPr>
          <a:xfrm>
            <a:off x="10992301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7" name="S11-label1189"/>
          <p:cNvSpPr txBox="1"/>
          <p:nvPr/>
        </p:nvSpPr>
        <p:spPr>
          <a:xfrm>
            <a:off x="11098759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8" name="S11-label1190"/>
          <p:cNvSpPr txBox="1"/>
          <p:nvPr/>
        </p:nvSpPr>
        <p:spPr>
          <a:xfrm>
            <a:off x="10992301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9" name="S11-label1191"/>
          <p:cNvSpPr txBox="1"/>
          <p:nvPr/>
        </p:nvSpPr>
        <p:spPr>
          <a:xfrm>
            <a:off x="1070145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50" name="S11-label1192"/>
          <p:cNvSpPr txBox="1"/>
          <p:nvPr/>
        </p:nvSpPr>
        <p:spPr>
          <a:xfrm>
            <a:off x="10304145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51" name="S11-label1193"/>
          <p:cNvSpPr txBox="1"/>
          <p:nvPr/>
        </p:nvSpPr>
        <p:spPr>
          <a:xfrm>
            <a:off x="9906838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2" name="S11-label1194"/>
          <p:cNvSpPr txBox="1"/>
          <p:nvPr/>
        </p:nvSpPr>
        <p:spPr>
          <a:xfrm>
            <a:off x="9615989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3" name="S11-label1195"/>
          <p:cNvSpPr txBox="1"/>
          <p:nvPr/>
        </p:nvSpPr>
        <p:spPr>
          <a:xfrm>
            <a:off x="9509531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4" name="S11-label1196"/>
          <p:cNvSpPr txBox="1"/>
          <p:nvPr/>
        </p:nvSpPr>
        <p:spPr>
          <a:xfrm>
            <a:off x="9615989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5" name="S11-label1197"/>
          <p:cNvSpPr txBox="1"/>
          <p:nvPr/>
        </p:nvSpPr>
        <p:spPr>
          <a:xfrm>
            <a:off x="9906838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6" name="S11-label1198"/>
          <p:cNvSpPr txBox="1"/>
          <p:nvPr/>
        </p:nvSpPr>
        <p:spPr>
          <a:xfrm>
            <a:off x="10304145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7" name="S11-line1199"/>
          <p:cNvSpPr/>
          <p:nvPr/>
        </p:nvSpPr>
        <p:spPr>
          <a:xfrm>
            <a:off x="10578465" y="3017520"/>
            <a:ext cx="383277" cy="2212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11-line1200"/>
          <p:cNvSpPr/>
          <p:nvPr/>
        </p:nvSpPr>
        <p:spPr>
          <a:xfrm flipV="1">
            <a:off x="10578465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11-pin1201"/>
          <p:cNvSpPr/>
          <p:nvPr/>
        </p:nvSpPr>
        <p:spPr>
          <a:xfrm>
            <a:off x="10523601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11-chip120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1" name="S11-word1203"/>
          <p:cNvSpPr txBox="1"/>
          <p:nvPr/>
        </p:nvSpPr>
        <p:spPr>
          <a:xfrm>
            <a:off x="1344168" y="434340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bed</a:t>
            </a:r>
            <a:endParaRPr lang="ko-KR" sz="3200" dirty="0"/>
          </a:p>
        </p:txBody>
      </p:sp>
      <p:sp>
        <p:nvSpPr>
          <p:cNvPr id="162" name="S11-figure1204" descr="시계: 9시"/>
          <p:cNvSpPr/>
          <p:nvPr/>
        </p:nvSpPr>
        <p:spPr>
          <a:xfrm>
            <a:off x="3843909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3" name="S11-line1205"/>
          <p:cNvSpPr/>
          <p:nvPr/>
        </p:nvSpPr>
        <p:spPr>
          <a:xfrm>
            <a:off x="4849749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4" name="S11-line1206"/>
          <p:cNvSpPr/>
          <p:nvPr/>
        </p:nvSpPr>
        <p:spPr>
          <a:xfrm flipH="1">
            <a:off x="4945808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1-line1207"/>
          <p:cNvSpPr/>
          <p:nvPr/>
        </p:nvSpPr>
        <p:spPr>
          <a:xfrm flipH="1">
            <a:off x="5040814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1-line1208"/>
          <p:cNvSpPr/>
          <p:nvPr/>
        </p:nvSpPr>
        <p:spPr>
          <a:xfrm flipH="1">
            <a:off x="5133727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1-line1209"/>
          <p:cNvSpPr/>
          <p:nvPr/>
        </p:nvSpPr>
        <p:spPr>
          <a:xfrm flipH="1">
            <a:off x="5223529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1-line1210"/>
          <p:cNvSpPr/>
          <p:nvPr/>
        </p:nvSpPr>
        <p:spPr>
          <a:xfrm flipH="1">
            <a:off x="5279060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9" name="S11-line1211"/>
          <p:cNvSpPr/>
          <p:nvPr/>
        </p:nvSpPr>
        <p:spPr>
          <a:xfrm flipH="1">
            <a:off x="5389907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1-line1212"/>
          <p:cNvSpPr/>
          <p:nvPr/>
        </p:nvSpPr>
        <p:spPr>
          <a:xfrm flipH="1">
            <a:off x="5464661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1-line1213"/>
          <p:cNvSpPr/>
          <p:nvPr/>
        </p:nvSpPr>
        <p:spPr>
          <a:xfrm flipH="1">
            <a:off x="5532678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1-line1214"/>
          <p:cNvSpPr/>
          <p:nvPr/>
        </p:nvSpPr>
        <p:spPr>
          <a:xfrm flipH="1">
            <a:off x="5593213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1-line1215"/>
          <p:cNvSpPr/>
          <p:nvPr/>
        </p:nvSpPr>
        <p:spPr>
          <a:xfrm flipH="1">
            <a:off x="5593337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4" name="S11-line1216"/>
          <p:cNvSpPr/>
          <p:nvPr/>
        </p:nvSpPr>
        <p:spPr>
          <a:xfrm flipH="1">
            <a:off x="568927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1-line1217"/>
          <p:cNvSpPr/>
          <p:nvPr/>
        </p:nvSpPr>
        <p:spPr>
          <a:xfrm flipH="1">
            <a:off x="57237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1-line1218"/>
          <p:cNvSpPr/>
          <p:nvPr/>
        </p:nvSpPr>
        <p:spPr>
          <a:xfrm flipH="1">
            <a:off x="5748639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1-line1219"/>
          <p:cNvSpPr/>
          <p:nvPr/>
        </p:nvSpPr>
        <p:spPr>
          <a:xfrm flipH="1">
            <a:off x="5763687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1-line1220"/>
          <p:cNvSpPr/>
          <p:nvPr/>
        </p:nvSpPr>
        <p:spPr>
          <a:xfrm flipH="1">
            <a:off x="5708371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9" name="S11-line1221"/>
          <p:cNvSpPr/>
          <p:nvPr/>
        </p:nvSpPr>
        <p:spPr>
          <a:xfrm flipH="1" flipV="1">
            <a:off x="5763687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1-line1222"/>
          <p:cNvSpPr/>
          <p:nvPr/>
        </p:nvSpPr>
        <p:spPr>
          <a:xfrm flipH="1" flipV="1">
            <a:off x="5748639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1-line1223"/>
          <p:cNvSpPr/>
          <p:nvPr/>
        </p:nvSpPr>
        <p:spPr>
          <a:xfrm flipH="1" flipV="1">
            <a:off x="57237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1-line1224"/>
          <p:cNvSpPr/>
          <p:nvPr/>
        </p:nvSpPr>
        <p:spPr>
          <a:xfrm flipH="1" flipV="1">
            <a:off x="568927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1-line1225"/>
          <p:cNvSpPr/>
          <p:nvPr/>
        </p:nvSpPr>
        <p:spPr>
          <a:xfrm flipH="1" flipV="1">
            <a:off x="5593337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4" name="S11-line1226"/>
          <p:cNvSpPr/>
          <p:nvPr/>
        </p:nvSpPr>
        <p:spPr>
          <a:xfrm flipH="1" flipV="1">
            <a:off x="5593213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1-line1227"/>
          <p:cNvSpPr/>
          <p:nvPr/>
        </p:nvSpPr>
        <p:spPr>
          <a:xfrm flipH="1" flipV="1">
            <a:off x="5532678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1-line1228"/>
          <p:cNvSpPr/>
          <p:nvPr/>
        </p:nvSpPr>
        <p:spPr>
          <a:xfrm flipH="1" flipV="1">
            <a:off x="5464661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1-line1229"/>
          <p:cNvSpPr/>
          <p:nvPr/>
        </p:nvSpPr>
        <p:spPr>
          <a:xfrm flipH="1" flipV="1">
            <a:off x="5389907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1-line1230"/>
          <p:cNvSpPr/>
          <p:nvPr/>
        </p:nvSpPr>
        <p:spPr>
          <a:xfrm flipH="1" flipV="1">
            <a:off x="5279060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9" name="S11-line1231"/>
          <p:cNvSpPr/>
          <p:nvPr/>
        </p:nvSpPr>
        <p:spPr>
          <a:xfrm flipH="1" flipV="1">
            <a:off x="5223529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1-line1232"/>
          <p:cNvSpPr/>
          <p:nvPr/>
        </p:nvSpPr>
        <p:spPr>
          <a:xfrm flipH="1" flipV="1">
            <a:off x="5133727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1-line1233"/>
          <p:cNvSpPr/>
          <p:nvPr/>
        </p:nvSpPr>
        <p:spPr>
          <a:xfrm flipH="1" flipV="1">
            <a:off x="5040814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1-line1234"/>
          <p:cNvSpPr/>
          <p:nvPr/>
        </p:nvSpPr>
        <p:spPr>
          <a:xfrm flipH="1" flipV="1">
            <a:off x="4945808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1-line1235"/>
          <p:cNvSpPr/>
          <p:nvPr/>
        </p:nvSpPr>
        <p:spPr>
          <a:xfrm flipV="1">
            <a:off x="4849749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4" name="S11-line1236"/>
          <p:cNvSpPr/>
          <p:nvPr/>
        </p:nvSpPr>
        <p:spPr>
          <a:xfrm flipV="1">
            <a:off x="4748433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1-line1237"/>
          <p:cNvSpPr/>
          <p:nvPr/>
        </p:nvSpPr>
        <p:spPr>
          <a:xfrm flipV="1">
            <a:off x="4648228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1-line1238"/>
          <p:cNvSpPr/>
          <p:nvPr/>
        </p:nvSpPr>
        <p:spPr>
          <a:xfrm flipV="1">
            <a:off x="4550230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1-line1239"/>
          <p:cNvSpPr/>
          <p:nvPr/>
        </p:nvSpPr>
        <p:spPr>
          <a:xfrm flipV="1">
            <a:off x="4455514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1-line1240"/>
          <p:cNvSpPr/>
          <p:nvPr/>
        </p:nvSpPr>
        <p:spPr>
          <a:xfrm flipV="1">
            <a:off x="4365117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9" name="S11-line1241"/>
          <p:cNvSpPr/>
          <p:nvPr/>
        </p:nvSpPr>
        <p:spPr>
          <a:xfrm flipV="1">
            <a:off x="4280030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1-line1242"/>
          <p:cNvSpPr/>
          <p:nvPr/>
        </p:nvSpPr>
        <p:spPr>
          <a:xfrm flipV="1">
            <a:off x="4201185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1-line1243"/>
          <p:cNvSpPr/>
          <p:nvPr/>
        </p:nvSpPr>
        <p:spPr>
          <a:xfrm flipV="1">
            <a:off x="4129445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1-line1244"/>
          <p:cNvSpPr/>
          <p:nvPr/>
        </p:nvSpPr>
        <p:spPr>
          <a:xfrm flipV="1">
            <a:off x="4065598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1-line1245"/>
          <p:cNvSpPr/>
          <p:nvPr/>
        </p:nvSpPr>
        <p:spPr>
          <a:xfrm flipV="1">
            <a:off x="4010342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4" name="S11-line1246"/>
          <p:cNvSpPr/>
          <p:nvPr/>
        </p:nvSpPr>
        <p:spPr>
          <a:xfrm flipV="1">
            <a:off x="396428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1-line1247"/>
          <p:cNvSpPr/>
          <p:nvPr/>
        </p:nvSpPr>
        <p:spPr>
          <a:xfrm flipV="1">
            <a:off x="3927924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1-line1248"/>
          <p:cNvSpPr/>
          <p:nvPr/>
        </p:nvSpPr>
        <p:spPr>
          <a:xfrm flipV="1">
            <a:off x="3901666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1-line1249"/>
          <p:cNvSpPr/>
          <p:nvPr/>
        </p:nvSpPr>
        <p:spPr>
          <a:xfrm flipV="1">
            <a:off x="3885795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1-line1250"/>
          <p:cNvSpPr/>
          <p:nvPr/>
        </p:nvSpPr>
        <p:spPr>
          <a:xfrm>
            <a:off x="3880485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9" name="S11-line1251"/>
          <p:cNvSpPr/>
          <p:nvPr/>
        </p:nvSpPr>
        <p:spPr>
          <a:xfrm>
            <a:off x="3885795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1-line1252"/>
          <p:cNvSpPr/>
          <p:nvPr/>
        </p:nvSpPr>
        <p:spPr>
          <a:xfrm>
            <a:off x="3901666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1-line1253"/>
          <p:cNvSpPr/>
          <p:nvPr/>
        </p:nvSpPr>
        <p:spPr>
          <a:xfrm>
            <a:off x="3927924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1-line1254"/>
          <p:cNvSpPr/>
          <p:nvPr/>
        </p:nvSpPr>
        <p:spPr>
          <a:xfrm>
            <a:off x="396428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1-line1255"/>
          <p:cNvSpPr/>
          <p:nvPr/>
        </p:nvSpPr>
        <p:spPr>
          <a:xfrm>
            <a:off x="4010342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4" name="S11-line1256"/>
          <p:cNvSpPr/>
          <p:nvPr/>
        </p:nvSpPr>
        <p:spPr>
          <a:xfrm>
            <a:off x="4065598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1-line1257"/>
          <p:cNvSpPr/>
          <p:nvPr/>
        </p:nvSpPr>
        <p:spPr>
          <a:xfrm>
            <a:off x="4129445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1-line1258"/>
          <p:cNvSpPr/>
          <p:nvPr/>
        </p:nvSpPr>
        <p:spPr>
          <a:xfrm>
            <a:off x="4201185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1-line1259"/>
          <p:cNvSpPr/>
          <p:nvPr/>
        </p:nvSpPr>
        <p:spPr>
          <a:xfrm>
            <a:off x="4280030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1-line1260"/>
          <p:cNvSpPr/>
          <p:nvPr/>
        </p:nvSpPr>
        <p:spPr>
          <a:xfrm>
            <a:off x="4365117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9" name="S11-line1261"/>
          <p:cNvSpPr/>
          <p:nvPr/>
        </p:nvSpPr>
        <p:spPr>
          <a:xfrm>
            <a:off x="4455514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1-line1262"/>
          <p:cNvSpPr/>
          <p:nvPr/>
        </p:nvSpPr>
        <p:spPr>
          <a:xfrm>
            <a:off x="4550230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1-line1263"/>
          <p:cNvSpPr/>
          <p:nvPr/>
        </p:nvSpPr>
        <p:spPr>
          <a:xfrm>
            <a:off x="4648228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11-line1264"/>
          <p:cNvSpPr/>
          <p:nvPr/>
        </p:nvSpPr>
        <p:spPr>
          <a:xfrm>
            <a:off x="4748433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3" name="S11-label1265"/>
          <p:cNvSpPr txBox="1"/>
          <p:nvPr/>
        </p:nvSpPr>
        <p:spPr>
          <a:xfrm>
            <a:off x="4972736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24" name="S11-label1266"/>
          <p:cNvSpPr txBox="1"/>
          <p:nvPr/>
        </p:nvSpPr>
        <p:spPr>
          <a:xfrm>
            <a:off x="5263585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225" name="S11-label1267"/>
          <p:cNvSpPr txBox="1"/>
          <p:nvPr/>
        </p:nvSpPr>
        <p:spPr>
          <a:xfrm>
            <a:off x="5370043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226" name="S11-label1268"/>
          <p:cNvSpPr txBox="1"/>
          <p:nvPr/>
        </p:nvSpPr>
        <p:spPr>
          <a:xfrm>
            <a:off x="5263585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227" name="S11-label1269"/>
          <p:cNvSpPr txBox="1"/>
          <p:nvPr/>
        </p:nvSpPr>
        <p:spPr>
          <a:xfrm>
            <a:off x="4972736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228" name="S11-label1270"/>
          <p:cNvSpPr txBox="1"/>
          <p:nvPr/>
        </p:nvSpPr>
        <p:spPr>
          <a:xfrm>
            <a:off x="4575429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29" name="S11-label1271"/>
          <p:cNvSpPr txBox="1"/>
          <p:nvPr/>
        </p:nvSpPr>
        <p:spPr>
          <a:xfrm>
            <a:off x="4178122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0" name="S11-label1272"/>
          <p:cNvSpPr txBox="1"/>
          <p:nvPr/>
        </p:nvSpPr>
        <p:spPr>
          <a:xfrm>
            <a:off x="3887273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1" name="S11-label1273"/>
          <p:cNvSpPr txBox="1"/>
          <p:nvPr/>
        </p:nvSpPr>
        <p:spPr>
          <a:xfrm>
            <a:off x="3780815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32" name="S11-label1274"/>
          <p:cNvSpPr txBox="1"/>
          <p:nvPr/>
        </p:nvSpPr>
        <p:spPr>
          <a:xfrm>
            <a:off x="3887273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33" name="S11-label1275"/>
          <p:cNvSpPr txBox="1"/>
          <p:nvPr/>
        </p:nvSpPr>
        <p:spPr>
          <a:xfrm>
            <a:off x="4178122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234" name="S11-label1276"/>
          <p:cNvSpPr txBox="1"/>
          <p:nvPr/>
        </p:nvSpPr>
        <p:spPr>
          <a:xfrm>
            <a:off x="4575429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235" name="S11-line1277"/>
          <p:cNvSpPr/>
          <p:nvPr/>
        </p:nvSpPr>
        <p:spPr>
          <a:xfrm flipH="1">
            <a:off x="4407179" y="5212080"/>
            <a:ext cx="442570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6" name="S11-line1278"/>
          <p:cNvSpPr/>
          <p:nvPr/>
        </p:nvSpPr>
        <p:spPr>
          <a:xfrm flipV="1">
            <a:off x="4849749" y="456834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7" name="S11-pin1279"/>
          <p:cNvSpPr/>
          <p:nvPr/>
        </p:nvSpPr>
        <p:spPr>
          <a:xfrm>
            <a:off x="4794885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8" name="S11-chip128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239" name="S11-text128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학교에 가는 시각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문장에 맞는 시계를 골라요</a:t>
            </a:r>
            <a:endParaRPr lang="ko-KR" sz="4000" dirty="0"/>
          </a:p>
        </p:txBody>
      </p:sp>
      <p:sp>
        <p:nvSpPr>
          <p:cNvPr id="3" name="S13-card128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8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 thirty.에 맞는 시계는? 어떻게 알았나요?</a:t>
            </a:r>
            <a:endParaRPr lang="ko-KR" sz="2800" dirty="0"/>
          </a:p>
        </p:txBody>
      </p:sp>
      <p:sp>
        <p:nvSpPr>
          <p:cNvPr id="5" name="S13-chip1284"/>
          <p:cNvSpPr txBox="1"/>
          <p:nvPr/>
        </p:nvSpPr>
        <p:spPr>
          <a:xfrm>
            <a:off x="548640" y="18404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figure1285" descr="시계: 8시"/>
          <p:cNvSpPr/>
          <p:nvPr/>
        </p:nvSpPr>
        <p:spPr>
          <a:xfrm>
            <a:off x="2829814" y="1325880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3-line1286"/>
          <p:cNvSpPr/>
          <p:nvPr/>
        </p:nvSpPr>
        <p:spPr>
          <a:xfrm>
            <a:off x="3627882" y="1362456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3-line1287"/>
          <p:cNvSpPr/>
          <p:nvPr/>
        </p:nvSpPr>
        <p:spPr>
          <a:xfrm flipH="1">
            <a:off x="3703309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3-line1288"/>
          <p:cNvSpPr/>
          <p:nvPr/>
        </p:nvSpPr>
        <p:spPr>
          <a:xfrm flipH="1">
            <a:off x="3777909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3-line1289"/>
          <p:cNvSpPr/>
          <p:nvPr/>
        </p:nvSpPr>
        <p:spPr>
          <a:xfrm flipH="1">
            <a:off x="3850865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3-line1290"/>
          <p:cNvSpPr/>
          <p:nvPr/>
        </p:nvSpPr>
        <p:spPr>
          <a:xfrm flipH="1">
            <a:off x="3921379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3-line1291"/>
          <p:cNvSpPr/>
          <p:nvPr/>
        </p:nvSpPr>
        <p:spPr>
          <a:xfrm flipH="1">
            <a:off x="3964734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3-line1292"/>
          <p:cNvSpPr/>
          <p:nvPr/>
        </p:nvSpPr>
        <p:spPr>
          <a:xfrm flipH="1">
            <a:off x="4052021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3-line1293"/>
          <p:cNvSpPr/>
          <p:nvPr/>
        </p:nvSpPr>
        <p:spPr>
          <a:xfrm flipH="1">
            <a:off x="4110719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3-line1294"/>
          <p:cNvSpPr/>
          <p:nvPr/>
        </p:nvSpPr>
        <p:spPr>
          <a:xfrm flipH="1">
            <a:off x="4164127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3-line1295"/>
          <p:cNvSpPr/>
          <p:nvPr/>
        </p:nvSpPr>
        <p:spPr>
          <a:xfrm flipH="1">
            <a:off x="4211659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3-line1296"/>
          <p:cNvSpPr/>
          <p:nvPr/>
        </p:nvSpPr>
        <p:spPr>
          <a:xfrm flipH="1">
            <a:off x="4211327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3-line1297"/>
          <p:cNvSpPr/>
          <p:nvPr/>
        </p:nvSpPr>
        <p:spPr>
          <a:xfrm flipH="1">
            <a:off x="4287086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3-line1298"/>
          <p:cNvSpPr/>
          <p:nvPr/>
        </p:nvSpPr>
        <p:spPr>
          <a:xfrm flipH="1">
            <a:off x="4314154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3-line1299"/>
          <p:cNvSpPr/>
          <p:nvPr/>
        </p:nvSpPr>
        <p:spPr>
          <a:xfrm flipH="1">
            <a:off x="4333702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3-line1300"/>
          <p:cNvSpPr/>
          <p:nvPr/>
        </p:nvSpPr>
        <p:spPr>
          <a:xfrm flipH="1">
            <a:off x="4345518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3-line1301"/>
          <p:cNvSpPr/>
          <p:nvPr/>
        </p:nvSpPr>
        <p:spPr>
          <a:xfrm flipH="1">
            <a:off x="4301587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3-line1302"/>
          <p:cNvSpPr/>
          <p:nvPr/>
        </p:nvSpPr>
        <p:spPr>
          <a:xfrm flipH="1" flipV="1">
            <a:off x="4345518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3-line1303"/>
          <p:cNvSpPr/>
          <p:nvPr/>
        </p:nvSpPr>
        <p:spPr>
          <a:xfrm flipH="1" flipV="1">
            <a:off x="4333702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3-line1304"/>
          <p:cNvSpPr/>
          <p:nvPr/>
        </p:nvSpPr>
        <p:spPr>
          <a:xfrm flipH="1" flipV="1">
            <a:off x="4314154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3-line1305"/>
          <p:cNvSpPr/>
          <p:nvPr/>
        </p:nvSpPr>
        <p:spPr>
          <a:xfrm flipH="1" flipV="1">
            <a:off x="4287086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3-line1306"/>
          <p:cNvSpPr/>
          <p:nvPr/>
        </p:nvSpPr>
        <p:spPr>
          <a:xfrm flipH="1" flipV="1">
            <a:off x="4211327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3-line1307"/>
          <p:cNvSpPr/>
          <p:nvPr/>
        </p:nvSpPr>
        <p:spPr>
          <a:xfrm flipH="1" flipV="1">
            <a:off x="4211659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3-line1308"/>
          <p:cNvSpPr/>
          <p:nvPr/>
        </p:nvSpPr>
        <p:spPr>
          <a:xfrm flipH="1" flipV="1">
            <a:off x="4164127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3-line1309"/>
          <p:cNvSpPr/>
          <p:nvPr/>
        </p:nvSpPr>
        <p:spPr>
          <a:xfrm flipH="1" flipV="1">
            <a:off x="4110719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3-line1310"/>
          <p:cNvSpPr/>
          <p:nvPr/>
        </p:nvSpPr>
        <p:spPr>
          <a:xfrm flipH="1" flipV="1">
            <a:off x="4052021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3-line1311"/>
          <p:cNvSpPr/>
          <p:nvPr/>
        </p:nvSpPr>
        <p:spPr>
          <a:xfrm flipH="1" flipV="1">
            <a:off x="3964734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3-line1312"/>
          <p:cNvSpPr/>
          <p:nvPr/>
        </p:nvSpPr>
        <p:spPr>
          <a:xfrm flipH="1" flipV="1">
            <a:off x="3921379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3-line1313"/>
          <p:cNvSpPr/>
          <p:nvPr/>
        </p:nvSpPr>
        <p:spPr>
          <a:xfrm flipH="1" flipV="1">
            <a:off x="3850865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3-line1314"/>
          <p:cNvSpPr/>
          <p:nvPr/>
        </p:nvSpPr>
        <p:spPr>
          <a:xfrm flipH="1" flipV="1">
            <a:off x="3777909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3-line1315"/>
          <p:cNvSpPr/>
          <p:nvPr/>
        </p:nvSpPr>
        <p:spPr>
          <a:xfrm flipH="1" flipV="1">
            <a:off x="3703309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3-line1316"/>
          <p:cNvSpPr/>
          <p:nvPr/>
        </p:nvSpPr>
        <p:spPr>
          <a:xfrm flipV="1">
            <a:off x="3627882" y="2797653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3-line1317"/>
          <p:cNvSpPr/>
          <p:nvPr/>
        </p:nvSpPr>
        <p:spPr>
          <a:xfrm flipV="1">
            <a:off x="3548284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3-line1318"/>
          <p:cNvSpPr/>
          <p:nvPr/>
        </p:nvSpPr>
        <p:spPr>
          <a:xfrm flipV="1">
            <a:off x="3469559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3-line1319"/>
          <p:cNvSpPr/>
          <p:nvPr/>
        </p:nvSpPr>
        <p:spPr>
          <a:xfrm flipV="1">
            <a:off x="3392568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3-line1320"/>
          <p:cNvSpPr/>
          <p:nvPr/>
        </p:nvSpPr>
        <p:spPr>
          <a:xfrm flipV="1">
            <a:off x="3318155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3-line1321"/>
          <p:cNvSpPr/>
          <p:nvPr/>
        </p:nvSpPr>
        <p:spPr>
          <a:xfrm flipV="1">
            <a:off x="3247136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3-line1322"/>
          <p:cNvSpPr/>
          <p:nvPr/>
        </p:nvSpPr>
        <p:spPr>
          <a:xfrm flipV="1">
            <a:off x="3180288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3-line1323"/>
          <p:cNvSpPr/>
          <p:nvPr/>
        </p:nvSpPr>
        <p:spPr>
          <a:xfrm flipV="1">
            <a:off x="3118344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3-line1324"/>
          <p:cNvSpPr/>
          <p:nvPr/>
        </p:nvSpPr>
        <p:spPr>
          <a:xfrm flipV="1">
            <a:off x="3061983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3-line1325"/>
          <p:cNvSpPr/>
          <p:nvPr/>
        </p:nvSpPr>
        <p:spPr>
          <a:xfrm flipV="1">
            <a:off x="3011822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3-line1326"/>
          <p:cNvSpPr/>
          <p:nvPr/>
        </p:nvSpPr>
        <p:spPr>
          <a:xfrm flipV="1">
            <a:off x="2968411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3-line1327"/>
          <p:cNvSpPr/>
          <p:nvPr/>
        </p:nvSpPr>
        <p:spPr>
          <a:xfrm flipV="1">
            <a:off x="2932224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3-line1328"/>
          <p:cNvSpPr/>
          <p:nvPr/>
        </p:nvSpPr>
        <p:spPr>
          <a:xfrm flipV="1">
            <a:off x="2903660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3-line1329"/>
          <p:cNvSpPr/>
          <p:nvPr/>
        </p:nvSpPr>
        <p:spPr>
          <a:xfrm flipV="1">
            <a:off x="2883030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3-line1330"/>
          <p:cNvSpPr/>
          <p:nvPr/>
        </p:nvSpPr>
        <p:spPr>
          <a:xfrm flipV="1">
            <a:off x="2870562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3-line1331"/>
          <p:cNvSpPr/>
          <p:nvPr/>
        </p:nvSpPr>
        <p:spPr>
          <a:xfrm>
            <a:off x="2866390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3-line1332"/>
          <p:cNvSpPr/>
          <p:nvPr/>
        </p:nvSpPr>
        <p:spPr>
          <a:xfrm>
            <a:off x="2870562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3-line1333"/>
          <p:cNvSpPr/>
          <p:nvPr/>
        </p:nvSpPr>
        <p:spPr>
          <a:xfrm>
            <a:off x="2883030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3-line1334"/>
          <p:cNvSpPr/>
          <p:nvPr/>
        </p:nvSpPr>
        <p:spPr>
          <a:xfrm>
            <a:off x="2903660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3-line1335"/>
          <p:cNvSpPr/>
          <p:nvPr/>
        </p:nvSpPr>
        <p:spPr>
          <a:xfrm>
            <a:off x="2932224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3-line1336"/>
          <p:cNvSpPr/>
          <p:nvPr/>
        </p:nvSpPr>
        <p:spPr>
          <a:xfrm>
            <a:off x="2968411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3-line1337"/>
          <p:cNvSpPr/>
          <p:nvPr/>
        </p:nvSpPr>
        <p:spPr>
          <a:xfrm>
            <a:off x="3011822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3-line1338"/>
          <p:cNvSpPr/>
          <p:nvPr/>
        </p:nvSpPr>
        <p:spPr>
          <a:xfrm>
            <a:off x="3061983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3-line1339"/>
          <p:cNvSpPr/>
          <p:nvPr/>
        </p:nvSpPr>
        <p:spPr>
          <a:xfrm>
            <a:off x="3118344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3-line1340"/>
          <p:cNvSpPr/>
          <p:nvPr/>
        </p:nvSpPr>
        <p:spPr>
          <a:xfrm>
            <a:off x="3180288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3-line1341"/>
          <p:cNvSpPr/>
          <p:nvPr/>
        </p:nvSpPr>
        <p:spPr>
          <a:xfrm>
            <a:off x="3247136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3-line1342"/>
          <p:cNvSpPr/>
          <p:nvPr/>
        </p:nvSpPr>
        <p:spPr>
          <a:xfrm>
            <a:off x="3318155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3-line1343"/>
          <p:cNvSpPr/>
          <p:nvPr/>
        </p:nvSpPr>
        <p:spPr>
          <a:xfrm>
            <a:off x="3392568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3-line1344"/>
          <p:cNvSpPr/>
          <p:nvPr/>
        </p:nvSpPr>
        <p:spPr>
          <a:xfrm>
            <a:off x="3469559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3-line1345"/>
          <p:cNvSpPr/>
          <p:nvPr/>
        </p:nvSpPr>
        <p:spPr>
          <a:xfrm>
            <a:off x="3548284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3-label1346"/>
          <p:cNvSpPr txBox="1"/>
          <p:nvPr/>
        </p:nvSpPr>
        <p:spPr>
          <a:xfrm>
            <a:off x="3668799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68" name="S13-label1347"/>
          <p:cNvSpPr txBox="1"/>
          <p:nvPr/>
        </p:nvSpPr>
        <p:spPr>
          <a:xfrm>
            <a:off x="3899568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69" name="S13-label1348"/>
          <p:cNvSpPr txBox="1"/>
          <p:nvPr/>
        </p:nvSpPr>
        <p:spPr>
          <a:xfrm>
            <a:off x="3984036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70" name="S13-label1349"/>
          <p:cNvSpPr txBox="1"/>
          <p:nvPr/>
        </p:nvSpPr>
        <p:spPr>
          <a:xfrm>
            <a:off x="3899568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71" name="S13-label1350"/>
          <p:cNvSpPr txBox="1"/>
          <p:nvPr/>
        </p:nvSpPr>
        <p:spPr>
          <a:xfrm>
            <a:off x="3668799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72" name="S13-label1351"/>
          <p:cNvSpPr txBox="1"/>
          <p:nvPr/>
        </p:nvSpPr>
        <p:spPr>
          <a:xfrm>
            <a:off x="3353562" y="25715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73" name="S13-label1352"/>
          <p:cNvSpPr txBox="1"/>
          <p:nvPr/>
        </p:nvSpPr>
        <p:spPr>
          <a:xfrm>
            <a:off x="3038325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74" name="S13-label1353"/>
          <p:cNvSpPr txBox="1"/>
          <p:nvPr/>
        </p:nvSpPr>
        <p:spPr>
          <a:xfrm>
            <a:off x="2807556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75" name="S13-label1354"/>
          <p:cNvSpPr txBox="1"/>
          <p:nvPr/>
        </p:nvSpPr>
        <p:spPr>
          <a:xfrm>
            <a:off x="2723088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76" name="S13-label1355"/>
          <p:cNvSpPr txBox="1"/>
          <p:nvPr/>
        </p:nvSpPr>
        <p:spPr>
          <a:xfrm>
            <a:off x="2807556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77" name="S13-label1356"/>
          <p:cNvSpPr txBox="1"/>
          <p:nvPr/>
        </p:nvSpPr>
        <p:spPr>
          <a:xfrm>
            <a:off x="3038325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78" name="S13-label1357"/>
          <p:cNvSpPr txBox="1"/>
          <p:nvPr/>
        </p:nvSpPr>
        <p:spPr>
          <a:xfrm>
            <a:off x="3353562" y="13105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79" name="S13-line1358"/>
          <p:cNvSpPr/>
          <p:nvPr/>
        </p:nvSpPr>
        <p:spPr>
          <a:xfrm flipH="1">
            <a:off x="3323777" y="2123948"/>
            <a:ext cx="304105" cy="17557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3-line1359"/>
          <p:cNvSpPr/>
          <p:nvPr/>
        </p:nvSpPr>
        <p:spPr>
          <a:xfrm flipV="1">
            <a:off x="3627882" y="1613184"/>
            <a:ext cx="0" cy="51076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3-pin1360"/>
          <p:cNvSpPr/>
          <p:nvPr/>
        </p:nvSpPr>
        <p:spPr>
          <a:xfrm>
            <a:off x="3573018" y="206908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3-chip1361"/>
          <p:cNvSpPr txBox="1"/>
          <p:nvPr/>
        </p:nvSpPr>
        <p:spPr>
          <a:xfrm>
            <a:off x="6277356" y="18404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83" name="S13-figure1362" descr="시계: 9시 30분"/>
          <p:cNvSpPr/>
          <p:nvPr/>
        </p:nvSpPr>
        <p:spPr>
          <a:xfrm>
            <a:off x="8558530" y="1325880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3-line1363"/>
          <p:cNvSpPr/>
          <p:nvPr/>
        </p:nvSpPr>
        <p:spPr>
          <a:xfrm>
            <a:off x="9356598" y="1362456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3-line1364"/>
          <p:cNvSpPr/>
          <p:nvPr/>
        </p:nvSpPr>
        <p:spPr>
          <a:xfrm flipH="1">
            <a:off x="9432025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3-line1365"/>
          <p:cNvSpPr/>
          <p:nvPr/>
        </p:nvSpPr>
        <p:spPr>
          <a:xfrm flipH="1">
            <a:off x="9506625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3-line1366"/>
          <p:cNvSpPr/>
          <p:nvPr/>
        </p:nvSpPr>
        <p:spPr>
          <a:xfrm flipH="1">
            <a:off x="9579581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3-line1367"/>
          <p:cNvSpPr/>
          <p:nvPr/>
        </p:nvSpPr>
        <p:spPr>
          <a:xfrm flipH="1">
            <a:off x="9650095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3-line1368"/>
          <p:cNvSpPr/>
          <p:nvPr/>
        </p:nvSpPr>
        <p:spPr>
          <a:xfrm flipH="1">
            <a:off x="9693450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3-line1369"/>
          <p:cNvSpPr/>
          <p:nvPr/>
        </p:nvSpPr>
        <p:spPr>
          <a:xfrm flipH="1">
            <a:off x="9780737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3-line1370"/>
          <p:cNvSpPr/>
          <p:nvPr/>
        </p:nvSpPr>
        <p:spPr>
          <a:xfrm flipH="1">
            <a:off x="9839435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3-line1371"/>
          <p:cNvSpPr/>
          <p:nvPr/>
        </p:nvSpPr>
        <p:spPr>
          <a:xfrm flipH="1">
            <a:off x="9892843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3-line1372"/>
          <p:cNvSpPr/>
          <p:nvPr/>
        </p:nvSpPr>
        <p:spPr>
          <a:xfrm flipH="1">
            <a:off x="9940375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3-line1373"/>
          <p:cNvSpPr/>
          <p:nvPr/>
        </p:nvSpPr>
        <p:spPr>
          <a:xfrm flipH="1">
            <a:off x="9940043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3-line1374"/>
          <p:cNvSpPr/>
          <p:nvPr/>
        </p:nvSpPr>
        <p:spPr>
          <a:xfrm flipH="1">
            <a:off x="10015802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3-line1375"/>
          <p:cNvSpPr/>
          <p:nvPr/>
        </p:nvSpPr>
        <p:spPr>
          <a:xfrm flipH="1">
            <a:off x="10042870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3-line1376"/>
          <p:cNvSpPr/>
          <p:nvPr/>
        </p:nvSpPr>
        <p:spPr>
          <a:xfrm flipH="1">
            <a:off x="10062418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3-line1377"/>
          <p:cNvSpPr/>
          <p:nvPr/>
        </p:nvSpPr>
        <p:spPr>
          <a:xfrm flipH="1">
            <a:off x="10074234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3-line1378"/>
          <p:cNvSpPr/>
          <p:nvPr/>
        </p:nvSpPr>
        <p:spPr>
          <a:xfrm flipH="1">
            <a:off x="10030303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3-line1379"/>
          <p:cNvSpPr/>
          <p:nvPr/>
        </p:nvSpPr>
        <p:spPr>
          <a:xfrm flipH="1" flipV="1">
            <a:off x="10074234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3-line1380"/>
          <p:cNvSpPr/>
          <p:nvPr/>
        </p:nvSpPr>
        <p:spPr>
          <a:xfrm flipH="1" flipV="1">
            <a:off x="10062418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3-line1381"/>
          <p:cNvSpPr/>
          <p:nvPr/>
        </p:nvSpPr>
        <p:spPr>
          <a:xfrm flipH="1" flipV="1">
            <a:off x="10042870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3-line1382"/>
          <p:cNvSpPr/>
          <p:nvPr/>
        </p:nvSpPr>
        <p:spPr>
          <a:xfrm flipH="1" flipV="1">
            <a:off x="10015802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3-line1383"/>
          <p:cNvSpPr/>
          <p:nvPr/>
        </p:nvSpPr>
        <p:spPr>
          <a:xfrm flipH="1" flipV="1">
            <a:off x="9940043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3-line1384"/>
          <p:cNvSpPr/>
          <p:nvPr/>
        </p:nvSpPr>
        <p:spPr>
          <a:xfrm flipH="1" flipV="1">
            <a:off x="9940375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3-line1385"/>
          <p:cNvSpPr/>
          <p:nvPr/>
        </p:nvSpPr>
        <p:spPr>
          <a:xfrm flipH="1" flipV="1">
            <a:off x="9892843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3-line1386"/>
          <p:cNvSpPr/>
          <p:nvPr/>
        </p:nvSpPr>
        <p:spPr>
          <a:xfrm flipH="1" flipV="1">
            <a:off x="9839435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3-line1387"/>
          <p:cNvSpPr/>
          <p:nvPr/>
        </p:nvSpPr>
        <p:spPr>
          <a:xfrm flipH="1" flipV="1">
            <a:off x="9780737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3-line1388"/>
          <p:cNvSpPr/>
          <p:nvPr/>
        </p:nvSpPr>
        <p:spPr>
          <a:xfrm flipH="1" flipV="1">
            <a:off x="9693450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3-line1389"/>
          <p:cNvSpPr/>
          <p:nvPr/>
        </p:nvSpPr>
        <p:spPr>
          <a:xfrm flipH="1" flipV="1">
            <a:off x="9650095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3-line1390"/>
          <p:cNvSpPr/>
          <p:nvPr/>
        </p:nvSpPr>
        <p:spPr>
          <a:xfrm flipH="1" flipV="1">
            <a:off x="9579581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3-line1391"/>
          <p:cNvSpPr/>
          <p:nvPr/>
        </p:nvSpPr>
        <p:spPr>
          <a:xfrm flipH="1" flipV="1">
            <a:off x="9506625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3-line1392"/>
          <p:cNvSpPr/>
          <p:nvPr/>
        </p:nvSpPr>
        <p:spPr>
          <a:xfrm flipH="1" flipV="1">
            <a:off x="9432025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3-line1393"/>
          <p:cNvSpPr/>
          <p:nvPr/>
        </p:nvSpPr>
        <p:spPr>
          <a:xfrm flipV="1">
            <a:off x="9356598" y="2797653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3-line1394"/>
          <p:cNvSpPr/>
          <p:nvPr/>
        </p:nvSpPr>
        <p:spPr>
          <a:xfrm flipV="1">
            <a:off x="9277000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3-line1395"/>
          <p:cNvSpPr/>
          <p:nvPr/>
        </p:nvSpPr>
        <p:spPr>
          <a:xfrm flipV="1">
            <a:off x="9198275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3-line1396"/>
          <p:cNvSpPr/>
          <p:nvPr/>
        </p:nvSpPr>
        <p:spPr>
          <a:xfrm flipV="1">
            <a:off x="9121284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3-line1397"/>
          <p:cNvSpPr/>
          <p:nvPr/>
        </p:nvSpPr>
        <p:spPr>
          <a:xfrm flipV="1">
            <a:off x="9046871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3-line1398"/>
          <p:cNvSpPr/>
          <p:nvPr/>
        </p:nvSpPr>
        <p:spPr>
          <a:xfrm flipV="1">
            <a:off x="8975852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3-line1399"/>
          <p:cNvSpPr/>
          <p:nvPr/>
        </p:nvSpPr>
        <p:spPr>
          <a:xfrm flipV="1">
            <a:off x="8909004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3-line1400"/>
          <p:cNvSpPr/>
          <p:nvPr/>
        </p:nvSpPr>
        <p:spPr>
          <a:xfrm flipV="1">
            <a:off x="8847060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3-line1401"/>
          <p:cNvSpPr/>
          <p:nvPr/>
        </p:nvSpPr>
        <p:spPr>
          <a:xfrm flipV="1">
            <a:off x="8790699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3-line1402"/>
          <p:cNvSpPr/>
          <p:nvPr/>
        </p:nvSpPr>
        <p:spPr>
          <a:xfrm flipV="1">
            <a:off x="8740538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3-line1403"/>
          <p:cNvSpPr/>
          <p:nvPr/>
        </p:nvSpPr>
        <p:spPr>
          <a:xfrm flipV="1">
            <a:off x="8697127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3-line1404"/>
          <p:cNvSpPr/>
          <p:nvPr/>
        </p:nvSpPr>
        <p:spPr>
          <a:xfrm flipV="1">
            <a:off x="8660940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3-line1405"/>
          <p:cNvSpPr/>
          <p:nvPr/>
        </p:nvSpPr>
        <p:spPr>
          <a:xfrm flipV="1">
            <a:off x="8632376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3-line1406"/>
          <p:cNvSpPr/>
          <p:nvPr/>
        </p:nvSpPr>
        <p:spPr>
          <a:xfrm flipV="1">
            <a:off x="8611746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3-line1407"/>
          <p:cNvSpPr/>
          <p:nvPr/>
        </p:nvSpPr>
        <p:spPr>
          <a:xfrm flipV="1">
            <a:off x="8599278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3-line1408"/>
          <p:cNvSpPr/>
          <p:nvPr/>
        </p:nvSpPr>
        <p:spPr>
          <a:xfrm>
            <a:off x="8595106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3-line1409"/>
          <p:cNvSpPr/>
          <p:nvPr/>
        </p:nvSpPr>
        <p:spPr>
          <a:xfrm>
            <a:off x="8599278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3-line1410"/>
          <p:cNvSpPr/>
          <p:nvPr/>
        </p:nvSpPr>
        <p:spPr>
          <a:xfrm>
            <a:off x="8611746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3-line1411"/>
          <p:cNvSpPr/>
          <p:nvPr/>
        </p:nvSpPr>
        <p:spPr>
          <a:xfrm>
            <a:off x="8632376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3-line1412"/>
          <p:cNvSpPr/>
          <p:nvPr/>
        </p:nvSpPr>
        <p:spPr>
          <a:xfrm>
            <a:off x="8660940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3-line1413"/>
          <p:cNvSpPr/>
          <p:nvPr/>
        </p:nvSpPr>
        <p:spPr>
          <a:xfrm>
            <a:off x="8697127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3-line1414"/>
          <p:cNvSpPr/>
          <p:nvPr/>
        </p:nvSpPr>
        <p:spPr>
          <a:xfrm>
            <a:off x="8740538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3-line1415"/>
          <p:cNvSpPr/>
          <p:nvPr/>
        </p:nvSpPr>
        <p:spPr>
          <a:xfrm>
            <a:off x="8790699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3-line1416"/>
          <p:cNvSpPr/>
          <p:nvPr/>
        </p:nvSpPr>
        <p:spPr>
          <a:xfrm>
            <a:off x="8847060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3-line1417"/>
          <p:cNvSpPr/>
          <p:nvPr/>
        </p:nvSpPr>
        <p:spPr>
          <a:xfrm>
            <a:off x="8909004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3-line1418"/>
          <p:cNvSpPr/>
          <p:nvPr/>
        </p:nvSpPr>
        <p:spPr>
          <a:xfrm>
            <a:off x="8975852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3-line1419"/>
          <p:cNvSpPr/>
          <p:nvPr/>
        </p:nvSpPr>
        <p:spPr>
          <a:xfrm>
            <a:off x="9046871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3-line1420"/>
          <p:cNvSpPr/>
          <p:nvPr/>
        </p:nvSpPr>
        <p:spPr>
          <a:xfrm>
            <a:off x="9121284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3-line1421"/>
          <p:cNvSpPr/>
          <p:nvPr/>
        </p:nvSpPr>
        <p:spPr>
          <a:xfrm>
            <a:off x="9198275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3-line1422"/>
          <p:cNvSpPr/>
          <p:nvPr/>
        </p:nvSpPr>
        <p:spPr>
          <a:xfrm>
            <a:off x="9277000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3-label1423"/>
          <p:cNvSpPr txBox="1"/>
          <p:nvPr/>
        </p:nvSpPr>
        <p:spPr>
          <a:xfrm>
            <a:off x="9397515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145" name="S13-label1424"/>
          <p:cNvSpPr txBox="1"/>
          <p:nvPr/>
        </p:nvSpPr>
        <p:spPr>
          <a:xfrm>
            <a:off x="9628284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146" name="S13-label1425"/>
          <p:cNvSpPr txBox="1"/>
          <p:nvPr/>
        </p:nvSpPr>
        <p:spPr>
          <a:xfrm>
            <a:off x="9712752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147" name="S13-label1426"/>
          <p:cNvSpPr txBox="1"/>
          <p:nvPr/>
        </p:nvSpPr>
        <p:spPr>
          <a:xfrm>
            <a:off x="9628284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148" name="S13-label1427"/>
          <p:cNvSpPr txBox="1"/>
          <p:nvPr/>
        </p:nvSpPr>
        <p:spPr>
          <a:xfrm>
            <a:off x="9397515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149" name="S13-label1428"/>
          <p:cNvSpPr txBox="1"/>
          <p:nvPr/>
        </p:nvSpPr>
        <p:spPr>
          <a:xfrm>
            <a:off x="9082278" y="25715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150" name="S13-label1429"/>
          <p:cNvSpPr txBox="1"/>
          <p:nvPr/>
        </p:nvSpPr>
        <p:spPr>
          <a:xfrm>
            <a:off x="8767041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151" name="S13-label1430"/>
          <p:cNvSpPr txBox="1"/>
          <p:nvPr/>
        </p:nvSpPr>
        <p:spPr>
          <a:xfrm>
            <a:off x="8536272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152" name="S13-label1431"/>
          <p:cNvSpPr txBox="1"/>
          <p:nvPr/>
        </p:nvSpPr>
        <p:spPr>
          <a:xfrm>
            <a:off x="8451804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153" name="S13-label1432"/>
          <p:cNvSpPr txBox="1"/>
          <p:nvPr/>
        </p:nvSpPr>
        <p:spPr>
          <a:xfrm>
            <a:off x="8536272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154" name="S13-label1433"/>
          <p:cNvSpPr txBox="1"/>
          <p:nvPr/>
        </p:nvSpPr>
        <p:spPr>
          <a:xfrm>
            <a:off x="8767041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155" name="S13-label1434"/>
          <p:cNvSpPr txBox="1"/>
          <p:nvPr/>
        </p:nvSpPr>
        <p:spPr>
          <a:xfrm>
            <a:off x="9082278" y="13105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156" name="S13-line1435"/>
          <p:cNvSpPr/>
          <p:nvPr/>
        </p:nvSpPr>
        <p:spPr>
          <a:xfrm flipH="1" flipV="1">
            <a:off x="9017413" y="2033064"/>
            <a:ext cx="339185" cy="9088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3-line1436"/>
          <p:cNvSpPr/>
          <p:nvPr/>
        </p:nvSpPr>
        <p:spPr>
          <a:xfrm>
            <a:off x="9356598" y="2123948"/>
            <a:ext cx="0" cy="51076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3-pin1437"/>
          <p:cNvSpPr/>
          <p:nvPr/>
        </p:nvSpPr>
        <p:spPr>
          <a:xfrm>
            <a:off x="9301734" y="206908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3-chip1438"/>
          <p:cNvSpPr txBox="1"/>
          <p:nvPr/>
        </p:nvSpPr>
        <p:spPr>
          <a:xfrm>
            <a:off x="548640" y="37109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60" name="S13-figure1439" descr="시계: 8시 30분"/>
          <p:cNvSpPr/>
          <p:nvPr/>
        </p:nvSpPr>
        <p:spPr>
          <a:xfrm>
            <a:off x="2829814" y="3196336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3-line1440"/>
          <p:cNvSpPr/>
          <p:nvPr/>
        </p:nvSpPr>
        <p:spPr>
          <a:xfrm>
            <a:off x="3627882" y="3232912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3-line1441"/>
          <p:cNvSpPr/>
          <p:nvPr/>
        </p:nvSpPr>
        <p:spPr>
          <a:xfrm flipH="1">
            <a:off x="3703309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3-line1442"/>
          <p:cNvSpPr/>
          <p:nvPr/>
        </p:nvSpPr>
        <p:spPr>
          <a:xfrm flipH="1">
            <a:off x="3777909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3-line1443"/>
          <p:cNvSpPr/>
          <p:nvPr/>
        </p:nvSpPr>
        <p:spPr>
          <a:xfrm flipH="1">
            <a:off x="3850865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3-line1444"/>
          <p:cNvSpPr/>
          <p:nvPr/>
        </p:nvSpPr>
        <p:spPr>
          <a:xfrm flipH="1">
            <a:off x="3921379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3-line1445"/>
          <p:cNvSpPr/>
          <p:nvPr/>
        </p:nvSpPr>
        <p:spPr>
          <a:xfrm flipH="1">
            <a:off x="3964734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3-line1446"/>
          <p:cNvSpPr/>
          <p:nvPr/>
        </p:nvSpPr>
        <p:spPr>
          <a:xfrm flipH="1">
            <a:off x="4052021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3-line1447"/>
          <p:cNvSpPr/>
          <p:nvPr/>
        </p:nvSpPr>
        <p:spPr>
          <a:xfrm flipH="1">
            <a:off x="4110719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3-line1448"/>
          <p:cNvSpPr/>
          <p:nvPr/>
        </p:nvSpPr>
        <p:spPr>
          <a:xfrm flipH="1">
            <a:off x="4164127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3-line1449"/>
          <p:cNvSpPr/>
          <p:nvPr/>
        </p:nvSpPr>
        <p:spPr>
          <a:xfrm flipH="1">
            <a:off x="4211659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3-line1450"/>
          <p:cNvSpPr/>
          <p:nvPr/>
        </p:nvSpPr>
        <p:spPr>
          <a:xfrm flipH="1">
            <a:off x="4211327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3-line1451"/>
          <p:cNvSpPr/>
          <p:nvPr/>
        </p:nvSpPr>
        <p:spPr>
          <a:xfrm flipH="1">
            <a:off x="4287086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3-line1452"/>
          <p:cNvSpPr/>
          <p:nvPr/>
        </p:nvSpPr>
        <p:spPr>
          <a:xfrm flipH="1">
            <a:off x="4314154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3-line1453"/>
          <p:cNvSpPr/>
          <p:nvPr/>
        </p:nvSpPr>
        <p:spPr>
          <a:xfrm flipH="1">
            <a:off x="4333702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3-line1454"/>
          <p:cNvSpPr/>
          <p:nvPr/>
        </p:nvSpPr>
        <p:spPr>
          <a:xfrm flipH="1">
            <a:off x="4345518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3-line1455"/>
          <p:cNvSpPr/>
          <p:nvPr/>
        </p:nvSpPr>
        <p:spPr>
          <a:xfrm flipH="1">
            <a:off x="4301587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3-line1456"/>
          <p:cNvSpPr/>
          <p:nvPr/>
        </p:nvSpPr>
        <p:spPr>
          <a:xfrm flipH="1" flipV="1">
            <a:off x="4345518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3-line1457"/>
          <p:cNvSpPr/>
          <p:nvPr/>
        </p:nvSpPr>
        <p:spPr>
          <a:xfrm flipH="1" flipV="1">
            <a:off x="4333702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3-line1458"/>
          <p:cNvSpPr/>
          <p:nvPr/>
        </p:nvSpPr>
        <p:spPr>
          <a:xfrm flipH="1" flipV="1">
            <a:off x="4314154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3-line1459"/>
          <p:cNvSpPr/>
          <p:nvPr/>
        </p:nvSpPr>
        <p:spPr>
          <a:xfrm flipH="1" flipV="1">
            <a:off x="4287086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3-line1460"/>
          <p:cNvSpPr/>
          <p:nvPr/>
        </p:nvSpPr>
        <p:spPr>
          <a:xfrm flipH="1" flipV="1">
            <a:off x="4211327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3-line1461"/>
          <p:cNvSpPr/>
          <p:nvPr/>
        </p:nvSpPr>
        <p:spPr>
          <a:xfrm flipH="1" flipV="1">
            <a:off x="4211659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3-line1462"/>
          <p:cNvSpPr/>
          <p:nvPr/>
        </p:nvSpPr>
        <p:spPr>
          <a:xfrm flipH="1" flipV="1">
            <a:off x="4164127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3-line1463"/>
          <p:cNvSpPr/>
          <p:nvPr/>
        </p:nvSpPr>
        <p:spPr>
          <a:xfrm flipH="1" flipV="1">
            <a:off x="4110719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3-line1464"/>
          <p:cNvSpPr/>
          <p:nvPr/>
        </p:nvSpPr>
        <p:spPr>
          <a:xfrm flipH="1" flipV="1">
            <a:off x="4052021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3-line1465"/>
          <p:cNvSpPr/>
          <p:nvPr/>
        </p:nvSpPr>
        <p:spPr>
          <a:xfrm flipH="1" flipV="1">
            <a:off x="3964734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3-line1466"/>
          <p:cNvSpPr/>
          <p:nvPr/>
        </p:nvSpPr>
        <p:spPr>
          <a:xfrm flipH="1" flipV="1">
            <a:off x="3921379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3-line1467"/>
          <p:cNvSpPr/>
          <p:nvPr/>
        </p:nvSpPr>
        <p:spPr>
          <a:xfrm flipH="1" flipV="1">
            <a:off x="3850865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3-line1468"/>
          <p:cNvSpPr/>
          <p:nvPr/>
        </p:nvSpPr>
        <p:spPr>
          <a:xfrm flipH="1" flipV="1">
            <a:off x="3777909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3-line1469"/>
          <p:cNvSpPr/>
          <p:nvPr/>
        </p:nvSpPr>
        <p:spPr>
          <a:xfrm flipH="1" flipV="1">
            <a:off x="3703309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3-line1470"/>
          <p:cNvSpPr/>
          <p:nvPr/>
        </p:nvSpPr>
        <p:spPr>
          <a:xfrm flipV="1">
            <a:off x="3627882" y="4668109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3-line1471"/>
          <p:cNvSpPr/>
          <p:nvPr/>
        </p:nvSpPr>
        <p:spPr>
          <a:xfrm flipV="1">
            <a:off x="3548284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3-line1472"/>
          <p:cNvSpPr/>
          <p:nvPr/>
        </p:nvSpPr>
        <p:spPr>
          <a:xfrm flipV="1">
            <a:off x="3469559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3-line1473"/>
          <p:cNvSpPr/>
          <p:nvPr/>
        </p:nvSpPr>
        <p:spPr>
          <a:xfrm flipV="1">
            <a:off x="3392568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3-line1474"/>
          <p:cNvSpPr/>
          <p:nvPr/>
        </p:nvSpPr>
        <p:spPr>
          <a:xfrm flipV="1">
            <a:off x="3318155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3-line1475"/>
          <p:cNvSpPr/>
          <p:nvPr/>
        </p:nvSpPr>
        <p:spPr>
          <a:xfrm flipV="1">
            <a:off x="3247136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3-line1476"/>
          <p:cNvSpPr/>
          <p:nvPr/>
        </p:nvSpPr>
        <p:spPr>
          <a:xfrm flipV="1">
            <a:off x="3180288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3-line1477"/>
          <p:cNvSpPr/>
          <p:nvPr/>
        </p:nvSpPr>
        <p:spPr>
          <a:xfrm flipV="1">
            <a:off x="3118344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3-line1478"/>
          <p:cNvSpPr/>
          <p:nvPr/>
        </p:nvSpPr>
        <p:spPr>
          <a:xfrm flipV="1">
            <a:off x="3061983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3-line1479"/>
          <p:cNvSpPr/>
          <p:nvPr/>
        </p:nvSpPr>
        <p:spPr>
          <a:xfrm flipV="1">
            <a:off x="3011822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3-line1480"/>
          <p:cNvSpPr/>
          <p:nvPr/>
        </p:nvSpPr>
        <p:spPr>
          <a:xfrm flipV="1">
            <a:off x="2968411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3-line1481"/>
          <p:cNvSpPr/>
          <p:nvPr/>
        </p:nvSpPr>
        <p:spPr>
          <a:xfrm flipV="1">
            <a:off x="2932224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3-line1482"/>
          <p:cNvSpPr/>
          <p:nvPr/>
        </p:nvSpPr>
        <p:spPr>
          <a:xfrm flipV="1">
            <a:off x="2903660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3-line1483"/>
          <p:cNvSpPr/>
          <p:nvPr/>
        </p:nvSpPr>
        <p:spPr>
          <a:xfrm flipV="1">
            <a:off x="2883030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3-line1484"/>
          <p:cNvSpPr/>
          <p:nvPr/>
        </p:nvSpPr>
        <p:spPr>
          <a:xfrm flipV="1">
            <a:off x="2870562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3-line1485"/>
          <p:cNvSpPr/>
          <p:nvPr/>
        </p:nvSpPr>
        <p:spPr>
          <a:xfrm>
            <a:off x="2866390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3-line1486"/>
          <p:cNvSpPr/>
          <p:nvPr/>
        </p:nvSpPr>
        <p:spPr>
          <a:xfrm>
            <a:off x="2870562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3-line1487"/>
          <p:cNvSpPr/>
          <p:nvPr/>
        </p:nvSpPr>
        <p:spPr>
          <a:xfrm>
            <a:off x="2883030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3-line1488"/>
          <p:cNvSpPr/>
          <p:nvPr/>
        </p:nvSpPr>
        <p:spPr>
          <a:xfrm>
            <a:off x="2903660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3-line1489"/>
          <p:cNvSpPr/>
          <p:nvPr/>
        </p:nvSpPr>
        <p:spPr>
          <a:xfrm>
            <a:off x="2932224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3-line1490"/>
          <p:cNvSpPr/>
          <p:nvPr/>
        </p:nvSpPr>
        <p:spPr>
          <a:xfrm>
            <a:off x="2968411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3-line1491"/>
          <p:cNvSpPr/>
          <p:nvPr/>
        </p:nvSpPr>
        <p:spPr>
          <a:xfrm>
            <a:off x="3011822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3-line1492"/>
          <p:cNvSpPr/>
          <p:nvPr/>
        </p:nvSpPr>
        <p:spPr>
          <a:xfrm>
            <a:off x="3061983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3-line1493"/>
          <p:cNvSpPr/>
          <p:nvPr/>
        </p:nvSpPr>
        <p:spPr>
          <a:xfrm>
            <a:off x="3118344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3-line1494"/>
          <p:cNvSpPr/>
          <p:nvPr/>
        </p:nvSpPr>
        <p:spPr>
          <a:xfrm>
            <a:off x="3180288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3-line1495"/>
          <p:cNvSpPr/>
          <p:nvPr/>
        </p:nvSpPr>
        <p:spPr>
          <a:xfrm>
            <a:off x="3247136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3-line1496"/>
          <p:cNvSpPr/>
          <p:nvPr/>
        </p:nvSpPr>
        <p:spPr>
          <a:xfrm>
            <a:off x="3318155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3-line1497"/>
          <p:cNvSpPr/>
          <p:nvPr/>
        </p:nvSpPr>
        <p:spPr>
          <a:xfrm>
            <a:off x="3392568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3-line1498"/>
          <p:cNvSpPr/>
          <p:nvPr/>
        </p:nvSpPr>
        <p:spPr>
          <a:xfrm>
            <a:off x="3469559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3-line1499"/>
          <p:cNvSpPr/>
          <p:nvPr/>
        </p:nvSpPr>
        <p:spPr>
          <a:xfrm>
            <a:off x="3548284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3-label1500"/>
          <p:cNvSpPr txBox="1"/>
          <p:nvPr/>
        </p:nvSpPr>
        <p:spPr>
          <a:xfrm>
            <a:off x="3668799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222" name="S13-label1501"/>
          <p:cNvSpPr txBox="1"/>
          <p:nvPr/>
        </p:nvSpPr>
        <p:spPr>
          <a:xfrm>
            <a:off x="3899568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223" name="S13-label1502"/>
          <p:cNvSpPr txBox="1"/>
          <p:nvPr/>
        </p:nvSpPr>
        <p:spPr>
          <a:xfrm>
            <a:off x="3984036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224" name="S13-label1503"/>
          <p:cNvSpPr txBox="1"/>
          <p:nvPr/>
        </p:nvSpPr>
        <p:spPr>
          <a:xfrm>
            <a:off x="3899568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225" name="S13-label1504"/>
          <p:cNvSpPr txBox="1"/>
          <p:nvPr/>
        </p:nvSpPr>
        <p:spPr>
          <a:xfrm>
            <a:off x="3668799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226" name="S13-label1505"/>
          <p:cNvSpPr txBox="1"/>
          <p:nvPr/>
        </p:nvSpPr>
        <p:spPr>
          <a:xfrm>
            <a:off x="3353562" y="4441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227" name="S13-label1506"/>
          <p:cNvSpPr txBox="1"/>
          <p:nvPr/>
        </p:nvSpPr>
        <p:spPr>
          <a:xfrm>
            <a:off x="3038325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228" name="S13-label1507"/>
          <p:cNvSpPr txBox="1"/>
          <p:nvPr/>
        </p:nvSpPr>
        <p:spPr>
          <a:xfrm>
            <a:off x="2807556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229" name="S13-label1508"/>
          <p:cNvSpPr txBox="1"/>
          <p:nvPr/>
        </p:nvSpPr>
        <p:spPr>
          <a:xfrm>
            <a:off x="2723088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230" name="S13-label1509"/>
          <p:cNvSpPr txBox="1"/>
          <p:nvPr/>
        </p:nvSpPr>
        <p:spPr>
          <a:xfrm>
            <a:off x="2807556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231" name="S13-label1510"/>
          <p:cNvSpPr txBox="1"/>
          <p:nvPr/>
        </p:nvSpPr>
        <p:spPr>
          <a:xfrm>
            <a:off x="3038325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232" name="S13-label1511"/>
          <p:cNvSpPr txBox="1"/>
          <p:nvPr/>
        </p:nvSpPr>
        <p:spPr>
          <a:xfrm>
            <a:off x="3353562" y="31810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233" name="S13-line1512"/>
          <p:cNvSpPr/>
          <p:nvPr/>
        </p:nvSpPr>
        <p:spPr>
          <a:xfrm flipH="1">
            <a:off x="3288697" y="3994404"/>
            <a:ext cx="339185" cy="9088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3-line1513"/>
          <p:cNvSpPr/>
          <p:nvPr/>
        </p:nvSpPr>
        <p:spPr>
          <a:xfrm>
            <a:off x="3627882" y="3994404"/>
            <a:ext cx="0" cy="51076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3-pin1514"/>
          <p:cNvSpPr/>
          <p:nvPr/>
        </p:nvSpPr>
        <p:spPr>
          <a:xfrm>
            <a:off x="3573018" y="39395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6" name="S13-chip1515"/>
          <p:cNvSpPr txBox="1"/>
          <p:nvPr/>
        </p:nvSpPr>
        <p:spPr>
          <a:xfrm>
            <a:off x="6277356" y="37109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37" name="S13-figure1516" descr="시계: 6시 40분"/>
          <p:cNvSpPr/>
          <p:nvPr/>
        </p:nvSpPr>
        <p:spPr>
          <a:xfrm>
            <a:off x="8558530" y="3196336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38" name="S13-line1517"/>
          <p:cNvSpPr/>
          <p:nvPr/>
        </p:nvSpPr>
        <p:spPr>
          <a:xfrm>
            <a:off x="9356598" y="3232912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9" name="S13-line1518"/>
          <p:cNvSpPr/>
          <p:nvPr/>
        </p:nvSpPr>
        <p:spPr>
          <a:xfrm flipH="1">
            <a:off x="9432025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13-line1519"/>
          <p:cNvSpPr/>
          <p:nvPr/>
        </p:nvSpPr>
        <p:spPr>
          <a:xfrm flipH="1">
            <a:off x="9506625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13-line1520"/>
          <p:cNvSpPr/>
          <p:nvPr/>
        </p:nvSpPr>
        <p:spPr>
          <a:xfrm flipH="1">
            <a:off x="9579581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2" name="S13-line1521"/>
          <p:cNvSpPr/>
          <p:nvPr/>
        </p:nvSpPr>
        <p:spPr>
          <a:xfrm flipH="1">
            <a:off x="9650095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13-line1522"/>
          <p:cNvSpPr/>
          <p:nvPr/>
        </p:nvSpPr>
        <p:spPr>
          <a:xfrm flipH="1">
            <a:off x="9693450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4" name="S13-line1523"/>
          <p:cNvSpPr/>
          <p:nvPr/>
        </p:nvSpPr>
        <p:spPr>
          <a:xfrm flipH="1">
            <a:off x="9780737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13-line1524"/>
          <p:cNvSpPr/>
          <p:nvPr/>
        </p:nvSpPr>
        <p:spPr>
          <a:xfrm flipH="1">
            <a:off x="9839435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13-line1525"/>
          <p:cNvSpPr/>
          <p:nvPr/>
        </p:nvSpPr>
        <p:spPr>
          <a:xfrm flipH="1">
            <a:off x="9892843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7" name="S13-line1526"/>
          <p:cNvSpPr/>
          <p:nvPr/>
        </p:nvSpPr>
        <p:spPr>
          <a:xfrm flipH="1">
            <a:off x="9940375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13-line1527"/>
          <p:cNvSpPr/>
          <p:nvPr/>
        </p:nvSpPr>
        <p:spPr>
          <a:xfrm flipH="1">
            <a:off x="9940043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9" name="S13-line1528"/>
          <p:cNvSpPr/>
          <p:nvPr/>
        </p:nvSpPr>
        <p:spPr>
          <a:xfrm flipH="1">
            <a:off x="10015802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13-line1529"/>
          <p:cNvSpPr/>
          <p:nvPr/>
        </p:nvSpPr>
        <p:spPr>
          <a:xfrm flipH="1">
            <a:off x="10042870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13-line1530"/>
          <p:cNvSpPr/>
          <p:nvPr/>
        </p:nvSpPr>
        <p:spPr>
          <a:xfrm flipH="1">
            <a:off x="10062418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2" name="S13-line1531"/>
          <p:cNvSpPr/>
          <p:nvPr/>
        </p:nvSpPr>
        <p:spPr>
          <a:xfrm flipH="1">
            <a:off x="10074234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13-line1532"/>
          <p:cNvSpPr/>
          <p:nvPr/>
        </p:nvSpPr>
        <p:spPr>
          <a:xfrm flipH="1">
            <a:off x="10030303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4" name="S13-line1533"/>
          <p:cNvSpPr/>
          <p:nvPr/>
        </p:nvSpPr>
        <p:spPr>
          <a:xfrm flipH="1" flipV="1">
            <a:off x="10074234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13-line1534"/>
          <p:cNvSpPr/>
          <p:nvPr/>
        </p:nvSpPr>
        <p:spPr>
          <a:xfrm flipH="1" flipV="1">
            <a:off x="10062418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13-line1535"/>
          <p:cNvSpPr/>
          <p:nvPr/>
        </p:nvSpPr>
        <p:spPr>
          <a:xfrm flipH="1" flipV="1">
            <a:off x="10042870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7" name="S13-line1536"/>
          <p:cNvSpPr/>
          <p:nvPr/>
        </p:nvSpPr>
        <p:spPr>
          <a:xfrm flipH="1" flipV="1">
            <a:off x="10015802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13-line1537"/>
          <p:cNvSpPr/>
          <p:nvPr/>
        </p:nvSpPr>
        <p:spPr>
          <a:xfrm flipH="1" flipV="1">
            <a:off x="9940043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9" name="S13-line1538"/>
          <p:cNvSpPr/>
          <p:nvPr/>
        </p:nvSpPr>
        <p:spPr>
          <a:xfrm flipH="1" flipV="1">
            <a:off x="9940375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13-line1539"/>
          <p:cNvSpPr/>
          <p:nvPr/>
        </p:nvSpPr>
        <p:spPr>
          <a:xfrm flipH="1" flipV="1">
            <a:off x="9892843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13-line1540"/>
          <p:cNvSpPr/>
          <p:nvPr/>
        </p:nvSpPr>
        <p:spPr>
          <a:xfrm flipH="1" flipV="1">
            <a:off x="9839435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2" name="S13-line1541"/>
          <p:cNvSpPr/>
          <p:nvPr/>
        </p:nvSpPr>
        <p:spPr>
          <a:xfrm flipH="1" flipV="1">
            <a:off x="9780737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13-line1542"/>
          <p:cNvSpPr/>
          <p:nvPr/>
        </p:nvSpPr>
        <p:spPr>
          <a:xfrm flipH="1" flipV="1">
            <a:off x="9693450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4" name="S13-line1543"/>
          <p:cNvSpPr/>
          <p:nvPr/>
        </p:nvSpPr>
        <p:spPr>
          <a:xfrm flipH="1" flipV="1">
            <a:off x="9650095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13-line1544"/>
          <p:cNvSpPr/>
          <p:nvPr/>
        </p:nvSpPr>
        <p:spPr>
          <a:xfrm flipH="1" flipV="1">
            <a:off x="9579581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13-line1545"/>
          <p:cNvSpPr/>
          <p:nvPr/>
        </p:nvSpPr>
        <p:spPr>
          <a:xfrm flipH="1" flipV="1">
            <a:off x="9506625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7" name="S13-line1546"/>
          <p:cNvSpPr/>
          <p:nvPr/>
        </p:nvSpPr>
        <p:spPr>
          <a:xfrm flipH="1" flipV="1">
            <a:off x="9432025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13-line1547"/>
          <p:cNvSpPr/>
          <p:nvPr/>
        </p:nvSpPr>
        <p:spPr>
          <a:xfrm flipV="1">
            <a:off x="9356598" y="4668109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9" name="S13-line1548"/>
          <p:cNvSpPr/>
          <p:nvPr/>
        </p:nvSpPr>
        <p:spPr>
          <a:xfrm flipV="1">
            <a:off x="9277000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13-line1549"/>
          <p:cNvSpPr/>
          <p:nvPr/>
        </p:nvSpPr>
        <p:spPr>
          <a:xfrm flipV="1">
            <a:off x="9198275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13-line1550"/>
          <p:cNvSpPr/>
          <p:nvPr/>
        </p:nvSpPr>
        <p:spPr>
          <a:xfrm flipV="1">
            <a:off x="9121284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2" name="S13-line1551"/>
          <p:cNvSpPr/>
          <p:nvPr/>
        </p:nvSpPr>
        <p:spPr>
          <a:xfrm flipV="1">
            <a:off x="9046871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13-line1552"/>
          <p:cNvSpPr/>
          <p:nvPr/>
        </p:nvSpPr>
        <p:spPr>
          <a:xfrm flipV="1">
            <a:off x="8975852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4" name="S13-line1553"/>
          <p:cNvSpPr/>
          <p:nvPr/>
        </p:nvSpPr>
        <p:spPr>
          <a:xfrm flipV="1">
            <a:off x="8909004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13-line1554"/>
          <p:cNvSpPr/>
          <p:nvPr/>
        </p:nvSpPr>
        <p:spPr>
          <a:xfrm flipV="1">
            <a:off x="8847060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13-line1555"/>
          <p:cNvSpPr/>
          <p:nvPr/>
        </p:nvSpPr>
        <p:spPr>
          <a:xfrm flipV="1">
            <a:off x="8790699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7" name="S13-line1556"/>
          <p:cNvSpPr/>
          <p:nvPr/>
        </p:nvSpPr>
        <p:spPr>
          <a:xfrm flipV="1">
            <a:off x="8740538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13-line1557"/>
          <p:cNvSpPr/>
          <p:nvPr/>
        </p:nvSpPr>
        <p:spPr>
          <a:xfrm flipV="1">
            <a:off x="8697127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9" name="S13-line1558"/>
          <p:cNvSpPr/>
          <p:nvPr/>
        </p:nvSpPr>
        <p:spPr>
          <a:xfrm flipV="1">
            <a:off x="8660940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13-line1559"/>
          <p:cNvSpPr/>
          <p:nvPr/>
        </p:nvSpPr>
        <p:spPr>
          <a:xfrm flipV="1">
            <a:off x="8632376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13-line1560"/>
          <p:cNvSpPr/>
          <p:nvPr/>
        </p:nvSpPr>
        <p:spPr>
          <a:xfrm flipV="1">
            <a:off x="8611746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2" name="S13-line1561"/>
          <p:cNvSpPr/>
          <p:nvPr/>
        </p:nvSpPr>
        <p:spPr>
          <a:xfrm flipV="1">
            <a:off x="8599278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13-line1562"/>
          <p:cNvSpPr/>
          <p:nvPr/>
        </p:nvSpPr>
        <p:spPr>
          <a:xfrm>
            <a:off x="8595106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4" name="S13-line1563"/>
          <p:cNvSpPr/>
          <p:nvPr/>
        </p:nvSpPr>
        <p:spPr>
          <a:xfrm>
            <a:off x="8599278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13-line1564"/>
          <p:cNvSpPr/>
          <p:nvPr/>
        </p:nvSpPr>
        <p:spPr>
          <a:xfrm>
            <a:off x="8611746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13-line1565"/>
          <p:cNvSpPr/>
          <p:nvPr/>
        </p:nvSpPr>
        <p:spPr>
          <a:xfrm>
            <a:off x="8632376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7" name="S13-line1566"/>
          <p:cNvSpPr/>
          <p:nvPr/>
        </p:nvSpPr>
        <p:spPr>
          <a:xfrm>
            <a:off x="8660940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13-line1567"/>
          <p:cNvSpPr/>
          <p:nvPr/>
        </p:nvSpPr>
        <p:spPr>
          <a:xfrm>
            <a:off x="8697127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9" name="S13-line1568"/>
          <p:cNvSpPr/>
          <p:nvPr/>
        </p:nvSpPr>
        <p:spPr>
          <a:xfrm>
            <a:off x="8740538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13-line1569"/>
          <p:cNvSpPr/>
          <p:nvPr/>
        </p:nvSpPr>
        <p:spPr>
          <a:xfrm>
            <a:off x="8790699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13-line1570"/>
          <p:cNvSpPr/>
          <p:nvPr/>
        </p:nvSpPr>
        <p:spPr>
          <a:xfrm>
            <a:off x="8847060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2" name="S13-line1571"/>
          <p:cNvSpPr/>
          <p:nvPr/>
        </p:nvSpPr>
        <p:spPr>
          <a:xfrm>
            <a:off x="8909004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13-line1572"/>
          <p:cNvSpPr/>
          <p:nvPr/>
        </p:nvSpPr>
        <p:spPr>
          <a:xfrm>
            <a:off x="8975852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4" name="S13-line1573"/>
          <p:cNvSpPr/>
          <p:nvPr/>
        </p:nvSpPr>
        <p:spPr>
          <a:xfrm>
            <a:off x="9046871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13-line1574"/>
          <p:cNvSpPr/>
          <p:nvPr/>
        </p:nvSpPr>
        <p:spPr>
          <a:xfrm>
            <a:off x="9121284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13-line1575"/>
          <p:cNvSpPr/>
          <p:nvPr/>
        </p:nvSpPr>
        <p:spPr>
          <a:xfrm>
            <a:off x="9198275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7" name="S13-line1576"/>
          <p:cNvSpPr/>
          <p:nvPr/>
        </p:nvSpPr>
        <p:spPr>
          <a:xfrm>
            <a:off x="9277000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8" name="S13-label1577"/>
          <p:cNvSpPr txBox="1"/>
          <p:nvPr/>
        </p:nvSpPr>
        <p:spPr>
          <a:xfrm>
            <a:off x="9397515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299" name="S13-label1578"/>
          <p:cNvSpPr txBox="1"/>
          <p:nvPr/>
        </p:nvSpPr>
        <p:spPr>
          <a:xfrm>
            <a:off x="9628284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300" name="S13-label1579"/>
          <p:cNvSpPr txBox="1"/>
          <p:nvPr/>
        </p:nvSpPr>
        <p:spPr>
          <a:xfrm>
            <a:off x="9712752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301" name="S13-label1580"/>
          <p:cNvSpPr txBox="1"/>
          <p:nvPr/>
        </p:nvSpPr>
        <p:spPr>
          <a:xfrm>
            <a:off x="9628284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302" name="S13-label1581"/>
          <p:cNvSpPr txBox="1"/>
          <p:nvPr/>
        </p:nvSpPr>
        <p:spPr>
          <a:xfrm>
            <a:off x="9397515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303" name="S13-label1582"/>
          <p:cNvSpPr txBox="1"/>
          <p:nvPr/>
        </p:nvSpPr>
        <p:spPr>
          <a:xfrm>
            <a:off x="9082278" y="4441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304" name="S13-label1583"/>
          <p:cNvSpPr txBox="1"/>
          <p:nvPr/>
        </p:nvSpPr>
        <p:spPr>
          <a:xfrm>
            <a:off x="8767041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305" name="S13-label1584"/>
          <p:cNvSpPr txBox="1"/>
          <p:nvPr/>
        </p:nvSpPr>
        <p:spPr>
          <a:xfrm>
            <a:off x="8536272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306" name="S13-label1585"/>
          <p:cNvSpPr txBox="1"/>
          <p:nvPr/>
        </p:nvSpPr>
        <p:spPr>
          <a:xfrm>
            <a:off x="8451804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307" name="S13-label1586"/>
          <p:cNvSpPr txBox="1"/>
          <p:nvPr/>
        </p:nvSpPr>
        <p:spPr>
          <a:xfrm>
            <a:off x="8536272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308" name="S13-label1587"/>
          <p:cNvSpPr txBox="1"/>
          <p:nvPr/>
        </p:nvSpPr>
        <p:spPr>
          <a:xfrm>
            <a:off x="8767041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309" name="S13-label1588"/>
          <p:cNvSpPr txBox="1"/>
          <p:nvPr/>
        </p:nvSpPr>
        <p:spPr>
          <a:xfrm>
            <a:off x="9082278" y="31810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310" name="S13-line1589"/>
          <p:cNvSpPr/>
          <p:nvPr/>
        </p:nvSpPr>
        <p:spPr>
          <a:xfrm flipH="1">
            <a:off x="9236498" y="3994404"/>
            <a:ext cx="120100" cy="32997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11" name="S13-line1590"/>
          <p:cNvSpPr/>
          <p:nvPr/>
        </p:nvSpPr>
        <p:spPr>
          <a:xfrm flipH="1">
            <a:off x="8914264" y="3994404"/>
            <a:ext cx="442334" cy="255382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2" name="S13-pin1591"/>
          <p:cNvSpPr/>
          <p:nvPr/>
        </p:nvSpPr>
        <p:spPr>
          <a:xfrm>
            <a:off x="9301734" y="39395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59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9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seven.처럼 at 다음에 시각을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30분은 시 다음에 thirty를 붙여요.</a:t>
            </a:r>
            <a:endParaRPr lang="ko-KR" sz="2800" dirty="0"/>
          </a:p>
        </p:txBody>
      </p:sp>
      <p:sp>
        <p:nvSpPr>
          <p:cNvPr id="5" name="S14-chip159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at 다음에 시각</a:t>
            </a:r>
            <a:endParaRPr lang="ko-KR" sz="2200" dirty="0"/>
          </a:p>
        </p:txBody>
      </p:sp>
      <p:sp>
        <p:nvSpPr>
          <p:cNvPr id="6" name="S14-chip159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 go to school eight.</a:t>
            </a:r>
            <a:endParaRPr lang="ko-KR" sz="2200" dirty="0"/>
          </a:p>
        </p:txBody>
      </p:sp>
      <p:sp>
        <p:nvSpPr>
          <p:cNvPr id="7" name="S14-text159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59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7시 30분을 영어로 말하기</a:t>
            </a:r>
            <a:endParaRPr lang="ko-KR" sz="2200" dirty="0"/>
          </a:p>
        </p:txBody>
      </p:sp>
      <p:sp>
        <p:nvSpPr>
          <p:cNvPr id="9" name="S14-text159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go to bed at nine.의 뜻은?</a:t>
            </a:r>
            <a:endParaRPr lang="ko-KR" sz="2200" dirty="0"/>
          </a:p>
        </p:txBody>
      </p:sp>
      <p:sp>
        <p:nvSpPr>
          <p:cNvPr id="10" name="S14-text159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일어나는 시각을 문장으로</a:t>
            </a:r>
            <a:endParaRPr lang="ko-KR" sz="2200" dirty="0"/>
          </a:p>
        </p:txBody>
      </p:sp>
      <p:sp>
        <p:nvSpPr>
          <p:cNvPr id="11" name="S14-text16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지난 일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숫자 다시 말하기</a:t>
            </a:r>
            <a:endParaRPr lang="ko-KR" sz="4000" dirty="0"/>
          </a:p>
        </p:txBody>
      </p:sp>
      <p:sp>
        <p:nvSpPr>
          <p:cNvPr id="3" name="S15-card16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6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시계의 숫자를 짚으며 영어로 말해요.</a:t>
            </a:r>
            <a:endParaRPr lang="ko-KR" sz="2800" dirty="0"/>
          </a:p>
        </p:txBody>
      </p:sp>
      <p:sp>
        <p:nvSpPr>
          <p:cNvPr id="5" name="S15-word1603"/>
          <p:cNvSpPr txBox="1"/>
          <p:nvPr/>
        </p:nvSpPr>
        <p:spPr>
          <a:xfrm>
            <a:off x="548640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15-word1604"/>
          <p:cNvSpPr txBox="1"/>
          <p:nvPr/>
        </p:nvSpPr>
        <p:spPr>
          <a:xfrm>
            <a:off x="2442972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15-word1605"/>
          <p:cNvSpPr txBox="1"/>
          <p:nvPr/>
        </p:nvSpPr>
        <p:spPr>
          <a:xfrm>
            <a:off x="4337304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15-word1606"/>
          <p:cNvSpPr txBox="1"/>
          <p:nvPr/>
        </p:nvSpPr>
        <p:spPr>
          <a:xfrm>
            <a:off x="6231636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9" name="S15-word1607"/>
          <p:cNvSpPr txBox="1"/>
          <p:nvPr/>
        </p:nvSpPr>
        <p:spPr>
          <a:xfrm>
            <a:off x="8125968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0" name="S15-word1608"/>
          <p:cNvSpPr txBox="1"/>
          <p:nvPr/>
        </p:nvSpPr>
        <p:spPr>
          <a:xfrm>
            <a:off x="10020300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1" name="S15-word1609"/>
          <p:cNvSpPr txBox="1"/>
          <p:nvPr/>
        </p:nvSpPr>
        <p:spPr>
          <a:xfrm>
            <a:off x="548640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15-word1610"/>
          <p:cNvSpPr txBox="1"/>
          <p:nvPr/>
        </p:nvSpPr>
        <p:spPr>
          <a:xfrm>
            <a:off x="2442972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3" name="S15-word1611"/>
          <p:cNvSpPr txBox="1"/>
          <p:nvPr/>
        </p:nvSpPr>
        <p:spPr>
          <a:xfrm>
            <a:off x="4337304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4" name="S15-word1612"/>
          <p:cNvSpPr txBox="1"/>
          <p:nvPr/>
        </p:nvSpPr>
        <p:spPr>
          <a:xfrm>
            <a:off x="6231636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5" name="S15-word1613"/>
          <p:cNvSpPr txBox="1"/>
          <p:nvPr/>
        </p:nvSpPr>
        <p:spPr>
          <a:xfrm>
            <a:off x="8125968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eleven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800" dirty="0"/>
          </a:p>
        </p:txBody>
      </p:sp>
      <p:sp>
        <p:nvSpPr>
          <p:cNvPr id="16" name="S15-word1614"/>
          <p:cNvSpPr txBox="1"/>
          <p:nvPr/>
        </p:nvSpPr>
        <p:spPr>
          <a:xfrm>
            <a:off x="10020300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하루 일과 말하기</dc:title>
  <dc:subject>KR22-G05-ENG-ROUTINE-L01</dc:subject>
  <dc:creator>education-ppt</dc:creator>
  <cp:lastModifiedBy>education-ppt</cp:lastModifiedBy>
  <cp:revision>1</cp:revision>
  <dcterms:created xsi:type="dcterms:W3CDTF">2026-10-26T09:08:01Z</dcterms:created>
  <dcterms:modified xsi:type="dcterms:W3CDTF">2026-10-26T09:08:01Z</dcterms:modified>
</cp:coreProperties>
</file>