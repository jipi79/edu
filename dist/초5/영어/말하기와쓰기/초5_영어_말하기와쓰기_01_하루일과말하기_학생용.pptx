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cd93a9d-07f2-6ce1-b6ab-9e06f9cfab0f}">
          <p14:sldIdLst>
            <p14:sldId id="256"/>
            <p14:sldId id="257"/>
          </p14:sldIdLst>
        </p14:section>
        <p14:section name="개념" id="{6b237cf4-7cb2-6a2d-4a99-72853e337268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69b1bc8e-10e4-3f11-440d-40e246174fe0}">
          <p14:sldIdLst>
            <p14:sldId id="262"/>
            <p14:sldId id="263"/>
            <p14:sldId id="265"/>
          </p14:sldIdLst>
        </p14:section>
        <p14:section name="개념" id="{bfd16381-bd5f-54ea-8808-00f477b30860}">
          <p14:sldIdLst/>
        </p14:section>
        <p14:section name="연습" id="{0bf5d21b-34e3-f2c5-2ab2-9ca7aaac9e23}">
          <p14:sldIdLst/>
        </p14:section>
        <p14:section name="확인" id="{47dea3ca-3297-eb7c-c5ad-872fcd79a9a9}">
          <p14:sldIdLst>
            <p14:sldId id="266"/>
            <p14:sldId id="267"/>
          </p14:sldIdLst>
        </p14:section>
        <p14:section name="정리" id="{78c2b62b-3059-cb1d-19e6-b3f0aa3471f7}">
          <p14:sldIdLst>
            <p14:sldId id="268"/>
          </p14:sldIdLst>
        </p14:section>
        <p14:section name="보충" id="{a77eacb5-e4d9-ee0a-722a-33d796ff425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말하기와쓰기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하루 일과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일과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몇 시에 일어나요?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figure1" descr="시계: 7시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768096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79299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10229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38273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62029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38994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391317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494336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588071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671495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672422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03874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851380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88568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06426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831068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06426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88568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851380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03874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672422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671495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588071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494336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391317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38994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62029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38273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10229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79299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287268"/>
            <a:ext cx="0" cy="15087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507372" y="3362626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69353" y="334188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34375" y="3307580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103917" y="3260074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79408" y="3128622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62213" y="3127695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753615" y="3044271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654804" y="2950536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566863" y="2847517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90755" y="2695194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427315" y="2618229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377237" y="2494473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341069" y="2366429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319209" y="2235499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311896" y="2103120"/>
            <a:ext cx="1508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319209" y="1963572"/>
            <a:ext cx="68204" cy="716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341069" y="1825553"/>
            <a:ext cx="67081" cy="142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377237" y="1690575"/>
            <a:ext cx="65223" cy="2119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427315" y="1560117"/>
            <a:ext cx="62651" cy="2789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90755" y="1435608"/>
            <a:ext cx="130662" cy="7543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566863" y="1318413"/>
            <a:ext cx="55482" cy="4031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654804" y="1209815"/>
            <a:ext cx="50965" cy="458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753615" y="1111004"/>
            <a:ext cx="45889" cy="509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62213" y="1023063"/>
            <a:ext cx="40310" cy="5548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79408" y="946955"/>
            <a:ext cx="75438" cy="13066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103917" y="883515"/>
            <a:ext cx="27894" cy="626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34375" y="833437"/>
            <a:ext cx="21192" cy="6522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69353" y="797269"/>
            <a:ext cx="14259" cy="670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507372" y="775409"/>
            <a:ext cx="7169" cy="682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14382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10994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456164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10994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14382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038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1" name="S01-label68"/>
          <p:cNvSpPr txBox="1"/>
          <p:nvPr/>
        </p:nvSpPr>
        <p:spPr>
          <a:xfrm>
            <a:off x="8830818" y="285863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2" name="S01-label69"/>
          <p:cNvSpPr txBox="1"/>
          <p:nvPr/>
        </p:nvSpPr>
        <p:spPr>
          <a:xfrm>
            <a:off x="8434206" y="24620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89036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4" name="S01-label71"/>
          <p:cNvSpPr txBox="1"/>
          <p:nvPr/>
        </p:nvSpPr>
        <p:spPr>
          <a:xfrm>
            <a:off x="8434206" y="13784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5" name="S01-label72"/>
          <p:cNvSpPr txBox="1"/>
          <p:nvPr/>
        </p:nvSpPr>
        <p:spPr>
          <a:xfrm>
            <a:off x="8830818" y="98184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8366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7" name="S01-line74"/>
          <p:cNvSpPr/>
          <p:nvPr/>
        </p:nvSpPr>
        <p:spPr>
          <a:xfrm flipH="1">
            <a:off x="9345168" y="2103120"/>
            <a:ext cx="301752" cy="52265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225296"/>
            <a:ext cx="0" cy="87782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시계를 보고 일과를 시각과 함께 영어로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하루 일과를 영어 문장으로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시일까요?</a:t>
            </a:r>
            <a:endParaRPr lang="ko-KR" sz="40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몇 시인지 영어로 말해요.</a:t>
            </a:r>
            <a:endParaRPr lang="ko-KR" sz="28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figure81" descr="시계: 7시"/>
          <p:cNvSpPr/>
          <p:nvPr/>
        </p:nvSpPr>
        <p:spPr>
          <a:xfrm>
            <a:off x="3081528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2-line82"/>
          <p:cNvSpPr/>
          <p:nvPr/>
        </p:nvSpPr>
        <p:spPr>
          <a:xfrm>
            <a:off x="4087368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line83"/>
          <p:cNvSpPr/>
          <p:nvPr/>
        </p:nvSpPr>
        <p:spPr>
          <a:xfrm flipH="1">
            <a:off x="4183427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2-line84"/>
          <p:cNvSpPr/>
          <p:nvPr/>
        </p:nvSpPr>
        <p:spPr>
          <a:xfrm flipH="1">
            <a:off x="4278433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85"/>
          <p:cNvSpPr/>
          <p:nvPr/>
        </p:nvSpPr>
        <p:spPr>
          <a:xfrm flipH="1">
            <a:off x="43713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86"/>
          <p:cNvSpPr/>
          <p:nvPr/>
        </p:nvSpPr>
        <p:spPr>
          <a:xfrm flipH="1">
            <a:off x="4461148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2-line87"/>
          <p:cNvSpPr/>
          <p:nvPr/>
        </p:nvSpPr>
        <p:spPr>
          <a:xfrm flipH="1">
            <a:off x="4516679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2-line88"/>
          <p:cNvSpPr/>
          <p:nvPr/>
        </p:nvSpPr>
        <p:spPr>
          <a:xfrm flipH="1">
            <a:off x="462752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2-line89"/>
          <p:cNvSpPr/>
          <p:nvPr/>
        </p:nvSpPr>
        <p:spPr>
          <a:xfrm flipH="1">
            <a:off x="4702280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90"/>
          <p:cNvSpPr/>
          <p:nvPr/>
        </p:nvSpPr>
        <p:spPr>
          <a:xfrm flipH="1">
            <a:off x="4770297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91"/>
          <p:cNvSpPr/>
          <p:nvPr/>
        </p:nvSpPr>
        <p:spPr>
          <a:xfrm flipH="1">
            <a:off x="4830832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line92"/>
          <p:cNvSpPr/>
          <p:nvPr/>
        </p:nvSpPr>
        <p:spPr>
          <a:xfrm flipH="1">
            <a:off x="4830956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line93"/>
          <p:cNvSpPr/>
          <p:nvPr/>
        </p:nvSpPr>
        <p:spPr>
          <a:xfrm flipH="1">
            <a:off x="492689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2-line94"/>
          <p:cNvSpPr/>
          <p:nvPr/>
        </p:nvSpPr>
        <p:spPr>
          <a:xfrm flipH="1">
            <a:off x="4961362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95"/>
          <p:cNvSpPr/>
          <p:nvPr/>
        </p:nvSpPr>
        <p:spPr>
          <a:xfrm flipH="1">
            <a:off x="4986258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96"/>
          <p:cNvSpPr/>
          <p:nvPr/>
        </p:nvSpPr>
        <p:spPr>
          <a:xfrm flipH="1">
            <a:off x="5001306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line97"/>
          <p:cNvSpPr/>
          <p:nvPr/>
        </p:nvSpPr>
        <p:spPr>
          <a:xfrm flipH="1">
            <a:off x="4945990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2-line98"/>
          <p:cNvSpPr/>
          <p:nvPr/>
        </p:nvSpPr>
        <p:spPr>
          <a:xfrm flipH="1" flipV="1">
            <a:off x="5001306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2-line99"/>
          <p:cNvSpPr/>
          <p:nvPr/>
        </p:nvSpPr>
        <p:spPr>
          <a:xfrm flipH="1" flipV="1">
            <a:off x="4986258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100"/>
          <p:cNvSpPr/>
          <p:nvPr/>
        </p:nvSpPr>
        <p:spPr>
          <a:xfrm flipH="1" flipV="1">
            <a:off x="4961362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101"/>
          <p:cNvSpPr/>
          <p:nvPr/>
        </p:nvSpPr>
        <p:spPr>
          <a:xfrm flipH="1" flipV="1">
            <a:off x="492689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2-line102"/>
          <p:cNvSpPr/>
          <p:nvPr/>
        </p:nvSpPr>
        <p:spPr>
          <a:xfrm flipH="1" flipV="1">
            <a:off x="4830956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2-line103"/>
          <p:cNvSpPr/>
          <p:nvPr/>
        </p:nvSpPr>
        <p:spPr>
          <a:xfrm flipH="1" flipV="1">
            <a:off x="4830832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2-line104"/>
          <p:cNvSpPr/>
          <p:nvPr/>
        </p:nvSpPr>
        <p:spPr>
          <a:xfrm flipH="1" flipV="1">
            <a:off x="4770297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105"/>
          <p:cNvSpPr/>
          <p:nvPr/>
        </p:nvSpPr>
        <p:spPr>
          <a:xfrm flipH="1" flipV="1">
            <a:off x="4702280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106"/>
          <p:cNvSpPr/>
          <p:nvPr/>
        </p:nvSpPr>
        <p:spPr>
          <a:xfrm flipH="1" flipV="1">
            <a:off x="462752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line107"/>
          <p:cNvSpPr/>
          <p:nvPr/>
        </p:nvSpPr>
        <p:spPr>
          <a:xfrm flipH="1" flipV="1">
            <a:off x="4516679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line108"/>
          <p:cNvSpPr/>
          <p:nvPr/>
        </p:nvSpPr>
        <p:spPr>
          <a:xfrm flipH="1" flipV="1">
            <a:off x="4461148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2-line109"/>
          <p:cNvSpPr/>
          <p:nvPr/>
        </p:nvSpPr>
        <p:spPr>
          <a:xfrm flipH="1" flipV="1">
            <a:off x="43713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110"/>
          <p:cNvSpPr/>
          <p:nvPr/>
        </p:nvSpPr>
        <p:spPr>
          <a:xfrm flipH="1" flipV="1">
            <a:off x="4278433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111"/>
          <p:cNvSpPr/>
          <p:nvPr/>
        </p:nvSpPr>
        <p:spPr>
          <a:xfrm flipH="1" flipV="1">
            <a:off x="4183427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2-line112"/>
          <p:cNvSpPr/>
          <p:nvPr/>
        </p:nvSpPr>
        <p:spPr>
          <a:xfrm flipV="1">
            <a:off x="4087368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2-line113"/>
          <p:cNvSpPr/>
          <p:nvPr/>
        </p:nvSpPr>
        <p:spPr>
          <a:xfrm flipV="1">
            <a:off x="3986052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2-line114"/>
          <p:cNvSpPr/>
          <p:nvPr/>
        </p:nvSpPr>
        <p:spPr>
          <a:xfrm flipV="1">
            <a:off x="3885847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115"/>
          <p:cNvSpPr/>
          <p:nvPr/>
        </p:nvSpPr>
        <p:spPr>
          <a:xfrm flipV="1">
            <a:off x="3787849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116"/>
          <p:cNvSpPr/>
          <p:nvPr/>
        </p:nvSpPr>
        <p:spPr>
          <a:xfrm flipV="1">
            <a:off x="3693133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117"/>
          <p:cNvSpPr/>
          <p:nvPr/>
        </p:nvSpPr>
        <p:spPr>
          <a:xfrm flipV="1">
            <a:off x="360273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2-line118"/>
          <p:cNvSpPr/>
          <p:nvPr/>
        </p:nvSpPr>
        <p:spPr>
          <a:xfrm flipV="1">
            <a:off x="3517649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2-line119"/>
          <p:cNvSpPr/>
          <p:nvPr/>
        </p:nvSpPr>
        <p:spPr>
          <a:xfrm flipV="1">
            <a:off x="3438804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120"/>
          <p:cNvSpPr/>
          <p:nvPr/>
        </p:nvSpPr>
        <p:spPr>
          <a:xfrm flipV="1">
            <a:off x="336706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121"/>
          <p:cNvSpPr/>
          <p:nvPr/>
        </p:nvSpPr>
        <p:spPr>
          <a:xfrm flipV="1">
            <a:off x="3303217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122"/>
          <p:cNvSpPr/>
          <p:nvPr/>
        </p:nvSpPr>
        <p:spPr>
          <a:xfrm flipV="1">
            <a:off x="3247961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2-line123"/>
          <p:cNvSpPr/>
          <p:nvPr/>
        </p:nvSpPr>
        <p:spPr>
          <a:xfrm flipV="1">
            <a:off x="320190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2-line124"/>
          <p:cNvSpPr/>
          <p:nvPr/>
        </p:nvSpPr>
        <p:spPr>
          <a:xfrm flipV="1">
            <a:off x="31655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125"/>
          <p:cNvSpPr/>
          <p:nvPr/>
        </p:nvSpPr>
        <p:spPr>
          <a:xfrm flipV="1">
            <a:off x="313928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126"/>
          <p:cNvSpPr/>
          <p:nvPr/>
        </p:nvSpPr>
        <p:spPr>
          <a:xfrm flipV="1">
            <a:off x="3123414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127"/>
          <p:cNvSpPr/>
          <p:nvPr/>
        </p:nvSpPr>
        <p:spPr>
          <a:xfrm>
            <a:off x="3118104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2-line128"/>
          <p:cNvSpPr/>
          <p:nvPr/>
        </p:nvSpPr>
        <p:spPr>
          <a:xfrm>
            <a:off x="3123414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2-line129"/>
          <p:cNvSpPr/>
          <p:nvPr/>
        </p:nvSpPr>
        <p:spPr>
          <a:xfrm>
            <a:off x="313928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130"/>
          <p:cNvSpPr/>
          <p:nvPr/>
        </p:nvSpPr>
        <p:spPr>
          <a:xfrm>
            <a:off x="31655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131"/>
          <p:cNvSpPr/>
          <p:nvPr/>
        </p:nvSpPr>
        <p:spPr>
          <a:xfrm>
            <a:off x="320190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132"/>
          <p:cNvSpPr/>
          <p:nvPr/>
        </p:nvSpPr>
        <p:spPr>
          <a:xfrm>
            <a:off x="3247961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2-line133"/>
          <p:cNvSpPr/>
          <p:nvPr/>
        </p:nvSpPr>
        <p:spPr>
          <a:xfrm>
            <a:off x="3303217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2-line134"/>
          <p:cNvSpPr/>
          <p:nvPr/>
        </p:nvSpPr>
        <p:spPr>
          <a:xfrm>
            <a:off x="336706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135"/>
          <p:cNvSpPr/>
          <p:nvPr/>
        </p:nvSpPr>
        <p:spPr>
          <a:xfrm>
            <a:off x="3438804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136"/>
          <p:cNvSpPr/>
          <p:nvPr/>
        </p:nvSpPr>
        <p:spPr>
          <a:xfrm>
            <a:off x="3517649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137"/>
          <p:cNvSpPr/>
          <p:nvPr/>
        </p:nvSpPr>
        <p:spPr>
          <a:xfrm>
            <a:off x="360273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2-line138"/>
          <p:cNvSpPr/>
          <p:nvPr/>
        </p:nvSpPr>
        <p:spPr>
          <a:xfrm>
            <a:off x="3693133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2-line139"/>
          <p:cNvSpPr/>
          <p:nvPr/>
        </p:nvSpPr>
        <p:spPr>
          <a:xfrm>
            <a:off x="3787849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140"/>
          <p:cNvSpPr/>
          <p:nvPr/>
        </p:nvSpPr>
        <p:spPr>
          <a:xfrm>
            <a:off x="3885847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141"/>
          <p:cNvSpPr/>
          <p:nvPr/>
        </p:nvSpPr>
        <p:spPr>
          <a:xfrm>
            <a:off x="3986052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abel142"/>
          <p:cNvSpPr txBox="1"/>
          <p:nvPr/>
        </p:nvSpPr>
        <p:spPr>
          <a:xfrm>
            <a:off x="4210355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7" name="S02-label143"/>
          <p:cNvSpPr txBox="1"/>
          <p:nvPr/>
        </p:nvSpPr>
        <p:spPr>
          <a:xfrm>
            <a:off x="4501204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8" name="S02-label144"/>
          <p:cNvSpPr txBox="1"/>
          <p:nvPr/>
        </p:nvSpPr>
        <p:spPr>
          <a:xfrm>
            <a:off x="460766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69" name="S02-label145"/>
          <p:cNvSpPr txBox="1"/>
          <p:nvPr/>
        </p:nvSpPr>
        <p:spPr>
          <a:xfrm>
            <a:off x="4501204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0" name="S02-label146"/>
          <p:cNvSpPr txBox="1"/>
          <p:nvPr/>
        </p:nvSpPr>
        <p:spPr>
          <a:xfrm>
            <a:off x="4210355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1" name="S02-label147"/>
          <p:cNvSpPr txBox="1"/>
          <p:nvPr/>
        </p:nvSpPr>
        <p:spPr>
          <a:xfrm>
            <a:off x="3813048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2" name="S02-label148"/>
          <p:cNvSpPr txBox="1"/>
          <p:nvPr/>
        </p:nvSpPr>
        <p:spPr>
          <a:xfrm>
            <a:off x="3415741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3" name="S02-label149"/>
          <p:cNvSpPr txBox="1"/>
          <p:nvPr/>
        </p:nvSpPr>
        <p:spPr>
          <a:xfrm>
            <a:off x="3124892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4" name="S02-label150"/>
          <p:cNvSpPr txBox="1"/>
          <p:nvPr/>
        </p:nvSpPr>
        <p:spPr>
          <a:xfrm>
            <a:off x="301843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5" name="S02-label151"/>
          <p:cNvSpPr txBox="1"/>
          <p:nvPr/>
        </p:nvSpPr>
        <p:spPr>
          <a:xfrm>
            <a:off x="3124892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6" name="S02-label152"/>
          <p:cNvSpPr txBox="1"/>
          <p:nvPr/>
        </p:nvSpPr>
        <p:spPr>
          <a:xfrm>
            <a:off x="3415741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7" name="S02-label153"/>
          <p:cNvSpPr txBox="1"/>
          <p:nvPr/>
        </p:nvSpPr>
        <p:spPr>
          <a:xfrm>
            <a:off x="3813048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8" name="S02-line154"/>
          <p:cNvSpPr/>
          <p:nvPr/>
        </p:nvSpPr>
        <p:spPr>
          <a:xfrm flipH="1">
            <a:off x="3866083" y="3017520"/>
            <a:ext cx="221285" cy="38327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2-line155"/>
          <p:cNvSpPr/>
          <p:nvPr/>
        </p:nvSpPr>
        <p:spPr>
          <a:xfrm flipV="1">
            <a:off x="4087368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2-pin156"/>
          <p:cNvSpPr/>
          <p:nvPr/>
        </p:nvSpPr>
        <p:spPr>
          <a:xfrm>
            <a:off x="4032504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2-chip157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2" name="S02-figure158" descr="시계: 12시"/>
          <p:cNvSpPr/>
          <p:nvPr/>
        </p:nvSpPr>
        <p:spPr>
          <a:xfrm>
            <a:off x="308152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2-line159"/>
          <p:cNvSpPr/>
          <p:nvPr/>
        </p:nvSpPr>
        <p:spPr>
          <a:xfrm>
            <a:off x="408736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2-line160"/>
          <p:cNvSpPr/>
          <p:nvPr/>
        </p:nvSpPr>
        <p:spPr>
          <a:xfrm flipH="1">
            <a:off x="418342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2-line161"/>
          <p:cNvSpPr/>
          <p:nvPr/>
        </p:nvSpPr>
        <p:spPr>
          <a:xfrm flipH="1">
            <a:off x="427843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2-line162"/>
          <p:cNvSpPr/>
          <p:nvPr/>
        </p:nvSpPr>
        <p:spPr>
          <a:xfrm flipH="1">
            <a:off x="43713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163"/>
          <p:cNvSpPr/>
          <p:nvPr/>
        </p:nvSpPr>
        <p:spPr>
          <a:xfrm flipH="1">
            <a:off x="446114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2-line164"/>
          <p:cNvSpPr/>
          <p:nvPr/>
        </p:nvSpPr>
        <p:spPr>
          <a:xfrm flipH="1">
            <a:off x="451667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2-line165"/>
          <p:cNvSpPr/>
          <p:nvPr/>
        </p:nvSpPr>
        <p:spPr>
          <a:xfrm flipH="1">
            <a:off x="462752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166"/>
          <p:cNvSpPr/>
          <p:nvPr/>
        </p:nvSpPr>
        <p:spPr>
          <a:xfrm flipH="1">
            <a:off x="470228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2-line167"/>
          <p:cNvSpPr/>
          <p:nvPr/>
        </p:nvSpPr>
        <p:spPr>
          <a:xfrm flipH="1">
            <a:off x="477029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168"/>
          <p:cNvSpPr/>
          <p:nvPr/>
        </p:nvSpPr>
        <p:spPr>
          <a:xfrm flipH="1">
            <a:off x="483083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2-line169"/>
          <p:cNvSpPr/>
          <p:nvPr/>
        </p:nvSpPr>
        <p:spPr>
          <a:xfrm flipH="1">
            <a:off x="483095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2-line170"/>
          <p:cNvSpPr/>
          <p:nvPr/>
        </p:nvSpPr>
        <p:spPr>
          <a:xfrm flipH="1">
            <a:off x="492689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171"/>
          <p:cNvSpPr/>
          <p:nvPr/>
        </p:nvSpPr>
        <p:spPr>
          <a:xfrm flipH="1">
            <a:off x="496136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2-line172"/>
          <p:cNvSpPr/>
          <p:nvPr/>
        </p:nvSpPr>
        <p:spPr>
          <a:xfrm flipH="1">
            <a:off x="498625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173"/>
          <p:cNvSpPr/>
          <p:nvPr/>
        </p:nvSpPr>
        <p:spPr>
          <a:xfrm flipH="1">
            <a:off x="500130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2-line174"/>
          <p:cNvSpPr/>
          <p:nvPr/>
        </p:nvSpPr>
        <p:spPr>
          <a:xfrm flipH="1">
            <a:off x="494599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2-line175"/>
          <p:cNvSpPr/>
          <p:nvPr/>
        </p:nvSpPr>
        <p:spPr>
          <a:xfrm flipH="1" flipV="1">
            <a:off x="500130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76"/>
          <p:cNvSpPr/>
          <p:nvPr/>
        </p:nvSpPr>
        <p:spPr>
          <a:xfrm flipH="1" flipV="1">
            <a:off x="498625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2-line177"/>
          <p:cNvSpPr/>
          <p:nvPr/>
        </p:nvSpPr>
        <p:spPr>
          <a:xfrm flipH="1" flipV="1">
            <a:off x="496136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78"/>
          <p:cNvSpPr/>
          <p:nvPr/>
        </p:nvSpPr>
        <p:spPr>
          <a:xfrm flipH="1" flipV="1">
            <a:off x="492689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2-line179"/>
          <p:cNvSpPr/>
          <p:nvPr/>
        </p:nvSpPr>
        <p:spPr>
          <a:xfrm flipH="1" flipV="1">
            <a:off x="483095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2-line180"/>
          <p:cNvSpPr/>
          <p:nvPr/>
        </p:nvSpPr>
        <p:spPr>
          <a:xfrm flipH="1" flipV="1">
            <a:off x="483083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81"/>
          <p:cNvSpPr/>
          <p:nvPr/>
        </p:nvSpPr>
        <p:spPr>
          <a:xfrm flipH="1" flipV="1">
            <a:off x="477029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2-line182"/>
          <p:cNvSpPr/>
          <p:nvPr/>
        </p:nvSpPr>
        <p:spPr>
          <a:xfrm flipH="1" flipV="1">
            <a:off x="470228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83"/>
          <p:cNvSpPr/>
          <p:nvPr/>
        </p:nvSpPr>
        <p:spPr>
          <a:xfrm flipH="1" flipV="1">
            <a:off x="462752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2-line184"/>
          <p:cNvSpPr/>
          <p:nvPr/>
        </p:nvSpPr>
        <p:spPr>
          <a:xfrm flipH="1" flipV="1">
            <a:off x="451667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2-line185"/>
          <p:cNvSpPr/>
          <p:nvPr/>
        </p:nvSpPr>
        <p:spPr>
          <a:xfrm flipH="1" flipV="1">
            <a:off x="446114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86"/>
          <p:cNvSpPr/>
          <p:nvPr/>
        </p:nvSpPr>
        <p:spPr>
          <a:xfrm flipH="1" flipV="1">
            <a:off x="43713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2-line187"/>
          <p:cNvSpPr/>
          <p:nvPr/>
        </p:nvSpPr>
        <p:spPr>
          <a:xfrm flipH="1" flipV="1">
            <a:off x="427843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88"/>
          <p:cNvSpPr/>
          <p:nvPr/>
        </p:nvSpPr>
        <p:spPr>
          <a:xfrm flipH="1" flipV="1">
            <a:off x="418342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2-line189"/>
          <p:cNvSpPr/>
          <p:nvPr/>
        </p:nvSpPr>
        <p:spPr>
          <a:xfrm flipV="1">
            <a:off x="408736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2-line190"/>
          <p:cNvSpPr/>
          <p:nvPr/>
        </p:nvSpPr>
        <p:spPr>
          <a:xfrm flipV="1">
            <a:off x="398605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91"/>
          <p:cNvSpPr/>
          <p:nvPr/>
        </p:nvSpPr>
        <p:spPr>
          <a:xfrm flipV="1">
            <a:off x="388584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2-line192"/>
          <p:cNvSpPr/>
          <p:nvPr/>
        </p:nvSpPr>
        <p:spPr>
          <a:xfrm flipV="1">
            <a:off x="378784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93"/>
          <p:cNvSpPr/>
          <p:nvPr/>
        </p:nvSpPr>
        <p:spPr>
          <a:xfrm flipV="1">
            <a:off x="369313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2-line194"/>
          <p:cNvSpPr/>
          <p:nvPr/>
        </p:nvSpPr>
        <p:spPr>
          <a:xfrm flipV="1">
            <a:off x="360273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2-line195"/>
          <p:cNvSpPr/>
          <p:nvPr/>
        </p:nvSpPr>
        <p:spPr>
          <a:xfrm flipV="1">
            <a:off x="351764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96"/>
          <p:cNvSpPr/>
          <p:nvPr/>
        </p:nvSpPr>
        <p:spPr>
          <a:xfrm flipV="1">
            <a:off x="343880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2-line197"/>
          <p:cNvSpPr/>
          <p:nvPr/>
        </p:nvSpPr>
        <p:spPr>
          <a:xfrm flipV="1">
            <a:off x="336706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98"/>
          <p:cNvSpPr/>
          <p:nvPr/>
        </p:nvSpPr>
        <p:spPr>
          <a:xfrm flipV="1">
            <a:off x="330321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2-line199"/>
          <p:cNvSpPr/>
          <p:nvPr/>
        </p:nvSpPr>
        <p:spPr>
          <a:xfrm flipV="1">
            <a:off x="324796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2-line200"/>
          <p:cNvSpPr/>
          <p:nvPr/>
        </p:nvSpPr>
        <p:spPr>
          <a:xfrm flipV="1">
            <a:off x="32019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201"/>
          <p:cNvSpPr/>
          <p:nvPr/>
        </p:nvSpPr>
        <p:spPr>
          <a:xfrm flipV="1">
            <a:off x="31655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2-line202"/>
          <p:cNvSpPr/>
          <p:nvPr/>
        </p:nvSpPr>
        <p:spPr>
          <a:xfrm flipV="1">
            <a:off x="313928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203"/>
          <p:cNvSpPr/>
          <p:nvPr/>
        </p:nvSpPr>
        <p:spPr>
          <a:xfrm flipV="1">
            <a:off x="312341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2-line204"/>
          <p:cNvSpPr/>
          <p:nvPr/>
        </p:nvSpPr>
        <p:spPr>
          <a:xfrm>
            <a:off x="311810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2-line205"/>
          <p:cNvSpPr/>
          <p:nvPr/>
        </p:nvSpPr>
        <p:spPr>
          <a:xfrm>
            <a:off x="312341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206"/>
          <p:cNvSpPr/>
          <p:nvPr/>
        </p:nvSpPr>
        <p:spPr>
          <a:xfrm>
            <a:off x="313928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2-line207"/>
          <p:cNvSpPr/>
          <p:nvPr/>
        </p:nvSpPr>
        <p:spPr>
          <a:xfrm>
            <a:off x="31655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208"/>
          <p:cNvSpPr/>
          <p:nvPr/>
        </p:nvSpPr>
        <p:spPr>
          <a:xfrm>
            <a:off x="32019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2-line209"/>
          <p:cNvSpPr/>
          <p:nvPr/>
        </p:nvSpPr>
        <p:spPr>
          <a:xfrm>
            <a:off x="324796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2-line210"/>
          <p:cNvSpPr/>
          <p:nvPr/>
        </p:nvSpPr>
        <p:spPr>
          <a:xfrm>
            <a:off x="330321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211"/>
          <p:cNvSpPr/>
          <p:nvPr/>
        </p:nvSpPr>
        <p:spPr>
          <a:xfrm>
            <a:off x="336706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2-line212"/>
          <p:cNvSpPr/>
          <p:nvPr/>
        </p:nvSpPr>
        <p:spPr>
          <a:xfrm>
            <a:off x="343880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213"/>
          <p:cNvSpPr/>
          <p:nvPr/>
        </p:nvSpPr>
        <p:spPr>
          <a:xfrm>
            <a:off x="351764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2-line214"/>
          <p:cNvSpPr/>
          <p:nvPr/>
        </p:nvSpPr>
        <p:spPr>
          <a:xfrm>
            <a:off x="360273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2-line215"/>
          <p:cNvSpPr/>
          <p:nvPr/>
        </p:nvSpPr>
        <p:spPr>
          <a:xfrm>
            <a:off x="369313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216"/>
          <p:cNvSpPr/>
          <p:nvPr/>
        </p:nvSpPr>
        <p:spPr>
          <a:xfrm>
            <a:off x="378784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2-line217"/>
          <p:cNvSpPr/>
          <p:nvPr/>
        </p:nvSpPr>
        <p:spPr>
          <a:xfrm>
            <a:off x="388584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ine218"/>
          <p:cNvSpPr/>
          <p:nvPr/>
        </p:nvSpPr>
        <p:spPr>
          <a:xfrm>
            <a:off x="398605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2-label219"/>
          <p:cNvSpPr txBox="1"/>
          <p:nvPr/>
        </p:nvSpPr>
        <p:spPr>
          <a:xfrm>
            <a:off x="421035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4" name="S02-label220"/>
          <p:cNvSpPr txBox="1"/>
          <p:nvPr/>
        </p:nvSpPr>
        <p:spPr>
          <a:xfrm>
            <a:off x="450120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5" name="S02-label221"/>
          <p:cNvSpPr txBox="1"/>
          <p:nvPr/>
        </p:nvSpPr>
        <p:spPr>
          <a:xfrm>
            <a:off x="460766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6" name="S02-label222"/>
          <p:cNvSpPr txBox="1"/>
          <p:nvPr/>
        </p:nvSpPr>
        <p:spPr>
          <a:xfrm>
            <a:off x="450120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7" name="S02-label223"/>
          <p:cNvSpPr txBox="1"/>
          <p:nvPr/>
        </p:nvSpPr>
        <p:spPr>
          <a:xfrm>
            <a:off x="421035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48" name="S02-label224"/>
          <p:cNvSpPr txBox="1"/>
          <p:nvPr/>
        </p:nvSpPr>
        <p:spPr>
          <a:xfrm>
            <a:off x="381304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49" name="S02-label225"/>
          <p:cNvSpPr txBox="1"/>
          <p:nvPr/>
        </p:nvSpPr>
        <p:spPr>
          <a:xfrm>
            <a:off x="341574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0" name="S02-label226"/>
          <p:cNvSpPr txBox="1"/>
          <p:nvPr/>
        </p:nvSpPr>
        <p:spPr>
          <a:xfrm>
            <a:off x="312489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1" name="S02-label227"/>
          <p:cNvSpPr txBox="1"/>
          <p:nvPr/>
        </p:nvSpPr>
        <p:spPr>
          <a:xfrm>
            <a:off x="301843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2" name="S02-label228"/>
          <p:cNvSpPr txBox="1"/>
          <p:nvPr/>
        </p:nvSpPr>
        <p:spPr>
          <a:xfrm>
            <a:off x="312489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3" name="S02-label229"/>
          <p:cNvSpPr txBox="1"/>
          <p:nvPr/>
        </p:nvSpPr>
        <p:spPr>
          <a:xfrm>
            <a:off x="341574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4" name="S02-label230"/>
          <p:cNvSpPr txBox="1"/>
          <p:nvPr/>
        </p:nvSpPr>
        <p:spPr>
          <a:xfrm>
            <a:off x="381304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5" name="S02-line231"/>
          <p:cNvSpPr/>
          <p:nvPr/>
        </p:nvSpPr>
        <p:spPr>
          <a:xfrm flipV="1">
            <a:off x="4087368" y="4769510"/>
            <a:ext cx="0" cy="44257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2-line232"/>
          <p:cNvSpPr/>
          <p:nvPr/>
        </p:nvSpPr>
        <p:spPr>
          <a:xfrm flipV="1">
            <a:off x="4087368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2-pin233"/>
          <p:cNvSpPr/>
          <p:nvPr/>
        </p:nvSpPr>
        <p:spPr>
          <a:xfrm>
            <a:off x="403250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정각과 30분</a:t>
            </a:r>
            <a:endParaRPr lang="ko-KR" sz="4000" dirty="0"/>
          </a:p>
        </p:txBody>
      </p:sp>
      <p:sp>
        <p:nvSpPr>
          <p:cNvPr id="3" name="S03-card2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03-figure236" descr="시계: 7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3-line237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line238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239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240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241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242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3-line243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44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45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46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line247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3-line248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49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50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51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52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3-line253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254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255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256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line257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3-line258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259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260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261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262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3-line263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264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265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266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line267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3-line268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3-line269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line270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3-line271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line272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3-line273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274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275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276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277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3-line278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279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280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line281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3-line282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3-line283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284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285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286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287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3-line288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289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290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line291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3-line292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3-line293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3-line294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3-line295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3-line296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3-label297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3-label298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3-label299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3-label300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3-label301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3-label302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3-label303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3-label304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3-label305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3-label306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3-label307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3-label308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3-line309"/>
          <p:cNvSpPr/>
          <p:nvPr/>
        </p:nvSpPr>
        <p:spPr>
          <a:xfrm flipH="1">
            <a:off x="2899562" y="2998089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3-line310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3-pin311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3-label312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200" dirty="0"/>
          </a:p>
        </p:txBody>
      </p:sp>
      <p:sp>
        <p:nvSpPr>
          <p:cNvPr id="82" name="S03-figure313" descr="시계: 7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3-line314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3-line315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3-line316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3-line317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3-line318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3-line319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3-line320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3-line321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3-line322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3-line323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3-line324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3-line325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3-line326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3-line327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3-line328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3-line329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3-line330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3-line331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3-line332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3-line333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3-line334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3-line335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3-line336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3-line337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3-line338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3-line339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3-line340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3-line341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3-line342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3-line343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3-line344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3-line345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3-line346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3-line347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3-line348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3-line349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3-line350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3-line351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3-line352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3-line353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3-line354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3-line355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3-line356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3-line357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3-line358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3-line359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3-line360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3-line361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3-line362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3-line363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3-line364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3-line365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3-line366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3-line367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3-line368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3-line369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3-line370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3-line371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3-line372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3-line373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3-label374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3-label375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3-label376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3-label377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3-label378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3-label379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3-label380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3-label381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3-label382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3-label383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3-label384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3-label385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3-line386"/>
          <p:cNvSpPr/>
          <p:nvPr/>
        </p:nvSpPr>
        <p:spPr>
          <a:xfrm flipH="1">
            <a:off x="8463763" y="299808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3-line387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3-pin388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3-label389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 thirty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시각 말하기</a:t>
            </a:r>
            <a:endParaRPr lang="ko-KR" sz="4000" dirty="0"/>
          </a:p>
        </p:txBody>
      </p:sp>
      <p:sp>
        <p:nvSpPr>
          <p:cNvPr id="3" name="S04-card3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‘7시에’의 ‘에’가 at이에요. at 다음에 시각을 말해요.</a:t>
            </a:r>
            <a:endParaRPr lang="ko-KR" sz="2800" dirty="0"/>
          </a:p>
        </p:txBody>
      </p:sp>
      <p:sp>
        <p:nvSpPr>
          <p:cNvPr id="5" name="S04-figure392" descr="시계: 7시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4-line393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line394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395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396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397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398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4-line399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400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401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402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line403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4-line404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405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406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407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408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4-line409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410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411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412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line413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4-line414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415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416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417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418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4-line419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420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421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422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423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4-line424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425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426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427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428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4-line429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430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431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432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line433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4-line434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4-line435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4-line436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4-line437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4-line438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4-line439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4-line440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4-line441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4-line442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4-line443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4-line444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4-line445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4-line446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4-line447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4-line448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4-line449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450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451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452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abel453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4-label454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4-label455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4-label456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4-label457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4-label458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4-label459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4-label460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4-label461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4-label462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4-label463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4-label464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4-line465"/>
          <p:cNvSpPr/>
          <p:nvPr/>
        </p:nvSpPr>
        <p:spPr>
          <a:xfrm flipH="1">
            <a:off x="2899562" y="3223260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4-line466"/>
          <p:cNvSpPr/>
          <p:nvPr/>
        </p:nvSpPr>
        <p:spPr>
          <a:xfrm flipV="1">
            <a:off x="3241548" y="2228393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4-pin467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4-word468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7시에 일어나요.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가는 시각 말하기</a:t>
            </a:r>
            <a:endParaRPr lang="ko-KR" sz="4000" dirty="0"/>
          </a:p>
        </p:txBody>
      </p:sp>
      <p:sp>
        <p:nvSpPr>
          <p:cNvPr id="3" name="S05-card4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짧은바늘이 8과 9 가운데에 있으면 eight thirty예요.</a:t>
            </a:r>
            <a:endParaRPr lang="ko-KR" sz="2800" dirty="0"/>
          </a:p>
        </p:txBody>
      </p:sp>
      <p:sp>
        <p:nvSpPr>
          <p:cNvPr id="5" name="S05-figure471" descr="시계: 8시 30분"/>
          <p:cNvSpPr/>
          <p:nvPr/>
        </p:nvSpPr>
        <p:spPr>
          <a:xfrm>
            <a:off x="1687068" y="1668780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5-line472"/>
          <p:cNvSpPr/>
          <p:nvPr/>
        </p:nvSpPr>
        <p:spPr>
          <a:xfrm>
            <a:off x="3241548" y="1705356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5-line473"/>
          <p:cNvSpPr/>
          <p:nvPr/>
        </p:nvSpPr>
        <p:spPr>
          <a:xfrm flipH="1">
            <a:off x="3392088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474"/>
          <p:cNvSpPr/>
          <p:nvPr/>
        </p:nvSpPr>
        <p:spPr>
          <a:xfrm flipH="1">
            <a:off x="354097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475"/>
          <p:cNvSpPr/>
          <p:nvPr/>
        </p:nvSpPr>
        <p:spPr>
          <a:xfrm flipH="1">
            <a:off x="3686588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476"/>
          <p:cNvSpPr/>
          <p:nvPr/>
        </p:nvSpPr>
        <p:spPr>
          <a:xfrm flipH="1">
            <a:off x="3827322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477"/>
          <p:cNvSpPr/>
          <p:nvPr/>
        </p:nvSpPr>
        <p:spPr>
          <a:xfrm flipH="1">
            <a:off x="3915004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line478"/>
          <p:cNvSpPr/>
          <p:nvPr/>
        </p:nvSpPr>
        <p:spPr>
          <a:xfrm flipH="1">
            <a:off x="4088065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479"/>
          <p:cNvSpPr/>
          <p:nvPr/>
        </p:nvSpPr>
        <p:spPr>
          <a:xfrm flipH="1">
            <a:off x="4205217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480"/>
          <p:cNvSpPr/>
          <p:nvPr/>
        </p:nvSpPr>
        <p:spPr>
          <a:xfrm flipH="1">
            <a:off x="4311810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481"/>
          <p:cNvSpPr/>
          <p:nvPr/>
        </p:nvSpPr>
        <p:spPr>
          <a:xfrm flipH="1">
            <a:off x="440667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482"/>
          <p:cNvSpPr/>
          <p:nvPr/>
        </p:nvSpPr>
        <p:spPr>
          <a:xfrm flipH="1">
            <a:off x="4408007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5-line483"/>
          <p:cNvSpPr/>
          <p:nvPr/>
        </p:nvSpPr>
        <p:spPr>
          <a:xfrm flipH="1">
            <a:off x="4557218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484"/>
          <p:cNvSpPr/>
          <p:nvPr/>
        </p:nvSpPr>
        <p:spPr>
          <a:xfrm flipH="1">
            <a:off x="4611241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485"/>
          <p:cNvSpPr/>
          <p:nvPr/>
        </p:nvSpPr>
        <p:spPr>
          <a:xfrm flipH="1">
            <a:off x="4650257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486"/>
          <p:cNvSpPr/>
          <p:nvPr/>
        </p:nvSpPr>
        <p:spPr>
          <a:xfrm flipH="1">
            <a:off x="467383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487"/>
          <p:cNvSpPr/>
          <p:nvPr/>
        </p:nvSpPr>
        <p:spPr>
          <a:xfrm flipH="1">
            <a:off x="4588459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5-line488"/>
          <p:cNvSpPr/>
          <p:nvPr/>
        </p:nvSpPr>
        <p:spPr>
          <a:xfrm flipH="1" flipV="1">
            <a:off x="467383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489"/>
          <p:cNvSpPr/>
          <p:nvPr/>
        </p:nvSpPr>
        <p:spPr>
          <a:xfrm flipH="1" flipV="1">
            <a:off x="4650257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490"/>
          <p:cNvSpPr/>
          <p:nvPr/>
        </p:nvSpPr>
        <p:spPr>
          <a:xfrm flipH="1" flipV="1">
            <a:off x="4611241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491"/>
          <p:cNvSpPr/>
          <p:nvPr/>
        </p:nvSpPr>
        <p:spPr>
          <a:xfrm flipH="1" flipV="1">
            <a:off x="4557218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492"/>
          <p:cNvSpPr/>
          <p:nvPr/>
        </p:nvSpPr>
        <p:spPr>
          <a:xfrm flipH="1" flipV="1">
            <a:off x="4408007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5-line493"/>
          <p:cNvSpPr/>
          <p:nvPr/>
        </p:nvSpPr>
        <p:spPr>
          <a:xfrm flipH="1" flipV="1">
            <a:off x="440667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494"/>
          <p:cNvSpPr/>
          <p:nvPr/>
        </p:nvSpPr>
        <p:spPr>
          <a:xfrm flipH="1" flipV="1">
            <a:off x="4311810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495"/>
          <p:cNvSpPr/>
          <p:nvPr/>
        </p:nvSpPr>
        <p:spPr>
          <a:xfrm flipH="1" flipV="1">
            <a:off x="4205217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496"/>
          <p:cNvSpPr/>
          <p:nvPr/>
        </p:nvSpPr>
        <p:spPr>
          <a:xfrm flipH="1" flipV="1">
            <a:off x="4088065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497"/>
          <p:cNvSpPr/>
          <p:nvPr/>
        </p:nvSpPr>
        <p:spPr>
          <a:xfrm flipH="1" flipV="1">
            <a:off x="3915004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5-line498"/>
          <p:cNvSpPr/>
          <p:nvPr/>
        </p:nvSpPr>
        <p:spPr>
          <a:xfrm flipH="1" flipV="1">
            <a:off x="3827322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499"/>
          <p:cNvSpPr/>
          <p:nvPr/>
        </p:nvSpPr>
        <p:spPr>
          <a:xfrm flipH="1" flipV="1">
            <a:off x="3686588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500"/>
          <p:cNvSpPr/>
          <p:nvPr/>
        </p:nvSpPr>
        <p:spPr>
          <a:xfrm flipH="1" flipV="1">
            <a:off x="354097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501"/>
          <p:cNvSpPr/>
          <p:nvPr/>
        </p:nvSpPr>
        <p:spPr>
          <a:xfrm flipH="1" flipV="1">
            <a:off x="3392088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502"/>
          <p:cNvSpPr/>
          <p:nvPr/>
        </p:nvSpPr>
        <p:spPr>
          <a:xfrm flipV="1">
            <a:off x="3241548" y="4570171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5-line503"/>
          <p:cNvSpPr/>
          <p:nvPr/>
        </p:nvSpPr>
        <p:spPr>
          <a:xfrm flipV="1">
            <a:off x="3082884" y="465555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504"/>
          <p:cNvSpPr/>
          <p:nvPr/>
        </p:nvSpPr>
        <p:spPr>
          <a:xfrm flipV="1">
            <a:off x="2925958" y="4631969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505"/>
          <p:cNvSpPr/>
          <p:nvPr/>
        </p:nvSpPr>
        <p:spPr>
          <a:xfrm flipV="1">
            <a:off x="2772490" y="4592953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506"/>
          <p:cNvSpPr/>
          <p:nvPr/>
        </p:nvSpPr>
        <p:spPr>
          <a:xfrm flipV="1">
            <a:off x="2624161" y="4538930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507"/>
          <p:cNvSpPr/>
          <p:nvPr/>
        </p:nvSpPr>
        <p:spPr>
          <a:xfrm flipV="1">
            <a:off x="2482596" y="4389719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5-line508"/>
          <p:cNvSpPr/>
          <p:nvPr/>
        </p:nvSpPr>
        <p:spPr>
          <a:xfrm flipV="1">
            <a:off x="2349346" y="438839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509"/>
          <p:cNvSpPr/>
          <p:nvPr/>
        </p:nvSpPr>
        <p:spPr>
          <a:xfrm flipV="1">
            <a:off x="2225872" y="4293522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510"/>
          <p:cNvSpPr/>
          <p:nvPr/>
        </p:nvSpPr>
        <p:spPr>
          <a:xfrm flipV="1">
            <a:off x="2113525" y="4186929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511"/>
          <p:cNvSpPr/>
          <p:nvPr/>
        </p:nvSpPr>
        <p:spPr>
          <a:xfrm flipV="1">
            <a:off x="2013538" y="406977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512"/>
          <p:cNvSpPr/>
          <p:nvPr/>
        </p:nvSpPr>
        <p:spPr>
          <a:xfrm flipV="1">
            <a:off x="1927005" y="3896716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5-line513"/>
          <p:cNvSpPr/>
          <p:nvPr/>
        </p:nvSpPr>
        <p:spPr>
          <a:xfrm flipV="1">
            <a:off x="1854874" y="3809034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514"/>
          <p:cNvSpPr/>
          <p:nvPr/>
        </p:nvSpPr>
        <p:spPr>
          <a:xfrm flipV="1">
            <a:off x="1797936" y="3668300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515"/>
          <p:cNvSpPr/>
          <p:nvPr/>
        </p:nvSpPr>
        <p:spPr>
          <a:xfrm flipV="1">
            <a:off x="1756814" y="352269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516"/>
          <p:cNvSpPr/>
          <p:nvPr/>
        </p:nvSpPr>
        <p:spPr>
          <a:xfrm flipV="1">
            <a:off x="1731959" y="3373800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517"/>
          <p:cNvSpPr/>
          <p:nvPr/>
        </p:nvSpPr>
        <p:spPr>
          <a:xfrm>
            <a:off x="1723644" y="3223260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5-line518"/>
          <p:cNvSpPr/>
          <p:nvPr/>
        </p:nvSpPr>
        <p:spPr>
          <a:xfrm>
            <a:off x="1731959" y="3064596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519"/>
          <p:cNvSpPr/>
          <p:nvPr/>
        </p:nvSpPr>
        <p:spPr>
          <a:xfrm>
            <a:off x="1756814" y="2907670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520"/>
          <p:cNvSpPr/>
          <p:nvPr/>
        </p:nvSpPr>
        <p:spPr>
          <a:xfrm>
            <a:off x="1797936" y="2754202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521"/>
          <p:cNvSpPr/>
          <p:nvPr/>
        </p:nvSpPr>
        <p:spPr>
          <a:xfrm>
            <a:off x="1854874" y="26058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522"/>
          <p:cNvSpPr/>
          <p:nvPr/>
        </p:nvSpPr>
        <p:spPr>
          <a:xfrm>
            <a:off x="1927005" y="2464308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5-line523"/>
          <p:cNvSpPr/>
          <p:nvPr/>
        </p:nvSpPr>
        <p:spPr>
          <a:xfrm>
            <a:off x="2013538" y="2331058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524"/>
          <p:cNvSpPr/>
          <p:nvPr/>
        </p:nvSpPr>
        <p:spPr>
          <a:xfrm>
            <a:off x="2113525" y="2207584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525"/>
          <p:cNvSpPr/>
          <p:nvPr/>
        </p:nvSpPr>
        <p:spPr>
          <a:xfrm>
            <a:off x="2225872" y="2095237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526"/>
          <p:cNvSpPr/>
          <p:nvPr/>
        </p:nvSpPr>
        <p:spPr>
          <a:xfrm>
            <a:off x="2349346" y="1995250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527"/>
          <p:cNvSpPr/>
          <p:nvPr/>
        </p:nvSpPr>
        <p:spPr>
          <a:xfrm>
            <a:off x="2482596" y="1908717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line528"/>
          <p:cNvSpPr/>
          <p:nvPr/>
        </p:nvSpPr>
        <p:spPr>
          <a:xfrm>
            <a:off x="2624161" y="1836586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529"/>
          <p:cNvSpPr/>
          <p:nvPr/>
        </p:nvSpPr>
        <p:spPr>
          <a:xfrm>
            <a:off x="2772490" y="1779648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530"/>
          <p:cNvSpPr/>
          <p:nvPr/>
        </p:nvSpPr>
        <p:spPr>
          <a:xfrm>
            <a:off x="2925958" y="1738526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531"/>
          <p:cNvSpPr/>
          <p:nvPr/>
        </p:nvSpPr>
        <p:spPr>
          <a:xfrm>
            <a:off x="3082884" y="1713671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abel532"/>
          <p:cNvSpPr txBox="1"/>
          <p:nvPr/>
        </p:nvSpPr>
        <p:spPr>
          <a:xfrm>
            <a:off x="358124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5-label533"/>
          <p:cNvSpPr txBox="1"/>
          <p:nvPr/>
        </p:nvSpPr>
        <p:spPr>
          <a:xfrm>
            <a:off x="4030741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5-label534"/>
          <p:cNvSpPr txBox="1"/>
          <p:nvPr/>
        </p:nvSpPr>
        <p:spPr>
          <a:xfrm>
            <a:off x="4195267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5-label535"/>
          <p:cNvSpPr txBox="1"/>
          <p:nvPr/>
        </p:nvSpPr>
        <p:spPr>
          <a:xfrm>
            <a:off x="4030741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5-label536"/>
          <p:cNvSpPr txBox="1"/>
          <p:nvPr/>
        </p:nvSpPr>
        <p:spPr>
          <a:xfrm>
            <a:off x="358124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5-label537"/>
          <p:cNvSpPr txBox="1"/>
          <p:nvPr/>
        </p:nvSpPr>
        <p:spPr>
          <a:xfrm>
            <a:off x="2967228" y="42684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5-label538"/>
          <p:cNvSpPr txBox="1"/>
          <p:nvPr/>
        </p:nvSpPr>
        <p:spPr>
          <a:xfrm>
            <a:off x="2353208" y="4103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5-label539"/>
          <p:cNvSpPr txBox="1"/>
          <p:nvPr/>
        </p:nvSpPr>
        <p:spPr>
          <a:xfrm>
            <a:off x="1903715" y="3654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5-label540"/>
          <p:cNvSpPr txBox="1"/>
          <p:nvPr/>
        </p:nvSpPr>
        <p:spPr>
          <a:xfrm>
            <a:off x="1739189" y="30403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5-label541"/>
          <p:cNvSpPr txBox="1"/>
          <p:nvPr/>
        </p:nvSpPr>
        <p:spPr>
          <a:xfrm>
            <a:off x="1903715" y="2426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5-label542"/>
          <p:cNvSpPr txBox="1"/>
          <p:nvPr/>
        </p:nvSpPr>
        <p:spPr>
          <a:xfrm>
            <a:off x="2353208" y="197686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5-label543"/>
          <p:cNvSpPr txBox="1"/>
          <p:nvPr/>
        </p:nvSpPr>
        <p:spPr>
          <a:xfrm>
            <a:off x="2967228" y="18123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5-line544"/>
          <p:cNvSpPr/>
          <p:nvPr/>
        </p:nvSpPr>
        <p:spPr>
          <a:xfrm flipH="1">
            <a:off x="2580883" y="3223260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5-line545"/>
          <p:cNvSpPr/>
          <p:nvPr/>
        </p:nvSpPr>
        <p:spPr>
          <a:xfrm>
            <a:off x="3241548" y="3223260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5-pin546"/>
          <p:cNvSpPr/>
          <p:nvPr/>
        </p:nvSpPr>
        <p:spPr>
          <a:xfrm>
            <a:off x="3186684" y="316839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5-word547"/>
          <p:cNvSpPr txBox="1"/>
          <p:nvPr/>
        </p:nvSpPr>
        <p:spPr>
          <a:xfrm>
            <a:off x="6254496" y="2354580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8시 30분에 학교에 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오고, 잠자리에 들어요</a:t>
            </a:r>
            <a:endParaRPr lang="ko-KR" sz="4000" dirty="0"/>
          </a:p>
        </p:txBody>
      </p:sp>
      <p:sp>
        <p:nvSpPr>
          <p:cNvPr id="3" name="S06-card54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54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home at three.</a:t>
            </a:r>
            <a:endParaRPr lang="ko-KR" sz="2800" dirty="0"/>
          </a:p>
        </p:txBody>
      </p:sp>
      <p:sp>
        <p:nvSpPr>
          <p:cNvPr id="5" name="S06-card55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55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nine thirty.</a:t>
            </a:r>
            <a:endParaRPr lang="ko-KR" sz="2800" dirty="0"/>
          </a:p>
        </p:txBody>
      </p:sp>
      <p:sp>
        <p:nvSpPr>
          <p:cNvPr id="7" name="S06-figure552" descr="시계: 3시"/>
          <p:cNvSpPr/>
          <p:nvPr/>
        </p:nvSpPr>
        <p:spPr>
          <a:xfrm>
            <a:off x="1687068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06-line553"/>
          <p:cNvSpPr/>
          <p:nvPr/>
        </p:nvSpPr>
        <p:spPr>
          <a:xfrm>
            <a:off x="3241548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line554"/>
          <p:cNvSpPr/>
          <p:nvPr/>
        </p:nvSpPr>
        <p:spPr>
          <a:xfrm flipH="1">
            <a:off x="3392088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6-line555"/>
          <p:cNvSpPr/>
          <p:nvPr/>
        </p:nvSpPr>
        <p:spPr>
          <a:xfrm flipH="1">
            <a:off x="354097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6-line556"/>
          <p:cNvSpPr/>
          <p:nvPr/>
        </p:nvSpPr>
        <p:spPr>
          <a:xfrm flipH="1">
            <a:off x="3686588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6-line557"/>
          <p:cNvSpPr/>
          <p:nvPr/>
        </p:nvSpPr>
        <p:spPr>
          <a:xfrm flipH="1">
            <a:off x="3827322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6-line558"/>
          <p:cNvSpPr/>
          <p:nvPr/>
        </p:nvSpPr>
        <p:spPr>
          <a:xfrm flipH="1">
            <a:off x="3915004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6-line559"/>
          <p:cNvSpPr/>
          <p:nvPr/>
        </p:nvSpPr>
        <p:spPr>
          <a:xfrm flipH="1">
            <a:off x="4088065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6-line560"/>
          <p:cNvSpPr/>
          <p:nvPr/>
        </p:nvSpPr>
        <p:spPr>
          <a:xfrm flipH="1">
            <a:off x="4205217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6-line561"/>
          <p:cNvSpPr/>
          <p:nvPr/>
        </p:nvSpPr>
        <p:spPr>
          <a:xfrm flipH="1">
            <a:off x="4311810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6-line562"/>
          <p:cNvSpPr/>
          <p:nvPr/>
        </p:nvSpPr>
        <p:spPr>
          <a:xfrm flipH="1">
            <a:off x="440667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6-line563"/>
          <p:cNvSpPr/>
          <p:nvPr/>
        </p:nvSpPr>
        <p:spPr>
          <a:xfrm flipH="1">
            <a:off x="4408007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6-line564"/>
          <p:cNvSpPr/>
          <p:nvPr/>
        </p:nvSpPr>
        <p:spPr>
          <a:xfrm flipH="1">
            <a:off x="4557218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6-line565"/>
          <p:cNvSpPr/>
          <p:nvPr/>
        </p:nvSpPr>
        <p:spPr>
          <a:xfrm flipH="1">
            <a:off x="4611241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6-line566"/>
          <p:cNvSpPr/>
          <p:nvPr/>
        </p:nvSpPr>
        <p:spPr>
          <a:xfrm flipH="1">
            <a:off x="4650257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6-line567"/>
          <p:cNvSpPr/>
          <p:nvPr/>
        </p:nvSpPr>
        <p:spPr>
          <a:xfrm flipH="1">
            <a:off x="467383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6-line568"/>
          <p:cNvSpPr/>
          <p:nvPr/>
        </p:nvSpPr>
        <p:spPr>
          <a:xfrm flipH="1">
            <a:off x="4588459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06-line569"/>
          <p:cNvSpPr/>
          <p:nvPr/>
        </p:nvSpPr>
        <p:spPr>
          <a:xfrm flipH="1" flipV="1">
            <a:off x="467383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6-line570"/>
          <p:cNvSpPr/>
          <p:nvPr/>
        </p:nvSpPr>
        <p:spPr>
          <a:xfrm flipH="1" flipV="1">
            <a:off x="4650257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6-line571"/>
          <p:cNvSpPr/>
          <p:nvPr/>
        </p:nvSpPr>
        <p:spPr>
          <a:xfrm flipH="1" flipV="1">
            <a:off x="4611241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6-line572"/>
          <p:cNvSpPr/>
          <p:nvPr/>
        </p:nvSpPr>
        <p:spPr>
          <a:xfrm flipH="1" flipV="1">
            <a:off x="4557218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6-line573"/>
          <p:cNvSpPr/>
          <p:nvPr/>
        </p:nvSpPr>
        <p:spPr>
          <a:xfrm flipH="1" flipV="1">
            <a:off x="4408007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6-line574"/>
          <p:cNvSpPr/>
          <p:nvPr/>
        </p:nvSpPr>
        <p:spPr>
          <a:xfrm flipH="1" flipV="1">
            <a:off x="440667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6-line575"/>
          <p:cNvSpPr/>
          <p:nvPr/>
        </p:nvSpPr>
        <p:spPr>
          <a:xfrm flipH="1" flipV="1">
            <a:off x="4311810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6-line576"/>
          <p:cNvSpPr/>
          <p:nvPr/>
        </p:nvSpPr>
        <p:spPr>
          <a:xfrm flipH="1" flipV="1">
            <a:off x="4205217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6-line577"/>
          <p:cNvSpPr/>
          <p:nvPr/>
        </p:nvSpPr>
        <p:spPr>
          <a:xfrm flipH="1" flipV="1">
            <a:off x="4088065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6-line578"/>
          <p:cNvSpPr/>
          <p:nvPr/>
        </p:nvSpPr>
        <p:spPr>
          <a:xfrm flipH="1" flipV="1">
            <a:off x="3915004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06-line579"/>
          <p:cNvSpPr/>
          <p:nvPr/>
        </p:nvSpPr>
        <p:spPr>
          <a:xfrm flipH="1" flipV="1">
            <a:off x="3827322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6-line580"/>
          <p:cNvSpPr/>
          <p:nvPr/>
        </p:nvSpPr>
        <p:spPr>
          <a:xfrm flipH="1" flipV="1">
            <a:off x="3686588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6-line581"/>
          <p:cNvSpPr/>
          <p:nvPr/>
        </p:nvSpPr>
        <p:spPr>
          <a:xfrm flipH="1" flipV="1">
            <a:off x="354097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6-line582"/>
          <p:cNvSpPr/>
          <p:nvPr/>
        </p:nvSpPr>
        <p:spPr>
          <a:xfrm flipH="1" flipV="1">
            <a:off x="3392088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6-line583"/>
          <p:cNvSpPr/>
          <p:nvPr/>
        </p:nvSpPr>
        <p:spPr>
          <a:xfrm flipV="1">
            <a:off x="3241548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06-line584"/>
          <p:cNvSpPr/>
          <p:nvPr/>
        </p:nvSpPr>
        <p:spPr>
          <a:xfrm flipV="1">
            <a:off x="308288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6-line585"/>
          <p:cNvSpPr/>
          <p:nvPr/>
        </p:nvSpPr>
        <p:spPr>
          <a:xfrm flipV="1">
            <a:off x="2925958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6-line586"/>
          <p:cNvSpPr/>
          <p:nvPr/>
        </p:nvSpPr>
        <p:spPr>
          <a:xfrm flipV="1">
            <a:off x="2772490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6-line587"/>
          <p:cNvSpPr/>
          <p:nvPr/>
        </p:nvSpPr>
        <p:spPr>
          <a:xfrm flipV="1">
            <a:off x="2624161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6-line588"/>
          <p:cNvSpPr/>
          <p:nvPr/>
        </p:nvSpPr>
        <p:spPr>
          <a:xfrm flipV="1">
            <a:off x="2482596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06-line589"/>
          <p:cNvSpPr/>
          <p:nvPr/>
        </p:nvSpPr>
        <p:spPr>
          <a:xfrm flipV="1">
            <a:off x="2349346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6-line590"/>
          <p:cNvSpPr/>
          <p:nvPr/>
        </p:nvSpPr>
        <p:spPr>
          <a:xfrm flipV="1">
            <a:off x="2225872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6-line591"/>
          <p:cNvSpPr/>
          <p:nvPr/>
        </p:nvSpPr>
        <p:spPr>
          <a:xfrm flipV="1">
            <a:off x="2113525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6-line592"/>
          <p:cNvSpPr/>
          <p:nvPr/>
        </p:nvSpPr>
        <p:spPr>
          <a:xfrm flipV="1">
            <a:off x="2013538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6-line593"/>
          <p:cNvSpPr/>
          <p:nvPr/>
        </p:nvSpPr>
        <p:spPr>
          <a:xfrm flipV="1">
            <a:off x="1927005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06-line594"/>
          <p:cNvSpPr/>
          <p:nvPr/>
        </p:nvSpPr>
        <p:spPr>
          <a:xfrm flipV="1">
            <a:off x="18548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6-line595"/>
          <p:cNvSpPr/>
          <p:nvPr/>
        </p:nvSpPr>
        <p:spPr>
          <a:xfrm flipV="1">
            <a:off x="1797936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6-line596"/>
          <p:cNvSpPr/>
          <p:nvPr/>
        </p:nvSpPr>
        <p:spPr>
          <a:xfrm flipV="1">
            <a:off x="1756814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6-line597"/>
          <p:cNvSpPr/>
          <p:nvPr/>
        </p:nvSpPr>
        <p:spPr>
          <a:xfrm flipV="1">
            <a:off x="1731959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6-line598"/>
          <p:cNvSpPr/>
          <p:nvPr/>
        </p:nvSpPr>
        <p:spPr>
          <a:xfrm>
            <a:off x="1723644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06-line599"/>
          <p:cNvSpPr/>
          <p:nvPr/>
        </p:nvSpPr>
        <p:spPr>
          <a:xfrm>
            <a:off x="1731959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6-line600"/>
          <p:cNvSpPr/>
          <p:nvPr/>
        </p:nvSpPr>
        <p:spPr>
          <a:xfrm>
            <a:off x="1756814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6-line601"/>
          <p:cNvSpPr/>
          <p:nvPr/>
        </p:nvSpPr>
        <p:spPr>
          <a:xfrm>
            <a:off x="1797936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6-line602"/>
          <p:cNvSpPr/>
          <p:nvPr/>
        </p:nvSpPr>
        <p:spPr>
          <a:xfrm>
            <a:off x="18548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6-line603"/>
          <p:cNvSpPr/>
          <p:nvPr/>
        </p:nvSpPr>
        <p:spPr>
          <a:xfrm>
            <a:off x="1927005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06-line604"/>
          <p:cNvSpPr/>
          <p:nvPr/>
        </p:nvSpPr>
        <p:spPr>
          <a:xfrm>
            <a:off x="2013538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6-line605"/>
          <p:cNvSpPr/>
          <p:nvPr/>
        </p:nvSpPr>
        <p:spPr>
          <a:xfrm>
            <a:off x="2113525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6-line606"/>
          <p:cNvSpPr/>
          <p:nvPr/>
        </p:nvSpPr>
        <p:spPr>
          <a:xfrm>
            <a:off x="2225872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6-line607"/>
          <p:cNvSpPr/>
          <p:nvPr/>
        </p:nvSpPr>
        <p:spPr>
          <a:xfrm>
            <a:off x="2349346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6-line608"/>
          <p:cNvSpPr/>
          <p:nvPr/>
        </p:nvSpPr>
        <p:spPr>
          <a:xfrm>
            <a:off x="2482596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06-line609"/>
          <p:cNvSpPr/>
          <p:nvPr/>
        </p:nvSpPr>
        <p:spPr>
          <a:xfrm>
            <a:off x="2624161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6-line610"/>
          <p:cNvSpPr/>
          <p:nvPr/>
        </p:nvSpPr>
        <p:spPr>
          <a:xfrm>
            <a:off x="2772490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6-line611"/>
          <p:cNvSpPr/>
          <p:nvPr/>
        </p:nvSpPr>
        <p:spPr>
          <a:xfrm>
            <a:off x="2925958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6-line612"/>
          <p:cNvSpPr/>
          <p:nvPr/>
        </p:nvSpPr>
        <p:spPr>
          <a:xfrm>
            <a:off x="308288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6-label613"/>
          <p:cNvSpPr txBox="1"/>
          <p:nvPr/>
        </p:nvSpPr>
        <p:spPr>
          <a:xfrm>
            <a:off x="358124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9" name="S06-label614"/>
          <p:cNvSpPr txBox="1"/>
          <p:nvPr/>
        </p:nvSpPr>
        <p:spPr>
          <a:xfrm>
            <a:off x="403074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70" name="S06-label615"/>
          <p:cNvSpPr txBox="1"/>
          <p:nvPr/>
        </p:nvSpPr>
        <p:spPr>
          <a:xfrm>
            <a:off x="4195267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71" name="S06-label616"/>
          <p:cNvSpPr txBox="1"/>
          <p:nvPr/>
        </p:nvSpPr>
        <p:spPr>
          <a:xfrm>
            <a:off x="403074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2" name="S06-label617"/>
          <p:cNvSpPr txBox="1"/>
          <p:nvPr/>
        </p:nvSpPr>
        <p:spPr>
          <a:xfrm>
            <a:off x="358124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3" name="S06-label618"/>
          <p:cNvSpPr txBox="1"/>
          <p:nvPr/>
        </p:nvSpPr>
        <p:spPr>
          <a:xfrm>
            <a:off x="2967228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4" name="S06-label619"/>
          <p:cNvSpPr txBox="1"/>
          <p:nvPr/>
        </p:nvSpPr>
        <p:spPr>
          <a:xfrm>
            <a:off x="2353208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5" name="S06-label620"/>
          <p:cNvSpPr txBox="1"/>
          <p:nvPr/>
        </p:nvSpPr>
        <p:spPr>
          <a:xfrm>
            <a:off x="1903715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6" name="S06-label621"/>
          <p:cNvSpPr txBox="1"/>
          <p:nvPr/>
        </p:nvSpPr>
        <p:spPr>
          <a:xfrm>
            <a:off x="1739189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7" name="S06-label622"/>
          <p:cNvSpPr txBox="1"/>
          <p:nvPr/>
        </p:nvSpPr>
        <p:spPr>
          <a:xfrm>
            <a:off x="1903715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8" name="S06-label623"/>
          <p:cNvSpPr txBox="1"/>
          <p:nvPr/>
        </p:nvSpPr>
        <p:spPr>
          <a:xfrm>
            <a:off x="2353208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9" name="S06-label624"/>
          <p:cNvSpPr txBox="1"/>
          <p:nvPr/>
        </p:nvSpPr>
        <p:spPr>
          <a:xfrm>
            <a:off x="2967228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80" name="S06-line625"/>
          <p:cNvSpPr/>
          <p:nvPr/>
        </p:nvSpPr>
        <p:spPr>
          <a:xfrm>
            <a:off x="3241548" y="2998089"/>
            <a:ext cx="683971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06-line626"/>
          <p:cNvSpPr/>
          <p:nvPr/>
        </p:nvSpPr>
        <p:spPr>
          <a:xfrm flipV="1">
            <a:off x="3241548" y="200322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06-pin627"/>
          <p:cNvSpPr/>
          <p:nvPr/>
        </p:nvSpPr>
        <p:spPr>
          <a:xfrm>
            <a:off x="3186684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06-label628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2200" dirty="0"/>
          </a:p>
        </p:txBody>
      </p:sp>
      <p:sp>
        <p:nvSpPr>
          <p:cNvPr id="84" name="S06-figure629" descr="시계: 9시 30분"/>
          <p:cNvSpPr/>
          <p:nvPr/>
        </p:nvSpPr>
        <p:spPr>
          <a:xfrm>
            <a:off x="7392924" y="144360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6-line630"/>
          <p:cNvSpPr/>
          <p:nvPr/>
        </p:nvSpPr>
        <p:spPr>
          <a:xfrm>
            <a:off x="8947404" y="148018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6-line631"/>
          <p:cNvSpPr/>
          <p:nvPr/>
        </p:nvSpPr>
        <p:spPr>
          <a:xfrm flipH="1">
            <a:off x="9097944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6-line632"/>
          <p:cNvSpPr/>
          <p:nvPr/>
        </p:nvSpPr>
        <p:spPr>
          <a:xfrm flipH="1">
            <a:off x="924683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6-line633"/>
          <p:cNvSpPr/>
          <p:nvPr/>
        </p:nvSpPr>
        <p:spPr>
          <a:xfrm flipH="1">
            <a:off x="9392444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6-line634"/>
          <p:cNvSpPr/>
          <p:nvPr/>
        </p:nvSpPr>
        <p:spPr>
          <a:xfrm flipH="1">
            <a:off x="9533178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6-line635"/>
          <p:cNvSpPr/>
          <p:nvPr/>
        </p:nvSpPr>
        <p:spPr>
          <a:xfrm flipH="1">
            <a:off x="9620860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6-line636"/>
          <p:cNvSpPr/>
          <p:nvPr/>
        </p:nvSpPr>
        <p:spPr>
          <a:xfrm flipH="1">
            <a:off x="9793921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6-line637"/>
          <p:cNvSpPr/>
          <p:nvPr/>
        </p:nvSpPr>
        <p:spPr>
          <a:xfrm flipH="1">
            <a:off x="9911073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6-line638"/>
          <p:cNvSpPr/>
          <p:nvPr/>
        </p:nvSpPr>
        <p:spPr>
          <a:xfrm flipH="1">
            <a:off x="10017666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6-line639"/>
          <p:cNvSpPr/>
          <p:nvPr/>
        </p:nvSpPr>
        <p:spPr>
          <a:xfrm flipH="1">
            <a:off x="1011253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6-line640"/>
          <p:cNvSpPr/>
          <p:nvPr/>
        </p:nvSpPr>
        <p:spPr>
          <a:xfrm flipH="1">
            <a:off x="10113863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6-line641"/>
          <p:cNvSpPr/>
          <p:nvPr/>
        </p:nvSpPr>
        <p:spPr>
          <a:xfrm flipH="1">
            <a:off x="10263074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6-line642"/>
          <p:cNvSpPr/>
          <p:nvPr/>
        </p:nvSpPr>
        <p:spPr>
          <a:xfrm flipH="1">
            <a:off x="10317097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6-line643"/>
          <p:cNvSpPr/>
          <p:nvPr/>
        </p:nvSpPr>
        <p:spPr>
          <a:xfrm flipH="1">
            <a:off x="10356113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6-line644"/>
          <p:cNvSpPr/>
          <p:nvPr/>
        </p:nvSpPr>
        <p:spPr>
          <a:xfrm flipH="1">
            <a:off x="1037969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6-line645"/>
          <p:cNvSpPr/>
          <p:nvPr/>
        </p:nvSpPr>
        <p:spPr>
          <a:xfrm flipH="1">
            <a:off x="10294315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6-line646"/>
          <p:cNvSpPr/>
          <p:nvPr/>
        </p:nvSpPr>
        <p:spPr>
          <a:xfrm flipH="1" flipV="1">
            <a:off x="1037969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6-line647"/>
          <p:cNvSpPr/>
          <p:nvPr/>
        </p:nvSpPr>
        <p:spPr>
          <a:xfrm flipH="1" flipV="1">
            <a:off x="10356113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6-line648"/>
          <p:cNvSpPr/>
          <p:nvPr/>
        </p:nvSpPr>
        <p:spPr>
          <a:xfrm flipH="1" flipV="1">
            <a:off x="10317097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6-line649"/>
          <p:cNvSpPr/>
          <p:nvPr/>
        </p:nvSpPr>
        <p:spPr>
          <a:xfrm flipH="1" flipV="1">
            <a:off x="10263074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6-line650"/>
          <p:cNvSpPr/>
          <p:nvPr/>
        </p:nvSpPr>
        <p:spPr>
          <a:xfrm flipH="1" flipV="1">
            <a:off x="10113863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6-line651"/>
          <p:cNvSpPr/>
          <p:nvPr/>
        </p:nvSpPr>
        <p:spPr>
          <a:xfrm flipH="1" flipV="1">
            <a:off x="1011253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6-line652"/>
          <p:cNvSpPr/>
          <p:nvPr/>
        </p:nvSpPr>
        <p:spPr>
          <a:xfrm flipH="1" flipV="1">
            <a:off x="10017666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6-line653"/>
          <p:cNvSpPr/>
          <p:nvPr/>
        </p:nvSpPr>
        <p:spPr>
          <a:xfrm flipH="1" flipV="1">
            <a:off x="9911073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6-line654"/>
          <p:cNvSpPr/>
          <p:nvPr/>
        </p:nvSpPr>
        <p:spPr>
          <a:xfrm flipH="1" flipV="1">
            <a:off x="9793921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6-line655"/>
          <p:cNvSpPr/>
          <p:nvPr/>
        </p:nvSpPr>
        <p:spPr>
          <a:xfrm flipH="1" flipV="1">
            <a:off x="9620860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6-line656"/>
          <p:cNvSpPr/>
          <p:nvPr/>
        </p:nvSpPr>
        <p:spPr>
          <a:xfrm flipH="1" flipV="1">
            <a:off x="9533178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6-line657"/>
          <p:cNvSpPr/>
          <p:nvPr/>
        </p:nvSpPr>
        <p:spPr>
          <a:xfrm flipH="1" flipV="1">
            <a:off x="9392444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6-line658"/>
          <p:cNvSpPr/>
          <p:nvPr/>
        </p:nvSpPr>
        <p:spPr>
          <a:xfrm flipH="1" flipV="1">
            <a:off x="924683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6-line659"/>
          <p:cNvSpPr/>
          <p:nvPr/>
        </p:nvSpPr>
        <p:spPr>
          <a:xfrm flipH="1" flipV="1">
            <a:off x="9097944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6-line660"/>
          <p:cNvSpPr/>
          <p:nvPr/>
        </p:nvSpPr>
        <p:spPr>
          <a:xfrm flipV="1">
            <a:off x="8947404" y="434500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6-line661"/>
          <p:cNvSpPr/>
          <p:nvPr/>
        </p:nvSpPr>
        <p:spPr>
          <a:xfrm flipV="1">
            <a:off x="8788740" y="443038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6-line662"/>
          <p:cNvSpPr/>
          <p:nvPr/>
        </p:nvSpPr>
        <p:spPr>
          <a:xfrm flipV="1">
            <a:off x="8631814" y="440679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6-line663"/>
          <p:cNvSpPr/>
          <p:nvPr/>
        </p:nvSpPr>
        <p:spPr>
          <a:xfrm flipV="1">
            <a:off x="8478346" y="436778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6-line664"/>
          <p:cNvSpPr/>
          <p:nvPr/>
        </p:nvSpPr>
        <p:spPr>
          <a:xfrm flipV="1">
            <a:off x="8330017" y="431375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6-line665"/>
          <p:cNvSpPr/>
          <p:nvPr/>
        </p:nvSpPr>
        <p:spPr>
          <a:xfrm flipV="1">
            <a:off x="8188452" y="416454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6-line666"/>
          <p:cNvSpPr/>
          <p:nvPr/>
        </p:nvSpPr>
        <p:spPr>
          <a:xfrm flipV="1">
            <a:off x="8055202" y="416321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6-line667"/>
          <p:cNvSpPr/>
          <p:nvPr/>
        </p:nvSpPr>
        <p:spPr>
          <a:xfrm flipV="1">
            <a:off x="7931728" y="406835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6-line668"/>
          <p:cNvSpPr/>
          <p:nvPr/>
        </p:nvSpPr>
        <p:spPr>
          <a:xfrm flipV="1">
            <a:off x="7819381" y="396175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6-line669"/>
          <p:cNvSpPr/>
          <p:nvPr/>
        </p:nvSpPr>
        <p:spPr>
          <a:xfrm flipV="1">
            <a:off x="7719394" y="384460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6-line670"/>
          <p:cNvSpPr/>
          <p:nvPr/>
        </p:nvSpPr>
        <p:spPr>
          <a:xfrm flipV="1">
            <a:off x="7632861" y="367154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6-line671"/>
          <p:cNvSpPr/>
          <p:nvPr/>
        </p:nvSpPr>
        <p:spPr>
          <a:xfrm flipV="1">
            <a:off x="7560730" y="358386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6-line672"/>
          <p:cNvSpPr/>
          <p:nvPr/>
        </p:nvSpPr>
        <p:spPr>
          <a:xfrm flipV="1">
            <a:off x="7503792" y="344312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6-line673"/>
          <p:cNvSpPr/>
          <p:nvPr/>
        </p:nvSpPr>
        <p:spPr>
          <a:xfrm flipV="1">
            <a:off x="7462670" y="329751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6-line674"/>
          <p:cNvSpPr/>
          <p:nvPr/>
        </p:nvSpPr>
        <p:spPr>
          <a:xfrm flipV="1">
            <a:off x="7437815" y="314862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6-line675"/>
          <p:cNvSpPr/>
          <p:nvPr/>
        </p:nvSpPr>
        <p:spPr>
          <a:xfrm>
            <a:off x="7429500" y="299808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6-line676"/>
          <p:cNvSpPr/>
          <p:nvPr/>
        </p:nvSpPr>
        <p:spPr>
          <a:xfrm>
            <a:off x="7437815" y="283942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6-line677"/>
          <p:cNvSpPr/>
          <p:nvPr/>
        </p:nvSpPr>
        <p:spPr>
          <a:xfrm>
            <a:off x="7462670" y="268249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6-line678"/>
          <p:cNvSpPr/>
          <p:nvPr/>
        </p:nvSpPr>
        <p:spPr>
          <a:xfrm>
            <a:off x="7503792" y="252903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6-line679"/>
          <p:cNvSpPr/>
          <p:nvPr/>
        </p:nvSpPr>
        <p:spPr>
          <a:xfrm>
            <a:off x="7560730" y="238070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6-line680"/>
          <p:cNvSpPr/>
          <p:nvPr/>
        </p:nvSpPr>
        <p:spPr>
          <a:xfrm>
            <a:off x="7632861" y="223913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6-line681"/>
          <p:cNvSpPr/>
          <p:nvPr/>
        </p:nvSpPr>
        <p:spPr>
          <a:xfrm>
            <a:off x="7719394" y="210588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6-line682"/>
          <p:cNvSpPr/>
          <p:nvPr/>
        </p:nvSpPr>
        <p:spPr>
          <a:xfrm>
            <a:off x="7819381" y="198241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6-line683"/>
          <p:cNvSpPr/>
          <p:nvPr/>
        </p:nvSpPr>
        <p:spPr>
          <a:xfrm>
            <a:off x="7931728" y="187006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6-line684"/>
          <p:cNvSpPr/>
          <p:nvPr/>
        </p:nvSpPr>
        <p:spPr>
          <a:xfrm>
            <a:off x="8055202" y="177007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6-line685"/>
          <p:cNvSpPr/>
          <p:nvPr/>
        </p:nvSpPr>
        <p:spPr>
          <a:xfrm>
            <a:off x="8188452" y="168354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6-line686"/>
          <p:cNvSpPr/>
          <p:nvPr/>
        </p:nvSpPr>
        <p:spPr>
          <a:xfrm>
            <a:off x="8330017" y="161141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6-line687"/>
          <p:cNvSpPr/>
          <p:nvPr/>
        </p:nvSpPr>
        <p:spPr>
          <a:xfrm>
            <a:off x="8478346" y="155447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6-line688"/>
          <p:cNvSpPr/>
          <p:nvPr/>
        </p:nvSpPr>
        <p:spPr>
          <a:xfrm>
            <a:off x="8631814" y="151335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6-line689"/>
          <p:cNvSpPr/>
          <p:nvPr/>
        </p:nvSpPr>
        <p:spPr>
          <a:xfrm>
            <a:off x="8788740" y="148850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6-label690"/>
          <p:cNvSpPr txBox="1"/>
          <p:nvPr/>
        </p:nvSpPr>
        <p:spPr>
          <a:xfrm>
            <a:off x="928710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6" name="S06-label691"/>
          <p:cNvSpPr txBox="1"/>
          <p:nvPr/>
        </p:nvSpPr>
        <p:spPr>
          <a:xfrm>
            <a:off x="9736597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7" name="S06-label692"/>
          <p:cNvSpPr txBox="1"/>
          <p:nvPr/>
        </p:nvSpPr>
        <p:spPr>
          <a:xfrm>
            <a:off x="9901123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8" name="S06-label693"/>
          <p:cNvSpPr txBox="1"/>
          <p:nvPr/>
        </p:nvSpPr>
        <p:spPr>
          <a:xfrm>
            <a:off x="9736597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9" name="S06-label694"/>
          <p:cNvSpPr txBox="1"/>
          <p:nvPr/>
        </p:nvSpPr>
        <p:spPr>
          <a:xfrm>
            <a:off x="928710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50" name="S06-label695"/>
          <p:cNvSpPr txBox="1"/>
          <p:nvPr/>
        </p:nvSpPr>
        <p:spPr>
          <a:xfrm>
            <a:off x="8673084" y="40432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51" name="S06-label696"/>
          <p:cNvSpPr txBox="1"/>
          <p:nvPr/>
        </p:nvSpPr>
        <p:spPr>
          <a:xfrm>
            <a:off x="8059064" y="387872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2" name="S06-label697"/>
          <p:cNvSpPr txBox="1"/>
          <p:nvPr/>
        </p:nvSpPr>
        <p:spPr>
          <a:xfrm>
            <a:off x="7609571" y="342922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3" name="S06-label698"/>
          <p:cNvSpPr txBox="1"/>
          <p:nvPr/>
        </p:nvSpPr>
        <p:spPr>
          <a:xfrm>
            <a:off x="7445045" y="281520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4" name="S06-label699"/>
          <p:cNvSpPr txBox="1"/>
          <p:nvPr/>
        </p:nvSpPr>
        <p:spPr>
          <a:xfrm>
            <a:off x="7609571" y="22011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5" name="S06-label700"/>
          <p:cNvSpPr txBox="1"/>
          <p:nvPr/>
        </p:nvSpPr>
        <p:spPr>
          <a:xfrm>
            <a:off x="8059064" y="1751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6" name="S06-label701"/>
          <p:cNvSpPr txBox="1"/>
          <p:nvPr/>
        </p:nvSpPr>
        <p:spPr>
          <a:xfrm>
            <a:off x="8673084" y="158717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7" name="S06-line702"/>
          <p:cNvSpPr/>
          <p:nvPr/>
        </p:nvSpPr>
        <p:spPr>
          <a:xfrm flipH="1" flipV="1">
            <a:off x="8286739" y="2821064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6-line703"/>
          <p:cNvSpPr/>
          <p:nvPr/>
        </p:nvSpPr>
        <p:spPr>
          <a:xfrm>
            <a:off x="8947404" y="299808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6-pin704"/>
          <p:cNvSpPr/>
          <p:nvPr/>
        </p:nvSpPr>
        <p:spPr>
          <a:xfrm>
            <a:off x="8892540" y="294322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6-label705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보고 말해요</a:t>
            </a:r>
            <a:endParaRPr lang="ko-KR" sz="4000" dirty="0"/>
          </a:p>
        </p:txBody>
      </p:sp>
      <p:sp>
        <p:nvSpPr>
          <p:cNvPr id="3" name="S07-text7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시계를 보고 I ~ at ~. 문장으로 말해요.</a:t>
            </a:r>
            <a:endParaRPr lang="ko-KR" sz="2800" dirty="0"/>
          </a:p>
        </p:txBody>
      </p:sp>
      <p:sp>
        <p:nvSpPr>
          <p:cNvPr id="4" name="S07-chip707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7-word708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07-figure709" descr="시계: 6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7-line710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7-line711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712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713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714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715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7-line716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717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718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line719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720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7-line721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722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723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724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725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7-line726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727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728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729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730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7-line731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732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733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734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735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7-line736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737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line738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7-line739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7-line740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7-line741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7-line742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743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744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745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7-line746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747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748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749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750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7-line751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7-line752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7-line753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7-line754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7-line755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7-line756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7-line757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7-line758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759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760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7-line761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762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763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764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765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7-line766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line767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7-line768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7-line769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7-label770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07-label771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07-label772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07-label773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07-label774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07-label775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07-label776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07-label777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07-label778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07-label779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07-label780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07-label781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07-line782"/>
          <p:cNvSpPr/>
          <p:nvPr/>
        </p:nvSpPr>
        <p:spPr>
          <a:xfrm flipH="1">
            <a:off x="4735204" y="3017520"/>
            <a:ext cx="114545" cy="42748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7-line783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7-pin784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7-chip785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07-word786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</p:txBody>
      </p:sp>
      <p:sp>
        <p:nvSpPr>
          <p:cNvPr id="84" name="S07-figure787" descr="시계: 8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7-line788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7-line789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7-line790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7-line791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7-line792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7-line793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7-line794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7-line795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7-line796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7-line797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7-line798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7-line799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7-line800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7-line801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7-line802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7-line803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7-line804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7-line805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7-line806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7-line807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7-line808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7-line809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7-line810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7-line811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7-line812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7-line813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7-line814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7-line815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7-line816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7-line817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7-line818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7-line819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7-line820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7-line821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7-line822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7-line823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7-line824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7-line825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7-line826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7-line827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7-line828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7-line829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7-line830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7-line831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7-line832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7-line833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7-line834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7-line835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7-line836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7-line837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7-line838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7-line839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7-line840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7-line841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7-line842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7-line843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7-line844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7-line845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7-line846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7-line847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7-label848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07-label849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07-label850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07-label851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07-label852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07-label853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07-label854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07-label855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07-label856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07-label857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07-label858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07-label859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07-line860"/>
          <p:cNvSpPr/>
          <p:nvPr/>
        </p:nvSpPr>
        <p:spPr>
          <a:xfrm flipH="1">
            <a:off x="10195188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7-line861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7-pin862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07-chip86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07-word864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162" name="S07-figure865" descr="시계: 2시 30분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07-line866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07-line867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7-line868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07-line869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7-line870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7-line871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07-line872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7-line873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07-line874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7-line875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7-line876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07-line877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7-line878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07-line879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7-line880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7-line881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07-line882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7-line883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07-line884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7-line885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7-line886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07-line887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7-line888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07-line889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7-line890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7-line891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07-line892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7-line893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07-line894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7-line895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7-line896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07-line897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7-line898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07-line899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7-line900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7-line901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07-line902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7-line903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07-line904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7-line905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7-line906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07-line907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7-line908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07-line909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7-line910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7-line911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07-line912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7-line913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07-line914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7-line915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7-line916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07-line917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7-line918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07-line919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7-line920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7-line921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07-line922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7-line923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07-line924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07-line925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07-label926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07-label927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07-label928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07-label929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07-label930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07-label931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07-label932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07-label933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07-label934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07-label935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07-label936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07-label937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07-line938"/>
          <p:cNvSpPr/>
          <p:nvPr/>
        </p:nvSpPr>
        <p:spPr>
          <a:xfrm flipV="1">
            <a:off x="4849749" y="5097535"/>
            <a:ext cx="427489" cy="11454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07-line939"/>
          <p:cNvSpPr/>
          <p:nvPr/>
        </p:nvSpPr>
        <p:spPr>
          <a:xfrm>
            <a:off x="4849749" y="521208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07-pin940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07-chip941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07-word942"/>
          <p:cNvSpPr txBox="1"/>
          <p:nvPr/>
        </p:nvSpPr>
        <p:spPr>
          <a:xfrm>
            <a:off x="7072884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240" name="S07-figure943" descr="시계: 10시"/>
          <p:cNvSpPr/>
          <p:nvPr/>
        </p:nvSpPr>
        <p:spPr>
          <a:xfrm>
            <a:off x="9572625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41" name="S07-line944"/>
          <p:cNvSpPr/>
          <p:nvPr/>
        </p:nvSpPr>
        <p:spPr>
          <a:xfrm>
            <a:off x="10578465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2" name="S07-line945"/>
          <p:cNvSpPr/>
          <p:nvPr/>
        </p:nvSpPr>
        <p:spPr>
          <a:xfrm flipH="1">
            <a:off x="10674524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07-line946"/>
          <p:cNvSpPr/>
          <p:nvPr/>
        </p:nvSpPr>
        <p:spPr>
          <a:xfrm flipH="1">
            <a:off x="10769530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4" name="S07-line947"/>
          <p:cNvSpPr/>
          <p:nvPr/>
        </p:nvSpPr>
        <p:spPr>
          <a:xfrm flipH="1">
            <a:off x="10862443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07-line948"/>
          <p:cNvSpPr/>
          <p:nvPr/>
        </p:nvSpPr>
        <p:spPr>
          <a:xfrm flipH="1">
            <a:off x="10952245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07-line949"/>
          <p:cNvSpPr/>
          <p:nvPr/>
        </p:nvSpPr>
        <p:spPr>
          <a:xfrm flipH="1">
            <a:off x="1100777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7" name="S07-line950"/>
          <p:cNvSpPr/>
          <p:nvPr/>
        </p:nvSpPr>
        <p:spPr>
          <a:xfrm flipH="1">
            <a:off x="11118623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07-line951"/>
          <p:cNvSpPr/>
          <p:nvPr/>
        </p:nvSpPr>
        <p:spPr>
          <a:xfrm flipH="1">
            <a:off x="11193377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9" name="S07-line952"/>
          <p:cNvSpPr/>
          <p:nvPr/>
        </p:nvSpPr>
        <p:spPr>
          <a:xfrm flipH="1">
            <a:off x="1126139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07-line953"/>
          <p:cNvSpPr/>
          <p:nvPr/>
        </p:nvSpPr>
        <p:spPr>
          <a:xfrm flipH="1">
            <a:off x="11321929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07-line954"/>
          <p:cNvSpPr/>
          <p:nvPr/>
        </p:nvSpPr>
        <p:spPr>
          <a:xfrm flipH="1">
            <a:off x="11322053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2" name="S07-line955"/>
          <p:cNvSpPr/>
          <p:nvPr/>
        </p:nvSpPr>
        <p:spPr>
          <a:xfrm flipH="1">
            <a:off x="1141798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07-line956"/>
          <p:cNvSpPr/>
          <p:nvPr/>
        </p:nvSpPr>
        <p:spPr>
          <a:xfrm flipH="1">
            <a:off x="11452459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4" name="S07-line957"/>
          <p:cNvSpPr/>
          <p:nvPr/>
        </p:nvSpPr>
        <p:spPr>
          <a:xfrm flipH="1">
            <a:off x="1147735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07-line958"/>
          <p:cNvSpPr/>
          <p:nvPr/>
        </p:nvSpPr>
        <p:spPr>
          <a:xfrm flipH="1">
            <a:off x="11492403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07-line959"/>
          <p:cNvSpPr/>
          <p:nvPr/>
        </p:nvSpPr>
        <p:spPr>
          <a:xfrm flipH="1">
            <a:off x="11437087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7" name="S07-line960"/>
          <p:cNvSpPr/>
          <p:nvPr/>
        </p:nvSpPr>
        <p:spPr>
          <a:xfrm flipH="1" flipV="1">
            <a:off x="11492403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07-line961"/>
          <p:cNvSpPr/>
          <p:nvPr/>
        </p:nvSpPr>
        <p:spPr>
          <a:xfrm flipH="1" flipV="1">
            <a:off x="1147735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9" name="S07-line962"/>
          <p:cNvSpPr/>
          <p:nvPr/>
        </p:nvSpPr>
        <p:spPr>
          <a:xfrm flipH="1" flipV="1">
            <a:off x="11452459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07-line963"/>
          <p:cNvSpPr/>
          <p:nvPr/>
        </p:nvSpPr>
        <p:spPr>
          <a:xfrm flipH="1" flipV="1">
            <a:off x="1141798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07-line964"/>
          <p:cNvSpPr/>
          <p:nvPr/>
        </p:nvSpPr>
        <p:spPr>
          <a:xfrm flipH="1" flipV="1">
            <a:off x="11322053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2" name="S07-line965"/>
          <p:cNvSpPr/>
          <p:nvPr/>
        </p:nvSpPr>
        <p:spPr>
          <a:xfrm flipH="1" flipV="1">
            <a:off x="11321929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07-line966"/>
          <p:cNvSpPr/>
          <p:nvPr/>
        </p:nvSpPr>
        <p:spPr>
          <a:xfrm flipH="1" flipV="1">
            <a:off x="1126139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4" name="S07-line967"/>
          <p:cNvSpPr/>
          <p:nvPr/>
        </p:nvSpPr>
        <p:spPr>
          <a:xfrm flipH="1" flipV="1">
            <a:off x="11193377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07-line968"/>
          <p:cNvSpPr/>
          <p:nvPr/>
        </p:nvSpPr>
        <p:spPr>
          <a:xfrm flipH="1" flipV="1">
            <a:off x="11118623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07-line969"/>
          <p:cNvSpPr/>
          <p:nvPr/>
        </p:nvSpPr>
        <p:spPr>
          <a:xfrm flipH="1" flipV="1">
            <a:off x="1100777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7" name="S07-line970"/>
          <p:cNvSpPr/>
          <p:nvPr/>
        </p:nvSpPr>
        <p:spPr>
          <a:xfrm flipH="1" flipV="1">
            <a:off x="10952245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07-line971"/>
          <p:cNvSpPr/>
          <p:nvPr/>
        </p:nvSpPr>
        <p:spPr>
          <a:xfrm flipH="1" flipV="1">
            <a:off x="10862443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9" name="S07-line972"/>
          <p:cNvSpPr/>
          <p:nvPr/>
        </p:nvSpPr>
        <p:spPr>
          <a:xfrm flipH="1" flipV="1">
            <a:off x="10769530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07-line973"/>
          <p:cNvSpPr/>
          <p:nvPr/>
        </p:nvSpPr>
        <p:spPr>
          <a:xfrm flipH="1" flipV="1">
            <a:off x="10674524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07-line974"/>
          <p:cNvSpPr/>
          <p:nvPr/>
        </p:nvSpPr>
        <p:spPr>
          <a:xfrm flipV="1">
            <a:off x="10578465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2" name="S07-line975"/>
          <p:cNvSpPr/>
          <p:nvPr/>
        </p:nvSpPr>
        <p:spPr>
          <a:xfrm flipV="1">
            <a:off x="10477149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07-line976"/>
          <p:cNvSpPr/>
          <p:nvPr/>
        </p:nvSpPr>
        <p:spPr>
          <a:xfrm flipV="1">
            <a:off x="1037694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4" name="S07-line977"/>
          <p:cNvSpPr/>
          <p:nvPr/>
        </p:nvSpPr>
        <p:spPr>
          <a:xfrm flipV="1">
            <a:off x="1027894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07-line978"/>
          <p:cNvSpPr/>
          <p:nvPr/>
        </p:nvSpPr>
        <p:spPr>
          <a:xfrm flipV="1">
            <a:off x="10184230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07-line979"/>
          <p:cNvSpPr/>
          <p:nvPr/>
        </p:nvSpPr>
        <p:spPr>
          <a:xfrm flipV="1">
            <a:off x="10093833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7" name="S07-line980"/>
          <p:cNvSpPr/>
          <p:nvPr/>
        </p:nvSpPr>
        <p:spPr>
          <a:xfrm flipV="1">
            <a:off x="1000874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07-line981"/>
          <p:cNvSpPr/>
          <p:nvPr/>
        </p:nvSpPr>
        <p:spPr>
          <a:xfrm flipV="1">
            <a:off x="992990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9" name="S07-line982"/>
          <p:cNvSpPr/>
          <p:nvPr/>
        </p:nvSpPr>
        <p:spPr>
          <a:xfrm flipV="1">
            <a:off x="9858161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07-line983"/>
          <p:cNvSpPr/>
          <p:nvPr/>
        </p:nvSpPr>
        <p:spPr>
          <a:xfrm flipV="1">
            <a:off x="9794314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07-line984"/>
          <p:cNvSpPr/>
          <p:nvPr/>
        </p:nvSpPr>
        <p:spPr>
          <a:xfrm flipV="1">
            <a:off x="9739058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2" name="S07-line985"/>
          <p:cNvSpPr/>
          <p:nvPr/>
        </p:nvSpPr>
        <p:spPr>
          <a:xfrm flipV="1">
            <a:off x="9692998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07-line986"/>
          <p:cNvSpPr/>
          <p:nvPr/>
        </p:nvSpPr>
        <p:spPr>
          <a:xfrm flipV="1">
            <a:off x="9656640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4" name="S07-line987"/>
          <p:cNvSpPr/>
          <p:nvPr/>
        </p:nvSpPr>
        <p:spPr>
          <a:xfrm flipV="1">
            <a:off x="9630382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07-line988"/>
          <p:cNvSpPr/>
          <p:nvPr/>
        </p:nvSpPr>
        <p:spPr>
          <a:xfrm flipV="1">
            <a:off x="9614511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07-line989"/>
          <p:cNvSpPr/>
          <p:nvPr/>
        </p:nvSpPr>
        <p:spPr>
          <a:xfrm>
            <a:off x="960920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7" name="S07-line990"/>
          <p:cNvSpPr/>
          <p:nvPr/>
        </p:nvSpPr>
        <p:spPr>
          <a:xfrm>
            <a:off x="9614511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07-line991"/>
          <p:cNvSpPr/>
          <p:nvPr/>
        </p:nvSpPr>
        <p:spPr>
          <a:xfrm>
            <a:off x="9630382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9" name="S07-line992"/>
          <p:cNvSpPr/>
          <p:nvPr/>
        </p:nvSpPr>
        <p:spPr>
          <a:xfrm>
            <a:off x="9656640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07-line993"/>
          <p:cNvSpPr/>
          <p:nvPr/>
        </p:nvSpPr>
        <p:spPr>
          <a:xfrm>
            <a:off x="9692998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07-line994"/>
          <p:cNvSpPr/>
          <p:nvPr/>
        </p:nvSpPr>
        <p:spPr>
          <a:xfrm>
            <a:off x="9739058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2" name="S07-line995"/>
          <p:cNvSpPr/>
          <p:nvPr/>
        </p:nvSpPr>
        <p:spPr>
          <a:xfrm>
            <a:off x="9794314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07-line996"/>
          <p:cNvSpPr/>
          <p:nvPr/>
        </p:nvSpPr>
        <p:spPr>
          <a:xfrm>
            <a:off x="9858161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4" name="S07-line997"/>
          <p:cNvSpPr/>
          <p:nvPr/>
        </p:nvSpPr>
        <p:spPr>
          <a:xfrm>
            <a:off x="992990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07-line998"/>
          <p:cNvSpPr/>
          <p:nvPr/>
        </p:nvSpPr>
        <p:spPr>
          <a:xfrm>
            <a:off x="1000874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07-line999"/>
          <p:cNvSpPr/>
          <p:nvPr/>
        </p:nvSpPr>
        <p:spPr>
          <a:xfrm>
            <a:off x="10093833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7" name="S07-line1000"/>
          <p:cNvSpPr/>
          <p:nvPr/>
        </p:nvSpPr>
        <p:spPr>
          <a:xfrm>
            <a:off x="10184230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07-line1001"/>
          <p:cNvSpPr/>
          <p:nvPr/>
        </p:nvSpPr>
        <p:spPr>
          <a:xfrm>
            <a:off x="1027894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9" name="S07-line1002"/>
          <p:cNvSpPr/>
          <p:nvPr/>
        </p:nvSpPr>
        <p:spPr>
          <a:xfrm>
            <a:off x="1037694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0" name="S07-line1003"/>
          <p:cNvSpPr/>
          <p:nvPr/>
        </p:nvSpPr>
        <p:spPr>
          <a:xfrm>
            <a:off x="10477149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1" name="S07-label1004"/>
          <p:cNvSpPr txBox="1"/>
          <p:nvPr/>
        </p:nvSpPr>
        <p:spPr>
          <a:xfrm>
            <a:off x="1070145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02" name="S07-label1005"/>
          <p:cNvSpPr txBox="1"/>
          <p:nvPr/>
        </p:nvSpPr>
        <p:spPr>
          <a:xfrm>
            <a:off x="10992301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03" name="S07-label1006"/>
          <p:cNvSpPr txBox="1"/>
          <p:nvPr/>
        </p:nvSpPr>
        <p:spPr>
          <a:xfrm>
            <a:off x="11098759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304" name="S07-label1007"/>
          <p:cNvSpPr txBox="1"/>
          <p:nvPr/>
        </p:nvSpPr>
        <p:spPr>
          <a:xfrm>
            <a:off x="10992301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305" name="S07-label1008"/>
          <p:cNvSpPr txBox="1"/>
          <p:nvPr/>
        </p:nvSpPr>
        <p:spPr>
          <a:xfrm>
            <a:off x="1070145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306" name="S07-label1009"/>
          <p:cNvSpPr txBox="1"/>
          <p:nvPr/>
        </p:nvSpPr>
        <p:spPr>
          <a:xfrm>
            <a:off x="10304145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307" name="S07-label1010"/>
          <p:cNvSpPr txBox="1"/>
          <p:nvPr/>
        </p:nvSpPr>
        <p:spPr>
          <a:xfrm>
            <a:off x="9906838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308" name="S07-label1011"/>
          <p:cNvSpPr txBox="1"/>
          <p:nvPr/>
        </p:nvSpPr>
        <p:spPr>
          <a:xfrm>
            <a:off x="9615989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309" name="S07-label1012"/>
          <p:cNvSpPr txBox="1"/>
          <p:nvPr/>
        </p:nvSpPr>
        <p:spPr>
          <a:xfrm>
            <a:off x="9509531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310" name="S07-label1013"/>
          <p:cNvSpPr txBox="1"/>
          <p:nvPr/>
        </p:nvSpPr>
        <p:spPr>
          <a:xfrm>
            <a:off x="9615989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11" name="S07-label1014"/>
          <p:cNvSpPr txBox="1"/>
          <p:nvPr/>
        </p:nvSpPr>
        <p:spPr>
          <a:xfrm>
            <a:off x="9906838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312" name="S07-label1015"/>
          <p:cNvSpPr txBox="1"/>
          <p:nvPr/>
        </p:nvSpPr>
        <p:spPr>
          <a:xfrm>
            <a:off x="10304145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313" name="S07-line1016"/>
          <p:cNvSpPr/>
          <p:nvPr/>
        </p:nvSpPr>
        <p:spPr>
          <a:xfrm flipH="1" flipV="1">
            <a:off x="10195188" y="4990795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4" name="S07-line1017"/>
          <p:cNvSpPr/>
          <p:nvPr/>
        </p:nvSpPr>
        <p:spPr>
          <a:xfrm flipV="1">
            <a:off x="10578465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5" name="S07-pin1018"/>
          <p:cNvSpPr/>
          <p:nvPr/>
        </p:nvSpPr>
        <p:spPr>
          <a:xfrm>
            <a:off x="10523601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바를까요?</a:t>
            </a:r>
            <a:endParaRPr lang="ko-KR" sz="4000" dirty="0"/>
          </a:p>
        </p:txBody>
      </p:sp>
      <p:sp>
        <p:nvSpPr>
          <p:cNvPr id="3" name="S08-card101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02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30분에 학교에 간다고 두 친구가 말했어요.</a:t>
            </a:r>
            <a:endParaRPr lang="ko-KR" sz="2800" dirty="0"/>
          </a:p>
        </p:txBody>
      </p:sp>
      <p:sp>
        <p:nvSpPr>
          <p:cNvPr id="5" name="S08-card10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0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쪽일까요? 무엇이 다른가요?</a:t>
            </a:r>
            <a:endParaRPr lang="ko-KR" sz="2800" dirty="0"/>
          </a:p>
        </p:txBody>
      </p:sp>
      <p:sp>
        <p:nvSpPr>
          <p:cNvPr id="7" name="S08-chip102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1024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eight thirty.</a:t>
            </a:r>
            <a:endParaRPr lang="ko-KR" sz="3200" dirty="0"/>
          </a:p>
        </p:txBody>
      </p:sp>
      <p:sp>
        <p:nvSpPr>
          <p:cNvPr id="9" name="S08-chip10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1026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 thirty.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바르게 써요</a:t>
            </a:r>
            <a:endParaRPr lang="ko-KR" sz="4000" dirty="0"/>
          </a:p>
        </p:txBody>
      </p:sp>
      <p:sp>
        <p:nvSpPr>
          <p:cNvPr id="3" name="S09-word1027"/>
          <p:cNvSpPr txBox="1"/>
          <p:nvPr/>
        </p:nvSpPr>
        <p:spPr>
          <a:xfrm>
            <a:off x="6920911" y="2903220"/>
            <a:ext cx="4719401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</p:txBody>
      </p:sp>
      <p:sp>
        <p:nvSpPr>
          <p:cNvPr id="4" name="S09-stepno102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9-text1029"/>
          <p:cNvSpPr txBox="1"/>
          <p:nvPr/>
        </p:nvSpPr>
        <p:spPr>
          <a:xfrm>
            <a:off x="1325880" y="24277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언제나 대문자로 써요.</a:t>
            </a:r>
            <a:endParaRPr lang="ko-KR" sz="2800" dirty="0"/>
          </a:p>
        </p:txBody>
      </p:sp>
      <p:sp>
        <p:nvSpPr>
          <p:cNvPr id="6" name="S09-stepno103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7" name="S09-text1031"/>
          <p:cNvSpPr txBox="1"/>
          <p:nvPr/>
        </p:nvSpPr>
        <p:spPr>
          <a:xfrm>
            <a:off x="1325880" y="314096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일과 낱말을 써요.</a:t>
            </a:r>
            <a:endParaRPr lang="ko-KR" sz="2800" dirty="0"/>
          </a:p>
        </p:txBody>
      </p:sp>
      <p:sp>
        <p:nvSpPr>
          <p:cNvPr id="8" name="S09-stepno103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9" name="S09-text1033"/>
          <p:cNvSpPr txBox="1"/>
          <p:nvPr/>
        </p:nvSpPr>
        <p:spPr>
          <a:xfrm>
            <a:off x="1325880" y="38541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다음에 시각을 낱말로 써요.</a:t>
            </a:r>
            <a:endParaRPr lang="ko-KR" sz="2800" dirty="0"/>
          </a:p>
        </p:txBody>
      </p:sp>
      <p:sp>
        <p:nvSpPr>
          <p:cNvPr id="10" name="S09-stepno103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1" name="S09-text1035"/>
          <p:cNvSpPr txBox="1"/>
          <p:nvPr/>
        </p:nvSpPr>
        <p:spPr>
          <a:xfrm>
            <a:off x="1325880" y="4567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마침표(.)를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하루를 말해요</a:t>
            </a:r>
            <a:endParaRPr lang="ko-KR" sz="4000" dirty="0"/>
          </a:p>
        </p:txBody>
      </p:sp>
      <p:sp>
        <p:nvSpPr>
          <p:cNvPr id="3" name="S10-text10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나의 시각을 넣어 말해요.</a:t>
            </a:r>
            <a:endParaRPr lang="ko-KR" sz="2800" dirty="0"/>
          </a:p>
        </p:txBody>
      </p:sp>
      <p:sp>
        <p:nvSpPr>
          <p:cNvPr id="4" name="S10-card10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정각이나 30분으로 말해요. 예: seven, seven thirty</a:t>
            </a:r>
            <a:endParaRPr lang="ko-KR" sz="2800" dirty="0"/>
          </a:p>
        </p:txBody>
      </p:sp>
      <p:sp>
        <p:nvSpPr>
          <p:cNvPr id="6" name="S10-chip10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104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______.</a:t>
            </a:r>
            <a:endParaRPr lang="ko-KR" sz="2800" dirty="0"/>
          </a:p>
        </p:txBody>
      </p:sp>
      <p:sp>
        <p:nvSpPr>
          <p:cNvPr id="8" name="S10-chip104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104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______.</a:t>
            </a:r>
            <a:endParaRPr lang="ko-KR" sz="2800" dirty="0"/>
          </a:p>
        </p:txBody>
      </p:sp>
      <p:sp>
        <p:nvSpPr>
          <p:cNvPr id="10" name="S10-chip104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104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bed at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0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시계를 보고 말하고, ④는 말하고 써요.</a:t>
            </a:r>
            <a:endParaRPr lang="ko-KR" sz="2800" dirty="0"/>
          </a:p>
        </p:txBody>
      </p:sp>
      <p:sp>
        <p:nvSpPr>
          <p:cNvPr id="4" name="S11-chip104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word1047"/>
          <p:cNvSpPr txBox="1"/>
          <p:nvPr/>
        </p:nvSpPr>
        <p:spPr>
          <a:xfrm>
            <a:off x="1344168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11-figure1048" descr="시계: 7시 30분"/>
          <p:cNvSpPr/>
          <p:nvPr/>
        </p:nvSpPr>
        <p:spPr>
          <a:xfrm>
            <a:off x="3843909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1-line1049"/>
          <p:cNvSpPr/>
          <p:nvPr/>
        </p:nvSpPr>
        <p:spPr>
          <a:xfrm>
            <a:off x="4849749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1-line1050"/>
          <p:cNvSpPr/>
          <p:nvPr/>
        </p:nvSpPr>
        <p:spPr>
          <a:xfrm flipH="1">
            <a:off x="4945808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1-line1051"/>
          <p:cNvSpPr/>
          <p:nvPr/>
        </p:nvSpPr>
        <p:spPr>
          <a:xfrm flipH="1">
            <a:off x="504081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1-line1052"/>
          <p:cNvSpPr/>
          <p:nvPr/>
        </p:nvSpPr>
        <p:spPr>
          <a:xfrm flipH="1">
            <a:off x="5133727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1-line1053"/>
          <p:cNvSpPr/>
          <p:nvPr/>
        </p:nvSpPr>
        <p:spPr>
          <a:xfrm flipH="1">
            <a:off x="5223529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1-line1054"/>
          <p:cNvSpPr/>
          <p:nvPr/>
        </p:nvSpPr>
        <p:spPr>
          <a:xfrm flipH="1">
            <a:off x="5279060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1-line1055"/>
          <p:cNvSpPr/>
          <p:nvPr/>
        </p:nvSpPr>
        <p:spPr>
          <a:xfrm flipH="1">
            <a:off x="5389907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1-line1056"/>
          <p:cNvSpPr/>
          <p:nvPr/>
        </p:nvSpPr>
        <p:spPr>
          <a:xfrm flipH="1">
            <a:off x="546466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1-line1057"/>
          <p:cNvSpPr/>
          <p:nvPr/>
        </p:nvSpPr>
        <p:spPr>
          <a:xfrm flipH="1">
            <a:off x="5532678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1-line1058"/>
          <p:cNvSpPr/>
          <p:nvPr/>
        </p:nvSpPr>
        <p:spPr>
          <a:xfrm flipH="1">
            <a:off x="5593213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1-line1059"/>
          <p:cNvSpPr/>
          <p:nvPr/>
        </p:nvSpPr>
        <p:spPr>
          <a:xfrm flipH="1">
            <a:off x="5593337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1-line1060"/>
          <p:cNvSpPr/>
          <p:nvPr/>
        </p:nvSpPr>
        <p:spPr>
          <a:xfrm flipH="1">
            <a:off x="568927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1-line1061"/>
          <p:cNvSpPr/>
          <p:nvPr/>
        </p:nvSpPr>
        <p:spPr>
          <a:xfrm flipH="1">
            <a:off x="572374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1-line1062"/>
          <p:cNvSpPr/>
          <p:nvPr/>
        </p:nvSpPr>
        <p:spPr>
          <a:xfrm flipH="1">
            <a:off x="5748639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1-line1063"/>
          <p:cNvSpPr/>
          <p:nvPr/>
        </p:nvSpPr>
        <p:spPr>
          <a:xfrm flipH="1">
            <a:off x="5763687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1-line1064"/>
          <p:cNvSpPr/>
          <p:nvPr/>
        </p:nvSpPr>
        <p:spPr>
          <a:xfrm flipH="1">
            <a:off x="570837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1-line1065"/>
          <p:cNvSpPr/>
          <p:nvPr/>
        </p:nvSpPr>
        <p:spPr>
          <a:xfrm flipH="1" flipV="1">
            <a:off x="5763687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1-line1066"/>
          <p:cNvSpPr/>
          <p:nvPr/>
        </p:nvSpPr>
        <p:spPr>
          <a:xfrm flipH="1" flipV="1">
            <a:off x="5748639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1-line1067"/>
          <p:cNvSpPr/>
          <p:nvPr/>
        </p:nvSpPr>
        <p:spPr>
          <a:xfrm flipH="1" flipV="1">
            <a:off x="572374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1-line1068"/>
          <p:cNvSpPr/>
          <p:nvPr/>
        </p:nvSpPr>
        <p:spPr>
          <a:xfrm flipH="1" flipV="1">
            <a:off x="568927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1-line1069"/>
          <p:cNvSpPr/>
          <p:nvPr/>
        </p:nvSpPr>
        <p:spPr>
          <a:xfrm flipH="1" flipV="1">
            <a:off x="5593337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1-line1070"/>
          <p:cNvSpPr/>
          <p:nvPr/>
        </p:nvSpPr>
        <p:spPr>
          <a:xfrm flipH="1" flipV="1">
            <a:off x="5593213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1-line1071"/>
          <p:cNvSpPr/>
          <p:nvPr/>
        </p:nvSpPr>
        <p:spPr>
          <a:xfrm flipH="1" flipV="1">
            <a:off x="5532678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1-line1072"/>
          <p:cNvSpPr/>
          <p:nvPr/>
        </p:nvSpPr>
        <p:spPr>
          <a:xfrm flipH="1" flipV="1">
            <a:off x="546466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1-line1073"/>
          <p:cNvSpPr/>
          <p:nvPr/>
        </p:nvSpPr>
        <p:spPr>
          <a:xfrm flipH="1" flipV="1">
            <a:off x="5389907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1-line1074"/>
          <p:cNvSpPr/>
          <p:nvPr/>
        </p:nvSpPr>
        <p:spPr>
          <a:xfrm flipH="1" flipV="1">
            <a:off x="5279060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1-line1075"/>
          <p:cNvSpPr/>
          <p:nvPr/>
        </p:nvSpPr>
        <p:spPr>
          <a:xfrm flipH="1" flipV="1">
            <a:off x="5223529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1-line1076"/>
          <p:cNvSpPr/>
          <p:nvPr/>
        </p:nvSpPr>
        <p:spPr>
          <a:xfrm flipH="1" flipV="1">
            <a:off x="5133727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1-line1077"/>
          <p:cNvSpPr/>
          <p:nvPr/>
        </p:nvSpPr>
        <p:spPr>
          <a:xfrm flipH="1" flipV="1">
            <a:off x="504081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1-line1078"/>
          <p:cNvSpPr/>
          <p:nvPr/>
        </p:nvSpPr>
        <p:spPr>
          <a:xfrm flipH="1" flipV="1">
            <a:off x="4945808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1-line1079"/>
          <p:cNvSpPr/>
          <p:nvPr/>
        </p:nvSpPr>
        <p:spPr>
          <a:xfrm flipV="1">
            <a:off x="4849749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1-line1080"/>
          <p:cNvSpPr/>
          <p:nvPr/>
        </p:nvSpPr>
        <p:spPr>
          <a:xfrm flipV="1">
            <a:off x="4748433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1-line1081"/>
          <p:cNvSpPr/>
          <p:nvPr/>
        </p:nvSpPr>
        <p:spPr>
          <a:xfrm flipV="1">
            <a:off x="4648228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1-line1082"/>
          <p:cNvSpPr/>
          <p:nvPr/>
        </p:nvSpPr>
        <p:spPr>
          <a:xfrm flipV="1">
            <a:off x="4550230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1-line1083"/>
          <p:cNvSpPr/>
          <p:nvPr/>
        </p:nvSpPr>
        <p:spPr>
          <a:xfrm flipV="1">
            <a:off x="4455514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1-line1084"/>
          <p:cNvSpPr/>
          <p:nvPr/>
        </p:nvSpPr>
        <p:spPr>
          <a:xfrm flipV="1">
            <a:off x="4365117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1-line1085"/>
          <p:cNvSpPr/>
          <p:nvPr/>
        </p:nvSpPr>
        <p:spPr>
          <a:xfrm flipV="1">
            <a:off x="4280030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1-line1086"/>
          <p:cNvSpPr/>
          <p:nvPr/>
        </p:nvSpPr>
        <p:spPr>
          <a:xfrm flipV="1">
            <a:off x="4201185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1-line1087"/>
          <p:cNvSpPr/>
          <p:nvPr/>
        </p:nvSpPr>
        <p:spPr>
          <a:xfrm flipV="1">
            <a:off x="4129445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1-line1088"/>
          <p:cNvSpPr/>
          <p:nvPr/>
        </p:nvSpPr>
        <p:spPr>
          <a:xfrm flipV="1">
            <a:off x="4065598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1-line1089"/>
          <p:cNvSpPr/>
          <p:nvPr/>
        </p:nvSpPr>
        <p:spPr>
          <a:xfrm flipV="1">
            <a:off x="4010342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1-line1090"/>
          <p:cNvSpPr/>
          <p:nvPr/>
        </p:nvSpPr>
        <p:spPr>
          <a:xfrm flipV="1">
            <a:off x="3964282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1-line1091"/>
          <p:cNvSpPr/>
          <p:nvPr/>
        </p:nvSpPr>
        <p:spPr>
          <a:xfrm flipV="1">
            <a:off x="3927924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1-line1092"/>
          <p:cNvSpPr/>
          <p:nvPr/>
        </p:nvSpPr>
        <p:spPr>
          <a:xfrm flipV="1">
            <a:off x="3901666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1-line1093"/>
          <p:cNvSpPr/>
          <p:nvPr/>
        </p:nvSpPr>
        <p:spPr>
          <a:xfrm flipV="1">
            <a:off x="3885795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1-line1094"/>
          <p:cNvSpPr/>
          <p:nvPr/>
        </p:nvSpPr>
        <p:spPr>
          <a:xfrm>
            <a:off x="3880485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1-line1095"/>
          <p:cNvSpPr/>
          <p:nvPr/>
        </p:nvSpPr>
        <p:spPr>
          <a:xfrm>
            <a:off x="3885795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1-line1096"/>
          <p:cNvSpPr/>
          <p:nvPr/>
        </p:nvSpPr>
        <p:spPr>
          <a:xfrm>
            <a:off x="3901666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1-line1097"/>
          <p:cNvSpPr/>
          <p:nvPr/>
        </p:nvSpPr>
        <p:spPr>
          <a:xfrm>
            <a:off x="3927924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1-line1098"/>
          <p:cNvSpPr/>
          <p:nvPr/>
        </p:nvSpPr>
        <p:spPr>
          <a:xfrm>
            <a:off x="3964282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1-line1099"/>
          <p:cNvSpPr/>
          <p:nvPr/>
        </p:nvSpPr>
        <p:spPr>
          <a:xfrm>
            <a:off x="4010342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1-line1100"/>
          <p:cNvSpPr/>
          <p:nvPr/>
        </p:nvSpPr>
        <p:spPr>
          <a:xfrm>
            <a:off x="4065598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1-line1101"/>
          <p:cNvSpPr/>
          <p:nvPr/>
        </p:nvSpPr>
        <p:spPr>
          <a:xfrm>
            <a:off x="4129445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1-line1102"/>
          <p:cNvSpPr/>
          <p:nvPr/>
        </p:nvSpPr>
        <p:spPr>
          <a:xfrm>
            <a:off x="4201185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1-line1103"/>
          <p:cNvSpPr/>
          <p:nvPr/>
        </p:nvSpPr>
        <p:spPr>
          <a:xfrm>
            <a:off x="4280030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1-line1104"/>
          <p:cNvSpPr/>
          <p:nvPr/>
        </p:nvSpPr>
        <p:spPr>
          <a:xfrm>
            <a:off x="4365117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1-line1105"/>
          <p:cNvSpPr/>
          <p:nvPr/>
        </p:nvSpPr>
        <p:spPr>
          <a:xfrm>
            <a:off x="4455514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1-line1106"/>
          <p:cNvSpPr/>
          <p:nvPr/>
        </p:nvSpPr>
        <p:spPr>
          <a:xfrm>
            <a:off x="4550230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1-line1107"/>
          <p:cNvSpPr/>
          <p:nvPr/>
        </p:nvSpPr>
        <p:spPr>
          <a:xfrm>
            <a:off x="4648228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1-line1108"/>
          <p:cNvSpPr/>
          <p:nvPr/>
        </p:nvSpPr>
        <p:spPr>
          <a:xfrm>
            <a:off x="4748433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1-label1109"/>
          <p:cNvSpPr txBox="1"/>
          <p:nvPr/>
        </p:nvSpPr>
        <p:spPr>
          <a:xfrm>
            <a:off x="4972736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11-label1110"/>
          <p:cNvSpPr txBox="1"/>
          <p:nvPr/>
        </p:nvSpPr>
        <p:spPr>
          <a:xfrm>
            <a:off x="5263585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11-label1111"/>
          <p:cNvSpPr txBox="1"/>
          <p:nvPr/>
        </p:nvSpPr>
        <p:spPr>
          <a:xfrm>
            <a:off x="5370043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11-label1112"/>
          <p:cNvSpPr txBox="1"/>
          <p:nvPr/>
        </p:nvSpPr>
        <p:spPr>
          <a:xfrm>
            <a:off x="5263585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11-label1113"/>
          <p:cNvSpPr txBox="1"/>
          <p:nvPr/>
        </p:nvSpPr>
        <p:spPr>
          <a:xfrm>
            <a:off x="4972736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11-label1114"/>
          <p:cNvSpPr txBox="1"/>
          <p:nvPr/>
        </p:nvSpPr>
        <p:spPr>
          <a:xfrm>
            <a:off x="4575429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11-label1115"/>
          <p:cNvSpPr txBox="1"/>
          <p:nvPr/>
        </p:nvSpPr>
        <p:spPr>
          <a:xfrm>
            <a:off x="417812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11-label1116"/>
          <p:cNvSpPr txBox="1"/>
          <p:nvPr/>
        </p:nvSpPr>
        <p:spPr>
          <a:xfrm>
            <a:off x="3887273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11-label1117"/>
          <p:cNvSpPr txBox="1"/>
          <p:nvPr/>
        </p:nvSpPr>
        <p:spPr>
          <a:xfrm>
            <a:off x="3780815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11-label1118"/>
          <p:cNvSpPr txBox="1"/>
          <p:nvPr/>
        </p:nvSpPr>
        <p:spPr>
          <a:xfrm>
            <a:off x="3887273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11-label1119"/>
          <p:cNvSpPr txBox="1"/>
          <p:nvPr/>
        </p:nvSpPr>
        <p:spPr>
          <a:xfrm>
            <a:off x="417812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11-label1120"/>
          <p:cNvSpPr txBox="1"/>
          <p:nvPr/>
        </p:nvSpPr>
        <p:spPr>
          <a:xfrm>
            <a:off x="4575429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11-line1121"/>
          <p:cNvSpPr/>
          <p:nvPr/>
        </p:nvSpPr>
        <p:spPr>
          <a:xfrm flipH="1">
            <a:off x="4536805" y="3017520"/>
            <a:ext cx="312944" cy="31294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1-line1122"/>
          <p:cNvSpPr/>
          <p:nvPr/>
        </p:nvSpPr>
        <p:spPr>
          <a:xfrm>
            <a:off x="4849749" y="301752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1-pin1123"/>
          <p:cNvSpPr/>
          <p:nvPr/>
        </p:nvSpPr>
        <p:spPr>
          <a:xfrm>
            <a:off x="4794885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1-chip1124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11-word1125"/>
          <p:cNvSpPr txBox="1"/>
          <p:nvPr/>
        </p:nvSpPr>
        <p:spPr>
          <a:xfrm>
            <a:off x="7072884" y="214884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home</a:t>
            </a:r>
            <a:endParaRPr lang="ko-KR" sz="3200" dirty="0"/>
          </a:p>
        </p:txBody>
      </p:sp>
      <p:sp>
        <p:nvSpPr>
          <p:cNvPr id="84" name="S11-figure1126" descr="시계: 4시"/>
          <p:cNvSpPr/>
          <p:nvPr/>
        </p:nvSpPr>
        <p:spPr>
          <a:xfrm>
            <a:off x="9572625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1-line1127"/>
          <p:cNvSpPr/>
          <p:nvPr/>
        </p:nvSpPr>
        <p:spPr>
          <a:xfrm>
            <a:off x="10578465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1-line1128"/>
          <p:cNvSpPr/>
          <p:nvPr/>
        </p:nvSpPr>
        <p:spPr>
          <a:xfrm flipH="1">
            <a:off x="10674524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1-line1129"/>
          <p:cNvSpPr/>
          <p:nvPr/>
        </p:nvSpPr>
        <p:spPr>
          <a:xfrm flipH="1">
            <a:off x="10769530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1-line1130"/>
          <p:cNvSpPr/>
          <p:nvPr/>
        </p:nvSpPr>
        <p:spPr>
          <a:xfrm flipH="1">
            <a:off x="10862443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1-line1131"/>
          <p:cNvSpPr/>
          <p:nvPr/>
        </p:nvSpPr>
        <p:spPr>
          <a:xfrm flipH="1">
            <a:off x="10952245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1-line1132"/>
          <p:cNvSpPr/>
          <p:nvPr/>
        </p:nvSpPr>
        <p:spPr>
          <a:xfrm flipH="1">
            <a:off x="1100777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1-line1133"/>
          <p:cNvSpPr/>
          <p:nvPr/>
        </p:nvSpPr>
        <p:spPr>
          <a:xfrm flipH="1">
            <a:off x="11118623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1-line1134"/>
          <p:cNvSpPr/>
          <p:nvPr/>
        </p:nvSpPr>
        <p:spPr>
          <a:xfrm flipH="1">
            <a:off x="11193377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1-line1135"/>
          <p:cNvSpPr/>
          <p:nvPr/>
        </p:nvSpPr>
        <p:spPr>
          <a:xfrm flipH="1">
            <a:off x="1126139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1-line1136"/>
          <p:cNvSpPr/>
          <p:nvPr/>
        </p:nvSpPr>
        <p:spPr>
          <a:xfrm flipH="1">
            <a:off x="11321929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1-line1137"/>
          <p:cNvSpPr/>
          <p:nvPr/>
        </p:nvSpPr>
        <p:spPr>
          <a:xfrm flipH="1">
            <a:off x="11322053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1-line1138"/>
          <p:cNvSpPr/>
          <p:nvPr/>
        </p:nvSpPr>
        <p:spPr>
          <a:xfrm flipH="1">
            <a:off x="1141798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1-line1139"/>
          <p:cNvSpPr/>
          <p:nvPr/>
        </p:nvSpPr>
        <p:spPr>
          <a:xfrm flipH="1">
            <a:off x="11452459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1-line1140"/>
          <p:cNvSpPr/>
          <p:nvPr/>
        </p:nvSpPr>
        <p:spPr>
          <a:xfrm flipH="1">
            <a:off x="1147735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1-line1141"/>
          <p:cNvSpPr/>
          <p:nvPr/>
        </p:nvSpPr>
        <p:spPr>
          <a:xfrm flipH="1">
            <a:off x="11492403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1-line1142"/>
          <p:cNvSpPr/>
          <p:nvPr/>
        </p:nvSpPr>
        <p:spPr>
          <a:xfrm flipH="1">
            <a:off x="11437087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1-line1143"/>
          <p:cNvSpPr/>
          <p:nvPr/>
        </p:nvSpPr>
        <p:spPr>
          <a:xfrm flipH="1" flipV="1">
            <a:off x="11492403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1-line1144"/>
          <p:cNvSpPr/>
          <p:nvPr/>
        </p:nvSpPr>
        <p:spPr>
          <a:xfrm flipH="1" flipV="1">
            <a:off x="1147735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1-line1145"/>
          <p:cNvSpPr/>
          <p:nvPr/>
        </p:nvSpPr>
        <p:spPr>
          <a:xfrm flipH="1" flipV="1">
            <a:off x="11452459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1-line1146"/>
          <p:cNvSpPr/>
          <p:nvPr/>
        </p:nvSpPr>
        <p:spPr>
          <a:xfrm flipH="1" flipV="1">
            <a:off x="1141798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1-line1147"/>
          <p:cNvSpPr/>
          <p:nvPr/>
        </p:nvSpPr>
        <p:spPr>
          <a:xfrm flipH="1" flipV="1">
            <a:off x="11322053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1-line1148"/>
          <p:cNvSpPr/>
          <p:nvPr/>
        </p:nvSpPr>
        <p:spPr>
          <a:xfrm flipH="1" flipV="1">
            <a:off x="11321929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1-line1149"/>
          <p:cNvSpPr/>
          <p:nvPr/>
        </p:nvSpPr>
        <p:spPr>
          <a:xfrm flipH="1" flipV="1">
            <a:off x="1126139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1-line1150"/>
          <p:cNvSpPr/>
          <p:nvPr/>
        </p:nvSpPr>
        <p:spPr>
          <a:xfrm flipH="1" flipV="1">
            <a:off x="11193377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1-line1151"/>
          <p:cNvSpPr/>
          <p:nvPr/>
        </p:nvSpPr>
        <p:spPr>
          <a:xfrm flipH="1" flipV="1">
            <a:off x="11118623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1-line1152"/>
          <p:cNvSpPr/>
          <p:nvPr/>
        </p:nvSpPr>
        <p:spPr>
          <a:xfrm flipH="1" flipV="1">
            <a:off x="1100777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1-line1153"/>
          <p:cNvSpPr/>
          <p:nvPr/>
        </p:nvSpPr>
        <p:spPr>
          <a:xfrm flipH="1" flipV="1">
            <a:off x="10952245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1-line1154"/>
          <p:cNvSpPr/>
          <p:nvPr/>
        </p:nvSpPr>
        <p:spPr>
          <a:xfrm flipH="1" flipV="1">
            <a:off x="10862443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1-line1155"/>
          <p:cNvSpPr/>
          <p:nvPr/>
        </p:nvSpPr>
        <p:spPr>
          <a:xfrm flipH="1" flipV="1">
            <a:off x="10769530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1-line1156"/>
          <p:cNvSpPr/>
          <p:nvPr/>
        </p:nvSpPr>
        <p:spPr>
          <a:xfrm flipH="1" flipV="1">
            <a:off x="10674524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1-line1157"/>
          <p:cNvSpPr/>
          <p:nvPr/>
        </p:nvSpPr>
        <p:spPr>
          <a:xfrm flipV="1">
            <a:off x="10578465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1-line1158"/>
          <p:cNvSpPr/>
          <p:nvPr/>
        </p:nvSpPr>
        <p:spPr>
          <a:xfrm flipV="1">
            <a:off x="10477149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1-line1159"/>
          <p:cNvSpPr/>
          <p:nvPr/>
        </p:nvSpPr>
        <p:spPr>
          <a:xfrm flipV="1">
            <a:off x="10376944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1-line1160"/>
          <p:cNvSpPr/>
          <p:nvPr/>
        </p:nvSpPr>
        <p:spPr>
          <a:xfrm flipV="1">
            <a:off x="1027894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1-line1161"/>
          <p:cNvSpPr/>
          <p:nvPr/>
        </p:nvSpPr>
        <p:spPr>
          <a:xfrm flipV="1">
            <a:off x="10184230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1-line1162"/>
          <p:cNvSpPr/>
          <p:nvPr/>
        </p:nvSpPr>
        <p:spPr>
          <a:xfrm flipV="1">
            <a:off x="10093833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1-line1163"/>
          <p:cNvSpPr/>
          <p:nvPr/>
        </p:nvSpPr>
        <p:spPr>
          <a:xfrm flipV="1">
            <a:off x="1000874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1-line1164"/>
          <p:cNvSpPr/>
          <p:nvPr/>
        </p:nvSpPr>
        <p:spPr>
          <a:xfrm flipV="1">
            <a:off x="9929901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1-line1165"/>
          <p:cNvSpPr/>
          <p:nvPr/>
        </p:nvSpPr>
        <p:spPr>
          <a:xfrm flipV="1">
            <a:off x="9858161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1-line1166"/>
          <p:cNvSpPr/>
          <p:nvPr/>
        </p:nvSpPr>
        <p:spPr>
          <a:xfrm flipV="1">
            <a:off x="9794314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1-line1167"/>
          <p:cNvSpPr/>
          <p:nvPr/>
        </p:nvSpPr>
        <p:spPr>
          <a:xfrm flipV="1">
            <a:off x="9739058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1-line1168"/>
          <p:cNvSpPr/>
          <p:nvPr/>
        </p:nvSpPr>
        <p:spPr>
          <a:xfrm flipV="1">
            <a:off x="9692998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1-line1169"/>
          <p:cNvSpPr/>
          <p:nvPr/>
        </p:nvSpPr>
        <p:spPr>
          <a:xfrm flipV="1">
            <a:off x="9656640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1-line1170"/>
          <p:cNvSpPr/>
          <p:nvPr/>
        </p:nvSpPr>
        <p:spPr>
          <a:xfrm flipV="1">
            <a:off x="9630382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1-line1171"/>
          <p:cNvSpPr/>
          <p:nvPr/>
        </p:nvSpPr>
        <p:spPr>
          <a:xfrm flipV="1">
            <a:off x="9614511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1-line1172"/>
          <p:cNvSpPr/>
          <p:nvPr/>
        </p:nvSpPr>
        <p:spPr>
          <a:xfrm>
            <a:off x="9609201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1-line1173"/>
          <p:cNvSpPr/>
          <p:nvPr/>
        </p:nvSpPr>
        <p:spPr>
          <a:xfrm>
            <a:off x="9614511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1-line1174"/>
          <p:cNvSpPr/>
          <p:nvPr/>
        </p:nvSpPr>
        <p:spPr>
          <a:xfrm>
            <a:off x="9630382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1-line1175"/>
          <p:cNvSpPr/>
          <p:nvPr/>
        </p:nvSpPr>
        <p:spPr>
          <a:xfrm>
            <a:off x="9656640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1-line1176"/>
          <p:cNvSpPr/>
          <p:nvPr/>
        </p:nvSpPr>
        <p:spPr>
          <a:xfrm>
            <a:off x="9692998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1-line1177"/>
          <p:cNvSpPr/>
          <p:nvPr/>
        </p:nvSpPr>
        <p:spPr>
          <a:xfrm>
            <a:off x="9739058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1-line1178"/>
          <p:cNvSpPr/>
          <p:nvPr/>
        </p:nvSpPr>
        <p:spPr>
          <a:xfrm>
            <a:off x="9794314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1-line1179"/>
          <p:cNvSpPr/>
          <p:nvPr/>
        </p:nvSpPr>
        <p:spPr>
          <a:xfrm>
            <a:off x="9858161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1-line1180"/>
          <p:cNvSpPr/>
          <p:nvPr/>
        </p:nvSpPr>
        <p:spPr>
          <a:xfrm>
            <a:off x="9929901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1-line1181"/>
          <p:cNvSpPr/>
          <p:nvPr/>
        </p:nvSpPr>
        <p:spPr>
          <a:xfrm>
            <a:off x="1000874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1-line1182"/>
          <p:cNvSpPr/>
          <p:nvPr/>
        </p:nvSpPr>
        <p:spPr>
          <a:xfrm>
            <a:off x="10093833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1-line1183"/>
          <p:cNvSpPr/>
          <p:nvPr/>
        </p:nvSpPr>
        <p:spPr>
          <a:xfrm>
            <a:off x="10184230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1-line1184"/>
          <p:cNvSpPr/>
          <p:nvPr/>
        </p:nvSpPr>
        <p:spPr>
          <a:xfrm>
            <a:off x="1027894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1-line1185"/>
          <p:cNvSpPr/>
          <p:nvPr/>
        </p:nvSpPr>
        <p:spPr>
          <a:xfrm>
            <a:off x="10376944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1-line1186"/>
          <p:cNvSpPr/>
          <p:nvPr/>
        </p:nvSpPr>
        <p:spPr>
          <a:xfrm>
            <a:off x="10477149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1-label1187"/>
          <p:cNvSpPr txBox="1"/>
          <p:nvPr/>
        </p:nvSpPr>
        <p:spPr>
          <a:xfrm>
            <a:off x="10701452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11-label1188"/>
          <p:cNvSpPr txBox="1"/>
          <p:nvPr/>
        </p:nvSpPr>
        <p:spPr>
          <a:xfrm>
            <a:off x="10992301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11-label1189"/>
          <p:cNvSpPr txBox="1"/>
          <p:nvPr/>
        </p:nvSpPr>
        <p:spPr>
          <a:xfrm>
            <a:off x="11098759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11-label1190"/>
          <p:cNvSpPr txBox="1"/>
          <p:nvPr/>
        </p:nvSpPr>
        <p:spPr>
          <a:xfrm>
            <a:off x="10992301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11-label1191"/>
          <p:cNvSpPr txBox="1"/>
          <p:nvPr/>
        </p:nvSpPr>
        <p:spPr>
          <a:xfrm>
            <a:off x="10701452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11-label1192"/>
          <p:cNvSpPr txBox="1"/>
          <p:nvPr/>
        </p:nvSpPr>
        <p:spPr>
          <a:xfrm>
            <a:off x="10304145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11-label1193"/>
          <p:cNvSpPr txBox="1"/>
          <p:nvPr/>
        </p:nvSpPr>
        <p:spPr>
          <a:xfrm>
            <a:off x="9906838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11-label1194"/>
          <p:cNvSpPr txBox="1"/>
          <p:nvPr/>
        </p:nvSpPr>
        <p:spPr>
          <a:xfrm>
            <a:off x="9615989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11-label1195"/>
          <p:cNvSpPr txBox="1"/>
          <p:nvPr/>
        </p:nvSpPr>
        <p:spPr>
          <a:xfrm>
            <a:off x="9509531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11-label1196"/>
          <p:cNvSpPr txBox="1"/>
          <p:nvPr/>
        </p:nvSpPr>
        <p:spPr>
          <a:xfrm>
            <a:off x="9615989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11-label1197"/>
          <p:cNvSpPr txBox="1"/>
          <p:nvPr/>
        </p:nvSpPr>
        <p:spPr>
          <a:xfrm>
            <a:off x="9906838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11-label1198"/>
          <p:cNvSpPr txBox="1"/>
          <p:nvPr/>
        </p:nvSpPr>
        <p:spPr>
          <a:xfrm>
            <a:off x="10304145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11-line1199"/>
          <p:cNvSpPr/>
          <p:nvPr/>
        </p:nvSpPr>
        <p:spPr>
          <a:xfrm>
            <a:off x="10578465" y="3017520"/>
            <a:ext cx="383277" cy="2212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1-line1200"/>
          <p:cNvSpPr/>
          <p:nvPr/>
        </p:nvSpPr>
        <p:spPr>
          <a:xfrm flipV="1">
            <a:off x="10578465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1-pin1201"/>
          <p:cNvSpPr/>
          <p:nvPr/>
        </p:nvSpPr>
        <p:spPr>
          <a:xfrm>
            <a:off x="10523601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1-chip1202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61" name="S11-word1203"/>
          <p:cNvSpPr txBox="1"/>
          <p:nvPr/>
        </p:nvSpPr>
        <p:spPr>
          <a:xfrm>
            <a:off x="1344168" y="4343400"/>
            <a:ext cx="212369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bed</a:t>
            </a:r>
            <a:endParaRPr lang="ko-KR" sz="3200" dirty="0"/>
          </a:p>
        </p:txBody>
      </p:sp>
      <p:sp>
        <p:nvSpPr>
          <p:cNvPr id="162" name="S11-figure1204" descr="시계: 9시"/>
          <p:cNvSpPr/>
          <p:nvPr/>
        </p:nvSpPr>
        <p:spPr>
          <a:xfrm>
            <a:off x="3843909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3" name="S11-line1205"/>
          <p:cNvSpPr/>
          <p:nvPr/>
        </p:nvSpPr>
        <p:spPr>
          <a:xfrm>
            <a:off x="4849749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4" name="S11-line1206"/>
          <p:cNvSpPr/>
          <p:nvPr/>
        </p:nvSpPr>
        <p:spPr>
          <a:xfrm flipH="1">
            <a:off x="4945808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1-line1207"/>
          <p:cNvSpPr/>
          <p:nvPr/>
        </p:nvSpPr>
        <p:spPr>
          <a:xfrm flipH="1">
            <a:off x="5040814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1-line1208"/>
          <p:cNvSpPr/>
          <p:nvPr/>
        </p:nvSpPr>
        <p:spPr>
          <a:xfrm flipH="1">
            <a:off x="5133727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1-line1209"/>
          <p:cNvSpPr/>
          <p:nvPr/>
        </p:nvSpPr>
        <p:spPr>
          <a:xfrm flipH="1">
            <a:off x="5223529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1-line1210"/>
          <p:cNvSpPr/>
          <p:nvPr/>
        </p:nvSpPr>
        <p:spPr>
          <a:xfrm flipH="1">
            <a:off x="5279060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9" name="S11-line1211"/>
          <p:cNvSpPr/>
          <p:nvPr/>
        </p:nvSpPr>
        <p:spPr>
          <a:xfrm flipH="1">
            <a:off x="5389907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1-line1212"/>
          <p:cNvSpPr/>
          <p:nvPr/>
        </p:nvSpPr>
        <p:spPr>
          <a:xfrm flipH="1">
            <a:off x="5464661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1-line1213"/>
          <p:cNvSpPr/>
          <p:nvPr/>
        </p:nvSpPr>
        <p:spPr>
          <a:xfrm flipH="1">
            <a:off x="5532678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1-line1214"/>
          <p:cNvSpPr/>
          <p:nvPr/>
        </p:nvSpPr>
        <p:spPr>
          <a:xfrm flipH="1">
            <a:off x="5593213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1-line1215"/>
          <p:cNvSpPr/>
          <p:nvPr/>
        </p:nvSpPr>
        <p:spPr>
          <a:xfrm flipH="1">
            <a:off x="5593337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4" name="S11-line1216"/>
          <p:cNvSpPr/>
          <p:nvPr/>
        </p:nvSpPr>
        <p:spPr>
          <a:xfrm flipH="1">
            <a:off x="568927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1-line1217"/>
          <p:cNvSpPr/>
          <p:nvPr/>
        </p:nvSpPr>
        <p:spPr>
          <a:xfrm flipH="1">
            <a:off x="572374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1-line1218"/>
          <p:cNvSpPr/>
          <p:nvPr/>
        </p:nvSpPr>
        <p:spPr>
          <a:xfrm flipH="1">
            <a:off x="5748639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1-line1219"/>
          <p:cNvSpPr/>
          <p:nvPr/>
        </p:nvSpPr>
        <p:spPr>
          <a:xfrm flipH="1">
            <a:off x="5763687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1-line1220"/>
          <p:cNvSpPr/>
          <p:nvPr/>
        </p:nvSpPr>
        <p:spPr>
          <a:xfrm flipH="1">
            <a:off x="5708371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9" name="S11-line1221"/>
          <p:cNvSpPr/>
          <p:nvPr/>
        </p:nvSpPr>
        <p:spPr>
          <a:xfrm flipH="1" flipV="1">
            <a:off x="5763687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1-line1222"/>
          <p:cNvSpPr/>
          <p:nvPr/>
        </p:nvSpPr>
        <p:spPr>
          <a:xfrm flipH="1" flipV="1">
            <a:off x="5748639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1-line1223"/>
          <p:cNvSpPr/>
          <p:nvPr/>
        </p:nvSpPr>
        <p:spPr>
          <a:xfrm flipH="1" flipV="1">
            <a:off x="572374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1-line1224"/>
          <p:cNvSpPr/>
          <p:nvPr/>
        </p:nvSpPr>
        <p:spPr>
          <a:xfrm flipH="1" flipV="1">
            <a:off x="568927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1-line1225"/>
          <p:cNvSpPr/>
          <p:nvPr/>
        </p:nvSpPr>
        <p:spPr>
          <a:xfrm flipH="1" flipV="1">
            <a:off x="5593337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4" name="S11-line1226"/>
          <p:cNvSpPr/>
          <p:nvPr/>
        </p:nvSpPr>
        <p:spPr>
          <a:xfrm flipH="1" flipV="1">
            <a:off x="5593213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1-line1227"/>
          <p:cNvSpPr/>
          <p:nvPr/>
        </p:nvSpPr>
        <p:spPr>
          <a:xfrm flipH="1" flipV="1">
            <a:off x="5532678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1-line1228"/>
          <p:cNvSpPr/>
          <p:nvPr/>
        </p:nvSpPr>
        <p:spPr>
          <a:xfrm flipH="1" flipV="1">
            <a:off x="5464661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1-line1229"/>
          <p:cNvSpPr/>
          <p:nvPr/>
        </p:nvSpPr>
        <p:spPr>
          <a:xfrm flipH="1" flipV="1">
            <a:off x="5389907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1-line1230"/>
          <p:cNvSpPr/>
          <p:nvPr/>
        </p:nvSpPr>
        <p:spPr>
          <a:xfrm flipH="1" flipV="1">
            <a:off x="5279060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9" name="S11-line1231"/>
          <p:cNvSpPr/>
          <p:nvPr/>
        </p:nvSpPr>
        <p:spPr>
          <a:xfrm flipH="1" flipV="1">
            <a:off x="5223529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1-line1232"/>
          <p:cNvSpPr/>
          <p:nvPr/>
        </p:nvSpPr>
        <p:spPr>
          <a:xfrm flipH="1" flipV="1">
            <a:off x="5133727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1-line1233"/>
          <p:cNvSpPr/>
          <p:nvPr/>
        </p:nvSpPr>
        <p:spPr>
          <a:xfrm flipH="1" flipV="1">
            <a:off x="5040814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1-line1234"/>
          <p:cNvSpPr/>
          <p:nvPr/>
        </p:nvSpPr>
        <p:spPr>
          <a:xfrm flipH="1" flipV="1">
            <a:off x="4945808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1-line1235"/>
          <p:cNvSpPr/>
          <p:nvPr/>
        </p:nvSpPr>
        <p:spPr>
          <a:xfrm flipV="1">
            <a:off x="4849749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4" name="S11-line1236"/>
          <p:cNvSpPr/>
          <p:nvPr/>
        </p:nvSpPr>
        <p:spPr>
          <a:xfrm flipV="1">
            <a:off x="4748433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1-line1237"/>
          <p:cNvSpPr/>
          <p:nvPr/>
        </p:nvSpPr>
        <p:spPr>
          <a:xfrm flipV="1">
            <a:off x="4648228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1-line1238"/>
          <p:cNvSpPr/>
          <p:nvPr/>
        </p:nvSpPr>
        <p:spPr>
          <a:xfrm flipV="1">
            <a:off x="4550230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11-line1239"/>
          <p:cNvSpPr/>
          <p:nvPr/>
        </p:nvSpPr>
        <p:spPr>
          <a:xfrm flipV="1">
            <a:off x="4455514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1-line1240"/>
          <p:cNvSpPr/>
          <p:nvPr/>
        </p:nvSpPr>
        <p:spPr>
          <a:xfrm flipV="1">
            <a:off x="4365117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9" name="S11-line1241"/>
          <p:cNvSpPr/>
          <p:nvPr/>
        </p:nvSpPr>
        <p:spPr>
          <a:xfrm flipV="1">
            <a:off x="4280030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1-line1242"/>
          <p:cNvSpPr/>
          <p:nvPr/>
        </p:nvSpPr>
        <p:spPr>
          <a:xfrm flipV="1">
            <a:off x="4201185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1-line1243"/>
          <p:cNvSpPr/>
          <p:nvPr/>
        </p:nvSpPr>
        <p:spPr>
          <a:xfrm flipV="1">
            <a:off x="4129445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11-line1244"/>
          <p:cNvSpPr/>
          <p:nvPr/>
        </p:nvSpPr>
        <p:spPr>
          <a:xfrm flipV="1">
            <a:off x="4065598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1-line1245"/>
          <p:cNvSpPr/>
          <p:nvPr/>
        </p:nvSpPr>
        <p:spPr>
          <a:xfrm flipV="1">
            <a:off x="4010342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4" name="S11-line1246"/>
          <p:cNvSpPr/>
          <p:nvPr/>
        </p:nvSpPr>
        <p:spPr>
          <a:xfrm flipV="1">
            <a:off x="3964282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1-line1247"/>
          <p:cNvSpPr/>
          <p:nvPr/>
        </p:nvSpPr>
        <p:spPr>
          <a:xfrm flipV="1">
            <a:off x="3927924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1-line1248"/>
          <p:cNvSpPr/>
          <p:nvPr/>
        </p:nvSpPr>
        <p:spPr>
          <a:xfrm flipV="1">
            <a:off x="3901666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11-line1249"/>
          <p:cNvSpPr/>
          <p:nvPr/>
        </p:nvSpPr>
        <p:spPr>
          <a:xfrm flipV="1">
            <a:off x="3885795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1-line1250"/>
          <p:cNvSpPr/>
          <p:nvPr/>
        </p:nvSpPr>
        <p:spPr>
          <a:xfrm>
            <a:off x="3880485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9" name="S11-line1251"/>
          <p:cNvSpPr/>
          <p:nvPr/>
        </p:nvSpPr>
        <p:spPr>
          <a:xfrm>
            <a:off x="3885795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1-line1252"/>
          <p:cNvSpPr/>
          <p:nvPr/>
        </p:nvSpPr>
        <p:spPr>
          <a:xfrm>
            <a:off x="3901666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1-line1253"/>
          <p:cNvSpPr/>
          <p:nvPr/>
        </p:nvSpPr>
        <p:spPr>
          <a:xfrm>
            <a:off x="3927924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11-line1254"/>
          <p:cNvSpPr/>
          <p:nvPr/>
        </p:nvSpPr>
        <p:spPr>
          <a:xfrm>
            <a:off x="3964282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1-line1255"/>
          <p:cNvSpPr/>
          <p:nvPr/>
        </p:nvSpPr>
        <p:spPr>
          <a:xfrm>
            <a:off x="4010342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4" name="S11-line1256"/>
          <p:cNvSpPr/>
          <p:nvPr/>
        </p:nvSpPr>
        <p:spPr>
          <a:xfrm>
            <a:off x="4065598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1-line1257"/>
          <p:cNvSpPr/>
          <p:nvPr/>
        </p:nvSpPr>
        <p:spPr>
          <a:xfrm>
            <a:off x="4129445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1-line1258"/>
          <p:cNvSpPr/>
          <p:nvPr/>
        </p:nvSpPr>
        <p:spPr>
          <a:xfrm>
            <a:off x="4201185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11-line1259"/>
          <p:cNvSpPr/>
          <p:nvPr/>
        </p:nvSpPr>
        <p:spPr>
          <a:xfrm>
            <a:off x="4280030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1-line1260"/>
          <p:cNvSpPr/>
          <p:nvPr/>
        </p:nvSpPr>
        <p:spPr>
          <a:xfrm>
            <a:off x="4365117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9" name="S11-line1261"/>
          <p:cNvSpPr/>
          <p:nvPr/>
        </p:nvSpPr>
        <p:spPr>
          <a:xfrm>
            <a:off x="4455514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1-line1262"/>
          <p:cNvSpPr/>
          <p:nvPr/>
        </p:nvSpPr>
        <p:spPr>
          <a:xfrm>
            <a:off x="4550230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1-line1263"/>
          <p:cNvSpPr/>
          <p:nvPr/>
        </p:nvSpPr>
        <p:spPr>
          <a:xfrm>
            <a:off x="4648228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2" name="S11-line1264"/>
          <p:cNvSpPr/>
          <p:nvPr/>
        </p:nvSpPr>
        <p:spPr>
          <a:xfrm>
            <a:off x="4748433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3" name="S11-label1265"/>
          <p:cNvSpPr txBox="1"/>
          <p:nvPr/>
        </p:nvSpPr>
        <p:spPr>
          <a:xfrm>
            <a:off x="4972736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24" name="S11-label1266"/>
          <p:cNvSpPr txBox="1"/>
          <p:nvPr/>
        </p:nvSpPr>
        <p:spPr>
          <a:xfrm>
            <a:off x="5263585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225" name="S11-label1267"/>
          <p:cNvSpPr txBox="1"/>
          <p:nvPr/>
        </p:nvSpPr>
        <p:spPr>
          <a:xfrm>
            <a:off x="5370043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226" name="S11-label1268"/>
          <p:cNvSpPr txBox="1"/>
          <p:nvPr/>
        </p:nvSpPr>
        <p:spPr>
          <a:xfrm>
            <a:off x="5263585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227" name="S11-label1269"/>
          <p:cNvSpPr txBox="1"/>
          <p:nvPr/>
        </p:nvSpPr>
        <p:spPr>
          <a:xfrm>
            <a:off x="4972736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28" name="S11-label1270"/>
          <p:cNvSpPr txBox="1"/>
          <p:nvPr/>
        </p:nvSpPr>
        <p:spPr>
          <a:xfrm>
            <a:off x="4575429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9" name="S11-label1271"/>
          <p:cNvSpPr txBox="1"/>
          <p:nvPr/>
        </p:nvSpPr>
        <p:spPr>
          <a:xfrm>
            <a:off x="4178122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0" name="S11-label1272"/>
          <p:cNvSpPr txBox="1"/>
          <p:nvPr/>
        </p:nvSpPr>
        <p:spPr>
          <a:xfrm>
            <a:off x="3887273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1" name="S11-label1273"/>
          <p:cNvSpPr txBox="1"/>
          <p:nvPr/>
        </p:nvSpPr>
        <p:spPr>
          <a:xfrm>
            <a:off x="3780815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32" name="S11-label1274"/>
          <p:cNvSpPr txBox="1"/>
          <p:nvPr/>
        </p:nvSpPr>
        <p:spPr>
          <a:xfrm>
            <a:off x="3887273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33" name="S11-label1275"/>
          <p:cNvSpPr txBox="1"/>
          <p:nvPr/>
        </p:nvSpPr>
        <p:spPr>
          <a:xfrm>
            <a:off x="4178122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234" name="S11-label1276"/>
          <p:cNvSpPr txBox="1"/>
          <p:nvPr/>
        </p:nvSpPr>
        <p:spPr>
          <a:xfrm>
            <a:off x="4575429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235" name="S11-line1277"/>
          <p:cNvSpPr/>
          <p:nvPr/>
        </p:nvSpPr>
        <p:spPr>
          <a:xfrm flipH="1">
            <a:off x="4407179" y="5212080"/>
            <a:ext cx="442570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6" name="S11-line1278"/>
          <p:cNvSpPr/>
          <p:nvPr/>
        </p:nvSpPr>
        <p:spPr>
          <a:xfrm flipV="1">
            <a:off x="4849749" y="456834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7" name="S11-pin1279"/>
          <p:cNvSpPr/>
          <p:nvPr/>
        </p:nvSpPr>
        <p:spPr>
          <a:xfrm>
            <a:off x="4794885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8" name="S11-chip128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239" name="S11-text128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학교에 가는 시각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문장에 맞는 시계를 골라요</a:t>
            </a:r>
            <a:endParaRPr lang="ko-KR" sz="4000" dirty="0"/>
          </a:p>
        </p:txBody>
      </p:sp>
      <p:sp>
        <p:nvSpPr>
          <p:cNvPr id="3" name="S13-card1282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83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 thirty.에 맞는 시계는? 어떻게 알았나요?</a:t>
            </a:r>
            <a:endParaRPr lang="ko-KR" sz="2800" dirty="0"/>
          </a:p>
        </p:txBody>
      </p:sp>
      <p:sp>
        <p:nvSpPr>
          <p:cNvPr id="5" name="S13-chip1284"/>
          <p:cNvSpPr txBox="1"/>
          <p:nvPr/>
        </p:nvSpPr>
        <p:spPr>
          <a:xfrm>
            <a:off x="548640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figure1285" descr="시계: 8시"/>
          <p:cNvSpPr/>
          <p:nvPr/>
        </p:nvSpPr>
        <p:spPr>
          <a:xfrm>
            <a:off x="2829814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13-line1286"/>
          <p:cNvSpPr/>
          <p:nvPr/>
        </p:nvSpPr>
        <p:spPr>
          <a:xfrm>
            <a:off x="3627882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13-line1287"/>
          <p:cNvSpPr/>
          <p:nvPr/>
        </p:nvSpPr>
        <p:spPr>
          <a:xfrm flipH="1">
            <a:off x="3703309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1288"/>
          <p:cNvSpPr/>
          <p:nvPr/>
        </p:nvSpPr>
        <p:spPr>
          <a:xfrm flipH="1">
            <a:off x="377790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1289"/>
          <p:cNvSpPr/>
          <p:nvPr/>
        </p:nvSpPr>
        <p:spPr>
          <a:xfrm flipH="1">
            <a:off x="3850865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1290"/>
          <p:cNvSpPr/>
          <p:nvPr/>
        </p:nvSpPr>
        <p:spPr>
          <a:xfrm flipH="1">
            <a:off x="3921379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1291"/>
          <p:cNvSpPr/>
          <p:nvPr/>
        </p:nvSpPr>
        <p:spPr>
          <a:xfrm flipH="1">
            <a:off x="3964734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13-line1292"/>
          <p:cNvSpPr/>
          <p:nvPr/>
        </p:nvSpPr>
        <p:spPr>
          <a:xfrm flipH="1">
            <a:off x="4052021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1293"/>
          <p:cNvSpPr/>
          <p:nvPr/>
        </p:nvSpPr>
        <p:spPr>
          <a:xfrm flipH="1">
            <a:off x="4110719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1294"/>
          <p:cNvSpPr/>
          <p:nvPr/>
        </p:nvSpPr>
        <p:spPr>
          <a:xfrm flipH="1">
            <a:off x="4164127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line1295"/>
          <p:cNvSpPr/>
          <p:nvPr/>
        </p:nvSpPr>
        <p:spPr>
          <a:xfrm flipH="1">
            <a:off x="4211659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3-line1296"/>
          <p:cNvSpPr/>
          <p:nvPr/>
        </p:nvSpPr>
        <p:spPr>
          <a:xfrm flipH="1">
            <a:off x="42113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13-line1297"/>
          <p:cNvSpPr/>
          <p:nvPr/>
        </p:nvSpPr>
        <p:spPr>
          <a:xfrm flipH="1">
            <a:off x="4287086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1298"/>
          <p:cNvSpPr/>
          <p:nvPr/>
        </p:nvSpPr>
        <p:spPr>
          <a:xfrm flipH="1">
            <a:off x="4314154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1299"/>
          <p:cNvSpPr/>
          <p:nvPr/>
        </p:nvSpPr>
        <p:spPr>
          <a:xfrm flipH="1">
            <a:off x="4333702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1300"/>
          <p:cNvSpPr/>
          <p:nvPr/>
        </p:nvSpPr>
        <p:spPr>
          <a:xfrm flipH="1">
            <a:off x="434551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1301"/>
          <p:cNvSpPr/>
          <p:nvPr/>
        </p:nvSpPr>
        <p:spPr>
          <a:xfrm flipH="1">
            <a:off x="4301587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13-line1302"/>
          <p:cNvSpPr/>
          <p:nvPr/>
        </p:nvSpPr>
        <p:spPr>
          <a:xfrm flipH="1" flipV="1">
            <a:off x="434551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1303"/>
          <p:cNvSpPr/>
          <p:nvPr/>
        </p:nvSpPr>
        <p:spPr>
          <a:xfrm flipH="1" flipV="1">
            <a:off x="4333702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1304"/>
          <p:cNvSpPr/>
          <p:nvPr/>
        </p:nvSpPr>
        <p:spPr>
          <a:xfrm flipH="1" flipV="1">
            <a:off x="4314154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line1305"/>
          <p:cNvSpPr/>
          <p:nvPr/>
        </p:nvSpPr>
        <p:spPr>
          <a:xfrm flipH="1" flipV="1">
            <a:off x="4287086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3-line1306"/>
          <p:cNvSpPr/>
          <p:nvPr/>
        </p:nvSpPr>
        <p:spPr>
          <a:xfrm flipH="1" flipV="1">
            <a:off x="42113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13-line1307"/>
          <p:cNvSpPr/>
          <p:nvPr/>
        </p:nvSpPr>
        <p:spPr>
          <a:xfrm flipH="1" flipV="1">
            <a:off x="4211659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1308"/>
          <p:cNvSpPr/>
          <p:nvPr/>
        </p:nvSpPr>
        <p:spPr>
          <a:xfrm flipH="1" flipV="1">
            <a:off x="4164127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1309"/>
          <p:cNvSpPr/>
          <p:nvPr/>
        </p:nvSpPr>
        <p:spPr>
          <a:xfrm flipH="1" flipV="1">
            <a:off x="4110719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1310"/>
          <p:cNvSpPr/>
          <p:nvPr/>
        </p:nvSpPr>
        <p:spPr>
          <a:xfrm flipH="1" flipV="1">
            <a:off x="4052021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1311"/>
          <p:cNvSpPr/>
          <p:nvPr/>
        </p:nvSpPr>
        <p:spPr>
          <a:xfrm flipH="1" flipV="1">
            <a:off x="3964734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13-line1312"/>
          <p:cNvSpPr/>
          <p:nvPr/>
        </p:nvSpPr>
        <p:spPr>
          <a:xfrm flipH="1" flipV="1">
            <a:off x="3921379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1313"/>
          <p:cNvSpPr/>
          <p:nvPr/>
        </p:nvSpPr>
        <p:spPr>
          <a:xfrm flipH="1" flipV="1">
            <a:off x="3850865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1314"/>
          <p:cNvSpPr/>
          <p:nvPr/>
        </p:nvSpPr>
        <p:spPr>
          <a:xfrm flipH="1" flipV="1">
            <a:off x="377790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line1315"/>
          <p:cNvSpPr/>
          <p:nvPr/>
        </p:nvSpPr>
        <p:spPr>
          <a:xfrm flipH="1" flipV="1">
            <a:off x="3703309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3-line1316"/>
          <p:cNvSpPr/>
          <p:nvPr/>
        </p:nvSpPr>
        <p:spPr>
          <a:xfrm flipV="1">
            <a:off x="3627882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13-line1317"/>
          <p:cNvSpPr/>
          <p:nvPr/>
        </p:nvSpPr>
        <p:spPr>
          <a:xfrm flipV="1">
            <a:off x="3548284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1318"/>
          <p:cNvSpPr/>
          <p:nvPr/>
        </p:nvSpPr>
        <p:spPr>
          <a:xfrm flipV="1">
            <a:off x="3469559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1319"/>
          <p:cNvSpPr/>
          <p:nvPr/>
        </p:nvSpPr>
        <p:spPr>
          <a:xfrm flipV="1">
            <a:off x="3392568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1320"/>
          <p:cNvSpPr/>
          <p:nvPr/>
        </p:nvSpPr>
        <p:spPr>
          <a:xfrm flipV="1">
            <a:off x="331815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1321"/>
          <p:cNvSpPr/>
          <p:nvPr/>
        </p:nvSpPr>
        <p:spPr>
          <a:xfrm flipV="1">
            <a:off x="3247136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3-line1322"/>
          <p:cNvSpPr/>
          <p:nvPr/>
        </p:nvSpPr>
        <p:spPr>
          <a:xfrm flipV="1">
            <a:off x="3180288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1323"/>
          <p:cNvSpPr/>
          <p:nvPr/>
        </p:nvSpPr>
        <p:spPr>
          <a:xfrm flipV="1">
            <a:off x="3118344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1324"/>
          <p:cNvSpPr/>
          <p:nvPr/>
        </p:nvSpPr>
        <p:spPr>
          <a:xfrm flipV="1">
            <a:off x="306198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line1325"/>
          <p:cNvSpPr/>
          <p:nvPr/>
        </p:nvSpPr>
        <p:spPr>
          <a:xfrm flipV="1">
            <a:off x="3011822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3-line1326"/>
          <p:cNvSpPr/>
          <p:nvPr/>
        </p:nvSpPr>
        <p:spPr>
          <a:xfrm flipV="1">
            <a:off x="2968411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13-line1327"/>
          <p:cNvSpPr/>
          <p:nvPr/>
        </p:nvSpPr>
        <p:spPr>
          <a:xfrm flipV="1">
            <a:off x="2932224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3-line1328"/>
          <p:cNvSpPr/>
          <p:nvPr/>
        </p:nvSpPr>
        <p:spPr>
          <a:xfrm flipV="1">
            <a:off x="290366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3-line1329"/>
          <p:cNvSpPr/>
          <p:nvPr/>
        </p:nvSpPr>
        <p:spPr>
          <a:xfrm flipV="1">
            <a:off x="2883030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3-line1330"/>
          <p:cNvSpPr/>
          <p:nvPr/>
        </p:nvSpPr>
        <p:spPr>
          <a:xfrm flipV="1">
            <a:off x="2870562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3-line1331"/>
          <p:cNvSpPr/>
          <p:nvPr/>
        </p:nvSpPr>
        <p:spPr>
          <a:xfrm>
            <a:off x="2866390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13-line1332"/>
          <p:cNvSpPr/>
          <p:nvPr/>
        </p:nvSpPr>
        <p:spPr>
          <a:xfrm>
            <a:off x="2870562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1333"/>
          <p:cNvSpPr/>
          <p:nvPr/>
        </p:nvSpPr>
        <p:spPr>
          <a:xfrm>
            <a:off x="2883030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1334"/>
          <p:cNvSpPr/>
          <p:nvPr/>
        </p:nvSpPr>
        <p:spPr>
          <a:xfrm>
            <a:off x="290366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1335"/>
          <p:cNvSpPr/>
          <p:nvPr/>
        </p:nvSpPr>
        <p:spPr>
          <a:xfrm>
            <a:off x="2932224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1336"/>
          <p:cNvSpPr/>
          <p:nvPr/>
        </p:nvSpPr>
        <p:spPr>
          <a:xfrm>
            <a:off x="2968411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13-line1337"/>
          <p:cNvSpPr/>
          <p:nvPr/>
        </p:nvSpPr>
        <p:spPr>
          <a:xfrm>
            <a:off x="3011822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1338"/>
          <p:cNvSpPr/>
          <p:nvPr/>
        </p:nvSpPr>
        <p:spPr>
          <a:xfrm>
            <a:off x="306198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1339"/>
          <p:cNvSpPr/>
          <p:nvPr/>
        </p:nvSpPr>
        <p:spPr>
          <a:xfrm>
            <a:off x="3118344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line1340"/>
          <p:cNvSpPr/>
          <p:nvPr/>
        </p:nvSpPr>
        <p:spPr>
          <a:xfrm>
            <a:off x="3180288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3-line1341"/>
          <p:cNvSpPr/>
          <p:nvPr/>
        </p:nvSpPr>
        <p:spPr>
          <a:xfrm>
            <a:off x="3247136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13-line1342"/>
          <p:cNvSpPr/>
          <p:nvPr/>
        </p:nvSpPr>
        <p:spPr>
          <a:xfrm>
            <a:off x="331815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1343"/>
          <p:cNvSpPr/>
          <p:nvPr/>
        </p:nvSpPr>
        <p:spPr>
          <a:xfrm>
            <a:off x="3392568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1344"/>
          <p:cNvSpPr/>
          <p:nvPr/>
        </p:nvSpPr>
        <p:spPr>
          <a:xfrm>
            <a:off x="3469559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1345"/>
          <p:cNvSpPr/>
          <p:nvPr/>
        </p:nvSpPr>
        <p:spPr>
          <a:xfrm>
            <a:off x="3548284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abel1346"/>
          <p:cNvSpPr txBox="1"/>
          <p:nvPr/>
        </p:nvSpPr>
        <p:spPr>
          <a:xfrm>
            <a:off x="3668799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68" name="S13-label1347"/>
          <p:cNvSpPr txBox="1"/>
          <p:nvPr/>
        </p:nvSpPr>
        <p:spPr>
          <a:xfrm>
            <a:off x="3899568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69" name="S13-label1348"/>
          <p:cNvSpPr txBox="1"/>
          <p:nvPr/>
        </p:nvSpPr>
        <p:spPr>
          <a:xfrm>
            <a:off x="3984036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70" name="S13-label1349"/>
          <p:cNvSpPr txBox="1"/>
          <p:nvPr/>
        </p:nvSpPr>
        <p:spPr>
          <a:xfrm>
            <a:off x="3899568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71" name="S13-label1350"/>
          <p:cNvSpPr txBox="1"/>
          <p:nvPr/>
        </p:nvSpPr>
        <p:spPr>
          <a:xfrm>
            <a:off x="3668799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72" name="S13-label1351"/>
          <p:cNvSpPr txBox="1"/>
          <p:nvPr/>
        </p:nvSpPr>
        <p:spPr>
          <a:xfrm>
            <a:off x="3353562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73" name="S13-label1352"/>
          <p:cNvSpPr txBox="1"/>
          <p:nvPr/>
        </p:nvSpPr>
        <p:spPr>
          <a:xfrm>
            <a:off x="303832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74" name="S13-label1353"/>
          <p:cNvSpPr txBox="1"/>
          <p:nvPr/>
        </p:nvSpPr>
        <p:spPr>
          <a:xfrm>
            <a:off x="2807556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75" name="S13-label1354"/>
          <p:cNvSpPr txBox="1"/>
          <p:nvPr/>
        </p:nvSpPr>
        <p:spPr>
          <a:xfrm>
            <a:off x="2723088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76" name="S13-label1355"/>
          <p:cNvSpPr txBox="1"/>
          <p:nvPr/>
        </p:nvSpPr>
        <p:spPr>
          <a:xfrm>
            <a:off x="2807556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77" name="S13-label1356"/>
          <p:cNvSpPr txBox="1"/>
          <p:nvPr/>
        </p:nvSpPr>
        <p:spPr>
          <a:xfrm>
            <a:off x="303832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78" name="S13-label1357"/>
          <p:cNvSpPr txBox="1"/>
          <p:nvPr/>
        </p:nvSpPr>
        <p:spPr>
          <a:xfrm>
            <a:off x="3353562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79" name="S13-line1358"/>
          <p:cNvSpPr/>
          <p:nvPr/>
        </p:nvSpPr>
        <p:spPr>
          <a:xfrm flipH="1">
            <a:off x="3323777" y="2123948"/>
            <a:ext cx="304105" cy="17557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13-line1359"/>
          <p:cNvSpPr/>
          <p:nvPr/>
        </p:nvSpPr>
        <p:spPr>
          <a:xfrm flipV="1">
            <a:off x="3627882" y="161318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13-pin1360"/>
          <p:cNvSpPr/>
          <p:nvPr/>
        </p:nvSpPr>
        <p:spPr>
          <a:xfrm>
            <a:off x="3573018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13-chip1361"/>
          <p:cNvSpPr txBox="1"/>
          <p:nvPr/>
        </p:nvSpPr>
        <p:spPr>
          <a:xfrm>
            <a:off x="6277356" y="184048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83" name="S13-figure1362" descr="시계: 9시 30분"/>
          <p:cNvSpPr/>
          <p:nvPr/>
        </p:nvSpPr>
        <p:spPr>
          <a:xfrm>
            <a:off x="8558530" y="1325880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4" name="S13-line1363"/>
          <p:cNvSpPr/>
          <p:nvPr/>
        </p:nvSpPr>
        <p:spPr>
          <a:xfrm>
            <a:off x="9356598" y="1362456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5" name="S13-line1364"/>
          <p:cNvSpPr/>
          <p:nvPr/>
        </p:nvSpPr>
        <p:spPr>
          <a:xfrm flipH="1">
            <a:off x="9432025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3-line1365"/>
          <p:cNvSpPr/>
          <p:nvPr/>
        </p:nvSpPr>
        <p:spPr>
          <a:xfrm flipH="1">
            <a:off x="950662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3-line1366"/>
          <p:cNvSpPr/>
          <p:nvPr/>
        </p:nvSpPr>
        <p:spPr>
          <a:xfrm flipH="1">
            <a:off x="9579581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3-line1367"/>
          <p:cNvSpPr/>
          <p:nvPr/>
        </p:nvSpPr>
        <p:spPr>
          <a:xfrm flipH="1">
            <a:off x="9650095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1368"/>
          <p:cNvSpPr/>
          <p:nvPr/>
        </p:nvSpPr>
        <p:spPr>
          <a:xfrm flipH="1">
            <a:off x="9693450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0" name="S13-line1369"/>
          <p:cNvSpPr/>
          <p:nvPr/>
        </p:nvSpPr>
        <p:spPr>
          <a:xfrm flipH="1">
            <a:off x="9780737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1370"/>
          <p:cNvSpPr/>
          <p:nvPr/>
        </p:nvSpPr>
        <p:spPr>
          <a:xfrm flipH="1">
            <a:off x="9839435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1371"/>
          <p:cNvSpPr/>
          <p:nvPr/>
        </p:nvSpPr>
        <p:spPr>
          <a:xfrm flipH="1">
            <a:off x="9892843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1372"/>
          <p:cNvSpPr/>
          <p:nvPr/>
        </p:nvSpPr>
        <p:spPr>
          <a:xfrm flipH="1">
            <a:off x="9940375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1373"/>
          <p:cNvSpPr/>
          <p:nvPr/>
        </p:nvSpPr>
        <p:spPr>
          <a:xfrm flipH="1">
            <a:off x="9940043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5" name="S13-line1374"/>
          <p:cNvSpPr/>
          <p:nvPr/>
        </p:nvSpPr>
        <p:spPr>
          <a:xfrm flipH="1">
            <a:off x="10015802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1375"/>
          <p:cNvSpPr/>
          <p:nvPr/>
        </p:nvSpPr>
        <p:spPr>
          <a:xfrm flipH="1">
            <a:off x="10042870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line1376"/>
          <p:cNvSpPr/>
          <p:nvPr/>
        </p:nvSpPr>
        <p:spPr>
          <a:xfrm flipH="1">
            <a:off x="10062418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3-line1377"/>
          <p:cNvSpPr/>
          <p:nvPr/>
        </p:nvSpPr>
        <p:spPr>
          <a:xfrm flipH="1">
            <a:off x="10074234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1378"/>
          <p:cNvSpPr/>
          <p:nvPr/>
        </p:nvSpPr>
        <p:spPr>
          <a:xfrm flipH="1">
            <a:off x="10030303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0" name="S13-line1379"/>
          <p:cNvSpPr/>
          <p:nvPr/>
        </p:nvSpPr>
        <p:spPr>
          <a:xfrm flipH="1" flipV="1">
            <a:off x="10074234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1380"/>
          <p:cNvSpPr/>
          <p:nvPr/>
        </p:nvSpPr>
        <p:spPr>
          <a:xfrm flipH="1" flipV="1">
            <a:off x="10062418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1381"/>
          <p:cNvSpPr/>
          <p:nvPr/>
        </p:nvSpPr>
        <p:spPr>
          <a:xfrm flipH="1" flipV="1">
            <a:off x="10042870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1382"/>
          <p:cNvSpPr/>
          <p:nvPr/>
        </p:nvSpPr>
        <p:spPr>
          <a:xfrm flipH="1" flipV="1">
            <a:off x="10015802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1383"/>
          <p:cNvSpPr/>
          <p:nvPr/>
        </p:nvSpPr>
        <p:spPr>
          <a:xfrm flipH="1" flipV="1">
            <a:off x="9940043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5" name="S13-line1384"/>
          <p:cNvSpPr/>
          <p:nvPr/>
        </p:nvSpPr>
        <p:spPr>
          <a:xfrm flipH="1" flipV="1">
            <a:off x="9940375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1385"/>
          <p:cNvSpPr/>
          <p:nvPr/>
        </p:nvSpPr>
        <p:spPr>
          <a:xfrm flipH="1" flipV="1">
            <a:off x="9892843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line1386"/>
          <p:cNvSpPr/>
          <p:nvPr/>
        </p:nvSpPr>
        <p:spPr>
          <a:xfrm flipH="1" flipV="1">
            <a:off x="9839435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3-line1387"/>
          <p:cNvSpPr/>
          <p:nvPr/>
        </p:nvSpPr>
        <p:spPr>
          <a:xfrm flipH="1" flipV="1">
            <a:off x="9780737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1388"/>
          <p:cNvSpPr/>
          <p:nvPr/>
        </p:nvSpPr>
        <p:spPr>
          <a:xfrm flipH="1" flipV="1">
            <a:off x="9693450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0" name="S13-line1389"/>
          <p:cNvSpPr/>
          <p:nvPr/>
        </p:nvSpPr>
        <p:spPr>
          <a:xfrm flipH="1" flipV="1">
            <a:off x="9650095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1390"/>
          <p:cNvSpPr/>
          <p:nvPr/>
        </p:nvSpPr>
        <p:spPr>
          <a:xfrm flipH="1" flipV="1">
            <a:off x="9579581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1391"/>
          <p:cNvSpPr/>
          <p:nvPr/>
        </p:nvSpPr>
        <p:spPr>
          <a:xfrm flipH="1" flipV="1">
            <a:off x="950662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1392"/>
          <p:cNvSpPr/>
          <p:nvPr/>
        </p:nvSpPr>
        <p:spPr>
          <a:xfrm flipH="1" flipV="1">
            <a:off x="9432025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1393"/>
          <p:cNvSpPr/>
          <p:nvPr/>
        </p:nvSpPr>
        <p:spPr>
          <a:xfrm flipV="1">
            <a:off x="9356598" y="2797653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5" name="S13-line1394"/>
          <p:cNvSpPr/>
          <p:nvPr/>
        </p:nvSpPr>
        <p:spPr>
          <a:xfrm flipV="1">
            <a:off x="9277000" y="28415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1395"/>
          <p:cNvSpPr/>
          <p:nvPr/>
        </p:nvSpPr>
        <p:spPr>
          <a:xfrm flipV="1">
            <a:off x="9198275" y="2829768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line1396"/>
          <p:cNvSpPr/>
          <p:nvPr/>
        </p:nvSpPr>
        <p:spPr>
          <a:xfrm flipV="1">
            <a:off x="9121284" y="2810220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3-line1397"/>
          <p:cNvSpPr/>
          <p:nvPr/>
        </p:nvSpPr>
        <p:spPr>
          <a:xfrm flipV="1">
            <a:off x="9046871" y="2783152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3-line1398"/>
          <p:cNvSpPr/>
          <p:nvPr/>
        </p:nvSpPr>
        <p:spPr>
          <a:xfrm flipV="1">
            <a:off x="8975852" y="270739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0" name="S13-line1399"/>
          <p:cNvSpPr/>
          <p:nvPr/>
        </p:nvSpPr>
        <p:spPr>
          <a:xfrm flipV="1">
            <a:off x="8909004" y="2707725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13-line1400"/>
          <p:cNvSpPr/>
          <p:nvPr/>
        </p:nvSpPr>
        <p:spPr>
          <a:xfrm flipV="1">
            <a:off x="8847060" y="2660193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3-line1401"/>
          <p:cNvSpPr/>
          <p:nvPr/>
        </p:nvSpPr>
        <p:spPr>
          <a:xfrm flipV="1">
            <a:off x="8790699" y="2606785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3-line1402"/>
          <p:cNvSpPr/>
          <p:nvPr/>
        </p:nvSpPr>
        <p:spPr>
          <a:xfrm flipV="1">
            <a:off x="8740538" y="2548087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3-line1403"/>
          <p:cNvSpPr/>
          <p:nvPr/>
        </p:nvSpPr>
        <p:spPr>
          <a:xfrm flipV="1">
            <a:off x="8697127" y="2460800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5" name="S13-line1404"/>
          <p:cNvSpPr/>
          <p:nvPr/>
        </p:nvSpPr>
        <p:spPr>
          <a:xfrm flipV="1">
            <a:off x="8660940" y="2417445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3-line1405"/>
          <p:cNvSpPr/>
          <p:nvPr/>
        </p:nvSpPr>
        <p:spPr>
          <a:xfrm flipV="1">
            <a:off x="8632376" y="2346931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3-line1406"/>
          <p:cNvSpPr/>
          <p:nvPr/>
        </p:nvSpPr>
        <p:spPr>
          <a:xfrm flipV="1">
            <a:off x="8611746" y="227397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3-line1407"/>
          <p:cNvSpPr/>
          <p:nvPr/>
        </p:nvSpPr>
        <p:spPr>
          <a:xfrm flipV="1">
            <a:off x="8599278" y="2199375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3-line1408"/>
          <p:cNvSpPr/>
          <p:nvPr/>
        </p:nvSpPr>
        <p:spPr>
          <a:xfrm>
            <a:off x="8595106" y="2123948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0" name="S13-line1409"/>
          <p:cNvSpPr/>
          <p:nvPr/>
        </p:nvSpPr>
        <p:spPr>
          <a:xfrm>
            <a:off x="8599278" y="2044350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13-line1410"/>
          <p:cNvSpPr/>
          <p:nvPr/>
        </p:nvSpPr>
        <p:spPr>
          <a:xfrm>
            <a:off x="8611746" y="1965625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3-line1411"/>
          <p:cNvSpPr/>
          <p:nvPr/>
        </p:nvSpPr>
        <p:spPr>
          <a:xfrm>
            <a:off x="8632376" y="1888634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3-line1412"/>
          <p:cNvSpPr/>
          <p:nvPr/>
        </p:nvSpPr>
        <p:spPr>
          <a:xfrm>
            <a:off x="8660940" y="181422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3-line1413"/>
          <p:cNvSpPr/>
          <p:nvPr/>
        </p:nvSpPr>
        <p:spPr>
          <a:xfrm>
            <a:off x="8697127" y="1743202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5" name="S13-line1414"/>
          <p:cNvSpPr/>
          <p:nvPr/>
        </p:nvSpPr>
        <p:spPr>
          <a:xfrm>
            <a:off x="8740538" y="1676354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13-line1415"/>
          <p:cNvSpPr/>
          <p:nvPr/>
        </p:nvSpPr>
        <p:spPr>
          <a:xfrm>
            <a:off x="8790699" y="1614410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3-line1416"/>
          <p:cNvSpPr/>
          <p:nvPr/>
        </p:nvSpPr>
        <p:spPr>
          <a:xfrm>
            <a:off x="8847060" y="15580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3-line1417"/>
          <p:cNvSpPr/>
          <p:nvPr/>
        </p:nvSpPr>
        <p:spPr>
          <a:xfrm>
            <a:off x="8909004" y="1507888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3-line1418"/>
          <p:cNvSpPr/>
          <p:nvPr/>
        </p:nvSpPr>
        <p:spPr>
          <a:xfrm>
            <a:off x="8975852" y="1464477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0" name="S13-line1419"/>
          <p:cNvSpPr/>
          <p:nvPr/>
        </p:nvSpPr>
        <p:spPr>
          <a:xfrm>
            <a:off x="9046871" y="1428290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13-line1420"/>
          <p:cNvSpPr/>
          <p:nvPr/>
        </p:nvSpPr>
        <p:spPr>
          <a:xfrm>
            <a:off x="9121284" y="139972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3-line1421"/>
          <p:cNvSpPr/>
          <p:nvPr/>
        </p:nvSpPr>
        <p:spPr>
          <a:xfrm>
            <a:off x="9198275" y="1379096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3-line1422"/>
          <p:cNvSpPr/>
          <p:nvPr/>
        </p:nvSpPr>
        <p:spPr>
          <a:xfrm>
            <a:off x="9277000" y="1366628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3-label1423"/>
          <p:cNvSpPr txBox="1"/>
          <p:nvPr/>
        </p:nvSpPr>
        <p:spPr>
          <a:xfrm>
            <a:off x="9397515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145" name="S13-label1424"/>
          <p:cNvSpPr txBox="1"/>
          <p:nvPr/>
        </p:nvSpPr>
        <p:spPr>
          <a:xfrm>
            <a:off x="9628284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146" name="S13-label1425"/>
          <p:cNvSpPr txBox="1"/>
          <p:nvPr/>
        </p:nvSpPr>
        <p:spPr>
          <a:xfrm>
            <a:off x="9712752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147" name="S13-label1426"/>
          <p:cNvSpPr txBox="1"/>
          <p:nvPr/>
        </p:nvSpPr>
        <p:spPr>
          <a:xfrm>
            <a:off x="9628284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148" name="S13-label1427"/>
          <p:cNvSpPr txBox="1"/>
          <p:nvPr/>
        </p:nvSpPr>
        <p:spPr>
          <a:xfrm>
            <a:off x="9397515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149" name="S13-label1428"/>
          <p:cNvSpPr txBox="1"/>
          <p:nvPr/>
        </p:nvSpPr>
        <p:spPr>
          <a:xfrm>
            <a:off x="9082278" y="25715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150" name="S13-label1429"/>
          <p:cNvSpPr txBox="1"/>
          <p:nvPr/>
        </p:nvSpPr>
        <p:spPr>
          <a:xfrm>
            <a:off x="8767041" y="24870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151" name="S13-label1430"/>
          <p:cNvSpPr txBox="1"/>
          <p:nvPr/>
        </p:nvSpPr>
        <p:spPr>
          <a:xfrm>
            <a:off x="8536272" y="225630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152" name="S13-label1431"/>
          <p:cNvSpPr txBox="1"/>
          <p:nvPr/>
        </p:nvSpPr>
        <p:spPr>
          <a:xfrm>
            <a:off x="8451804" y="19410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153" name="S13-label1432"/>
          <p:cNvSpPr txBox="1"/>
          <p:nvPr/>
        </p:nvSpPr>
        <p:spPr>
          <a:xfrm>
            <a:off x="8536272" y="162583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154" name="S13-label1433"/>
          <p:cNvSpPr txBox="1"/>
          <p:nvPr/>
        </p:nvSpPr>
        <p:spPr>
          <a:xfrm>
            <a:off x="8767041" y="139506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155" name="S13-label1434"/>
          <p:cNvSpPr txBox="1"/>
          <p:nvPr/>
        </p:nvSpPr>
        <p:spPr>
          <a:xfrm>
            <a:off x="9082278" y="13105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156" name="S13-line1435"/>
          <p:cNvSpPr/>
          <p:nvPr/>
        </p:nvSpPr>
        <p:spPr>
          <a:xfrm flipH="1" flipV="1">
            <a:off x="9017413" y="203306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7" name="S13-line1436"/>
          <p:cNvSpPr/>
          <p:nvPr/>
        </p:nvSpPr>
        <p:spPr>
          <a:xfrm>
            <a:off x="9356598" y="2123948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8" name="S13-pin1437"/>
          <p:cNvSpPr/>
          <p:nvPr/>
        </p:nvSpPr>
        <p:spPr>
          <a:xfrm>
            <a:off x="9301734" y="2069084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9" name="S13-chip1438"/>
          <p:cNvSpPr txBox="1"/>
          <p:nvPr/>
        </p:nvSpPr>
        <p:spPr>
          <a:xfrm>
            <a:off x="548640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0" name="S13-figure1439" descr="시계: 8시 30분"/>
          <p:cNvSpPr/>
          <p:nvPr/>
        </p:nvSpPr>
        <p:spPr>
          <a:xfrm>
            <a:off x="2829814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1" name="S13-line1440"/>
          <p:cNvSpPr/>
          <p:nvPr/>
        </p:nvSpPr>
        <p:spPr>
          <a:xfrm>
            <a:off x="3627882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2" name="S13-line1441"/>
          <p:cNvSpPr/>
          <p:nvPr/>
        </p:nvSpPr>
        <p:spPr>
          <a:xfrm flipH="1">
            <a:off x="3703309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3-line1442"/>
          <p:cNvSpPr/>
          <p:nvPr/>
        </p:nvSpPr>
        <p:spPr>
          <a:xfrm flipH="1">
            <a:off x="377790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13-line1443"/>
          <p:cNvSpPr/>
          <p:nvPr/>
        </p:nvSpPr>
        <p:spPr>
          <a:xfrm flipH="1">
            <a:off x="3850865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3-line1444"/>
          <p:cNvSpPr/>
          <p:nvPr/>
        </p:nvSpPr>
        <p:spPr>
          <a:xfrm flipH="1">
            <a:off x="3921379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3-line1445"/>
          <p:cNvSpPr/>
          <p:nvPr/>
        </p:nvSpPr>
        <p:spPr>
          <a:xfrm flipH="1">
            <a:off x="3964734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7" name="S13-line1446"/>
          <p:cNvSpPr/>
          <p:nvPr/>
        </p:nvSpPr>
        <p:spPr>
          <a:xfrm flipH="1">
            <a:off x="4052021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3-line1447"/>
          <p:cNvSpPr/>
          <p:nvPr/>
        </p:nvSpPr>
        <p:spPr>
          <a:xfrm flipH="1">
            <a:off x="4110719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3-line1448"/>
          <p:cNvSpPr/>
          <p:nvPr/>
        </p:nvSpPr>
        <p:spPr>
          <a:xfrm flipH="1">
            <a:off x="4164127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3-line1449"/>
          <p:cNvSpPr/>
          <p:nvPr/>
        </p:nvSpPr>
        <p:spPr>
          <a:xfrm flipH="1">
            <a:off x="4211659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3-line1450"/>
          <p:cNvSpPr/>
          <p:nvPr/>
        </p:nvSpPr>
        <p:spPr>
          <a:xfrm flipH="1">
            <a:off x="42113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2" name="S13-line1451"/>
          <p:cNvSpPr/>
          <p:nvPr/>
        </p:nvSpPr>
        <p:spPr>
          <a:xfrm flipH="1">
            <a:off x="4287086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3-line1452"/>
          <p:cNvSpPr/>
          <p:nvPr/>
        </p:nvSpPr>
        <p:spPr>
          <a:xfrm flipH="1">
            <a:off x="4314154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13-line1453"/>
          <p:cNvSpPr/>
          <p:nvPr/>
        </p:nvSpPr>
        <p:spPr>
          <a:xfrm flipH="1">
            <a:off x="4333702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3-line1454"/>
          <p:cNvSpPr/>
          <p:nvPr/>
        </p:nvSpPr>
        <p:spPr>
          <a:xfrm flipH="1">
            <a:off x="434551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3-line1455"/>
          <p:cNvSpPr/>
          <p:nvPr/>
        </p:nvSpPr>
        <p:spPr>
          <a:xfrm flipH="1">
            <a:off x="4301587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7" name="S13-line1456"/>
          <p:cNvSpPr/>
          <p:nvPr/>
        </p:nvSpPr>
        <p:spPr>
          <a:xfrm flipH="1" flipV="1">
            <a:off x="434551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3-line1457"/>
          <p:cNvSpPr/>
          <p:nvPr/>
        </p:nvSpPr>
        <p:spPr>
          <a:xfrm flipH="1" flipV="1">
            <a:off x="4333702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3-line1458"/>
          <p:cNvSpPr/>
          <p:nvPr/>
        </p:nvSpPr>
        <p:spPr>
          <a:xfrm flipH="1" flipV="1">
            <a:off x="4314154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3-line1459"/>
          <p:cNvSpPr/>
          <p:nvPr/>
        </p:nvSpPr>
        <p:spPr>
          <a:xfrm flipH="1" flipV="1">
            <a:off x="4287086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3-line1460"/>
          <p:cNvSpPr/>
          <p:nvPr/>
        </p:nvSpPr>
        <p:spPr>
          <a:xfrm flipH="1" flipV="1">
            <a:off x="42113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2" name="S13-line1461"/>
          <p:cNvSpPr/>
          <p:nvPr/>
        </p:nvSpPr>
        <p:spPr>
          <a:xfrm flipH="1" flipV="1">
            <a:off x="4211659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3-line1462"/>
          <p:cNvSpPr/>
          <p:nvPr/>
        </p:nvSpPr>
        <p:spPr>
          <a:xfrm flipH="1" flipV="1">
            <a:off x="4164127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13-line1463"/>
          <p:cNvSpPr/>
          <p:nvPr/>
        </p:nvSpPr>
        <p:spPr>
          <a:xfrm flipH="1" flipV="1">
            <a:off x="4110719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3-line1464"/>
          <p:cNvSpPr/>
          <p:nvPr/>
        </p:nvSpPr>
        <p:spPr>
          <a:xfrm flipH="1" flipV="1">
            <a:off x="4052021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3-line1465"/>
          <p:cNvSpPr/>
          <p:nvPr/>
        </p:nvSpPr>
        <p:spPr>
          <a:xfrm flipH="1" flipV="1">
            <a:off x="3964734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7" name="S13-line1466"/>
          <p:cNvSpPr/>
          <p:nvPr/>
        </p:nvSpPr>
        <p:spPr>
          <a:xfrm flipH="1" flipV="1">
            <a:off x="3921379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3-line1467"/>
          <p:cNvSpPr/>
          <p:nvPr/>
        </p:nvSpPr>
        <p:spPr>
          <a:xfrm flipH="1" flipV="1">
            <a:off x="3850865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3-line1468"/>
          <p:cNvSpPr/>
          <p:nvPr/>
        </p:nvSpPr>
        <p:spPr>
          <a:xfrm flipH="1" flipV="1">
            <a:off x="377790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3-line1469"/>
          <p:cNvSpPr/>
          <p:nvPr/>
        </p:nvSpPr>
        <p:spPr>
          <a:xfrm flipH="1" flipV="1">
            <a:off x="3703309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3-line1470"/>
          <p:cNvSpPr/>
          <p:nvPr/>
        </p:nvSpPr>
        <p:spPr>
          <a:xfrm flipV="1">
            <a:off x="3627882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2" name="S13-line1471"/>
          <p:cNvSpPr/>
          <p:nvPr/>
        </p:nvSpPr>
        <p:spPr>
          <a:xfrm flipV="1">
            <a:off x="3548284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3-line1472"/>
          <p:cNvSpPr/>
          <p:nvPr/>
        </p:nvSpPr>
        <p:spPr>
          <a:xfrm flipV="1">
            <a:off x="3469559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13-line1473"/>
          <p:cNvSpPr/>
          <p:nvPr/>
        </p:nvSpPr>
        <p:spPr>
          <a:xfrm flipV="1">
            <a:off x="3392568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13-line1474"/>
          <p:cNvSpPr/>
          <p:nvPr/>
        </p:nvSpPr>
        <p:spPr>
          <a:xfrm flipV="1">
            <a:off x="331815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6" name="S13-line1475"/>
          <p:cNvSpPr/>
          <p:nvPr/>
        </p:nvSpPr>
        <p:spPr>
          <a:xfrm flipV="1">
            <a:off x="3247136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7" name="S13-line1476"/>
          <p:cNvSpPr/>
          <p:nvPr/>
        </p:nvSpPr>
        <p:spPr>
          <a:xfrm flipV="1">
            <a:off x="3180288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13-line1477"/>
          <p:cNvSpPr/>
          <p:nvPr/>
        </p:nvSpPr>
        <p:spPr>
          <a:xfrm flipV="1">
            <a:off x="3118344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13-line1478"/>
          <p:cNvSpPr/>
          <p:nvPr/>
        </p:nvSpPr>
        <p:spPr>
          <a:xfrm flipV="1">
            <a:off x="306198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13-line1479"/>
          <p:cNvSpPr/>
          <p:nvPr/>
        </p:nvSpPr>
        <p:spPr>
          <a:xfrm flipV="1">
            <a:off x="3011822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1" name="S13-line1480"/>
          <p:cNvSpPr/>
          <p:nvPr/>
        </p:nvSpPr>
        <p:spPr>
          <a:xfrm flipV="1">
            <a:off x="2968411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2" name="S13-line1481"/>
          <p:cNvSpPr/>
          <p:nvPr/>
        </p:nvSpPr>
        <p:spPr>
          <a:xfrm flipV="1">
            <a:off x="2932224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13-line1482"/>
          <p:cNvSpPr/>
          <p:nvPr/>
        </p:nvSpPr>
        <p:spPr>
          <a:xfrm flipV="1">
            <a:off x="290366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13-line1483"/>
          <p:cNvSpPr/>
          <p:nvPr/>
        </p:nvSpPr>
        <p:spPr>
          <a:xfrm flipV="1">
            <a:off x="2883030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13-line1484"/>
          <p:cNvSpPr/>
          <p:nvPr/>
        </p:nvSpPr>
        <p:spPr>
          <a:xfrm flipV="1">
            <a:off x="2870562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6" name="S13-line1485"/>
          <p:cNvSpPr/>
          <p:nvPr/>
        </p:nvSpPr>
        <p:spPr>
          <a:xfrm>
            <a:off x="2866390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7" name="S13-line1486"/>
          <p:cNvSpPr/>
          <p:nvPr/>
        </p:nvSpPr>
        <p:spPr>
          <a:xfrm>
            <a:off x="2870562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13-line1487"/>
          <p:cNvSpPr/>
          <p:nvPr/>
        </p:nvSpPr>
        <p:spPr>
          <a:xfrm>
            <a:off x="2883030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13-line1488"/>
          <p:cNvSpPr/>
          <p:nvPr/>
        </p:nvSpPr>
        <p:spPr>
          <a:xfrm>
            <a:off x="290366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13-line1489"/>
          <p:cNvSpPr/>
          <p:nvPr/>
        </p:nvSpPr>
        <p:spPr>
          <a:xfrm>
            <a:off x="2932224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1" name="S13-line1490"/>
          <p:cNvSpPr/>
          <p:nvPr/>
        </p:nvSpPr>
        <p:spPr>
          <a:xfrm>
            <a:off x="2968411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2" name="S13-line1491"/>
          <p:cNvSpPr/>
          <p:nvPr/>
        </p:nvSpPr>
        <p:spPr>
          <a:xfrm>
            <a:off x="3011822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13-line1492"/>
          <p:cNvSpPr/>
          <p:nvPr/>
        </p:nvSpPr>
        <p:spPr>
          <a:xfrm>
            <a:off x="306198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13-line1493"/>
          <p:cNvSpPr/>
          <p:nvPr/>
        </p:nvSpPr>
        <p:spPr>
          <a:xfrm>
            <a:off x="3118344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13-line1494"/>
          <p:cNvSpPr/>
          <p:nvPr/>
        </p:nvSpPr>
        <p:spPr>
          <a:xfrm>
            <a:off x="3180288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6" name="S13-line1495"/>
          <p:cNvSpPr/>
          <p:nvPr/>
        </p:nvSpPr>
        <p:spPr>
          <a:xfrm>
            <a:off x="3247136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7" name="S13-line1496"/>
          <p:cNvSpPr/>
          <p:nvPr/>
        </p:nvSpPr>
        <p:spPr>
          <a:xfrm>
            <a:off x="331815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13-line1497"/>
          <p:cNvSpPr/>
          <p:nvPr/>
        </p:nvSpPr>
        <p:spPr>
          <a:xfrm>
            <a:off x="3392568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13-line1498"/>
          <p:cNvSpPr/>
          <p:nvPr/>
        </p:nvSpPr>
        <p:spPr>
          <a:xfrm>
            <a:off x="3469559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13-line1499"/>
          <p:cNvSpPr/>
          <p:nvPr/>
        </p:nvSpPr>
        <p:spPr>
          <a:xfrm>
            <a:off x="3548284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1" name="S13-label1500"/>
          <p:cNvSpPr txBox="1"/>
          <p:nvPr/>
        </p:nvSpPr>
        <p:spPr>
          <a:xfrm>
            <a:off x="3668799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22" name="S13-label1501"/>
          <p:cNvSpPr txBox="1"/>
          <p:nvPr/>
        </p:nvSpPr>
        <p:spPr>
          <a:xfrm>
            <a:off x="3899568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223" name="S13-label1502"/>
          <p:cNvSpPr txBox="1"/>
          <p:nvPr/>
        </p:nvSpPr>
        <p:spPr>
          <a:xfrm>
            <a:off x="3984036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224" name="S13-label1503"/>
          <p:cNvSpPr txBox="1"/>
          <p:nvPr/>
        </p:nvSpPr>
        <p:spPr>
          <a:xfrm>
            <a:off x="3899568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225" name="S13-label1504"/>
          <p:cNvSpPr txBox="1"/>
          <p:nvPr/>
        </p:nvSpPr>
        <p:spPr>
          <a:xfrm>
            <a:off x="3668799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226" name="S13-label1505"/>
          <p:cNvSpPr txBox="1"/>
          <p:nvPr/>
        </p:nvSpPr>
        <p:spPr>
          <a:xfrm>
            <a:off x="3353562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227" name="S13-label1506"/>
          <p:cNvSpPr txBox="1"/>
          <p:nvPr/>
        </p:nvSpPr>
        <p:spPr>
          <a:xfrm>
            <a:off x="303832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228" name="S13-label1507"/>
          <p:cNvSpPr txBox="1"/>
          <p:nvPr/>
        </p:nvSpPr>
        <p:spPr>
          <a:xfrm>
            <a:off x="2807556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229" name="S13-label1508"/>
          <p:cNvSpPr txBox="1"/>
          <p:nvPr/>
        </p:nvSpPr>
        <p:spPr>
          <a:xfrm>
            <a:off x="2723088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230" name="S13-label1509"/>
          <p:cNvSpPr txBox="1"/>
          <p:nvPr/>
        </p:nvSpPr>
        <p:spPr>
          <a:xfrm>
            <a:off x="2807556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231" name="S13-label1510"/>
          <p:cNvSpPr txBox="1"/>
          <p:nvPr/>
        </p:nvSpPr>
        <p:spPr>
          <a:xfrm>
            <a:off x="303832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232" name="S13-label1511"/>
          <p:cNvSpPr txBox="1"/>
          <p:nvPr/>
        </p:nvSpPr>
        <p:spPr>
          <a:xfrm>
            <a:off x="3353562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233" name="S13-line1512"/>
          <p:cNvSpPr/>
          <p:nvPr/>
        </p:nvSpPr>
        <p:spPr>
          <a:xfrm flipH="1">
            <a:off x="3288697" y="3994404"/>
            <a:ext cx="339185" cy="90884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4" name="S13-line1513"/>
          <p:cNvSpPr/>
          <p:nvPr/>
        </p:nvSpPr>
        <p:spPr>
          <a:xfrm>
            <a:off x="3627882" y="3994404"/>
            <a:ext cx="0" cy="510764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5" name="S13-pin1514"/>
          <p:cNvSpPr/>
          <p:nvPr/>
        </p:nvSpPr>
        <p:spPr>
          <a:xfrm>
            <a:off x="3573018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6" name="S13-chip1515"/>
          <p:cNvSpPr txBox="1"/>
          <p:nvPr/>
        </p:nvSpPr>
        <p:spPr>
          <a:xfrm>
            <a:off x="6277356" y="37109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37" name="S13-figure1516" descr="시계: 6시 40분"/>
          <p:cNvSpPr/>
          <p:nvPr/>
        </p:nvSpPr>
        <p:spPr>
          <a:xfrm>
            <a:off x="8558530" y="3196336"/>
            <a:ext cx="1596136" cy="159613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238" name="S13-line1517"/>
          <p:cNvSpPr/>
          <p:nvPr/>
        </p:nvSpPr>
        <p:spPr>
          <a:xfrm>
            <a:off x="9356598" y="3232912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9" name="S13-line1518"/>
          <p:cNvSpPr/>
          <p:nvPr/>
        </p:nvSpPr>
        <p:spPr>
          <a:xfrm flipH="1">
            <a:off x="9432025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0" name="S13-line1519"/>
          <p:cNvSpPr/>
          <p:nvPr/>
        </p:nvSpPr>
        <p:spPr>
          <a:xfrm flipH="1">
            <a:off x="950662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1" name="S13-line1520"/>
          <p:cNvSpPr/>
          <p:nvPr/>
        </p:nvSpPr>
        <p:spPr>
          <a:xfrm flipH="1">
            <a:off x="9579581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2" name="S13-line1521"/>
          <p:cNvSpPr/>
          <p:nvPr/>
        </p:nvSpPr>
        <p:spPr>
          <a:xfrm flipH="1">
            <a:off x="9650095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3" name="S13-line1522"/>
          <p:cNvSpPr/>
          <p:nvPr/>
        </p:nvSpPr>
        <p:spPr>
          <a:xfrm flipH="1">
            <a:off x="9693450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4" name="S13-line1523"/>
          <p:cNvSpPr/>
          <p:nvPr/>
        </p:nvSpPr>
        <p:spPr>
          <a:xfrm flipH="1">
            <a:off x="9780737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5" name="S13-line1524"/>
          <p:cNvSpPr/>
          <p:nvPr/>
        </p:nvSpPr>
        <p:spPr>
          <a:xfrm flipH="1">
            <a:off x="9839435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6" name="S13-line1525"/>
          <p:cNvSpPr/>
          <p:nvPr/>
        </p:nvSpPr>
        <p:spPr>
          <a:xfrm flipH="1">
            <a:off x="9892843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7" name="S13-line1526"/>
          <p:cNvSpPr/>
          <p:nvPr/>
        </p:nvSpPr>
        <p:spPr>
          <a:xfrm flipH="1">
            <a:off x="9940375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8" name="S13-line1527"/>
          <p:cNvSpPr/>
          <p:nvPr/>
        </p:nvSpPr>
        <p:spPr>
          <a:xfrm flipH="1">
            <a:off x="9940043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9" name="S13-line1528"/>
          <p:cNvSpPr/>
          <p:nvPr/>
        </p:nvSpPr>
        <p:spPr>
          <a:xfrm flipH="1">
            <a:off x="10015802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0" name="S13-line1529"/>
          <p:cNvSpPr/>
          <p:nvPr/>
        </p:nvSpPr>
        <p:spPr>
          <a:xfrm flipH="1">
            <a:off x="10042870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1" name="S13-line1530"/>
          <p:cNvSpPr/>
          <p:nvPr/>
        </p:nvSpPr>
        <p:spPr>
          <a:xfrm flipH="1">
            <a:off x="10062418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2" name="S13-line1531"/>
          <p:cNvSpPr/>
          <p:nvPr/>
        </p:nvSpPr>
        <p:spPr>
          <a:xfrm flipH="1">
            <a:off x="10074234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3" name="S13-line1532"/>
          <p:cNvSpPr/>
          <p:nvPr/>
        </p:nvSpPr>
        <p:spPr>
          <a:xfrm flipH="1">
            <a:off x="10030303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4" name="S13-line1533"/>
          <p:cNvSpPr/>
          <p:nvPr/>
        </p:nvSpPr>
        <p:spPr>
          <a:xfrm flipH="1" flipV="1">
            <a:off x="10074234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5" name="S13-line1534"/>
          <p:cNvSpPr/>
          <p:nvPr/>
        </p:nvSpPr>
        <p:spPr>
          <a:xfrm flipH="1" flipV="1">
            <a:off x="10062418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6" name="S13-line1535"/>
          <p:cNvSpPr/>
          <p:nvPr/>
        </p:nvSpPr>
        <p:spPr>
          <a:xfrm flipH="1" flipV="1">
            <a:off x="10042870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7" name="S13-line1536"/>
          <p:cNvSpPr/>
          <p:nvPr/>
        </p:nvSpPr>
        <p:spPr>
          <a:xfrm flipH="1" flipV="1">
            <a:off x="10015802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8" name="S13-line1537"/>
          <p:cNvSpPr/>
          <p:nvPr/>
        </p:nvSpPr>
        <p:spPr>
          <a:xfrm flipH="1" flipV="1">
            <a:off x="9940043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9" name="S13-line1538"/>
          <p:cNvSpPr/>
          <p:nvPr/>
        </p:nvSpPr>
        <p:spPr>
          <a:xfrm flipH="1" flipV="1">
            <a:off x="9940375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0" name="S13-line1539"/>
          <p:cNvSpPr/>
          <p:nvPr/>
        </p:nvSpPr>
        <p:spPr>
          <a:xfrm flipH="1" flipV="1">
            <a:off x="9892843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1" name="S13-line1540"/>
          <p:cNvSpPr/>
          <p:nvPr/>
        </p:nvSpPr>
        <p:spPr>
          <a:xfrm flipH="1" flipV="1">
            <a:off x="9839435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2" name="S13-line1541"/>
          <p:cNvSpPr/>
          <p:nvPr/>
        </p:nvSpPr>
        <p:spPr>
          <a:xfrm flipH="1" flipV="1">
            <a:off x="9780737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3" name="S13-line1542"/>
          <p:cNvSpPr/>
          <p:nvPr/>
        </p:nvSpPr>
        <p:spPr>
          <a:xfrm flipH="1" flipV="1">
            <a:off x="9693450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4" name="S13-line1543"/>
          <p:cNvSpPr/>
          <p:nvPr/>
        </p:nvSpPr>
        <p:spPr>
          <a:xfrm flipH="1" flipV="1">
            <a:off x="9650095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5" name="S13-line1544"/>
          <p:cNvSpPr/>
          <p:nvPr/>
        </p:nvSpPr>
        <p:spPr>
          <a:xfrm flipH="1" flipV="1">
            <a:off x="9579581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6" name="S13-line1545"/>
          <p:cNvSpPr/>
          <p:nvPr/>
        </p:nvSpPr>
        <p:spPr>
          <a:xfrm flipH="1" flipV="1">
            <a:off x="950662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7" name="S13-line1546"/>
          <p:cNvSpPr/>
          <p:nvPr/>
        </p:nvSpPr>
        <p:spPr>
          <a:xfrm flipH="1" flipV="1">
            <a:off x="9432025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8" name="S13-line1547"/>
          <p:cNvSpPr/>
          <p:nvPr/>
        </p:nvSpPr>
        <p:spPr>
          <a:xfrm flipV="1">
            <a:off x="9356598" y="4668109"/>
            <a:ext cx="0" cy="8778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9" name="S13-line1548"/>
          <p:cNvSpPr/>
          <p:nvPr/>
        </p:nvSpPr>
        <p:spPr>
          <a:xfrm flipV="1">
            <a:off x="9277000" y="4712040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0" name="S13-line1549"/>
          <p:cNvSpPr/>
          <p:nvPr/>
        </p:nvSpPr>
        <p:spPr>
          <a:xfrm flipV="1">
            <a:off x="9198275" y="4700224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1" name="S13-line1550"/>
          <p:cNvSpPr/>
          <p:nvPr/>
        </p:nvSpPr>
        <p:spPr>
          <a:xfrm flipV="1">
            <a:off x="9121284" y="4680676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2" name="S13-line1551"/>
          <p:cNvSpPr/>
          <p:nvPr/>
        </p:nvSpPr>
        <p:spPr>
          <a:xfrm flipV="1">
            <a:off x="9046871" y="4653608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3" name="S13-line1552"/>
          <p:cNvSpPr/>
          <p:nvPr/>
        </p:nvSpPr>
        <p:spPr>
          <a:xfrm flipV="1">
            <a:off x="8975852" y="4577849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4" name="S13-line1553"/>
          <p:cNvSpPr/>
          <p:nvPr/>
        </p:nvSpPr>
        <p:spPr>
          <a:xfrm flipV="1">
            <a:off x="8909004" y="4578181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5" name="S13-line1554"/>
          <p:cNvSpPr/>
          <p:nvPr/>
        </p:nvSpPr>
        <p:spPr>
          <a:xfrm flipV="1">
            <a:off x="8847060" y="4530649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6" name="S13-line1555"/>
          <p:cNvSpPr/>
          <p:nvPr/>
        </p:nvSpPr>
        <p:spPr>
          <a:xfrm flipV="1">
            <a:off x="8790699" y="4477241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7" name="S13-line1556"/>
          <p:cNvSpPr/>
          <p:nvPr/>
        </p:nvSpPr>
        <p:spPr>
          <a:xfrm flipV="1">
            <a:off x="8740538" y="4418543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8" name="S13-line1557"/>
          <p:cNvSpPr/>
          <p:nvPr/>
        </p:nvSpPr>
        <p:spPr>
          <a:xfrm flipV="1">
            <a:off x="8697127" y="4331256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9" name="S13-line1558"/>
          <p:cNvSpPr/>
          <p:nvPr/>
        </p:nvSpPr>
        <p:spPr>
          <a:xfrm flipV="1">
            <a:off x="8660940" y="4287901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0" name="S13-line1559"/>
          <p:cNvSpPr/>
          <p:nvPr/>
        </p:nvSpPr>
        <p:spPr>
          <a:xfrm flipV="1">
            <a:off x="8632376" y="4217387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1" name="S13-line1560"/>
          <p:cNvSpPr/>
          <p:nvPr/>
        </p:nvSpPr>
        <p:spPr>
          <a:xfrm flipV="1">
            <a:off x="8611746" y="414443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2" name="S13-line1561"/>
          <p:cNvSpPr/>
          <p:nvPr/>
        </p:nvSpPr>
        <p:spPr>
          <a:xfrm flipV="1">
            <a:off x="8599278" y="4069831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3" name="S13-line1562"/>
          <p:cNvSpPr/>
          <p:nvPr/>
        </p:nvSpPr>
        <p:spPr>
          <a:xfrm>
            <a:off x="8595106" y="3994404"/>
            <a:ext cx="87787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4" name="S13-line1563"/>
          <p:cNvSpPr/>
          <p:nvPr/>
        </p:nvSpPr>
        <p:spPr>
          <a:xfrm>
            <a:off x="8599278" y="3914806"/>
            <a:ext cx="39685" cy="41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5" name="S13-line1564"/>
          <p:cNvSpPr/>
          <p:nvPr/>
        </p:nvSpPr>
        <p:spPr>
          <a:xfrm>
            <a:off x="8611746" y="3836081"/>
            <a:ext cx="39031" cy="829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6" name="S13-line1565"/>
          <p:cNvSpPr/>
          <p:nvPr/>
        </p:nvSpPr>
        <p:spPr>
          <a:xfrm>
            <a:off x="8632376" y="3759090"/>
            <a:ext cx="37950" cy="123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7" name="S13-line1566"/>
          <p:cNvSpPr/>
          <p:nvPr/>
        </p:nvSpPr>
        <p:spPr>
          <a:xfrm>
            <a:off x="8660940" y="3684677"/>
            <a:ext cx="36454" cy="16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8" name="S13-line1567"/>
          <p:cNvSpPr/>
          <p:nvPr/>
        </p:nvSpPr>
        <p:spPr>
          <a:xfrm>
            <a:off x="8697127" y="3613658"/>
            <a:ext cx="76026" cy="438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9" name="S13-line1568"/>
          <p:cNvSpPr/>
          <p:nvPr/>
        </p:nvSpPr>
        <p:spPr>
          <a:xfrm>
            <a:off x="8740538" y="3546810"/>
            <a:ext cx="32283" cy="2345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0" name="S13-line1569"/>
          <p:cNvSpPr/>
          <p:nvPr/>
        </p:nvSpPr>
        <p:spPr>
          <a:xfrm>
            <a:off x="8790699" y="3484866"/>
            <a:ext cx="29654" cy="2670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1" name="S13-line1570"/>
          <p:cNvSpPr/>
          <p:nvPr/>
        </p:nvSpPr>
        <p:spPr>
          <a:xfrm>
            <a:off x="8847060" y="3428505"/>
            <a:ext cx="26701" cy="296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2" name="S13-line1571"/>
          <p:cNvSpPr/>
          <p:nvPr/>
        </p:nvSpPr>
        <p:spPr>
          <a:xfrm>
            <a:off x="8909004" y="3378344"/>
            <a:ext cx="23455" cy="32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3" name="S13-line1572"/>
          <p:cNvSpPr/>
          <p:nvPr/>
        </p:nvSpPr>
        <p:spPr>
          <a:xfrm>
            <a:off x="8975852" y="3334933"/>
            <a:ext cx="43894" cy="7602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4" name="S13-line1573"/>
          <p:cNvSpPr/>
          <p:nvPr/>
        </p:nvSpPr>
        <p:spPr>
          <a:xfrm>
            <a:off x="9046871" y="3298746"/>
            <a:ext cx="16230" cy="364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5" name="S13-line1574"/>
          <p:cNvSpPr/>
          <p:nvPr/>
        </p:nvSpPr>
        <p:spPr>
          <a:xfrm>
            <a:off x="9121284" y="3270182"/>
            <a:ext cx="12331" cy="379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6" name="S13-line1575"/>
          <p:cNvSpPr/>
          <p:nvPr/>
        </p:nvSpPr>
        <p:spPr>
          <a:xfrm>
            <a:off x="9198275" y="3249552"/>
            <a:ext cx="8296" cy="390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7" name="S13-line1576"/>
          <p:cNvSpPr/>
          <p:nvPr/>
        </p:nvSpPr>
        <p:spPr>
          <a:xfrm>
            <a:off x="9277000" y="3237084"/>
            <a:ext cx="4171" cy="39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8" name="S13-label1577"/>
          <p:cNvSpPr txBox="1"/>
          <p:nvPr/>
        </p:nvSpPr>
        <p:spPr>
          <a:xfrm>
            <a:off x="9397515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300" dirty="0"/>
          </a:p>
        </p:txBody>
      </p:sp>
      <p:sp>
        <p:nvSpPr>
          <p:cNvPr id="299" name="S13-label1578"/>
          <p:cNvSpPr txBox="1"/>
          <p:nvPr/>
        </p:nvSpPr>
        <p:spPr>
          <a:xfrm>
            <a:off x="9628284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300" dirty="0"/>
          </a:p>
        </p:txBody>
      </p:sp>
      <p:sp>
        <p:nvSpPr>
          <p:cNvPr id="300" name="S13-label1579"/>
          <p:cNvSpPr txBox="1"/>
          <p:nvPr/>
        </p:nvSpPr>
        <p:spPr>
          <a:xfrm>
            <a:off x="9712752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300" dirty="0"/>
          </a:p>
        </p:txBody>
      </p:sp>
      <p:sp>
        <p:nvSpPr>
          <p:cNvPr id="301" name="S13-label1580"/>
          <p:cNvSpPr txBox="1"/>
          <p:nvPr/>
        </p:nvSpPr>
        <p:spPr>
          <a:xfrm>
            <a:off x="9628284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300" dirty="0"/>
          </a:p>
        </p:txBody>
      </p:sp>
      <p:sp>
        <p:nvSpPr>
          <p:cNvPr id="302" name="S13-label1581"/>
          <p:cNvSpPr txBox="1"/>
          <p:nvPr/>
        </p:nvSpPr>
        <p:spPr>
          <a:xfrm>
            <a:off x="9397515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300" dirty="0"/>
          </a:p>
        </p:txBody>
      </p:sp>
      <p:sp>
        <p:nvSpPr>
          <p:cNvPr id="303" name="S13-label1582"/>
          <p:cNvSpPr txBox="1"/>
          <p:nvPr/>
        </p:nvSpPr>
        <p:spPr>
          <a:xfrm>
            <a:off x="9082278" y="444199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300" dirty="0"/>
          </a:p>
        </p:txBody>
      </p:sp>
      <p:sp>
        <p:nvSpPr>
          <p:cNvPr id="304" name="S13-label1583"/>
          <p:cNvSpPr txBox="1"/>
          <p:nvPr/>
        </p:nvSpPr>
        <p:spPr>
          <a:xfrm>
            <a:off x="8767041" y="435753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300" dirty="0"/>
          </a:p>
        </p:txBody>
      </p:sp>
      <p:sp>
        <p:nvSpPr>
          <p:cNvPr id="305" name="S13-label1584"/>
          <p:cNvSpPr txBox="1"/>
          <p:nvPr/>
        </p:nvSpPr>
        <p:spPr>
          <a:xfrm>
            <a:off x="8536272" y="412676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300" dirty="0"/>
          </a:p>
        </p:txBody>
      </p:sp>
      <p:sp>
        <p:nvSpPr>
          <p:cNvPr id="306" name="S13-label1585"/>
          <p:cNvSpPr txBox="1"/>
          <p:nvPr/>
        </p:nvSpPr>
        <p:spPr>
          <a:xfrm>
            <a:off x="8451804" y="38115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300" dirty="0"/>
          </a:p>
        </p:txBody>
      </p:sp>
      <p:sp>
        <p:nvSpPr>
          <p:cNvPr id="307" name="S13-label1586"/>
          <p:cNvSpPr txBox="1"/>
          <p:nvPr/>
        </p:nvSpPr>
        <p:spPr>
          <a:xfrm>
            <a:off x="8536272" y="349628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300" dirty="0"/>
          </a:p>
        </p:txBody>
      </p:sp>
      <p:sp>
        <p:nvSpPr>
          <p:cNvPr id="308" name="S13-label1587"/>
          <p:cNvSpPr txBox="1"/>
          <p:nvPr/>
        </p:nvSpPr>
        <p:spPr>
          <a:xfrm>
            <a:off x="8767041" y="326551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300" dirty="0"/>
          </a:p>
        </p:txBody>
      </p:sp>
      <p:sp>
        <p:nvSpPr>
          <p:cNvPr id="309" name="S13-label1588"/>
          <p:cNvSpPr txBox="1"/>
          <p:nvPr/>
        </p:nvSpPr>
        <p:spPr>
          <a:xfrm>
            <a:off x="9082278" y="318105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300" dirty="0"/>
          </a:p>
        </p:txBody>
      </p:sp>
      <p:sp>
        <p:nvSpPr>
          <p:cNvPr id="310" name="S13-line1589"/>
          <p:cNvSpPr/>
          <p:nvPr/>
        </p:nvSpPr>
        <p:spPr>
          <a:xfrm flipH="1">
            <a:off x="9236498" y="3994404"/>
            <a:ext cx="120100" cy="32997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311" name="S13-line1590"/>
          <p:cNvSpPr/>
          <p:nvPr/>
        </p:nvSpPr>
        <p:spPr>
          <a:xfrm flipH="1">
            <a:off x="8914264" y="3994404"/>
            <a:ext cx="442334" cy="255382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312" name="S13-pin1591"/>
          <p:cNvSpPr/>
          <p:nvPr/>
        </p:nvSpPr>
        <p:spPr>
          <a:xfrm>
            <a:off x="9301734" y="393954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59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9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seven.처럼 at 다음에 시각을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30분은 시 다음에 thirty를 붙여요.</a:t>
            </a:r>
            <a:endParaRPr lang="ko-KR" sz="2800" dirty="0"/>
          </a:p>
        </p:txBody>
      </p:sp>
      <p:sp>
        <p:nvSpPr>
          <p:cNvPr id="5" name="S14-chip159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at 다음에 시각</a:t>
            </a:r>
            <a:endParaRPr lang="ko-KR" sz="2200" dirty="0"/>
          </a:p>
        </p:txBody>
      </p:sp>
      <p:sp>
        <p:nvSpPr>
          <p:cNvPr id="6" name="S14-chip159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go to school eight.</a:t>
            </a:r>
            <a:endParaRPr lang="ko-KR" sz="2200" dirty="0"/>
          </a:p>
        </p:txBody>
      </p:sp>
      <p:sp>
        <p:nvSpPr>
          <p:cNvPr id="7" name="S14-text159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59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7시 30분을 영어로 말하기</a:t>
            </a:r>
            <a:endParaRPr lang="ko-KR" sz="2200" dirty="0"/>
          </a:p>
        </p:txBody>
      </p:sp>
      <p:sp>
        <p:nvSpPr>
          <p:cNvPr id="9" name="S14-text159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go to bed at nine.의 뜻은?</a:t>
            </a:r>
            <a:endParaRPr lang="ko-KR" sz="2200" dirty="0"/>
          </a:p>
        </p:txBody>
      </p:sp>
      <p:sp>
        <p:nvSpPr>
          <p:cNvPr id="10" name="S14-text159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일어나는 시각을 문장으로</a:t>
            </a:r>
            <a:endParaRPr lang="ko-KR" sz="2200" dirty="0"/>
          </a:p>
        </p:txBody>
      </p:sp>
      <p:sp>
        <p:nvSpPr>
          <p:cNvPr id="11" name="S14-text160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지난 일 말하기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숫자 다시 말하기</a:t>
            </a:r>
            <a:endParaRPr lang="ko-KR" sz="4000" dirty="0"/>
          </a:p>
        </p:txBody>
      </p:sp>
      <p:sp>
        <p:nvSpPr>
          <p:cNvPr id="3" name="S15-card16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6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시계의 숫자를 짚으며 영어로 말해요.</a:t>
            </a:r>
            <a:endParaRPr lang="ko-KR" sz="2800" dirty="0"/>
          </a:p>
        </p:txBody>
      </p:sp>
      <p:sp>
        <p:nvSpPr>
          <p:cNvPr id="5" name="S15-word1603"/>
          <p:cNvSpPr txBox="1"/>
          <p:nvPr/>
        </p:nvSpPr>
        <p:spPr>
          <a:xfrm>
            <a:off x="54864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200" dirty="0"/>
          </a:p>
        </p:txBody>
      </p:sp>
      <p:sp>
        <p:nvSpPr>
          <p:cNvPr id="6" name="S15-word1604"/>
          <p:cNvSpPr txBox="1"/>
          <p:nvPr/>
        </p:nvSpPr>
        <p:spPr>
          <a:xfrm>
            <a:off x="2442972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7" name="S15-word1605"/>
          <p:cNvSpPr txBox="1"/>
          <p:nvPr/>
        </p:nvSpPr>
        <p:spPr>
          <a:xfrm>
            <a:off x="4337304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15-word1606"/>
          <p:cNvSpPr txBox="1"/>
          <p:nvPr/>
        </p:nvSpPr>
        <p:spPr>
          <a:xfrm>
            <a:off x="6231636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9" name="S15-word1607"/>
          <p:cNvSpPr txBox="1"/>
          <p:nvPr/>
        </p:nvSpPr>
        <p:spPr>
          <a:xfrm>
            <a:off x="8125968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0" name="S15-word1608"/>
          <p:cNvSpPr txBox="1"/>
          <p:nvPr/>
        </p:nvSpPr>
        <p:spPr>
          <a:xfrm>
            <a:off x="10020300" y="134874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1" name="S15-word1609"/>
          <p:cNvSpPr txBox="1"/>
          <p:nvPr/>
        </p:nvSpPr>
        <p:spPr>
          <a:xfrm>
            <a:off x="54864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15-word1610"/>
          <p:cNvSpPr txBox="1"/>
          <p:nvPr/>
        </p:nvSpPr>
        <p:spPr>
          <a:xfrm>
            <a:off x="2442972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3" name="S15-word1611"/>
          <p:cNvSpPr txBox="1"/>
          <p:nvPr/>
        </p:nvSpPr>
        <p:spPr>
          <a:xfrm>
            <a:off x="4337304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14" name="S15-word1612"/>
          <p:cNvSpPr txBox="1"/>
          <p:nvPr/>
        </p:nvSpPr>
        <p:spPr>
          <a:xfrm>
            <a:off x="6231636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5" name="S15-word1613"/>
          <p:cNvSpPr txBox="1"/>
          <p:nvPr/>
        </p:nvSpPr>
        <p:spPr>
          <a:xfrm>
            <a:off x="8125968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eleven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800" dirty="0"/>
          </a:p>
        </p:txBody>
      </p:sp>
      <p:sp>
        <p:nvSpPr>
          <p:cNvPr id="16" name="S15-word1614"/>
          <p:cNvSpPr txBox="1"/>
          <p:nvPr/>
        </p:nvSpPr>
        <p:spPr>
          <a:xfrm>
            <a:off x="10020300" y="3360420"/>
            <a:ext cx="1620012" cy="1737360"/>
          </a:xfrm>
          <a:prstGeom prst="roundRect">
            <a:avLst>
              <a:gd name="adj" fmla="val 790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하루 일과 말하기</dc:title>
  <dc:subject>KR22-G05-ENG-ROUTINE-L01</dc:subject>
  <dc:creator>education-ppt</dc:creator>
  <cp:lastModifiedBy>education-ppt</cp:lastModifiedBy>
  <cp:revision>1</cp:revision>
  <dcterms:created xsi:type="dcterms:W3CDTF">2026-10-26T08:55:52Z</dcterms:created>
  <dcterms:modified xsi:type="dcterms:W3CDTF">2026-10-26T08:55:52Z</dcterms:modified>
</cp:coreProperties>
</file>