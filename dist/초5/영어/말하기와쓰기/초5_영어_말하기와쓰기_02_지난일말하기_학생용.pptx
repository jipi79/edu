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aeae145-c795-92c8-8ea1-7de28d08ab59}">
          <p14:sldIdLst>
            <p14:sldId id="256"/>
            <p14:sldId id="257"/>
          </p14:sldIdLst>
        </p14:section>
        <p14:section name="개념" id="{0f81b5b9-1ac5-3544-e29d-cf574fa19c06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9d0ef4b6-0949-6fa6-3a6a-a4e760dc47a2}">
          <p14:sldIdLst>
            <p14:sldId id="262"/>
            <p14:sldId id="263"/>
            <p14:sldId id="265"/>
            <p14:sldId id="266"/>
          </p14:sldIdLst>
        </p14:section>
        <p14:section name="개념" id="{05959de7-404d-7623-ead4-d39208343de5}">
          <p14:sldIdLst/>
        </p14:section>
        <p14:section name="연습" id="{cb1459a7-217c-4f01-a7cb-99d74477abbf}">
          <p14:sldIdLst/>
        </p14:section>
        <p14:section name="확인" id="{2f83555c-3edc-828b-b417-01cdeebadfca}">
          <p14:sldIdLst>
            <p14:sldId id="267"/>
            <p14:sldId id="268"/>
          </p14:sldIdLst>
        </p14:section>
        <p14:section name="정리" id="{a903af5c-f5ed-e052-4401-92f198e0d322}">
          <p14:sldIdLst>
            <p14:sldId id="269"/>
          </p14:sldIdLst>
        </p14:section>
        <p14:section name="보충" id="{e6c9895c-cdac-0459-569a-2626c79acd2e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말하기와쓰기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지난 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영어 · 지난 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영어 · 지난 일 말하기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 말하기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어떻게 말할까요?</a:t>
            </a:r>
            <a:endParaRPr lang="ko-KR" sz="28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1234440"/>
            <a:ext cx="393192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played soccer yesterday.</a:t>
            </a:r>
            <a:endParaRPr lang="ko-KR" sz="32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지난 일을 과거형 동사로 바르게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yesterday, last Sunday를 넣어 지난 일을 말하고 써요.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하는 일 떠올리기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낱말과 시계를 보고 문장으로 말해요.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word6"/>
          <p:cNvSpPr txBox="1"/>
          <p:nvPr/>
        </p:nvSpPr>
        <p:spPr>
          <a:xfrm>
            <a:off x="1344168" y="2148840"/>
            <a:ext cx="258318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get up</a:t>
            </a:r>
            <a:endParaRPr lang="ko-KR" sz="3200" dirty="0"/>
          </a:p>
        </p:txBody>
      </p:sp>
      <p:sp>
        <p:nvSpPr>
          <p:cNvPr id="6" name="S02-figure7" descr="시계: 7시"/>
          <p:cNvSpPr/>
          <p:nvPr/>
        </p:nvSpPr>
        <p:spPr>
          <a:xfrm>
            <a:off x="4533138" y="201168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7" name="S02-line8"/>
          <p:cNvSpPr/>
          <p:nvPr/>
        </p:nvSpPr>
        <p:spPr>
          <a:xfrm>
            <a:off x="5538978" y="204825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" name="S02-line9"/>
          <p:cNvSpPr/>
          <p:nvPr/>
        </p:nvSpPr>
        <p:spPr>
          <a:xfrm flipH="1">
            <a:off x="5635037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2-line10"/>
          <p:cNvSpPr/>
          <p:nvPr/>
        </p:nvSpPr>
        <p:spPr>
          <a:xfrm flipH="1">
            <a:off x="5730043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2-line11"/>
          <p:cNvSpPr/>
          <p:nvPr/>
        </p:nvSpPr>
        <p:spPr>
          <a:xfrm flipH="1">
            <a:off x="5822956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2-line12"/>
          <p:cNvSpPr/>
          <p:nvPr/>
        </p:nvSpPr>
        <p:spPr>
          <a:xfrm flipH="1">
            <a:off x="5912758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2-line13"/>
          <p:cNvSpPr/>
          <p:nvPr/>
        </p:nvSpPr>
        <p:spPr>
          <a:xfrm flipH="1">
            <a:off x="5968289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2-line14"/>
          <p:cNvSpPr/>
          <p:nvPr/>
        </p:nvSpPr>
        <p:spPr>
          <a:xfrm flipH="1">
            <a:off x="6079136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2-line15"/>
          <p:cNvSpPr/>
          <p:nvPr/>
        </p:nvSpPr>
        <p:spPr>
          <a:xfrm flipH="1">
            <a:off x="6153890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2-line16"/>
          <p:cNvSpPr/>
          <p:nvPr/>
        </p:nvSpPr>
        <p:spPr>
          <a:xfrm flipH="1">
            <a:off x="6221907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2-line17"/>
          <p:cNvSpPr/>
          <p:nvPr/>
        </p:nvSpPr>
        <p:spPr>
          <a:xfrm flipH="1">
            <a:off x="6282442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2-line18"/>
          <p:cNvSpPr/>
          <p:nvPr/>
        </p:nvSpPr>
        <p:spPr>
          <a:xfrm flipH="1">
            <a:off x="6282566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8" name="S02-line19"/>
          <p:cNvSpPr/>
          <p:nvPr/>
        </p:nvSpPr>
        <p:spPr>
          <a:xfrm flipH="1">
            <a:off x="6378501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2-line20"/>
          <p:cNvSpPr/>
          <p:nvPr/>
        </p:nvSpPr>
        <p:spPr>
          <a:xfrm flipH="1">
            <a:off x="6412972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2-line21"/>
          <p:cNvSpPr/>
          <p:nvPr/>
        </p:nvSpPr>
        <p:spPr>
          <a:xfrm flipH="1">
            <a:off x="6437868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2-line22"/>
          <p:cNvSpPr/>
          <p:nvPr/>
        </p:nvSpPr>
        <p:spPr>
          <a:xfrm flipH="1">
            <a:off x="6452916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2-line23"/>
          <p:cNvSpPr/>
          <p:nvPr/>
        </p:nvSpPr>
        <p:spPr>
          <a:xfrm flipH="1">
            <a:off x="6397600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2-line24"/>
          <p:cNvSpPr/>
          <p:nvPr/>
        </p:nvSpPr>
        <p:spPr>
          <a:xfrm flipH="1" flipV="1">
            <a:off x="6452916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2-line25"/>
          <p:cNvSpPr/>
          <p:nvPr/>
        </p:nvSpPr>
        <p:spPr>
          <a:xfrm flipH="1" flipV="1">
            <a:off x="6437868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2-line26"/>
          <p:cNvSpPr/>
          <p:nvPr/>
        </p:nvSpPr>
        <p:spPr>
          <a:xfrm flipH="1" flipV="1">
            <a:off x="6412972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2-line27"/>
          <p:cNvSpPr/>
          <p:nvPr/>
        </p:nvSpPr>
        <p:spPr>
          <a:xfrm flipH="1" flipV="1">
            <a:off x="6378501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2-line28"/>
          <p:cNvSpPr/>
          <p:nvPr/>
        </p:nvSpPr>
        <p:spPr>
          <a:xfrm flipH="1" flipV="1">
            <a:off x="6282566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2-line29"/>
          <p:cNvSpPr/>
          <p:nvPr/>
        </p:nvSpPr>
        <p:spPr>
          <a:xfrm flipH="1" flipV="1">
            <a:off x="6282442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2-line30"/>
          <p:cNvSpPr/>
          <p:nvPr/>
        </p:nvSpPr>
        <p:spPr>
          <a:xfrm flipH="1" flipV="1">
            <a:off x="6221907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2-line31"/>
          <p:cNvSpPr/>
          <p:nvPr/>
        </p:nvSpPr>
        <p:spPr>
          <a:xfrm flipH="1" flipV="1">
            <a:off x="6153890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2-line32"/>
          <p:cNvSpPr/>
          <p:nvPr/>
        </p:nvSpPr>
        <p:spPr>
          <a:xfrm flipH="1" flipV="1">
            <a:off x="6079136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2-line33"/>
          <p:cNvSpPr/>
          <p:nvPr/>
        </p:nvSpPr>
        <p:spPr>
          <a:xfrm flipH="1" flipV="1">
            <a:off x="5968289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3" name="S02-line34"/>
          <p:cNvSpPr/>
          <p:nvPr/>
        </p:nvSpPr>
        <p:spPr>
          <a:xfrm flipH="1" flipV="1">
            <a:off x="5912758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2-line35"/>
          <p:cNvSpPr/>
          <p:nvPr/>
        </p:nvSpPr>
        <p:spPr>
          <a:xfrm flipH="1" flipV="1">
            <a:off x="5822956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2-line36"/>
          <p:cNvSpPr/>
          <p:nvPr/>
        </p:nvSpPr>
        <p:spPr>
          <a:xfrm flipH="1" flipV="1">
            <a:off x="5730043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2-line37"/>
          <p:cNvSpPr/>
          <p:nvPr/>
        </p:nvSpPr>
        <p:spPr>
          <a:xfrm flipH="1" flipV="1">
            <a:off x="5635037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2-line38"/>
          <p:cNvSpPr/>
          <p:nvPr/>
        </p:nvSpPr>
        <p:spPr>
          <a:xfrm flipV="1">
            <a:off x="5538978" y="387614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8" name="S02-line39"/>
          <p:cNvSpPr/>
          <p:nvPr/>
        </p:nvSpPr>
        <p:spPr>
          <a:xfrm flipV="1">
            <a:off x="5437662" y="393145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2-line40"/>
          <p:cNvSpPr/>
          <p:nvPr/>
        </p:nvSpPr>
        <p:spPr>
          <a:xfrm flipV="1">
            <a:off x="5337457" y="391641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2-line41"/>
          <p:cNvSpPr/>
          <p:nvPr/>
        </p:nvSpPr>
        <p:spPr>
          <a:xfrm flipV="1">
            <a:off x="5239459" y="389151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2-line42"/>
          <p:cNvSpPr/>
          <p:nvPr/>
        </p:nvSpPr>
        <p:spPr>
          <a:xfrm flipV="1">
            <a:off x="5144743" y="385704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2-line43"/>
          <p:cNvSpPr/>
          <p:nvPr/>
        </p:nvSpPr>
        <p:spPr>
          <a:xfrm flipV="1">
            <a:off x="5054346" y="376110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3" name="S02-line44"/>
          <p:cNvSpPr/>
          <p:nvPr/>
        </p:nvSpPr>
        <p:spPr>
          <a:xfrm flipV="1">
            <a:off x="4969259" y="376098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2-line45"/>
          <p:cNvSpPr/>
          <p:nvPr/>
        </p:nvSpPr>
        <p:spPr>
          <a:xfrm flipV="1">
            <a:off x="4890414" y="370044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2-line46"/>
          <p:cNvSpPr/>
          <p:nvPr/>
        </p:nvSpPr>
        <p:spPr>
          <a:xfrm flipV="1">
            <a:off x="4818674" y="363243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2-line47"/>
          <p:cNvSpPr/>
          <p:nvPr/>
        </p:nvSpPr>
        <p:spPr>
          <a:xfrm flipV="1">
            <a:off x="4754827" y="355767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2-line48"/>
          <p:cNvSpPr/>
          <p:nvPr/>
        </p:nvSpPr>
        <p:spPr>
          <a:xfrm flipV="1">
            <a:off x="4699571" y="344683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48" name="S02-line49"/>
          <p:cNvSpPr/>
          <p:nvPr/>
        </p:nvSpPr>
        <p:spPr>
          <a:xfrm flipV="1">
            <a:off x="4653511" y="339130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2-line50"/>
          <p:cNvSpPr/>
          <p:nvPr/>
        </p:nvSpPr>
        <p:spPr>
          <a:xfrm flipV="1">
            <a:off x="4617153" y="330149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2-line51"/>
          <p:cNvSpPr/>
          <p:nvPr/>
        </p:nvSpPr>
        <p:spPr>
          <a:xfrm flipV="1">
            <a:off x="4590895" y="320858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2-line52"/>
          <p:cNvSpPr/>
          <p:nvPr/>
        </p:nvSpPr>
        <p:spPr>
          <a:xfrm flipV="1">
            <a:off x="4575024" y="311357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2-line53"/>
          <p:cNvSpPr/>
          <p:nvPr/>
        </p:nvSpPr>
        <p:spPr>
          <a:xfrm>
            <a:off x="4569714" y="301752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3" name="S02-line54"/>
          <p:cNvSpPr/>
          <p:nvPr/>
        </p:nvSpPr>
        <p:spPr>
          <a:xfrm>
            <a:off x="4575024" y="291620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2-line55"/>
          <p:cNvSpPr/>
          <p:nvPr/>
        </p:nvSpPr>
        <p:spPr>
          <a:xfrm>
            <a:off x="4590895" y="281599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2-line56"/>
          <p:cNvSpPr/>
          <p:nvPr/>
        </p:nvSpPr>
        <p:spPr>
          <a:xfrm>
            <a:off x="4617153" y="271800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2-line57"/>
          <p:cNvSpPr/>
          <p:nvPr/>
        </p:nvSpPr>
        <p:spPr>
          <a:xfrm>
            <a:off x="4653511" y="262328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2-line58"/>
          <p:cNvSpPr/>
          <p:nvPr/>
        </p:nvSpPr>
        <p:spPr>
          <a:xfrm>
            <a:off x="4699571" y="253288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58" name="S02-line59"/>
          <p:cNvSpPr/>
          <p:nvPr/>
        </p:nvSpPr>
        <p:spPr>
          <a:xfrm>
            <a:off x="4754827" y="244780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2-line60"/>
          <p:cNvSpPr/>
          <p:nvPr/>
        </p:nvSpPr>
        <p:spPr>
          <a:xfrm>
            <a:off x="4818674" y="236895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2-line61"/>
          <p:cNvSpPr/>
          <p:nvPr/>
        </p:nvSpPr>
        <p:spPr>
          <a:xfrm>
            <a:off x="4890414" y="229721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2-line62"/>
          <p:cNvSpPr/>
          <p:nvPr/>
        </p:nvSpPr>
        <p:spPr>
          <a:xfrm>
            <a:off x="4969259" y="223336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2-line63"/>
          <p:cNvSpPr/>
          <p:nvPr/>
        </p:nvSpPr>
        <p:spPr>
          <a:xfrm>
            <a:off x="5054346" y="217811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63" name="S02-line64"/>
          <p:cNvSpPr/>
          <p:nvPr/>
        </p:nvSpPr>
        <p:spPr>
          <a:xfrm>
            <a:off x="5144743" y="213205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2-line65"/>
          <p:cNvSpPr/>
          <p:nvPr/>
        </p:nvSpPr>
        <p:spPr>
          <a:xfrm>
            <a:off x="5239459" y="209569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2-line66"/>
          <p:cNvSpPr/>
          <p:nvPr/>
        </p:nvSpPr>
        <p:spPr>
          <a:xfrm>
            <a:off x="5337457" y="206943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2-line67"/>
          <p:cNvSpPr/>
          <p:nvPr/>
        </p:nvSpPr>
        <p:spPr>
          <a:xfrm>
            <a:off x="5437662" y="205356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2-label68"/>
          <p:cNvSpPr txBox="1"/>
          <p:nvPr/>
        </p:nvSpPr>
        <p:spPr>
          <a:xfrm>
            <a:off x="5661965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68" name="S02-label69"/>
          <p:cNvSpPr txBox="1"/>
          <p:nvPr/>
        </p:nvSpPr>
        <p:spPr>
          <a:xfrm>
            <a:off x="5952814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69" name="S02-label70"/>
          <p:cNvSpPr txBox="1"/>
          <p:nvPr/>
        </p:nvSpPr>
        <p:spPr>
          <a:xfrm>
            <a:off x="6059272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70" name="S02-label71"/>
          <p:cNvSpPr txBox="1"/>
          <p:nvPr/>
        </p:nvSpPr>
        <p:spPr>
          <a:xfrm>
            <a:off x="5952814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71" name="S02-label72"/>
          <p:cNvSpPr txBox="1"/>
          <p:nvPr/>
        </p:nvSpPr>
        <p:spPr>
          <a:xfrm>
            <a:off x="5661965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72" name="S02-label73"/>
          <p:cNvSpPr txBox="1"/>
          <p:nvPr/>
        </p:nvSpPr>
        <p:spPr>
          <a:xfrm>
            <a:off x="5264658" y="362925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73" name="S02-label74"/>
          <p:cNvSpPr txBox="1"/>
          <p:nvPr/>
        </p:nvSpPr>
        <p:spPr>
          <a:xfrm>
            <a:off x="4867351" y="35227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74" name="S02-label75"/>
          <p:cNvSpPr txBox="1"/>
          <p:nvPr/>
        </p:nvSpPr>
        <p:spPr>
          <a:xfrm>
            <a:off x="4576502" y="323194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75" name="S02-label76"/>
          <p:cNvSpPr txBox="1"/>
          <p:nvPr/>
        </p:nvSpPr>
        <p:spPr>
          <a:xfrm>
            <a:off x="4470044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76" name="S02-label77"/>
          <p:cNvSpPr txBox="1"/>
          <p:nvPr/>
        </p:nvSpPr>
        <p:spPr>
          <a:xfrm>
            <a:off x="4576502" y="243733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77" name="S02-label78"/>
          <p:cNvSpPr txBox="1"/>
          <p:nvPr/>
        </p:nvSpPr>
        <p:spPr>
          <a:xfrm>
            <a:off x="4867351" y="21464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78" name="S02-label79"/>
          <p:cNvSpPr txBox="1"/>
          <p:nvPr/>
        </p:nvSpPr>
        <p:spPr>
          <a:xfrm>
            <a:off x="5264658" y="204002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79" name="S02-line80"/>
          <p:cNvSpPr/>
          <p:nvPr/>
        </p:nvSpPr>
        <p:spPr>
          <a:xfrm flipH="1">
            <a:off x="5317693" y="3017520"/>
            <a:ext cx="221285" cy="383277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80" name="S02-line81"/>
          <p:cNvSpPr/>
          <p:nvPr/>
        </p:nvSpPr>
        <p:spPr>
          <a:xfrm flipV="1">
            <a:off x="5538978" y="2373782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81" name="S02-pin82"/>
          <p:cNvSpPr/>
          <p:nvPr/>
        </p:nvSpPr>
        <p:spPr>
          <a:xfrm>
            <a:off x="5484114" y="296265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2" name="S02-chip83"/>
          <p:cNvSpPr txBox="1"/>
          <p:nvPr/>
        </p:nvSpPr>
        <p:spPr>
          <a:xfrm>
            <a:off x="548640" y="49286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3" name="S02-word84"/>
          <p:cNvSpPr txBox="1"/>
          <p:nvPr/>
        </p:nvSpPr>
        <p:spPr>
          <a:xfrm>
            <a:off x="1344168" y="4343400"/>
            <a:ext cx="2583180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to school</a:t>
            </a:r>
            <a:endParaRPr lang="ko-KR" sz="3200" dirty="0"/>
          </a:p>
        </p:txBody>
      </p:sp>
      <p:sp>
        <p:nvSpPr>
          <p:cNvPr id="84" name="S02-figure85" descr="시계: 8시 30분"/>
          <p:cNvSpPr/>
          <p:nvPr/>
        </p:nvSpPr>
        <p:spPr>
          <a:xfrm>
            <a:off x="4533138" y="4206240"/>
            <a:ext cx="2011680" cy="201168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1F2937"/>
            </a:solidFill>
            <a:prstDash val="solid"/>
          </a:ln>
        </p:spPr>
      </p:sp>
      <p:sp>
        <p:nvSpPr>
          <p:cNvPr id="85" name="S02-line86"/>
          <p:cNvSpPr/>
          <p:nvPr/>
        </p:nvSpPr>
        <p:spPr>
          <a:xfrm>
            <a:off x="5538978" y="4242816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86" name="S02-line87"/>
          <p:cNvSpPr/>
          <p:nvPr/>
        </p:nvSpPr>
        <p:spPr>
          <a:xfrm flipH="1">
            <a:off x="5635037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2-line88"/>
          <p:cNvSpPr/>
          <p:nvPr/>
        </p:nvSpPr>
        <p:spPr>
          <a:xfrm flipH="1">
            <a:off x="5730043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2-line89"/>
          <p:cNvSpPr/>
          <p:nvPr/>
        </p:nvSpPr>
        <p:spPr>
          <a:xfrm flipH="1">
            <a:off x="5822956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2-line90"/>
          <p:cNvSpPr/>
          <p:nvPr/>
        </p:nvSpPr>
        <p:spPr>
          <a:xfrm flipH="1">
            <a:off x="5912758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2-line91"/>
          <p:cNvSpPr/>
          <p:nvPr/>
        </p:nvSpPr>
        <p:spPr>
          <a:xfrm flipH="1">
            <a:off x="5968289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1" name="S02-line92"/>
          <p:cNvSpPr/>
          <p:nvPr/>
        </p:nvSpPr>
        <p:spPr>
          <a:xfrm flipH="1">
            <a:off x="6079136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2-line93"/>
          <p:cNvSpPr/>
          <p:nvPr/>
        </p:nvSpPr>
        <p:spPr>
          <a:xfrm flipH="1">
            <a:off x="6153890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2-line94"/>
          <p:cNvSpPr/>
          <p:nvPr/>
        </p:nvSpPr>
        <p:spPr>
          <a:xfrm flipH="1">
            <a:off x="6221907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2-line95"/>
          <p:cNvSpPr/>
          <p:nvPr/>
        </p:nvSpPr>
        <p:spPr>
          <a:xfrm flipH="1">
            <a:off x="6282442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2-line96"/>
          <p:cNvSpPr/>
          <p:nvPr/>
        </p:nvSpPr>
        <p:spPr>
          <a:xfrm flipH="1">
            <a:off x="6282566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6" name="S02-line97"/>
          <p:cNvSpPr/>
          <p:nvPr/>
        </p:nvSpPr>
        <p:spPr>
          <a:xfrm flipH="1">
            <a:off x="637850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2-line98"/>
          <p:cNvSpPr/>
          <p:nvPr/>
        </p:nvSpPr>
        <p:spPr>
          <a:xfrm flipH="1">
            <a:off x="6412972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2-line99"/>
          <p:cNvSpPr/>
          <p:nvPr/>
        </p:nvSpPr>
        <p:spPr>
          <a:xfrm flipH="1">
            <a:off x="6437868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2-line100"/>
          <p:cNvSpPr/>
          <p:nvPr/>
        </p:nvSpPr>
        <p:spPr>
          <a:xfrm flipH="1">
            <a:off x="6452916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2-line101"/>
          <p:cNvSpPr/>
          <p:nvPr/>
        </p:nvSpPr>
        <p:spPr>
          <a:xfrm flipH="1">
            <a:off x="6397600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1" name="S02-line102"/>
          <p:cNvSpPr/>
          <p:nvPr/>
        </p:nvSpPr>
        <p:spPr>
          <a:xfrm flipH="1" flipV="1">
            <a:off x="6452916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2-line103"/>
          <p:cNvSpPr/>
          <p:nvPr/>
        </p:nvSpPr>
        <p:spPr>
          <a:xfrm flipH="1" flipV="1">
            <a:off x="6437868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2-line104"/>
          <p:cNvSpPr/>
          <p:nvPr/>
        </p:nvSpPr>
        <p:spPr>
          <a:xfrm flipH="1" flipV="1">
            <a:off x="6412972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2-line105"/>
          <p:cNvSpPr/>
          <p:nvPr/>
        </p:nvSpPr>
        <p:spPr>
          <a:xfrm flipH="1" flipV="1">
            <a:off x="637850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2-line106"/>
          <p:cNvSpPr/>
          <p:nvPr/>
        </p:nvSpPr>
        <p:spPr>
          <a:xfrm flipH="1" flipV="1">
            <a:off x="6282566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6" name="S02-line107"/>
          <p:cNvSpPr/>
          <p:nvPr/>
        </p:nvSpPr>
        <p:spPr>
          <a:xfrm flipH="1" flipV="1">
            <a:off x="6282442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2-line108"/>
          <p:cNvSpPr/>
          <p:nvPr/>
        </p:nvSpPr>
        <p:spPr>
          <a:xfrm flipH="1" flipV="1">
            <a:off x="6221907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2-line109"/>
          <p:cNvSpPr/>
          <p:nvPr/>
        </p:nvSpPr>
        <p:spPr>
          <a:xfrm flipH="1" flipV="1">
            <a:off x="6153890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2-line110"/>
          <p:cNvSpPr/>
          <p:nvPr/>
        </p:nvSpPr>
        <p:spPr>
          <a:xfrm flipH="1" flipV="1">
            <a:off x="6079136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2-line111"/>
          <p:cNvSpPr/>
          <p:nvPr/>
        </p:nvSpPr>
        <p:spPr>
          <a:xfrm flipH="1" flipV="1">
            <a:off x="5968289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1" name="S02-line112"/>
          <p:cNvSpPr/>
          <p:nvPr/>
        </p:nvSpPr>
        <p:spPr>
          <a:xfrm flipH="1" flipV="1">
            <a:off x="5912758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2-line113"/>
          <p:cNvSpPr/>
          <p:nvPr/>
        </p:nvSpPr>
        <p:spPr>
          <a:xfrm flipH="1" flipV="1">
            <a:off x="5822956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2-line114"/>
          <p:cNvSpPr/>
          <p:nvPr/>
        </p:nvSpPr>
        <p:spPr>
          <a:xfrm flipH="1" flipV="1">
            <a:off x="5730043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2-line115"/>
          <p:cNvSpPr/>
          <p:nvPr/>
        </p:nvSpPr>
        <p:spPr>
          <a:xfrm flipH="1" flipV="1">
            <a:off x="5635037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2-line116"/>
          <p:cNvSpPr/>
          <p:nvPr/>
        </p:nvSpPr>
        <p:spPr>
          <a:xfrm flipV="1">
            <a:off x="5538978" y="6070702"/>
            <a:ext cx="0" cy="110642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6" name="S02-line117"/>
          <p:cNvSpPr/>
          <p:nvPr/>
        </p:nvSpPr>
        <p:spPr>
          <a:xfrm flipV="1">
            <a:off x="5437662" y="6126018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2-line118"/>
          <p:cNvSpPr/>
          <p:nvPr/>
        </p:nvSpPr>
        <p:spPr>
          <a:xfrm flipV="1">
            <a:off x="5337457" y="6110970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2-line119"/>
          <p:cNvSpPr/>
          <p:nvPr/>
        </p:nvSpPr>
        <p:spPr>
          <a:xfrm flipV="1">
            <a:off x="5239459" y="6086074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2-line120"/>
          <p:cNvSpPr/>
          <p:nvPr/>
        </p:nvSpPr>
        <p:spPr>
          <a:xfrm flipV="1">
            <a:off x="5144743" y="605160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2-line121"/>
          <p:cNvSpPr/>
          <p:nvPr/>
        </p:nvSpPr>
        <p:spPr>
          <a:xfrm flipV="1">
            <a:off x="5054346" y="5955668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1" name="S02-line122"/>
          <p:cNvSpPr/>
          <p:nvPr/>
        </p:nvSpPr>
        <p:spPr>
          <a:xfrm flipV="1">
            <a:off x="4969259" y="5955544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2-line123"/>
          <p:cNvSpPr/>
          <p:nvPr/>
        </p:nvSpPr>
        <p:spPr>
          <a:xfrm flipV="1">
            <a:off x="4890414" y="5895009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3" name="S02-line124"/>
          <p:cNvSpPr/>
          <p:nvPr/>
        </p:nvSpPr>
        <p:spPr>
          <a:xfrm flipV="1">
            <a:off x="4818674" y="5826992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2-line125"/>
          <p:cNvSpPr/>
          <p:nvPr/>
        </p:nvSpPr>
        <p:spPr>
          <a:xfrm flipV="1">
            <a:off x="4754827" y="5752238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2-line126"/>
          <p:cNvSpPr/>
          <p:nvPr/>
        </p:nvSpPr>
        <p:spPr>
          <a:xfrm flipV="1">
            <a:off x="4699571" y="5641391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26" name="S02-line127"/>
          <p:cNvSpPr/>
          <p:nvPr/>
        </p:nvSpPr>
        <p:spPr>
          <a:xfrm flipV="1">
            <a:off x="4653511" y="5585860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2-line128"/>
          <p:cNvSpPr/>
          <p:nvPr/>
        </p:nvSpPr>
        <p:spPr>
          <a:xfrm flipV="1">
            <a:off x="4617153" y="5496058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2-line129"/>
          <p:cNvSpPr/>
          <p:nvPr/>
        </p:nvSpPr>
        <p:spPr>
          <a:xfrm flipV="1">
            <a:off x="4590895" y="5403145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2-line130"/>
          <p:cNvSpPr/>
          <p:nvPr/>
        </p:nvSpPr>
        <p:spPr>
          <a:xfrm flipV="1">
            <a:off x="4575024" y="5308139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2-line131"/>
          <p:cNvSpPr/>
          <p:nvPr/>
        </p:nvSpPr>
        <p:spPr>
          <a:xfrm>
            <a:off x="4569714" y="5212080"/>
            <a:ext cx="110642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1" name="S02-line132"/>
          <p:cNvSpPr/>
          <p:nvPr/>
        </p:nvSpPr>
        <p:spPr>
          <a:xfrm>
            <a:off x="4575024" y="5110764"/>
            <a:ext cx="50016" cy="525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2-line133"/>
          <p:cNvSpPr/>
          <p:nvPr/>
        </p:nvSpPr>
        <p:spPr>
          <a:xfrm>
            <a:off x="4590895" y="5010559"/>
            <a:ext cx="49193" cy="1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3" name="S02-line134"/>
          <p:cNvSpPr/>
          <p:nvPr/>
        </p:nvSpPr>
        <p:spPr>
          <a:xfrm>
            <a:off x="4617153" y="4912561"/>
            <a:ext cx="47831" cy="1554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2-line135"/>
          <p:cNvSpPr/>
          <p:nvPr/>
        </p:nvSpPr>
        <p:spPr>
          <a:xfrm>
            <a:off x="4653511" y="4817845"/>
            <a:ext cx="45944" cy="2045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2-line136"/>
          <p:cNvSpPr/>
          <p:nvPr/>
        </p:nvSpPr>
        <p:spPr>
          <a:xfrm>
            <a:off x="4699571" y="4727448"/>
            <a:ext cx="95819" cy="55321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6" name="S02-line137"/>
          <p:cNvSpPr/>
          <p:nvPr/>
        </p:nvSpPr>
        <p:spPr>
          <a:xfrm>
            <a:off x="4754827" y="4642361"/>
            <a:ext cx="40687" cy="2956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2-line138"/>
          <p:cNvSpPr/>
          <p:nvPr/>
        </p:nvSpPr>
        <p:spPr>
          <a:xfrm>
            <a:off x="4818674" y="4563516"/>
            <a:ext cx="37374" cy="33652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2-line139"/>
          <p:cNvSpPr/>
          <p:nvPr/>
        </p:nvSpPr>
        <p:spPr>
          <a:xfrm>
            <a:off x="4890414" y="4491776"/>
            <a:ext cx="33652" cy="3737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2-line140"/>
          <p:cNvSpPr/>
          <p:nvPr/>
        </p:nvSpPr>
        <p:spPr>
          <a:xfrm>
            <a:off x="4969259" y="4427929"/>
            <a:ext cx="29561" cy="40687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2-line141"/>
          <p:cNvSpPr/>
          <p:nvPr/>
        </p:nvSpPr>
        <p:spPr>
          <a:xfrm>
            <a:off x="5054346" y="4372673"/>
            <a:ext cx="55321" cy="95819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41" name="S02-line142"/>
          <p:cNvSpPr/>
          <p:nvPr/>
        </p:nvSpPr>
        <p:spPr>
          <a:xfrm>
            <a:off x="5144743" y="4326613"/>
            <a:ext cx="20456" cy="45944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2-line143"/>
          <p:cNvSpPr/>
          <p:nvPr/>
        </p:nvSpPr>
        <p:spPr>
          <a:xfrm>
            <a:off x="5239459" y="4290255"/>
            <a:ext cx="15541" cy="47831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3" name="S02-line144"/>
          <p:cNvSpPr/>
          <p:nvPr/>
        </p:nvSpPr>
        <p:spPr>
          <a:xfrm>
            <a:off x="5337457" y="4263997"/>
            <a:ext cx="10456" cy="49193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2-line145"/>
          <p:cNvSpPr/>
          <p:nvPr/>
        </p:nvSpPr>
        <p:spPr>
          <a:xfrm>
            <a:off x="5437662" y="4248126"/>
            <a:ext cx="5257" cy="50016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2-label146"/>
          <p:cNvSpPr txBox="1"/>
          <p:nvPr/>
        </p:nvSpPr>
        <p:spPr>
          <a:xfrm>
            <a:off x="5661965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600" dirty="0"/>
          </a:p>
        </p:txBody>
      </p:sp>
      <p:sp>
        <p:nvSpPr>
          <p:cNvPr id="146" name="S02-label147"/>
          <p:cNvSpPr txBox="1"/>
          <p:nvPr/>
        </p:nvSpPr>
        <p:spPr>
          <a:xfrm>
            <a:off x="5952814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600" dirty="0"/>
          </a:p>
        </p:txBody>
      </p:sp>
      <p:sp>
        <p:nvSpPr>
          <p:cNvPr id="147" name="S02-label148"/>
          <p:cNvSpPr txBox="1"/>
          <p:nvPr/>
        </p:nvSpPr>
        <p:spPr>
          <a:xfrm>
            <a:off x="6059272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600" dirty="0"/>
          </a:p>
        </p:txBody>
      </p:sp>
      <p:sp>
        <p:nvSpPr>
          <p:cNvPr id="148" name="S02-label149"/>
          <p:cNvSpPr txBox="1"/>
          <p:nvPr/>
        </p:nvSpPr>
        <p:spPr>
          <a:xfrm>
            <a:off x="5952814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600" dirty="0"/>
          </a:p>
        </p:txBody>
      </p:sp>
      <p:sp>
        <p:nvSpPr>
          <p:cNvPr id="149" name="S02-label150"/>
          <p:cNvSpPr txBox="1"/>
          <p:nvPr/>
        </p:nvSpPr>
        <p:spPr>
          <a:xfrm>
            <a:off x="5661965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600" dirty="0"/>
          </a:p>
        </p:txBody>
      </p:sp>
      <p:sp>
        <p:nvSpPr>
          <p:cNvPr id="150" name="S02-label151"/>
          <p:cNvSpPr txBox="1"/>
          <p:nvPr/>
        </p:nvSpPr>
        <p:spPr>
          <a:xfrm>
            <a:off x="5264658" y="582381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600" dirty="0"/>
          </a:p>
        </p:txBody>
      </p:sp>
      <p:sp>
        <p:nvSpPr>
          <p:cNvPr id="151" name="S02-label152"/>
          <p:cNvSpPr txBox="1"/>
          <p:nvPr/>
        </p:nvSpPr>
        <p:spPr>
          <a:xfrm>
            <a:off x="4867351" y="57173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600" dirty="0"/>
          </a:p>
        </p:txBody>
      </p:sp>
      <p:sp>
        <p:nvSpPr>
          <p:cNvPr id="152" name="S02-label153"/>
          <p:cNvSpPr txBox="1"/>
          <p:nvPr/>
        </p:nvSpPr>
        <p:spPr>
          <a:xfrm>
            <a:off x="4576502" y="5426507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600" dirty="0"/>
          </a:p>
        </p:txBody>
      </p:sp>
      <p:sp>
        <p:nvSpPr>
          <p:cNvPr id="153" name="S02-label154"/>
          <p:cNvSpPr txBox="1"/>
          <p:nvPr/>
        </p:nvSpPr>
        <p:spPr>
          <a:xfrm>
            <a:off x="4470044" y="5029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600" dirty="0"/>
          </a:p>
        </p:txBody>
      </p:sp>
      <p:sp>
        <p:nvSpPr>
          <p:cNvPr id="154" name="S02-label155"/>
          <p:cNvSpPr txBox="1"/>
          <p:nvPr/>
        </p:nvSpPr>
        <p:spPr>
          <a:xfrm>
            <a:off x="4576502" y="4631893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1600" dirty="0"/>
          </a:p>
        </p:txBody>
      </p:sp>
      <p:sp>
        <p:nvSpPr>
          <p:cNvPr id="155" name="S02-label156"/>
          <p:cNvSpPr txBox="1"/>
          <p:nvPr/>
        </p:nvSpPr>
        <p:spPr>
          <a:xfrm>
            <a:off x="4867351" y="43410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1600" dirty="0"/>
          </a:p>
        </p:txBody>
      </p:sp>
      <p:sp>
        <p:nvSpPr>
          <p:cNvPr id="156" name="S02-label157"/>
          <p:cNvSpPr txBox="1"/>
          <p:nvPr/>
        </p:nvSpPr>
        <p:spPr>
          <a:xfrm>
            <a:off x="5264658" y="423458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600" dirty="0"/>
          </a:p>
        </p:txBody>
      </p:sp>
      <p:sp>
        <p:nvSpPr>
          <p:cNvPr id="157" name="S02-line158"/>
          <p:cNvSpPr/>
          <p:nvPr/>
        </p:nvSpPr>
        <p:spPr>
          <a:xfrm flipH="1">
            <a:off x="5111489" y="5212080"/>
            <a:ext cx="427489" cy="114545"/>
          </a:xfrm>
          <a:prstGeom prst="line">
            <a:avLst/>
          </a:prstGeom>
          <a:noFill/>
          <a:ln w="88900">
            <a:solidFill>
              <a:srgbClr val="C8434E"/>
            </a:solidFill>
            <a:prstDash val="solid"/>
          </a:ln>
        </p:spPr>
      </p:sp>
      <p:sp>
        <p:nvSpPr>
          <p:cNvPr id="158" name="S02-line159"/>
          <p:cNvSpPr/>
          <p:nvPr/>
        </p:nvSpPr>
        <p:spPr>
          <a:xfrm>
            <a:off x="5538978" y="5212080"/>
            <a:ext cx="0" cy="643738"/>
          </a:xfrm>
          <a:prstGeom prst="line">
            <a:avLst/>
          </a:prstGeom>
          <a:noFill/>
          <a:ln w="50800">
            <a:solidFill>
              <a:srgbClr val="1F2937"/>
            </a:solidFill>
            <a:prstDash val="solid"/>
          </a:ln>
        </p:spPr>
      </p:sp>
      <p:sp>
        <p:nvSpPr>
          <p:cNvPr id="159" name="S02-pin160"/>
          <p:cNvSpPr/>
          <p:nvPr/>
        </p:nvSpPr>
        <p:spPr>
          <a:xfrm>
            <a:off x="5484114" y="5157216"/>
            <a:ext cx="109728" cy="109728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하는 일, 어제 한 일</a:t>
            </a:r>
            <a:endParaRPr lang="ko-KR" sz="4000" dirty="0"/>
          </a:p>
        </p:txBody>
      </p:sp>
      <p:sp>
        <p:nvSpPr>
          <p:cNvPr id="3" name="S03-card1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일은 동사 끝에 -ed를 붙여 말해요.</a:t>
            </a:r>
            <a:endParaRPr lang="ko-KR" sz="2800" dirty="0"/>
          </a:p>
        </p:txBody>
      </p:sp>
      <p:sp>
        <p:nvSpPr>
          <p:cNvPr id="5" name="S03-word163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play soccer every day.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매일 축구를 해요.</a:t>
            </a:r>
            <a:endParaRPr lang="ko-KR" sz="3200" dirty="0"/>
          </a:p>
        </p:txBody>
      </p:sp>
      <p:sp>
        <p:nvSpPr>
          <p:cNvPr id="6" name="S03-word164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played soccer yesterday.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어제 축구를 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-ed를 붙여요</a:t>
            </a:r>
            <a:endParaRPr lang="ko-KR" sz="4000" dirty="0"/>
          </a:p>
        </p:txBody>
      </p:sp>
      <p:sp>
        <p:nvSpPr>
          <p:cNvPr id="3" name="S04-card165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66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visited my grandma.</a:t>
            </a:r>
            <a:endParaRPr lang="ko-KR" sz="2800" dirty="0"/>
          </a:p>
        </p:txBody>
      </p:sp>
      <p:sp>
        <p:nvSpPr>
          <p:cNvPr id="5" name="S04-card167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68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watched TV.</a:t>
            </a:r>
            <a:endParaRPr lang="ko-KR" sz="2800" dirty="0"/>
          </a:p>
        </p:txBody>
      </p:sp>
      <p:sp>
        <p:nvSpPr>
          <p:cNvPr id="7" name="S04-word169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visit → visited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방문하다 → 방문했다</a:t>
            </a:r>
            <a:endParaRPr lang="ko-KR" sz="3200" dirty="0"/>
          </a:p>
        </p:txBody>
      </p:sp>
      <p:sp>
        <p:nvSpPr>
          <p:cNvPr id="8" name="S04-word170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 → watched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보다 → 보았다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바뀌는 동사 ①</a:t>
            </a:r>
            <a:endParaRPr lang="ko-KR" sz="4000" dirty="0"/>
          </a:p>
        </p:txBody>
      </p:sp>
      <p:sp>
        <p:nvSpPr>
          <p:cNvPr id="3" name="S05-card171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172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went to the park.</a:t>
            </a:r>
            <a:endParaRPr lang="ko-KR" sz="2800" dirty="0"/>
          </a:p>
        </p:txBody>
      </p:sp>
      <p:sp>
        <p:nvSpPr>
          <p:cNvPr id="5" name="S05-card173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174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ate pizza.</a:t>
            </a:r>
            <a:endParaRPr lang="ko-KR" sz="2800" dirty="0"/>
          </a:p>
        </p:txBody>
      </p:sp>
      <p:sp>
        <p:nvSpPr>
          <p:cNvPr id="7" name="S05-word175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 → went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가다 → 갔다</a:t>
            </a:r>
            <a:endParaRPr lang="ko-KR" sz="3200" dirty="0"/>
          </a:p>
        </p:txBody>
      </p:sp>
      <p:sp>
        <p:nvSpPr>
          <p:cNvPr id="8" name="S05-word176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eat → ate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먹다 → 먹었다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바뀌는 동사 ②</a:t>
            </a:r>
            <a:endParaRPr lang="ko-KR" sz="4000" dirty="0"/>
          </a:p>
        </p:txBody>
      </p:sp>
      <p:sp>
        <p:nvSpPr>
          <p:cNvPr id="3" name="S06-card177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78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saw a rainbow.</a:t>
            </a:r>
            <a:endParaRPr lang="ko-KR" sz="2800" dirty="0"/>
          </a:p>
        </p:txBody>
      </p:sp>
      <p:sp>
        <p:nvSpPr>
          <p:cNvPr id="5" name="S06-card179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180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had a party.</a:t>
            </a:r>
            <a:endParaRPr lang="ko-KR" sz="2800" dirty="0"/>
          </a:p>
        </p:txBody>
      </p:sp>
      <p:sp>
        <p:nvSpPr>
          <p:cNvPr id="7" name="S06-word181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 → saw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보다 → 보았다</a:t>
            </a:r>
            <a:endParaRPr lang="ko-KR" sz="3200" dirty="0"/>
          </a:p>
        </p:txBody>
      </p:sp>
      <p:sp>
        <p:nvSpPr>
          <p:cNvPr id="8" name="S06-word182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have → had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가지다 → 가졌다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일로 바꾸어요</a:t>
            </a:r>
            <a:endParaRPr lang="ko-KR" sz="4000" dirty="0"/>
          </a:p>
        </p:txBody>
      </p:sp>
      <p:sp>
        <p:nvSpPr>
          <p:cNvPr id="3" name="S07-text18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괄호 안의 동사를 알맞게 바꾸어 말해요.</a:t>
            </a:r>
            <a:endParaRPr lang="ko-KR" sz="2800" dirty="0"/>
          </a:p>
        </p:txBody>
      </p:sp>
      <p:sp>
        <p:nvSpPr>
          <p:cNvPr id="4" name="S07-card1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-ed를 붙일까요, 모양이 바뀔까요?</a:t>
            </a:r>
            <a:endParaRPr lang="ko-KR" sz="2800" dirty="0"/>
          </a:p>
        </p:txBody>
      </p:sp>
      <p:sp>
        <p:nvSpPr>
          <p:cNvPr id="6" name="S07-chip18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7-text18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(play)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______ badminton yesterday.</a:t>
            </a:r>
            <a:endParaRPr lang="ko-KR" sz="2800" dirty="0"/>
          </a:p>
        </p:txBody>
      </p:sp>
      <p:sp>
        <p:nvSpPr>
          <p:cNvPr id="8" name="S07-chip18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7-text18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(go)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______ to the library yesterday.</a:t>
            </a:r>
            <a:endParaRPr lang="ko-KR" sz="2800" dirty="0"/>
          </a:p>
        </p:txBody>
      </p:sp>
      <p:sp>
        <p:nvSpPr>
          <p:cNvPr id="10" name="S07-chip19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7-text191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(watch)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______ a movie yesterday.</a:t>
            </a:r>
            <a:endParaRPr lang="ko-KR" sz="2800" dirty="0"/>
          </a:p>
        </p:txBody>
      </p:sp>
      <p:sp>
        <p:nvSpPr>
          <p:cNvPr id="12" name="S07-chip192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7-text193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(eat)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______ noodles yesterday.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문장이 바를까요?</a:t>
            </a:r>
            <a:endParaRPr lang="ko-KR" sz="4000" dirty="0"/>
          </a:p>
        </p:txBody>
      </p:sp>
      <p:sp>
        <p:nvSpPr>
          <p:cNvPr id="3" name="S08-card19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9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공원에 간 일을 두 친구가 말했어요.</a:t>
            </a:r>
            <a:endParaRPr lang="ko-KR" sz="2800" dirty="0"/>
          </a:p>
        </p:txBody>
      </p:sp>
      <p:sp>
        <p:nvSpPr>
          <p:cNvPr id="5" name="S08-card1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문장은 어느 쪽일까요? 왜 그렇게 생각해요?</a:t>
            </a:r>
            <a:endParaRPr lang="ko-KR" sz="2800" dirty="0"/>
          </a:p>
        </p:txBody>
      </p:sp>
      <p:sp>
        <p:nvSpPr>
          <p:cNvPr id="7" name="S08-chip19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word199"/>
          <p:cNvSpPr txBox="1"/>
          <p:nvPr/>
        </p:nvSpPr>
        <p:spPr>
          <a:xfrm>
            <a:off x="548640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goed to the park yesterday.</a:t>
            </a:r>
            <a:endParaRPr lang="ko-KR" sz="3200" dirty="0"/>
          </a:p>
        </p:txBody>
      </p:sp>
      <p:sp>
        <p:nvSpPr>
          <p:cNvPr id="9" name="S08-chip20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word201"/>
          <p:cNvSpPr txBox="1"/>
          <p:nvPr/>
        </p:nvSpPr>
        <p:spPr>
          <a:xfrm>
            <a:off x="6277356" y="3268980"/>
            <a:ext cx="536295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went to the park yesterday.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한 일인지 말해요</a:t>
            </a:r>
            <a:endParaRPr lang="ko-KR" sz="4000" dirty="0"/>
          </a:p>
        </p:txBody>
      </p:sp>
      <p:sp>
        <p:nvSpPr>
          <p:cNvPr id="3" name="S09-card2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visited my grandma last Sunday.</a:t>
            </a:r>
            <a:endParaRPr lang="ko-KR" sz="2800" dirty="0"/>
          </a:p>
        </p:txBody>
      </p:sp>
      <p:sp>
        <p:nvSpPr>
          <p:cNvPr id="5" name="S09-word204"/>
          <p:cNvSpPr txBox="1"/>
          <p:nvPr/>
        </p:nvSpPr>
        <p:spPr>
          <a:xfrm>
            <a:off x="548640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</a:t>
            </a:r>
            <a:endParaRPr lang="ko-KR" sz="3200" dirty="0"/>
          </a:p>
        </p:txBody>
      </p:sp>
      <p:sp>
        <p:nvSpPr>
          <p:cNvPr id="6" name="S09-word205"/>
          <p:cNvSpPr txBox="1"/>
          <p:nvPr/>
        </p:nvSpPr>
        <p:spPr>
          <a:xfrm>
            <a:off x="4337304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last Sunday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일요일</a:t>
            </a:r>
            <a:endParaRPr lang="ko-KR" sz="3200" dirty="0"/>
          </a:p>
        </p:txBody>
      </p:sp>
      <p:sp>
        <p:nvSpPr>
          <p:cNvPr id="7" name="S09-word206"/>
          <p:cNvSpPr txBox="1"/>
          <p:nvPr/>
        </p:nvSpPr>
        <p:spPr>
          <a:xfrm>
            <a:off x="8125968" y="23545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last weekend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주말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Mina의 지난 주말</a:t>
            </a:r>
            <a:endParaRPr lang="ko-KR" sz="4000" dirty="0"/>
          </a:p>
        </p:txBody>
      </p:sp>
      <p:sp>
        <p:nvSpPr>
          <p:cNvPr id="3" name="S10-card2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2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과거형 동사를 찾고, 원래 모양을 말해요.</a:t>
            </a:r>
            <a:endParaRPr lang="ko-KR" sz="2800" dirty="0"/>
          </a:p>
        </p:txBody>
      </p:sp>
      <p:sp>
        <p:nvSpPr>
          <p:cNvPr id="5" name="S10-passagebox209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210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Weekend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I visited my grandma last Saturday.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We ate noodles together.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I played badminton with my dad last Sunday.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I had a great weekend.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일을 말해요</a:t>
            </a:r>
            <a:endParaRPr lang="ko-KR" sz="4000" dirty="0"/>
          </a:p>
        </p:txBody>
      </p:sp>
      <p:sp>
        <p:nvSpPr>
          <p:cNvPr id="3" name="S11-text2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이어 지난 일을 한 문장으로 말해요.</a:t>
            </a:r>
            <a:endParaRPr lang="ko-KR" sz="2800" dirty="0"/>
          </a:p>
        </p:txBody>
      </p:sp>
      <p:sp>
        <p:nvSpPr>
          <p:cNvPr id="4" name="S11-chip21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text21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visit my grandma · last Sunday</a:t>
            </a:r>
            <a:endParaRPr lang="ko-KR" sz="2800" dirty="0"/>
          </a:p>
        </p:txBody>
      </p:sp>
      <p:sp>
        <p:nvSpPr>
          <p:cNvPr id="6" name="S11-chip21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1-text21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watch TV · yesterday</a:t>
            </a:r>
            <a:endParaRPr lang="ko-KR" sz="2800" dirty="0"/>
          </a:p>
        </p:txBody>
      </p:sp>
      <p:sp>
        <p:nvSpPr>
          <p:cNvPr id="8" name="S11-chip21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1-text21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지난 주말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2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①②③은 동사를 바꾸어 말하고, ④는 말하고 써요.</a:t>
            </a:r>
            <a:endParaRPr lang="ko-KR" sz="2800" dirty="0"/>
          </a:p>
        </p:txBody>
      </p:sp>
      <p:sp>
        <p:nvSpPr>
          <p:cNvPr id="4" name="S12-chip21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2-text22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(play)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______ soccer last Saturday.</a:t>
            </a:r>
            <a:endParaRPr lang="ko-KR" sz="2800" dirty="0"/>
          </a:p>
        </p:txBody>
      </p:sp>
      <p:sp>
        <p:nvSpPr>
          <p:cNvPr id="6" name="S12-chip22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2-text22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(see)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______ a rainbow yesterday.</a:t>
            </a:r>
            <a:endParaRPr lang="ko-KR" sz="2800" dirty="0"/>
          </a:p>
        </p:txBody>
      </p:sp>
      <p:sp>
        <p:nvSpPr>
          <p:cNvPr id="8" name="S12-chip22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2-text22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(have)</a:t>
            </a:r>
            <a:endParaRPr lang="ko-KR" sz="2800" dirty="0"/>
          </a:p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______ a party last Sunday.</a:t>
            </a:r>
            <a:endParaRPr lang="ko-KR" sz="2800" dirty="0"/>
          </a:p>
        </p:txBody>
      </p:sp>
      <p:sp>
        <p:nvSpPr>
          <p:cNvPr id="10" name="S12-chip22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2-text22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 한 가지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문장을 골라요</a:t>
            </a:r>
            <a:endParaRPr lang="ko-KR" sz="4000" dirty="0"/>
          </a:p>
        </p:txBody>
      </p:sp>
      <p:sp>
        <p:nvSpPr>
          <p:cNvPr id="3" name="S14-card2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2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문장은 어느 것일까요? 어떻게 알았나요?</a:t>
            </a:r>
            <a:endParaRPr lang="ko-KR" sz="2800" dirty="0"/>
          </a:p>
        </p:txBody>
      </p:sp>
      <p:sp>
        <p:nvSpPr>
          <p:cNvPr id="5" name="S14-chip229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6" name="S14-card230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231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eated pizza yesterday.</a:t>
            </a:r>
            <a:endParaRPr lang="ko-KR" sz="2800" dirty="0"/>
          </a:p>
        </p:txBody>
      </p:sp>
      <p:sp>
        <p:nvSpPr>
          <p:cNvPr id="8" name="S14-chip232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9" name="S14-card233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4-cardtext234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ate pizza yesterday.</a:t>
            </a:r>
            <a:endParaRPr lang="ko-KR" sz="2800" dirty="0"/>
          </a:p>
        </p:txBody>
      </p:sp>
      <p:sp>
        <p:nvSpPr>
          <p:cNvPr id="11" name="S14-chip235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2" name="S14-card236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4-cardtext237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eat pizza yesterday.</a:t>
            </a:r>
            <a:endParaRPr lang="ko-KR" sz="2800" dirty="0"/>
          </a:p>
        </p:txBody>
      </p:sp>
      <p:sp>
        <p:nvSpPr>
          <p:cNvPr id="14" name="S14-chip238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5" name="S14-card239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4-cardtext240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ated pizza yesterday.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24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24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일은 과거형으로 말해요. play → played, go → went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yesterday, last Sunday 같은 말을 문장 끝에 붙여요.</a:t>
            </a:r>
            <a:endParaRPr lang="ko-KR" sz="2800" dirty="0"/>
          </a:p>
        </p:txBody>
      </p:sp>
      <p:sp>
        <p:nvSpPr>
          <p:cNvPr id="5" name="S15-chip24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I went ~ yesterday.</a:t>
            </a:r>
            <a:endParaRPr lang="ko-KR" sz="2200" dirty="0"/>
          </a:p>
        </p:txBody>
      </p:sp>
      <p:sp>
        <p:nvSpPr>
          <p:cNvPr id="6" name="S15-chip24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I goed ~. / I eated ~.</a:t>
            </a:r>
            <a:endParaRPr lang="ko-KR" sz="2200" dirty="0"/>
          </a:p>
        </p:txBody>
      </p:sp>
      <p:sp>
        <p:nvSpPr>
          <p:cNvPr id="7" name="S15-text24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5-text24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go, eat, see, have의 과거형은?</a:t>
            </a:r>
            <a:endParaRPr lang="ko-KR" sz="2200" dirty="0"/>
          </a:p>
        </p:txBody>
      </p:sp>
      <p:sp>
        <p:nvSpPr>
          <p:cNvPr id="9" name="S15-text24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I (watch) TV yesterday. 바르게</a:t>
            </a:r>
            <a:endParaRPr lang="ko-KR" sz="2200" dirty="0"/>
          </a:p>
        </p:txBody>
      </p:sp>
      <p:sp>
        <p:nvSpPr>
          <p:cNvPr id="10" name="S15-text24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어제 한 일 한 문장 말하기</a:t>
            </a:r>
            <a:endParaRPr lang="ko-KR" sz="2200" dirty="0"/>
          </a:p>
        </p:txBody>
      </p:sp>
      <p:sp>
        <p:nvSpPr>
          <p:cNvPr id="11" name="S15-text24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좋아하는 것과 이유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하루 일과 다시 말하기</a:t>
            </a:r>
            <a:endParaRPr lang="ko-KR" sz="4000" dirty="0"/>
          </a:p>
        </p:txBody>
      </p:sp>
      <p:sp>
        <p:nvSpPr>
          <p:cNvPr id="3" name="S16-card2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6-cardtext2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하는 일은 I ~ at ~.으로 말해요.</a:t>
            </a:r>
            <a:endParaRPr lang="ko-KR" sz="2800" dirty="0"/>
          </a:p>
        </p:txBody>
      </p:sp>
      <p:sp>
        <p:nvSpPr>
          <p:cNvPr id="5" name="S16-word252"/>
          <p:cNvSpPr txBox="1"/>
          <p:nvPr/>
        </p:nvSpPr>
        <p:spPr>
          <a:xfrm>
            <a:off x="548640" y="134874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get up at seven.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7시에 일어나요.</a:t>
            </a:r>
            <a:endParaRPr lang="ko-KR" sz="3200" dirty="0"/>
          </a:p>
        </p:txBody>
      </p:sp>
      <p:sp>
        <p:nvSpPr>
          <p:cNvPr id="6" name="S16-word253"/>
          <p:cNvSpPr txBox="1"/>
          <p:nvPr/>
        </p:nvSpPr>
        <p:spPr>
          <a:xfrm>
            <a:off x="548640" y="3360420"/>
            <a:ext cx="11091672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 go to school at eight thirty.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8시 30분에 학교에 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영어 지난 일 말하기</dc:title>
  <dc:subject>KR22-G05-ENG-PAST-L01</dc:subject>
  <dc:creator>education-ppt</dc:creator>
  <cp:lastModifiedBy>education-ppt</cp:lastModifiedBy>
  <cp:revision>1</cp:revision>
  <dcterms:created xsi:type="dcterms:W3CDTF">2026-10-26T08:58:56Z</dcterms:created>
  <dcterms:modified xsi:type="dcterms:W3CDTF">2026-10-26T08:58:56Z</dcterms:modified>
</cp:coreProperties>
</file>