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ba1c60c-f281-62e0-d20e-901a21d534ca}">
          <p14:sldIdLst>
            <p14:sldId id="256"/>
            <p14:sldId id="257"/>
          </p14:sldIdLst>
        </p14:section>
        <p14:section name="개념" id="{5b428def-6632-59df-52bb-fc7ef55e1e96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7bf476cc-b22f-eb64-fcd6-eb2f82fba371}">
          <p14:sldIdLst>
            <p14:sldId id="262"/>
            <p14:sldId id="263"/>
            <p14:sldId id="265"/>
            <p14:sldId id="266"/>
          </p14:sldIdLst>
        </p14:section>
        <p14:section name="개념" id="{7e4536c3-6ddd-2b8e-4a38-3e8554b9edc9}">
          <p14:sldIdLst/>
        </p14:section>
        <p14:section name="연습" id="{ed5d0b2a-0496-0e28-c6b7-bb563fc69f67}">
          <p14:sldIdLst/>
        </p14:section>
        <p14:section name="확인" id="{108c34ca-a880-8648-3635-1bc99371b8ce}">
          <p14:sldIdLst>
            <p14:sldId id="267"/>
            <p14:sldId id="268"/>
          </p14:sldIdLst>
        </p14:section>
        <p14:section name="정리" id="{f81248fa-f179-a233-a1a3-68ea6a5729c3}">
          <p14:sldIdLst>
            <p14:sldId id="269"/>
          </p14:sldIdLst>
        </p14:section>
        <p14:section name="보충" id="{b14f863d-fecd-75bf-d7c8-aa89bddcd4e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말하기와쓰기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지난 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지난 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지난 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 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1234440"/>
            <a:ext cx="393192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played soccer yesterday.</a:t>
            </a:r>
            <a:endParaRPr lang="ko-KR" sz="32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지난 일을 과거형 동사로 바르게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yesterday, last Sunday를 넣어 지난 일을 말하고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하는 일 떠올리기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낱말과 시계를 보고 문장으로 말해요.</a:t>
            </a:r>
            <a:endParaRPr lang="ko-KR" sz="28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word6"/>
          <p:cNvSpPr txBox="1"/>
          <p:nvPr/>
        </p:nvSpPr>
        <p:spPr>
          <a:xfrm>
            <a:off x="1344168" y="2148840"/>
            <a:ext cx="258318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up</a:t>
            </a:r>
            <a:endParaRPr lang="ko-KR" sz="3200" dirty="0"/>
          </a:p>
        </p:txBody>
      </p:sp>
      <p:sp>
        <p:nvSpPr>
          <p:cNvPr id="6" name="S02-figure7" descr="시계: 7시"/>
          <p:cNvSpPr/>
          <p:nvPr/>
        </p:nvSpPr>
        <p:spPr>
          <a:xfrm>
            <a:off x="4533138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2-line8"/>
          <p:cNvSpPr/>
          <p:nvPr/>
        </p:nvSpPr>
        <p:spPr>
          <a:xfrm>
            <a:off x="5538978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2-line9"/>
          <p:cNvSpPr/>
          <p:nvPr/>
        </p:nvSpPr>
        <p:spPr>
          <a:xfrm flipH="1">
            <a:off x="5635037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10"/>
          <p:cNvSpPr/>
          <p:nvPr/>
        </p:nvSpPr>
        <p:spPr>
          <a:xfrm flipH="1">
            <a:off x="5730043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11"/>
          <p:cNvSpPr/>
          <p:nvPr/>
        </p:nvSpPr>
        <p:spPr>
          <a:xfrm flipH="1">
            <a:off x="5822956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2-line12"/>
          <p:cNvSpPr/>
          <p:nvPr/>
        </p:nvSpPr>
        <p:spPr>
          <a:xfrm flipH="1">
            <a:off x="5912758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2-line13"/>
          <p:cNvSpPr/>
          <p:nvPr/>
        </p:nvSpPr>
        <p:spPr>
          <a:xfrm flipH="1">
            <a:off x="5968289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2-line14"/>
          <p:cNvSpPr/>
          <p:nvPr/>
        </p:nvSpPr>
        <p:spPr>
          <a:xfrm flipH="1">
            <a:off x="6079136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15"/>
          <p:cNvSpPr/>
          <p:nvPr/>
        </p:nvSpPr>
        <p:spPr>
          <a:xfrm flipH="1">
            <a:off x="6153890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16"/>
          <p:cNvSpPr/>
          <p:nvPr/>
        </p:nvSpPr>
        <p:spPr>
          <a:xfrm flipH="1">
            <a:off x="6221907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line17"/>
          <p:cNvSpPr/>
          <p:nvPr/>
        </p:nvSpPr>
        <p:spPr>
          <a:xfrm flipH="1">
            <a:off x="6282442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2-line18"/>
          <p:cNvSpPr/>
          <p:nvPr/>
        </p:nvSpPr>
        <p:spPr>
          <a:xfrm flipH="1">
            <a:off x="6282566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2-line19"/>
          <p:cNvSpPr/>
          <p:nvPr/>
        </p:nvSpPr>
        <p:spPr>
          <a:xfrm flipH="1">
            <a:off x="6378501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20"/>
          <p:cNvSpPr/>
          <p:nvPr/>
        </p:nvSpPr>
        <p:spPr>
          <a:xfrm flipH="1">
            <a:off x="6412972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21"/>
          <p:cNvSpPr/>
          <p:nvPr/>
        </p:nvSpPr>
        <p:spPr>
          <a:xfrm flipH="1">
            <a:off x="6437868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2-line22"/>
          <p:cNvSpPr/>
          <p:nvPr/>
        </p:nvSpPr>
        <p:spPr>
          <a:xfrm flipH="1">
            <a:off x="6452916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line23"/>
          <p:cNvSpPr/>
          <p:nvPr/>
        </p:nvSpPr>
        <p:spPr>
          <a:xfrm flipH="1">
            <a:off x="6397600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line24"/>
          <p:cNvSpPr/>
          <p:nvPr/>
        </p:nvSpPr>
        <p:spPr>
          <a:xfrm flipH="1" flipV="1">
            <a:off x="6452916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25"/>
          <p:cNvSpPr/>
          <p:nvPr/>
        </p:nvSpPr>
        <p:spPr>
          <a:xfrm flipH="1" flipV="1">
            <a:off x="6437868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26"/>
          <p:cNvSpPr/>
          <p:nvPr/>
        </p:nvSpPr>
        <p:spPr>
          <a:xfrm flipH="1" flipV="1">
            <a:off x="6412972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2-line27"/>
          <p:cNvSpPr/>
          <p:nvPr/>
        </p:nvSpPr>
        <p:spPr>
          <a:xfrm flipH="1" flipV="1">
            <a:off x="6378501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2-line28"/>
          <p:cNvSpPr/>
          <p:nvPr/>
        </p:nvSpPr>
        <p:spPr>
          <a:xfrm flipH="1" flipV="1">
            <a:off x="6282566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2-line29"/>
          <p:cNvSpPr/>
          <p:nvPr/>
        </p:nvSpPr>
        <p:spPr>
          <a:xfrm flipH="1" flipV="1">
            <a:off x="6282442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30"/>
          <p:cNvSpPr/>
          <p:nvPr/>
        </p:nvSpPr>
        <p:spPr>
          <a:xfrm flipH="1" flipV="1">
            <a:off x="6221907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31"/>
          <p:cNvSpPr/>
          <p:nvPr/>
        </p:nvSpPr>
        <p:spPr>
          <a:xfrm flipH="1" flipV="1">
            <a:off x="6153890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2-line32"/>
          <p:cNvSpPr/>
          <p:nvPr/>
        </p:nvSpPr>
        <p:spPr>
          <a:xfrm flipH="1" flipV="1">
            <a:off x="6079136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2-line33"/>
          <p:cNvSpPr/>
          <p:nvPr/>
        </p:nvSpPr>
        <p:spPr>
          <a:xfrm flipH="1" flipV="1">
            <a:off x="5968289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2-line34"/>
          <p:cNvSpPr/>
          <p:nvPr/>
        </p:nvSpPr>
        <p:spPr>
          <a:xfrm flipH="1" flipV="1">
            <a:off x="5912758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35"/>
          <p:cNvSpPr/>
          <p:nvPr/>
        </p:nvSpPr>
        <p:spPr>
          <a:xfrm flipH="1" flipV="1">
            <a:off x="5822956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36"/>
          <p:cNvSpPr/>
          <p:nvPr/>
        </p:nvSpPr>
        <p:spPr>
          <a:xfrm flipH="1" flipV="1">
            <a:off x="5730043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2-line37"/>
          <p:cNvSpPr/>
          <p:nvPr/>
        </p:nvSpPr>
        <p:spPr>
          <a:xfrm flipH="1" flipV="1">
            <a:off x="5635037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2-line38"/>
          <p:cNvSpPr/>
          <p:nvPr/>
        </p:nvSpPr>
        <p:spPr>
          <a:xfrm flipV="1">
            <a:off x="5538978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2-line39"/>
          <p:cNvSpPr/>
          <p:nvPr/>
        </p:nvSpPr>
        <p:spPr>
          <a:xfrm flipV="1">
            <a:off x="5437662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40"/>
          <p:cNvSpPr/>
          <p:nvPr/>
        </p:nvSpPr>
        <p:spPr>
          <a:xfrm flipV="1">
            <a:off x="5337457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41"/>
          <p:cNvSpPr/>
          <p:nvPr/>
        </p:nvSpPr>
        <p:spPr>
          <a:xfrm flipV="1">
            <a:off x="5239459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2-line42"/>
          <p:cNvSpPr/>
          <p:nvPr/>
        </p:nvSpPr>
        <p:spPr>
          <a:xfrm flipV="1">
            <a:off x="5144743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2-line43"/>
          <p:cNvSpPr/>
          <p:nvPr/>
        </p:nvSpPr>
        <p:spPr>
          <a:xfrm flipV="1">
            <a:off x="5054346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2-line44"/>
          <p:cNvSpPr/>
          <p:nvPr/>
        </p:nvSpPr>
        <p:spPr>
          <a:xfrm flipV="1">
            <a:off x="4969259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45"/>
          <p:cNvSpPr/>
          <p:nvPr/>
        </p:nvSpPr>
        <p:spPr>
          <a:xfrm flipV="1">
            <a:off x="4890414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46"/>
          <p:cNvSpPr/>
          <p:nvPr/>
        </p:nvSpPr>
        <p:spPr>
          <a:xfrm flipV="1">
            <a:off x="4818674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2-line47"/>
          <p:cNvSpPr/>
          <p:nvPr/>
        </p:nvSpPr>
        <p:spPr>
          <a:xfrm flipV="1">
            <a:off x="4754827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2-line48"/>
          <p:cNvSpPr/>
          <p:nvPr/>
        </p:nvSpPr>
        <p:spPr>
          <a:xfrm flipV="1">
            <a:off x="4699571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2-line49"/>
          <p:cNvSpPr/>
          <p:nvPr/>
        </p:nvSpPr>
        <p:spPr>
          <a:xfrm flipV="1">
            <a:off x="4653511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50"/>
          <p:cNvSpPr/>
          <p:nvPr/>
        </p:nvSpPr>
        <p:spPr>
          <a:xfrm flipV="1">
            <a:off x="4617153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51"/>
          <p:cNvSpPr/>
          <p:nvPr/>
        </p:nvSpPr>
        <p:spPr>
          <a:xfrm flipV="1">
            <a:off x="4590895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2-line52"/>
          <p:cNvSpPr/>
          <p:nvPr/>
        </p:nvSpPr>
        <p:spPr>
          <a:xfrm flipV="1">
            <a:off x="4575024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2-line53"/>
          <p:cNvSpPr/>
          <p:nvPr/>
        </p:nvSpPr>
        <p:spPr>
          <a:xfrm>
            <a:off x="4569714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2-line54"/>
          <p:cNvSpPr/>
          <p:nvPr/>
        </p:nvSpPr>
        <p:spPr>
          <a:xfrm>
            <a:off x="4575024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55"/>
          <p:cNvSpPr/>
          <p:nvPr/>
        </p:nvSpPr>
        <p:spPr>
          <a:xfrm>
            <a:off x="4590895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56"/>
          <p:cNvSpPr/>
          <p:nvPr/>
        </p:nvSpPr>
        <p:spPr>
          <a:xfrm>
            <a:off x="4617153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2-line57"/>
          <p:cNvSpPr/>
          <p:nvPr/>
        </p:nvSpPr>
        <p:spPr>
          <a:xfrm>
            <a:off x="4653511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2-line58"/>
          <p:cNvSpPr/>
          <p:nvPr/>
        </p:nvSpPr>
        <p:spPr>
          <a:xfrm>
            <a:off x="4699571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2-line59"/>
          <p:cNvSpPr/>
          <p:nvPr/>
        </p:nvSpPr>
        <p:spPr>
          <a:xfrm>
            <a:off x="4754827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60"/>
          <p:cNvSpPr/>
          <p:nvPr/>
        </p:nvSpPr>
        <p:spPr>
          <a:xfrm>
            <a:off x="4818674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61"/>
          <p:cNvSpPr/>
          <p:nvPr/>
        </p:nvSpPr>
        <p:spPr>
          <a:xfrm>
            <a:off x="4890414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2-line62"/>
          <p:cNvSpPr/>
          <p:nvPr/>
        </p:nvSpPr>
        <p:spPr>
          <a:xfrm>
            <a:off x="4969259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2-line63"/>
          <p:cNvSpPr/>
          <p:nvPr/>
        </p:nvSpPr>
        <p:spPr>
          <a:xfrm>
            <a:off x="5054346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2-line64"/>
          <p:cNvSpPr/>
          <p:nvPr/>
        </p:nvSpPr>
        <p:spPr>
          <a:xfrm>
            <a:off x="5144743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65"/>
          <p:cNvSpPr/>
          <p:nvPr/>
        </p:nvSpPr>
        <p:spPr>
          <a:xfrm>
            <a:off x="5239459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ine66"/>
          <p:cNvSpPr/>
          <p:nvPr/>
        </p:nvSpPr>
        <p:spPr>
          <a:xfrm>
            <a:off x="5337457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2-line67"/>
          <p:cNvSpPr/>
          <p:nvPr/>
        </p:nvSpPr>
        <p:spPr>
          <a:xfrm>
            <a:off x="5437662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2-label68"/>
          <p:cNvSpPr txBox="1"/>
          <p:nvPr/>
        </p:nvSpPr>
        <p:spPr>
          <a:xfrm>
            <a:off x="5661965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68" name="S02-label69"/>
          <p:cNvSpPr txBox="1"/>
          <p:nvPr/>
        </p:nvSpPr>
        <p:spPr>
          <a:xfrm>
            <a:off x="5952814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69" name="S02-label70"/>
          <p:cNvSpPr txBox="1"/>
          <p:nvPr/>
        </p:nvSpPr>
        <p:spPr>
          <a:xfrm>
            <a:off x="6059272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0" name="S02-label71"/>
          <p:cNvSpPr txBox="1"/>
          <p:nvPr/>
        </p:nvSpPr>
        <p:spPr>
          <a:xfrm>
            <a:off x="5952814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1" name="S02-label72"/>
          <p:cNvSpPr txBox="1"/>
          <p:nvPr/>
        </p:nvSpPr>
        <p:spPr>
          <a:xfrm>
            <a:off x="5661965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2" name="S02-label73"/>
          <p:cNvSpPr txBox="1"/>
          <p:nvPr/>
        </p:nvSpPr>
        <p:spPr>
          <a:xfrm>
            <a:off x="5264658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73" name="S02-label74"/>
          <p:cNvSpPr txBox="1"/>
          <p:nvPr/>
        </p:nvSpPr>
        <p:spPr>
          <a:xfrm>
            <a:off x="4867351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74" name="S02-label75"/>
          <p:cNvSpPr txBox="1"/>
          <p:nvPr/>
        </p:nvSpPr>
        <p:spPr>
          <a:xfrm>
            <a:off x="4576502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75" name="S02-label76"/>
          <p:cNvSpPr txBox="1"/>
          <p:nvPr/>
        </p:nvSpPr>
        <p:spPr>
          <a:xfrm>
            <a:off x="4470044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76" name="S02-label77"/>
          <p:cNvSpPr txBox="1"/>
          <p:nvPr/>
        </p:nvSpPr>
        <p:spPr>
          <a:xfrm>
            <a:off x="4576502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77" name="S02-label78"/>
          <p:cNvSpPr txBox="1"/>
          <p:nvPr/>
        </p:nvSpPr>
        <p:spPr>
          <a:xfrm>
            <a:off x="4867351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78" name="S02-label79"/>
          <p:cNvSpPr txBox="1"/>
          <p:nvPr/>
        </p:nvSpPr>
        <p:spPr>
          <a:xfrm>
            <a:off x="5264658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79" name="S02-line80"/>
          <p:cNvSpPr/>
          <p:nvPr/>
        </p:nvSpPr>
        <p:spPr>
          <a:xfrm flipH="1">
            <a:off x="5317693" y="3017520"/>
            <a:ext cx="221285" cy="383277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2-line81"/>
          <p:cNvSpPr/>
          <p:nvPr/>
        </p:nvSpPr>
        <p:spPr>
          <a:xfrm flipV="1">
            <a:off x="5538978" y="237378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2-pin82"/>
          <p:cNvSpPr/>
          <p:nvPr/>
        </p:nvSpPr>
        <p:spPr>
          <a:xfrm>
            <a:off x="5484114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2-chip8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3" name="S02-word84"/>
          <p:cNvSpPr txBox="1"/>
          <p:nvPr/>
        </p:nvSpPr>
        <p:spPr>
          <a:xfrm>
            <a:off x="1344168" y="4343400"/>
            <a:ext cx="2583180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school</a:t>
            </a:r>
            <a:endParaRPr lang="ko-KR" sz="3200" dirty="0"/>
          </a:p>
        </p:txBody>
      </p:sp>
      <p:sp>
        <p:nvSpPr>
          <p:cNvPr id="84" name="S02-figure85" descr="시계: 8시 30분"/>
          <p:cNvSpPr/>
          <p:nvPr/>
        </p:nvSpPr>
        <p:spPr>
          <a:xfrm>
            <a:off x="4533138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02-line86"/>
          <p:cNvSpPr/>
          <p:nvPr/>
        </p:nvSpPr>
        <p:spPr>
          <a:xfrm>
            <a:off x="5538978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02-line87"/>
          <p:cNvSpPr/>
          <p:nvPr/>
        </p:nvSpPr>
        <p:spPr>
          <a:xfrm flipH="1">
            <a:off x="5635037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88"/>
          <p:cNvSpPr/>
          <p:nvPr/>
        </p:nvSpPr>
        <p:spPr>
          <a:xfrm flipH="1">
            <a:off x="5730043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2-line89"/>
          <p:cNvSpPr/>
          <p:nvPr/>
        </p:nvSpPr>
        <p:spPr>
          <a:xfrm flipH="1">
            <a:off x="5822956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2-line90"/>
          <p:cNvSpPr/>
          <p:nvPr/>
        </p:nvSpPr>
        <p:spPr>
          <a:xfrm flipH="1">
            <a:off x="5912758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91"/>
          <p:cNvSpPr/>
          <p:nvPr/>
        </p:nvSpPr>
        <p:spPr>
          <a:xfrm flipH="1">
            <a:off x="5968289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02-line92"/>
          <p:cNvSpPr/>
          <p:nvPr/>
        </p:nvSpPr>
        <p:spPr>
          <a:xfrm flipH="1">
            <a:off x="6079136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93"/>
          <p:cNvSpPr/>
          <p:nvPr/>
        </p:nvSpPr>
        <p:spPr>
          <a:xfrm flipH="1">
            <a:off x="6153890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2-line94"/>
          <p:cNvSpPr/>
          <p:nvPr/>
        </p:nvSpPr>
        <p:spPr>
          <a:xfrm flipH="1">
            <a:off x="6221907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2-line95"/>
          <p:cNvSpPr/>
          <p:nvPr/>
        </p:nvSpPr>
        <p:spPr>
          <a:xfrm flipH="1">
            <a:off x="6282442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96"/>
          <p:cNvSpPr/>
          <p:nvPr/>
        </p:nvSpPr>
        <p:spPr>
          <a:xfrm flipH="1">
            <a:off x="6282566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02-line97"/>
          <p:cNvSpPr/>
          <p:nvPr/>
        </p:nvSpPr>
        <p:spPr>
          <a:xfrm flipH="1">
            <a:off x="637850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ine98"/>
          <p:cNvSpPr/>
          <p:nvPr/>
        </p:nvSpPr>
        <p:spPr>
          <a:xfrm flipH="1">
            <a:off x="6412972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2-line99"/>
          <p:cNvSpPr/>
          <p:nvPr/>
        </p:nvSpPr>
        <p:spPr>
          <a:xfrm flipH="1">
            <a:off x="6437868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2-line100"/>
          <p:cNvSpPr/>
          <p:nvPr/>
        </p:nvSpPr>
        <p:spPr>
          <a:xfrm flipH="1">
            <a:off x="6452916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2-line101"/>
          <p:cNvSpPr/>
          <p:nvPr/>
        </p:nvSpPr>
        <p:spPr>
          <a:xfrm flipH="1">
            <a:off x="6397600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02-line102"/>
          <p:cNvSpPr/>
          <p:nvPr/>
        </p:nvSpPr>
        <p:spPr>
          <a:xfrm flipH="1" flipV="1">
            <a:off x="6452916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2-line103"/>
          <p:cNvSpPr/>
          <p:nvPr/>
        </p:nvSpPr>
        <p:spPr>
          <a:xfrm flipH="1" flipV="1">
            <a:off x="6437868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2-line104"/>
          <p:cNvSpPr/>
          <p:nvPr/>
        </p:nvSpPr>
        <p:spPr>
          <a:xfrm flipH="1" flipV="1">
            <a:off x="6412972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2-line105"/>
          <p:cNvSpPr/>
          <p:nvPr/>
        </p:nvSpPr>
        <p:spPr>
          <a:xfrm flipH="1" flipV="1">
            <a:off x="637850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2-line106"/>
          <p:cNvSpPr/>
          <p:nvPr/>
        </p:nvSpPr>
        <p:spPr>
          <a:xfrm flipH="1" flipV="1">
            <a:off x="6282566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02-line107"/>
          <p:cNvSpPr/>
          <p:nvPr/>
        </p:nvSpPr>
        <p:spPr>
          <a:xfrm flipH="1" flipV="1">
            <a:off x="6282442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2-line108"/>
          <p:cNvSpPr/>
          <p:nvPr/>
        </p:nvSpPr>
        <p:spPr>
          <a:xfrm flipH="1" flipV="1">
            <a:off x="6221907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2-line109"/>
          <p:cNvSpPr/>
          <p:nvPr/>
        </p:nvSpPr>
        <p:spPr>
          <a:xfrm flipH="1" flipV="1">
            <a:off x="6153890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2-line110"/>
          <p:cNvSpPr/>
          <p:nvPr/>
        </p:nvSpPr>
        <p:spPr>
          <a:xfrm flipH="1" flipV="1">
            <a:off x="6079136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2-line111"/>
          <p:cNvSpPr/>
          <p:nvPr/>
        </p:nvSpPr>
        <p:spPr>
          <a:xfrm flipH="1" flipV="1">
            <a:off x="5968289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02-line112"/>
          <p:cNvSpPr/>
          <p:nvPr/>
        </p:nvSpPr>
        <p:spPr>
          <a:xfrm flipH="1" flipV="1">
            <a:off x="5912758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2-line113"/>
          <p:cNvSpPr/>
          <p:nvPr/>
        </p:nvSpPr>
        <p:spPr>
          <a:xfrm flipH="1" flipV="1">
            <a:off x="5822956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2-line114"/>
          <p:cNvSpPr/>
          <p:nvPr/>
        </p:nvSpPr>
        <p:spPr>
          <a:xfrm flipH="1" flipV="1">
            <a:off x="5730043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2-line115"/>
          <p:cNvSpPr/>
          <p:nvPr/>
        </p:nvSpPr>
        <p:spPr>
          <a:xfrm flipH="1" flipV="1">
            <a:off x="5635037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2-line116"/>
          <p:cNvSpPr/>
          <p:nvPr/>
        </p:nvSpPr>
        <p:spPr>
          <a:xfrm flipV="1">
            <a:off x="5538978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02-line117"/>
          <p:cNvSpPr/>
          <p:nvPr/>
        </p:nvSpPr>
        <p:spPr>
          <a:xfrm flipV="1">
            <a:off x="5437662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2-line118"/>
          <p:cNvSpPr/>
          <p:nvPr/>
        </p:nvSpPr>
        <p:spPr>
          <a:xfrm flipV="1">
            <a:off x="5337457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2-line119"/>
          <p:cNvSpPr/>
          <p:nvPr/>
        </p:nvSpPr>
        <p:spPr>
          <a:xfrm flipV="1">
            <a:off x="5239459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2-line120"/>
          <p:cNvSpPr/>
          <p:nvPr/>
        </p:nvSpPr>
        <p:spPr>
          <a:xfrm flipV="1">
            <a:off x="5144743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2-line121"/>
          <p:cNvSpPr/>
          <p:nvPr/>
        </p:nvSpPr>
        <p:spPr>
          <a:xfrm flipV="1">
            <a:off x="5054346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02-line122"/>
          <p:cNvSpPr/>
          <p:nvPr/>
        </p:nvSpPr>
        <p:spPr>
          <a:xfrm flipV="1">
            <a:off x="4969259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2-line123"/>
          <p:cNvSpPr/>
          <p:nvPr/>
        </p:nvSpPr>
        <p:spPr>
          <a:xfrm flipV="1">
            <a:off x="4890414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2-line124"/>
          <p:cNvSpPr/>
          <p:nvPr/>
        </p:nvSpPr>
        <p:spPr>
          <a:xfrm flipV="1">
            <a:off x="4818674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2-line125"/>
          <p:cNvSpPr/>
          <p:nvPr/>
        </p:nvSpPr>
        <p:spPr>
          <a:xfrm flipV="1">
            <a:off x="4754827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2-line126"/>
          <p:cNvSpPr/>
          <p:nvPr/>
        </p:nvSpPr>
        <p:spPr>
          <a:xfrm flipV="1">
            <a:off x="4699571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02-line127"/>
          <p:cNvSpPr/>
          <p:nvPr/>
        </p:nvSpPr>
        <p:spPr>
          <a:xfrm flipV="1">
            <a:off x="465351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2-line128"/>
          <p:cNvSpPr/>
          <p:nvPr/>
        </p:nvSpPr>
        <p:spPr>
          <a:xfrm flipV="1">
            <a:off x="461715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2-line129"/>
          <p:cNvSpPr/>
          <p:nvPr/>
        </p:nvSpPr>
        <p:spPr>
          <a:xfrm flipV="1">
            <a:off x="4590895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2-line130"/>
          <p:cNvSpPr/>
          <p:nvPr/>
        </p:nvSpPr>
        <p:spPr>
          <a:xfrm flipV="1">
            <a:off x="4575024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2-line131"/>
          <p:cNvSpPr/>
          <p:nvPr/>
        </p:nvSpPr>
        <p:spPr>
          <a:xfrm>
            <a:off x="4569714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02-line132"/>
          <p:cNvSpPr/>
          <p:nvPr/>
        </p:nvSpPr>
        <p:spPr>
          <a:xfrm>
            <a:off x="4575024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2-line133"/>
          <p:cNvSpPr/>
          <p:nvPr/>
        </p:nvSpPr>
        <p:spPr>
          <a:xfrm>
            <a:off x="4590895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2-line134"/>
          <p:cNvSpPr/>
          <p:nvPr/>
        </p:nvSpPr>
        <p:spPr>
          <a:xfrm>
            <a:off x="461715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2-line135"/>
          <p:cNvSpPr/>
          <p:nvPr/>
        </p:nvSpPr>
        <p:spPr>
          <a:xfrm>
            <a:off x="465351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2-line136"/>
          <p:cNvSpPr/>
          <p:nvPr/>
        </p:nvSpPr>
        <p:spPr>
          <a:xfrm>
            <a:off x="4699571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02-line137"/>
          <p:cNvSpPr/>
          <p:nvPr/>
        </p:nvSpPr>
        <p:spPr>
          <a:xfrm>
            <a:off x="4754827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2-line138"/>
          <p:cNvSpPr/>
          <p:nvPr/>
        </p:nvSpPr>
        <p:spPr>
          <a:xfrm>
            <a:off x="4818674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2-line139"/>
          <p:cNvSpPr/>
          <p:nvPr/>
        </p:nvSpPr>
        <p:spPr>
          <a:xfrm>
            <a:off x="4890414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2-line140"/>
          <p:cNvSpPr/>
          <p:nvPr/>
        </p:nvSpPr>
        <p:spPr>
          <a:xfrm>
            <a:off x="4969259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2-line141"/>
          <p:cNvSpPr/>
          <p:nvPr/>
        </p:nvSpPr>
        <p:spPr>
          <a:xfrm>
            <a:off x="5054346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02-line142"/>
          <p:cNvSpPr/>
          <p:nvPr/>
        </p:nvSpPr>
        <p:spPr>
          <a:xfrm>
            <a:off x="5144743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2-line143"/>
          <p:cNvSpPr/>
          <p:nvPr/>
        </p:nvSpPr>
        <p:spPr>
          <a:xfrm>
            <a:off x="5239459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2-line144"/>
          <p:cNvSpPr/>
          <p:nvPr/>
        </p:nvSpPr>
        <p:spPr>
          <a:xfrm>
            <a:off x="5337457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2-line145"/>
          <p:cNvSpPr/>
          <p:nvPr/>
        </p:nvSpPr>
        <p:spPr>
          <a:xfrm>
            <a:off x="5437662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2-label146"/>
          <p:cNvSpPr txBox="1"/>
          <p:nvPr/>
        </p:nvSpPr>
        <p:spPr>
          <a:xfrm>
            <a:off x="5661965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46" name="S02-label147"/>
          <p:cNvSpPr txBox="1"/>
          <p:nvPr/>
        </p:nvSpPr>
        <p:spPr>
          <a:xfrm>
            <a:off x="5952814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7" name="S02-label148"/>
          <p:cNvSpPr txBox="1"/>
          <p:nvPr/>
        </p:nvSpPr>
        <p:spPr>
          <a:xfrm>
            <a:off x="6059272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48" name="S02-label149"/>
          <p:cNvSpPr txBox="1"/>
          <p:nvPr/>
        </p:nvSpPr>
        <p:spPr>
          <a:xfrm>
            <a:off x="5952814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9" name="S02-label150"/>
          <p:cNvSpPr txBox="1"/>
          <p:nvPr/>
        </p:nvSpPr>
        <p:spPr>
          <a:xfrm>
            <a:off x="5661965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50" name="S02-label151"/>
          <p:cNvSpPr txBox="1"/>
          <p:nvPr/>
        </p:nvSpPr>
        <p:spPr>
          <a:xfrm>
            <a:off x="5264658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51" name="S02-label152"/>
          <p:cNvSpPr txBox="1"/>
          <p:nvPr/>
        </p:nvSpPr>
        <p:spPr>
          <a:xfrm>
            <a:off x="4867351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52" name="S02-label153"/>
          <p:cNvSpPr txBox="1"/>
          <p:nvPr/>
        </p:nvSpPr>
        <p:spPr>
          <a:xfrm>
            <a:off x="4576502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53" name="S02-label154"/>
          <p:cNvSpPr txBox="1"/>
          <p:nvPr/>
        </p:nvSpPr>
        <p:spPr>
          <a:xfrm>
            <a:off x="4470044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54" name="S02-label155"/>
          <p:cNvSpPr txBox="1"/>
          <p:nvPr/>
        </p:nvSpPr>
        <p:spPr>
          <a:xfrm>
            <a:off x="4576502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55" name="S02-label156"/>
          <p:cNvSpPr txBox="1"/>
          <p:nvPr/>
        </p:nvSpPr>
        <p:spPr>
          <a:xfrm>
            <a:off x="4867351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56" name="S02-label157"/>
          <p:cNvSpPr txBox="1"/>
          <p:nvPr/>
        </p:nvSpPr>
        <p:spPr>
          <a:xfrm>
            <a:off x="5264658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57" name="S02-line158"/>
          <p:cNvSpPr/>
          <p:nvPr/>
        </p:nvSpPr>
        <p:spPr>
          <a:xfrm flipH="1">
            <a:off x="5111489" y="5212080"/>
            <a:ext cx="427489" cy="11454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02-line159"/>
          <p:cNvSpPr/>
          <p:nvPr/>
        </p:nvSpPr>
        <p:spPr>
          <a:xfrm>
            <a:off x="5538978" y="5212080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02-pin160"/>
          <p:cNvSpPr/>
          <p:nvPr/>
        </p:nvSpPr>
        <p:spPr>
          <a:xfrm>
            <a:off x="5484114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하는 일, 어제 한 일</a:t>
            </a:r>
            <a:endParaRPr lang="ko-KR" sz="4000" dirty="0"/>
          </a:p>
        </p:txBody>
      </p:sp>
      <p:sp>
        <p:nvSpPr>
          <p:cNvPr id="3" name="S03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일은 동사 끝에 -ed를 붙여 말해요.</a:t>
            </a:r>
            <a:endParaRPr lang="ko-KR" sz="2800" dirty="0"/>
          </a:p>
        </p:txBody>
      </p:sp>
      <p:sp>
        <p:nvSpPr>
          <p:cNvPr id="5" name="S03-word163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 soccer every day.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매일 축구를 해요.</a:t>
            </a:r>
            <a:endParaRPr lang="ko-KR" sz="3200" dirty="0"/>
          </a:p>
        </p:txBody>
      </p:sp>
      <p:sp>
        <p:nvSpPr>
          <p:cNvPr id="6" name="S03-word164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FDEBDD"/>
          </a:solidFill>
          <a:ln w="31750">
            <a:solidFill>
              <a:srgbClr val="E9762B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played soccer yesterday.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어제 축구를 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-ed를 붙여요</a:t>
            </a:r>
            <a:endParaRPr lang="ko-KR" sz="4000" dirty="0"/>
          </a:p>
        </p:txBody>
      </p:sp>
      <p:sp>
        <p:nvSpPr>
          <p:cNvPr id="3" name="S04-card165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66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visited my grandma.</a:t>
            </a:r>
            <a:endParaRPr lang="ko-KR" sz="2800" dirty="0"/>
          </a:p>
        </p:txBody>
      </p:sp>
      <p:sp>
        <p:nvSpPr>
          <p:cNvPr id="5" name="S04-card167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168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watched TV.</a:t>
            </a:r>
            <a:endParaRPr lang="ko-KR" sz="2800" dirty="0"/>
          </a:p>
        </p:txBody>
      </p:sp>
      <p:sp>
        <p:nvSpPr>
          <p:cNvPr id="7" name="S04-word169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 → visited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방문하다 → 방문했다</a:t>
            </a:r>
            <a:endParaRPr lang="ko-KR" sz="3200" dirty="0"/>
          </a:p>
        </p:txBody>
      </p:sp>
      <p:sp>
        <p:nvSpPr>
          <p:cNvPr id="8" name="S04-word170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→ watched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보다 → 보았다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바뀌는 동사 ①</a:t>
            </a:r>
            <a:endParaRPr lang="ko-KR" sz="4000" dirty="0"/>
          </a:p>
        </p:txBody>
      </p:sp>
      <p:sp>
        <p:nvSpPr>
          <p:cNvPr id="3" name="S05-card171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172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went to the park.</a:t>
            </a:r>
            <a:endParaRPr lang="ko-KR" sz="2800" dirty="0"/>
          </a:p>
        </p:txBody>
      </p:sp>
      <p:sp>
        <p:nvSpPr>
          <p:cNvPr id="5" name="S05-card173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174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ate pizza.</a:t>
            </a:r>
            <a:endParaRPr lang="ko-KR" sz="2800" dirty="0"/>
          </a:p>
        </p:txBody>
      </p:sp>
      <p:sp>
        <p:nvSpPr>
          <p:cNvPr id="7" name="S05-word175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→ went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가다 → 갔다</a:t>
            </a:r>
            <a:endParaRPr lang="ko-KR" sz="3200" dirty="0"/>
          </a:p>
        </p:txBody>
      </p:sp>
      <p:sp>
        <p:nvSpPr>
          <p:cNvPr id="8" name="S05-word176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eat → ate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먹다 → 먹었다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바뀌는 동사 ②</a:t>
            </a:r>
            <a:endParaRPr lang="ko-KR" sz="4000" dirty="0"/>
          </a:p>
        </p:txBody>
      </p:sp>
      <p:sp>
        <p:nvSpPr>
          <p:cNvPr id="3" name="S06-card17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7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saw a rainbow.</a:t>
            </a:r>
            <a:endParaRPr lang="ko-KR" sz="2800" dirty="0"/>
          </a:p>
        </p:txBody>
      </p:sp>
      <p:sp>
        <p:nvSpPr>
          <p:cNvPr id="5" name="S06-card17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18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had a party.</a:t>
            </a:r>
            <a:endParaRPr lang="ko-KR" sz="2800" dirty="0"/>
          </a:p>
        </p:txBody>
      </p:sp>
      <p:sp>
        <p:nvSpPr>
          <p:cNvPr id="7" name="S06-word181"/>
          <p:cNvSpPr txBox="1"/>
          <p:nvPr/>
        </p:nvSpPr>
        <p:spPr>
          <a:xfrm>
            <a:off x="548640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 → saw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보다 → 보았다</a:t>
            </a:r>
            <a:endParaRPr lang="ko-KR" sz="3200" dirty="0"/>
          </a:p>
        </p:txBody>
      </p:sp>
      <p:sp>
        <p:nvSpPr>
          <p:cNvPr id="8" name="S06-word182"/>
          <p:cNvSpPr txBox="1"/>
          <p:nvPr/>
        </p:nvSpPr>
        <p:spPr>
          <a:xfrm>
            <a:off x="6231636" y="235458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have → had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가지다 → 가졌다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일로 바꾸어요</a:t>
            </a:r>
            <a:endParaRPr lang="ko-KR" sz="4000" dirty="0"/>
          </a:p>
        </p:txBody>
      </p:sp>
      <p:sp>
        <p:nvSpPr>
          <p:cNvPr id="3" name="S07-text1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괄호 안의 동사를 알맞게 바꾸어 말해요.</a:t>
            </a:r>
            <a:endParaRPr lang="ko-KR" sz="2800" dirty="0"/>
          </a:p>
        </p:txBody>
      </p:sp>
      <p:sp>
        <p:nvSpPr>
          <p:cNvPr id="4" name="S07-card18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8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-ed를 붙일까요, 모양이 바뀔까요?</a:t>
            </a:r>
            <a:endParaRPr lang="ko-KR" sz="2800" dirty="0"/>
          </a:p>
        </p:txBody>
      </p:sp>
      <p:sp>
        <p:nvSpPr>
          <p:cNvPr id="6" name="S07-chip18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text18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(play)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badminton yesterday.</a:t>
            </a:r>
            <a:endParaRPr lang="ko-KR" sz="2800" dirty="0"/>
          </a:p>
        </p:txBody>
      </p:sp>
      <p:sp>
        <p:nvSpPr>
          <p:cNvPr id="8" name="S07-chip18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7-text18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(go)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to the library yesterday.</a:t>
            </a:r>
            <a:endParaRPr lang="ko-KR" sz="2800" dirty="0"/>
          </a:p>
        </p:txBody>
      </p:sp>
      <p:sp>
        <p:nvSpPr>
          <p:cNvPr id="10" name="S07-chip19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7-text19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(watch)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a movie yesterday.</a:t>
            </a:r>
            <a:endParaRPr lang="ko-KR" sz="2800" dirty="0"/>
          </a:p>
        </p:txBody>
      </p:sp>
      <p:sp>
        <p:nvSpPr>
          <p:cNvPr id="12" name="S07-chip19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7-text19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(eat)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noodles yesterday.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바를까요?</a:t>
            </a:r>
            <a:endParaRPr lang="ko-KR" sz="4000" dirty="0"/>
          </a:p>
        </p:txBody>
      </p:sp>
      <p:sp>
        <p:nvSpPr>
          <p:cNvPr id="3" name="S08-card19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9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공원에 간 일을 두 친구가 말했어요.</a:t>
            </a:r>
            <a:endParaRPr lang="ko-KR" sz="2800" dirty="0"/>
          </a:p>
        </p:txBody>
      </p:sp>
      <p:sp>
        <p:nvSpPr>
          <p:cNvPr id="5" name="S08-card1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문장은 어느 쪽일까요? 왜 그렇게 생각해요?</a:t>
            </a:r>
            <a:endParaRPr lang="ko-KR" sz="2800" dirty="0"/>
          </a:p>
        </p:txBody>
      </p:sp>
      <p:sp>
        <p:nvSpPr>
          <p:cNvPr id="7" name="S08-chip19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word199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goed to the park yesterday.</a:t>
            </a:r>
            <a:endParaRPr lang="ko-KR" sz="3200" dirty="0"/>
          </a:p>
        </p:txBody>
      </p:sp>
      <p:sp>
        <p:nvSpPr>
          <p:cNvPr id="9" name="S08-chip20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word201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went to the park yesterday.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한 일인지 말해요</a:t>
            </a:r>
            <a:endParaRPr lang="ko-KR" sz="4000" dirty="0"/>
          </a:p>
        </p:txBody>
      </p:sp>
      <p:sp>
        <p:nvSpPr>
          <p:cNvPr id="3" name="S09-card2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visited my grandma last Sunday.</a:t>
            </a:r>
            <a:endParaRPr lang="ko-KR" sz="2800" dirty="0"/>
          </a:p>
        </p:txBody>
      </p:sp>
      <p:sp>
        <p:nvSpPr>
          <p:cNvPr id="5" name="S09-word204"/>
          <p:cNvSpPr txBox="1"/>
          <p:nvPr/>
        </p:nvSpPr>
        <p:spPr>
          <a:xfrm>
            <a:off x="548640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</a:t>
            </a:r>
            <a:endParaRPr lang="ko-KR" sz="3200" dirty="0"/>
          </a:p>
        </p:txBody>
      </p:sp>
      <p:sp>
        <p:nvSpPr>
          <p:cNvPr id="6" name="S09-word205"/>
          <p:cNvSpPr txBox="1"/>
          <p:nvPr/>
        </p:nvSpPr>
        <p:spPr>
          <a:xfrm>
            <a:off x="4337304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last Sunday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일요일</a:t>
            </a:r>
            <a:endParaRPr lang="ko-KR" sz="3200" dirty="0"/>
          </a:p>
        </p:txBody>
      </p:sp>
      <p:sp>
        <p:nvSpPr>
          <p:cNvPr id="7" name="S09-word206"/>
          <p:cNvSpPr txBox="1"/>
          <p:nvPr/>
        </p:nvSpPr>
        <p:spPr>
          <a:xfrm>
            <a:off x="8125968" y="235458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last weekend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주말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Mina의 지난 주말</a:t>
            </a:r>
            <a:endParaRPr lang="ko-KR" sz="4000" dirty="0"/>
          </a:p>
        </p:txBody>
      </p:sp>
      <p:sp>
        <p:nvSpPr>
          <p:cNvPr id="3" name="S10-card2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0-cardtext2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과거형 동사를 찾고, 원래 모양을 말해요.</a:t>
            </a:r>
            <a:endParaRPr lang="ko-KR" sz="2800" dirty="0"/>
          </a:p>
        </p:txBody>
      </p:sp>
      <p:sp>
        <p:nvSpPr>
          <p:cNvPr id="5" name="S10-passagebox209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0-passage210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Weekend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visited my grandma last Saturday.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We ate noodles together.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played badminton with my dad last Sunday.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had a great weekend.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일을 말해요</a:t>
            </a:r>
            <a:endParaRPr lang="ko-KR" sz="4000" dirty="0"/>
          </a:p>
        </p:txBody>
      </p:sp>
      <p:sp>
        <p:nvSpPr>
          <p:cNvPr id="3" name="S11-text2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이어 지난 일을 한 문장으로 말해요.</a:t>
            </a:r>
            <a:endParaRPr lang="ko-KR" sz="2800" dirty="0"/>
          </a:p>
        </p:txBody>
      </p:sp>
      <p:sp>
        <p:nvSpPr>
          <p:cNvPr id="4" name="S11-chip21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text21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visit my grandma · last Sunday</a:t>
            </a:r>
            <a:endParaRPr lang="ko-KR" sz="2800" dirty="0"/>
          </a:p>
        </p:txBody>
      </p:sp>
      <p:sp>
        <p:nvSpPr>
          <p:cNvPr id="6" name="S11-chip21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1-text21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watch TV · yesterday</a:t>
            </a:r>
            <a:endParaRPr lang="ko-KR" sz="2800" dirty="0"/>
          </a:p>
        </p:txBody>
      </p:sp>
      <p:sp>
        <p:nvSpPr>
          <p:cNvPr id="8" name="S11-chip21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1-text21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지난 주말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①②③은 동사를 바꾸어 말하고, ④는 말하고 써요.</a:t>
            </a:r>
            <a:endParaRPr lang="ko-KR" sz="2800" dirty="0"/>
          </a:p>
        </p:txBody>
      </p:sp>
      <p:sp>
        <p:nvSpPr>
          <p:cNvPr id="4" name="S12-chip21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2-text22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(play)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soccer last Saturday.</a:t>
            </a:r>
            <a:endParaRPr lang="ko-KR" sz="2800" dirty="0"/>
          </a:p>
        </p:txBody>
      </p:sp>
      <p:sp>
        <p:nvSpPr>
          <p:cNvPr id="6" name="S12-chip22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2-text22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(see)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a rainbow yesterday.</a:t>
            </a:r>
            <a:endParaRPr lang="ko-KR" sz="2800" dirty="0"/>
          </a:p>
        </p:txBody>
      </p:sp>
      <p:sp>
        <p:nvSpPr>
          <p:cNvPr id="8" name="S12-chip223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2-text224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(have)</a:t>
            </a:r>
            <a:endParaRPr lang="ko-KR" sz="2800" dirty="0"/>
          </a:p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______ a party last Sunday.</a:t>
            </a:r>
            <a:endParaRPr lang="ko-KR" sz="2800" dirty="0"/>
          </a:p>
        </p:txBody>
      </p:sp>
      <p:sp>
        <p:nvSpPr>
          <p:cNvPr id="10" name="S12-chip22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2-text226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 한 가지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문장을 골라요</a:t>
            </a:r>
            <a:endParaRPr lang="ko-KR" sz="4000" dirty="0"/>
          </a:p>
        </p:txBody>
      </p:sp>
      <p:sp>
        <p:nvSpPr>
          <p:cNvPr id="3" name="S14-card2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2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문장은 어느 것일까요? 어떻게 알았나요?</a:t>
            </a:r>
            <a:endParaRPr lang="ko-KR" sz="2800" dirty="0"/>
          </a:p>
        </p:txBody>
      </p:sp>
      <p:sp>
        <p:nvSpPr>
          <p:cNvPr id="5" name="S14-chip22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4-card230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4-cardtext231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eated pizza yesterday.</a:t>
            </a:r>
            <a:endParaRPr lang="ko-KR" sz="2800" dirty="0"/>
          </a:p>
        </p:txBody>
      </p:sp>
      <p:sp>
        <p:nvSpPr>
          <p:cNvPr id="8" name="S14-chip232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4-card233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234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ate pizza yesterday.</a:t>
            </a:r>
            <a:endParaRPr lang="ko-KR" sz="2800" dirty="0"/>
          </a:p>
        </p:txBody>
      </p:sp>
      <p:sp>
        <p:nvSpPr>
          <p:cNvPr id="11" name="S14-chip235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4-card236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4-cardtext237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eat pizza yesterday.</a:t>
            </a:r>
            <a:endParaRPr lang="ko-KR" sz="2800" dirty="0"/>
          </a:p>
        </p:txBody>
      </p:sp>
      <p:sp>
        <p:nvSpPr>
          <p:cNvPr id="14" name="S14-chip238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4-card239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240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ated pizza yesterday.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241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242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일은 과거형으로 말해요. play → played, go → went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yesterday, last Sunday 같은 말을 문장 끝에 붙여요.</a:t>
            </a:r>
            <a:endParaRPr lang="ko-KR" sz="2800" dirty="0"/>
          </a:p>
        </p:txBody>
      </p:sp>
      <p:sp>
        <p:nvSpPr>
          <p:cNvPr id="5" name="S15-chip243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I went ~ yesterday.</a:t>
            </a:r>
            <a:endParaRPr lang="ko-KR" sz="2200" dirty="0"/>
          </a:p>
        </p:txBody>
      </p:sp>
      <p:sp>
        <p:nvSpPr>
          <p:cNvPr id="6" name="S15-chip244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 goed ~. / I eated ~.</a:t>
            </a:r>
            <a:endParaRPr lang="ko-KR" sz="2200" dirty="0"/>
          </a:p>
        </p:txBody>
      </p:sp>
      <p:sp>
        <p:nvSpPr>
          <p:cNvPr id="7" name="S15-text245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5-text246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go, eat, see, have의 과거형은?</a:t>
            </a:r>
            <a:endParaRPr lang="ko-KR" sz="2200" dirty="0"/>
          </a:p>
        </p:txBody>
      </p:sp>
      <p:sp>
        <p:nvSpPr>
          <p:cNvPr id="9" name="S15-text247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(watch) TV yesterday. 바르게</a:t>
            </a:r>
            <a:endParaRPr lang="ko-KR" sz="2200" dirty="0"/>
          </a:p>
        </p:txBody>
      </p:sp>
      <p:sp>
        <p:nvSpPr>
          <p:cNvPr id="10" name="S15-text248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어제 한 일 한 문장 말하기</a:t>
            </a:r>
            <a:endParaRPr lang="ko-KR" sz="2200" dirty="0"/>
          </a:p>
        </p:txBody>
      </p:sp>
      <p:sp>
        <p:nvSpPr>
          <p:cNvPr id="11" name="S15-text24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좋아하는 것과 이유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하루 일과 다시 말하기</a:t>
            </a:r>
            <a:endParaRPr lang="ko-KR" sz="4000" dirty="0"/>
          </a:p>
        </p:txBody>
      </p:sp>
      <p:sp>
        <p:nvSpPr>
          <p:cNvPr id="3" name="S16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6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하는 일은 I ~ at ~.으로 말해요.</a:t>
            </a:r>
            <a:endParaRPr lang="ko-KR" sz="2800" dirty="0"/>
          </a:p>
        </p:txBody>
      </p:sp>
      <p:sp>
        <p:nvSpPr>
          <p:cNvPr id="5" name="S16-word252"/>
          <p:cNvSpPr txBox="1"/>
          <p:nvPr/>
        </p:nvSpPr>
        <p:spPr>
          <a:xfrm>
            <a:off x="548640" y="134874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seven.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7시에 일어나요.</a:t>
            </a:r>
            <a:endParaRPr lang="ko-KR" sz="3200" dirty="0"/>
          </a:p>
        </p:txBody>
      </p:sp>
      <p:sp>
        <p:nvSpPr>
          <p:cNvPr id="6" name="S16-word253"/>
          <p:cNvSpPr txBox="1"/>
          <p:nvPr/>
        </p:nvSpPr>
        <p:spPr>
          <a:xfrm>
            <a:off x="548640" y="3360420"/>
            <a:ext cx="11091672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eight thirty.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8시 30분에 학교에 가요.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지난 일 말하기</dc:title>
  <dc:subject>KR22-G05-ENG-PAST-L01</dc:subject>
  <dc:creator>education-ppt</dc:creator>
  <cp:lastModifiedBy>education-ppt</cp:lastModifiedBy>
  <cp:revision>1</cp:revision>
  <dcterms:created xsi:type="dcterms:W3CDTF">2026-10-26T09:07:58Z</dcterms:created>
  <dcterms:modified xsi:type="dcterms:W3CDTF">2026-10-26T09:07:58Z</dcterms:modified>
</cp:coreProperties>
</file>