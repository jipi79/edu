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도입" id="{70eeb08e-5fcd-a62b-2d23-6d177a55dab8}">
          <p14:sldIdLst>
            <p14:sldId id="256"/>
            <p14:sldId id="257"/>
          </p14:sldIdLst>
        </p14:section>
        <p14:section name="개념" id="{f3e07a08-20d6-9993-8d92-c83551b61fc8}">
          <p14:sldIdLst>
            <p14:sldId id="258"/>
            <p14:sldId id="264"/>
            <p14:sldId id="265"/>
          </p14:sldIdLst>
        </p14:section>
        <p14:section name="연습" id="{e8ee6277-8b6d-35e8-9c59-878c15541c25}">
          <p14:sldIdLst>
            <p14:sldId id="259"/>
            <p14:sldId id="260"/>
            <p14:sldId id="261"/>
            <p14:sldId id="262"/>
            <p14:sldId id="263"/>
            <p14:sldId id="266"/>
          </p14:sldIdLst>
        </p14:section>
        <p14:section name="개념" id="{bfd12907-1ed5-90e1-473d-8f4bea134057}">
          <p14:sldIdLst/>
        </p14:section>
        <p14:section name="연습" id="{592e3a36-ea95-1c24-603c-938c3f202325}">
          <p14:sldIdLst/>
        </p14:section>
        <p14:section name="확인" id="{71275313-0fac-fc0c-d094-6a1f84795316}">
          <p14:sldIdLst>
            <p14:sldId id="267"/>
            <p14:sldId id="268"/>
            <p14:sldId id="269"/>
          </p14:sldIdLst>
        </p14:section>
        <p14:section name="정리" id="{20cbb51c-aeca-7a2a-314a-1f32a58b7688}">
          <p14:sldIdLst>
            <p14:sldId id="270"/>
          </p14:sldIdLst>
        </p14:section>
        <p14:section name="보충" id="{34719871-604f-8d5d-329a-046abd325a91}">
          <p14:sldIdLst>
            <p14:sldId id="27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[S01 · 오늘의 질문과 목표]
목적: 오늘 할 일을 알리고, 운동할 때 몸에서 일어나는 변화에 궁금증을 갖게 합니다.
시간: 약 1분
이렇게 말해 보세요
- “달리기를 하고 나면 숨이 차고 가슴이 쿵쿵 뛰지? 왜 그럴까?”
- “오늘은 운동하기 전과 후에 맥박과 숨 쉬는 횟수를 직접 재 보고, 우리 몸의 기관들이 어떻게 함께 일하는지 알아볼 거야.”
예상 답
- “힘들어서요.” “숨이 모자라서요.” 어떤 답이든 괜찮습니다. 답을 확인하지 않고 넘어갑니다.
막히면
- 가슴에 손을 대 심장이 뛰는 것만 느껴 보고, 재는 것은 S06에서 합니다.
주의
- 초시계(휴대 전화)를 준비합니다. 운동할 자리(넓고 미끄럽지 않은 곳)의 물건을 치웁니다.
- 천식이나 심장 질환이 있거나 몸이 좋지 않은 날에는 운동 측정을 하지 않고, 화면과 노트의 예시 값으로 수업합니다.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[S02 · 선수 학습 확인(우리 몸의 기관)]
목적: 앞 차시 ‘우리 몸의 기관’(KR22-G05-SCI-ORGANS-L01)에서 배운 심장과 폐, 작은창자가 하는 일을 확인합니다. 오늘 기관들이 함께 일하는 모습을 설명하는 데 쓰입니다.
시간: 약 2분
이렇게 말해 보세요
- “① 심장은 무슨 일을 하지?”
- “② 폐는? ③ 작은창자는?”
정답
- ① 혈액을 온몸으로 보낸다(펌프처럼 뛴다).
- ② 산소를 받아들이고 이산화 탄소를 내보낸다.
- ③ 영양소를 흡수한다.
막히면
- ①~③ 가운데 두 개 넘게 흔들리면 S16(보충)을 먼저 합니다. 보충으로도 어려우면 앞 차시 ‘우리 몸의 기관’을 먼저 다시 봅니다.
주의
- 앞 차시의 몸 그림을 떠올리게 해도 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[S03 · 맥박과 호흡을 재는 방법(1분 값 구하기)]
목적: 맥박의 뜻과 손목에서 맥박을 찾는 법, 15초 동안 세어 4를 곱해 1분 동안의 횟수를 구하는 방법을 시범으로 보여 줍니다(목표 A).
시간: 약 3분
이렇게 말해 보세요
- “심장이 뛸 때마다 혈관이 톡톡 뛰는 것을 맥박이라고 해. 손목 안쪽 엄지 쪽에 두 손가락을 살짝 대 볼래?”
- “1분 동안 다 세면 오래 걸리니까 15초 동안 세고 4를 곱하자. 15초가 네 번이면 1분이니까.”
- “숨은 들이쉬고 내쉬는 것을 한 번으로 세. 30초 동안 세고 2를 곱하면 1분 동안의 횟수야.”
예상 답
- “톡톡 뛰는 게 느껴져요.” “15초 × 4 = 60초라서 4를 곱해요.”
막히면
- 손목에서 찾기 어려우면 손바닥을 왼쪽 가슴에 대고 심장 뛰는 것을 셉니다. 목 옆에서 찾을 때는 한쪽만 살짝 대고 세게 누르지 않습니다.
- 엄지손가락으로 재면 엄지의 맥박이 섞일 수 있으니 검지와 중지로 잽니다.
주의
- 화면의 20번은 방법을 보여 주는 예입니다. 아이의 실제 맥박과 같을 필요가 없습니다.
- 숨 쉬는 횟수는 스스로 세면 일부러 천천히 쉬게 되므로, 부모가 아이의 가슴이 오르내리는 것을 보고 셉니다.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[S04 · 1분 동안의 횟수 구하기 연습]
목적: 15초·30초 동안 센 횟수로 1분 동안의 횟수를 구하는 연습을 합니다(목표 A).
시간: 약 2분
이렇게 말해 보세요
- “①은 15초 동안 센 거야. 몇을 곱해야 1분이 될까?”
- “②는 30초 동안 센 숨이야. 몇을 곱할까?”
정답
- ① 22 × 4 = 88(번)
- ② 10 × 2 = 20(번)
- ③ 25 × 4 = 100(번)
막히면
- “15초가 몇 번 있으면 60초(1분)가 될까?”라고 묻고, 수직선에 15, 30, 45, 60을 써 보게 합니다.
- 22 × 4가 어려우면 22 + 22 + 22 + 22로 구하게 합니다.
주의
- ‘번’이라는 단위를 붙여 말하게 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[S05 · 측정 전 예상하기(운동 전·후)]
목적: 운동 직후와 쉰 뒤에 맥박과 숨이 어떻게 될지 예상합니다(목표 A). 결과는 S06에서 확인합니다.
시간: 약 1분
이렇게 말해 보세요
- “제자리에서 1분 동안 가볍게 뛰고 나면 맥박은 어떻게 될까? 숨은? 3분 쉬고 나면?”
- “예상은 활동지 2의 ‘내 예상’ 칸에 써 줘.”
예상 답
- 어떤 예상이든 괜찮습니다. “빨라질 것 같아요.” “쉬면 다시 느려질 것 같아요.” “숨만 빨라질 것 같아요.”
막히면
- “계단을 빨리 올라가고 나면 어땠어?”라고 경험을 떠올리게 합니다.
주의
- 결과를 알려 주지 않습니다.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[S06 · 운동 전·후 맥박과 호흡 재기]
목적: 운동 전, 가벼운 운동 직후, 3분 쉰 뒤에 맥박(15초)과 숨(30초)을 세어 기록합니다(목표 A, 오해 M1).
시간: 약 8분
이렇게 말해 보세요
- “먼저 의자에 앉아 1분 쉬고 맥박을 15초 동안 세어 볼까? 엄마(아빠)는 네 숨을 30초 동안 셀게.”
- “이제 1분 동안 제자리에서 가볍게 뛰어 보자. 끝나면 바로 앉아서 다시 세자.”
- “3분 쉬는 동안 활동지에 1분 동안의 횟수를 계산해 볼까? 3분이 지나면 한 번 더 재자.”
예상 답
- 예시(한 가지 예일 뿐 정답이 아님): 맥박 15초 동안 운동 전 21번 → 1분 84번, 운동 직후 30번 → 120번, 3분 쉰 뒤 23번 → 92번. 숨 30초 동안 운동 전 9번 → 1분 18번, 운동 직후 14번 → 28번, 3분 쉰 뒤 10번 → 20번. 아이마다 값이 다릅니다. 운동 직후에 둘 다 늘고, 쉰 뒤에 다시 줄어들면 됩니다.
막히면
- 운동 직후 맥박을 찾는 데 시간이 걸리면 미리 손가락 자리를 정해 두고, 손바닥을 가슴에 대고 셉니다.
- 층간 소음이 걱정되면 제자리에서 빠르게 걷기나 앉았다 일어나기 15번으로 바꿉니다(무엇을 했는지 활동지에 씁니다).
주의
- 어지럽거나 가슴이 아프거나 숨이 너무 차면 바로 멈추고 앉아서 쉽니다. 이때는 측정을 멈추고 예시 값으로 수업합니다.
- 운동 직후에는 맥박부터 세고(15초), 이어서 숨(30초)을 셉니다. 부모가 숨을 세면 두 가지를 함께 잴 수 있습니다.
- 운동은 미끄럽지 않은 바닥에서 맨발이나 실내화로 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[S07 · 측정 결과 정리(1분 동안의 횟수)]
목적: 센 횟수를 1분 동안의 횟수로 바꾸어 정리하고 예상과 비교합니다(목표 A).
시간: 약 3분
이렇게 말해 보세요
- “15초 동안 센 맥박에 4를 곱해 볼까? 숨은 2를 곱하고.”
- “운동 직후에 맥박과 숨은 어떻게 됐어? 쉬고 나니?”
예상 답
- 예시(한 가지 예): 맥박 84번 → 120번 → 92번, 숨 18번 → 28번 → 20번(모두 1분 동안). 아이가 잰 값이 정답입니다. 운동 직후에 둘 다 늘고 쉬면 다시 줄어들면 됩니다.
막히면
- 곱셈이 어려우면 S04로 돌아가 한 번 더 연습합니다.
주의
- 화면의 빈칸은 아이가 말로 채우는 자리입니다. 계산이 맞는지 부모가 함께 확인합니다.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[S08 · 오개념 비교(기관이 따로 일한다)]
목적: 운동할 때 한 기관만 바빠진다는 생각을, 맥박과 숨이 함께 빨라진 측정 결과로 바로잡습니다(목표 A·B, 오해 M2).
시간: 약 2분
이렇게 말해 보세요
- “토끼는 운동할 때 폐만 바빠지고 심장은 그대로래. 곰은 둘 다 바빠진대. 우리가 잰 결과는 어땠지?”
정답
- 곰. 증거: 운동 직후 숨 쉬는 횟수와 맥박이 모두 늘었습니다(예시: 숨 18번 → 28번, 맥박 84번 → 120번). 호흡 기관과 순환 기관이 함께 바빠졌습니다.
막히면
- S07의 표에서 두 열을 손가락으로 위아래로 따라가며 비교하게 합니다.
주의
- 증거를 하나 이상 말하면 잘한 것입니다. 왜 함께 바빠지는지는 S09에서 다룹니다.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[S09 · 결과로 설명하기(운동할 때 기관이 바빠지는 까닭)]
목적: 측정 결과를 증거로 운동할 때 근육이 산소와 영양소를 더 많이 쓰기 때문에 호흡 기관과 순환 기관이 함께 바빠진다는 것을 정리합니다(목표 B, 오해 M2).
시간: 약 3분
이렇게 말해 보세요
- “뛸 때 다리 근육은 많이 움직이지? 근육이 일하려면 산소와 영양소가 많이 필요해.”
- “그래서 숨을 빨리 쉬어 산소를 더 받아들이고, 심장이 빨리 뛰어 산소와 영양소를 실은 혈액을 근육에 더 빨리 보내.”
- “근육에서 생긴 이산화 탄소와 노폐물도 더 많이 내보내야 해.”
예상 답
- “근육이 산소를 많이 써서 숨이 빨라져요.” “심장이 혈액을 빨리 보내려고 맥박이 빨라져요.”
막히면
- 카드를 순서대로 읽으며 ‘근육이 필요한 것 → 폐가 하는 일 → 심장이 하는 일’로 잇습니다.
주의
- 운동할 때 땀이 나는 것도 몸의 온도를 조절하고 노폐물 일부를 내보내는 일입니다. 아이가 물으면 알려 줍니다.
- 쉬면 근육이 쓰는 산소가 줄어 맥박과 숨이 다시 운동 전에 가까워집니다(S07의 3분 쉰 뒤 값).</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[S10 · 기관의 협력 모형]
목적: 가운데 순환 기관을 중심으로 각 기관이 무엇을 주고받는지 모형(그림)으로 정리합니다(목표 B).
시간: 약 3분
이렇게 말해 보세요
- “가운데 심장·혈관이 있지? 폐에서 산소를, 작은창자에서 영양소를 받아 근육으로 날라.”
- “근육에서 생긴 이산화 탄소는 폐로, 노폐물은 콩팥으로 가서 몸 밖으로 나가. 화살표를 손가락으로 따라가며 말해 볼래?”
예상 답
- “폐에서 산소가 들어와서 심장이 근육으로 보내요.” “노폐물은 콩팥으로 가요.”
막히면
- 한 번에 화살표 하나씩만 따라가며 ‘어디에서 → 무엇이 → 어디로’를 말하게 합니다.
주의
- 이 그림은 기관이 주고받는 것을 나타낸 모형입니다. 실제로는 혈액이 온몸을 돌면서 이 일들이 함께 일어납니다.
- 원하면 아이가 ‘심장’이 되어 종이 카드(산소, 영양소)를 들고 방 안의 ‘근육’ 자리까지 나르는 놀이로 모형을 몸으로 해 볼 수 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[S11 · 모형으로 기관의 협력 설명하기]
목적: 모형을 떠올려 각 일을 맡은 기관을 말하고, 기관이 함께 일하는 순서를 연습합니다(목표 B).
시간: 약 3분
이렇게 말해 보세요
- “①부터 어느 기관이 하는지 말해 볼래? 모형에서 화살표가 어디에서 시작했는지 떠올려 봐.”
정답
- ① 폐(호흡 기관)
- ② 작은창자(소화 기관)
- ③ 심장·혈관(순환 기관)
- ④ 콩팥(배설 기관)
막히면
- S10의 모형을 다시 보여 주고 해당 화살표를 함께 찾습니다.
주의
- 기관 이름이나 기관 계통 이름(호흡 기관 등) 가운데 하나를 말하면 맞습니다.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[S12 · 혼자 해결]
목적: 도움 없이 1분 동안의 맥박을 구하고(①), 운동할 때 숨(②)과 맥박(③)이 빨라지는 까닭과 함께 일하는 기관(④)을 설명하는지 확인합니다(목표 A·B).
시간: 약 3분
이렇게 말해 보세요
- “이번에는 혼자 답해 볼래? 왜 그렇게 생각했는지도 말해 줘.”
정답
- ① 27 × 4 = 108(번)
- ② 근육이 산소를 많이 쓰므로 산소를 더 많이 받아들이려고(이산화 탄소를 더 많이 내보내려고)
- ③ 심장이 빨리 뛰어 산소와 영양소를 실은 혈액을 근육에 더 빨리 보내려고
- ④ 소화 기관(작은창자)과 순환 기관(심장·혈관)
막히면
- 바로 알려 주지 말고 “근육에게 무엇이 필요하지?”라고만 묻습니다.
- 도움을 받아 해결했다면 기록표에 ‘도움’으로 표시합니다.
주의
- ②③은 ‘근육이 산소(영양소)를 많이 쓴다’는 까닭이 들어 있어야 맞습니다. ‘힘들어서’만 말하면 다시 묻습니다.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[S13 · 정답과 피드백]
목적: 아이의 답을 함께 확인하고 흔한 실수를 바로잡습니다. 수업용에만 있는 장입니다.
시간: 약 1분
이렇게 말해 보세요
- “네 답과 같은지 볼까? 다르면 어디서 달라졌는지 찾아보자.”
정답
- ① 108번 ② 산소를 더 받아들이려고 ③ 혈액을 근육에 더 빨리 보내려고 ④ 소화 기관, 순환 기관
막히면
- ①이 틀리면 S03·S04로, ②③이 틀리면 S09로, ④가 틀리면 S10으로 돌아갑니다.
주의
- 이 장은 학생용 파일에는 없습니다. 아이와 함께 볼 때는 슬라이드 쇼로 보여 줍니다.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[S14 · 마무리 확인(측정값 해석)]
목적: 처음 보는 측정값에서 운동 직후의 값을 고르고, 나머지 값을 언제 쟀는지와 까닭을 말하는지 확인합니다(목표 A·B).
시간: 약 2분
이렇게 말해 보세요
- “하늘이가 운동 전, 줄넘기 직후, 5분 쉰 뒤에 1분 동안의 맥박을 쟀대. 순서가 섞여 있어. 줄넘기 직후에 잰 것은 어느 것일까?”
정답
- 나(120번). 줄넘기를 하면 근육이 산소와 영양소를 많이 써서 심장이 빨리 뛰기 때문입니다. 가(76번)는 운동 전, 다(84번)는 5분 쉰 뒤에 잰 값입니다.
막히면
- S07의 표에서 우리가 잰 값의 순서를 다시 보게 합니다.
주의
- 하늘이는 지어낸 이름이고 값은 한 가지 예시입니다.
- 답만 맞히고 까닭을 말하지 못하면 기록표에 ‘답만’으로 적습니다.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[S15 · 정리와 다음 수업 복습]
목적: 핵심을 정리하고 다음 수업 첫 5분에 풀 복습 문제를 알려 줍니다.
시간: 약 1분
이렇게 말해 보세요
- “운동하면 왜 숨이 차고 가슴이 뛰는지, 이제 설명해 볼래?”
예상 답
- “근육이 산소랑 영양소를 많이 써서, 폐는 숨을 빨리 쉬고 심장은 빨리 뛰어 혈액을 빨리 보내요.”
정답
- ① 4를 곱한다 ② 빨라진다(늘어난다) ③ 순환 기관(심장·혈관)
막히면
- S09, S10을 다시 보여 줍니다.
주의
- 복습 세 문제는 다음 수업을 시작할 때 활동지 마지막 쪽과 함께 풉니다.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[S16 · 선수 학습 보충(기관이 하는 일)]
목적: S02가 흔들리면, 오늘 쓰는 네 기관이 하는 일을 먼저 다시 익힙니다.
시간: 약 4분
이렇게 말해 보세요
- “카드를 하나씩 읽어 볼까? 몸의 어디쯤에 있는지 손으로 짚어 봐.”
- “가슴에 손을 대 볼까? 뛰는 것은 무슨 기관이지?”
예상 답
- “심장이요.” “폐는 가슴에 있어요.”
막히면
- 앞 차시의 몸 그림(S08·S12·S14·S15)을 다시 보여 줍니다.
주의
- 계획상 선수 차시는 ‘우리 몸의 기관’(KR22-G05-SCI-ORGANS-L01)입니다. 보충으로도 어려우면 그 차시를 먼저 다시 합니다.
- 보충이 오래 걸리면 오늘은 여기까지 하고 다음 날 S02부터 다시 시작합니다.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
    <p:bg>
      <p:bgPr>
        <a:solidFill>
          <a:srgbClr val="264653"/>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640080"/>
            <a:ext cx="6675120" cy="1188720"/>
          </a:xfrm>
          <a:prstGeom prst="rect">
            <a:avLst/>
          </a:prstGeom>
          <a:noFill/>
          <a:ln/>
        </p:spPr>
        <p:txBody>
          <a:bodyPr wrap="square" rtlCol="0"/>
          <a:lstStyle>
            <a:lvl1pPr algn="l" indent="0" marL="0">
              <a:buNone/>
              <a:defRPr lang="en-US" sz="4600" b="1" dirty="0">
                <a:solidFill>
                  <a:srgbClr val="FFFFFF"/>
                </a:solidFill>
                <a:latin typeface="맑은 고딕" pitchFamily="34" charset="0"/>
                <a:ea typeface="맑은 고딕" pitchFamily="34" charset="-122"/>
                <a:cs typeface="맑은 고딕" pitchFamily="34" charset="-120"/>
              </a:defRPr>
            </a:lvl1pPr>
          </a:lstStyle>
          <a:p>
            <a:pPr algn="l" indent="0" marL="0">
              <a:buNone/>
            </a:pPr>
            <a:endParaRPr lang="en-US" sz="4600" dirty="0"/>
          </a:p>
        </p:txBody>
      </p:sp>
      <p:sp>
        <p:nvSpPr>
          <p:cNvPr id="3" name="Text 0"/>
          <p:cNvSpPr/>
          <p:nvPr>
            <p:ph idx="101" type="body" hasCustomPrompt="1"/>
          </p:nvPr>
        </p:nvSpPr>
        <p:spPr>
          <a:xfrm>
            <a:off x="731520" y="1920240"/>
            <a:ext cx="6675120" cy="1645920"/>
          </a:xfrm>
          <a:prstGeom prst="rect">
            <a:avLst/>
          </a:prstGeom>
          <a:noFill/>
          <a:ln/>
        </p:spPr>
        <p:txBody>
          <a:bodyPr wrap="square" rtlCol="0"/>
          <a:lstStyle>
            <a:lvl1pPr indent="0" marL="0">
              <a:buNone/>
              <a:defRPr lang="en-US" sz="2800" dirty="0">
                <a:solidFill>
                  <a:srgbClr val="C9DCD8"/>
                </a:solidFill>
                <a:latin typeface="맑은 고딕" pitchFamily="34" charset="0"/>
                <a:ea typeface="맑은 고딕" pitchFamily="34" charset="-122"/>
                <a:cs typeface="맑은 고딕" pitchFamily="34" charset="-120"/>
              </a:defRPr>
            </a:lvl1pPr>
          </a:lstStyle>
          <a:p>
            <a:pPr indent="0" marL="0">
              <a:buNone/>
            </a:pPr>
            <a:endParaRPr lang="en-US" sz="2800" dirty="0"/>
          </a:p>
        </p:txBody>
      </p:sp>
      <p:sp>
        <p:nvSpPr>
          <p:cNvPr id="4" name="Text 0"/>
          <p:cNvSpPr/>
          <p:nvPr/>
        </p:nvSpPr>
        <p:spPr>
          <a:xfrm>
            <a:off x="548640" y="6382512"/>
            <a:ext cx="8686800" cy="320040"/>
          </a:xfrm>
          <a:prstGeom prst="rect">
            <a:avLst/>
          </a:prstGeom>
          <a:noFill/>
          <a:ln/>
        </p:spPr>
        <p:txBody>
          <a:bodyPr wrap="square" lIns="0" tIns="0" rIns="0" bIns="0" rtlCol="0" anchor="ctr"/>
          <a:lstStyle/>
          <a:p>
            <a:pPr indent="0" marL="0">
              <a:buNone/>
            </a:pPr>
            <a:r>
              <a:rPr lang="en-US" sz="1200" dirty="0">
                <a:solidFill>
                  <a:srgbClr val="C9DCD8"/>
                </a:solidFill>
                <a:latin typeface="맑은 고딕" pitchFamily="34" charset="0"/>
                <a:ea typeface="맑은 고딕" pitchFamily="34" charset="-122"/>
                <a:cs typeface="맑은 고딕" pitchFamily="34" charset="-120"/>
              </a:rPr>
              <a:t>초5 과학 · 몸과건강 · 2차시</a:t>
            </a:r>
            <a:endParaRPr lang="en-US" sz="1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rtlCol="0"/>
          <a:lstStyle>
            <a:lvl1pPr algn="l" indent="0" marL="0">
              <a:buNone/>
              <a:defRPr lang="en-US" sz="4000" b="1" dirty="0">
                <a:solidFill>
                  <a:srgbClr val="1F2937"/>
                </a:solidFill>
                <a:latin typeface="맑은 고딕" pitchFamily="34" charset="0"/>
                <a:ea typeface="맑은 고딕" pitchFamily="34" charset="-122"/>
                <a:cs typeface="맑은 고딕" pitchFamily="34" charset="-120"/>
              </a:defRPr>
            </a:lvl1pPr>
          </a:lstStyle>
          <a:p>
            <a:pPr algn="l" indent="0" marL="0">
              <a:buNone/>
            </a:pPr>
            <a:endParaRPr lang="en-US" sz="4000" dirty="0"/>
          </a:p>
        </p:txBody>
      </p:sp>
      <p:sp>
        <p:nvSpPr>
          <p:cNvPr id="3" name="Text 0"/>
          <p:cNvSpPr/>
          <p:nvPr/>
        </p:nvSpPr>
        <p:spPr>
          <a:xfrm>
            <a:off x="548640" y="6382512"/>
            <a:ext cx="8686800" cy="320040"/>
          </a:xfrm>
          <a:prstGeom prst="rect">
            <a:avLst/>
          </a:prstGeom>
          <a:noFill/>
          <a:ln/>
        </p:spPr>
        <p:txBody>
          <a:bodyPr wrap="square" lIns="0" tIns="0" rIns="0" bIns="0" rtlCol="0" anchor="ctr"/>
          <a:lstStyle/>
          <a:p>
            <a:pPr indent="0" marL="0">
              <a:buNone/>
            </a:pPr>
            <a:r>
              <a:rPr lang="en-US" sz="1200" dirty="0">
                <a:solidFill>
                  <a:srgbClr val="4B5563"/>
                </a:solidFill>
                <a:latin typeface="맑은 고딕" pitchFamily="34" charset="0"/>
                <a:ea typeface="맑은 고딕" pitchFamily="34" charset="-122"/>
                <a:cs typeface="맑은 고딕" pitchFamily="34" charset="-120"/>
              </a:rPr>
              <a:t>초5 과학 · 기관의 협력</a:t>
            </a:r>
            <a:endParaRPr lang="en-US" sz="1200" dirty="0"/>
          </a:p>
        </p:txBody>
      </p:sp>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4B5563"/>
                </a:solidFill>
                <a:latin typeface="맑은 고딕"/>
                <a:ea typeface="맑은 고딕"/>
                <a:cs typeface="맑은 고딕"/>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SING">
    <p:bg>
      <p:bgPr>
        <a:solidFill>
          <a:srgbClr val="264653"/>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rtlCol="0"/>
          <a:lstStyle>
            <a:lvl1pPr algn="l" indent="0" marL="0">
              <a:buNone/>
              <a:defRPr lang="en-US" sz="4000" b="1" dirty="0">
                <a:solidFill>
                  <a:srgbClr val="FFFFFF"/>
                </a:solidFill>
                <a:latin typeface="맑은 고딕" pitchFamily="34" charset="0"/>
                <a:ea typeface="맑은 고딕" pitchFamily="34" charset="-122"/>
                <a:cs typeface="맑은 고딕" pitchFamily="34" charset="-120"/>
              </a:defRPr>
            </a:lvl1pPr>
          </a:lstStyle>
          <a:p>
            <a:pPr algn="l" indent="0" marL="0">
              <a:buNone/>
            </a:pPr>
            <a:endParaRPr lang="en-US" sz="4000" dirty="0"/>
          </a:p>
        </p:txBody>
      </p:sp>
      <p:sp>
        <p:nvSpPr>
          <p:cNvPr id="3" name="Text 0"/>
          <p:cNvSpPr/>
          <p:nvPr/>
        </p:nvSpPr>
        <p:spPr>
          <a:xfrm>
            <a:off x="548640" y="6382512"/>
            <a:ext cx="8686800" cy="320040"/>
          </a:xfrm>
          <a:prstGeom prst="rect">
            <a:avLst/>
          </a:prstGeom>
          <a:noFill/>
          <a:ln/>
        </p:spPr>
        <p:txBody>
          <a:bodyPr wrap="square" lIns="0" tIns="0" rIns="0" bIns="0" rtlCol="0" anchor="ctr"/>
          <a:lstStyle/>
          <a:p>
            <a:pPr indent="0" marL="0">
              <a:buNone/>
            </a:pPr>
            <a:r>
              <a:rPr lang="en-US" sz="1200" dirty="0">
                <a:solidFill>
                  <a:srgbClr val="C9DCD8"/>
                </a:solidFill>
                <a:latin typeface="맑은 고딕" pitchFamily="34" charset="0"/>
                <a:ea typeface="맑은 고딕" pitchFamily="34" charset="-122"/>
                <a:cs typeface="맑은 고딕" pitchFamily="34" charset="-120"/>
              </a:rPr>
              <a:t>초5 과학 · 기관의 협력</a:t>
            </a:r>
            <a:endParaRPr lang="en-US" sz="1200" dirty="0"/>
          </a:p>
        </p:txBody>
      </p:sp>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C9DCD8"/>
                </a:solidFill>
                <a:latin typeface="맑은 고딕"/>
                <a:ea typeface="맑은 고딕"/>
                <a:cs typeface="맑은 고딕"/>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UPPORT">
    <p:bg>
      <p:bgPr>
        <a:solidFill>
          <a:srgbClr val="F4F7F6"/>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rtlCol="0"/>
          <a:lstStyle>
            <a:lvl1pPr algn="l" indent="0" marL="0">
              <a:buNone/>
              <a:defRPr lang="en-US" sz="4000" b="1" dirty="0">
                <a:solidFill>
                  <a:srgbClr val="1F2937"/>
                </a:solidFill>
                <a:latin typeface="맑은 고딕" pitchFamily="34" charset="0"/>
                <a:ea typeface="맑은 고딕" pitchFamily="34" charset="-122"/>
                <a:cs typeface="맑은 고딕" pitchFamily="34" charset="-120"/>
              </a:defRPr>
            </a:lvl1pPr>
          </a:lstStyle>
          <a:p>
            <a:pPr algn="l" indent="0" marL="0">
              <a:buNone/>
            </a:pPr>
            <a:endParaRPr lang="en-US" sz="4000" dirty="0"/>
          </a:p>
        </p:txBody>
      </p:sp>
      <p:sp>
        <p:nvSpPr>
          <p:cNvPr id="3" name="Text 0"/>
          <p:cNvSpPr/>
          <p:nvPr/>
        </p:nvSpPr>
        <p:spPr>
          <a:xfrm>
            <a:off x="548640" y="6382512"/>
            <a:ext cx="8686800" cy="320040"/>
          </a:xfrm>
          <a:prstGeom prst="rect">
            <a:avLst/>
          </a:prstGeom>
          <a:noFill/>
          <a:ln/>
        </p:spPr>
        <p:txBody>
          <a:bodyPr wrap="square" lIns="0" tIns="0" rIns="0" bIns="0" rtlCol="0" anchor="ctr"/>
          <a:lstStyle/>
          <a:p>
            <a:pPr indent="0" marL="0">
              <a:buNone/>
            </a:pPr>
            <a:r>
              <a:rPr lang="en-US" sz="1200" dirty="0">
                <a:solidFill>
                  <a:srgbClr val="4B5563"/>
                </a:solidFill>
                <a:latin typeface="맑은 고딕" pitchFamily="34" charset="0"/>
                <a:ea typeface="맑은 고딕" pitchFamily="34" charset="-122"/>
                <a:cs typeface="맑은 고딕" pitchFamily="34" charset="-120"/>
              </a:rPr>
              <a:t>보충 자료 · 초5 과학 · 기관의 협력</a:t>
            </a:r>
            <a:endParaRPr lang="en-US" sz="1200" dirty="0"/>
          </a:p>
        </p:txBody>
      </p:sp>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4B5563"/>
                </a:solidFill>
                <a:latin typeface="맑은 고딕"/>
                <a:ea typeface="맑은 고딕"/>
                <a:cs typeface="맑은 고딕"/>
              </a:defRPr>
            </a:lvl1pPr>
          </a:lstStyle>
          <a:p>
            <a:pPr algn="r"/>
            <a:fld id="{F7021451-1387-4CA6-816F-3879F97B5CBC}" type="slidenum">
              <a:rPr b="0" lang="en-US"/>
              <a:t>1005</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4B5563"/>
                </a:solidFill>
                <a:latin typeface="맑은 고딕"/>
                <a:ea typeface="맑은 고딕"/>
                <a:cs typeface="맑은 고딕"/>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640080"/>
            <a:ext cx="6675120" cy="1188720"/>
          </a:xfrm>
          <a:prstGeom prst="rect">
            <a:avLst/>
          </a:prstGeom>
          <a:noFill/>
          <a:ln/>
        </p:spPr>
        <p:txBody>
          <a:bodyPr wrap="square" lIns="0" tIns="0" rIns="0" bIns="0" rtlCol="0" anchor="ctr"/>
          <a:lstStyle/>
          <a:p>
            <a:pPr eaLnBrk="0" algn="l" indent="0" marL="0">
              <a:buNone/>
            </a:pPr>
            <a:r>
              <a:rPr lang="ko-KR" altLang="en-US" sz="4600" b="1" dirty="0">
                <a:solidFill>
                  <a:srgbClr val="FFFFFF"/>
                </a:solidFill>
                <a:latin typeface="맑은 고딕" pitchFamily="34" charset="0"/>
                <a:ea typeface="맑은 고딕" pitchFamily="34" charset="-122"/>
                <a:cs typeface="맑은 고딕" pitchFamily="34" charset="-120"/>
              </a:rPr>
              <a:t>기관의 협력</a:t>
            </a:r>
            <a:endParaRPr lang="ko-KR" sz="4600" dirty="0"/>
          </a:p>
        </p:txBody>
      </p:sp>
      <p:sp>
        <p:nvSpPr>
          <p:cNvPr id="3" name="Text 0"/>
          <p:cNvSpPr/>
          <p:nvPr>
            <p:ph idx="101" type="body" hasCustomPrompt="1"/>
          </p:nvPr>
        </p:nvSpPr>
        <p:spPr>
          <a:xfrm>
            <a:off x="731520" y="1920240"/>
            <a:ext cx="6675120" cy="1645920"/>
          </a:xfrm>
          <a:prstGeom prst="rect">
            <a:avLst/>
          </a:prstGeom>
          <a:noFill/>
          <a:ln/>
        </p:spPr>
        <p:txBody>
          <a:bodyPr wrap="square" lIns="0" tIns="0" rIns="0" bIns="0" rtlCol="0" anchor="t"/>
          <a:lstStyle/>
          <a:p>
            <a:pPr eaLnBrk="0" indent="0" marL="0">
              <a:buNone/>
            </a:pPr>
            <a:r>
              <a:rPr lang="ko-KR" altLang="en-US" sz="2800" dirty="0">
                <a:solidFill>
                  <a:srgbClr val="C9DCD8"/>
                </a:solidFill>
                <a:latin typeface="맑은 고딕" pitchFamily="34" charset="0"/>
                <a:ea typeface="맑은 고딕" pitchFamily="34" charset="-122"/>
                <a:cs typeface="맑은 고딕" pitchFamily="34" charset="-120"/>
              </a:rPr>
              <a:t>운동하면 왜 숨이 차고</a:t>
            </a:r>
            <a:endParaRPr lang="ko-KR" sz="2800" dirty="0"/>
          </a:p>
          <a:p>
            <a:pPr eaLnBrk="0" indent="0" marL="0">
              <a:buNone/>
            </a:pPr>
            <a:r>
              <a:rPr lang="ko-KR" altLang="en-US" sz="2800" dirty="0">
                <a:solidFill>
                  <a:srgbClr val="C9DCD8"/>
                </a:solidFill>
                <a:latin typeface="맑은 고딕" pitchFamily="34" charset="0"/>
                <a:ea typeface="맑은 고딕" pitchFamily="34" charset="-122"/>
                <a:cs typeface="맑은 고딕" pitchFamily="34" charset="-120"/>
              </a:rPr>
              <a:t>가슴이 뛸까?</a:t>
            </a:r>
            <a:endParaRPr lang="ko-KR" sz="2800" dirty="0"/>
          </a:p>
        </p:txBody>
      </p:sp>
      <p:sp>
        <p:nvSpPr>
          <p:cNvPr id="4" name="S01-panel1"/>
          <p:cNvSpPr/>
          <p:nvPr/>
        </p:nvSpPr>
        <p:spPr>
          <a:xfrm>
            <a:off x="7543800" y="502920"/>
            <a:ext cx="4206240" cy="3200400"/>
          </a:xfrm>
          <a:prstGeom prst="roundRect">
            <a:avLst>
              <a:gd name="adj" fmla="val 4286"/>
            </a:avLst>
          </a:prstGeom>
          <a:solidFill>
            <a:srgbClr val="FFFFFF"/>
          </a:solidFill>
          <a:ln w="12700">
            <a:solidFill>
              <a:srgbClr val="FFFFFF"/>
            </a:solidFill>
            <a:prstDash val="solid"/>
          </a:ln>
        </p:spPr>
      </p:sp>
      <p:sp>
        <p:nvSpPr>
          <p:cNvPr id="5" name="S01-figure2" descr="손바닥이 위를 향한 팔의 손목 안쪽 엄지 쪽(빨간 점)에 다른 손의 두 손가락(검지·중지)을 가볍게 대는 그림"/>
          <p:cNvSpPr/>
          <p:nvPr/>
        </p:nvSpPr>
        <p:spPr>
          <a:xfrm>
            <a:off x="7991544" y="1649592"/>
            <a:ext cx="3446811" cy="1043114"/>
          </a:xfrm>
          <a:custGeom>
            <a:avLst/>
            <a:gdLst/>
            <a:ahLst/>
            <a:cxnLst/>
            <a:rect l="l" t="t" r="r" b="b"/>
            <a:pathLst>
              <a:path w="3446811" h="1043114">
                <a:moveTo>
                  <a:pt x="0" y="770997"/>
                </a:moveTo>
                <a:lnTo>
                  <a:pt x="1904816" y="770997"/>
                </a:lnTo>
                <a:lnTo>
                  <a:pt x="2086227" y="1043114"/>
                </a:lnTo>
                <a:lnTo>
                  <a:pt x="3356105" y="952408"/>
                </a:lnTo>
                <a:lnTo>
                  <a:pt x="3446811" y="136058"/>
                </a:lnTo>
                <a:lnTo>
                  <a:pt x="2086227" y="0"/>
                </a:lnTo>
                <a:lnTo>
                  <a:pt x="1904816" y="181411"/>
                </a:lnTo>
                <a:lnTo>
                  <a:pt x="0" y="181411"/>
                </a:lnTo>
                <a:close/>
              </a:path>
            </a:pathLst>
          </a:custGeom>
          <a:solidFill>
            <a:srgbClr val="F3F4F6"/>
          </a:solidFill>
          <a:ln w="22225">
            <a:solidFill>
              <a:srgbClr val="1F2937"/>
            </a:solidFill>
            <a:prstDash val="solid"/>
          </a:ln>
        </p:spPr>
      </p:sp>
      <p:sp>
        <p:nvSpPr>
          <p:cNvPr id="6" name="S01-mark3"/>
          <p:cNvSpPr/>
          <p:nvPr/>
        </p:nvSpPr>
        <p:spPr>
          <a:xfrm>
            <a:off x="9352127" y="1332123"/>
            <a:ext cx="226764" cy="498880"/>
          </a:xfrm>
          <a:custGeom>
            <a:avLst/>
            <a:gdLst/>
            <a:ahLst/>
            <a:cxnLst/>
            <a:rect l="l" t="t" r="r" b="b"/>
            <a:pathLst>
              <a:path w="226764" h="498880">
                <a:moveTo>
                  <a:pt x="0" y="498880"/>
                </a:moveTo>
                <a:lnTo>
                  <a:pt x="226764" y="498880"/>
                </a:lnTo>
                <a:lnTo>
                  <a:pt x="226764" y="0"/>
                </a:lnTo>
                <a:lnTo>
                  <a:pt x="0" y="0"/>
                </a:lnTo>
                <a:close/>
              </a:path>
            </a:pathLst>
          </a:custGeom>
          <a:solidFill>
            <a:srgbClr val="FBD5D5"/>
          </a:solidFill>
          <a:ln w="19050">
            <a:solidFill>
              <a:srgbClr val="1F2937"/>
            </a:solidFill>
            <a:prstDash val="solid"/>
          </a:ln>
        </p:spPr>
      </p:sp>
      <p:sp>
        <p:nvSpPr>
          <p:cNvPr id="7" name="S01-mark4"/>
          <p:cNvSpPr/>
          <p:nvPr/>
        </p:nvSpPr>
        <p:spPr>
          <a:xfrm>
            <a:off x="9624244" y="1332123"/>
            <a:ext cx="226764" cy="498880"/>
          </a:xfrm>
          <a:custGeom>
            <a:avLst/>
            <a:gdLst/>
            <a:ahLst/>
            <a:cxnLst/>
            <a:rect l="l" t="t" r="r" b="b"/>
            <a:pathLst>
              <a:path w="226764" h="498880">
                <a:moveTo>
                  <a:pt x="0" y="498880"/>
                </a:moveTo>
                <a:lnTo>
                  <a:pt x="226764" y="498880"/>
                </a:lnTo>
                <a:lnTo>
                  <a:pt x="226764" y="0"/>
                </a:lnTo>
                <a:lnTo>
                  <a:pt x="0" y="0"/>
                </a:lnTo>
                <a:close/>
              </a:path>
            </a:pathLst>
          </a:custGeom>
          <a:solidFill>
            <a:srgbClr val="FBD5D5"/>
          </a:solidFill>
          <a:ln w="19050">
            <a:solidFill>
              <a:srgbClr val="1F2937"/>
            </a:solidFill>
            <a:prstDash val="solid"/>
          </a:ln>
        </p:spPr>
      </p:sp>
      <p:sp>
        <p:nvSpPr>
          <p:cNvPr id="8" name="S01-mark5"/>
          <p:cNvSpPr/>
          <p:nvPr/>
        </p:nvSpPr>
        <p:spPr>
          <a:xfrm>
            <a:off x="9519932" y="1953456"/>
            <a:ext cx="163270" cy="163270"/>
          </a:xfrm>
          <a:prstGeom prst="ellipse">
            <a:avLst/>
          </a:prstGeom>
          <a:solidFill>
            <a:srgbClr val="C8434E"/>
          </a:solidFill>
          <a:ln w="12700">
            <a:solidFill>
              <a:srgbClr val="1F2937"/>
            </a:solidFill>
            <a:prstDash val="solid"/>
          </a:ln>
        </p:spPr>
      </p:sp>
      <p:sp>
        <p:nvSpPr>
          <p:cNvPr id="9" name="S01-label7"/>
          <p:cNvSpPr txBox="1"/>
          <p:nvPr/>
        </p:nvSpPr>
        <p:spPr>
          <a:xfrm>
            <a:off x="10321804" y="2005598"/>
            <a:ext cx="781812" cy="285750"/>
          </a:xfrm>
          <a:prstGeom prst="rect">
            <a:avLst/>
          </a:prstGeom>
          <a:noFill/>
          <a:ln/>
        </p:spPr>
        <p:txBody>
          <a:bodyPr wrap="square" lIns="0" tIns="0" rIns="0" bIns="0" rtlCol="0" anchor="ctr"/>
          <a:lstStyle/>
          <a:p>
            <a:pPr eaLnBrk="0" algn="ctr" indent="0" marL="0">
              <a:buNone/>
            </a:pPr>
            <a:r>
              <a:rPr lang="ko-KR" altLang="en-US" sz="1800" b="1" dirty="0">
                <a:solidFill>
                  <a:srgbClr val="1F2937"/>
                </a:solidFill>
                <a:latin typeface="맑은 고딕" pitchFamily="34" charset="0"/>
                <a:ea typeface="맑은 고딕" pitchFamily="34" charset="-122"/>
                <a:cs typeface="맑은 고딕" pitchFamily="34" charset="-120"/>
              </a:rPr>
              <a:t>손바닥</a:t>
            </a:r>
            <a:endParaRPr lang="ko-KR" sz="1800" dirty="0"/>
          </a:p>
        </p:txBody>
      </p:sp>
      <p:sp>
        <p:nvSpPr>
          <p:cNvPr id="10" name="S01-label9"/>
          <p:cNvSpPr txBox="1"/>
          <p:nvPr/>
        </p:nvSpPr>
        <p:spPr>
          <a:xfrm>
            <a:off x="8438296" y="1982921"/>
            <a:ext cx="557784" cy="285750"/>
          </a:xfrm>
          <a:prstGeom prst="rect">
            <a:avLst/>
          </a:prstGeom>
          <a:noFill/>
          <a:ln/>
        </p:spPr>
        <p:txBody>
          <a:bodyPr wrap="square" lIns="0" tIns="0" rIns="0" bIns="0" rtlCol="0" anchor="ctr"/>
          <a:lstStyle/>
          <a:p>
            <a:pPr eaLnBrk="0" algn="ctr" indent="0" marL="0">
              <a:buNone/>
            </a:pPr>
            <a:r>
              <a:rPr lang="ko-KR" altLang="en-US" sz="1800" b="1" dirty="0">
                <a:solidFill>
                  <a:srgbClr val="1F2937"/>
                </a:solidFill>
                <a:latin typeface="맑은 고딕" pitchFamily="34" charset="0"/>
                <a:ea typeface="맑은 고딕" pitchFamily="34" charset="-122"/>
                <a:cs typeface="맑은 고딕" pitchFamily="34" charset="-120"/>
              </a:rPr>
              <a:t>손목</a:t>
            </a:r>
            <a:endParaRPr lang="ko-KR" sz="1800" dirty="0"/>
          </a:p>
        </p:txBody>
      </p:sp>
      <p:sp>
        <p:nvSpPr>
          <p:cNvPr id="11" name="S01-label11"/>
          <p:cNvSpPr txBox="1"/>
          <p:nvPr/>
        </p:nvSpPr>
        <p:spPr>
          <a:xfrm>
            <a:off x="9176371" y="2436449"/>
            <a:ext cx="850392" cy="285750"/>
          </a:xfrm>
          <a:prstGeom prst="rect">
            <a:avLst/>
          </a:prstGeom>
          <a:noFill/>
          <a:ln/>
        </p:spPr>
        <p:txBody>
          <a:bodyPr wrap="square" lIns="0" tIns="0" rIns="0" bIns="0" rtlCol="0" anchor="ctr"/>
          <a:lstStyle/>
          <a:p>
            <a:pPr eaLnBrk="0" algn="ctr" indent="0" marL="0">
              <a:buNone/>
            </a:pPr>
            <a:r>
              <a:rPr lang="ko-KR" altLang="en-US" sz="1800" b="1" dirty="0">
                <a:solidFill>
                  <a:srgbClr val="1F2937"/>
                </a:solidFill>
                <a:latin typeface="맑은 고딕" pitchFamily="34" charset="0"/>
                <a:ea typeface="맑은 고딕" pitchFamily="34" charset="-122"/>
                <a:cs typeface="맑은 고딕" pitchFamily="34" charset="-120"/>
              </a:rPr>
              <a:t>엄지 쪽</a:t>
            </a:r>
            <a:endParaRPr lang="ko-KR" sz="1800" dirty="0"/>
          </a:p>
        </p:txBody>
      </p:sp>
      <p:sp>
        <p:nvSpPr>
          <p:cNvPr id="12" name="S01-card12"/>
          <p:cNvSpPr/>
          <p:nvPr/>
        </p:nvSpPr>
        <p:spPr>
          <a:xfrm>
            <a:off x="731520" y="4529328"/>
            <a:ext cx="10725912" cy="1597152"/>
          </a:xfrm>
          <a:prstGeom prst="roundRect">
            <a:avLst>
              <a:gd name="adj" fmla="val 6870"/>
            </a:avLst>
          </a:prstGeom>
          <a:solidFill>
            <a:srgbClr val="32606F"/>
          </a:solidFill>
          <a:ln w="12700">
            <a:solidFill>
              <a:srgbClr val="32606F"/>
            </a:solidFill>
            <a:prstDash val="solid"/>
          </a:ln>
        </p:spPr>
      </p:sp>
      <p:sp>
        <p:nvSpPr>
          <p:cNvPr id="13" name="S01-cardtext13"/>
          <p:cNvSpPr txBox="1"/>
          <p:nvPr/>
        </p:nvSpPr>
        <p:spPr>
          <a:xfrm>
            <a:off x="1005840" y="4666488"/>
            <a:ext cx="10177272" cy="1322832"/>
          </a:xfrm>
          <a:prstGeom prst="rect">
            <a:avLst/>
          </a:prstGeom>
          <a:noFill/>
          <a:ln/>
        </p:spPr>
        <p:txBody>
          <a:bodyPr wrap="square" lIns="0" tIns="0" rIns="0" bIns="0" rtlCol="0" anchor="ctr"/>
          <a:lstStyle/>
          <a:p>
            <a:pPr eaLnBrk="0" indent="0" marL="0">
              <a:spcAft>
                <a:spcPts val="600"/>
              </a:spcAft>
              <a:buNone/>
            </a:pPr>
            <a:r>
              <a:rPr lang="ko-KR" altLang="en-US" sz="2800" b="1" dirty="0">
                <a:solidFill>
                  <a:srgbClr val="FFFFFF"/>
                </a:solidFill>
                <a:latin typeface="맑은 고딕" pitchFamily="34" charset="0"/>
                <a:ea typeface="맑은 고딕" pitchFamily="34" charset="-122"/>
                <a:cs typeface="맑은 고딕" pitchFamily="34" charset="-120"/>
              </a:rPr>
              <a:t>오늘 할 수 있게 될 것</a:t>
            </a:r>
            <a:endParaRPr lang="ko-KR" sz="2800" dirty="0"/>
          </a:p>
          <a:p>
            <a:pPr eaLnBrk="0" indent="0" marL="0">
              <a:spcAft>
                <a:spcPts val="600"/>
              </a:spcAft>
              <a:buNone/>
            </a:pPr>
            <a:r>
              <a:rPr lang="ko-KR" altLang="en-US" sz="2200" dirty="0">
                <a:solidFill>
                  <a:srgbClr val="FFFFFF"/>
                </a:solidFill>
                <a:latin typeface="맑은 고딕" pitchFamily="34" charset="0"/>
                <a:ea typeface="맑은 고딕" pitchFamily="34" charset="-122"/>
                <a:cs typeface="맑은 고딕" pitchFamily="34" charset="-120"/>
              </a:rPr>
              <a:t>① 운동 전과 후의 맥박과 호흡을 재어 비교해요.</a:t>
            </a:r>
            <a:endParaRPr lang="ko-KR" sz="2800" dirty="0"/>
          </a:p>
          <a:p>
            <a:pPr eaLnBrk="0" indent="0" marL="0">
              <a:spcAft>
                <a:spcPts val="600"/>
              </a:spcAft>
              <a:buNone/>
            </a:pPr>
            <a:r>
              <a:rPr lang="ko-KR" altLang="en-US" sz="2200" dirty="0">
                <a:solidFill>
                  <a:srgbClr val="FFFFFF"/>
                </a:solidFill>
                <a:latin typeface="맑은 고딕" pitchFamily="34" charset="0"/>
                <a:ea typeface="맑은 고딕" pitchFamily="34" charset="-122"/>
                <a:cs typeface="맑은 고딕" pitchFamily="34" charset="-120"/>
              </a:rPr>
              <a:t>② 여러 기관이 함께 일하는 모습을 모형으로 설명해요.</a:t>
            </a:r>
            <a:endParaRPr lang="ko-KR" sz="2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eaLnBrk="0" algn="l" indent="0" marL="0">
              <a:buNone/>
            </a:pPr>
            <a:r>
              <a:rPr lang="ko-KR" altLang="en-US" sz="4000" b="1" dirty="0">
                <a:solidFill>
                  <a:srgbClr val="1F2937"/>
                </a:solidFill>
                <a:latin typeface="맑은 고딕" pitchFamily="34" charset="0"/>
                <a:ea typeface="맑은 고딕" pitchFamily="34" charset="-122"/>
                <a:cs typeface="맑은 고딕" pitchFamily="34" charset="-120"/>
              </a:rPr>
              <a:t>지난 수업 기억하기</a:t>
            </a:r>
            <a:endParaRPr lang="ko-KR" sz="4000" dirty="0"/>
          </a:p>
        </p:txBody>
      </p:sp>
      <p:sp>
        <p:nvSpPr>
          <p:cNvPr id="3" name="S02-chip14"/>
          <p:cNvSpPr txBox="1"/>
          <p:nvPr/>
        </p:nvSpPr>
        <p:spPr>
          <a:xfrm>
            <a:off x="548640" y="1773936"/>
            <a:ext cx="566928" cy="566928"/>
          </a:xfrm>
          <a:prstGeom prst="roundRect">
            <a:avLst>
              <a:gd name="adj" fmla="val 25806"/>
            </a:avLst>
          </a:prstGeom>
          <a:solidFill>
            <a:srgbClr val="264653"/>
          </a:solidFill>
          <a:ln>
            <a:solidFill>
              <a:srgbClr val="264653"/>
            </a:solidFill>
          </a:ln>
        </p:spPr>
        <p:txBody>
          <a:bodyPr wrap="square" lIns="0" tIns="0" rIns="0" bIns="0" rtlCol="0" anchor="ctr"/>
          <a:lstStyle/>
          <a:p>
            <a:pPr eaLnBrk="0" algn="ctr" indent="0" marL="0">
              <a:buNone/>
            </a:pPr>
            <a:r>
              <a:rPr lang="ko-KR" altLang="en-US" sz="2200" b="1" dirty="0">
                <a:solidFill>
                  <a:srgbClr val="FFFFFF"/>
                </a:solidFill>
                <a:latin typeface="맑은 고딕" pitchFamily="34" charset="0"/>
                <a:ea typeface="맑은 고딕" pitchFamily="34" charset="-122"/>
                <a:cs typeface="맑은 고딕" pitchFamily="34" charset="-120"/>
              </a:rPr>
              <a:t>①</a:t>
            </a:r>
            <a:endParaRPr lang="ko-KR" sz="2200" dirty="0"/>
          </a:p>
        </p:txBody>
      </p:sp>
      <p:sp>
        <p:nvSpPr>
          <p:cNvPr id="4" name="S02-text15"/>
          <p:cNvSpPr txBox="1"/>
          <p:nvPr/>
        </p:nvSpPr>
        <p:spPr>
          <a:xfrm>
            <a:off x="1344168" y="1325880"/>
            <a:ext cx="10296144" cy="1463040"/>
          </a:xfrm>
          <a:prstGeom prst="rect">
            <a:avLst/>
          </a:prstGeom>
          <a:noFill/>
          <a:ln/>
        </p:spPr>
        <p:txBody>
          <a:bodyPr wrap="square" lIns="0" tIns="0" rIns="0" bIns="0" rtlCol="0" anchor="ctr"/>
          <a:lstStyle/>
          <a:p>
            <a:pPr eaLnBrk="0" algn="l" indent="0" marL="0">
              <a:buNone/>
            </a:pPr>
            <a:r>
              <a:rPr lang="ko-KR" altLang="en-US" sz="2800" dirty="0">
                <a:solidFill>
                  <a:srgbClr val="1F2937"/>
                </a:solidFill>
                <a:latin typeface="맑은 고딕" pitchFamily="34" charset="0"/>
                <a:ea typeface="맑은 고딕" pitchFamily="34" charset="-122"/>
                <a:cs typeface="맑은 고딕" pitchFamily="34" charset="-120"/>
              </a:rPr>
              <a:t>심장이 하는 일은?</a:t>
            </a:r>
            <a:endParaRPr lang="ko-KR" sz="2800" dirty="0"/>
          </a:p>
        </p:txBody>
      </p:sp>
      <p:sp>
        <p:nvSpPr>
          <p:cNvPr id="5" name="S02-chip16"/>
          <p:cNvSpPr txBox="1"/>
          <p:nvPr/>
        </p:nvSpPr>
        <p:spPr>
          <a:xfrm>
            <a:off x="548640" y="3465576"/>
            <a:ext cx="566928" cy="566928"/>
          </a:xfrm>
          <a:prstGeom prst="roundRect">
            <a:avLst>
              <a:gd name="adj" fmla="val 25806"/>
            </a:avLst>
          </a:prstGeom>
          <a:solidFill>
            <a:srgbClr val="264653"/>
          </a:solidFill>
          <a:ln>
            <a:solidFill>
              <a:srgbClr val="264653"/>
            </a:solidFill>
          </a:ln>
        </p:spPr>
        <p:txBody>
          <a:bodyPr wrap="square" lIns="0" tIns="0" rIns="0" bIns="0" rtlCol="0" anchor="ctr"/>
          <a:lstStyle/>
          <a:p>
            <a:pPr eaLnBrk="0" algn="ctr" indent="0" marL="0">
              <a:buNone/>
            </a:pPr>
            <a:r>
              <a:rPr lang="ko-KR" altLang="en-US" sz="2200" b="1" dirty="0">
                <a:solidFill>
                  <a:srgbClr val="FFFFFF"/>
                </a:solidFill>
                <a:latin typeface="맑은 고딕" pitchFamily="34" charset="0"/>
                <a:ea typeface="맑은 고딕" pitchFamily="34" charset="-122"/>
                <a:cs typeface="맑은 고딕" pitchFamily="34" charset="-120"/>
              </a:rPr>
              <a:t>②</a:t>
            </a:r>
            <a:endParaRPr lang="ko-KR" sz="2200" dirty="0"/>
          </a:p>
        </p:txBody>
      </p:sp>
      <p:sp>
        <p:nvSpPr>
          <p:cNvPr id="6" name="S02-text17"/>
          <p:cNvSpPr txBox="1"/>
          <p:nvPr/>
        </p:nvSpPr>
        <p:spPr>
          <a:xfrm>
            <a:off x="1344168" y="3017520"/>
            <a:ext cx="10296144" cy="1463040"/>
          </a:xfrm>
          <a:prstGeom prst="rect">
            <a:avLst/>
          </a:prstGeom>
          <a:noFill/>
          <a:ln/>
        </p:spPr>
        <p:txBody>
          <a:bodyPr wrap="square" lIns="0" tIns="0" rIns="0" bIns="0" rtlCol="0" anchor="ctr"/>
          <a:lstStyle/>
          <a:p>
            <a:pPr eaLnBrk="0" algn="l" indent="0" marL="0">
              <a:buNone/>
            </a:pPr>
            <a:r>
              <a:rPr lang="ko-KR" altLang="en-US" sz="2800" dirty="0">
                <a:solidFill>
                  <a:srgbClr val="1F2937"/>
                </a:solidFill>
                <a:latin typeface="맑은 고딕" pitchFamily="34" charset="0"/>
                <a:ea typeface="맑은 고딕" pitchFamily="34" charset="-122"/>
                <a:cs typeface="맑은 고딕" pitchFamily="34" charset="-120"/>
              </a:rPr>
              <a:t>폐가 하는 일은?</a:t>
            </a:r>
            <a:endParaRPr lang="ko-KR" sz="2800" dirty="0"/>
          </a:p>
        </p:txBody>
      </p:sp>
      <p:sp>
        <p:nvSpPr>
          <p:cNvPr id="7" name="S02-chip18"/>
          <p:cNvSpPr txBox="1"/>
          <p:nvPr/>
        </p:nvSpPr>
        <p:spPr>
          <a:xfrm>
            <a:off x="548640" y="5157216"/>
            <a:ext cx="566928" cy="566928"/>
          </a:xfrm>
          <a:prstGeom prst="roundRect">
            <a:avLst>
              <a:gd name="adj" fmla="val 25806"/>
            </a:avLst>
          </a:prstGeom>
          <a:solidFill>
            <a:srgbClr val="264653"/>
          </a:solidFill>
          <a:ln>
            <a:solidFill>
              <a:srgbClr val="264653"/>
            </a:solidFill>
          </a:ln>
        </p:spPr>
        <p:txBody>
          <a:bodyPr wrap="square" lIns="0" tIns="0" rIns="0" bIns="0" rtlCol="0" anchor="ctr"/>
          <a:lstStyle/>
          <a:p>
            <a:pPr eaLnBrk="0" algn="ctr" indent="0" marL="0">
              <a:buNone/>
            </a:pPr>
            <a:r>
              <a:rPr lang="ko-KR" altLang="en-US" sz="2200" b="1" dirty="0">
                <a:solidFill>
                  <a:srgbClr val="FFFFFF"/>
                </a:solidFill>
                <a:latin typeface="맑은 고딕" pitchFamily="34" charset="0"/>
                <a:ea typeface="맑은 고딕" pitchFamily="34" charset="-122"/>
                <a:cs typeface="맑은 고딕" pitchFamily="34" charset="-120"/>
              </a:rPr>
              <a:t>③</a:t>
            </a:r>
            <a:endParaRPr lang="ko-KR" sz="2200" dirty="0"/>
          </a:p>
        </p:txBody>
      </p:sp>
      <p:sp>
        <p:nvSpPr>
          <p:cNvPr id="8" name="S02-text19"/>
          <p:cNvSpPr txBox="1"/>
          <p:nvPr/>
        </p:nvSpPr>
        <p:spPr>
          <a:xfrm>
            <a:off x="1344168" y="4709160"/>
            <a:ext cx="10296144" cy="1463040"/>
          </a:xfrm>
          <a:prstGeom prst="rect">
            <a:avLst/>
          </a:prstGeom>
          <a:noFill/>
          <a:ln/>
        </p:spPr>
        <p:txBody>
          <a:bodyPr wrap="square" lIns="0" tIns="0" rIns="0" bIns="0" rtlCol="0" anchor="ctr"/>
          <a:lstStyle/>
          <a:p>
            <a:pPr eaLnBrk="0" algn="l" indent="0" marL="0">
              <a:buNone/>
            </a:pPr>
            <a:r>
              <a:rPr lang="ko-KR" altLang="en-US" sz="2800" dirty="0">
                <a:solidFill>
                  <a:srgbClr val="1F2937"/>
                </a:solidFill>
                <a:latin typeface="맑은 고딕" pitchFamily="34" charset="0"/>
                <a:ea typeface="맑은 고딕" pitchFamily="34" charset="-122"/>
                <a:cs typeface="맑은 고딕" pitchFamily="34" charset="-120"/>
              </a:rPr>
              <a:t>작은창자가 하는 일은?</a:t>
            </a:r>
            <a:endParaRPr lang="ko-KR" sz="2800" dirty="0"/>
          </a:p>
        </p:txBody>
      </p:sp>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4B5563"/>
                </a:solidFill>
                <a:latin typeface="맑은 고딕"/>
                <a:ea typeface="맑은 고딕"/>
                <a:cs typeface="맑은 고딕"/>
              </a:defRPr>
            </a:lvl1pPr>
          </a:lstStyle>
          <a:p>
            <a:pPr eaLnBrk="0"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eaLnBrk="0" algn="l" indent="0" marL="0">
              <a:buNone/>
            </a:pPr>
            <a:r>
              <a:rPr lang="ko-KR" altLang="en-US" sz="4000" b="1" dirty="0">
                <a:solidFill>
                  <a:srgbClr val="1F2937"/>
                </a:solidFill>
                <a:latin typeface="맑은 고딕" pitchFamily="34" charset="0"/>
                <a:ea typeface="맑은 고딕" pitchFamily="34" charset="-122"/>
                <a:cs typeface="맑은 고딕" pitchFamily="34" charset="-120"/>
              </a:rPr>
              <a:t>맥박과 숨을 세는 방법</a:t>
            </a:r>
            <a:endParaRPr lang="ko-KR" sz="4000" dirty="0"/>
          </a:p>
        </p:txBody>
      </p:sp>
      <p:sp>
        <p:nvSpPr>
          <p:cNvPr id="3" name="S03-card20"/>
          <p:cNvSpPr/>
          <p:nvPr/>
        </p:nvSpPr>
        <p:spPr>
          <a:xfrm>
            <a:off x="548640" y="5349240"/>
            <a:ext cx="11091672" cy="868680"/>
          </a:xfrm>
          <a:prstGeom prst="roundRect">
            <a:avLst>
              <a:gd name="adj" fmla="val 12632"/>
            </a:avLst>
          </a:prstGeom>
          <a:solidFill>
            <a:srgbClr val="FDEBDD"/>
          </a:solidFill>
          <a:ln w="12700">
            <a:solidFill>
              <a:srgbClr val="FDEBDD"/>
            </a:solidFill>
            <a:prstDash val="solid"/>
          </a:ln>
        </p:spPr>
      </p:sp>
      <p:sp>
        <p:nvSpPr>
          <p:cNvPr id="4" name="S03-cardtext21"/>
          <p:cNvSpPr txBox="1"/>
          <p:nvPr/>
        </p:nvSpPr>
        <p:spPr>
          <a:xfrm>
            <a:off x="822960" y="5486400"/>
            <a:ext cx="10543032" cy="594360"/>
          </a:xfrm>
          <a:prstGeom prst="rect">
            <a:avLst/>
          </a:prstGeom>
          <a:noFill/>
          <a:ln/>
        </p:spPr>
        <p:txBody>
          <a:bodyPr wrap="square" lIns="0" tIns="0" rIns="0" bIns="0" rtlCol="0" anchor="ctr"/>
          <a:lstStyle/>
          <a:p>
            <a:pPr eaLnBrk="0" indent="0" marL="0">
              <a:spcAft>
                <a:spcPts val="600"/>
              </a:spcAft>
              <a:buNone/>
            </a:pPr>
            <a:r>
              <a:rPr lang="ko-KR" altLang="en-US" sz="2800" dirty="0">
                <a:solidFill>
                  <a:srgbClr val="1F2937"/>
                </a:solidFill>
                <a:latin typeface="맑은 고딕" pitchFamily="34" charset="0"/>
                <a:ea typeface="맑은 고딕" pitchFamily="34" charset="-122"/>
                <a:cs typeface="맑은 고딕" pitchFamily="34" charset="-120"/>
              </a:rPr>
              <a:t>숨은 30초 동안 세고 2를 곱해요.</a:t>
            </a:r>
            <a:endParaRPr lang="ko-KR" sz="2800" dirty="0"/>
          </a:p>
        </p:txBody>
      </p:sp>
      <p:sp>
        <p:nvSpPr>
          <p:cNvPr id="5" name="S03-figure22" descr="손바닥이 위를 향한 팔의 손목 안쪽 엄지 쪽(빨간 점)에 다른 손의 두 손가락(검지·중지)을 가볍게 대는 그림"/>
          <p:cNvSpPr/>
          <p:nvPr/>
        </p:nvSpPr>
        <p:spPr>
          <a:xfrm>
            <a:off x="7278933" y="2674855"/>
            <a:ext cx="4167878" cy="1261331"/>
          </a:xfrm>
          <a:custGeom>
            <a:avLst/>
            <a:gdLst/>
            <a:ahLst/>
            <a:cxnLst/>
            <a:rect l="l" t="t" r="r" b="b"/>
            <a:pathLst>
              <a:path w="4167878" h="1261331">
                <a:moveTo>
                  <a:pt x="0" y="932288"/>
                </a:moveTo>
                <a:lnTo>
                  <a:pt x="2303301" y="932288"/>
                </a:lnTo>
                <a:lnTo>
                  <a:pt x="2522663" y="1261331"/>
                </a:lnTo>
                <a:lnTo>
                  <a:pt x="4058197" y="1151650"/>
                </a:lnTo>
                <a:lnTo>
                  <a:pt x="4167878" y="164521"/>
                </a:lnTo>
                <a:lnTo>
                  <a:pt x="2522663" y="0"/>
                </a:lnTo>
                <a:lnTo>
                  <a:pt x="2303301" y="219362"/>
                </a:lnTo>
                <a:lnTo>
                  <a:pt x="0" y="219362"/>
                </a:lnTo>
                <a:close/>
              </a:path>
            </a:pathLst>
          </a:custGeom>
          <a:solidFill>
            <a:srgbClr val="F3F4F6"/>
          </a:solidFill>
          <a:ln w="22225">
            <a:solidFill>
              <a:srgbClr val="1F2937"/>
            </a:solidFill>
            <a:prstDash val="solid"/>
          </a:ln>
        </p:spPr>
      </p:sp>
      <p:sp>
        <p:nvSpPr>
          <p:cNvPr id="6" name="S03-mark23"/>
          <p:cNvSpPr/>
          <p:nvPr/>
        </p:nvSpPr>
        <p:spPr>
          <a:xfrm>
            <a:off x="8924148" y="2290972"/>
            <a:ext cx="274202" cy="603245"/>
          </a:xfrm>
          <a:custGeom>
            <a:avLst/>
            <a:gdLst/>
            <a:ahLst/>
            <a:cxnLst/>
            <a:rect l="l" t="t" r="r" b="b"/>
            <a:pathLst>
              <a:path w="274202" h="603245">
                <a:moveTo>
                  <a:pt x="0" y="603245"/>
                </a:moveTo>
                <a:lnTo>
                  <a:pt x="274202" y="603245"/>
                </a:lnTo>
                <a:lnTo>
                  <a:pt x="274202" y="0"/>
                </a:lnTo>
                <a:lnTo>
                  <a:pt x="0" y="0"/>
                </a:lnTo>
                <a:close/>
              </a:path>
            </a:pathLst>
          </a:custGeom>
          <a:solidFill>
            <a:srgbClr val="FBD5D5"/>
          </a:solidFill>
          <a:ln w="19050">
            <a:solidFill>
              <a:srgbClr val="1F2937"/>
            </a:solidFill>
            <a:prstDash val="solid"/>
          </a:ln>
        </p:spPr>
      </p:sp>
      <p:sp>
        <p:nvSpPr>
          <p:cNvPr id="7" name="S03-mark24"/>
          <p:cNvSpPr/>
          <p:nvPr/>
        </p:nvSpPr>
        <p:spPr>
          <a:xfrm>
            <a:off x="9253191" y="2290972"/>
            <a:ext cx="274202" cy="603245"/>
          </a:xfrm>
          <a:custGeom>
            <a:avLst/>
            <a:gdLst/>
            <a:ahLst/>
            <a:cxnLst/>
            <a:rect l="l" t="t" r="r" b="b"/>
            <a:pathLst>
              <a:path w="274202" h="603245">
                <a:moveTo>
                  <a:pt x="0" y="603245"/>
                </a:moveTo>
                <a:lnTo>
                  <a:pt x="274202" y="603245"/>
                </a:lnTo>
                <a:lnTo>
                  <a:pt x="274202" y="0"/>
                </a:lnTo>
                <a:lnTo>
                  <a:pt x="0" y="0"/>
                </a:lnTo>
                <a:close/>
              </a:path>
            </a:pathLst>
          </a:custGeom>
          <a:solidFill>
            <a:srgbClr val="FBD5D5"/>
          </a:solidFill>
          <a:ln w="19050">
            <a:solidFill>
              <a:srgbClr val="1F2937"/>
            </a:solidFill>
            <a:prstDash val="solid"/>
          </a:ln>
        </p:spPr>
      </p:sp>
      <p:sp>
        <p:nvSpPr>
          <p:cNvPr id="8" name="S03-mark25"/>
          <p:cNvSpPr/>
          <p:nvPr/>
        </p:nvSpPr>
        <p:spPr>
          <a:xfrm>
            <a:off x="9127058" y="3042286"/>
            <a:ext cx="197426" cy="197426"/>
          </a:xfrm>
          <a:prstGeom prst="ellipse">
            <a:avLst/>
          </a:prstGeom>
          <a:solidFill>
            <a:srgbClr val="C8434E"/>
          </a:solidFill>
          <a:ln w="12700">
            <a:solidFill>
              <a:srgbClr val="1F2937"/>
            </a:solidFill>
            <a:prstDash val="solid"/>
          </a:ln>
        </p:spPr>
      </p:sp>
      <p:sp>
        <p:nvSpPr>
          <p:cNvPr id="9" name="S03-label27"/>
          <p:cNvSpPr txBox="1"/>
          <p:nvPr/>
        </p:nvSpPr>
        <p:spPr>
          <a:xfrm>
            <a:off x="10178457" y="3135225"/>
            <a:ext cx="781812" cy="285750"/>
          </a:xfrm>
          <a:prstGeom prst="rect">
            <a:avLst/>
          </a:prstGeom>
          <a:noFill/>
          <a:ln/>
        </p:spPr>
        <p:txBody>
          <a:bodyPr wrap="square" lIns="0" tIns="0" rIns="0" bIns="0" rtlCol="0" anchor="ctr"/>
          <a:lstStyle/>
          <a:p>
            <a:pPr eaLnBrk="0" algn="ctr" indent="0" marL="0">
              <a:buNone/>
            </a:pPr>
            <a:r>
              <a:rPr lang="ko-KR" altLang="en-US" sz="1800" b="1" dirty="0">
                <a:solidFill>
                  <a:srgbClr val="1F2937"/>
                </a:solidFill>
                <a:latin typeface="맑은 고딕" pitchFamily="34" charset="0"/>
                <a:ea typeface="맑은 고딕" pitchFamily="34" charset="-122"/>
                <a:cs typeface="맑은 고딕" pitchFamily="34" charset="-120"/>
              </a:rPr>
              <a:t>손바닥</a:t>
            </a:r>
            <a:endParaRPr lang="ko-KR" sz="1800" dirty="0"/>
          </a:p>
        </p:txBody>
      </p:sp>
      <p:sp>
        <p:nvSpPr>
          <p:cNvPr id="10" name="S03-label29"/>
          <p:cNvSpPr txBox="1"/>
          <p:nvPr/>
        </p:nvSpPr>
        <p:spPr>
          <a:xfrm>
            <a:off x="7877489" y="3107805"/>
            <a:ext cx="557784" cy="285750"/>
          </a:xfrm>
          <a:prstGeom prst="rect">
            <a:avLst/>
          </a:prstGeom>
          <a:noFill/>
          <a:ln/>
        </p:spPr>
        <p:txBody>
          <a:bodyPr wrap="square" lIns="0" tIns="0" rIns="0" bIns="0" rtlCol="0" anchor="ctr"/>
          <a:lstStyle/>
          <a:p>
            <a:pPr eaLnBrk="0" algn="ctr" indent="0" marL="0">
              <a:buNone/>
            </a:pPr>
            <a:r>
              <a:rPr lang="ko-KR" altLang="en-US" sz="1800" b="1" dirty="0">
                <a:solidFill>
                  <a:srgbClr val="1F2937"/>
                </a:solidFill>
                <a:latin typeface="맑은 고딕" pitchFamily="34" charset="0"/>
                <a:ea typeface="맑은 고딕" pitchFamily="34" charset="-122"/>
                <a:cs typeface="맑은 고딕" pitchFamily="34" charset="-120"/>
              </a:rPr>
              <a:t>손목</a:t>
            </a:r>
            <a:endParaRPr lang="ko-KR" sz="1800" dirty="0"/>
          </a:p>
        </p:txBody>
      </p:sp>
      <p:sp>
        <p:nvSpPr>
          <p:cNvPr id="11" name="S03-label31"/>
          <p:cNvSpPr txBox="1"/>
          <p:nvPr/>
        </p:nvSpPr>
        <p:spPr>
          <a:xfrm>
            <a:off x="8800575" y="3656210"/>
            <a:ext cx="850392" cy="285750"/>
          </a:xfrm>
          <a:prstGeom prst="rect">
            <a:avLst/>
          </a:prstGeom>
          <a:noFill/>
          <a:ln/>
        </p:spPr>
        <p:txBody>
          <a:bodyPr wrap="square" lIns="0" tIns="0" rIns="0" bIns="0" rtlCol="0" anchor="ctr"/>
          <a:lstStyle/>
          <a:p>
            <a:pPr eaLnBrk="0" algn="ctr" indent="0" marL="0">
              <a:buNone/>
            </a:pPr>
            <a:r>
              <a:rPr lang="ko-KR" altLang="en-US" sz="1800" b="1" dirty="0">
                <a:solidFill>
                  <a:srgbClr val="1F2937"/>
                </a:solidFill>
                <a:latin typeface="맑은 고딕" pitchFamily="34" charset="0"/>
                <a:ea typeface="맑은 고딕" pitchFamily="34" charset="-122"/>
                <a:cs typeface="맑은 고딕" pitchFamily="34" charset="-120"/>
              </a:rPr>
              <a:t>엄지 쪽</a:t>
            </a:r>
            <a:endParaRPr lang="ko-KR" sz="1800" dirty="0"/>
          </a:p>
        </p:txBody>
      </p:sp>
      <p:sp>
        <p:nvSpPr>
          <p:cNvPr id="12" name="S03-stepno32"/>
          <p:cNvSpPr txBox="1"/>
          <p:nvPr/>
        </p:nvSpPr>
        <p:spPr>
          <a:xfrm>
            <a:off x="548640" y="1528572"/>
            <a:ext cx="548640" cy="548640"/>
          </a:xfrm>
          <a:prstGeom prst="ellipse">
            <a:avLst/>
          </a:prstGeom>
          <a:solidFill>
            <a:srgbClr val="264653"/>
          </a:solidFill>
          <a:ln>
            <a:solidFill>
              <a:srgbClr val="264653"/>
            </a:solidFill>
          </a:ln>
        </p:spPr>
        <p:txBody>
          <a:bodyPr wrap="square" lIns="0" tIns="0" rIns="0" bIns="0" rtlCol="0" anchor="ctr"/>
          <a:lstStyle/>
          <a:p>
            <a:pPr eaLnBrk="0" algn="ctr" indent="0" marL="0">
              <a:buNone/>
            </a:pPr>
            <a:r>
              <a:rPr lang="ko-KR" altLang="en-US" sz="2200" b="1" dirty="0">
                <a:solidFill>
                  <a:srgbClr val="FFFFFF"/>
                </a:solidFill>
                <a:latin typeface="맑은 고딕" pitchFamily="34" charset="0"/>
                <a:ea typeface="맑은 고딕" pitchFamily="34" charset="-122"/>
                <a:cs typeface="맑은 고딕" pitchFamily="34" charset="-120"/>
              </a:rPr>
              <a:t>1</a:t>
            </a:r>
            <a:endParaRPr lang="ko-KR" sz="2200" dirty="0"/>
          </a:p>
        </p:txBody>
      </p:sp>
      <p:sp>
        <p:nvSpPr>
          <p:cNvPr id="13" name="S03-text33"/>
          <p:cNvSpPr txBox="1"/>
          <p:nvPr/>
        </p:nvSpPr>
        <p:spPr>
          <a:xfrm>
            <a:off x="1325880" y="1482852"/>
            <a:ext cx="5229271" cy="867664"/>
          </a:xfrm>
          <a:prstGeom prst="rect">
            <a:avLst/>
          </a:prstGeom>
          <a:noFill/>
          <a:ln/>
        </p:spPr>
        <p:txBody>
          <a:bodyPr wrap="square" lIns="0" tIns="0" rIns="0" bIns="0" rtlCol="0" anchor="t"/>
          <a:lstStyle/>
          <a:p>
            <a:pPr eaLnBrk="0" algn="l" indent="0" marL="0">
              <a:buNone/>
            </a:pPr>
            <a:r>
              <a:rPr lang="ko-KR" altLang="en-US" sz="2800" dirty="0">
                <a:solidFill>
                  <a:srgbClr val="1F2937"/>
                </a:solidFill>
                <a:latin typeface="맑은 고딕" pitchFamily="34" charset="0"/>
                <a:ea typeface="맑은 고딕" pitchFamily="34" charset="-122"/>
                <a:cs typeface="맑은 고딕" pitchFamily="34" charset="-120"/>
              </a:rPr>
              <a:t>손목 안쪽 엄지 쪽에</a:t>
            </a:r>
            <a:endParaRPr lang="ko-KR" sz="2800" dirty="0"/>
          </a:p>
          <a:p>
            <a:pPr eaLnBrk="0" algn="l" indent="0" marL="0">
              <a:buNone/>
            </a:pPr>
            <a:r>
              <a:rPr lang="ko-KR" altLang="en-US" sz="2800" dirty="0">
                <a:solidFill>
                  <a:srgbClr val="1F2937"/>
                </a:solidFill>
                <a:latin typeface="맑은 고딕" pitchFamily="34" charset="0"/>
                <a:ea typeface="맑은 고딕" pitchFamily="34" charset="-122"/>
                <a:cs typeface="맑은 고딕" pitchFamily="34" charset="-120"/>
              </a:rPr>
              <a:t>두 손가락을 대요.</a:t>
            </a:r>
            <a:endParaRPr lang="ko-KR" sz="2800" dirty="0"/>
          </a:p>
        </p:txBody>
      </p:sp>
      <p:sp>
        <p:nvSpPr>
          <p:cNvPr id="14" name="S03-stepno34"/>
          <p:cNvSpPr txBox="1"/>
          <p:nvPr/>
        </p:nvSpPr>
        <p:spPr>
          <a:xfrm>
            <a:off x="548640" y="2515108"/>
            <a:ext cx="548640" cy="548640"/>
          </a:xfrm>
          <a:prstGeom prst="ellipse">
            <a:avLst/>
          </a:prstGeom>
          <a:solidFill>
            <a:srgbClr val="264653"/>
          </a:solidFill>
          <a:ln>
            <a:solidFill>
              <a:srgbClr val="264653"/>
            </a:solidFill>
          </a:ln>
        </p:spPr>
        <p:txBody>
          <a:bodyPr wrap="square" lIns="0" tIns="0" rIns="0" bIns="0" rtlCol="0" anchor="ctr"/>
          <a:lstStyle/>
          <a:p>
            <a:pPr eaLnBrk="0" algn="ctr" indent="0" marL="0">
              <a:buNone/>
            </a:pPr>
            <a:r>
              <a:rPr lang="ko-KR" altLang="en-US" sz="2200" b="1" dirty="0">
                <a:solidFill>
                  <a:srgbClr val="FFFFFF"/>
                </a:solidFill>
                <a:latin typeface="맑은 고딕" pitchFamily="34" charset="0"/>
                <a:ea typeface="맑은 고딕" pitchFamily="34" charset="-122"/>
                <a:cs typeface="맑은 고딕" pitchFamily="34" charset="-120"/>
              </a:rPr>
              <a:t>2</a:t>
            </a:r>
            <a:endParaRPr lang="ko-KR" sz="2200" dirty="0"/>
          </a:p>
        </p:txBody>
      </p:sp>
      <p:sp>
        <p:nvSpPr>
          <p:cNvPr id="15" name="S03-text35"/>
          <p:cNvSpPr txBox="1"/>
          <p:nvPr/>
        </p:nvSpPr>
        <p:spPr>
          <a:xfrm>
            <a:off x="1325880" y="2515108"/>
            <a:ext cx="5229271" cy="548640"/>
          </a:xfrm>
          <a:prstGeom prst="rect">
            <a:avLst/>
          </a:prstGeom>
          <a:noFill/>
          <a:ln/>
        </p:spPr>
        <p:txBody>
          <a:bodyPr wrap="square" lIns="0" tIns="0" rIns="0" bIns="0" rtlCol="0" anchor="t"/>
          <a:lstStyle/>
          <a:p>
            <a:pPr eaLnBrk="0" algn="l" indent="0" marL="0">
              <a:buNone/>
            </a:pPr>
            <a:r>
              <a:rPr lang="ko-KR" altLang="en-US" sz="2800" dirty="0">
                <a:solidFill>
                  <a:srgbClr val="1F2937"/>
                </a:solidFill>
                <a:latin typeface="맑은 고딕" pitchFamily="34" charset="0"/>
                <a:ea typeface="맑은 고딕" pitchFamily="34" charset="-122"/>
                <a:cs typeface="맑은 고딕" pitchFamily="34" charset="-120"/>
              </a:rPr>
              <a:t>15초 동안 맥박을 세요.</a:t>
            </a:r>
            <a:endParaRPr lang="ko-KR" sz="2800" dirty="0"/>
          </a:p>
        </p:txBody>
      </p:sp>
      <p:sp>
        <p:nvSpPr>
          <p:cNvPr id="16" name="S03-stepno36"/>
          <p:cNvSpPr txBox="1"/>
          <p:nvPr/>
        </p:nvSpPr>
        <p:spPr>
          <a:xfrm>
            <a:off x="548640" y="3274060"/>
            <a:ext cx="548640" cy="548640"/>
          </a:xfrm>
          <a:prstGeom prst="ellipse">
            <a:avLst/>
          </a:prstGeom>
          <a:solidFill>
            <a:srgbClr val="264653"/>
          </a:solidFill>
          <a:ln>
            <a:solidFill>
              <a:srgbClr val="264653"/>
            </a:solidFill>
          </a:ln>
        </p:spPr>
        <p:txBody>
          <a:bodyPr wrap="square" lIns="0" tIns="0" rIns="0" bIns="0" rtlCol="0" anchor="ctr"/>
          <a:lstStyle/>
          <a:p>
            <a:pPr eaLnBrk="0" algn="ctr" indent="0" marL="0">
              <a:buNone/>
            </a:pPr>
            <a:r>
              <a:rPr lang="ko-KR" altLang="en-US" sz="2200" b="1" dirty="0">
                <a:solidFill>
                  <a:srgbClr val="FFFFFF"/>
                </a:solidFill>
                <a:latin typeface="맑은 고딕" pitchFamily="34" charset="0"/>
                <a:ea typeface="맑은 고딕" pitchFamily="34" charset="-122"/>
                <a:cs typeface="맑은 고딕" pitchFamily="34" charset="-120"/>
              </a:rPr>
              <a:t>3</a:t>
            </a:r>
            <a:endParaRPr lang="ko-KR" sz="2200" dirty="0"/>
          </a:p>
        </p:txBody>
      </p:sp>
      <p:sp>
        <p:nvSpPr>
          <p:cNvPr id="17" name="S03-text37"/>
          <p:cNvSpPr txBox="1"/>
          <p:nvPr/>
        </p:nvSpPr>
        <p:spPr>
          <a:xfrm>
            <a:off x="1325880" y="3228340"/>
            <a:ext cx="2706536" cy="1735328"/>
          </a:xfrm>
          <a:prstGeom prst="rect">
            <a:avLst/>
          </a:prstGeom>
          <a:noFill/>
          <a:ln/>
        </p:spPr>
        <p:txBody>
          <a:bodyPr wrap="square" lIns="0" tIns="0" rIns="0" bIns="0" rtlCol="0" anchor="ctr"/>
          <a:lstStyle/>
          <a:p>
            <a:pPr eaLnBrk="0" algn="l" indent="0" marL="0">
              <a:buNone/>
            </a:pPr>
            <a:r>
              <a:rPr lang="ko-KR" altLang="en-US" sz="2800" dirty="0">
                <a:solidFill>
                  <a:srgbClr val="1F2937"/>
                </a:solidFill>
                <a:latin typeface="맑은 고딕" pitchFamily="34" charset="0"/>
                <a:ea typeface="맑은 고딕" pitchFamily="34" charset="-122"/>
                <a:cs typeface="맑은 고딕" pitchFamily="34" charset="-120"/>
              </a:rPr>
              <a:t>센 횟수에 4를 곱해요.</a:t>
            </a:r>
            <a:endParaRPr lang="ko-KR" sz="2800" dirty="0"/>
          </a:p>
          <a:p>
            <a:pPr eaLnBrk="0" algn="l" indent="0" marL="0">
              <a:buNone/>
            </a:pPr>
            <a:r>
              <a:rPr lang="ko-KR" altLang="en-US" sz="2800" dirty="0">
                <a:solidFill>
                  <a:srgbClr val="1F2937"/>
                </a:solidFill>
                <a:latin typeface="맑은 고딕" pitchFamily="34" charset="0"/>
                <a:ea typeface="맑은 고딕" pitchFamily="34" charset="-122"/>
                <a:cs typeface="맑은 고딕" pitchFamily="34" charset="-120"/>
              </a:rPr>
              <a:t>(예: 15초 동안 20번)</a:t>
            </a:r>
            <a:endParaRPr lang="ko-KR" sz="2800" dirty="0"/>
          </a:p>
        </p:txBody>
      </p:sp>
      <p:sp>
        <p:nvSpPr>
          <p:cNvPr id="18" name="S03-eqtext38"/>
          <p:cNvSpPr txBox="1"/>
          <p:nvPr/>
        </p:nvSpPr>
        <p:spPr>
          <a:xfrm>
            <a:off x="4032416" y="3228340"/>
            <a:ext cx="2522735" cy="1735328"/>
          </a:xfrm>
          <a:prstGeom prst="rect">
            <a:avLst/>
          </a:prstGeom>
          <a:noFill/>
          <a:ln/>
        </p:spPr>
        <p:txBody>
          <a:bodyPr wrap="square" lIns="0" tIns="0" rIns="0" bIns="0" rtlCol="0" anchor="ctr"/>
          <a:lstStyle/>
          <a:p>
            <a:pPr eaLnBrk="0" algn="l" indent="0" marL="0">
              <a:buNone/>
            </a:pPr>
            <a:r>
              <a:rPr lang="ko-KR" altLang="en-US" sz="2800" b="1" dirty="0">
                <a:solidFill>
                  <a:srgbClr val="1F2937"/>
                </a:solidFill>
                <a:latin typeface="맑은 고딕" pitchFamily="34" charset="0"/>
                <a:ea typeface="맑은 고딕" pitchFamily="34" charset="-122"/>
                <a:cs typeface="맑은 고딕" pitchFamily="34" charset="-120"/>
              </a:rPr>
              <a:t>20 × 4 = 80</a:t>
            </a:r>
            <a:endParaRPr lang="ko-KR" sz="2800" dirty="0"/>
          </a:p>
        </p:txBody>
      </p:sp>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4B5563"/>
                </a:solidFill>
                <a:latin typeface="맑은 고딕"/>
                <a:ea typeface="맑은 고딕"/>
                <a:cs typeface="맑은 고딕"/>
              </a:defRPr>
            </a:lvl1pPr>
          </a:lstStyle>
          <a:p>
            <a:pPr eaLnBrk="0"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eaLnBrk="0" algn="l" indent="0" marL="0">
              <a:buNone/>
            </a:pPr>
            <a:r>
              <a:rPr lang="ko-KR" altLang="en-US" sz="4000" b="1" dirty="0">
                <a:solidFill>
                  <a:srgbClr val="1F2937"/>
                </a:solidFill>
                <a:latin typeface="맑은 고딕" pitchFamily="34" charset="0"/>
                <a:ea typeface="맑은 고딕" pitchFamily="34" charset="-122"/>
                <a:cs typeface="맑은 고딕" pitchFamily="34" charset="-120"/>
              </a:rPr>
              <a:t>1분 동안은 몇 번일까요?</a:t>
            </a:r>
            <a:endParaRPr lang="ko-KR" sz="4000" dirty="0"/>
          </a:p>
        </p:txBody>
      </p:sp>
      <p:sp>
        <p:nvSpPr>
          <p:cNvPr id="3" name="S04-card39"/>
          <p:cNvSpPr/>
          <p:nvPr/>
        </p:nvSpPr>
        <p:spPr>
          <a:xfrm>
            <a:off x="548640" y="5349240"/>
            <a:ext cx="11091672" cy="868680"/>
          </a:xfrm>
          <a:prstGeom prst="roundRect">
            <a:avLst>
              <a:gd name="adj" fmla="val 12632"/>
            </a:avLst>
          </a:prstGeom>
          <a:solidFill>
            <a:srgbClr val="E6ECF4"/>
          </a:solidFill>
          <a:ln w="12700">
            <a:solidFill>
              <a:srgbClr val="E6ECF4"/>
            </a:solidFill>
            <a:prstDash val="solid"/>
          </a:ln>
        </p:spPr>
      </p:sp>
      <p:sp>
        <p:nvSpPr>
          <p:cNvPr id="4" name="S04-cardtext40"/>
          <p:cNvSpPr txBox="1"/>
          <p:nvPr/>
        </p:nvSpPr>
        <p:spPr>
          <a:xfrm>
            <a:off x="822960" y="5486400"/>
            <a:ext cx="10543032" cy="594360"/>
          </a:xfrm>
          <a:prstGeom prst="rect">
            <a:avLst/>
          </a:prstGeom>
          <a:noFill/>
          <a:ln/>
        </p:spPr>
        <p:txBody>
          <a:bodyPr wrap="square" lIns="0" tIns="0" rIns="0" bIns="0" rtlCol="0" anchor="ctr"/>
          <a:lstStyle/>
          <a:p>
            <a:pPr eaLnBrk="0" indent="0" marL="0">
              <a:spcAft>
                <a:spcPts val="600"/>
              </a:spcAft>
              <a:buNone/>
            </a:pPr>
            <a:r>
              <a:rPr lang="ko-KR" altLang="en-US" sz="2800" dirty="0">
                <a:solidFill>
                  <a:srgbClr val="1F2937"/>
                </a:solidFill>
                <a:latin typeface="맑은 고딕" pitchFamily="34" charset="0"/>
                <a:ea typeface="맑은 고딕" pitchFamily="34" charset="-122"/>
                <a:cs typeface="맑은 고딕" pitchFamily="34" charset="-120"/>
              </a:rPr>
              <a:t>15초 동안 센 것은 × 4, 30초 동안 센 것은 × 2</a:t>
            </a:r>
            <a:endParaRPr lang="ko-KR" sz="2800" dirty="0"/>
          </a:p>
        </p:txBody>
      </p:sp>
      <p:sp>
        <p:nvSpPr>
          <p:cNvPr id="5" name="S04-chip41"/>
          <p:cNvSpPr txBox="1"/>
          <p:nvPr/>
        </p:nvSpPr>
        <p:spPr>
          <a:xfrm>
            <a:off x="548640" y="1613916"/>
            <a:ext cx="566928" cy="566928"/>
          </a:xfrm>
          <a:prstGeom prst="roundRect">
            <a:avLst>
              <a:gd name="adj" fmla="val 25806"/>
            </a:avLst>
          </a:prstGeom>
          <a:solidFill>
            <a:srgbClr val="264653"/>
          </a:solidFill>
          <a:ln>
            <a:solidFill>
              <a:srgbClr val="264653"/>
            </a:solidFill>
          </a:ln>
        </p:spPr>
        <p:txBody>
          <a:bodyPr wrap="square" lIns="0" tIns="0" rIns="0" bIns="0" rtlCol="0" anchor="ctr"/>
          <a:lstStyle/>
          <a:p>
            <a:pPr eaLnBrk="0" algn="ctr" indent="0" marL="0">
              <a:buNone/>
            </a:pPr>
            <a:r>
              <a:rPr lang="ko-KR" altLang="en-US" sz="2200" b="1" dirty="0">
                <a:solidFill>
                  <a:srgbClr val="FFFFFF"/>
                </a:solidFill>
                <a:latin typeface="맑은 고딕" pitchFamily="34" charset="0"/>
                <a:ea typeface="맑은 고딕" pitchFamily="34" charset="-122"/>
                <a:cs typeface="맑은 고딕" pitchFamily="34" charset="-120"/>
              </a:rPr>
              <a:t>①</a:t>
            </a:r>
            <a:endParaRPr lang="ko-KR" sz="2200" dirty="0"/>
          </a:p>
        </p:txBody>
      </p:sp>
      <p:sp>
        <p:nvSpPr>
          <p:cNvPr id="6" name="S04-text42"/>
          <p:cNvSpPr txBox="1"/>
          <p:nvPr/>
        </p:nvSpPr>
        <p:spPr>
          <a:xfrm>
            <a:off x="1344168" y="1325880"/>
            <a:ext cx="10296144" cy="1143000"/>
          </a:xfrm>
          <a:prstGeom prst="rect">
            <a:avLst/>
          </a:prstGeom>
          <a:noFill/>
          <a:ln/>
        </p:spPr>
        <p:txBody>
          <a:bodyPr wrap="square" lIns="0" tIns="0" rIns="0" bIns="0" rtlCol="0" anchor="ctr"/>
          <a:lstStyle/>
          <a:p>
            <a:pPr eaLnBrk="0" algn="l" indent="0" marL="0">
              <a:buNone/>
            </a:pPr>
            <a:r>
              <a:rPr lang="ko-KR" altLang="en-US" sz="2800" dirty="0">
                <a:solidFill>
                  <a:srgbClr val="1F2937"/>
                </a:solidFill>
                <a:latin typeface="맑은 고딕" pitchFamily="34" charset="0"/>
                <a:ea typeface="맑은 고딕" pitchFamily="34" charset="-122"/>
                <a:cs typeface="맑은 고딕" pitchFamily="34" charset="-120"/>
              </a:rPr>
              <a:t>맥박: 15초 동안 22번 → 1분 동안은?</a:t>
            </a:r>
            <a:endParaRPr lang="ko-KR" sz="2800" dirty="0"/>
          </a:p>
        </p:txBody>
      </p:sp>
      <p:sp>
        <p:nvSpPr>
          <p:cNvPr id="7" name="S04-chip43"/>
          <p:cNvSpPr txBox="1"/>
          <p:nvPr/>
        </p:nvSpPr>
        <p:spPr>
          <a:xfrm>
            <a:off x="548640" y="2939796"/>
            <a:ext cx="566928" cy="566928"/>
          </a:xfrm>
          <a:prstGeom prst="roundRect">
            <a:avLst>
              <a:gd name="adj" fmla="val 25806"/>
            </a:avLst>
          </a:prstGeom>
          <a:solidFill>
            <a:srgbClr val="264653"/>
          </a:solidFill>
          <a:ln>
            <a:solidFill>
              <a:srgbClr val="264653"/>
            </a:solidFill>
          </a:ln>
        </p:spPr>
        <p:txBody>
          <a:bodyPr wrap="square" lIns="0" tIns="0" rIns="0" bIns="0" rtlCol="0" anchor="ctr"/>
          <a:lstStyle/>
          <a:p>
            <a:pPr eaLnBrk="0" algn="ctr" indent="0" marL="0">
              <a:buNone/>
            </a:pPr>
            <a:r>
              <a:rPr lang="ko-KR" altLang="en-US" sz="2200" b="1" dirty="0">
                <a:solidFill>
                  <a:srgbClr val="FFFFFF"/>
                </a:solidFill>
                <a:latin typeface="맑은 고딕" pitchFamily="34" charset="0"/>
                <a:ea typeface="맑은 고딕" pitchFamily="34" charset="-122"/>
                <a:cs typeface="맑은 고딕" pitchFamily="34" charset="-120"/>
              </a:rPr>
              <a:t>②</a:t>
            </a:r>
            <a:endParaRPr lang="ko-KR" sz="2200" dirty="0"/>
          </a:p>
        </p:txBody>
      </p:sp>
      <p:sp>
        <p:nvSpPr>
          <p:cNvPr id="8" name="S04-text44"/>
          <p:cNvSpPr txBox="1"/>
          <p:nvPr/>
        </p:nvSpPr>
        <p:spPr>
          <a:xfrm>
            <a:off x="1344168" y="2651760"/>
            <a:ext cx="10296144" cy="1143000"/>
          </a:xfrm>
          <a:prstGeom prst="rect">
            <a:avLst/>
          </a:prstGeom>
          <a:noFill/>
          <a:ln/>
        </p:spPr>
        <p:txBody>
          <a:bodyPr wrap="square" lIns="0" tIns="0" rIns="0" bIns="0" rtlCol="0" anchor="ctr"/>
          <a:lstStyle/>
          <a:p>
            <a:pPr eaLnBrk="0" algn="l" indent="0" marL="0">
              <a:buNone/>
            </a:pPr>
            <a:r>
              <a:rPr lang="ko-KR" altLang="en-US" sz="2800" dirty="0">
                <a:solidFill>
                  <a:srgbClr val="1F2937"/>
                </a:solidFill>
                <a:latin typeface="맑은 고딕" pitchFamily="34" charset="0"/>
                <a:ea typeface="맑은 고딕" pitchFamily="34" charset="-122"/>
                <a:cs typeface="맑은 고딕" pitchFamily="34" charset="-120"/>
              </a:rPr>
              <a:t>숨: 30초 동안 10번 → 1분 동안은?</a:t>
            </a:r>
            <a:endParaRPr lang="ko-KR" sz="2800" dirty="0"/>
          </a:p>
        </p:txBody>
      </p:sp>
      <p:sp>
        <p:nvSpPr>
          <p:cNvPr id="9" name="S04-chip45"/>
          <p:cNvSpPr txBox="1"/>
          <p:nvPr/>
        </p:nvSpPr>
        <p:spPr>
          <a:xfrm>
            <a:off x="548640" y="4265676"/>
            <a:ext cx="566928" cy="566928"/>
          </a:xfrm>
          <a:prstGeom prst="roundRect">
            <a:avLst>
              <a:gd name="adj" fmla="val 25806"/>
            </a:avLst>
          </a:prstGeom>
          <a:solidFill>
            <a:srgbClr val="264653"/>
          </a:solidFill>
          <a:ln>
            <a:solidFill>
              <a:srgbClr val="264653"/>
            </a:solidFill>
          </a:ln>
        </p:spPr>
        <p:txBody>
          <a:bodyPr wrap="square" lIns="0" tIns="0" rIns="0" bIns="0" rtlCol="0" anchor="ctr"/>
          <a:lstStyle/>
          <a:p>
            <a:pPr eaLnBrk="0" algn="ctr" indent="0" marL="0">
              <a:buNone/>
            </a:pPr>
            <a:r>
              <a:rPr lang="ko-KR" altLang="en-US" sz="2200" b="1" dirty="0">
                <a:solidFill>
                  <a:srgbClr val="FFFFFF"/>
                </a:solidFill>
                <a:latin typeface="맑은 고딕" pitchFamily="34" charset="0"/>
                <a:ea typeface="맑은 고딕" pitchFamily="34" charset="-122"/>
                <a:cs typeface="맑은 고딕" pitchFamily="34" charset="-120"/>
              </a:rPr>
              <a:t>③</a:t>
            </a:r>
            <a:endParaRPr lang="ko-KR" sz="2200" dirty="0"/>
          </a:p>
        </p:txBody>
      </p:sp>
      <p:sp>
        <p:nvSpPr>
          <p:cNvPr id="10" name="S04-text46"/>
          <p:cNvSpPr txBox="1"/>
          <p:nvPr/>
        </p:nvSpPr>
        <p:spPr>
          <a:xfrm>
            <a:off x="1344168" y="3977640"/>
            <a:ext cx="10296144" cy="1143000"/>
          </a:xfrm>
          <a:prstGeom prst="rect">
            <a:avLst/>
          </a:prstGeom>
          <a:noFill/>
          <a:ln/>
        </p:spPr>
        <p:txBody>
          <a:bodyPr wrap="square" lIns="0" tIns="0" rIns="0" bIns="0" rtlCol="0" anchor="ctr"/>
          <a:lstStyle/>
          <a:p>
            <a:pPr eaLnBrk="0" algn="l" indent="0" marL="0">
              <a:buNone/>
            </a:pPr>
            <a:r>
              <a:rPr lang="ko-KR" altLang="en-US" sz="2800" dirty="0">
                <a:solidFill>
                  <a:srgbClr val="1F2937"/>
                </a:solidFill>
                <a:latin typeface="맑은 고딕" pitchFamily="34" charset="0"/>
                <a:ea typeface="맑은 고딕" pitchFamily="34" charset="-122"/>
                <a:cs typeface="맑은 고딕" pitchFamily="34" charset="-120"/>
              </a:rPr>
              <a:t>맥박: 15초 동안 25번 → 1분 동안은?</a:t>
            </a:r>
            <a:endParaRPr lang="ko-KR" sz="2800" dirty="0"/>
          </a:p>
        </p:txBody>
      </p:sp>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4B5563"/>
                </a:solidFill>
                <a:latin typeface="맑은 고딕"/>
                <a:ea typeface="맑은 고딕"/>
                <a:cs typeface="맑은 고딕"/>
              </a:defRPr>
            </a:lvl1pPr>
          </a:lstStyle>
          <a:p>
            <a:pPr eaLnBrk="0"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eaLnBrk="0" algn="l" indent="0" marL="0">
              <a:buNone/>
            </a:pPr>
            <a:r>
              <a:rPr lang="ko-KR" altLang="en-US" sz="4000" b="1" dirty="0">
                <a:solidFill>
                  <a:srgbClr val="1F2937"/>
                </a:solidFill>
                <a:latin typeface="맑은 고딕" pitchFamily="34" charset="0"/>
                <a:ea typeface="맑은 고딕" pitchFamily="34" charset="-122"/>
                <a:cs typeface="맑은 고딕" pitchFamily="34" charset="-120"/>
              </a:rPr>
              <a:t>예상해 봐요</a:t>
            </a:r>
            <a:endParaRPr lang="ko-KR" sz="4000" dirty="0"/>
          </a:p>
        </p:txBody>
      </p:sp>
      <p:sp>
        <p:nvSpPr>
          <p:cNvPr id="3" name="S05-text47"/>
          <p:cNvSpPr txBox="1"/>
          <p:nvPr/>
        </p:nvSpPr>
        <p:spPr>
          <a:xfrm>
            <a:off x="548640" y="1325880"/>
            <a:ext cx="11091672" cy="502920"/>
          </a:xfrm>
          <a:prstGeom prst="rect">
            <a:avLst/>
          </a:prstGeom>
          <a:noFill/>
          <a:ln/>
        </p:spPr>
        <p:txBody>
          <a:bodyPr wrap="square" lIns="0" tIns="0" rIns="0" bIns="0" rtlCol="0" anchor="ctr"/>
          <a:lstStyle/>
          <a:p>
            <a:pPr eaLnBrk="0" algn="l" indent="0" marL="0">
              <a:buNone/>
            </a:pPr>
            <a:r>
              <a:rPr lang="ko-KR" altLang="en-US" sz="2800" dirty="0">
                <a:solidFill>
                  <a:srgbClr val="1F2937"/>
                </a:solidFill>
                <a:latin typeface="맑은 고딕" pitchFamily="34" charset="0"/>
                <a:ea typeface="맑은 고딕" pitchFamily="34" charset="-122"/>
                <a:cs typeface="맑은 고딕" pitchFamily="34" charset="-120"/>
              </a:rPr>
              <a:t>운동 전과 비교해 어떻게 될까요?</a:t>
            </a:r>
            <a:endParaRPr lang="ko-KR" sz="2800" dirty="0"/>
          </a:p>
        </p:txBody>
      </p:sp>
      <p:sp>
        <p:nvSpPr>
          <p:cNvPr id="4" name="S05-card48"/>
          <p:cNvSpPr/>
          <p:nvPr/>
        </p:nvSpPr>
        <p:spPr>
          <a:xfrm>
            <a:off x="548640" y="5349240"/>
            <a:ext cx="11091672" cy="868680"/>
          </a:xfrm>
          <a:prstGeom prst="roundRect">
            <a:avLst>
              <a:gd name="adj" fmla="val 12632"/>
            </a:avLst>
          </a:prstGeom>
          <a:solidFill>
            <a:srgbClr val="FDEBDD"/>
          </a:solidFill>
          <a:ln w="12700">
            <a:solidFill>
              <a:srgbClr val="FDEBDD"/>
            </a:solidFill>
            <a:prstDash val="solid"/>
          </a:ln>
        </p:spPr>
      </p:sp>
      <p:sp>
        <p:nvSpPr>
          <p:cNvPr id="5" name="S05-cardtext49"/>
          <p:cNvSpPr txBox="1"/>
          <p:nvPr/>
        </p:nvSpPr>
        <p:spPr>
          <a:xfrm>
            <a:off x="822960" y="5486400"/>
            <a:ext cx="10543032" cy="594360"/>
          </a:xfrm>
          <a:prstGeom prst="rect">
            <a:avLst/>
          </a:prstGeom>
          <a:noFill/>
          <a:ln/>
        </p:spPr>
        <p:txBody>
          <a:bodyPr wrap="square" lIns="0" tIns="0" rIns="0" bIns="0" rtlCol="0" anchor="ctr"/>
          <a:lstStyle/>
          <a:p>
            <a:pPr eaLnBrk="0" indent="0" marL="0">
              <a:spcAft>
                <a:spcPts val="600"/>
              </a:spcAft>
              <a:buNone/>
            </a:pPr>
            <a:r>
              <a:rPr lang="ko-KR" altLang="en-US" sz="2800" dirty="0">
                <a:solidFill>
                  <a:srgbClr val="1F2937"/>
                </a:solidFill>
                <a:latin typeface="맑은 고딕" pitchFamily="34" charset="0"/>
                <a:ea typeface="맑은 고딕" pitchFamily="34" charset="-122"/>
                <a:cs typeface="맑은 고딕" pitchFamily="34" charset="-120"/>
              </a:rPr>
              <a:t>예상은 활동지 2에 써요.</a:t>
            </a:r>
            <a:endParaRPr lang="ko-KR" sz="2800" dirty="0"/>
          </a:p>
        </p:txBody>
      </p:sp>
      <p:graphicFrame>
        <p:nvGraphicFramePr>
          <p:cNvPr id="6" name="S05-table50"/>
          <p:cNvGraphicFramePr>
            <a:graphicFrameLocks noGrp="1"/>
          </p:cNvGraphicFramePr>
          <p:nvPr>
            <p:extLst>
              <p:ext uri="{D42A27DB-BD31-4B8C-83A1-F6EECF244321}">
                <p14:modId xmlns:p14="http://schemas.microsoft.com/office/powerpoint/2010/main" val="1579011935"/>
              </p:ext>
            </p:extLst>
          </p:nvPr>
        </p:nvGraphicFramePr>
        <p:xfrm>
          <a:off x="1065276" y="2797302"/>
          <a:ext cx="10058400" cy="914400"/>
        </p:xfrm>
        <a:graphic>
          <a:graphicData uri="http://schemas.openxmlformats.org/drawingml/2006/table">
            <a:tbl>
              <a:tblPr/>
              <a:tblGrid>
                <a:gridCol w="3017520"/>
                <a:gridCol w="3520440"/>
                <a:gridCol w="3520440"/>
              </a:tblGrid>
              <a:tr h="512572">
                <a:tc>
                  <a:txBody>
                    <a:bodyPr/>
                    <a:lstStyle/>
                    <a:p>
                      <a:pPr eaLnBrk="0" algn="ctr" indent="0" marL="0">
                        <a:buNone/>
                      </a:pPr>
                      <a:endParaRPr lang="en-US" sz="2600" dirty="0">
                        <a:latin typeface="맑은 고딕" charset="0"/>
                        <a:ea typeface="맑은 고딕" charset="0"/>
                        <a:cs typeface="맑은 고딕" charset="0"/>
                      </a:endParaRPr>
                    </a:p>
                  </a:txBody>
                  <a:tcPr marL="38100" marR="38100" marT="38100" marB="38100" anchor="ctr">
                    <a:lnL w="12700" cap="flat" cmpd="sng" algn="ctr">
                      <a:solidFill>
                        <a:srgbClr val="94A3B8"/>
                      </a:solidFill>
                      <a:prstDash val="solid"/>
                      <a:round/>
                      <a:headEnd type="none" w="med" len="med"/>
                      <a:tailEnd type="none" w="med" len="med"/>
                    </a:lnL>
                    <a:lnR w="12700" cap="flat" cmpd="sng" algn="ctr">
                      <a:solidFill>
                        <a:srgbClr val="94A3B8"/>
                      </a:solidFill>
                      <a:prstDash val="solid"/>
                      <a:round/>
                      <a:headEnd type="none" w="med" len="med"/>
                      <a:tailEnd type="none" w="med" len="med"/>
                    </a:lnR>
                    <a:lnT w="12700" cap="flat" cmpd="sng" algn="ctr">
                      <a:solidFill>
                        <a:srgbClr val="94A3B8"/>
                      </a:solidFill>
                      <a:prstDash val="solid"/>
                      <a:round/>
                      <a:headEnd type="none" w="med" len="med"/>
                      <a:tailEnd type="none" w="med" len="med"/>
                    </a:lnT>
                    <a:lnB w="12700" cap="flat" cmpd="sng" algn="ctr">
                      <a:solidFill>
                        <a:srgbClr val="94A3B8"/>
                      </a:solidFill>
                      <a:prstDash val="solid"/>
                      <a:round/>
                      <a:headEnd type="none" w="med" len="med"/>
                      <a:tailEnd type="none" w="med" len="med"/>
                    </a:lnB>
                    <a:solidFill>
                      <a:srgbClr val="EAF3F1"/>
                    </a:solidFill>
                  </a:tcPr>
                </a:tc>
                <a:tc>
                  <a:txBody>
                    <a:bodyPr/>
                    <a:lstStyle/>
                    <a:p>
                      <a:pPr eaLnBrk="0" algn="ctr" indent="0" marL="0">
                        <a:buNone/>
                      </a:pPr>
                      <a:r>
                        <a:rPr lang="en-US" sz="2600" b="1" dirty="0">
                          <a:solidFill>
                            <a:srgbClr val="1F2937"/>
                          </a:solidFill>
                          <a:latin typeface="맑은 고딕" pitchFamily="34" charset="0"/>
                          <a:ea typeface="맑은 고딕" pitchFamily="34" charset="-122"/>
                          <a:cs typeface="맑은 고딕" pitchFamily="34" charset="-120"/>
                        </a:rPr>
                        <a:t>맥박</a:t>
                      </a:r>
                      <a:endParaRPr lang="en-US" sz="2600" dirty="0">
                        <a:latin typeface="맑은 고딕" charset="0"/>
                        <a:ea typeface="맑은 고딕" charset="0"/>
                        <a:cs typeface="맑은 고딕" charset="0"/>
                      </a:endParaRPr>
                    </a:p>
                  </a:txBody>
                  <a:tcPr marL="38100" marR="38100" marT="38100" marB="38100" anchor="ctr">
                    <a:lnL w="12700" cap="flat" cmpd="sng" algn="ctr">
                      <a:solidFill>
                        <a:srgbClr val="94A3B8"/>
                      </a:solidFill>
                      <a:prstDash val="solid"/>
                      <a:round/>
                      <a:headEnd type="none" w="med" len="med"/>
                      <a:tailEnd type="none" w="med" len="med"/>
                    </a:lnL>
                    <a:lnR w="12700" cap="flat" cmpd="sng" algn="ctr">
                      <a:solidFill>
                        <a:srgbClr val="94A3B8"/>
                      </a:solidFill>
                      <a:prstDash val="solid"/>
                      <a:round/>
                      <a:headEnd type="none" w="med" len="med"/>
                      <a:tailEnd type="none" w="med" len="med"/>
                    </a:lnR>
                    <a:lnT w="12700" cap="flat" cmpd="sng" algn="ctr">
                      <a:solidFill>
                        <a:srgbClr val="94A3B8"/>
                      </a:solidFill>
                      <a:prstDash val="solid"/>
                      <a:round/>
                      <a:headEnd type="none" w="med" len="med"/>
                      <a:tailEnd type="none" w="med" len="med"/>
                    </a:lnT>
                    <a:lnB w="12700" cap="flat" cmpd="sng" algn="ctr">
                      <a:solidFill>
                        <a:srgbClr val="94A3B8"/>
                      </a:solidFill>
                      <a:prstDash val="solid"/>
                      <a:round/>
                      <a:headEnd type="none" w="med" len="med"/>
                      <a:tailEnd type="none" w="med" len="med"/>
                    </a:lnB>
                    <a:solidFill>
                      <a:srgbClr val="EAF3F1"/>
                    </a:solidFill>
                  </a:tcPr>
                </a:tc>
                <a:tc>
                  <a:txBody>
                    <a:bodyPr/>
                    <a:lstStyle/>
                    <a:p>
                      <a:pPr eaLnBrk="0" algn="ctr" indent="0" marL="0">
                        <a:buNone/>
                      </a:pPr>
                      <a:r>
                        <a:rPr lang="en-US" sz="2600" b="1" dirty="0">
                          <a:solidFill>
                            <a:srgbClr val="1F2937"/>
                          </a:solidFill>
                          <a:latin typeface="맑은 고딕" pitchFamily="34" charset="0"/>
                          <a:ea typeface="맑은 고딕" pitchFamily="34" charset="-122"/>
                          <a:cs typeface="맑은 고딕" pitchFamily="34" charset="-120"/>
                        </a:rPr>
                        <a:t>숨</a:t>
                      </a:r>
                      <a:endParaRPr lang="en-US" sz="2600" dirty="0">
                        <a:latin typeface="맑은 고딕" charset="0"/>
                        <a:ea typeface="맑은 고딕" charset="0"/>
                        <a:cs typeface="맑은 고딕" charset="0"/>
                      </a:endParaRPr>
                    </a:p>
                  </a:txBody>
                  <a:tcPr marL="38100" marR="38100" marT="38100" marB="38100" anchor="ctr">
                    <a:lnL w="12700" cap="flat" cmpd="sng" algn="ctr">
                      <a:solidFill>
                        <a:srgbClr val="94A3B8"/>
                      </a:solidFill>
                      <a:prstDash val="solid"/>
                      <a:round/>
                      <a:headEnd type="none" w="med" len="med"/>
                      <a:tailEnd type="none" w="med" len="med"/>
                    </a:lnL>
                    <a:lnR w="12700" cap="flat" cmpd="sng" algn="ctr">
                      <a:solidFill>
                        <a:srgbClr val="94A3B8"/>
                      </a:solidFill>
                      <a:prstDash val="solid"/>
                      <a:round/>
                      <a:headEnd type="none" w="med" len="med"/>
                      <a:tailEnd type="none" w="med" len="med"/>
                    </a:lnR>
                    <a:lnT w="12700" cap="flat" cmpd="sng" algn="ctr">
                      <a:solidFill>
                        <a:srgbClr val="94A3B8"/>
                      </a:solidFill>
                      <a:prstDash val="solid"/>
                      <a:round/>
                      <a:headEnd type="none" w="med" len="med"/>
                      <a:tailEnd type="none" w="med" len="med"/>
                    </a:lnT>
                    <a:lnB w="12700" cap="flat" cmpd="sng" algn="ctr">
                      <a:solidFill>
                        <a:srgbClr val="94A3B8"/>
                      </a:solidFill>
                      <a:prstDash val="solid"/>
                      <a:round/>
                      <a:headEnd type="none" w="med" len="med"/>
                      <a:tailEnd type="none" w="med" len="med"/>
                    </a:lnB>
                    <a:solidFill>
                      <a:srgbClr val="EAF3F1"/>
                    </a:solidFill>
                  </a:tcPr>
                </a:tc>
              </a:tr>
              <a:tr h="512572">
                <a:tc>
                  <a:txBody>
                    <a:bodyPr/>
                    <a:lstStyle/>
                    <a:p>
                      <a:pPr eaLnBrk="0" algn="ctr" indent="0" marL="0">
                        <a:buNone/>
                      </a:pPr>
                      <a:r>
                        <a:rPr lang="en-US" sz="2600" b="1" dirty="0">
                          <a:solidFill>
                            <a:srgbClr val="1F2937"/>
                          </a:solidFill>
                          <a:latin typeface="맑은 고딕" pitchFamily="34" charset="0"/>
                          <a:ea typeface="맑은 고딕" pitchFamily="34" charset="-122"/>
                          <a:cs typeface="맑은 고딕" pitchFamily="34" charset="-120"/>
                        </a:rPr>
                        <a:t>운동 직후</a:t>
                      </a:r>
                      <a:endParaRPr lang="en-US" sz="2600" dirty="0">
                        <a:latin typeface="맑은 고딕" charset="0"/>
                        <a:ea typeface="맑은 고딕" charset="0"/>
                        <a:cs typeface="맑은 고딕" charset="0"/>
                      </a:endParaRPr>
                    </a:p>
                  </a:txBody>
                  <a:tcPr marL="38100" marR="38100" marT="38100" marB="38100" anchor="ctr">
                    <a:lnL w="12700" cap="flat" cmpd="sng" algn="ctr">
                      <a:solidFill>
                        <a:srgbClr val="94A3B8"/>
                      </a:solidFill>
                      <a:prstDash val="solid"/>
                      <a:round/>
                      <a:headEnd type="none" w="med" len="med"/>
                      <a:tailEnd type="none" w="med" len="med"/>
                    </a:lnL>
                    <a:lnR w="12700" cap="flat" cmpd="sng" algn="ctr">
                      <a:solidFill>
                        <a:srgbClr val="94A3B8"/>
                      </a:solidFill>
                      <a:prstDash val="solid"/>
                      <a:round/>
                      <a:headEnd type="none" w="med" len="med"/>
                      <a:tailEnd type="none" w="med" len="med"/>
                    </a:lnR>
                    <a:lnT w="12700" cap="flat" cmpd="sng" algn="ctr">
                      <a:solidFill>
                        <a:srgbClr val="94A3B8"/>
                      </a:solidFill>
                      <a:prstDash val="solid"/>
                      <a:round/>
                      <a:headEnd type="none" w="med" len="med"/>
                      <a:tailEnd type="none" w="med" len="med"/>
                    </a:lnT>
                    <a:lnB w="12700" cap="flat" cmpd="sng" algn="ctr">
                      <a:solidFill>
                        <a:srgbClr val="94A3B8"/>
                      </a:solidFill>
                      <a:prstDash val="solid"/>
                      <a:round/>
                      <a:headEnd type="none" w="med" len="med"/>
                      <a:tailEnd type="none" w="med" len="med"/>
                    </a:lnB>
                    <a:solidFill>
                      <a:srgbClr val="EAF3F1"/>
                    </a:solidFill>
                  </a:tcPr>
                </a:tc>
                <a:tc>
                  <a:txBody>
                    <a:bodyPr/>
                    <a:lstStyle/>
                    <a:p>
                      <a:pPr eaLnBrk="0" algn="ctr" indent="0" marL="0">
                        <a:buNone/>
                      </a:pPr>
                      <a:endParaRPr lang="en-US" sz="2600" dirty="0">
                        <a:latin typeface="맑은 고딕" charset="0"/>
                        <a:ea typeface="맑은 고딕" charset="0"/>
                        <a:cs typeface="맑은 고딕" charset="0"/>
                      </a:endParaRPr>
                    </a:p>
                  </a:txBody>
                  <a:tcPr marL="38100" marR="38100" marT="38100" marB="38100" anchor="ctr">
                    <a:lnL w="12700" cap="flat" cmpd="sng" algn="ctr">
                      <a:solidFill>
                        <a:srgbClr val="94A3B8"/>
                      </a:solidFill>
                      <a:prstDash val="solid"/>
                      <a:round/>
                      <a:headEnd type="none" w="med" len="med"/>
                      <a:tailEnd type="none" w="med" len="med"/>
                    </a:lnL>
                    <a:lnR w="12700" cap="flat" cmpd="sng" algn="ctr">
                      <a:solidFill>
                        <a:srgbClr val="94A3B8"/>
                      </a:solidFill>
                      <a:prstDash val="solid"/>
                      <a:round/>
                      <a:headEnd type="none" w="med" len="med"/>
                      <a:tailEnd type="none" w="med" len="med"/>
                    </a:lnR>
                    <a:lnT w="12700" cap="flat" cmpd="sng" algn="ctr">
                      <a:solidFill>
                        <a:srgbClr val="94A3B8"/>
                      </a:solidFill>
                      <a:prstDash val="solid"/>
                      <a:round/>
                      <a:headEnd type="none" w="med" len="med"/>
                      <a:tailEnd type="none" w="med" len="med"/>
                    </a:lnT>
                    <a:lnB w="12700" cap="flat" cmpd="sng" algn="ctr">
                      <a:solidFill>
                        <a:srgbClr val="94A3B8"/>
                      </a:solidFill>
                      <a:prstDash val="solid"/>
                      <a:round/>
                      <a:headEnd type="none" w="med" len="med"/>
                      <a:tailEnd type="none" w="med" len="med"/>
                    </a:lnB>
                    <a:solidFill>
                      <a:srgbClr val="FFFFFF"/>
                    </a:solidFill>
                  </a:tcPr>
                </a:tc>
                <a:tc>
                  <a:txBody>
                    <a:bodyPr/>
                    <a:lstStyle/>
                    <a:p>
                      <a:pPr eaLnBrk="0" algn="ctr" indent="0" marL="0">
                        <a:buNone/>
                      </a:pPr>
                      <a:endParaRPr lang="en-US" sz="2600" dirty="0">
                        <a:latin typeface="맑은 고딕" charset="0"/>
                        <a:ea typeface="맑은 고딕" charset="0"/>
                        <a:cs typeface="맑은 고딕" charset="0"/>
                      </a:endParaRPr>
                    </a:p>
                  </a:txBody>
                  <a:tcPr marL="38100" marR="38100" marT="38100" marB="38100" anchor="ctr">
                    <a:lnL w="12700" cap="flat" cmpd="sng" algn="ctr">
                      <a:solidFill>
                        <a:srgbClr val="94A3B8"/>
                      </a:solidFill>
                      <a:prstDash val="solid"/>
                      <a:round/>
                      <a:headEnd type="none" w="med" len="med"/>
                      <a:tailEnd type="none" w="med" len="med"/>
                    </a:lnL>
                    <a:lnR w="12700" cap="flat" cmpd="sng" algn="ctr">
                      <a:solidFill>
                        <a:srgbClr val="94A3B8"/>
                      </a:solidFill>
                      <a:prstDash val="solid"/>
                      <a:round/>
                      <a:headEnd type="none" w="med" len="med"/>
                      <a:tailEnd type="none" w="med" len="med"/>
                    </a:lnR>
                    <a:lnT w="12700" cap="flat" cmpd="sng" algn="ctr">
                      <a:solidFill>
                        <a:srgbClr val="94A3B8"/>
                      </a:solidFill>
                      <a:prstDash val="solid"/>
                      <a:round/>
                      <a:headEnd type="none" w="med" len="med"/>
                      <a:tailEnd type="none" w="med" len="med"/>
                    </a:lnT>
                    <a:lnB w="12700" cap="flat" cmpd="sng" algn="ctr">
                      <a:solidFill>
                        <a:srgbClr val="94A3B8"/>
                      </a:solidFill>
                      <a:prstDash val="solid"/>
                      <a:round/>
                      <a:headEnd type="none" w="med" len="med"/>
                      <a:tailEnd type="none" w="med" len="med"/>
                    </a:lnB>
                    <a:solidFill>
                      <a:srgbClr val="FFFFFF"/>
                    </a:solidFill>
                  </a:tcPr>
                </a:tc>
              </a:tr>
              <a:tr h="512572">
                <a:tc>
                  <a:txBody>
                    <a:bodyPr/>
                    <a:lstStyle/>
                    <a:p>
                      <a:pPr eaLnBrk="0" algn="ctr" indent="0" marL="0">
                        <a:buNone/>
                      </a:pPr>
                      <a:r>
                        <a:rPr lang="en-US" sz="2600" b="1" dirty="0">
                          <a:solidFill>
                            <a:srgbClr val="1F2937"/>
                          </a:solidFill>
                          <a:latin typeface="맑은 고딕" pitchFamily="34" charset="0"/>
                          <a:ea typeface="맑은 고딕" pitchFamily="34" charset="-122"/>
                          <a:cs typeface="맑은 고딕" pitchFamily="34" charset="-120"/>
                        </a:rPr>
                        <a:t>3분 쉰 뒤</a:t>
                      </a:r>
                      <a:endParaRPr lang="en-US" sz="2600" dirty="0">
                        <a:latin typeface="맑은 고딕" charset="0"/>
                        <a:ea typeface="맑은 고딕" charset="0"/>
                        <a:cs typeface="맑은 고딕" charset="0"/>
                      </a:endParaRPr>
                    </a:p>
                  </a:txBody>
                  <a:tcPr marL="38100" marR="38100" marT="38100" marB="38100" anchor="ctr">
                    <a:lnL w="12700" cap="flat" cmpd="sng" algn="ctr">
                      <a:solidFill>
                        <a:srgbClr val="94A3B8"/>
                      </a:solidFill>
                      <a:prstDash val="solid"/>
                      <a:round/>
                      <a:headEnd type="none" w="med" len="med"/>
                      <a:tailEnd type="none" w="med" len="med"/>
                    </a:lnL>
                    <a:lnR w="12700" cap="flat" cmpd="sng" algn="ctr">
                      <a:solidFill>
                        <a:srgbClr val="94A3B8"/>
                      </a:solidFill>
                      <a:prstDash val="solid"/>
                      <a:round/>
                      <a:headEnd type="none" w="med" len="med"/>
                      <a:tailEnd type="none" w="med" len="med"/>
                    </a:lnR>
                    <a:lnT w="12700" cap="flat" cmpd="sng" algn="ctr">
                      <a:solidFill>
                        <a:srgbClr val="94A3B8"/>
                      </a:solidFill>
                      <a:prstDash val="solid"/>
                      <a:round/>
                      <a:headEnd type="none" w="med" len="med"/>
                      <a:tailEnd type="none" w="med" len="med"/>
                    </a:lnT>
                    <a:lnB w="12700" cap="flat" cmpd="sng" algn="ctr">
                      <a:solidFill>
                        <a:srgbClr val="94A3B8"/>
                      </a:solidFill>
                      <a:prstDash val="solid"/>
                      <a:round/>
                      <a:headEnd type="none" w="med" len="med"/>
                      <a:tailEnd type="none" w="med" len="med"/>
                    </a:lnB>
                    <a:solidFill>
                      <a:srgbClr val="EAF3F1"/>
                    </a:solidFill>
                  </a:tcPr>
                </a:tc>
                <a:tc>
                  <a:txBody>
                    <a:bodyPr/>
                    <a:lstStyle/>
                    <a:p>
                      <a:pPr eaLnBrk="0" algn="ctr" indent="0" marL="0">
                        <a:buNone/>
                      </a:pPr>
                      <a:endParaRPr lang="en-US" sz="2600" dirty="0">
                        <a:latin typeface="맑은 고딕" charset="0"/>
                        <a:ea typeface="맑은 고딕" charset="0"/>
                        <a:cs typeface="맑은 고딕" charset="0"/>
                      </a:endParaRPr>
                    </a:p>
                  </a:txBody>
                  <a:tcPr marL="38100" marR="38100" marT="38100" marB="38100" anchor="ctr">
                    <a:lnL w="12700" cap="flat" cmpd="sng" algn="ctr">
                      <a:solidFill>
                        <a:srgbClr val="94A3B8"/>
                      </a:solidFill>
                      <a:prstDash val="solid"/>
                      <a:round/>
                      <a:headEnd type="none" w="med" len="med"/>
                      <a:tailEnd type="none" w="med" len="med"/>
                    </a:lnL>
                    <a:lnR w="12700" cap="flat" cmpd="sng" algn="ctr">
                      <a:solidFill>
                        <a:srgbClr val="94A3B8"/>
                      </a:solidFill>
                      <a:prstDash val="solid"/>
                      <a:round/>
                      <a:headEnd type="none" w="med" len="med"/>
                      <a:tailEnd type="none" w="med" len="med"/>
                    </a:lnR>
                    <a:lnT w="12700" cap="flat" cmpd="sng" algn="ctr">
                      <a:solidFill>
                        <a:srgbClr val="94A3B8"/>
                      </a:solidFill>
                      <a:prstDash val="solid"/>
                      <a:round/>
                      <a:headEnd type="none" w="med" len="med"/>
                      <a:tailEnd type="none" w="med" len="med"/>
                    </a:lnT>
                    <a:lnB w="12700" cap="flat" cmpd="sng" algn="ctr">
                      <a:solidFill>
                        <a:srgbClr val="94A3B8"/>
                      </a:solidFill>
                      <a:prstDash val="solid"/>
                      <a:round/>
                      <a:headEnd type="none" w="med" len="med"/>
                      <a:tailEnd type="none" w="med" len="med"/>
                    </a:lnB>
                    <a:solidFill>
                      <a:srgbClr val="FFFFFF"/>
                    </a:solidFill>
                  </a:tcPr>
                </a:tc>
                <a:tc>
                  <a:txBody>
                    <a:bodyPr/>
                    <a:lstStyle/>
                    <a:p>
                      <a:pPr eaLnBrk="0" algn="ctr" indent="0" marL="0">
                        <a:buNone/>
                      </a:pPr>
                      <a:endParaRPr lang="en-US" sz="2600" dirty="0">
                        <a:latin typeface="맑은 고딕" charset="0"/>
                        <a:ea typeface="맑은 고딕" charset="0"/>
                        <a:cs typeface="맑은 고딕" charset="0"/>
                      </a:endParaRPr>
                    </a:p>
                  </a:txBody>
                  <a:tcPr marL="38100" marR="38100" marT="38100" marB="38100" anchor="ctr">
                    <a:lnL w="12700" cap="flat" cmpd="sng" algn="ctr">
                      <a:solidFill>
                        <a:srgbClr val="94A3B8"/>
                      </a:solidFill>
                      <a:prstDash val="solid"/>
                      <a:round/>
                      <a:headEnd type="none" w="med" len="med"/>
                      <a:tailEnd type="none" w="med" len="med"/>
                    </a:lnL>
                    <a:lnR w="12700" cap="flat" cmpd="sng" algn="ctr">
                      <a:solidFill>
                        <a:srgbClr val="94A3B8"/>
                      </a:solidFill>
                      <a:prstDash val="solid"/>
                      <a:round/>
                      <a:headEnd type="none" w="med" len="med"/>
                      <a:tailEnd type="none" w="med" len="med"/>
                    </a:lnR>
                    <a:lnT w="12700" cap="flat" cmpd="sng" algn="ctr">
                      <a:solidFill>
                        <a:srgbClr val="94A3B8"/>
                      </a:solidFill>
                      <a:prstDash val="solid"/>
                      <a:round/>
                      <a:headEnd type="none" w="med" len="med"/>
                      <a:tailEnd type="none" w="med" len="med"/>
                    </a:lnT>
                    <a:lnB w="12700" cap="flat" cmpd="sng" algn="ctr">
                      <a:solidFill>
                        <a:srgbClr val="94A3B8"/>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4B5563"/>
                </a:solidFill>
                <a:latin typeface="맑은 고딕"/>
                <a:ea typeface="맑은 고딕"/>
                <a:cs typeface="맑은 고딕"/>
              </a:defRPr>
            </a:lvl1pPr>
          </a:lstStyle>
          <a:p>
            <a:pPr eaLnBrk="0"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eaLnBrk="0" algn="l" indent="0" marL="0">
              <a:buNone/>
            </a:pPr>
            <a:r>
              <a:rPr lang="ko-KR" altLang="en-US" sz="4000" b="1" dirty="0">
                <a:solidFill>
                  <a:srgbClr val="1F2937"/>
                </a:solidFill>
                <a:latin typeface="맑은 고딕" pitchFamily="34" charset="0"/>
                <a:ea typeface="맑은 고딕" pitchFamily="34" charset="-122"/>
                <a:cs typeface="맑은 고딕" pitchFamily="34" charset="-120"/>
              </a:rPr>
              <a:t>운동 전과 후를 재요</a:t>
            </a:r>
            <a:endParaRPr lang="ko-KR" sz="4000" dirty="0"/>
          </a:p>
        </p:txBody>
      </p:sp>
      <p:sp>
        <p:nvSpPr>
          <p:cNvPr id="3" name="S06-card51"/>
          <p:cNvSpPr/>
          <p:nvPr/>
        </p:nvSpPr>
        <p:spPr>
          <a:xfrm>
            <a:off x="548640" y="5349240"/>
            <a:ext cx="11091672" cy="868680"/>
          </a:xfrm>
          <a:prstGeom prst="roundRect">
            <a:avLst>
              <a:gd name="adj" fmla="val 12632"/>
            </a:avLst>
          </a:prstGeom>
          <a:solidFill>
            <a:srgbClr val="FDEBDD"/>
          </a:solidFill>
          <a:ln w="12700">
            <a:solidFill>
              <a:srgbClr val="FDEBDD"/>
            </a:solidFill>
            <a:prstDash val="solid"/>
          </a:ln>
        </p:spPr>
      </p:sp>
      <p:sp>
        <p:nvSpPr>
          <p:cNvPr id="4" name="S06-cardtext52"/>
          <p:cNvSpPr txBox="1"/>
          <p:nvPr/>
        </p:nvSpPr>
        <p:spPr>
          <a:xfrm>
            <a:off x="822960" y="5486400"/>
            <a:ext cx="10543032" cy="594360"/>
          </a:xfrm>
          <a:prstGeom prst="rect">
            <a:avLst/>
          </a:prstGeom>
          <a:noFill/>
          <a:ln/>
        </p:spPr>
        <p:txBody>
          <a:bodyPr wrap="square" lIns="0" tIns="0" rIns="0" bIns="0" rtlCol="0" anchor="ctr"/>
          <a:lstStyle/>
          <a:p>
            <a:pPr eaLnBrk="0" indent="0" marL="0">
              <a:spcAft>
                <a:spcPts val="600"/>
              </a:spcAft>
              <a:buNone/>
            </a:pPr>
            <a:r>
              <a:rPr lang="ko-KR" altLang="en-US" sz="2800" dirty="0">
                <a:solidFill>
                  <a:srgbClr val="1F2937"/>
                </a:solidFill>
                <a:latin typeface="맑은 고딕" pitchFamily="34" charset="0"/>
                <a:ea typeface="맑은 고딕" pitchFamily="34" charset="-122"/>
                <a:cs typeface="맑은 고딕" pitchFamily="34" charset="-120"/>
              </a:rPr>
              <a:t>안전: 어지러우면 바로 멈추고 앉아서 쉬어요.</a:t>
            </a:r>
            <a:endParaRPr lang="ko-KR" sz="2800" dirty="0"/>
          </a:p>
        </p:txBody>
      </p:sp>
      <p:sp>
        <p:nvSpPr>
          <p:cNvPr id="5" name="S06-card53"/>
          <p:cNvSpPr/>
          <p:nvPr/>
        </p:nvSpPr>
        <p:spPr>
          <a:xfrm>
            <a:off x="6813652" y="1325880"/>
            <a:ext cx="4826660" cy="3794760"/>
          </a:xfrm>
          <a:prstGeom prst="roundRect">
            <a:avLst>
              <a:gd name="adj" fmla="val 2892"/>
            </a:avLst>
          </a:prstGeom>
          <a:solidFill>
            <a:srgbClr val="EAF3F1"/>
          </a:solidFill>
          <a:ln w="12700">
            <a:solidFill>
              <a:srgbClr val="EAF3F1"/>
            </a:solidFill>
            <a:prstDash val="solid"/>
          </a:ln>
        </p:spPr>
      </p:sp>
      <p:sp>
        <p:nvSpPr>
          <p:cNvPr id="6" name="S06-cardtext54"/>
          <p:cNvSpPr txBox="1"/>
          <p:nvPr/>
        </p:nvSpPr>
        <p:spPr>
          <a:xfrm>
            <a:off x="7087972" y="1463040"/>
            <a:ext cx="4278020" cy="3520440"/>
          </a:xfrm>
          <a:prstGeom prst="rect">
            <a:avLst/>
          </a:prstGeom>
          <a:noFill/>
          <a:ln/>
        </p:spPr>
        <p:txBody>
          <a:bodyPr wrap="square" lIns="0" tIns="0" rIns="0" bIns="0" rtlCol="0" anchor="ctr"/>
          <a:lstStyle/>
          <a:p>
            <a:pPr eaLnBrk="0" indent="0" marL="0">
              <a:spcAft>
                <a:spcPts val="600"/>
              </a:spcAft>
              <a:buNone/>
            </a:pPr>
            <a:r>
              <a:rPr lang="ko-KR" altLang="en-US" sz="2800" b="1" dirty="0">
                <a:solidFill>
                  <a:srgbClr val="1F2937"/>
                </a:solidFill>
                <a:latin typeface="맑은 고딕" pitchFamily="34" charset="0"/>
                <a:ea typeface="맑은 고딕" pitchFamily="34" charset="-122"/>
                <a:cs typeface="맑은 고딕" pitchFamily="34" charset="-120"/>
              </a:rPr>
              <a:t>관찰할 때 확인해요</a:t>
            </a:r>
            <a:endParaRPr lang="ko-KR" sz="2800" dirty="0"/>
          </a:p>
          <a:p>
            <a:pPr eaLnBrk="0" indent="0" marL="0">
              <a:spcAft>
                <a:spcPts val="600"/>
              </a:spcAft>
              <a:buNone/>
            </a:pPr>
            <a:r>
              <a:rPr lang="ko-KR" altLang="en-US" sz="2200" dirty="0">
                <a:solidFill>
                  <a:srgbClr val="1F2937"/>
                </a:solidFill>
                <a:latin typeface="맑은 고딕" pitchFamily="34" charset="0"/>
                <a:ea typeface="맑은 고딕" pitchFamily="34" charset="-122"/>
                <a:cs typeface="맑은 고딕" pitchFamily="34" charset="-120"/>
              </a:rPr>
              <a:t>☐ 세는 시간을 지켜요</a:t>
            </a:r>
            <a:endParaRPr lang="ko-KR" sz="2800" dirty="0"/>
          </a:p>
          <a:p>
            <a:pPr eaLnBrk="0" indent="0" marL="0">
              <a:spcAft>
                <a:spcPts val="600"/>
              </a:spcAft>
              <a:buNone/>
            </a:pPr>
            <a:r>
              <a:rPr lang="ko-KR" altLang="en-US" sz="2200" dirty="0">
                <a:solidFill>
                  <a:srgbClr val="1F2937"/>
                </a:solidFill>
                <a:latin typeface="맑은 고딕" pitchFamily="34" charset="0"/>
                <a:ea typeface="맑은 고딕" pitchFamily="34" charset="-122"/>
                <a:cs typeface="맑은 고딕" pitchFamily="34" charset="-120"/>
              </a:rPr>
              <a:t>☐ ‘번’을 붙여 써요</a:t>
            </a:r>
            <a:endParaRPr lang="ko-KR" sz="2800" dirty="0"/>
          </a:p>
        </p:txBody>
      </p:sp>
      <p:sp>
        <p:nvSpPr>
          <p:cNvPr id="7" name="S06-stepno55"/>
          <p:cNvSpPr txBox="1"/>
          <p:nvPr/>
        </p:nvSpPr>
        <p:spPr>
          <a:xfrm>
            <a:off x="548640" y="1658620"/>
            <a:ext cx="548640" cy="548640"/>
          </a:xfrm>
          <a:prstGeom prst="ellipse">
            <a:avLst/>
          </a:prstGeom>
          <a:solidFill>
            <a:srgbClr val="264653"/>
          </a:solidFill>
          <a:ln>
            <a:solidFill>
              <a:srgbClr val="264653"/>
            </a:solidFill>
          </a:ln>
        </p:spPr>
        <p:txBody>
          <a:bodyPr wrap="square" lIns="0" tIns="0" rIns="0" bIns="0" rtlCol="0" anchor="ctr"/>
          <a:lstStyle/>
          <a:p>
            <a:pPr eaLnBrk="0" algn="ctr" indent="0" marL="0">
              <a:buNone/>
            </a:pPr>
            <a:r>
              <a:rPr lang="ko-KR" altLang="en-US" sz="2200" b="1" dirty="0">
                <a:solidFill>
                  <a:srgbClr val="FFFFFF"/>
                </a:solidFill>
                <a:latin typeface="맑은 고딕" pitchFamily="34" charset="0"/>
                <a:ea typeface="맑은 고딕" pitchFamily="34" charset="-122"/>
                <a:cs typeface="맑은 고딕" pitchFamily="34" charset="-120"/>
              </a:rPr>
              <a:t>1</a:t>
            </a:r>
            <a:endParaRPr lang="ko-KR" sz="2200" dirty="0"/>
          </a:p>
        </p:txBody>
      </p:sp>
      <p:sp>
        <p:nvSpPr>
          <p:cNvPr id="8" name="S06-text56"/>
          <p:cNvSpPr txBox="1"/>
          <p:nvPr/>
        </p:nvSpPr>
        <p:spPr>
          <a:xfrm>
            <a:off x="1325880" y="1612900"/>
            <a:ext cx="5122012" cy="681736"/>
          </a:xfrm>
          <a:prstGeom prst="rect">
            <a:avLst/>
          </a:prstGeom>
          <a:noFill/>
          <a:ln/>
        </p:spPr>
        <p:txBody>
          <a:bodyPr wrap="square" lIns="0" tIns="0" rIns="0" bIns="0" rtlCol="0" anchor="t"/>
          <a:lstStyle/>
          <a:p>
            <a:pPr eaLnBrk="0" algn="l" indent="0" marL="0">
              <a:buNone/>
            </a:pPr>
            <a:r>
              <a:rPr lang="ko-KR" altLang="en-US" sz="2200" dirty="0">
                <a:solidFill>
                  <a:srgbClr val="1F2937"/>
                </a:solidFill>
                <a:latin typeface="맑은 고딕" pitchFamily="34" charset="0"/>
                <a:ea typeface="맑은 고딕" pitchFamily="34" charset="-122"/>
                <a:cs typeface="맑은 고딕" pitchFamily="34" charset="-120"/>
              </a:rPr>
              <a:t>앉아서 1분 쉬고, 맥박(15초)과</a:t>
            </a:r>
            <a:endParaRPr lang="ko-KR" sz="2200" dirty="0"/>
          </a:p>
          <a:p>
            <a:pPr eaLnBrk="0" algn="l" indent="0" marL="0">
              <a:buNone/>
            </a:pPr>
            <a:r>
              <a:rPr lang="ko-KR" altLang="en-US" sz="2200" dirty="0">
                <a:solidFill>
                  <a:srgbClr val="1F2937"/>
                </a:solidFill>
                <a:latin typeface="맑은 고딕" pitchFamily="34" charset="0"/>
                <a:ea typeface="맑은 고딕" pitchFamily="34" charset="-122"/>
                <a:cs typeface="맑은 고딕" pitchFamily="34" charset="-120"/>
              </a:rPr>
              <a:t>숨(30초)을 세요.</a:t>
            </a:r>
            <a:endParaRPr lang="ko-KR" sz="2200" dirty="0"/>
          </a:p>
        </p:txBody>
      </p:sp>
      <p:sp>
        <p:nvSpPr>
          <p:cNvPr id="9" name="S06-stepno57"/>
          <p:cNvSpPr txBox="1"/>
          <p:nvPr/>
        </p:nvSpPr>
        <p:spPr>
          <a:xfrm>
            <a:off x="548640" y="2504948"/>
            <a:ext cx="548640" cy="548640"/>
          </a:xfrm>
          <a:prstGeom prst="ellipse">
            <a:avLst/>
          </a:prstGeom>
          <a:solidFill>
            <a:srgbClr val="264653"/>
          </a:solidFill>
          <a:ln>
            <a:solidFill>
              <a:srgbClr val="264653"/>
            </a:solidFill>
          </a:ln>
        </p:spPr>
        <p:txBody>
          <a:bodyPr wrap="square" lIns="0" tIns="0" rIns="0" bIns="0" rtlCol="0" anchor="ctr"/>
          <a:lstStyle/>
          <a:p>
            <a:pPr eaLnBrk="0" algn="ctr" indent="0" marL="0">
              <a:buNone/>
            </a:pPr>
            <a:r>
              <a:rPr lang="ko-KR" altLang="en-US" sz="2200" b="1" dirty="0">
                <a:solidFill>
                  <a:srgbClr val="FFFFFF"/>
                </a:solidFill>
                <a:latin typeface="맑은 고딕" pitchFamily="34" charset="0"/>
                <a:ea typeface="맑은 고딕" pitchFamily="34" charset="-122"/>
                <a:cs typeface="맑은 고딕" pitchFamily="34" charset="-120"/>
              </a:rPr>
              <a:t>2</a:t>
            </a:r>
            <a:endParaRPr lang="ko-KR" sz="2200" dirty="0"/>
          </a:p>
        </p:txBody>
      </p:sp>
      <p:sp>
        <p:nvSpPr>
          <p:cNvPr id="10" name="S06-text58"/>
          <p:cNvSpPr txBox="1"/>
          <p:nvPr/>
        </p:nvSpPr>
        <p:spPr>
          <a:xfrm>
            <a:off x="1325880" y="2459228"/>
            <a:ext cx="5122012" cy="681736"/>
          </a:xfrm>
          <a:prstGeom prst="rect">
            <a:avLst/>
          </a:prstGeom>
          <a:noFill/>
          <a:ln/>
        </p:spPr>
        <p:txBody>
          <a:bodyPr wrap="square" lIns="0" tIns="0" rIns="0" bIns="0" rtlCol="0" anchor="t"/>
          <a:lstStyle/>
          <a:p>
            <a:pPr eaLnBrk="0" algn="l" indent="0" marL="0">
              <a:buNone/>
            </a:pPr>
            <a:r>
              <a:rPr lang="ko-KR" altLang="en-US" sz="2200" dirty="0">
                <a:solidFill>
                  <a:srgbClr val="1F2937"/>
                </a:solidFill>
                <a:latin typeface="맑은 고딕" pitchFamily="34" charset="0"/>
                <a:ea typeface="맑은 고딕" pitchFamily="34" charset="-122"/>
                <a:cs typeface="맑은 고딕" pitchFamily="34" charset="-120"/>
              </a:rPr>
              <a:t>1분 동안 제자리에서</a:t>
            </a:r>
            <a:endParaRPr lang="ko-KR" sz="2200" dirty="0"/>
          </a:p>
          <a:p>
            <a:pPr eaLnBrk="0" algn="l" indent="0" marL="0">
              <a:buNone/>
            </a:pPr>
            <a:r>
              <a:rPr lang="ko-KR" altLang="en-US" sz="2200" dirty="0">
                <a:solidFill>
                  <a:srgbClr val="1F2937"/>
                </a:solidFill>
                <a:latin typeface="맑은 고딕" pitchFamily="34" charset="0"/>
                <a:ea typeface="맑은 고딕" pitchFamily="34" charset="-122"/>
                <a:cs typeface="맑은 고딕" pitchFamily="34" charset="-120"/>
              </a:rPr>
              <a:t>가볍게 뛰어요.</a:t>
            </a:r>
            <a:endParaRPr lang="ko-KR" sz="2200" dirty="0"/>
          </a:p>
        </p:txBody>
      </p:sp>
      <p:sp>
        <p:nvSpPr>
          <p:cNvPr id="11" name="S06-stepno59"/>
          <p:cNvSpPr txBox="1"/>
          <p:nvPr/>
        </p:nvSpPr>
        <p:spPr>
          <a:xfrm>
            <a:off x="548640" y="3351276"/>
            <a:ext cx="548640" cy="548640"/>
          </a:xfrm>
          <a:prstGeom prst="ellipse">
            <a:avLst/>
          </a:prstGeom>
          <a:solidFill>
            <a:srgbClr val="264653"/>
          </a:solidFill>
          <a:ln>
            <a:solidFill>
              <a:srgbClr val="264653"/>
            </a:solidFill>
          </a:ln>
        </p:spPr>
        <p:txBody>
          <a:bodyPr wrap="square" lIns="0" tIns="0" rIns="0" bIns="0" rtlCol="0" anchor="ctr"/>
          <a:lstStyle/>
          <a:p>
            <a:pPr eaLnBrk="0" algn="ctr" indent="0" marL="0">
              <a:buNone/>
            </a:pPr>
            <a:r>
              <a:rPr lang="ko-KR" altLang="en-US" sz="2200" b="1" dirty="0">
                <a:solidFill>
                  <a:srgbClr val="FFFFFF"/>
                </a:solidFill>
                <a:latin typeface="맑은 고딕" pitchFamily="34" charset="0"/>
                <a:ea typeface="맑은 고딕" pitchFamily="34" charset="-122"/>
                <a:cs typeface="맑은 고딕" pitchFamily="34" charset="-120"/>
              </a:rPr>
              <a:t>3</a:t>
            </a:r>
            <a:endParaRPr lang="ko-KR" sz="2200" dirty="0"/>
          </a:p>
        </p:txBody>
      </p:sp>
      <p:sp>
        <p:nvSpPr>
          <p:cNvPr id="12" name="S06-text60"/>
          <p:cNvSpPr txBox="1"/>
          <p:nvPr/>
        </p:nvSpPr>
        <p:spPr>
          <a:xfrm>
            <a:off x="1325880" y="3305556"/>
            <a:ext cx="5122012" cy="681736"/>
          </a:xfrm>
          <a:prstGeom prst="rect">
            <a:avLst/>
          </a:prstGeom>
          <a:noFill/>
          <a:ln/>
        </p:spPr>
        <p:txBody>
          <a:bodyPr wrap="square" lIns="0" tIns="0" rIns="0" bIns="0" rtlCol="0" anchor="t"/>
          <a:lstStyle/>
          <a:p>
            <a:pPr eaLnBrk="0" algn="l" indent="0" marL="0">
              <a:buNone/>
            </a:pPr>
            <a:r>
              <a:rPr lang="ko-KR" altLang="en-US" sz="2200" dirty="0">
                <a:solidFill>
                  <a:srgbClr val="1F2937"/>
                </a:solidFill>
                <a:latin typeface="맑은 고딕" pitchFamily="34" charset="0"/>
                <a:ea typeface="맑은 고딕" pitchFamily="34" charset="-122"/>
                <a:cs typeface="맑은 고딕" pitchFamily="34" charset="-120"/>
              </a:rPr>
              <a:t>바로 앉아서 맥박과</a:t>
            </a:r>
            <a:endParaRPr lang="ko-KR" sz="2200" dirty="0"/>
          </a:p>
          <a:p>
            <a:pPr eaLnBrk="0" algn="l" indent="0" marL="0">
              <a:buNone/>
            </a:pPr>
            <a:r>
              <a:rPr lang="ko-KR" altLang="en-US" sz="2200" dirty="0">
                <a:solidFill>
                  <a:srgbClr val="1F2937"/>
                </a:solidFill>
                <a:latin typeface="맑은 고딕" pitchFamily="34" charset="0"/>
                <a:ea typeface="맑은 고딕" pitchFamily="34" charset="-122"/>
                <a:cs typeface="맑은 고딕" pitchFamily="34" charset="-120"/>
              </a:rPr>
              <a:t>숨을 다시 세요.</a:t>
            </a:r>
            <a:endParaRPr lang="ko-KR" sz="2200" dirty="0"/>
          </a:p>
        </p:txBody>
      </p:sp>
      <p:sp>
        <p:nvSpPr>
          <p:cNvPr id="13" name="S06-stepno61"/>
          <p:cNvSpPr txBox="1"/>
          <p:nvPr/>
        </p:nvSpPr>
        <p:spPr>
          <a:xfrm>
            <a:off x="548640" y="4197604"/>
            <a:ext cx="548640" cy="548640"/>
          </a:xfrm>
          <a:prstGeom prst="ellipse">
            <a:avLst/>
          </a:prstGeom>
          <a:solidFill>
            <a:srgbClr val="264653"/>
          </a:solidFill>
          <a:ln>
            <a:solidFill>
              <a:srgbClr val="264653"/>
            </a:solidFill>
          </a:ln>
        </p:spPr>
        <p:txBody>
          <a:bodyPr wrap="square" lIns="0" tIns="0" rIns="0" bIns="0" rtlCol="0" anchor="ctr"/>
          <a:lstStyle/>
          <a:p>
            <a:pPr eaLnBrk="0" algn="ctr" indent="0" marL="0">
              <a:buNone/>
            </a:pPr>
            <a:r>
              <a:rPr lang="ko-KR" altLang="en-US" sz="2200" b="1" dirty="0">
                <a:solidFill>
                  <a:srgbClr val="FFFFFF"/>
                </a:solidFill>
                <a:latin typeface="맑은 고딕" pitchFamily="34" charset="0"/>
                <a:ea typeface="맑은 고딕" pitchFamily="34" charset="-122"/>
                <a:cs typeface="맑은 고딕" pitchFamily="34" charset="-120"/>
              </a:rPr>
              <a:t>4</a:t>
            </a:r>
            <a:endParaRPr lang="ko-KR" sz="2200" dirty="0"/>
          </a:p>
        </p:txBody>
      </p:sp>
      <p:sp>
        <p:nvSpPr>
          <p:cNvPr id="14" name="S06-text62"/>
          <p:cNvSpPr txBox="1"/>
          <p:nvPr/>
        </p:nvSpPr>
        <p:spPr>
          <a:xfrm>
            <a:off x="1325880" y="4151884"/>
            <a:ext cx="5122012" cy="681736"/>
          </a:xfrm>
          <a:prstGeom prst="rect">
            <a:avLst/>
          </a:prstGeom>
          <a:noFill/>
          <a:ln/>
        </p:spPr>
        <p:txBody>
          <a:bodyPr wrap="square" lIns="0" tIns="0" rIns="0" bIns="0" rtlCol="0" anchor="t"/>
          <a:lstStyle/>
          <a:p>
            <a:pPr eaLnBrk="0" algn="l" indent="0" marL="0">
              <a:buNone/>
            </a:pPr>
            <a:r>
              <a:rPr lang="ko-KR" altLang="en-US" sz="2200" dirty="0">
                <a:solidFill>
                  <a:srgbClr val="1F2937"/>
                </a:solidFill>
                <a:latin typeface="맑은 고딕" pitchFamily="34" charset="0"/>
                <a:ea typeface="맑은 고딕" pitchFamily="34" charset="-122"/>
                <a:cs typeface="맑은 고딕" pitchFamily="34" charset="-120"/>
              </a:rPr>
              <a:t>3분 쉰 뒤 한 번 더 세고</a:t>
            </a:r>
            <a:endParaRPr lang="ko-KR" sz="2200" dirty="0"/>
          </a:p>
          <a:p>
            <a:pPr eaLnBrk="0" algn="l" indent="0" marL="0">
              <a:buNone/>
            </a:pPr>
            <a:r>
              <a:rPr lang="ko-KR" altLang="en-US" sz="2200" dirty="0">
                <a:solidFill>
                  <a:srgbClr val="1F2937"/>
                </a:solidFill>
                <a:latin typeface="맑은 고딕" pitchFamily="34" charset="0"/>
                <a:ea typeface="맑은 고딕" pitchFamily="34" charset="-122"/>
                <a:cs typeface="맑은 고딕" pitchFamily="34" charset="-120"/>
              </a:rPr>
              <a:t>활동지 2에 써요.</a:t>
            </a:r>
            <a:endParaRPr lang="ko-KR" sz="2200" dirty="0"/>
          </a:p>
        </p:txBody>
      </p:sp>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4B5563"/>
                </a:solidFill>
                <a:latin typeface="맑은 고딕"/>
                <a:ea typeface="맑은 고딕"/>
                <a:cs typeface="맑은 고딕"/>
              </a:defRPr>
            </a:lvl1pPr>
          </a:lstStyle>
          <a:p>
            <a:pPr eaLnBrk="0"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eaLnBrk="0" algn="l" indent="0" marL="0">
              <a:buNone/>
            </a:pPr>
            <a:r>
              <a:rPr lang="ko-KR" altLang="en-US" sz="4000" b="1" dirty="0">
                <a:solidFill>
                  <a:srgbClr val="1F2937"/>
                </a:solidFill>
                <a:latin typeface="맑은 고딕" pitchFamily="34" charset="0"/>
                <a:ea typeface="맑은 고딕" pitchFamily="34" charset="-122"/>
                <a:cs typeface="맑은 고딕" pitchFamily="34" charset="-120"/>
              </a:rPr>
              <a:t>결과를 정리해요</a:t>
            </a:r>
            <a:endParaRPr lang="ko-KR" sz="4000" dirty="0"/>
          </a:p>
        </p:txBody>
      </p:sp>
      <p:sp>
        <p:nvSpPr>
          <p:cNvPr id="3" name="S07-text63"/>
          <p:cNvSpPr txBox="1"/>
          <p:nvPr/>
        </p:nvSpPr>
        <p:spPr>
          <a:xfrm>
            <a:off x="548640" y="1325880"/>
            <a:ext cx="11091672" cy="502920"/>
          </a:xfrm>
          <a:prstGeom prst="rect">
            <a:avLst/>
          </a:prstGeom>
          <a:noFill/>
          <a:ln/>
        </p:spPr>
        <p:txBody>
          <a:bodyPr wrap="square" lIns="0" tIns="0" rIns="0" bIns="0" rtlCol="0" anchor="ctr"/>
          <a:lstStyle/>
          <a:p>
            <a:pPr eaLnBrk="0" algn="l" indent="0" marL="0">
              <a:buNone/>
            </a:pPr>
            <a:r>
              <a:rPr lang="ko-KR" altLang="en-US" sz="2800" dirty="0">
                <a:solidFill>
                  <a:srgbClr val="1F2937"/>
                </a:solidFill>
                <a:latin typeface="맑은 고딕" pitchFamily="34" charset="0"/>
                <a:ea typeface="맑은 고딕" pitchFamily="34" charset="-122"/>
                <a:cs typeface="맑은 고딕" pitchFamily="34" charset="-120"/>
              </a:rPr>
              <a:t>활동지 2를 보며 1분 동안의 횟수를 말해요.</a:t>
            </a:r>
            <a:endParaRPr lang="ko-KR" sz="2800" dirty="0"/>
          </a:p>
        </p:txBody>
      </p:sp>
      <p:sp>
        <p:nvSpPr>
          <p:cNvPr id="4" name="S07-card64"/>
          <p:cNvSpPr/>
          <p:nvPr/>
        </p:nvSpPr>
        <p:spPr>
          <a:xfrm>
            <a:off x="548640" y="5349240"/>
            <a:ext cx="11091672" cy="868680"/>
          </a:xfrm>
          <a:prstGeom prst="roundRect">
            <a:avLst>
              <a:gd name="adj" fmla="val 12632"/>
            </a:avLst>
          </a:prstGeom>
          <a:solidFill>
            <a:srgbClr val="FDEBDD"/>
          </a:solidFill>
          <a:ln w="12700">
            <a:solidFill>
              <a:srgbClr val="FDEBDD"/>
            </a:solidFill>
            <a:prstDash val="solid"/>
          </a:ln>
        </p:spPr>
      </p:sp>
      <p:sp>
        <p:nvSpPr>
          <p:cNvPr id="5" name="S07-cardtext65"/>
          <p:cNvSpPr txBox="1"/>
          <p:nvPr/>
        </p:nvSpPr>
        <p:spPr>
          <a:xfrm>
            <a:off x="822960" y="5486400"/>
            <a:ext cx="10543032" cy="594360"/>
          </a:xfrm>
          <a:prstGeom prst="rect">
            <a:avLst/>
          </a:prstGeom>
          <a:noFill/>
          <a:ln/>
        </p:spPr>
        <p:txBody>
          <a:bodyPr wrap="square" lIns="0" tIns="0" rIns="0" bIns="0" rtlCol="0" anchor="ctr"/>
          <a:lstStyle/>
          <a:p>
            <a:pPr eaLnBrk="0" indent="0" marL="0">
              <a:spcAft>
                <a:spcPts val="600"/>
              </a:spcAft>
              <a:buNone/>
            </a:pPr>
            <a:r>
              <a:rPr lang="ko-KR" altLang="en-US" sz="2800" dirty="0">
                <a:solidFill>
                  <a:srgbClr val="1F2937"/>
                </a:solidFill>
                <a:latin typeface="맑은 고딕" pitchFamily="34" charset="0"/>
                <a:ea typeface="맑은 고딕" pitchFamily="34" charset="-122"/>
                <a:cs typeface="맑은 고딕" pitchFamily="34" charset="-120"/>
              </a:rPr>
              <a:t>운동 직후에 맥박과 숨은 어떻게 변했나요?</a:t>
            </a:r>
            <a:endParaRPr lang="ko-KR" sz="2800" dirty="0"/>
          </a:p>
        </p:txBody>
      </p:sp>
      <p:graphicFrame>
        <p:nvGraphicFramePr>
          <p:cNvPr id="8" name="S07-table66"/>
          <p:cNvGraphicFramePr>
            <a:graphicFrameLocks noGrp="1"/>
          </p:cNvGraphicFramePr>
          <p:nvPr>
            <p:extLst>
              <p:ext uri="{D42A27DB-BD31-4B8C-83A1-F6EECF244321}">
                <p14:modId xmlns:p14="http://schemas.microsoft.com/office/powerpoint/2010/main" val="1579011935"/>
              </p:ext>
            </p:extLst>
          </p:nvPr>
        </p:nvGraphicFramePr>
        <p:xfrm>
          <a:off x="836676" y="2541016"/>
          <a:ext cx="10515600" cy="914400"/>
        </p:xfrm>
        <a:graphic>
          <a:graphicData uri="http://schemas.openxmlformats.org/drawingml/2006/table">
            <a:tbl>
              <a:tblPr/>
              <a:tblGrid>
                <a:gridCol w="2734056"/>
                <a:gridCol w="3890772"/>
                <a:gridCol w="3890772"/>
              </a:tblGrid>
              <a:tr h="512572">
                <a:tc>
                  <a:txBody>
                    <a:bodyPr/>
                    <a:lstStyle/>
                    <a:p>
                      <a:pPr eaLnBrk="0" algn="ctr" indent="0" marL="0">
                        <a:buNone/>
                      </a:pPr>
                      <a:endParaRPr lang="en-US" sz="2600" dirty="0">
                        <a:latin typeface="맑은 고딕" charset="0"/>
                        <a:ea typeface="맑은 고딕" charset="0"/>
                        <a:cs typeface="맑은 고딕" charset="0"/>
                      </a:endParaRPr>
                    </a:p>
                  </a:txBody>
                  <a:tcPr marL="38100" marR="38100" marT="38100" marB="38100" anchor="ctr">
                    <a:lnL w="12700" cap="flat" cmpd="sng" algn="ctr">
                      <a:solidFill>
                        <a:srgbClr val="94A3B8"/>
                      </a:solidFill>
                      <a:prstDash val="solid"/>
                      <a:round/>
                      <a:headEnd type="none" w="med" len="med"/>
                      <a:tailEnd type="none" w="med" len="med"/>
                    </a:lnL>
                    <a:lnR w="12700" cap="flat" cmpd="sng" algn="ctr">
                      <a:solidFill>
                        <a:srgbClr val="94A3B8"/>
                      </a:solidFill>
                      <a:prstDash val="solid"/>
                      <a:round/>
                      <a:headEnd type="none" w="med" len="med"/>
                      <a:tailEnd type="none" w="med" len="med"/>
                    </a:lnR>
                    <a:lnT w="12700" cap="flat" cmpd="sng" algn="ctr">
                      <a:solidFill>
                        <a:srgbClr val="94A3B8"/>
                      </a:solidFill>
                      <a:prstDash val="solid"/>
                      <a:round/>
                      <a:headEnd type="none" w="med" len="med"/>
                      <a:tailEnd type="none" w="med" len="med"/>
                    </a:lnT>
                    <a:lnB w="12700" cap="flat" cmpd="sng" algn="ctr">
                      <a:solidFill>
                        <a:srgbClr val="94A3B8"/>
                      </a:solidFill>
                      <a:prstDash val="solid"/>
                      <a:round/>
                      <a:headEnd type="none" w="med" len="med"/>
                      <a:tailEnd type="none" w="med" len="med"/>
                    </a:lnB>
                    <a:solidFill>
                      <a:srgbClr val="EAF3F1"/>
                    </a:solidFill>
                  </a:tcPr>
                </a:tc>
                <a:tc>
                  <a:txBody>
                    <a:bodyPr/>
                    <a:lstStyle/>
                    <a:p>
                      <a:pPr eaLnBrk="0" algn="ctr" indent="0" marL="0">
                        <a:buNone/>
                      </a:pPr>
                      <a:r>
                        <a:rPr lang="en-US" sz="2600" b="1" dirty="0">
                          <a:solidFill>
                            <a:srgbClr val="1F2937"/>
                          </a:solidFill>
                          <a:latin typeface="맑은 고딕" pitchFamily="34" charset="0"/>
                          <a:ea typeface="맑은 고딕" pitchFamily="34" charset="-122"/>
                          <a:cs typeface="맑은 고딕" pitchFamily="34" charset="-120"/>
                        </a:rPr>
                        <a:t>맥박(1분 동안, 번)</a:t>
                      </a:r>
                      <a:endParaRPr lang="en-US" sz="2600" dirty="0">
                        <a:latin typeface="맑은 고딕" charset="0"/>
                        <a:ea typeface="맑은 고딕" charset="0"/>
                        <a:cs typeface="맑은 고딕" charset="0"/>
                      </a:endParaRPr>
                    </a:p>
                  </a:txBody>
                  <a:tcPr marL="38100" marR="38100" marT="38100" marB="38100" anchor="ctr">
                    <a:lnL w="12700" cap="flat" cmpd="sng" algn="ctr">
                      <a:solidFill>
                        <a:srgbClr val="94A3B8"/>
                      </a:solidFill>
                      <a:prstDash val="solid"/>
                      <a:round/>
                      <a:headEnd type="none" w="med" len="med"/>
                      <a:tailEnd type="none" w="med" len="med"/>
                    </a:lnL>
                    <a:lnR w="12700" cap="flat" cmpd="sng" algn="ctr">
                      <a:solidFill>
                        <a:srgbClr val="94A3B8"/>
                      </a:solidFill>
                      <a:prstDash val="solid"/>
                      <a:round/>
                      <a:headEnd type="none" w="med" len="med"/>
                      <a:tailEnd type="none" w="med" len="med"/>
                    </a:lnR>
                    <a:lnT w="12700" cap="flat" cmpd="sng" algn="ctr">
                      <a:solidFill>
                        <a:srgbClr val="94A3B8"/>
                      </a:solidFill>
                      <a:prstDash val="solid"/>
                      <a:round/>
                      <a:headEnd type="none" w="med" len="med"/>
                      <a:tailEnd type="none" w="med" len="med"/>
                    </a:lnT>
                    <a:lnB w="12700" cap="flat" cmpd="sng" algn="ctr">
                      <a:solidFill>
                        <a:srgbClr val="94A3B8"/>
                      </a:solidFill>
                      <a:prstDash val="solid"/>
                      <a:round/>
                      <a:headEnd type="none" w="med" len="med"/>
                      <a:tailEnd type="none" w="med" len="med"/>
                    </a:lnB>
                    <a:solidFill>
                      <a:srgbClr val="EAF3F1"/>
                    </a:solidFill>
                  </a:tcPr>
                </a:tc>
                <a:tc>
                  <a:txBody>
                    <a:bodyPr/>
                    <a:lstStyle/>
                    <a:p>
                      <a:pPr eaLnBrk="0" algn="ctr" indent="0" marL="0">
                        <a:buNone/>
                      </a:pPr>
                      <a:r>
                        <a:rPr lang="en-US" sz="2600" b="1" dirty="0">
                          <a:solidFill>
                            <a:srgbClr val="1F2937"/>
                          </a:solidFill>
                          <a:latin typeface="맑은 고딕" pitchFamily="34" charset="0"/>
                          <a:ea typeface="맑은 고딕" pitchFamily="34" charset="-122"/>
                          <a:cs typeface="맑은 고딕" pitchFamily="34" charset="-120"/>
                        </a:rPr>
                        <a:t>숨(1분 동안, 번)</a:t>
                      </a:r>
                      <a:endParaRPr lang="en-US" sz="2600" dirty="0">
                        <a:latin typeface="맑은 고딕" charset="0"/>
                        <a:ea typeface="맑은 고딕" charset="0"/>
                        <a:cs typeface="맑은 고딕" charset="0"/>
                      </a:endParaRPr>
                    </a:p>
                  </a:txBody>
                  <a:tcPr marL="38100" marR="38100" marT="38100" marB="38100" anchor="ctr">
                    <a:lnL w="12700" cap="flat" cmpd="sng" algn="ctr">
                      <a:solidFill>
                        <a:srgbClr val="94A3B8"/>
                      </a:solidFill>
                      <a:prstDash val="solid"/>
                      <a:round/>
                      <a:headEnd type="none" w="med" len="med"/>
                      <a:tailEnd type="none" w="med" len="med"/>
                    </a:lnL>
                    <a:lnR w="12700" cap="flat" cmpd="sng" algn="ctr">
                      <a:solidFill>
                        <a:srgbClr val="94A3B8"/>
                      </a:solidFill>
                      <a:prstDash val="solid"/>
                      <a:round/>
                      <a:headEnd type="none" w="med" len="med"/>
                      <a:tailEnd type="none" w="med" len="med"/>
                    </a:lnR>
                    <a:lnT w="12700" cap="flat" cmpd="sng" algn="ctr">
                      <a:solidFill>
                        <a:srgbClr val="94A3B8"/>
                      </a:solidFill>
                      <a:prstDash val="solid"/>
                      <a:round/>
                      <a:headEnd type="none" w="med" len="med"/>
                      <a:tailEnd type="none" w="med" len="med"/>
                    </a:lnT>
                    <a:lnB w="12700" cap="flat" cmpd="sng" algn="ctr">
                      <a:solidFill>
                        <a:srgbClr val="94A3B8"/>
                      </a:solidFill>
                      <a:prstDash val="solid"/>
                      <a:round/>
                      <a:headEnd type="none" w="med" len="med"/>
                      <a:tailEnd type="none" w="med" len="med"/>
                    </a:lnB>
                    <a:solidFill>
                      <a:srgbClr val="EAF3F1"/>
                    </a:solidFill>
                  </a:tcPr>
                </a:tc>
              </a:tr>
              <a:tr h="512572">
                <a:tc>
                  <a:txBody>
                    <a:bodyPr/>
                    <a:lstStyle/>
                    <a:p>
                      <a:pPr eaLnBrk="0" algn="ctr" indent="0" marL="0">
                        <a:buNone/>
                      </a:pPr>
                      <a:r>
                        <a:rPr lang="en-US" sz="2600" b="1" dirty="0">
                          <a:solidFill>
                            <a:srgbClr val="1F2937"/>
                          </a:solidFill>
                          <a:latin typeface="맑은 고딕" pitchFamily="34" charset="0"/>
                          <a:ea typeface="맑은 고딕" pitchFamily="34" charset="-122"/>
                          <a:cs typeface="맑은 고딕" pitchFamily="34" charset="-120"/>
                        </a:rPr>
                        <a:t>운동 전</a:t>
                      </a:r>
                      <a:endParaRPr lang="en-US" sz="2600" dirty="0">
                        <a:latin typeface="맑은 고딕" charset="0"/>
                        <a:ea typeface="맑은 고딕" charset="0"/>
                        <a:cs typeface="맑은 고딕" charset="0"/>
                      </a:endParaRPr>
                    </a:p>
                  </a:txBody>
                  <a:tcPr marL="38100" marR="38100" marT="38100" marB="38100" anchor="ctr">
                    <a:lnL w="12700" cap="flat" cmpd="sng" algn="ctr">
                      <a:solidFill>
                        <a:srgbClr val="94A3B8"/>
                      </a:solidFill>
                      <a:prstDash val="solid"/>
                      <a:round/>
                      <a:headEnd type="none" w="med" len="med"/>
                      <a:tailEnd type="none" w="med" len="med"/>
                    </a:lnL>
                    <a:lnR w="12700" cap="flat" cmpd="sng" algn="ctr">
                      <a:solidFill>
                        <a:srgbClr val="94A3B8"/>
                      </a:solidFill>
                      <a:prstDash val="solid"/>
                      <a:round/>
                      <a:headEnd type="none" w="med" len="med"/>
                      <a:tailEnd type="none" w="med" len="med"/>
                    </a:lnR>
                    <a:lnT w="12700" cap="flat" cmpd="sng" algn="ctr">
                      <a:solidFill>
                        <a:srgbClr val="94A3B8"/>
                      </a:solidFill>
                      <a:prstDash val="solid"/>
                      <a:round/>
                      <a:headEnd type="none" w="med" len="med"/>
                      <a:tailEnd type="none" w="med" len="med"/>
                    </a:lnT>
                    <a:lnB w="12700" cap="flat" cmpd="sng" algn="ctr">
                      <a:solidFill>
                        <a:srgbClr val="94A3B8"/>
                      </a:solidFill>
                      <a:prstDash val="solid"/>
                      <a:round/>
                      <a:headEnd type="none" w="med" len="med"/>
                      <a:tailEnd type="none" w="med" len="med"/>
                    </a:lnB>
                    <a:solidFill>
                      <a:srgbClr val="EAF3F1"/>
                    </a:solidFill>
                  </a:tcPr>
                </a:tc>
                <a:tc>
                  <a:txBody>
                    <a:bodyPr/>
                    <a:lstStyle/>
                    <a:p>
                      <a:pPr eaLnBrk="0" algn="ctr" indent="0" marL="0">
                        <a:buNone/>
                      </a:pPr>
                      <a:endParaRPr lang="en-US" sz="2600" dirty="0">
                        <a:latin typeface="맑은 고딕" charset="0"/>
                        <a:ea typeface="맑은 고딕" charset="0"/>
                        <a:cs typeface="맑은 고딕" charset="0"/>
                      </a:endParaRPr>
                    </a:p>
                  </a:txBody>
                  <a:tcPr marL="38100" marR="38100" marT="38100" marB="38100" anchor="ctr">
                    <a:lnL w="12700" cap="flat" cmpd="sng" algn="ctr">
                      <a:solidFill>
                        <a:srgbClr val="94A3B8"/>
                      </a:solidFill>
                      <a:prstDash val="solid"/>
                      <a:round/>
                      <a:headEnd type="none" w="med" len="med"/>
                      <a:tailEnd type="none" w="med" len="med"/>
                    </a:lnL>
                    <a:lnR w="12700" cap="flat" cmpd="sng" algn="ctr">
                      <a:solidFill>
                        <a:srgbClr val="94A3B8"/>
                      </a:solidFill>
                      <a:prstDash val="solid"/>
                      <a:round/>
                      <a:headEnd type="none" w="med" len="med"/>
                      <a:tailEnd type="none" w="med" len="med"/>
                    </a:lnR>
                    <a:lnT w="12700" cap="flat" cmpd="sng" algn="ctr">
                      <a:solidFill>
                        <a:srgbClr val="94A3B8"/>
                      </a:solidFill>
                      <a:prstDash val="solid"/>
                      <a:round/>
                      <a:headEnd type="none" w="med" len="med"/>
                      <a:tailEnd type="none" w="med" len="med"/>
                    </a:lnT>
                    <a:lnB w="12700" cap="flat" cmpd="sng" algn="ctr">
                      <a:solidFill>
                        <a:srgbClr val="94A3B8"/>
                      </a:solidFill>
                      <a:prstDash val="solid"/>
                      <a:round/>
                      <a:headEnd type="none" w="med" len="med"/>
                      <a:tailEnd type="none" w="med" len="med"/>
                    </a:lnB>
                    <a:solidFill>
                      <a:srgbClr val="FFFFFF"/>
                    </a:solidFill>
                  </a:tcPr>
                </a:tc>
                <a:tc>
                  <a:txBody>
                    <a:bodyPr/>
                    <a:lstStyle/>
                    <a:p>
                      <a:pPr eaLnBrk="0" algn="ctr" indent="0" marL="0">
                        <a:buNone/>
                      </a:pPr>
                      <a:endParaRPr lang="en-US" sz="2600" dirty="0">
                        <a:latin typeface="맑은 고딕" charset="0"/>
                        <a:ea typeface="맑은 고딕" charset="0"/>
                        <a:cs typeface="맑은 고딕" charset="0"/>
                      </a:endParaRPr>
                    </a:p>
                  </a:txBody>
                  <a:tcPr marL="38100" marR="38100" marT="38100" marB="38100" anchor="ctr">
                    <a:lnL w="12700" cap="flat" cmpd="sng" algn="ctr">
                      <a:solidFill>
                        <a:srgbClr val="94A3B8"/>
                      </a:solidFill>
                      <a:prstDash val="solid"/>
                      <a:round/>
                      <a:headEnd type="none" w="med" len="med"/>
                      <a:tailEnd type="none" w="med" len="med"/>
                    </a:lnL>
                    <a:lnR w="12700" cap="flat" cmpd="sng" algn="ctr">
                      <a:solidFill>
                        <a:srgbClr val="94A3B8"/>
                      </a:solidFill>
                      <a:prstDash val="solid"/>
                      <a:round/>
                      <a:headEnd type="none" w="med" len="med"/>
                      <a:tailEnd type="none" w="med" len="med"/>
                    </a:lnR>
                    <a:lnT w="12700" cap="flat" cmpd="sng" algn="ctr">
                      <a:solidFill>
                        <a:srgbClr val="94A3B8"/>
                      </a:solidFill>
                      <a:prstDash val="solid"/>
                      <a:round/>
                      <a:headEnd type="none" w="med" len="med"/>
                      <a:tailEnd type="none" w="med" len="med"/>
                    </a:lnT>
                    <a:lnB w="12700" cap="flat" cmpd="sng" algn="ctr">
                      <a:solidFill>
                        <a:srgbClr val="94A3B8"/>
                      </a:solidFill>
                      <a:prstDash val="solid"/>
                      <a:round/>
                      <a:headEnd type="none" w="med" len="med"/>
                      <a:tailEnd type="none" w="med" len="med"/>
                    </a:lnB>
                    <a:solidFill>
                      <a:srgbClr val="FFFFFF"/>
                    </a:solidFill>
                  </a:tcPr>
                </a:tc>
              </a:tr>
              <a:tr h="512572">
                <a:tc>
                  <a:txBody>
                    <a:bodyPr/>
                    <a:lstStyle/>
                    <a:p>
                      <a:pPr eaLnBrk="0" algn="ctr" indent="0" marL="0">
                        <a:buNone/>
                      </a:pPr>
                      <a:r>
                        <a:rPr lang="en-US" sz="2600" b="1" dirty="0">
                          <a:solidFill>
                            <a:srgbClr val="1F2937"/>
                          </a:solidFill>
                          <a:latin typeface="맑은 고딕" pitchFamily="34" charset="0"/>
                          <a:ea typeface="맑은 고딕" pitchFamily="34" charset="-122"/>
                          <a:cs typeface="맑은 고딕" pitchFamily="34" charset="-120"/>
                        </a:rPr>
                        <a:t>운동 직후</a:t>
                      </a:r>
                      <a:endParaRPr lang="en-US" sz="2600" dirty="0">
                        <a:latin typeface="맑은 고딕" charset="0"/>
                        <a:ea typeface="맑은 고딕" charset="0"/>
                        <a:cs typeface="맑은 고딕" charset="0"/>
                      </a:endParaRPr>
                    </a:p>
                  </a:txBody>
                  <a:tcPr marL="38100" marR="38100" marT="38100" marB="38100" anchor="ctr">
                    <a:lnL w="12700" cap="flat" cmpd="sng" algn="ctr">
                      <a:solidFill>
                        <a:srgbClr val="94A3B8"/>
                      </a:solidFill>
                      <a:prstDash val="solid"/>
                      <a:round/>
                      <a:headEnd type="none" w="med" len="med"/>
                      <a:tailEnd type="none" w="med" len="med"/>
                    </a:lnL>
                    <a:lnR w="12700" cap="flat" cmpd="sng" algn="ctr">
                      <a:solidFill>
                        <a:srgbClr val="94A3B8"/>
                      </a:solidFill>
                      <a:prstDash val="solid"/>
                      <a:round/>
                      <a:headEnd type="none" w="med" len="med"/>
                      <a:tailEnd type="none" w="med" len="med"/>
                    </a:lnR>
                    <a:lnT w="12700" cap="flat" cmpd="sng" algn="ctr">
                      <a:solidFill>
                        <a:srgbClr val="94A3B8"/>
                      </a:solidFill>
                      <a:prstDash val="solid"/>
                      <a:round/>
                      <a:headEnd type="none" w="med" len="med"/>
                      <a:tailEnd type="none" w="med" len="med"/>
                    </a:lnT>
                    <a:lnB w="12700" cap="flat" cmpd="sng" algn="ctr">
                      <a:solidFill>
                        <a:srgbClr val="94A3B8"/>
                      </a:solidFill>
                      <a:prstDash val="solid"/>
                      <a:round/>
                      <a:headEnd type="none" w="med" len="med"/>
                      <a:tailEnd type="none" w="med" len="med"/>
                    </a:lnB>
                    <a:solidFill>
                      <a:srgbClr val="EAF3F1"/>
                    </a:solidFill>
                  </a:tcPr>
                </a:tc>
                <a:tc>
                  <a:txBody>
                    <a:bodyPr/>
                    <a:lstStyle/>
                    <a:p>
                      <a:pPr eaLnBrk="0" algn="ctr" indent="0" marL="0">
                        <a:buNone/>
                      </a:pPr>
                      <a:endParaRPr lang="en-US" sz="2600" dirty="0">
                        <a:latin typeface="맑은 고딕" charset="0"/>
                        <a:ea typeface="맑은 고딕" charset="0"/>
                        <a:cs typeface="맑은 고딕" charset="0"/>
                      </a:endParaRPr>
                    </a:p>
                  </a:txBody>
                  <a:tcPr marL="38100" marR="38100" marT="38100" marB="38100" anchor="ctr">
                    <a:lnL w="12700" cap="flat" cmpd="sng" algn="ctr">
                      <a:solidFill>
                        <a:srgbClr val="94A3B8"/>
                      </a:solidFill>
                      <a:prstDash val="solid"/>
                      <a:round/>
                      <a:headEnd type="none" w="med" len="med"/>
                      <a:tailEnd type="none" w="med" len="med"/>
                    </a:lnL>
                    <a:lnR w="12700" cap="flat" cmpd="sng" algn="ctr">
                      <a:solidFill>
                        <a:srgbClr val="94A3B8"/>
                      </a:solidFill>
                      <a:prstDash val="solid"/>
                      <a:round/>
                      <a:headEnd type="none" w="med" len="med"/>
                      <a:tailEnd type="none" w="med" len="med"/>
                    </a:lnR>
                    <a:lnT w="12700" cap="flat" cmpd="sng" algn="ctr">
                      <a:solidFill>
                        <a:srgbClr val="94A3B8"/>
                      </a:solidFill>
                      <a:prstDash val="solid"/>
                      <a:round/>
                      <a:headEnd type="none" w="med" len="med"/>
                      <a:tailEnd type="none" w="med" len="med"/>
                    </a:lnT>
                    <a:lnB w="12700" cap="flat" cmpd="sng" algn="ctr">
                      <a:solidFill>
                        <a:srgbClr val="94A3B8"/>
                      </a:solidFill>
                      <a:prstDash val="solid"/>
                      <a:round/>
                      <a:headEnd type="none" w="med" len="med"/>
                      <a:tailEnd type="none" w="med" len="med"/>
                    </a:lnB>
                    <a:solidFill>
                      <a:srgbClr val="FFFFFF"/>
                    </a:solidFill>
                  </a:tcPr>
                </a:tc>
                <a:tc>
                  <a:txBody>
                    <a:bodyPr/>
                    <a:lstStyle/>
                    <a:p>
                      <a:pPr eaLnBrk="0" algn="ctr" indent="0" marL="0">
                        <a:buNone/>
                      </a:pPr>
                      <a:endParaRPr lang="en-US" sz="2600" dirty="0">
                        <a:latin typeface="맑은 고딕" charset="0"/>
                        <a:ea typeface="맑은 고딕" charset="0"/>
                        <a:cs typeface="맑은 고딕" charset="0"/>
                      </a:endParaRPr>
                    </a:p>
                  </a:txBody>
                  <a:tcPr marL="38100" marR="38100" marT="38100" marB="38100" anchor="ctr">
                    <a:lnL w="12700" cap="flat" cmpd="sng" algn="ctr">
                      <a:solidFill>
                        <a:srgbClr val="94A3B8"/>
                      </a:solidFill>
                      <a:prstDash val="solid"/>
                      <a:round/>
                      <a:headEnd type="none" w="med" len="med"/>
                      <a:tailEnd type="none" w="med" len="med"/>
                    </a:lnL>
                    <a:lnR w="12700" cap="flat" cmpd="sng" algn="ctr">
                      <a:solidFill>
                        <a:srgbClr val="94A3B8"/>
                      </a:solidFill>
                      <a:prstDash val="solid"/>
                      <a:round/>
                      <a:headEnd type="none" w="med" len="med"/>
                      <a:tailEnd type="none" w="med" len="med"/>
                    </a:lnR>
                    <a:lnT w="12700" cap="flat" cmpd="sng" algn="ctr">
                      <a:solidFill>
                        <a:srgbClr val="94A3B8"/>
                      </a:solidFill>
                      <a:prstDash val="solid"/>
                      <a:round/>
                      <a:headEnd type="none" w="med" len="med"/>
                      <a:tailEnd type="none" w="med" len="med"/>
                    </a:lnT>
                    <a:lnB w="12700" cap="flat" cmpd="sng" algn="ctr">
                      <a:solidFill>
                        <a:srgbClr val="94A3B8"/>
                      </a:solidFill>
                      <a:prstDash val="solid"/>
                      <a:round/>
                      <a:headEnd type="none" w="med" len="med"/>
                      <a:tailEnd type="none" w="med" len="med"/>
                    </a:lnB>
                    <a:solidFill>
                      <a:srgbClr val="FFFFFF"/>
                    </a:solidFill>
                  </a:tcPr>
                </a:tc>
              </a:tr>
              <a:tr h="512572">
                <a:tc>
                  <a:txBody>
                    <a:bodyPr/>
                    <a:lstStyle/>
                    <a:p>
                      <a:pPr eaLnBrk="0" algn="ctr" indent="0" marL="0">
                        <a:buNone/>
                      </a:pPr>
                      <a:r>
                        <a:rPr lang="en-US" sz="2600" b="1" dirty="0">
                          <a:solidFill>
                            <a:srgbClr val="1F2937"/>
                          </a:solidFill>
                          <a:latin typeface="맑은 고딕" pitchFamily="34" charset="0"/>
                          <a:ea typeface="맑은 고딕" pitchFamily="34" charset="-122"/>
                          <a:cs typeface="맑은 고딕" pitchFamily="34" charset="-120"/>
                        </a:rPr>
                        <a:t>3분 쉰 뒤</a:t>
                      </a:r>
                      <a:endParaRPr lang="en-US" sz="2600" dirty="0">
                        <a:latin typeface="맑은 고딕" charset="0"/>
                        <a:ea typeface="맑은 고딕" charset="0"/>
                        <a:cs typeface="맑은 고딕" charset="0"/>
                      </a:endParaRPr>
                    </a:p>
                  </a:txBody>
                  <a:tcPr marL="38100" marR="38100" marT="38100" marB="38100" anchor="ctr">
                    <a:lnL w="12700" cap="flat" cmpd="sng" algn="ctr">
                      <a:solidFill>
                        <a:srgbClr val="94A3B8"/>
                      </a:solidFill>
                      <a:prstDash val="solid"/>
                      <a:round/>
                      <a:headEnd type="none" w="med" len="med"/>
                      <a:tailEnd type="none" w="med" len="med"/>
                    </a:lnL>
                    <a:lnR w="12700" cap="flat" cmpd="sng" algn="ctr">
                      <a:solidFill>
                        <a:srgbClr val="94A3B8"/>
                      </a:solidFill>
                      <a:prstDash val="solid"/>
                      <a:round/>
                      <a:headEnd type="none" w="med" len="med"/>
                      <a:tailEnd type="none" w="med" len="med"/>
                    </a:lnR>
                    <a:lnT w="12700" cap="flat" cmpd="sng" algn="ctr">
                      <a:solidFill>
                        <a:srgbClr val="94A3B8"/>
                      </a:solidFill>
                      <a:prstDash val="solid"/>
                      <a:round/>
                      <a:headEnd type="none" w="med" len="med"/>
                      <a:tailEnd type="none" w="med" len="med"/>
                    </a:lnT>
                    <a:lnB w="12700" cap="flat" cmpd="sng" algn="ctr">
                      <a:solidFill>
                        <a:srgbClr val="94A3B8"/>
                      </a:solidFill>
                      <a:prstDash val="solid"/>
                      <a:round/>
                      <a:headEnd type="none" w="med" len="med"/>
                      <a:tailEnd type="none" w="med" len="med"/>
                    </a:lnB>
                    <a:solidFill>
                      <a:srgbClr val="EAF3F1"/>
                    </a:solidFill>
                  </a:tcPr>
                </a:tc>
                <a:tc>
                  <a:txBody>
                    <a:bodyPr/>
                    <a:lstStyle/>
                    <a:p>
                      <a:pPr eaLnBrk="0" algn="ctr" indent="0" marL="0">
                        <a:buNone/>
                      </a:pPr>
                      <a:endParaRPr lang="en-US" sz="2600" dirty="0">
                        <a:latin typeface="맑은 고딕" charset="0"/>
                        <a:ea typeface="맑은 고딕" charset="0"/>
                        <a:cs typeface="맑은 고딕" charset="0"/>
                      </a:endParaRPr>
                    </a:p>
                  </a:txBody>
                  <a:tcPr marL="38100" marR="38100" marT="38100" marB="38100" anchor="ctr">
                    <a:lnL w="12700" cap="flat" cmpd="sng" algn="ctr">
                      <a:solidFill>
                        <a:srgbClr val="94A3B8"/>
                      </a:solidFill>
                      <a:prstDash val="solid"/>
                      <a:round/>
                      <a:headEnd type="none" w="med" len="med"/>
                      <a:tailEnd type="none" w="med" len="med"/>
                    </a:lnL>
                    <a:lnR w="12700" cap="flat" cmpd="sng" algn="ctr">
                      <a:solidFill>
                        <a:srgbClr val="94A3B8"/>
                      </a:solidFill>
                      <a:prstDash val="solid"/>
                      <a:round/>
                      <a:headEnd type="none" w="med" len="med"/>
                      <a:tailEnd type="none" w="med" len="med"/>
                    </a:lnR>
                    <a:lnT w="12700" cap="flat" cmpd="sng" algn="ctr">
                      <a:solidFill>
                        <a:srgbClr val="94A3B8"/>
                      </a:solidFill>
                      <a:prstDash val="solid"/>
                      <a:round/>
                      <a:headEnd type="none" w="med" len="med"/>
                      <a:tailEnd type="none" w="med" len="med"/>
                    </a:lnT>
                    <a:lnB w="12700" cap="flat" cmpd="sng" algn="ctr">
                      <a:solidFill>
                        <a:srgbClr val="94A3B8"/>
                      </a:solidFill>
                      <a:prstDash val="solid"/>
                      <a:round/>
                      <a:headEnd type="none" w="med" len="med"/>
                      <a:tailEnd type="none" w="med" len="med"/>
                    </a:lnB>
                    <a:solidFill>
                      <a:srgbClr val="FFFFFF"/>
                    </a:solidFill>
                  </a:tcPr>
                </a:tc>
                <a:tc>
                  <a:txBody>
                    <a:bodyPr/>
                    <a:lstStyle/>
                    <a:p>
                      <a:pPr eaLnBrk="0" algn="ctr" indent="0" marL="0">
                        <a:buNone/>
                      </a:pPr>
                      <a:endParaRPr lang="en-US" sz="2600" dirty="0">
                        <a:latin typeface="맑은 고딕" charset="0"/>
                        <a:ea typeface="맑은 고딕" charset="0"/>
                        <a:cs typeface="맑은 고딕" charset="0"/>
                      </a:endParaRPr>
                    </a:p>
                  </a:txBody>
                  <a:tcPr marL="38100" marR="38100" marT="38100" marB="38100" anchor="ctr">
                    <a:lnL w="12700" cap="flat" cmpd="sng" algn="ctr">
                      <a:solidFill>
                        <a:srgbClr val="94A3B8"/>
                      </a:solidFill>
                      <a:prstDash val="solid"/>
                      <a:round/>
                      <a:headEnd type="none" w="med" len="med"/>
                      <a:tailEnd type="none" w="med" len="med"/>
                    </a:lnL>
                    <a:lnR w="12700" cap="flat" cmpd="sng" algn="ctr">
                      <a:solidFill>
                        <a:srgbClr val="94A3B8"/>
                      </a:solidFill>
                      <a:prstDash val="solid"/>
                      <a:round/>
                      <a:headEnd type="none" w="med" len="med"/>
                      <a:tailEnd type="none" w="med" len="med"/>
                    </a:lnR>
                    <a:lnT w="12700" cap="flat" cmpd="sng" algn="ctr">
                      <a:solidFill>
                        <a:srgbClr val="94A3B8"/>
                      </a:solidFill>
                      <a:prstDash val="solid"/>
                      <a:round/>
                      <a:headEnd type="none" w="med" len="med"/>
                      <a:tailEnd type="none" w="med" len="med"/>
                    </a:lnT>
                    <a:lnB w="12700" cap="flat" cmpd="sng" algn="ctr">
                      <a:solidFill>
                        <a:srgbClr val="94A3B8"/>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4B5563"/>
                </a:solidFill>
                <a:latin typeface="맑은 고딕"/>
                <a:ea typeface="맑은 고딕"/>
                <a:cs typeface="맑은 고딕"/>
              </a:defRPr>
            </a:lvl1pPr>
          </a:lstStyle>
          <a:p>
            <a:pPr eaLnBrk="0"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eaLnBrk="0" algn="l" indent="0" marL="0">
              <a:buNone/>
            </a:pPr>
            <a:r>
              <a:rPr lang="ko-KR" altLang="en-US" sz="4000" b="1" dirty="0">
                <a:solidFill>
                  <a:srgbClr val="1F2937"/>
                </a:solidFill>
                <a:latin typeface="맑은 고딕" pitchFamily="34" charset="0"/>
                <a:ea typeface="맑은 고딕" pitchFamily="34" charset="-122"/>
                <a:cs typeface="맑은 고딕" pitchFamily="34" charset="-120"/>
              </a:rPr>
              <a:t>누구 말이 맞을까요?</a:t>
            </a:r>
            <a:endParaRPr lang="ko-KR" sz="4000" dirty="0"/>
          </a:p>
        </p:txBody>
      </p:sp>
      <p:sp>
        <p:nvSpPr>
          <p:cNvPr id="3" name="S08-card67"/>
          <p:cNvSpPr/>
          <p:nvPr/>
        </p:nvSpPr>
        <p:spPr>
          <a:xfrm>
            <a:off x="548640" y="1325880"/>
            <a:ext cx="11091672" cy="868680"/>
          </a:xfrm>
          <a:prstGeom prst="roundRect">
            <a:avLst>
              <a:gd name="adj" fmla="val 12632"/>
            </a:avLst>
          </a:prstGeom>
          <a:solidFill>
            <a:srgbClr val="EAF3F1"/>
          </a:solidFill>
          <a:ln w="12700">
            <a:solidFill>
              <a:srgbClr val="EAF3F1"/>
            </a:solidFill>
            <a:prstDash val="solid"/>
          </a:ln>
        </p:spPr>
      </p:sp>
      <p:sp>
        <p:nvSpPr>
          <p:cNvPr id="4" name="S08-cardtext68"/>
          <p:cNvSpPr txBox="1"/>
          <p:nvPr/>
        </p:nvSpPr>
        <p:spPr>
          <a:xfrm>
            <a:off x="822960" y="1463040"/>
            <a:ext cx="10543032" cy="594360"/>
          </a:xfrm>
          <a:prstGeom prst="rect">
            <a:avLst/>
          </a:prstGeom>
          <a:noFill/>
          <a:ln/>
        </p:spPr>
        <p:txBody>
          <a:bodyPr wrap="square" lIns="0" tIns="0" rIns="0" bIns="0" rtlCol="0" anchor="ctr"/>
          <a:lstStyle/>
          <a:p>
            <a:pPr eaLnBrk="0" indent="0" marL="0">
              <a:spcAft>
                <a:spcPts val="600"/>
              </a:spcAft>
              <a:buNone/>
            </a:pPr>
            <a:r>
              <a:rPr lang="ko-KR" altLang="en-US" sz="2800" dirty="0">
                <a:solidFill>
                  <a:srgbClr val="1F2937"/>
                </a:solidFill>
                <a:latin typeface="맑은 고딕" pitchFamily="34" charset="0"/>
                <a:ea typeface="맑은 고딕" pitchFamily="34" charset="-122"/>
                <a:cs typeface="맑은 고딕" pitchFamily="34" charset="-120"/>
              </a:rPr>
              <a:t>운동을 하면 숨이 차요.</a:t>
            </a:r>
            <a:endParaRPr lang="ko-KR" sz="2800" dirty="0"/>
          </a:p>
        </p:txBody>
      </p:sp>
      <p:sp>
        <p:nvSpPr>
          <p:cNvPr id="5" name="S08-card69"/>
          <p:cNvSpPr/>
          <p:nvPr/>
        </p:nvSpPr>
        <p:spPr>
          <a:xfrm>
            <a:off x="548640" y="5349240"/>
            <a:ext cx="11091672" cy="868680"/>
          </a:xfrm>
          <a:prstGeom prst="roundRect">
            <a:avLst>
              <a:gd name="adj" fmla="val 12632"/>
            </a:avLst>
          </a:prstGeom>
          <a:solidFill>
            <a:srgbClr val="FDEBDD"/>
          </a:solidFill>
          <a:ln w="12700">
            <a:solidFill>
              <a:srgbClr val="FDEBDD"/>
            </a:solidFill>
            <a:prstDash val="solid"/>
          </a:ln>
        </p:spPr>
      </p:sp>
      <p:sp>
        <p:nvSpPr>
          <p:cNvPr id="6" name="S08-cardtext70"/>
          <p:cNvSpPr txBox="1"/>
          <p:nvPr/>
        </p:nvSpPr>
        <p:spPr>
          <a:xfrm>
            <a:off x="822960" y="5486400"/>
            <a:ext cx="10543032" cy="594360"/>
          </a:xfrm>
          <a:prstGeom prst="rect">
            <a:avLst/>
          </a:prstGeom>
          <a:noFill/>
          <a:ln/>
        </p:spPr>
        <p:txBody>
          <a:bodyPr wrap="square" lIns="0" tIns="0" rIns="0" bIns="0" rtlCol="0" anchor="ctr"/>
          <a:lstStyle/>
          <a:p>
            <a:pPr eaLnBrk="0" indent="0" marL="0">
              <a:spcAft>
                <a:spcPts val="600"/>
              </a:spcAft>
              <a:buNone/>
            </a:pPr>
            <a:r>
              <a:rPr lang="ko-KR" altLang="en-US" sz="2800" dirty="0">
                <a:solidFill>
                  <a:srgbClr val="1F2937"/>
                </a:solidFill>
                <a:latin typeface="맑은 고딕" pitchFamily="34" charset="0"/>
                <a:ea typeface="맑은 고딕" pitchFamily="34" charset="-122"/>
                <a:cs typeface="맑은 고딕" pitchFamily="34" charset="-120"/>
              </a:rPr>
              <a:t>누구 말이 맞을까요? 무엇이 증거일까요?</a:t>
            </a:r>
            <a:endParaRPr lang="ko-KR" sz="2800" dirty="0"/>
          </a:p>
        </p:txBody>
      </p:sp>
      <p:sp>
        <p:nvSpPr>
          <p:cNvPr id="7" name="S08-chip71"/>
          <p:cNvSpPr txBox="1"/>
          <p:nvPr/>
        </p:nvSpPr>
        <p:spPr>
          <a:xfrm>
            <a:off x="548640" y="2423160"/>
            <a:ext cx="5362956" cy="566928"/>
          </a:xfrm>
          <a:prstGeom prst="roundRect">
            <a:avLst>
              <a:gd name="adj" fmla="val 25806"/>
            </a:avLst>
          </a:prstGeom>
          <a:solidFill>
            <a:srgbClr val="E6ECF4"/>
          </a:solidFill>
          <a:ln>
            <a:solidFill>
              <a:srgbClr val="E6ECF4"/>
            </a:solidFill>
          </a:ln>
        </p:spPr>
        <p:txBody>
          <a:bodyPr wrap="square" lIns="177800" tIns="0" rIns="177800" bIns="0" rtlCol="0" anchor="ctr"/>
          <a:lstStyle/>
          <a:p>
            <a:pPr eaLnBrk="0" algn="l" indent="0" marL="0">
              <a:buNone/>
            </a:pPr>
            <a:r>
              <a:rPr lang="ko-KR" altLang="en-US" sz="2200" b="1" dirty="0">
                <a:solidFill>
                  <a:srgbClr val="1F2937"/>
                </a:solidFill>
                <a:latin typeface="맑은 고딕" pitchFamily="34" charset="0"/>
                <a:ea typeface="맑은 고딕" pitchFamily="34" charset="-122"/>
                <a:cs typeface="맑은 고딕" pitchFamily="34" charset="-120"/>
              </a:rPr>
              <a:t>토끼</a:t>
            </a:r>
            <a:endParaRPr lang="ko-KR" sz="2200" dirty="0"/>
          </a:p>
        </p:txBody>
      </p:sp>
      <p:sp>
        <p:nvSpPr>
          <p:cNvPr id="8" name="S08-text72"/>
          <p:cNvSpPr txBox="1"/>
          <p:nvPr/>
        </p:nvSpPr>
        <p:spPr>
          <a:xfrm>
            <a:off x="548640" y="3154680"/>
            <a:ext cx="5362956" cy="1965960"/>
          </a:xfrm>
          <a:prstGeom prst="rect">
            <a:avLst/>
          </a:prstGeom>
          <a:noFill/>
          <a:ln/>
        </p:spPr>
        <p:txBody>
          <a:bodyPr wrap="square" lIns="0" tIns="0" rIns="0" bIns="0" rtlCol="0" anchor="t"/>
          <a:lstStyle/>
          <a:p>
            <a:pPr eaLnBrk="0" algn="l" indent="0" marL="0">
              <a:buNone/>
            </a:pPr>
            <a:r>
              <a:rPr lang="ko-KR" altLang="en-US" sz="2800" dirty="0">
                <a:solidFill>
                  <a:srgbClr val="1F2937"/>
                </a:solidFill>
                <a:latin typeface="맑은 고딕" pitchFamily="34" charset="0"/>
                <a:ea typeface="맑은 고딕" pitchFamily="34" charset="-122"/>
                <a:cs typeface="맑은 고딕" pitchFamily="34" charset="-120"/>
              </a:rPr>
              <a:t>폐만 바빠지고</a:t>
            </a:r>
            <a:endParaRPr lang="ko-KR" sz="2800" dirty="0"/>
          </a:p>
          <a:p>
            <a:pPr eaLnBrk="0" algn="l" indent="0" marL="0">
              <a:buNone/>
            </a:pPr>
            <a:r>
              <a:rPr lang="ko-KR" altLang="en-US" sz="2800" dirty="0">
                <a:solidFill>
                  <a:srgbClr val="1F2937"/>
                </a:solidFill>
                <a:latin typeface="맑은 고딕" pitchFamily="34" charset="0"/>
                <a:ea typeface="맑은 고딕" pitchFamily="34" charset="-122"/>
                <a:cs typeface="맑은 고딕" pitchFamily="34" charset="-120"/>
              </a:rPr>
              <a:t>심장은 그대로예요.</a:t>
            </a:r>
            <a:endParaRPr lang="ko-KR" sz="2800" dirty="0"/>
          </a:p>
        </p:txBody>
      </p:sp>
      <p:sp>
        <p:nvSpPr>
          <p:cNvPr id="9" name="S08-chip73"/>
          <p:cNvSpPr txBox="1"/>
          <p:nvPr/>
        </p:nvSpPr>
        <p:spPr>
          <a:xfrm>
            <a:off x="6277356" y="2423160"/>
            <a:ext cx="5362956" cy="566928"/>
          </a:xfrm>
          <a:prstGeom prst="roundRect">
            <a:avLst>
              <a:gd name="adj" fmla="val 25806"/>
            </a:avLst>
          </a:prstGeom>
          <a:solidFill>
            <a:srgbClr val="E6ECF4"/>
          </a:solidFill>
          <a:ln>
            <a:solidFill>
              <a:srgbClr val="E6ECF4"/>
            </a:solidFill>
          </a:ln>
        </p:spPr>
        <p:txBody>
          <a:bodyPr wrap="square" lIns="177800" tIns="0" rIns="177800" bIns="0" rtlCol="0" anchor="ctr"/>
          <a:lstStyle/>
          <a:p>
            <a:pPr eaLnBrk="0" algn="l" indent="0" marL="0">
              <a:buNone/>
            </a:pPr>
            <a:r>
              <a:rPr lang="ko-KR" altLang="en-US" sz="2200" b="1" dirty="0">
                <a:solidFill>
                  <a:srgbClr val="1F2937"/>
                </a:solidFill>
                <a:latin typeface="맑은 고딕" pitchFamily="34" charset="0"/>
                <a:ea typeface="맑은 고딕" pitchFamily="34" charset="-122"/>
                <a:cs typeface="맑은 고딕" pitchFamily="34" charset="-120"/>
              </a:rPr>
              <a:t>곰</a:t>
            </a:r>
            <a:endParaRPr lang="ko-KR" sz="2200" dirty="0"/>
          </a:p>
        </p:txBody>
      </p:sp>
      <p:sp>
        <p:nvSpPr>
          <p:cNvPr id="10" name="S08-text74"/>
          <p:cNvSpPr txBox="1"/>
          <p:nvPr/>
        </p:nvSpPr>
        <p:spPr>
          <a:xfrm>
            <a:off x="6277356" y="3154680"/>
            <a:ext cx="5362956" cy="1965960"/>
          </a:xfrm>
          <a:prstGeom prst="rect">
            <a:avLst/>
          </a:prstGeom>
          <a:noFill/>
          <a:ln/>
        </p:spPr>
        <p:txBody>
          <a:bodyPr wrap="square" lIns="0" tIns="0" rIns="0" bIns="0" rtlCol="0" anchor="t"/>
          <a:lstStyle/>
          <a:p>
            <a:pPr eaLnBrk="0" algn="l" indent="0" marL="0">
              <a:buNone/>
            </a:pPr>
            <a:r>
              <a:rPr lang="ko-KR" altLang="en-US" sz="2800" dirty="0">
                <a:solidFill>
                  <a:srgbClr val="1F2937"/>
                </a:solidFill>
                <a:latin typeface="맑은 고딕" pitchFamily="34" charset="0"/>
                <a:ea typeface="맑은 고딕" pitchFamily="34" charset="-122"/>
                <a:cs typeface="맑은 고딕" pitchFamily="34" charset="-120"/>
              </a:rPr>
              <a:t>숨도 맥박도</a:t>
            </a:r>
            <a:endParaRPr lang="ko-KR" sz="2800" dirty="0"/>
          </a:p>
          <a:p>
            <a:pPr eaLnBrk="0" algn="l" indent="0" marL="0">
              <a:buNone/>
            </a:pPr>
            <a:r>
              <a:rPr lang="ko-KR" altLang="en-US" sz="2800" dirty="0">
                <a:solidFill>
                  <a:srgbClr val="1F2937"/>
                </a:solidFill>
                <a:latin typeface="맑은 고딕" pitchFamily="34" charset="0"/>
                <a:ea typeface="맑은 고딕" pitchFamily="34" charset="-122"/>
                <a:cs typeface="맑은 고딕" pitchFamily="34" charset="-120"/>
              </a:rPr>
              <a:t>함께 빨라져요.</a:t>
            </a:r>
            <a:endParaRPr lang="ko-KR" sz="2800" dirty="0"/>
          </a:p>
        </p:txBody>
      </p:sp>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4B5563"/>
                </a:solidFill>
                <a:latin typeface="맑은 고딕"/>
                <a:ea typeface="맑은 고딕"/>
                <a:cs typeface="맑은 고딕"/>
              </a:defRPr>
            </a:lvl1pPr>
          </a:lstStyle>
          <a:p>
            <a:pPr eaLnBrk="0"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eaLnBrk="0" algn="l" indent="0" marL="0">
              <a:buNone/>
            </a:pPr>
            <a:r>
              <a:rPr lang="ko-KR" altLang="en-US" sz="4000" b="1" dirty="0">
                <a:solidFill>
                  <a:srgbClr val="1F2937"/>
                </a:solidFill>
                <a:latin typeface="맑은 고딕" pitchFamily="34" charset="0"/>
                <a:ea typeface="맑은 고딕" pitchFamily="34" charset="-122"/>
                <a:cs typeface="맑은 고딕" pitchFamily="34" charset="-120"/>
              </a:rPr>
              <a:t>왜 함께 빨라질까요?</a:t>
            </a:r>
            <a:endParaRPr lang="ko-KR" sz="4000" dirty="0"/>
          </a:p>
        </p:txBody>
      </p:sp>
      <p:sp>
        <p:nvSpPr>
          <p:cNvPr id="3" name="S09-text75"/>
          <p:cNvSpPr txBox="1"/>
          <p:nvPr/>
        </p:nvSpPr>
        <p:spPr>
          <a:xfrm>
            <a:off x="548640" y="1325880"/>
            <a:ext cx="11091672" cy="502920"/>
          </a:xfrm>
          <a:prstGeom prst="rect">
            <a:avLst/>
          </a:prstGeom>
          <a:noFill/>
          <a:ln/>
        </p:spPr>
        <p:txBody>
          <a:bodyPr wrap="square" lIns="0" tIns="0" rIns="0" bIns="0" rtlCol="0" anchor="ctr"/>
          <a:lstStyle/>
          <a:p>
            <a:pPr eaLnBrk="0" algn="l" indent="0" marL="0">
              <a:buNone/>
            </a:pPr>
            <a:r>
              <a:rPr lang="ko-KR" altLang="en-US" sz="2800" dirty="0">
                <a:solidFill>
                  <a:srgbClr val="1F2937"/>
                </a:solidFill>
                <a:latin typeface="맑은 고딕" pitchFamily="34" charset="0"/>
                <a:ea typeface="맑은 고딕" pitchFamily="34" charset="-122"/>
                <a:cs typeface="맑은 고딕" pitchFamily="34" charset="-120"/>
              </a:rPr>
              <a:t>운동할 때 근육은 산소와 영양소를 더 많이 써요.</a:t>
            </a:r>
            <a:endParaRPr lang="ko-KR" sz="2800" dirty="0"/>
          </a:p>
        </p:txBody>
      </p:sp>
      <p:sp>
        <p:nvSpPr>
          <p:cNvPr id="4" name="S09-card76"/>
          <p:cNvSpPr/>
          <p:nvPr/>
        </p:nvSpPr>
        <p:spPr>
          <a:xfrm>
            <a:off x="548640" y="5349240"/>
            <a:ext cx="11091672" cy="868680"/>
          </a:xfrm>
          <a:prstGeom prst="roundRect">
            <a:avLst>
              <a:gd name="adj" fmla="val 12632"/>
            </a:avLst>
          </a:prstGeom>
          <a:solidFill>
            <a:srgbClr val="FDEBDD"/>
          </a:solidFill>
          <a:ln w="12700">
            <a:solidFill>
              <a:srgbClr val="FDEBDD"/>
            </a:solidFill>
            <a:prstDash val="solid"/>
          </a:ln>
        </p:spPr>
      </p:sp>
      <p:sp>
        <p:nvSpPr>
          <p:cNvPr id="5" name="S09-cardtext77"/>
          <p:cNvSpPr txBox="1"/>
          <p:nvPr/>
        </p:nvSpPr>
        <p:spPr>
          <a:xfrm>
            <a:off x="822960" y="5486400"/>
            <a:ext cx="10543032" cy="594360"/>
          </a:xfrm>
          <a:prstGeom prst="rect">
            <a:avLst/>
          </a:prstGeom>
          <a:noFill/>
          <a:ln/>
        </p:spPr>
        <p:txBody>
          <a:bodyPr wrap="square" lIns="0" tIns="0" rIns="0" bIns="0" rtlCol="0" anchor="ctr"/>
          <a:lstStyle/>
          <a:p>
            <a:pPr eaLnBrk="0" indent="0" marL="0">
              <a:spcAft>
                <a:spcPts val="600"/>
              </a:spcAft>
              <a:buNone/>
            </a:pPr>
            <a:r>
              <a:rPr lang="ko-KR" altLang="en-US" sz="2800" dirty="0">
                <a:solidFill>
                  <a:srgbClr val="1F2937"/>
                </a:solidFill>
                <a:latin typeface="맑은 고딕" pitchFamily="34" charset="0"/>
                <a:ea typeface="맑은 고딕" pitchFamily="34" charset="-122"/>
                <a:cs typeface="맑은 고딕" pitchFamily="34" charset="-120"/>
              </a:rPr>
              <a:t>여러 기관이 함께 일해서 우리 몸이 움직여요.</a:t>
            </a:r>
            <a:endParaRPr lang="ko-KR" sz="2800" dirty="0"/>
          </a:p>
        </p:txBody>
      </p:sp>
      <p:sp>
        <p:nvSpPr>
          <p:cNvPr id="6" name="S09-card78"/>
          <p:cNvSpPr/>
          <p:nvPr/>
        </p:nvSpPr>
        <p:spPr>
          <a:xfrm>
            <a:off x="548640" y="2468880"/>
            <a:ext cx="3544824" cy="2194560"/>
          </a:xfrm>
          <a:prstGeom prst="roundRect">
            <a:avLst>
              <a:gd name="adj" fmla="val 5000"/>
            </a:avLst>
          </a:prstGeom>
          <a:solidFill>
            <a:srgbClr val="EAF3F1"/>
          </a:solidFill>
          <a:ln w="12700">
            <a:solidFill>
              <a:srgbClr val="EAF3F1"/>
            </a:solidFill>
            <a:prstDash val="solid"/>
          </a:ln>
        </p:spPr>
      </p:sp>
      <p:sp>
        <p:nvSpPr>
          <p:cNvPr id="7" name="S09-cardtext79"/>
          <p:cNvSpPr txBox="1"/>
          <p:nvPr/>
        </p:nvSpPr>
        <p:spPr>
          <a:xfrm>
            <a:off x="822960" y="2606040"/>
            <a:ext cx="2996184" cy="1920240"/>
          </a:xfrm>
          <a:prstGeom prst="rect">
            <a:avLst/>
          </a:prstGeom>
          <a:noFill/>
          <a:ln/>
        </p:spPr>
        <p:txBody>
          <a:bodyPr wrap="square" lIns="0" tIns="0" rIns="0" bIns="0" rtlCol="0" anchor="ctr"/>
          <a:lstStyle/>
          <a:p>
            <a:pPr eaLnBrk="0" indent="0" marL="0">
              <a:spcAft>
                <a:spcPts val="600"/>
              </a:spcAft>
              <a:buNone/>
            </a:pPr>
            <a:r>
              <a:rPr lang="ko-KR" altLang="en-US" sz="2800" b="1" dirty="0">
                <a:solidFill>
                  <a:srgbClr val="1F2937"/>
                </a:solidFill>
                <a:latin typeface="맑은 고딕" pitchFamily="34" charset="0"/>
                <a:ea typeface="맑은 고딕" pitchFamily="34" charset="-122"/>
                <a:cs typeface="맑은 고딕" pitchFamily="34" charset="-120"/>
              </a:rPr>
              <a:t>호흡 기관</a:t>
            </a:r>
            <a:endParaRPr lang="ko-KR" sz="2800" dirty="0"/>
          </a:p>
          <a:p>
            <a:pPr eaLnBrk="0" indent="0" marL="0">
              <a:spcAft>
                <a:spcPts val="600"/>
              </a:spcAft>
              <a:buNone/>
            </a:pPr>
            <a:r>
              <a:rPr lang="ko-KR" altLang="en-US" sz="2200" dirty="0">
                <a:solidFill>
                  <a:srgbClr val="1F2937"/>
                </a:solidFill>
                <a:latin typeface="맑은 고딕" pitchFamily="34" charset="0"/>
                <a:ea typeface="맑은 고딕" pitchFamily="34" charset="-122"/>
                <a:cs typeface="맑은 고딕" pitchFamily="34" charset="-120"/>
              </a:rPr>
              <a:t>숨을 빨리 쉬어 산소를</a:t>
            </a:r>
            <a:endParaRPr lang="ko-KR" sz="2800" dirty="0"/>
          </a:p>
          <a:p>
            <a:pPr eaLnBrk="0" indent="0" marL="0">
              <a:spcAft>
                <a:spcPts val="600"/>
              </a:spcAft>
              <a:buNone/>
            </a:pPr>
            <a:r>
              <a:rPr lang="ko-KR" altLang="en-US" sz="2200" dirty="0">
                <a:solidFill>
                  <a:srgbClr val="1F2937"/>
                </a:solidFill>
                <a:latin typeface="맑은 고딕" pitchFamily="34" charset="0"/>
                <a:ea typeface="맑은 고딕" pitchFamily="34" charset="-122"/>
                <a:cs typeface="맑은 고딕" pitchFamily="34" charset="-120"/>
              </a:rPr>
              <a:t>더 받아들이고 이산화</a:t>
            </a:r>
            <a:endParaRPr lang="ko-KR" sz="2800" dirty="0"/>
          </a:p>
          <a:p>
            <a:pPr eaLnBrk="0" indent="0" marL="0">
              <a:spcAft>
                <a:spcPts val="600"/>
              </a:spcAft>
              <a:buNone/>
            </a:pPr>
            <a:r>
              <a:rPr lang="ko-KR" altLang="en-US" sz="2200" dirty="0">
                <a:solidFill>
                  <a:srgbClr val="1F2937"/>
                </a:solidFill>
                <a:latin typeface="맑은 고딕" pitchFamily="34" charset="0"/>
                <a:ea typeface="맑은 고딕" pitchFamily="34" charset="-122"/>
                <a:cs typeface="맑은 고딕" pitchFamily="34" charset="-120"/>
              </a:rPr>
              <a:t>탄소를 더 내보내요.</a:t>
            </a:r>
            <a:endParaRPr lang="ko-KR" sz="2800" dirty="0"/>
          </a:p>
        </p:txBody>
      </p:sp>
      <p:sp>
        <p:nvSpPr>
          <p:cNvPr id="8" name="S09-card80"/>
          <p:cNvSpPr/>
          <p:nvPr/>
        </p:nvSpPr>
        <p:spPr>
          <a:xfrm>
            <a:off x="4322064" y="2468880"/>
            <a:ext cx="3544824" cy="2194560"/>
          </a:xfrm>
          <a:prstGeom prst="roundRect">
            <a:avLst>
              <a:gd name="adj" fmla="val 5000"/>
            </a:avLst>
          </a:prstGeom>
          <a:solidFill>
            <a:srgbClr val="EAF3F1"/>
          </a:solidFill>
          <a:ln w="12700">
            <a:solidFill>
              <a:srgbClr val="EAF3F1"/>
            </a:solidFill>
            <a:prstDash val="solid"/>
          </a:ln>
        </p:spPr>
      </p:sp>
      <p:sp>
        <p:nvSpPr>
          <p:cNvPr id="9" name="S09-cardtext81"/>
          <p:cNvSpPr txBox="1"/>
          <p:nvPr/>
        </p:nvSpPr>
        <p:spPr>
          <a:xfrm>
            <a:off x="4596384" y="2606040"/>
            <a:ext cx="2996184" cy="1920240"/>
          </a:xfrm>
          <a:prstGeom prst="rect">
            <a:avLst/>
          </a:prstGeom>
          <a:noFill/>
          <a:ln/>
        </p:spPr>
        <p:txBody>
          <a:bodyPr wrap="square" lIns="0" tIns="0" rIns="0" bIns="0" rtlCol="0" anchor="ctr"/>
          <a:lstStyle/>
          <a:p>
            <a:pPr eaLnBrk="0" indent="0" marL="0">
              <a:spcAft>
                <a:spcPts val="600"/>
              </a:spcAft>
              <a:buNone/>
            </a:pPr>
            <a:r>
              <a:rPr lang="ko-KR" altLang="en-US" sz="2800" b="1" dirty="0">
                <a:solidFill>
                  <a:srgbClr val="1F2937"/>
                </a:solidFill>
                <a:latin typeface="맑은 고딕" pitchFamily="34" charset="0"/>
                <a:ea typeface="맑은 고딕" pitchFamily="34" charset="-122"/>
                <a:cs typeface="맑은 고딕" pitchFamily="34" charset="-120"/>
              </a:rPr>
              <a:t>순환 기관</a:t>
            </a:r>
            <a:endParaRPr lang="ko-KR" sz="2800" dirty="0"/>
          </a:p>
          <a:p>
            <a:pPr eaLnBrk="0" indent="0" marL="0">
              <a:spcAft>
                <a:spcPts val="600"/>
              </a:spcAft>
              <a:buNone/>
            </a:pPr>
            <a:r>
              <a:rPr lang="ko-KR" altLang="en-US" sz="2200" dirty="0">
                <a:solidFill>
                  <a:srgbClr val="1F2937"/>
                </a:solidFill>
                <a:latin typeface="맑은 고딕" pitchFamily="34" charset="0"/>
                <a:ea typeface="맑은 고딕" pitchFamily="34" charset="-122"/>
                <a:cs typeface="맑은 고딕" pitchFamily="34" charset="-120"/>
              </a:rPr>
              <a:t>심장이 빨리 뛰어</a:t>
            </a:r>
            <a:endParaRPr lang="ko-KR" sz="2800" dirty="0"/>
          </a:p>
          <a:p>
            <a:pPr eaLnBrk="0" indent="0" marL="0">
              <a:spcAft>
                <a:spcPts val="600"/>
              </a:spcAft>
              <a:buNone/>
            </a:pPr>
            <a:r>
              <a:rPr lang="ko-KR" altLang="en-US" sz="2200" dirty="0">
                <a:solidFill>
                  <a:srgbClr val="1F2937"/>
                </a:solidFill>
                <a:latin typeface="맑은 고딕" pitchFamily="34" charset="0"/>
                <a:ea typeface="맑은 고딕" pitchFamily="34" charset="-122"/>
                <a:cs typeface="맑은 고딕" pitchFamily="34" charset="-120"/>
              </a:rPr>
              <a:t>산소와 영양소를</a:t>
            </a:r>
            <a:endParaRPr lang="ko-KR" sz="2800" dirty="0"/>
          </a:p>
          <a:p>
            <a:pPr eaLnBrk="0" indent="0" marL="0">
              <a:spcAft>
                <a:spcPts val="600"/>
              </a:spcAft>
              <a:buNone/>
            </a:pPr>
            <a:r>
              <a:rPr lang="ko-KR" altLang="en-US" sz="2200" dirty="0">
                <a:solidFill>
                  <a:srgbClr val="1F2937"/>
                </a:solidFill>
                <a:latin typeface="맑은 고딕" pitchFamily="34" charset="0"/>
                <a:ea typeface="맑은 고딕" pitchFamily="34" charset="-122"/>
                <a:cs typeface="맑은 고딕" pitchFamily="34" charset="-120"/>
              </a:rPr>
              <a:t>근육에 더 빨리 날라요.</a:t>
            </a:r>
            <a:endParaRPr lang="ko-KR" sz="2800" dirty="0"/>
          </a:p>
        </p:txBody>
      </p:sp>
      <p:sp>
        <p:nvSpPr>
          <p:cNvPr id="10" name="S09-card82"/>
          <p:cNvSpPr/>
          <p:nvPr/>
        </p:nvSpPr>
        <p:spPr>
          <a:xfrm>
            <a:off x="8095488" y="2468880"/>
            <a:ext cx="3544824" cy="2194560"/>
          </a:xfrm>
          <a:prstGeom prst="roundRect">
            <a:avLst>
              <a:gd name="adj" fmla="val 5000"/>
            </a:avLst>
          </a:prstGeom>
          <a:solidFill>
            <a:srgbClr val="EAF3F1"/>
          </a:solidFill>
          <a:ln w="12700">
            <a:solidFill>
              <a:srgbClr val="EAF3F1"/>
            </a:solidFill>
            <a:prstDash val="solid"/>
          </a:ln>
        </p:spPr>
      </p:sp>
      <p:sp>
        <p:nvSpPr>
          <p:cNvPr id="11" name="S09-cardtext83"/>
          <p:cNvSpPr txBox="1"/>
          <p:nvPr/>
        </p:nvSpPr>
        <p:spPr>
          <a:xfrm>
            <a:off x="8369808" y="2606040"/>
            <a:ext cx="2996184" cy="1920240"/>
          </a:xfrm>
          <a:prstGeom prst="rect">
            <a:avLst/>
          </a:prstGeom>
          <a:noFill/>
          <a:ln/>
        </p:spPr>
        <p:txBody>
          <a:bodyPr wrap="square" lIns="0" tIns="0" rIns="0" bIns="0" rtlCol="0" anchor="ctr"/>
          <a:lstStyle/>
          <a:p>
            <a:pPr eaLnBrk="0" indent="0" marL="0">
              <a:spcAft>
                <a:spcPts val="600"/>
              </a:spcAft>
              <a:buNone/>
            </a:pPr>
            <a:r>
              <a:rPr lang="ko-KR" altLang="en-US" sz="2800" b="1" dirty="0">
                <a:solidFill>
                  <a:srgbClr val="1F2937"/>
                </a:solidFill>
                <a:latin typeface="맑은 고딕" pitchFamily="34" charset="0"/>
                <a:ea typeface="맑은 고딕" pitchFamily="34" charset="-122"/>
                <a:cs typeface="맑은 고딕" pitchFamily="34" charset="-120"/>
              </a:rPr>
              <a:t>소화·배설 기관</a:t>
            </a:r>
            <a:endParaRPr lang="ko-KR" sz="2800" dirty="0"/>
          </a:p>
          <a:p>
            <a:pPr eaLnBrk="0" indent="0" marL="0">
              <a:spcAft>
                <a:spcPts val="600"/>
              </a:spcAft>
              <a:buNone/>
            </a:pPr>
            <a:r>
              <a:rPr lang="ko-KR" altLang="en-US" sz="2200" dirty="0">
                <a:solidFill>
                  <a:srgbClr val="1F2937"/>
                </a:solidFill>
                <a:latin typeface="맑은 고딕" pitchFamily="34" charset="0"/>
                <a:ea typeface="맑은 고딕" pitchFamily="34" charset="-122"/>
                <a:cs typeface="맑은 고딕" pitchFamily="34" charset="-120"/>
              </a:rPr>
              <a:t>영양소를 흡수하고,</a:t>
            </a:r>
            <a:endParaRPr lang="ko-KR" sz="2800" dirty="0"/>
          </a:p>
          <a:p>
            <a:pPr eaLnBrk="0" indent="0" marL="0">
              <a:spcAft>
                <a:spcPts val="600"/>
              </a:spcAft>
              <a:buNone/>
            </a:pPr>
            <a:r>
              <a:rPr lang="ko-KR" altLang="en-US" sz="2200" dirty="0">
                <a:solidFill>
                  <a:srgbClr val="1F2937"/>
                </a:solidFill>
                <a:latin typeface="맑은 고딕" pitchFamily="34" charset="0"/>
                <a:ea typeface="맑은 고딕" pitchFamily="34" charset="-122"/>
                <a:cs typeface="맑은 고딕" pitchFamily="34" charset="-120"/>
              </a:rPr>
              <a:t>늘어난 노폐물을</a:t>
            </a:r>
            <a:endParaRPr lang="ko-KR" sz="2800" dirty="0"/>
          </a:p>
          <a:p>
            <a:pPr eaLnBrk="0" indent="0" marL="0">
              <a:spcAft>
                <a:spcPts val="600"/>
              </a:spcAft>
              <a:buNone/>
            </a:pPr>
            <a:r>
              <a:rPr lang="ko-KR" altLang="en-US" sz="2200" dirty="0">
                <a:solidFill>
                  <a:srgbClr val="1F2937"/>
                </a:solidFill>
                <a:latin typeface="맑은 고딕" pitchFamily="34" charset="0"/>
                <a:ea typeface="맑은 고딕" pitchFamily="34" charset="-122"/>
                <a:cs typeface="맑은 고딕" pitchFamily="34" charset="-120"/>
              </a:rPr>
              <a:t>내보내요.</a:t>
            </a:r>
            <a:endParaRPr lang="ko-KR" sz="2800" dirty="0"/>
          </a:p>
        </p:txBody>
      </p:sp>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4B5563"/>
                </a:solidFill>
                <a:latin typeface="맑은 고딕"/>
                <a:ea typeface="맑은 고딕"/>
                <a:cs typeface="맑은 고딕"/>
              </a:defRPr>
            </a:lvl1pPr>
          </a:lstStyle>
          <a:p>
            <a:pPr eaLnBrk="0"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eaLnBrk="0" algn="l" indent="0" marL="0">
              <a:buNone/>
            </a:pPr>
            <a:r>
              <a:rPr lang="ko-KR" altLang="en-US" sz="4000" b="1" dirty="0">
                <a:solidFill>
                  <a:srgbClr val="1F2937"/>
                </a:solidFill>
                <a:latin typeface="맑은 고딕" pitchFamily="34" charset="0"/>
                <a:ea typeface="맑은 고딕" pitchFamily="34" charset="-122"/>
                <a:cs typeface="맑은 고딕" pitchFamily="34" charset="-120"/>
              </a:rPr>
              <a:t>기관이 함께 일하는 모형</a:t>
            </a:r>
            <a:endParaRPr lang="ko-KR" sz="4000" dirty="0"/>
          </a:p>
        </p:txBody>
      </p:sp>
      <p:sp>
        <p:nvSpPr>
          <p:cNvPr id="3" name="S10-text84"/>
          <p:cNvSpPr txBox="1"/>
          <p:nvPr/>
        </p:nvSpPr>
        <p:spPr>
          <a:xfrm>
            <a:off x="548640" y="1325880"/>
            <a:ext cx="11091672" cy="867664"/>
          </a:xfrm>
          <a:prstGeom prst="rect">
            <a:avLst/>
          </a:prstGeom>
          <a:noFill/>
          <a:ln/>
        </p:spPr>
        <p:txBody>
          <a:bodyPr wrap="square" lIns="0" tIns="0" rIns="0" bIns="0" rtlCol="0" anchor="ctr"/>
          <a:lstStyle/>
          <a:p>
            <a:pPr eaLnBrk="0" algn="l" indent="0" marL="0">
              <a:buNone/>
            </a:pPr>
            <a:r>
              <a:rPr lang="ko-KR" altLang="en-US" sz="2800" dirty="0">
                <a:solidFill>
                  <a:srgbClr val="1F2937"/>
                </a:solidFill>
                <a:latin typeface="맑은 고딕" pitchFamily="34" charset="0"/>
                <a:ea typeface="맑은 고딕" pitchFamily="34" charset="-122"/>
                <a:cs typeface="맑은 고딕" pitchFamily="34" charset="-120"/>
              </a:rPr>
              <a:t>가운데 순환 기관이 산소와 영양소를 나르고,</a:t>
            </a:r>
            <a:endParaRPr lang="ko-KR" sz="2800" dirty="0"/>
          </a:p>
          <a:p>
            <a:pPr eaLnBrk="0" algn="l" indent="0" marL="0">
              <a:buNone/>
            </a:pPr>
            <a:r>
              <a:rPr lang="ko-KR" altLang="en-US" sz="2800" dirty="0">
                <a:solidFill>
                  <a:srgbClr val="1F2937"/>
                </a:solidFill>
                <a:latin typeface="맑은 고딕" pitchFamily="34" charset="0"/>
                <a:ea typeface="맑은 고딕" pitchFamily="34" charset="-122"/>
                <a:cs typeface="맑은 고딕" pitchFamily="34" charset="-120"/>
              </a:rPr>
              <a:t>이산화 탄소와 노폐물을 실어 가요.</a:t>
            </a:r>
            <a:endParaRPr lang="ko-KR" sz="2800" dirty="0"/>
          </a:p>
        </p:txBody>
      </p:sp>
      <p:sp>
        <p:nvSpPr>
          <p:cNvPr id="4" name="S10-figure85" descr="기관 협력 모형: 가운데 순환 기관(심장·혈관) 상자. 위의 폐(호흡 기관)에서 산소가 들어오고 이산화 탄소가 폐로 나감. 왼쪽 작은창자(소화 기관)에서 영양소가 들어옴. 오른쪽 근육(운동 기관)으로 산소·영양소가 가고, 근육에서 이산화 탄소·노폐물이 돌아옴. 아래 콩팥(배설 기관)으로 노폐물이 감"/>
          <p:cNvSpPr/>
          <p:nvPr/>
        </p:nvSpPr>
        <p:spPr>
          <a:xfrm>
            <a:off x="5301257" y="3921437"/>
            <a:ext cx="1586438" cy="751471"/>
          </a:xfrm>
          <a:custGeom>
            <a:avLst/>
            <a:gdLst/>
            <a:ahLst/>
            <a:cxnLst/>
            <a:rect l="l" t="t" r="r" b="b"/>
            <a:pathLst>
              <a:path w="1586438" h="751471">
                <a:moveTo>
                  <a:pt x="0" y="751471"/>
                </a:moveTo>
                <a:lnTo>
                  <a:pt x="1586438" y="751471"/>
                </a:lnTo>
                <a:lnTo>
                  <a:pt x="1586438" y="0"/>
                </a:lnTo>
                <a:lnTo>
                  <a:pt x="0" y="0"/>
                </a:lnTo>
                <a:close/>
              </a:path>
            </a:pathLst>
          </a:custGeom>
          <a:solidFill>
            <a:srgbClr val="FBD5D5"/>
          </a:solidFill>
          <a:ln w="25400">
            <a:solidFill>
              <a:srgbClr val="1F2937"/>
            </a:solidFill>
            <a:prstDash val="solid"/>
          </a:ln>
        </p:spPr>
      </p:sp>
      <p:sp>
        <p:nvSpPr>
          <p:cNvPr id="5" name="S10-mark86"/>
          <p:cNvSpPr/>
          <p:nvPr/>
        </p:nvSpPr>
        <p:spPr>
          <a:xfrm>
            <a:off x="5301257" y="2501992"/>
            <a:ext cx="1586438" cy="751471"/>
          </a:xfrm>
          <a:custGeom>
            <a:avLst/>
            <a:gdLst/>
            <a:ahLst/>
            <a:cxnLst/>
            <a:rect l="l" t="t" r="r" b="b"/>
            <a:pathLst>
              <a:path w="1586438" h="751471">
                <a:moveTo>
                  <a:pt x="0" y="751471"/>
                </a:moveTo>
                <a:lnTo>
                  <a:pt x="1586438" y="751471"/>
                </a:lnTo>
                <a:lnTo>
                  <a:pt x="1586438" y="0"/>
                </a:lnTo>
                <a:lnTo>
                  <a:pt x="0" y="0"/>
                </a:lnTo>
                <a:close/>
              </a:path>
            </a:pathLst>
          </a:custGeom>
          <a:solidFill>
            <a:srgbClr val="DBEAFE"/>
          </a:solidFill>
          <a:ln w="25400">
            <a:solidFill>
              <a:srgbClr val="1F2937"/>
            </a:solidFill>
            <a:prstDash val="solid"/>
          </a:ln>
        </p:spPr>
      </p:sp>
      <p:sp>
        <p:nvSpPr>
          <p:cNvPr id="6" name="S10-mark87"/>
          <p:cNvSpPr/>
          <p:nvPr/>
        </p:nvSpPr>
        <p:spPr>
          <a:xfrm>
            <a:off x="2712859" y="3921437"/>
            <a:ext cx="1586438" cy="751471"/>
          </a:xfrm>
          <a:custGeom>
            <a:avLst/>
            <a:gdLst/>
            <a:ahLst/>
            <a:cxnLst/>
            <a:rect l="l" t="t" r="r" b="b"/>
            <a:pathLst>
              <a:path w="1586438" h="751471">
                <a:moveTo>
                  <a:pt x="0" y="751471"/>
                </a:moveTo>
                <a:lnTo>
                  <a:pt x="1586438" y="751471"/>
                </a:lnTo>
                <a:lnTo>
                  <a:pt x="1586438" y="0"/>
                </a:lnTo>
                <a:lnTo>
                  <a:pt x="0" y="0"/>
                </a:lnTo>
                <a:close/>
              </a:path>
            </a:pathLst>
          </a:custGeom>
          <a:solidFill>
            <a:srgbClr val="FDE8C8"/>
          </a:solidFill>
          <a:ln w="25400">
            <a:solidFill>
              <a:srgbClr val="1F2937"/>
            </a:solidFill>
            <a:prstDash val="solid"/>
          </a:ln>
        </p:spPr>
      </p:sp>
      <p:sp>
        <p:nvSpPr>
          <p:cNvPr id="7" name="S10-mark88"/>
          <p:cNvSpPr/>
          <p:nvPr/>
        </p:nvSpPr>
        <p:spPr>
          <a:xfrm>
            <a:off x="7889656" y="3921437"/>
            <a:ext cx="1586438" cy="751471"/>
          </a:xfrm>
          <a:custGeom>
            <a:avLst/>
            <a:gdLst/>
            <a:ahLst/>
            <a:cxnLst/>
            <a:rect l="l" t="t" r="r" b="b"/>
            <a:pathLst>
              <a:path w="1586438" h="751471">
                <a:moveTo>
                  <a:pt x="0" y="751471"/>
                </a:moveTo>
                <a:lnTo>
                  <a:pt x="1586438" y="751471"/>
                </a:lnTo>
                <a:lnTo>
                  <a:pt x="1586438" y="0"/>
                </a:lnTo>
                <a:lnTo>
                  <a:pt x="0" y="0"/>
                </a:lnTo>
                <a:close/>
              </a:path>
            </a:pathLst>
          </a:custGeom>
          <a:solidFill>
            <a:srgbClr val="E5E7EB"/>
          </a:solidFill>
          <a:ln w="25400">
            <a:solidFill>
              <a:srgbClr val="1F2937"/>
            </a:solidFill>
            <a:prstDash val="solid"/>
          </a:ln>
        </p:spPr>
      </p:sp>
      <p:sp>
        <p:nvSpPr>
          <p:cNvPr id="8" name="S10-mark89"/>
          <p:cNvSpPr/>
          <p:nvPr/>
        </p:nvSpPr>
        <p:spPr>
          <a:xfrm>
            <a:off x="5301257" y="5340881"/>
            <a:ext cx="1586438" cy="751471"/>
          </a:xfrm>
          <a:custGeom>
            <a:avLst/>
            <a:gdLst/>
            <a:ahLst/>
            <a:cxnLst/>
            <a:rect l="l" t="t" r="r" b="b"/>
            <a:pathLst>
              <a:path w="1586438" h="751471">
                <a:moveTo>
                  <a:pt x="0" y="751471"/>
                </a:moveTo>
                <a:lnTo>
                  <a:pt x="1586438" y="751471"/>
                </a:lnTo>
                <a:lnTo>
                  <a:pt x="1586438" y="0"/>
                </a:lnTo>
                <a:lnTo>
                  <a:pt x="0" y="0"/>
                </a:lnTo>
                <a:close/>
              </a:path>
            </a:pathLst>
          </a:custGeom>
          <a:solidFill>
            <a:srgbClr val="F5E6CC"/>
          </a:solidFill>
          <a:ln w="25400">
            <a:solidFill>
              <a:srgbClr val="1F2937"/>
            </a:solidFill>
            <a:prstDash val="solid"/>
          </a:ln>
        </p:spPr>
      </p:sp>
      <p:sp>
        <p:nvSpPr>
          <p:cNvPr id="9" name="S10-mark90"/>
          <p:cNvSpPr/>
          <p:nvPr/>
        </p:nvSpPr>
        <p:spPr>
          <a:xfrm>
            <a:off x="5843986" y="3253463"/>
            <a:ext cx="0" cy="667974"/>
          </a:xfrm>
          <a:prstGeom prst="line">
            <a:avLst/>
          </a:prstGeom>
          <a:noFill/>
          <a:ln w="31750">
            <a:solidFill>
              <a:srgbClr val="3D5A80"/>
            </a:solidFill>
            <a:prstDash val="solid"/>
            <a:tailEnd type="triangle"/>
          </a:ln>
        </p:spPr>
      </p:sp>
      <p:sp>
        <p:nvSpPr>
          <p:cNvPr id="10" name="S10-mark91"/>
          <p:cNvSpPr/>
          <p:nvPr/>
        </p:nvSpPr>
        <p:spPr>
          <a:xfrm flipV="1">
            <a:off x="6344966" y="3253463"/>
            <a:ext cx="0" cy="667974"/>
          </a:xfrm>
          <a:prstGeom prst="line">
            <a:avLst/>
          </a:prstGeom>
          <a:noFill/>
          <a:ln w="31750">
            <a:solidFill>
              <a:srgbClr val="6B7280"/>
            </a:solidFill>
            <a:prstDash val="solid"/>
            <a:tailEnd type="triangle"/>
          </a:ln>
        </p:spPr>
      </p:sp>
      <p:sp>
        <p:nvSpPr>
          <p:cNvPr id="11" name="S10-mark92"/>
          <p:cNvSpPr/>
          <p:nvPr/>
        </p:nvSpPr>
        <p:spPr>
          <a:xfrm>
            <a:off x="4299296" y="4297172"/>
            <a:ext cx="1001961" cy="0"/>
          </a:xfrm>
          <a:prstGeom prst="line">
            <a:avLst/>
          </a:prstGeom>
          <a:noFill/>
          <a:ln w="31750">
            <a:solidFill>
              <a:srgbClr val="B45309"/>
            </a:solidFill>
            <a:prstDash val="solid"/>
            <a:tailEnd type="triangle"/>
          </a:ln>
        </p:spPr>
      </p:sp>
      <p:sp>
        <p:nvSpPr>
          <p:cNvPr id="12" name="S10-mark93"/>
          <p:cNvSpPr/>
          <p:nvPr/>
        </p:nvSpPr>
        <p:spPr>
          <a:xfrm>
            <a:off x="6887695" y="4130179"/>
            <a:ext cx="1001961" cy="0"/>
          </a:xfrm>
          <a:prstGeom prst="line">
            <a:avLst/>
          </a:prstGeom>
          <a:noFill/>
          <a:ln w="31750">
            <a:solidFill>
              <a:srgbClr val="C8434E"/>
            </a:solidFill>
            <a:prstDash val="solid"/>
            <a:tailEnd type="triangle"/>
          </a:ln>
        </p:spPr>
      </p:sp>
      <p:sp>
        <p:nvSpPr>
          <p:cNvPr id="13" name="S10-mark94"/>
          <p:cNvSpPr/>
          <p:nvPr/>
        </p:nvSpPr>
        <p:spPr>
          <a:xfrm flipH="1">
            <a:off x="6887695" y="4464165"/>
            <a:ext cx="1001961" cy="0"/>
          </a:xfrm>
          <a:prstGeom prst="line">
            <a:avLst/>
          </a:prstGeom>
          <a:noFill/>
          <a:ln w="31750">
            <a:solidFill>
              <a:srgbClr val="6B7280"/>
            </a:solidFill>
            <a:prstDash val="solid"/>
            <a:tailEnd type="triangle"/>
          </a:ln>
        </p:spPr>
      </p:sp>
      <p:sp>
        <p:nvSpPr>
          <p:cNvPr id="14" name="S10-mark95"/>
          <p:cNvSpPr/>
          <p:nvPr/>
        </p:nvSpPr>
        <p:spPr>
          <a:xfrm>
            <a:off x="6094476" y="4672907"/>
            <a:ext cx="0" cy="667974"/>
          </a:xfrm>
          <a:prstGeom prst="line">
            <a:avLst/>
          </a:prstGeom>
          <a:noFill/>
          <a:ln w="31750">
            <a:solidFill>
              <a:srgbClr val="6B7280"/>
            </a:solidFill>
            <a:prstDash val="solid"/>
            <a:tailEnd type="triangle"/>
          </a:ln>
        </p:spPr>
      </p:sp>
      <p:sp>
        <p:nvSpPr>
          <p:cNvPr id="15" name="S10-label97"/>
          <p:cNvSpPr txBox="1"/>
          <p:nvPr/>
        </p:nvSpPr>
        <p:spPr>
          <a:xfrm>
            <a:off x="5355082" y="3997302"/>
            <a:ext cx="1478788" cy="349250"/>
          </a:xfrm>
          <a:prstGeom prst="rect">
            <a:avLst/>
          </a:prstGeom>
          <a:noFill/>
          <a:ln/>
        </p:spPr>
        <p:txBody>
          <a:bodyPr wrap="square" lIns="0" tIns="0" rIns="0" bIns="0" rtlCol="0" anchor="ctr"/>
          <a:lstStyle/>
          <a:p>
            <a:pPr eaLnBrk="0" algn="ctr" indent="0" marL="0">
              <a:buNone/>
            </a:pPr>
            <a:r>
              <a:rPr lang="ko-KR" altLang="en-US" sz="2200" b="1" dirty="0">
                <a:solidFill>
                  <a:srgbClr val="1F2937"/>
                </a:solidFill>
                <a:latin typeface="맑은 고딕" pitchFamily="34" charset="0"/>
                <a:ea typeface="맑은 고딕" pitchFamily="34" charset="-122"/>
                <a:cs typeface="맑은 고딕" pitchFamily="34" charset="-120"/>
              </a:rPr>
              <a:t>심장·혈관</a:t>
            </a:r>
            <a:endParaRPr lang="ko-KR" sz="2200" dirty="0"/>
          </a:p>
        </p:txBody>
      </p:sp>
      <p:sp>
        <p:nvSpPr>
          <p:cNvPr id="16" name="S10-label99"/>
          <p:cNvSpPr txBox="1"/>
          <p:nvPr/>
        </p:nvSpPr>
        <p:spPr>
          <a:xfrm>
            <a:off x="5557266" y="4342165"/>
            <a:ext cx="1074420" cy="285750"/>
          </a:xfrm>
          <a:prstGeom prst="rect">
            <a:avLst/>
          </a:prstGeom>
          <a:noFill/>
          <a:ln/>
        </p:spPr>
        <p:txBody>
          <a:bodyPr wrap="square" lIns="0" tIns="0" rIns="0" bIns="0" rtlCol="0" anchor="ctr"/>
          <a:lstStyle/>
          <a:p>
            <a:pPr eaLnBrk="0" algn="ctr" indent="0" marL="0">
              <a:buNone/>
            </a:pPr>
            <a:r>
              <a:rPr lang="ko-KR" altLang="en-US" sz="1800" b="1" dirty="0">
                <a:solidFill>
                  <a:srgbClr val="1F2937"/>
                </a:solidFill>
                <a:latin typeface="맑은 고딕" pitchFamily="34" charset="0"/>
                <a:ea typeface="맑은 고딕" pitchFamily="34" charset="-122"/>
                <a:cs typeface="맑은 고딕" pitchFamily="34" charset="-120"/>
              </a:rPr>
              <a:t>순환 기관</a:t>
            </a:r>
            <a:endParaRPr lang="ko-KR" sz="1800" dirty="0"/>
          </a:p>
        </p:txBody>
      </p:sp>
      <p:sp>
        <p:nvSpPr>
          <p:cNvPr id="17" name="S10-label101"/>
          <p:cNvSpPr txBox="1"/>
          <p:nvPr/>
        </p:nvSpPr>
        <p:spPr>
          <a:xfrm>
            <a:off x="5902706" y="2577858"/>
            <a:ext cx="383540" cy="349250"/>
          </a:xfrm>
          <a:prstGeom prst="rect">
            <a:avLst/>
          </a:prstGeom>
          <a:noFill/>
          <a:ln/>
        </p:spPr>
        <p:txBody>
          <a:bodyPr wrap="square" lIns="0" tIns="0" rIns="0" bIns="0" rtlCol="0" anchor="ctr"/>
          <a:lstStyle/>
          <a:p>
            <a:pPr eaLnBrk="0" algn="ctr" indent="0" marL="0">
              <a:buNone/>
            </a:pPr>
            <a:r>
              <a:rPr lang="ko-KR" altLang="en-US" sz="2200" b="1" dirty="0">
                <a:solidFill>
                  <a:srgbClr val="1F2937"/>
                </a:solidFill>
                <a:latin typeface="맑은 고딕" pitchFamily="34" charset="0"/>
                <a:ea typeface="맑은 고딕" pitchFamily="34" charset="-122"/>
                <a:cs typeface="맑은 고딕" pitchFamily="34" charset="-120"/>
              </a:rPr>
              <a:t>폐</a:t>
            </a:r>
            <a:endParaRPr lang="ko-KR" sz="2200" dirty="0"/>
          </a:p>
        </p:txBody>
      </p:sp>
      <p:sp>
        <p:nvSpPr>
          <p:cNvPr id="18" name="S10-label103"/>
          <p:cNvSpPr txBox="1"/>
          <p:nvPr/>
        </p:nvSpPr>
        <p:spPr>
          <a:xfrm>
            <a:off x="5557266" y="2922720"/>
            <a:ext cx="1074420" cy="285750"/>
          </a:xfrm>
          <a:prstGeom prst="rect">
            <a:avLst/>
          </a:prstGeom>
          <a:noFill/>
          <a:ln/>
        </p:spPr>
        <p:txBody>
          <a:bodyPr wrap="square" lIns="0" tIns="0" rIns="0" bIns="0" rtlCol="0" anchor="ctr"/>
          <a:lstStyle/>
          <a:p>
            <a:pPr eaLnBrk="0" algn="ctr" indent="0" marL="0">
              <a:buNone/>
            </a:pPr>
            <a:r>
              <a:rPr lang="ko-KR" altLang="en-US" sz="1800" b="1" dirty="0">
                <a:solidFill>
                  <a:srgbClr val="1F2937"/>
                </a:solidFill>
                <a:latin typeface="맑은 고딕" pitchFamily="34" charset="0"/>
                <a:ea typeface="맑은 고딕" pitchFamily="34" charset="-122"/>
                <a:cs typeface="맑은 고딕" pitchFamily="34" charset="-120"/>
              </a:rPr>
              <a:t>호흡 기관</a:t>
            </a:r>
            <a:endParaRPr lang="ko-KR" sz="1800" dirty="0"/>
          </a:p>
        </p:txBody>
      </p:sp>
      <p:sp>
        <p:nvSpPr>
          <p:cNvPr id="19" name="S10-label105"/>
          <p:cNvSpPr txBox="1"/>
          <p:nvPr/>
        </p:nvSpPr>
        <p:spPr>
          <a:xfrm>
            <a:off x="2903589" y="3997302"/>
            <a:ext cx="1204976" cy="349250"/>
          </a:xfrm>
          <a:prstGeom prst="rect">
            <a:avLst/>
          </a:prstGeom>
          <a:noFill/>
          <a:ln/>
        </p:spPr>
        <p:txBody>
          <a:bodyPr wrap="square" lIns="0" tIns="0" rIns="0" bIns="0" rtlCol="0" anchor="ctr"/>
          <a:lstStyle/>
          <a:p>
            <a:pPr eaLnBrk="0" algn="ctr" indent="0" marL="0">
              <a:buNone/>
            </a:pPr>
            <a:r>
              <a:rPr lang="ko-KR" altLang="en-US" sz="2200" b="1" dirty="0">
                <a:solidFill>
                  <a:srgbClr val="1F2937"/>
                </a:solidFill>
                <a:latin typeface="맑은 고딕" pitchFamily="34" charset="0"/>
                <a:ea typeface="맑은 고딕" pitchFamily="34" charset="-122"/>
                <a:cs typeface="맑은 고딕" pitchFamily="34" charset="-120"/>
              </a:rPr>
              <a:t>작은창자</a:t>
            </a:r>
            <a:endParaRPr lang="ko-KR" sz="2200" dirty="0"/>
          </a:p>
        </p:txBody>
      </p:sp>
      <p:sp>
        <p:nvSpPr>
          <p:cNvPr id="20" name="S10-label107"/>
          <p:cNvSpPr txBox="1"/>
          <p:nvPr/>
        </p:nvSpPr>
        <p:spPr>
          <a:xfrm>
            <a:off x="2968867" y="4342165"/>
            <a:ext cx="1074420" cy="285750"/>
          </a:xfrm>
          <a:prstGeom prst="rect">
            <a:avLst/>
          </a:prstGeom>
          <a:noFill/>
          <a:ln/>
        </p:spPr>
        <p:txBody>
          <a:bodyPr wrap="square" lIns="0" tIns="0" rIns="0" bIns="0" rtlCol="0" anchor="ctr"/>
          <a:lstStyle/>
          <a:p>
            <a:pPr eaLnBrk="0" algn="ctr" indent="0" marL="0">
              <a:buNone/>
            </a:pPr>
            <a:r>
              <a:rPr lang="ko-KR" altLang="en-US" sz="1800" b="1" dirty="0">
                <a:solidFill>
                  <a:srgbClr val="1F2937"/>
                </a:solidFill>
                <a:latin typeface="맑은 고딕" pitchFamily="34" charset="0"/>
                <a:ea typeface="맑은 고딕" pitchFamily="34" charset="-122"/>
                <a:cs typeface="맑은 고딕" pitchFamily="34" charset="-120"/>
              </a:rPr>
              <a:t>소화 기관</a:t>
            </a:r>
            <a:endParaRPr lang="ko-KR" sz="1800" dirty="0"/>
          </a:p>
        </p:txBody>
      </p:sp>
      <p:sp>
        <p:nvSpPr>
          <p:cNvPr id="21" name="S10-label109"/>
          <p:cNvSpPr txBox="1"/>
          <p:nvPr/>
        </p:nvSpPr>
        <p:spPr>
          <a:xfrm>
            <a:off x="8354199" y="3997302"/>
            <a:ext cx="657352" cy="349250"/>
          </a:xfrm>
          <a:prstGeom prst="rect">
            <a:avLst/>
          </a:prstGeom>
          <a:noFill/>
          <a:ln/>
        </p:spPr>
        <p:txBody>
          <a:bodyPr wrap="square" lIns="0" tIns="0" rIns="0" bIns="0" rtlCol="0" anchor="ctr"/>
          <a:lstStyle/>
          <a:p>
            <a:pPr eaLnBrk="0" algn="ctr" indent="0" marL="0">
              <a:buNone/>
            </a:pPr>
            <a:r>
              <a:rPr lang="ko-KR" altLang="en-US" sz="2200" b="1" dirty="0">
                <a:solidFill>
                  <a:srgbClr val="1F2937"/>
                </a:solidFill>
                <a:latin typeface="맑은 고딕" pitchFamily="34" charset="0"/>
                <a:ea typeface="맑은 고딕" pitchFamily="34" charset="-122"/>
                <a:cs typeface="맑은 고딕" pitchFamily="34" charset="-120"/>
              </a:rPr>
              <a:t>근육</a:t>
            </a:r>
            <a:endParaRPr lang="ko-KR" sz="2200" dirty="0"/>
          </a:p>
        </p:txBody>
      </p:sp>
      <p:sp>
        <p:nvSpPr>
          <p:cNvPr id="22" name="S10-label111"/>
          <p:cNvSpPr txBox="1"/>
          <p:nvPr/>
        </p:nvSpPr>
        <p:spPr>
          <a:xfrm>
            <a:off x="8145665" y="4342165"/>
            <a:ext cx="1074420" cy="285750"/>
          </a:xfrm>
          <a:prstGeom prst="rect">
            <a:avLst/>
          </a:prstGeom>
          <a:noFill/>
          <a:ln/>
        </p:spPr>
        <p:txBody>
          <a:bodyPr wrap="square" lIns="0" tIns="0" rIns="0" bIns="0" rtlCol="0" anchor="ctr"/>
          <a:lstStyle/>
          <a:p>
            <a:pPr eaLnBrk="0" algn="ctr" indent="0" marL="0">
              <a:buNone/>
            </a:pPr>
            <a:r>
              <a:rPr lang="ko-KR" altLang="en-US" sz="1800" b="1" dirty="0">
                <a:solidFill>
                  <a:srgbClr val="1F2937"/>
                </a:solidFill>
                <a:latin typeface="맑은 고딕" pitchFamily="34" charset="0"/>
                <a:ea typeface="맑은 고딕" pitchFamily="34" charset="-122"/>
                <a:cs typeface="맑은 고딕" pitchFamily="34" charset="-120"/>
              </a:rPr>
              <a:t>운동 기관</a:t>
            </a:r>
            <a:endParaRPr lang="ko-KR" sz="1800" dirty="0"/>
          </a:p>
        </p:txBody>
      </p:sp>
      <p:sp>
        <p:nvSpPr>
          <p:cNvPr id="23" name="S10-label113"/>
          <p:cNvSpPr txBox="1"/>
          <p:nvPr/>
        </p:nvSpPr>
        <p:spPr>
          <a:xfrm>
            <a:off x="5765800" y="5416746"/>
            <a:ext cx="657352" cy="349250"/>
          </a:xfrm>
          <a:prstGeom prst="rect">
            <a:avLst/>
          </a:prstGeom>
          <a:noFill/>
          <a:ln/>
        </p:spPr>
        <p:txBody>
          <a:bodyPr wrap="square" lIns="0" tIns="0" rIns="0" bIns="0" rtlCol="0" anchor="ctr"/>
          <a:lstStyle/>
          <a:p>
            <a:pPr eaLnBrk="0" algn="ctr" indent="0" marL="0">
              <a:buNone/>
            </a:pPr>
            <a:r>
              <a:rPr lang="ko-KR" altLang="en-US" sz="2200" b="1" dirty="0">
                <a:solidFill>
                  <a:srgbClr val="1F2937"/>
                </a:solidFill>
                <a:latin typeface="맑은 고딕" pitchFamily="34" charset="0"/>
                <a:ea typeface="맑은 고딕" pitchFamily="34" charset="-122"/>
                <a:cs typeface="맑은 고딕" pitchFamily="34" charset="-120"/>
              </a:rPr>
              <a:t>콩팥</a:t>
            </a:r>
            <a:endParaRPr lang="ko-KR" sz="2200" dirty="0"/>
          </a:p>
        </p:txBody>
      </p:sp>
      <p:sp>
        <p:nvSpPr>
          <p:cNvPr id="24" name="S10-label115"/>
          <p:cNvSpPr txBox="1"/>
          <p:nvPr/>
        </p:nvSpPr>
        <p:spPr>
          <a:xfrm>
            <a:off x="5557266" y="5761609"/>
            <a:ext cx="1074420" cy="285750"/>
          </a:xfrm>
          <a:prstGeom prst="rect">
            <a:avLst/>
          </a:prstGeom>
          <a:noFill/>
          <a:ln/>
        </p:spPr>
        <p:txBody>
          <a:bodyPr wrap="square" lIns="0" tIns="0" rIns="0" bIns="0" rtlCol="0" anchor="ctr"/>
          <a:lstStyle/>
          <a:p>
            <a:pPr eaLnBrk="0" algn="ctr" indent="0" marL="0">
              <a:buNone/>
            </a:pPr>
            <a:r>
              <a:rPr lang="ko-KR" altLang="en-US" sz="1800" b="1" dirty="0">
                <a:solidFill>
                  <a:srgbClr val="1F2937"/>
                </a:solidFill>
                <a:latin typeface="맑은 고딕" pitchFamily="34" charset="0"/>
                <a:ea typeface="맑은 고딕" pitchFamily="34" charset="-122"/>
                <a:cs typeface="맑은 고딕" pitchFamily="34" charset="-120"/>
              </a:rPr>
              <a:t>배설 기관</a:t>
            </a:r>
            <a:endParaRPr lang="ko-KR" sz="1800" dirty="0"/>
          </a:p>
        </p:txBody>
      </p:sp>
      <p:sp>
        <p:nvSpPr>
          <p:cNvPr id="25" name="S10-label117"/>
          <p:cNvSpPr txBox="1"/>
          <p:nvPr/>
        </p:nvSpPr>
        <p:spPr>
          <a:xfrm>
            <a:off x="5105862" y="3444575"/>
            <a:ext cx="557784" cy="285750"/>
          </a:xfrm>
          <a:prstGeom prst="rect">
            <a:avLst/>
          </a:prstGeom>
          <a:noFill/>
          <a:ln/>
        </p:spPr>
        <p:txBody>
          <a:bodyPr wrap="square" lIns="0" tIns="0" rIns="0" bIns="0" rtlCol="0" anchor="ctr"/>
          <a:lstStyle/>
          <a:p>
            <a:pPr eaLnBrk="0" algn="ctr" indent="0" marL="0">
              <a:buNone/>
            </a:pPr>
            <a:r>
              <a:rPr lang="ko-KR" altLang="en-US" sz="1800" b="1" dirty="0">
                <a:solidFill>
                  <a:srgbClr val="1F2937"/>
                </a:solidFill>
                <a:latin typeface="맑은 고딕" pitchFamily="34" charset="0"/>
                <a:ea typeface="맑은 고딕" pitchFamily="34" charset="-122"/>
                <a:cs typeface="맑은 고딕" pitchFamily="34" charset="-120"/>
              </a:rPr>
              <a:t>산소</a:t>
            </a:r>
            <a:endParaRPr lang="ko-KR" sz="1800" dirty="0"/>
          </a:p>
        </p:txBody>
      </p:sp>
      <p:sp>
        <p:nvSpPr>
          <p:cNvPr id="26" name="S10-label119"/>
          <p:cNvSpPr txBox="1"/>
          <p:nvPr/>
        </p:nvSpPr>
        <p:spPr>
          <a:xfrm>
            <a:off x="6384590" y="3444575"/>
            <a:ext cx="1298448" cy="285750"/>
          </a:xfrm>
          <a:prstGeom prst="rect">
            <a:avLst/>
          </a:prstGeom>
          <a:noFill/>
          <a:ln/>
        </p:spPr>
        <p:txBody>
          <a:bodyPr wrap="square" lIns="0" tIns="0" rIns="0" bIns="0" rtlCol="0" anchor="ctr"/>
          <a:lstStyle/>
          <a:p>
            <a:pPr eaLnBrk="0" algn="ctr" indent="0" marL="0">
              <a:buNone/>
            </a:pPr>
            <a:r>
              <a:rPr lang="ko-KR" altLang="en-US" sz="1800" b="1" dirty="0">
                <a:solidFill>
                  <a:srgbClr val="1F2937"/>
                </a:solidFill>
                <a:latin typeface="맑은 고딕" pitchFamily="34" charset="0"/>
                <a:ea typeface="맑은 고딕" pitchFamily="34" charset="-122"/>
                <a:cs typeface="맑은 고딕" pitchFamily="34" charset="-120"/>
              </a:rPr>
              <a:t>이산화 탄소</a:t>
            </a:r>
            <a:endParaRPr lang="ko-KR" sz="1800" dirty="0"/>
          </a:p>
        </p:txBody>
      </p:sp>
      <p:sp>
        <p:nvSpPr>
          <p:cNvPr id="27" name="S10-label121"/>
          <p:cNvSpPr txBox="1"/>
          <p:nvPr/>
        </p:nvSpPr>
        <p:spPr>
          <a:xfrm>
            <a:off x="4409371" y="3945555"/>
            <a:ext cx="781812" cy="285750"/>
          </a:xfrm>
          <a:prstGeom prst="rect">
            <a:avLst/>
          </a:prstGeom>
          <a:noFill/>
          <a:ln/>
        </p:spPr>
        <p:txBody>
          <a:bodyPr wrap="square" lIns="0" tIns="0" rIns="0" bIns="0" rtlCol="0" anchor="ctr"/>
          <a:lstStyle/>
          <a:p>
            <a:pPr eaLnBrk="0" algn="ctr" indent="0" marL="0">
              <a:buNone/>
            </a:pPr>
            <a:r>
              <a:rPr lang="ko-KR" altLang="en-US" sz="1800" b="1" dirty="0">
                <a:solidFill>
                  <a:srgbClr val="1F2937"/>
                </a:solidFill>
                <a:latin typeface="맑은 고딕" pitchFamily="34" charset="0"/>
                <a:ea typeface="맑은 고딕" pitchFamily="34" charset="-122"/>
                <a:cs typeface="맑은 고딕" pitchFamily="34" charset="-120"/>
              </a:rPr>
              <a:t>영양소</a:t>
            </a:r>
            <a:endParaRPr lang="ko-KR" sz="1800" dirty="0"/>
          </a:p>
        </p:txBody>
      </p:sp>
      <p:sp>
        <p:nvSpPr>
          <p:cNvPr id="28" name="S10-label123"/>
          <p:cNvSpPr txBox="1"/>
          <p:nvPr/>
        </p:nvSpPr>
        <p:spPr>
          <a:xfrm>
            <a:off x="6661727" y="3632442"/>
            <a:ext cx="1453896" cy="285750"/>
          </a:xfrm>
          <a:prstGeom prst="rect">
            <a:avLst/>
          </a:prstGeom>
          <a:noFill/>
          <a:ln/>
        </p:spPr>
        <p:txBody>
          <a:bodyPr wrap="square" lIns="0" tIns="0" rIns="0" bIns="0" rtlCol="0" anchor="ctr"/>
          <a:lstStyle/>
          <a:p>
            <a:pPr eaLnBrk="0" algn="ctr" indent="0" marL="0">
              <a:buNone/>
            </a:pPr>
            <a:r>
              <a:rPr lang="ko-KR" altLang="en-US" sz="1800" b="1" dirty="0">
                <a:solidFill>
                  <a:srgbClr val="1F2937"/>
                </a:solidFill>
                <a:latin typeface="맑은 고딕" pitchFamily="34" charset="0"/>
                <a:ea typeface="맑은 고딕" pitchFamily="34" charset="-122"/>
                <a:cs typeface="맑은 고딕" pitchFamily="34" charset="-120"/>
              </a:rPr>
              <a:t>산소·영양소</a:t>
            </a:r>
            <a:endParaRPr lang="ko-KR" sz="1800" dirty="0"/>
          </a:p>
        </p:txBody>
      </p:sp>
      <p:sp>
        <p:nvSpPr>
          <p:cNvPr id="29" name="S10-label125"/>
          <p:cNvSpPr txBox="1"/>
          <p:nvPr/>
        </p:nvSpPr>
        <p:spPr>
          <a:xfrm>
            <a:off x="6291395" y="4676152"/>
            <a:ext cx="2194560" cy="285750"/>
          </a:xfrm>
          <a:prstGeom prst="rect">
            <a:avLst/>
          </a:prstGeom>
          <a:noFill/>
          <a:ln/>
        </p:spPr>
        <p:txBody>
          <a:bodyPr wrap="square" lIns="0" tIns="0" rIns="0" bIns="0" rtlCol="0" anchor="ctr"/>
          <a:lstStyle/>
          <a:p>
            <a:pPr eaLnBrk="0" algn="ctr" indent="0" marL="0">
              <a:buNone/>
            </a:pPr>
            <a:r>
              <a:rPr lang="ko-KR" altLang="en-US" sz="1800" b="1" dirty="0">
                <a:solidFill>
                  <a:srgbClr val="1F2937"/>
                </a:solidFill>
                <a:latin typeface="맑은 고딕" pitchFamily="34" charset="0"/>
                <a:ea typeface="맑은 고딕" pitchFamily="34" charset="-122"/>
                <a:cs typeface="맑은 고딕" pitchFamily="34" charset="-120"/>
              </a:rPr>
              <a:t>이산화 탄소·노폐물</a:t>
            </a:r>
            <a:endParaRPr lang="ko-KR" sz="1800" dirty="0"/>
          </a:p>
        </p:txBody>
      </p:sp>
      <p:sp>
        <p:nvSpPr>
          <p:cNvPr id="30" name="S10-label127"/>
          <p:cNvSpPr txBox="1"/>
          <p:nvPr/>
        </p:nvSpPr>
        <p:spPr>
          <a:xfrm>
            <a:off x="6204550" y="4864019"/>
            <a:ext cx="781812" cy="285750"/>
          </a:xfrm>
          <a:prstGeom prst="rect">
            <a:avLst/>
          </a:prstGeom>
          <a:noFill/>
          <a:ln/>
        </p:spPr>
        <p:txBody>
          <a:bodyPr wrap="square" lIns="0" tIns="0" rIns="0" bIns="0" rtlCol="0" anchor="ctr"/>
          <a:lstStyle/>
          <a:p>
            <a:pPr eaLnBrk="0" algn="ctr" indent="0" marL="0">
              <a:buNone/>
            </a:pPr>
            <a:r>
              <a:rPr lang="ko-KR" altLang="en-US" sz="1800" b="1" dirty="0">
                <a:solidFill>
                  <a:srgbClr val="1F2937"/>
                </a:solidFill>
                <a:latin typeface="맑은 고딕" pitchFamily="34" charset="0"/>
                <a:ea typeface="맑은 고딕" pitchFamily="34" charset="-122"/>
                <a:cs typeface="맑은 고딕" pitchFamily="34" charset="-120"/>
              </a:rPr>
              <a:t>노폐물</a:t>
            </a:r>
            <a:endParaRPr lang="ko-KR" sz="1800" dirty="0"/>
          </a:p>
        </p:txBody>
      </p:sp>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4B5563"/>
                </a:solidFill>
                <a:latin typeface="맑은 고딕"/>
                <a:ea typeface="맑은 고딕"/>
                <a:cs typeface="맑은 고딕"/>
              </a:defRPr>
            </a:lvl1pPr>
          </a:lstStyle>
          <a:p>
            <a:pPr eaLnBrk="0"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eaLnBrk="0" algn="l" indent="0" marL="0">
              <a:buNone/>
            </a:pPr>
            <a:r>
              <a:rPr lang="ko-KR" altLang="en-US" sz="4000" b="1" dirty="0">
                <a:solidFill>
                  <a:srgbClr val="1F2937"/>
                </a:solidFill>
                <a:latin typeface="맑은 고딕" pitchFamily="34" charset="0"/>
                <a:ea typeface="맑은 고딕" pitchFamily="34" charset="-122"/>
                <a:cs typeface="맑은 고딕" pitchFamily="34" charset="-120"/>
              </a:rPr>
              <a:t>어느 기관이 할까요?</a:t>
            </a:r>
            <a:endParaRPr lang="ko-KR" sz="4000" dirty="0"/>
          </a:p>
        </p:txBody>
      </p:sp>
      <p:sp>
        <p:nvSpPr>
          <p:cNvPr id="3" name="S11-text128"/>
          <p:cNvSpPr txBox="1"/>
          <p:nvPr/>
        </p:nvSpPr>
        <p:spPr>
          <a:xfrm>
            <a:off x="548640" y="1325880"/>
            <a:ext cx="11091672" cy="502920"/>
          </a:xfrm>
          <a:prstGeom prst="rect">
            <a:avLst/>
          </a:prstGeom>
          <a:noFill/>
          <a:ln/>
        </p:spPr>
        <p:txBody>
          <a:bodyPr wrap="square" lIns="0" tIns="0" rIns="0" bIns="0" rtlCol="0" anchor="ctr"/>
          <a:lstStyle/>
          <a:p>
            <a:pPr eaLnBrk="0" algn="l" indent="0" marL="0">
              <a:buNone/>
            </a:pPr>
            <a:r>
              <a:rPr lang="ko-KR" altLang="en-US" sz="2800" dirty="0">
                <a:solidFill>
                  <a:srgbClr val="1F2937"/>
                </a:solidFill>
                <a:latin typeface="맑은 고딕" pitchFamily="34" charset="0"/>
                <a:ea typeface="맑은 고딕" pitchFamily="34" charset="-122"/>
                <a:cs typeface="맑은 고딕" pitchFamily="34" charset="-120"/>
              </a:rPr>
              <a:t>모형을 떠올리며 어느 기관이 하는지 말해요.</a:t>
            </a:r>
            <a:endParaRPr lang="ko-KR" sz="2800" dirty="0"/>
          </a:p>
        </p:txBody>
      </p:sp>
      <p:sp>
        <p:nvSpPr>
          <p:cNvPr id="4" name="S11-card129"/>
          <p:cNvSpPr/>
          <p:nvPr/>
        </p:nvSpPr>
        <p:spPr>
          <a:xfrm>
            <a:off x="548640" y="5349240"/>
            <a:ext cx="11091672" cy="868680"/>
          </a:xfrm>
          <a:prstGeom prst="roundRect">
            <a:avLst>
              <a:gd name="adj" fmla="val 12632"/>
            </a:avLst>
          </a:prstGeom>
          <a:solidFill>
            <a:srgbClr val="E6ECF4"/>
          </a:solidFill>
          <a:ln w="12700">
            <a:solidFill>
              <a:srgbClr val="E6ECF4"/>
            </a:solidFill>
            <a:prstDash val="solid"/>
          </a:ln>
        </p:spPr>
      </p:sp>
      <p:sp>
        <p:nvSpPr>
          <p:cNvPr id="5" name="S11-cardtext130"/>
          <p:cNvSpPr txBox="1"/>
          <p:nvPr/>
        </p:nvSpPr>
        <p:spPr>
          <a:xfrm>
            <a:off x="822960" y="5486400"/>
            <a:ext cx="10543032" cy="594360"/>
          </a:xfrm>
          <a:prstGeom prst="rect">
            <a:avLst/>
          </a:prstGeom>
          <a:noFill/>
          <a:ln/>
        </p:spPr>
        <p:txBody>
          <a:bodyPr wrap="square" lIns="0" tIns="0" rIns="0" bIns="0" rtlCol="0" anchor="ctr"/>
          <a:lstStyle/>
          <a:p>
            <a:pPr eaLnBrk="0" indent="0" marL="0">
              <a:spcAft>
                <a:spcPts val="600"/>
              </a:spcAft>
              <a:buNone/>
            </a:pPr>
            <a:r>
              <a:rPr lang="ko-KR" altLang="en-US" sz="2800" dirty="0">
                <a:solidFill>
                  <a:srgbClr val="1F2937"/>
                </a:solidFill>
                <a:latin typeface="맑은 고딕" pitchFamily="34" charset="0"/>
                <a:ea typeface="맑은 고딕" pitchFamily="34" charset="-122"/>
                <a:cs typeface="맑은 고딕" pitchFamily="34" charset="-120"/>
              </a:rPr>
              <a:t>화살표가 어디에서 시작했나요?</a:t>
            </a:r>
            <a:endParaRPr lang="ko-KR" sz="2800" dirty="0"/>
          </a:p>
        </p:txBody>
      </p:sp>
      <p:sp>
        <p:nvSpPr>
          <p:cNvPr id="6" name="S11-chip131"/>
          <p:cNvSpPr txBox="1"/>
          <p:nvPr/>
        </p:nvSpPr>
        <p:spPr>
          <a:xfrm>
            <a:off x="548640" y="2459736"/>
            <a:ext cx="566928" cy="566928"/>
          </a:xfrm>
          <a:prstGeom prst="roundRect">
            <a:avLst>
              <a:gd name="adj" fmla="val 25806"/>
            </a:avLst>
          </a:prstGeom>
          <a:solidFill>
            <a:srgbClr val="264653"/>
          </a:solidFill>
          <a:ln>
            <a:solidFill>
              <a:srgbClr val="264653"/>
            </a:solidFill>
          </a:ln>
        </p:spPr>
        <p:txBody>
          <a:bodyPr wrap="square" lIns="0" tIns="0" rIns="0" bIns="0" rtlCol="0" anchor="ctr"/>
          <a:lstStyle/>
          <a:p>
            <a:pPr eaLnBrk="0" algn="ctr" indent="0" marL="0">
              <a:buNone/>
            </a:pPr>
            <a:r>
              <a:rPr lang="ko-KR" altLang="en-US" sz="2200" b="1" dirty="0">
                <a:solidFill>
                  <a:srgbClr val="FFFFFF"/>
                </a:solidFill>
                <a:latin typeface="맑은 고딕" pitchFamily="34" charset="0"/>
                <a:ea typeface="맑은 고딕" pitchFamily="34" charset="-122"/>
                <a:cs typeface="맑은 고딕" pitchFamily="34" charset="-120"/>
              </a:rPr>
              <a:t>①</a:t>
            </a:r>
            <a:endParaRPr lang="ko-KR" sz="2200" dirty="0"/>
          </a:p>
        </p:txBody>
      </p:sp>
      <p:sp>
        <p:nvSpPr>
          <p:cNvPr id="7" name="S11-text132"/>
          <p:cNvSpPr txBox="1"/>
          <p:nvPr/>
        </p:nvSpPr>
        <p:spPr>
          <a:xfrm>
            <a:off x="1344168" y="2011680"/>
            <a:ext cx="4567428" cy="1463040"/>
          </a:xfrm>
          <a:prstGeom prst="rect">
            <a:avLst/>
          </a:prstGeom>
          <a:noFill/>
          <a:ln/>
        </p:spPr>
        <p:txBody>
          <a:bodyPr wrap="square" lIns="0" tIns="0" rIns="0" bIns="0" rtlCol="0" anchor="ctr"/>
          <a:lstStyle/>
          <a:p>
            <a:pPr eaLnBrk="0" algn="l" indent="0" marL="0">
              <a:buNone/>
            </a:pPr>
            <a:r>
              <a:rPr lang="ko-KR" altLang="en-US" sz="2800" dirty="0">
                <a:solidFill>
                  <a:srgbClr val="1F2937"/>
                </a:solidFill>
                <a:latin typeface="맑은 고딕" pitchFamily="34" charset="0"/>
                <a:ea typeface="맑은 고딕" pitchFamily="34" charset="-122"/>
                <a:cs typeface="맑은 고딕" pitchFamily="34" charset="-120"/>
              </a:rPr>
              <a:t>산소를 받아들여요.</a:t>
            </a:r>
            <a:endParaRPr lang="ko-KR" sz="2800" dirty="0"/>
          </a:p>
        </p:txBody>
      </p:sp>
      <p:sp>
        <p:nvSpPr>
          <p:cNvPr id="8" name="S11-chip133"/>
          <p:cNvSpPr txBox="1"/>
          <p:nvPr/>
        </p:nvSpPr>
        <p:spPr>
          <a:xfrm>
            <a:off x="6277356" y="2459736"/>
            <a:ext cx="566928" cy="566928"/>
          </a:xfrm>
          <a:prstGeom prst="roundRect">
            <a:avLst>
              <a:gd name="adj" fmla="val 25806"/>
            </a:avLst>
          </a:prstGeom>
          <a:solidFill>
            <a:srgbClr val="264653"/>
          </a:solidFill>
          <a:ln>
            <a:solidFill>
              <a:srgbClr val="264653"/>
            </a:solidFill>
          </a:ln>
        </p:spPr>
        <p:txBody>
          <a:bodyPr wrap="square" lIns="0" tIns="0" rIns="0" bIns="0" rtlCol="0" anchor="ctr"/>
          <a:lstStyle/>
          <a:p>
            <a:pPr eaLnBrk="0" algn="ctr" indent="0" marL="0">
              <a:buNone/>
            </a:pPr>
            <a:r>
              <a:rPr lang="ko-KR" altLang="en-US" sz="2200" b="1" dirty="0">
                <a:solidFill>
                  <a:srgbClr val="FFFFFF"/>
                </a:solidFill>
                <a:latin typeface="맑은 고딕" pitchFamily="34" charset="0"/>
                <a:ea typeface="맑은 고딕" pitchFamily="34" charset="-122"/>
                <a:cs typeface="맑은 고딕" pitchFamily="34" charset="-120"/>
              </a:rPr>
              <a:t>②</a:t>
            </a:r>
            <a:endParaRPr lang="ko-KR" sz="2200" dirty="0"/>
          </a:p>
        </p:txBody>
      </p:sp>
      <p:sp>
        <p:nvSpPr>
          <p:cNvPr id="9" name="S11-text134"/>
          <p:cNvSpPr txBox="1"/>
          <p:nvPr/>
        </p:nvSpPr>
        <p:spPr>
          <a:xfrm>
            <a:off x="7072884" y="2011680"/>
            <a:ext cx="4567428" cy="1463040"/>
          </a:xfrm>
          <a:prstGeom prst="rect">
            <a:avLst/>
          </a:prstGeom>
          <a:noFill/>
          <a:ln/>
        </p:spPr>
        <p:txBody>
          <a:bodyPr wrap="square" lIns="0" tIns="0" rIns="0" bIns="0" rtlCol="0" anchor="ctr"/>
          <a:lstStyle/>
          <a:p>
            <a:pPr eaLnBrk="0" algn="l" indent="0" marL="0">
              <a:buNone/>
            </a:pPr>
            <a:r>
              <a:rPr lang="ko-KR" altLang="en-US" sz="2800" dirty="0">
                <a:solidFill>
                  <a:srgbClr val="1F2937"/>
                </a:solidFill>
                <a:latin typeface="맑은 고딕" pitchFamily="34" charset="0"/>
                <a:ea typeface="맑은 고딕" pitchFamily="34" charset="-122"/>
                <a:cs typeface="맑은 고딕" pitchFamily="34" charset="-120"/>
              </a:rPr>
              <a:t>영양소를 흡수해요.</a:t>
            </a:r>
            <a:endParaRPr lang="ko-KR" sz="2800" dirty="0"/>
          </a:p>
        </p:txBody>
      </p:sp>
      <p:sp>
        <p:nvSpPr>
          <p:cNvPr id="10" name="S11-chip135"/>
          <p:cNvSpPr txBox="1"/>
          <p:nvPr/>
        </p:nvSpPr>
        <p:spPr>
          <a:xfrm>
            <a:off x="548640" y="4105656"/>
            <a:ext cx="566928" cy="566928"/>
          </a:xfrm>
          <a:prstGeom prst="roundRect">
            <a:avLst>
              <a:gd name="adj" fmla="val 25806"/>
            </a:avLst>
          </a:prstGeom>
          <a:solidFill>
            <a:srgbClr val="264653"/>
          </a:solidFill>
          <a:ln>
            <a:solidFill>
              <a:srgbClr val="264653"/>
            </a:solidFill>
          </a:ln>
        </p:spPr>
        <p:txBody>
          <a:bodyPr wrap="square" lIns="0" tIns="0" rIns="0" bIns="0" rtlCol="0" anchor="ctr"/>
          <a:lstStyle/>
          <a:p>
            <a:pPr eaLnBrk="0" algn="ctr" indent="0" marL="0">
              <a:buNone/>
            </a:pPr>
            <a:r>
              <a:rPr lang="ko-KR" altLang="en-US" sz="2200" b="1" dirty="0">
                <a:solidFill>
                  <a:srgbClr val="FFFFFF"/>
                </a:solidFill>
                <a:latin typeface="맑은 고딕" pitchFamily="34" charset="0"/>
                <a:ea typeface="맑은 고딕" pitchFamily="34" charset="-122"/>
                <a:cs typeface="맑은 고딕" pitchFamily="34" charset="-120"/>
              </a:rPr>
              <a:t>③</a:t>
            </a:r>
            <a:endParaRPr lang="ko-KR" sz="2200" dirty="0"/>
          </a:p>
        </p:txBody>
      </p:sp>
      <p:sp>
        <p:nvSpPr>
          <p:cNvPr id="11" name="S11-text136"/>
          <p:cNvSpPr txBox="1"/>
          <p:nvPr/>
        </p:nvSpPr>
        <p:spPr>
          <a:xfrm>
            <a:off x="1344168" y="3657600"/>
            <a:ext cx="4567428" cy="1463040"/>
          </a:xfrm>
          <a:prstGeom prst="rect">
            <a:avLst/>
          </a:prstGeom>
          <a:noFill/>
          <a:ln/>
        </p:spPr>
        <p:txBody>
          <a:bodyPr wrap="square" lIns="0" tIns="0" rIns="0" bIns="0" rtlCol="0" anchor="ctr"/>
          <a:lstStyle/>
          <a:p>
            <a:pPr eaLnBrk="0" algn="l" indent="0" marL="0">
              <a:buNone/>
            </a:pPr>
            <a:r>
              <a:rPr lang="ko-KR" altLang="en-US" sz="2800" dirty="0">
                <a:solidFill>
                  <a:srgbClr val="1F2937"/>
                </a:solidFill>
                <a:latin typeface="맑은 고딕" pitchFamily="34" charset="0"/>
                <a:ea typeface="맑은 고딕" pitchFamily="34" charset="-122"/>
                <a:cs typeface="맑은 고딕" pitchFamily="34" charset="-120"/>
              </a:rPr>
              <a:t>산소와 영양소를</a:t>
            </a:r>
            <a:endParaRPr lang="ko-KR" sz="2800" dirty="0"/>
          </a:p>
          <a:p>
            <a:pPr eaLnBrk="0" algn="l" indent="0" marL="0">
              <a:buNone/>
            </a:pPr>
            <a:r>
              <a:rPr lang="ko-KR" altLang="en-US" sz="2800" dirty="0">
                <a:solidFill>
                  <a:srgbClr val="1F2937"/>
                </a:solidFill>
                <a:latin typeface="맑은 고딕" pitchFamily="34" charset="0"/>
                <a:ea typeface="맑은 고딕" pitchFamily="34" charset="-122"/>
                <a:cs typeface="맑은 고딕" pitchFamily="34" charset="-120"/>
              </a:rPr>
              <a:t>근육으로 날라요.</a:t>
            </a:r>
            <a:endParaRPr lang="ko-KR" sz="2800" dirty="0"/>
          </a:p>
        </p:txBody>
      </p:sp>
      <p:sp>
        <p:nvSpPr>
          <p:cNvPr id="12" name="S11-chip137"/>
          <p:cNvSpPr txBox="1"/>
          <p:nvPr/>
        </p:nvSpPr>
        <p:spPr>
          <a:xfrm>
            <a:off x="6277356" y="4105656"/>
            <a:ext cx="566928" cy="566928"/>
          </a:xfrm>
          <a:prstGeom prst="roundRect">
            <a:avLst>
              <a:gd name="adj" fmla="val 25806"/>
            </a:avLst>
          </a:prstGeom>
          <a:solidFill>
            <a:srgbClr val="264653"/>
          </a:solidFill>
          <a:ln>
            <a:solidFill>
              <a:srgbClr val="264653"/>
            </a:solidFill>
          </a:ln>
        </p:spPr>
        <p:txBody>
          <a:bodyPr wrap="square" lIns="0" tIns="0" rIns="0" bIns="0" rtlCol="0" anchor="ctr"/>
          <a:lstStyle/>
          <a:p>
            <a:pPr eaLnBrk="0" algn="ctr" indent="0" marL="0">
              <a:buNone/>
            </a:pPr>
            <a:r>
              <a:rPr lang="ko-KR" altLang="en-US" sz="2200" b="1" dirty="0">
                <a:solidFill>
                  <a:srgbClr val="FFFFFF"/>
                </a:solidFill>
                <a:latin typeface="맑은 고딕" pitchFamily="34" charset="0"/>
                <a:ea typeface="맑은 고딕" pitchFamily="34" charset="-122"/>
                <a:cs typeface="맑은 고딕" pitchFamily="34" charset="-120"/>
              </a:rPr>
              <a:t>④</a:t>
            </a:r>
            <a:endParaRPr lang="ko-KR" sz="2200" dirty="0"/>
          </a:p>
        </p:txBody>
      </p:sp>
      <p:sp>
        <p:nvSpPr>
          <p:cNvPr id="13" name="S11-text138"/>
          <p:cNvSpPr txBox="1"/>
          <p:nvPr/>
        </p:nvSpPr>
        <p:spPr>
          <a:xfrm>
            <a:off x="7072884" y="3657600"/>
            <a:ext cx="4567428" cy="1463040"/>
          </a:xfrm>
          <a:prstGeom prst="rect">
            <a:avLst/>
          </a:prstGeom>
          <a:noFill/>
          <a:ln/>
        </p:spPr>
        <p:txBody>
          <a:bodyPr wrap="square" lIns="0" tIns="0" rIns="0" bIns="0" rtlCol="0" anchor="ctr"/>
          <a:lstStyle/>
          <a:p>
            <a:pPr eaLnBrk="0" algn="l" indent="0" marL="0">
              <a:buNone/>
            </a:pPr>
            <a:r>
              <a:rPr lang="ko-KR" altLang="en-US" sz="2800" dirty="0">
                <a:solidFill>
                  <a:srgbClr val="1F2937"/>
                </a:solidFill>
                <a:latin typeface="맑은 고딕" pitchFamily="34" charset="0"/>
                <a:ea typeface="맑은 고딕" pitchFamily="34" charset="-122"/>
                <a:cs typeface="맑은 고딕" pitchFamily="34" charset="-120"/>
              </a:rPr>
              <a:t>노폐물을 걸러</a:t>
            </a:r>
            <a:endParaRPr lang="ko-KR" sz="2800" dirty="0"/>
          </a:p>
          <a:p>
            <a:pPr eaLnBrk="0" algn="l" indent="0" marL="0">
              <a:buNone/>
            </a:pPr>
            <a:r>
              <a:rPr lang="ko-KR" altLang="en-US" sz="2800" dirty="0">
                <a:solidFill>
                  <a:srgbClr val="1F2937"/>
                </a:solidFill>
                <a:latin typeface="맑은 고딕" pitchFamily="34" charset="0"/>
                <a:ea typeface="맑은 고딕" pitchFamily="34" charset="-122"/>
                <a:cs typeface="맑은 고딕" pitchFamily="34" charset="-120"/>
              </a:rPr>
              <a:t>내보내요.</a:t>
            </a:r>
            <a:endParaRPr lang="ko-KR" sz="2800" dirty="0"/>
          </a:p>
        </p:txBody>
      </p:sp>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4B5563"/>
                </a:solidFill>
                <a:latin typeface="맑은 고딕"/>
                <a:ea typeface="맑은 고딕"/>
                <a:cs typeface="맑은 고딕"/>
              </a:defRPr>
            </a:lvl1pPr>
          </a:lstStyle>
          <a:p>
            <a:pPr eaLnBrk="0"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eaLnBrk="0" algn="l" indent="0" marL="0">
              <a:buNone/>
            </a:pPr>
            <a:r>
              <a:rPr lang="ko-KR" altLang="en-US" sz="4000" b="1" dirty="0">
                <a:solidFill>
                  <a:srgbClr val="1F2937"/>
                </a:solidFill>
                <a:latin typeface="맑은 고딕" pitchFamily="34" charset="0"/>
                <a:ea typeface="맑은 고딕" pitchFamily="34" charset="-122"/>
                <a:cs typeface="맑은 고딕" pitchFamily="34" charset="-120"/>
              </a:rPr>
              <a:t>혼자 해 보기</a:t>
            </a:r>
            <a:endParaRPr lang="ko-KR" sz="4000" dirty="0"/>
          </a:p>
        </p:txBody>
      </p:sp>
      <p:sp>
        <p:nvSpPr>
          <p:cNvPr id="3" name="S12-chip139"/>
          <p:cNvSpPr txBox="1"/>
          <p:nvPr/>
        </p:nvSpPr>
        <p:spPr>
          <a:xfrm>
            <a:off x="548640" y="1773936"/>
            <a:ext cx="566928" cy="566928"/>
          </a:xfrm>
          <a:prstGeom prst="roundRect">
            <a:avLst>
              <a:gd name="adj" fmla="val 25806"/>
            </a:avLst>
          </a:prstGeom>
          <a:solidFill>
            <a:srgbClr val="264653"/>
          </a:solidFill>
          <a:ln>
            <a:solidFill>
              <a:srgbClr val="264653"/>
            </a:solidFill>
          </a:ln>
        </p:spPr>
        <p:txBody>
          <a:bodyPr wrap="square" lIns="0" tIns="0" rIns="0" bIns="0" rtlCol="0" anchor="ctr"/>
          <a:lstStyle/>
          <a:p>
            <a:pPr eaLnBrk="0" algn="ctr" indent="0" marL="0">
              <a:buNone/>
            </a:pPr>
            <a:r>
              <a:rPr lang="ko-KR" altLang="en-US" sz="2200" b="1" dirty="0">
                <a:solidFill>
                  <a:srgbClr val="FFFFFF"/>
                </a:solidFill>
                <a:latin typeface="맑은 고딕" pitchFamily="34" charset="0"/>
                <a:ea typeface="맑은 고딕" pitchFamily="34" charset="-122"/>
                <a:cs typeface="맑은 고딕" pitchFamily="34" charset="-120"/>
              </a:rPr>
              <a:t>①</a:t>
            </a:r>
            <a:endParaRPr lang="ko-KR" sz="2200" dirty="0"/>
          </a:p>
        </p:txBody>
      </p:sp>
      <p:sp>
        <p:nvSpPr>
          <p:cNvPr id="4" name="S12-text140"/>
          <p:cNvSpPr txBox="1"/>
          <p:nvPr/>
        </p:nvSpPr>
        <p:spPr>
          <a:xfrm>
            <a:off x="1344168" y="1325880"/>
            <a:ext cx="4567428" cy="1463040"/>
          </a:xfrm>
          <a:prstGeom prst="rect">
            <a:avLst/>
          </a:prstGeom>
          <a:noFill/>
          <a:ln/>
        </p:spPr>
        <p:txBody>
          <a:bodyPr wrap="square" lIns="0" tIns="0" rIns="0" bIns="0" rtlCol="0" anchor="ctr"/>
          <a:lstStyle/>
          <a:p>
            <a:pPr eaLnBrk="0" algn="l" indent="0" marL="0">
              <a:buNone/>
            </a:pPr>
            <a:r>
              <a:rPr lang="ko-KR" altLang="en-US" sz="2800" dirty="0">
                <a:solidFill>
                  <a:srgbClr val="1F2937"/>
                </a:solidFill>
                <a:latin typeface="맑은 고딕" pitchFamily="34" charset="0"/>
                <a:ea typeface="맑은 고딕" pitchFamily="34" charset="-122"/>
                <a:cs typeface="맑은 고딕" pitchFamily="34" charset="-120"/>
              </a:rPr>
              <a:t>15초 동안 맥박이 27번이면</a:t>
            </a:r>
            <a:endParaRPr lang="ko-KR" sz="2800" dirty="0"/>
          </a:p>
          <a:p>
            <a:pPr eaLnBrk="0" algn="l" indent="0" marL="0">
              <a:buNone/>
            </a:pPr>
            <a:r>
              <a:rPr lang="ko-KR" altLang="en-US" sz="2800" dirty="0">
                <a:solidFill>
                  <a:srgbClr val="1F2937"/>
                </a:solidFill>
                <a:latin typeface="맑은 고딕" pitchFamily="34" charset="0"/>
                <a:ea typeface="맑은 고딕" pitchFamily="34" charset="-122"/>
                <a:cs typeface="맑은 고딕" pitchFamily="34" charset="-120"/>
              </a:rPr>
              <a:t>1분 동안은 몇 번일까요?</a:t>
            </a:r>
            <a:endParaRPr lang="ko-KR" sz="2800" dirty="0"/>
          </a:p>
        </p:txBody>
      </p:sp>
      <p:sp>
        <p:nvSpPr>
          <p:cNvPr id="5" name="S12-chip141"/>
          <p:cNvSpPr txBox="1"/>
          <p:nvPr/>
        </p:nvSpPr>
        <p:spPr>
          <a:xfrm>
            <a:off x="6277356" y="1773936"/>
            <a:ext cx="566928" cy="566928"/>
          </a:xfrm>
          <a:prstGeom prst="roundRect">
            <a:avLst>
              <a:gd name="adj" fmla="val 25806"/>
            </a:avLst>
          </a:prstGeom>
          <a:solidFill>
            <a:srgbClr val="264653"/>
          </a:solidFill>
          <a:ln>
            <a:solidFill>
              <a:srgbClr val="264653"/>
            </a:solidFill>
          </a:ln>
        </p:spPr>
        <p:txBody>
          <a:bodyPr wrap="square" lIns="0" tIns="0" rIns="0" bIns="0" rtlCol="0" anchor="ctr"/>
          <a:lstStyle/>
          <a:p>
            <a:pPr eaLnBrk="0" algn="ctr" indent="0" marL="0">
              <a:buNone/>
            </a:pPr>
            <a:r>
              <a:rPr lang="ko-KR" altLang="en-US" sz="2200" b="1" dirty="0">
                <a:solidFill>
                  <a:srgbClr val="FFFFFF"/>
                </a:solidFill>
                <a:latin typeface="맑은 고딕" pitchFamily="34" charset="0"/>
                <a:ea typeface="맑은 고딕" pitchFamily="34" charset="-122"/>
                <a:cs typeface="맑은 고딕" pitchFamily="34" charset="-120"/>
              </a:rPr>
              <a:t>②</a:t>
            </a:r>
            <a:endParaRPr lang="ko-KR" sz="2200" dirty="0"/>
          </a:p>
        </p:txBody>
      </p:sp>
      <p:sp>
        <p:nvSpPr>
          <p:cNvPr id="6" name="S12-text142"/>
          <p:cNvSpPr txBox="1"/>
          <p:nvPr/>
        </p:nvSpPr>
        <p:spPr>
          <a:xfrm>
            <a:off x="7072884" y="1325880"/>
            <a:ext cx="4567428" cy="1463040"/>
          </a:xfrm>
          <a:prstGeom prst="rect">
            <a:avLst/>
          </a:prstGeom>
          <a:noFill/>
          <a:ln/>
        </p:spPr>
        <p:txBody>
          <a:bodyPr wrap="square" lIns="0" tIns="0" rIns="0" bIns="0" rtlCol="0" anchor="ctr"/>
          <a:lstStyle/>
          <a:p>
            <a:pPr eaLnBrk="0" algn="l" indent="0" marL="0">
              <a:buNone/>
            </a:pPr>
            <a:r>
              <a:rPr lang="ko-KR" altLang="en-US" sz="2800" dirty="0">
                <a:solidFill>
                  <a:srgbClr val="1F2937"/>
                </a:solidFill>
                <a:latin typeface="맑은 고딕" pitchFamily="34" charset="0"/>
                <a:ea typeface="맑은 고딕" pitchFamily="34" charset="-122"/>
                <a:cs typeface="맑은 고딕" pitchFamily="34" charset="-120"/>
              </a:rPr>
              <a:t>운동하면 숨이</a:t>
            </a:r>
            <a:endParaRPr lang="ko-KR" sz="2800" dirty="0"/>
          </a:p>
          <a:p>
            <a:pPr eaLnBrk="0" algn="l" indent="0" marL="0">
              <a:buNone/>
            </a:pPr>
            <a:r>
              <a:rPr lang="ko-KR" altLang="en-US" sz="2800" dirty="0">
                <a:solidFill>
                  <a:srgbClr val="1F2937"/>
                </a:solidFill>
                <a:latin typeface="맑은 고딕" pitchFamily="34" charset="0"/>
                <a:ea typeface="맑은 고딕" pitchFamily="34" charset="-122"/>
                <a:cs typeface="맑은 고딕" pitchFamily="34" charset="-120"/>
              </a:rPr>
              <a:t>빨라지는 까닭은?</a:t>
            </a:r>
            <a:endParaRPr lang="ko-KR" sz="2800" dirty="0"/>
          </a:p>
        </p:txBody>
      </p:sp>
      <p:sp>
        <p:nvSpPr>
          <p:cNvPr id="7" name="S12-chip143"/>
          <p:cNvSpPr txBox="1"/>
          <p:nvPr/>
        </p:nvSpPr>
        <p:spPr>
          <a:xfrm>
            <a:off x="548640" y="4311396"/>
            <a:ext cx="566928" cy="566928"/>
          </a:xfrm>
          <a:prstGeom prst="roundRect">
            <a:avLst>
              <a:gd name="adj" fmla="val 25806"/>
            </a:avLst>
          </a:prstGeom>
          <a:solidFill>
            <a:srgbClr val="264653"/>
          </a:solidFill>
          <a:ln>
            <a:solidFill>
              <a:srgbClr val="264653"/>
            </a:solidFill>
          </a:ln>
        </p:spPr>
        <p:txBody>
          <a:bodyPr wrap="square" lIns="0" tIns="0" rIns="0" bIns="0" rtlCol="0" anchor="ctr"/>
          <a:lstStyle/>
          <a:p>
            <a:pPr eaLnBrk="0" algn="ctr" indent="0" marL="0">
              <a:buNone/>
            </a:pPr>
            <a:r>
              <a:rPr lang="ko-KR" altLang="en-US" sz="2200" b="1" dirty="0">
                <a:solidFill>
                  <a:srgbClr val="FFFFFF"/>
                </a:solidFill>
                <a:latin typeface="맑은 고딕" pitchFamily="34" charset="0"/>
                <a:ea typeface="맑은 고딕" pitchFamily="34" charset="-122"/>
                <a:cs typeface="맑은 고딕" pitchFamily="34" charset="-120"/>
              </a:rPr>
              <a:t>③</a:t>
            </a:r>
            <a:endParaRPr lang="ko-KR" sz="2200" dirty="0"/>
          </a:p>
        </p:txBody>
      </p:sp>
      <p:sp>
        <p:nvSpPr>
          <p:cNvPr id="8" name="S12-text144"/>
          <p:cNvSpPr txBox="1"/>
          <p:nvPr/>
        </p:nvSpPr>
        <p:spPr>
          <a:xfrm>
            <a:off x="1344168" y="3863340"/>
            <a:ext cx="4567428" cy="1463040"/>
          </a:xfrm>
          <a:prstGeom prst="rect">
            <a:avLst/>
          </a:prstGeom>
          <a:noFill/>
          <a:ln/>
        </p:spPr>
        <p:txBody>
          <a:bodyPr wrap="square" lIns="0" tIns="0" rIns="0" bIns="0" rtlCol="0" anchor="ctr"/>
          <a:lstStyle/>
          <a:p>
            <a:pPr eaLnBrk="0" algn="l" indent="0" marL="0">
              <a:buNone/>
            </a:pPr>
            <a:r>
              <a:rPr lang="ko-KR" altLang="en-US" sz="2800" dirty="0">
                <a:solidFill>
                  <a:srgbClr val="1F2937"/>
                </a:solidFill>
                <a:latin typeface="맑은 고딕" pitchFamily="34" charset="0"/>
                <a:ea typeface="맑은 고딕" pitchFamily="34" charset="-122"/>
                <a:cs typeface="맑은 고딕" pitchFamily="34" charset="-120"/>
              </a:rPr>
              <a:t>운동하면 맥박이</a:t>
            </a:r>
            <a:endParaRPr lang="ko-KR" sz="2800" dirty="0"/>
          </a:p>
          <a:p>
            <a:pPr eaLnBrk="0" algn="l" indent="0" marL="0">
              <a:buNone/>
            </a:pPr>
            <a:r>
              <a:rPr lang="ko-KR" altLang="en-US" sz="2800" dirty="0">
                <a:solidFill>
                  <a:srgbClr val="1F2937"/>
                </a:solidFill>
                <a:latin typeface="맑은 고딕" pitchFamily="34" charset="0"/>
                <a:ea typeface="맑은 고딕" pitchFamily="34" charset="-122"/>
                <a:cs typeface="맑은 고딕" pitchFamily="34" charset="-120"/>
              </a:rPr>
              <a:t>빨라지는 까닭은?</a:t>
            </a:r>
            <a:endParaRPr lang="ko-KR" sz="2800" dirty="0"/>
          </a:p>
        </p:txBody>
      </p:sp>
      <p:sp>
        <p:nvSpPr>
          <p:cNvPr id="9" name="S12-chip145"/>
          <p:cNvSpPr txBox="1"/>
          <p:nvPr/>
        </p:nvSpPr>
        <p:spPr>
          <a:xfrm>
            <a:off x="6277356" y="4311396"/>
            <a:ext cx="566928" cy="566928"/>
          </a:xfrm>
          <a:prstGeom prst="roundRect">
            <a:avLst>
              <a:gd name="adj" fmla="val 25806"/>
            </a:avLst>
          </a:prstGeom>
          <a:solidFill>
            <a:srgbClr val="264653"/>
          </a:solidFill>
          <a:ln>
            <a:solidFill>
              <a:srgbClr val="264653"/>
            </a:solidFill>
          </a:ln>
        </p:spPr>
        <p:txBody>
          <a:bodyPr wrap="square" lIns="0" tIns="0" rIns="0" bIns="0" rtlCol="0" anchor="ctr"/>
          <a:lstStyle/>
          <a:p>
            <a:pPr eaLnBrk="0" algn="ctr" indent="0" marL="0">
              <a:buNone/>
            </a:pPr>
            <a:r>
              <a:rPr lang="ko-KR" altLang="en-US" sz="2200" b="1" dirty="0">
                <a:solidFill>
                  <a:srgbClr val="FFFFFF"/>
                </a:solidFill>
                <a:latin typeface="맑은 고딕" pitchFamily="34" charset="0"/>
                <a:ea typeface="맑은 고딕" pitchFamily="34" charset="-122"/>
                <a:cs typeface="맑은 고딕" pitchFamily="34" charset="-120"/>
              </a:rPr>
              <a:t>④</a:t>
            </a:r>
            <a:endParaRPr lang="ko-KR" sz="2200" dirty="0"/>
          </a:p>
        </p:txBody>
      </p:sp>
      <p:sp>
        <p:nvSpPr>
          <p:cNvPr id="10" name="S12-text146"/>
          <p:cNvSpPr txBox="1"/>
          <p:nvPr/>
        </p:nvSpPr>
        <p:spPr>
          <a:xfrm>
            <a:off x="7072884" y="3863340"/>
            <a:ext cx="4567428" cy="1463040"/>
          </a:xfrm>
          <a:prstGeom prst="rect">
            <a:avLst/>
          </a:prstGeom>
          <a:noFill/>
          <a:ln/>
        </p:spPr>
        <p:txBody>
          <a:bodyPr wrap="square" lIns="0" tIns="0" rIns="0" bIns="0" rtlCol="0" anchor="ctr"/>
          <a:lstStyle/>
          <a:p>
            <a:pPr eaLnBrk="0" algn="l" indent="0" marL="0">
              <a:buNone/>
            </a:pPr>
            <a:r>
              <a:rPr lang="ko-KR" altLang="en-US" sz="2800" dirty="0">
                <a:solidFill>
                  <a:srgbClr val="1F2937"/>
                </a:solidFill>
                <a:latin typeface="맑은 고딕" pitchFamily="34" charset="0"/>
                <a:ea typeface="맑은 고딕" pitchFamily="34" charset="-122"/>
                <a:cs typeface="맑은 고딕" pitchFamily="34" charset="-120"/>
              </a:rPr>
              <a:t>영양소를 근육까지</a:t>
            </a:r>
            <a:endParaRPr lang="ko-KR" sz="2800" dirty="0"/>
          </a:p>
          <a:p>
            <a:pPr eaLnBrk="0" algn="l" indent="0" marL="0">
              <a:buNone/>
            </a:pPr>
            <a:r>
              <a:rPr lang="ko-KR" altLang="en-US" sz="2800" dirty="0">
                <a:solidFill>
                  <a:srgbClr val="1F2937"/>
                </a:solidFill>
                <a:latin typeface="맑은 고딕" pitchFamily="34" charset="0"/>
                <a:ea typeface="맑은 고딕" pitchFamily="34" charset="-122"/>
                <a:cs typeface="맑은 고딕" pitchFamily="34" charset="-120"/>
              </a:rPr>
              <a:t>나르는 두 기관은?</a:t>
            </a:r>
            <a:endParaRPr lang="ko-KR" sz="2800" dirty="0"/>
          </a:p>
        </p:txBody>
      </p:sp>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4B5563"/>
                </a:solidFill>
                <a:latin typeface="맑은 고딕"/>
                <a:ea typeface="맑은 고딕"/>
                <a:cs typeface="맑은 고딕"/>
              </a:defRPr>
            </a:lvl1pPr>
          </a:lstStyle>
          <a:p>
            <a:pPr eaLnBrk="0"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eaLnBrk="0" algn="l" indent="0" marL="0">
              <a:buNone/>
            </a:pPr>
            <a:r>
              <a:rPr lang="ko-KR" altLang="en-US" sz="4000" b="1" dirty="0">
                <a:solidFill>
                  <a:srgbClr val="1F2937"/>
                </a:solidFill>
                <a:latin typeface="맑은 고딕" pitchFamily="34" charset="0"/>
                <a:ea typeface="맑은 고딕" pitchFamily="34" charset="-122"/>
                <a:cs typeface="맑은 고딕" pitchFamily="34" charset="-120"/>
              </a:rPr>
              <a:t>혼자 해 보기 정답</a:t>
            </a:r>
            <a:endParaRPr lang="ko-KR" sz="4000" dirty="0"/>
          </a:p>
        </p:txBody>
      </p:sp>
      <p:sp>
        <p:nvSpPr>
          <p:cNvPr id="3" name="S13-card147"/>
          <p:cNvSpPr/>
          <p:nvPr/>
        </p:nvSpPr>
        <p:spPr>
          <a:xfrm>
            <a:off x="548640" y="5349240"/>
            <a:ext cx="11091672" cy="868680"/>
          </a:xfrm>
          <a:prstGeom prst="roundRect">
            <a:avLst>
              <a:gd name="adj" fmla="val 12632"/>
            </a:avLst>
          </a:prstGeom>
          <a:solidFill>
            <a:srgbClr val="EAF3F1"/>
          </a:solidFill>
          <a:ln w="12700">
            <a:solidFill>
              <a:srgbClr val="EAF3F1"/>
            </a:solidFill>
            <a:prstDash val="solid"/>
          </a:ln>
        </p:spPr>
      </p:sp>
      <p:sp>
        <p:nvSpPr>
          <p:cNvPr id="4" name="S13-cardtext148"/>
          <p:cNvSpPr txBox="1"/>
          <p:nvPr/>
        </p:nvSpPr>
        <p:spPr>
          <a:xfrm>
            <a:off x="822960" y="5486400"/>
            <a:ext cx="10543032" cy="594360"/>
          </a:xfrm>
          <a:prstGeom prst="rect">
            <a:avLst/>
          </a:prstGeom>
          <a:noFill/>
          <a:ln/>
        </p:spPr>
        <p:txBody>
          <a:bodyPr wrap="square" lIns="0" tIns="0" rIns="0" bIns="0" rtlCol="0" anchor="ctr"/>
          <a:lstStyle/>
          <a:p>
            <a:pPr eaLnBrk="0" indent="0" marL="0">
              <a:spcAft>
                <a:spcPts val="600"/>
              </a:spcAft>
              <a:buNone/>
            </a:pPr>
            <a:r>
              <a:rPr lang="ko-KR" altLang="en-US" sz="2800" dirty="0">
                <a:solidFill>
                  <a:srgbClr val="1F2937"/>
                </a:solidFill>
                <a:latin typeface="맑은 고딕" pitchFamily="34" charset="0"/>
                <a:ea typeface="맑은 고딕" pitchFamily="34" charset="-122"/>
                <a:cs typeface="맑은 고딕" pitchFamily="34" charset="-120"/>
              </a:rPr>
              <a:t>15초 동안 센 것은 4를 곱해요.</a:t>
            </a:r>
            <a:endParaRPr lang="ko-KR" sz="2800" dirty="0"/>
          </a:p>
        </p:txBody>
      </p:sp>
      <p:sp>
        <p:nvSpPr>
          <p:cNvPr id="5" name="S13-chip149"/>
          <p:cNvSpPr txBox="1"/>
          <p:nvPr/>
        </p:nvSpPr>
        <p:spPr>
          <a:xfrm>
            <a:off x="548640" y="1325880"/>
            <a:ext cx="5362956" cy="548640"/>
          </a:xfrm>
          <a:prstGeom prst="roundRect">
            <a:avLst>
              <a:gd name="adj" fmla="val 26667"/>
            </a:avLst>
          </a:prstGeom>
          <a:solidFill>
            <a:srgbClr val="E3F4F1"/>
          </a:solidFill>
          <a:ln>
            <a:solidFill>
              <a:srgbClr val="E3F4F1"/>
            </a:solidFill>
          </a:ln>
        </p:spPr>
        <p:txBody>
          <a:bodyPr wrap="square" lIns="177800" tIns="0" rIns="177800" bIns="0" rtlCol="0" anchor="ctr"/>
          <a:lstStyle/>
          <a:p>
            <a:pPr eaLnBrk="0" algn="l" indent="0" marL="0">
              <a:buNone/>
            </a:pPr>
            <a:r>
              <a:rPr lang="ko-KR" altLang="en-US" sz="2200" b="1" dirty="0">
                <a:solidFill>
                  <a:srgbClr val="1F2937"/>
                </a:solidFill>
                <a:latin typeface="맑은 고딕" pitchFamily="34" charset="0"/>
                <a:ea typeface="맑은 고딕" pitchFamily="34" charset="-122"/>
                <a:cs typeface="맑은 고딕" pitchFamily="34" charset="-120"/>
              </a:rPr>
              <a:t>○ 정답</a:t>
            </a:r>
            <a:endParaRPr lang="ko-KR" sz="2200" dirty="0"/>
          </a:p>
        </p:txBody>
      </p:sp>
      <p:sp>
        <p:nvSpPr>
          <p:cNvPr id="6" name="S13-eqtext150"/>
          <p:cNvSpPr txBox="1"/>
          <p:nvPr/>
        </p:nvSpPr>
        <p:spPr>
          <a:xfrm>
            <a:off x="548640" y="2057400"/>
            <a:ext cx="2681478" cy="662940"/>
          </a:xfrm>
          <a:prstGeom prst="rect">
            <a:avLst/>
          </a:prstGeom>
          <a:noFill/>
          <a:ln/>
        </p:spPr>
        <p:txBody>
          <a:bodyPr wrap="square" lIns="0" tIns="0" rIns="0" bIns="0" rtlCol="0" anchor="ctr"/>
          <a:lstStyle/>
          <a:p>
            <a:pPr eaLnBrk="0" algn="l" indent="0" marL="0">
              <a:buNone/>
            </a:pPr>
            <a:r>
              <a:rPr lang="ko-KR" altLang="en-US" sz="2600" b="1" dirty="0">
                <a:solidFill>
                  <a:srgbClr val="1F2937"/>
                </a:solidFill>
                <a:latin typeface="맑은 고딕" pitchFamily="34" charset="0"/>
                <a:ea typeface="맑은 고딕" pitchFamily="34" charset="-122"/>
                <a:cs typeface="맑은 고딕" pitchFamily="34" charset="-120"/>
              </a:rPr>
              <a:t>27 × 4 = 108</a:t>
            </a:r>
            <a:endParaRPr lang="ko-KR" sz="2600" dirty="0"/>
          </a:p>
        </p:txBody>
      </p:sp>
      <p:sp>
        <p:nvSpPr>
          <p:cNvPr id="7" name="S13-text151"/>
          <p:cNvSpPr txBox="1"/>
          <p:nvPr/>
        </p:nvSpPr>
        <p:spPr>
          <a:xfrm>
            <a:off x="3367278" y="2057400"/>
            <a:ext cx="2544318" cy="662940"/>
          </a:xfrm>
          <a:prstGeom prst="rect">
            <a:avLst/>
          </a:prstGeom>
          <a:noFill/>
          <a:ln/>
        </p:spPr>
        <p:txBody>
          <a:bodyPr wrap="square" lIns="0" tIns="0" rIns="0" bIns="0" rtlCol="0" anchor="ctr"/>
          <a:lstStyle/>
          <a:p>
            <a:pPr eaLnBrk="0" algn="l" indent="0" marL="0">
              <a:buNone/>
            </a:pPr>
            <a:r>
              <a:rPr lang="ko-KR" altLang="en-US" sz="2200" dirty="0">
                <a:solidFill>
                  <a:srgbClr val="1F2937"/>
                </a:solidFill>
                <a:latin typeface="맑은 고딕" pitchFamily="34" charset="0"/>
                <a:ea typeface="맑은 고딕" pitchFamily="34" charset="-122"/>
                <a:cs typeface="맑은 고딕" pitchFamily="34" charset="-120"/>
              </a:rPr>
              <a:t>① 15초 × 4</a:t>
            </a:r>
            <a:endParaRPr lang="ko-KR" sz="2200" dirty="0"/>
          </a:p>
        </p:txBody>
      </p:sp>
      <p:sp>
        <p:nvSpPr>
          <p:cNvPr id="8" name="S13-text152"/>
          <p:cNvSpPr txBox="1"/>
          <p:nvPr/>
        </p:nvSpPr>
        <p:spPr>
          <a:xfrm>
            <a:off x="548640" y="2857500"/>
            <a:ext cx="2681478" cy="662940"/>
          </a:xfrm>
          <a:prstGeom prst="rect">
            <a:avLst/>
          </a:prstGeom>
          <a:noFill/>
          <a:ln/>
        </p:spPr>
        <p:txBody>
          <a:bodyPr wrap="square" lIns="0" tIns="0" rIns="0" bIns="0" rtlCol="0" anchor="ctr"/>
          <a:lstStyle/>
          <a:p>
            <a:pPr eaLnBrk="0" algn="l" indent="0" marL="0">
              <a:buNone/>
            </a:pPr>
            <a:r>
              <a:rPr lang="ko-KR" altLang="en-US" sz="2800" dirty="0">
                <a:solidFill>
                  <a:srgbClr val="1F2937"/>
                </a:solidFill>
                <a:latin typeface="맑은 고딕" pitchFamily="34" charset="0"/>
                <a:ea typeface="맑은 고딕" pitchFamily="34" charset="-122"/>
                <a:cs typeface="맑은 고딕" pitchFamily="34" charset="-120"/>
              </a:rPr>
              <a:t>② 산소를 더</a:t>
            </a:r>
            <a:endParaRPr lang="ko-KR" sz="2800" dirty="0"/>
          </a:p>
        </p:txBody>
      </p:sp>
      <p:sp>
        <p:nvSpPr>
          <p:cNvPr id="9" name="S13-text153"/>
          <p:cNvSpPr txBox="1"/>
          <p:nvPr/>
        </p:nvSpPr>
        <p:spPr>
          <a:xfrm>
            <a:off x="3367278" y="2857500"/>
            <a:ext cx="2544318" cy="662940"/>
          </a:xfrm>
          <a:prstGeom prst="rect">
            <a:avLst/>
          </a:prstGeom>
          <a:noFill/>
          <a:ln/>
        </p:spPr>
        <p:txBody>
          <a:bodyPr wrap="square" lIns="0" tIns="0" rIns="0" bIns="0" rtlCol="0" anchor="ctr"/>
          <a:lstStyle/>
          <a:p>
            <a:pPr eaLnBrk="0" algn="l" indent="0" marL="0">
              <a:buNone/>
            </a:pPr>
            <a:r>
              <a:rPr lang="ko-KR" altLang="en-US" sz="2200" dirty="0">
                <a:solidFill>
                  <a:srgbClr val="1F2937"/>
                </a:solidFill>
                <a:latin typeface="맑은 고딕" pitchFamily="34" charset="0"/>
                <a:ea typeface="맑은 고딕" pitchFamily="34" charset="-122"/>
                <a:cs typeface="맑은 고딕" pitchFamily="34" charset="-120"/>
              </a:rPr>
              <a:t>근육이 많이 씀</a:t>
            </a:r>
            <a:endParaRPr lang="ko-KR" sz="2200" dirty="0"/>
          </a:p>
        </p:txBody>
      </p:sp>
      <p:sp>
        <p:nvSpPr>
          <p:cNvPr id="10" name="S13-text154"/>
          <p:cNvSpPr txBox="1"/>
          <p:nvPr/>
        </p:nvSpPr>
        <p:spPr>
          <a:xfrm>
            <a:off x="548640" y="3657600"/>
            <a:ext cx="2681478" cy="662940"/>
          </a:xfrm>
          <a:prstGeom prst="rect">
            <a:avLst/>
          </a:prstGeom>
          <a:noFill/>
          <a:ln/>
        </p:spPr>
        <p:txBody>
          <a:bodyPr wrap="square" lIns="0" tIns="0" rIns="0" bIns="0" rtlCol="0" anchor="ctr"/>
          <a:lstStyle/>
          <a:p>
            <a:pPr eaLnBrk="0" algn="l" indent="0" marL="0">
              <a:buNone/>
            </a:pPr>
            <a:r>
              <a:rPr lang="ko-KR" altLang="en-US" sz="2800" dirty="0">
                <a:solidFill>
                  <a:srgbClr val="1F2937"/>
                </a:solidFill>
                <a:latin typeface="맑은 고딕" pitchFamily="34" charset="0"/>
                <a:ea typeface="맑은 고딕" pitchFamily="34" charset="-122"/>
                <a:cs typeface="맑은 고딕" pitchFamily="34" charset="-120"/>
              </a:rPr>
              <a:t>③ 혈액을 빨리</a:t>
            </a:r>
            <a:endParaRPr lang="ko-KR" sz="2800" dirty="0"/>
          </a:p>
        </p:txBody>
      </p:sp>
      <p:sp>
        <p:nvSpPr>
          <p:cNvPr id="11" name="S13-text155"/>
          <p:cNvSpPr txBox="1"/>
          <p:nvPr/>
        </p:nvSpPr>
        <p:spPr>
          <a:xfrm>
            <a:off x="3367278" y="3657600"/>
            <a:ext cx="2544318" cy="662940"/>
          </a:xfrm>
          <a:prstGeom prst="rect">
            <a:avLst/>
          </a:prstGeom>
          <a:noFill/>
          <a:ln/>
        </p:spPr>
        <p:txBody>
          <a:bodyPr wrap="square" lIns="0" tIns="0" rIns="0" bIns="0" rtlCol="0" anchor="ctr"/>
          <a:lstStyle/>
          <a:p>
            <a:pPr eaLnBrk="0" algn="l" indent="0" marL="0">
              <a:buNone/>
            </a:pPr>
            <a:r>
              <a:rPr lang="ko-KR" altLang="en-US" sz="2200" dirty="0">
                <a:solidFill>
                  <a:srgbClr val="1F2937"/>
                </a:solidFill>
                <a:latin typeface="맑은 고딕" pitchFamily="34" charset="0"/>
                <a:ea typeface="맑은 고딕" pitchFamily="34" charset="-122"/>
                <a:cs typeface="맑은 고딕" pitchFamily="34" charset="-120"/>
              </a:rPr>
              <a:t>산소·영양소 운반</a:t>
            </a:r>
            <a:endParaRPr lang="ko-KR" sz="2200" dirty="0"/>
          </a:p>
        </p:txBody>
      </p:sp>
      <p:sp>
        <p:nvSpPr>
          <p:cNvPr id="12" name="S13-text156"/>
          <p:cNvSpPr txBox="1"/>
          <p:nvPr/>
        </p:nvSpPr>
        <p:spPr>
          <a:xfrm>
            <a:off x="548640" y="4457700"/>
            <a:ext cx="2681478" cy="662940"/>
          </a:xfrm>
          <a:prstGeom prst="rect">
            <a:avLst/>
          </a:prstGeom>
          <a:noFill/>
          <a:ln/>
        </p:spPr>
        <p:txBody>
          <a:bodyPr wrap="square" lIns="0" tIns="0" rIns="0" bIns="0" rtlCol="0" anchor="ctr"/>
          <a:lstStyle/>
          <a:p>
            <a:pPr eaLnBrk="0" algn="l" indent="0" marL="0">
              <a:buNone/>
            </a:pPr>
            <a:r>
              <a:rPr lang="ko-KR" altLang="en-US" sz="2800" dirty="0">
                <a:solidFill>
                  <a:srgbClr val="1F2937"/>
                </a:solidFill>
                <a:latin typeface="맑은 고딕" pitchFamily="34" charset="0"/>
                <a:ea typeface="맑은 고딕" pitchFamily="34" charset="-122"/>
                <a:cs typeface="맑은 고딕" pitchFamily="34" charset="-120"/>
              </a:rPr>
              <a:t>④ 소화, 순환</a:t>
            </a:r>
            <a:endParaRPr lang="ko-KR" sz="2800" dirty="0"/>
          </a:p>
        </p:txBody>
      </p:sp>
      <p:sp>
        <p:nvSpPr>
          <p:cNvPr id="13" name="S13-text157"/>
          <p:cNvSpPr txBox="1"/>
          <p:nvPr/>
        </p:nvSpPr>
        <p:spPr>
          <a:xfrm>
            <a:off x="3367278" y="4457700"/>
            <a:ext cx="2544318" cy="662940"/>
          </a:xfrm>
          <a:prstGeom prst="rect">
            <a:avLst/>
          </a:prstGeom>
          <a:noFill/>
          <a:ln/>
        </p:spPr>
        <p:txBody>
          <a:bodyPr wrap="square" lIns="0" tIns="0" rIns="0" bIns="0" rtlCol="0" anchor="ctr"/>
          <a:lstStyle/>
          <a:p>
            <a:pPr eaLnBrk="0" algn="l" indent="0" marL="0">
              <a:buNone/>
            </a:pPr>
            <a:r>
              <a:rPr lang="ko-KR" altLang="en-US" sz="2200" dirty="0">
                <a:solidFill>
                  <a:srgbClr val="1F2937"/>
                </a:solidFill>
                <a:latin typeface="맑은 고딕" pitchFamily="34" charset="0"/>
                <a:ea typeface="맑은 고딕" pitchFamily="34" charset="-122"/>
                <a:cs typeface="맑은 고딕" pitchFamily="34" charset="-120"/>
              </a:rPr>
              <a:t>작은창자, 심장</a:t>
            </a:r>
            <a:endParaRPr lang="ko-KR" sz="2200" dirty="0"/>
          </a:p>
        </p:txBody>
      </p:sp>
      <p:sp>
        <p:nvSpPr>
          <p:cNvPr id="14" name="S13-chip158"/>
          <p:cNvSpPr txBox="1"/>
          <p:nvPr/>
        </p:nvSpPr>
        <p:spPr>
          <a:xfrm>
            <a:off x="6277356" y="1325880"/>
            <a:ext cx="5362956" cy="548640"/>
          </a:xfrm>
          <a:prstGeom prst="roundRect">
            <a:avLst>
              <a:gd name="adj" fmla="val 26667"/>
            </a:avLst>
          </a:prstGeom>
          <a:solidFill>
            <a:srgbClr val="FBE6E7"/>
          </a:solidFill>
          <a:ln>
            <a:solidFill>
              <a:srgbClr val="FBE6E7"/>
            </a:solidFill>
          </a:ln>
        </p:spPr>
        <p:txBody>
          <a:bodyPr wrap="square" lIns="177800" tIns="0" rIns="177800" bIns="0" rtlCol="0" anchor="ctr"/>
          <a:lstStyle/>
          <a:p>
            <a:pPr eaLnBrk="0" algn="l" indent="0" marL="0">
              <a:buNone/>
            </a:pPr>
            <a:r>
              <a:rPr lang="ko-KR" altLang="en-US" sz="2200" b="1" dirty="0">
                <a:solidFill>
                  <a:srgbClr val="1F2937"/>
                </a:solidFill>
                <a:latin typeface="맑은 고딕" pitchFamily="34" charset="0"/>
                <a:ea typeface="맑은 고딕" pitchFamily="34" charset="-122"/>
                <a:cs typeface="맑은 고딕" pitchFamily="34" charset="-120"/>
              </a:rPr>
              <a:t>× 흔한 실수</a:t>
            </a:r>
            <a:endParaRPr lang="ko-KR" sz="2200" dirty="0"/>
          </a:p>
        </p:txBody>
      </p:sp>
      <p:sp>
        <p:nvSpPr>
          <p:cNvPr id="15" name="S13-eqtext159"/>
          <p:cNvSpPr txBox="1"/>
          <p:nvPr/>
        </p:nvSpPr>
        <p:spPr>
          <a:xfrm>
            <a:off x="6277356" y="2057400"/>
            <a:ext cx="2681478" cy="1234440"/>
          </a:xfrm>
          <a:prstGeom prst="rect">
            <a:avLst/>
          </a:prstGeom>
          <a:noFill/>
          <a:ln/>
        </p:spPr>
        <p:txBody>
          <a:bodyPr wrap="square" lIns="0" tIns="0" rIns="0" bIns="0" rtlCol="0" anchor="ctr"/>
          <a:lstStyle/>
          <a:p>
            <a:pPr eaLnBrk="0" algn="l" indent="0" marL="0">
              <a:buNone/>
            </a:pPr>
            <a:r>
              <a:rPr lang="ko-KR" altLang="en-US" sz="2600" b="1" dirty="0">
                <a:solidFill>
                  <a:srgbClr val="1F2937"/>
                </a:solidFill>
                <a:latin typeface="맑은 고딕" pitchFamily="34" charset="0"/>
                <a:ea typeface="맑은 고딕" pitchFamily="34" charset="-122"/>
                <a:cs typeface="맑은 고딕" pitchFamily="34" charset="-120"/>
              </a:rPr>
              <a:t>27 × 2 = 54</a:t>
            </a:r>
            <a:endParaRPr lang="ko-KR" sz="2600" dirty="0"/>
          </a:p>
        </p:txBody>
      </p:sp>
      <p:sp>
        <p:nvSpPr>
          <p:cNvPr id="16" name="S13-text160"/>
          <p:cNvSpPr txBox="1"/>
          <p:nvPr/>
        </p:nvSpPr>
        <p:spPr>
          <a:xfrm>
            <a:off x="9095994" y="2057400"/>
            <a:ext cx="2544318" cy="1234440"/>
          </a:xfrm>
          <a:prstGeom prst="rect">
            <a:avLst/>
          </a:prstGeom>
          <a:noFill/>
          <a:ln/>
        </p:spPr>
        <p:txBody>
          <a:bodyPr wrap="square" lIns="0" tIns="0" rIns="0" bIns="0" rtlCol="0" anchor="ctr"/>
          <a:lstStyle/>
          <a:p>
            <a:pPr eaLnBrk="0" algn="l" indent="0" marL="0">
              <a:buNone/>
            </a:pPr>
            <a:r>
              <a:rPr lang="ko-KR" altLang="en-US" sz="2200" dirty="0">
                <a:solidFill>
                  <a:srgbClr val="1F2937"/>
                </a:solidFill>
                <a:latin typeface="맑은 고딕" pitchFamily="34" charset="0"/>
                <a:ea typeface="맑은 고딕" pitchFamily="34" charset="-122"/>
                <a:cs typeface="맑은 고딕" pitchFamily="34" charset="-120"/>
              </a:rPr>
              <a:t>① 30초처럼</a:t>
            </a:r>
            <a:endParaRPr lang="ko-KR" sz="2200" dirty="0"/>
          </a:p>
          <a:p>
            <a:pPr eaLnBrk="0" algn="l" indent="0" marL="0">
              <a:buNone/>
            </a:pPr>
            <a:r>
              <a:rPr lang="ko-KR" altLang="en-US" sz="2200" dirty="0">
                <a:solidFill>
                  <a:srgbClr val="1F2937"/>
                </a:solidFill>
                <a:latin typeface="맑은 고딕" pitchFamily="34" charset="0"/>
                <a:ea typeface="맑은 고딕" pitchFamily="34" charset="-122"/>
                <a:cs typeface="맑은 고딕" pitchFamily="34" charset="-120"/>
              </a:rPr>
              <a:t>계산함</a:t>
            </a:r>
            <a:endParaRPr lang="ko-KR" sz="2200" dirty="0"/>
          </a:p>
        </p:txBody>
      </p:sp>
      <p:sp>
        <p:nvSpPr>
          <p:cNvPr id="17" name="S13-text161"/>
          <p:cNvSpPr txBox="1"/>
          <p:nvPr/>
        </p:nvSpPr>
        <p:spPr>
          <a:xfrm>
            <a:off x="6277356" y="3429000"/>
            <a:ext cx="2681478" cy="1234440"/>
          </a:xfrm>
          <a:prstGeom prst="rect">
            <a:avLst/>
          </a:prstGeom>
          <a:noFill/>
          <a:ln/>
        </p:spPr>
        <p:txBody>
          <a:bodyPr wrap="square" lIns="0" tIns="0" rIns="0" bIns="0" rtlCol="0" anchor="ctr"/>
          <a:lstStyle/>
          <a:p>
            <a:pPr eaLnBrk="0" algn="l" indent="0" marL="0">
              <a:buNone/>
            </a:pPr>
            <a:r>
              <a:rPr lang="ko-KR" altLang="en-US" sz="2800" dirty="0">
                <a:solidFill>
                  <a:srgbClr val="1F2937"/>
                </a:solidFill>
                <a:latin typeface="맑은 고딕" pitchFamily="34" charset="0"/>
                <a:ea typeface="맑은 고딕" pitchFamily="34" charset="-122"/>
                <a:cs typeface="맑은 고딕" pitchFamily="34" charset="-120"/>
              </a:rPr>
              <a:t>② 힘들어서</a:t>
            </a:r>
            <a:endParaRPr lang="ko-KR" sz="2800" dirty="0"/>
          </a:p>
        </p:txBody>
      </p:sp>
      <p:sp>
        <p:nvSpPr>
          <p:cNvPr id="18" name="S13-text162"/>
          <p:cNvSpPr txBox="1"/>
          <p:nvPr/>
        </p:nvSpPr>
        <p:spPr>
          <a:xfrm>
            <a:off x="9095994" y="3429000"/>
            <a:ext cx="2544318" cy="1234440"/>
          </a:xfrm>
          <a:prstGeom prst="rect">
            <a:avLst/>
          </a:prstGeom>
          <a:noFill/>
          <a:ln/>
        </p:spPr>
        <p:txBody>
          <a:bodyPr wrap="square" lIns="0" tIns="0" rIns="0" bIns="0" rtlCol="0" anchor="ctr"/>
          <a:lstStyle/>
          <a:p>
            <a:pPr eaLnBrk="0" algn="l" indent="0" marL="0">
              <a:buNone/>
            </a:pPr>
            <a:r>
              <a:rPr lang="ko-KR" altLang="en-US" sz="2200" dirty="0">
                <a:solidFill>
                  <a:srgbClr val="1F2937"/>
                </a:solidFill>
                <a:latin typeface="맑은 고딕" pitchFamily="34" charset="0"/>
                <a:ea typeface="맑은 고딕" pitchFamily="34" charset="-122"/>
                <a:cs typeface="맑은 고딕" pitchFamily="34" charset="-120"/>
              </a:rPr>
              <a:t>까닭이</a:t>
            </a:r>
            <a:endParaRPr lang="ko-KR" sz="2200" dirty="0"/>
          </a:p>
          <a:p>
            <a:pPr eaLnBrk="0" algn="l" indent="0" marL="0">
              <a:buNone/>
            </a:pPr>
            <a:r>
              <a:rPr lang="ko-KR" altLang="en-US" sz="2200" dirty="0">
                <a:solidFill>
                  <a:srgbClr val="1F2937"/>
                </a:solidFill>
                <a:latin typeface="맑은 고딕" pitchFamily="34" charset="0"/>
                <a:ea typeface="맑은 고딕" pitchFamily="34" charset="-122"/>
                <a:cs typeface="맑은 고딕" pitchFamily="34" charset="-120"/>
              </a:rPr>
              <a:t>빠짐</a:t>
            </a:r>
            <a:endParaRPr lang="ko-KR" sz="2200" dirty="0"/>
          </a:p>
        </p:txBody>
      </p:sp>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4B5563"/>
                </a:solidFill>
                <a:latin typeface="맑은 고딕"/>
                <a:ea typeface="맑은 고딕"/>
                <a:cs typeface="맑은 고딕"/>
              </a:defRPr>
            </a:lvl1pPr>
          </a:lstStyle>
          <a:p>
            <a:pPr eaLnBrk="0"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eaLnBrk="0" algn="l" indent="0" marL="0">
              <a:buNone/>
            </a:pPr>
            <a:r>
              <a:rPr lang="ko-KR" altLang="en-US" sz="4000" b="1" dirty="0">
                <a:solidFill>
                  <a:srgbClr val="1F2937"/>
                </a:solidFill>
                <a:latin typeface="맑은 고딕" pitchFamily="34" charset="0"/>
                <a:ea typeface="맑은 고딕" pitchFamily="34" charset="-122"/>
                <a:cs typeface="맑은 고딕" pitchFamily="34" charset="-120"/>
              </a:rPr>
              <a:t>운동 직후에 잰 것은?</a:t>
            </a:r>
            <a:endParaRPr lang="ko-KR" sz="4000" dirty="0"/>
          </a:p>
        </p:txBody>
      </p:sp>
      <p:sp>
        <p:nvSpPr>
          <p:cNvPr id="3" name="S14-text163"/>
          <p:cNvSpPr txBox="1"/>
          <p:nvPr/>
        </p:nvSpPr>
        <p:spPr>
          <a:xfrm>
            <a:off x="548640" y="1325880"/>
            <a:ext cx="11091672" cy="502920"/>
          </a:xfrm>
          <a:prstGeom prst="rect">
            <a:avLst/>
          </a:prstGeom>
          <a:noFill/>
          <a:ln/>
        </p:spPr>
        <p:txBody>
          <a:bodyPr wrap="square" lIns="0" tIns="0" rIns="0" bIns="0" rtlCol="0" anchor="ctr"/>
          <a:lstStyle/>
          <a:p>
            <a:pPr eaLnBrk="0" algn="l" indent="0" marL="0">
              <a:buNone/>
            </a:pPr>
            <a:r>
              <a:rPr lang="ko-KR" altLang="en-US" sz="2800" dirty="0">
                <a:solidFill>
                  <a:srgbClr val="1F2937"/>
                </a:solidFill>
                <a:latin typeface="맑은 고딕" pitchFamily="34" charset="0"/>
                <a:ea typeface="맑은 고딕" pitchFamily="34" charset="-122"/>
                <a:cs typeface="맑은 고딕" pitchFamily="34" charset="-120"/>
              </a:rPr>
              <a:t>하늘이가 잰 1분 동안의 맥박이에요. 순서는 섞여 있어요.</a:t>
            </a:r>
            <a:endParaRPr lang="ko-KR" sz="2800" dirty="0"/>
          </a:p>
        </p:txBody>
      </p:sp>
      <p:sp>
        <p:nvSpPr>
          <p:cNvPr id="4" name="S14-card164"/>
          <p:cNvSpPr/>
          <p:nvPr/>
        </p:nvSpPr>
        <p:spPr>
          <a:xfrm>
            <a:off x="548640" y="5349240"/>
            <a:ext cx="11091672" cy="868680"/>
          </a:xfrm>
          <a:prstGeom prst="roundRect">
            <a:avLst>
              <a:gd name="adj" fmla="val 12632"/>
            </a:avLst>
          </a:prstGeom>
          <a:solidFill>
            <a:srgbClr val="EAF3F1"/>
          </a:solidFill>
          <a:ln w="12700">
            <a:solidFill>
              <a:srgbClr val="EAF3F1"/>
            </a:solidFill>
            <a:prstDash val="solid"/>
          </a:ln>
        </p:spPr>
      </p:sp>
      <p:sp>
        <p:nvSpPr>
          <p:cNvPr id="5" name="S14-cardtext165"/>
          <p:cNvSpPr txBox="1"/>
          <p:nvPr/>
        </p:nvSpPr>
        <p:spPr>
          <a:xfrm>
            <a:off x="822960" y="5486400"/>
            <a:ext cx="10543032" cy="594360"/>
          </a:xfrm>
          <a:prstGeom prst="rect">
            <a:avLst/>
          </a:prstGeom>
          <a:noFill/>
          <a:ln/>
        </p:spPr>
        <p:txBody>
          <a:bodyPr wrap="square" lIns="0" tIns="0" rIns="0" bIns="0" rtlCol="0" anchor="ctr"/>
          <a:lstStyle/>
          <a:p>
            <a:pPr eaLnBrk="0" indent="0" marL="0">
              <a:spcAft>
                <a:spcPts val="600"/>
              </a:spcAft>
              <a:buNone/>
            </a:pPr>
            <a:r>
              <a:rPr lang="ko-KR" altLang="en-US" sz="2800" dirty="0">
                <a:solidFill>
                  <a:srgbClr val="1F2937"/>
                </a:solidFill>
                <a:latin typeface="맑은 고딕" pitchFamily="34" charset="0"/>
                <a:ea typeface="맑은 고딕" pitchFamily="34" charset="-122"/>
                <a:cs typeface="맑은 고딕" pitchFamily="34" charset="-120"/>
              </a:rPr>
              <a:t>고르고, 나머지 두 값은 언제 잰 것인지 말해요.</a:t>
            </a:r>
            <a:endParaRPr lang="ko-KR" sz="2800" dirty="0"/>
          </a:p>
        </p:txBody>
      </p:sp>
      <p:sp>
        <p:nvSpPr>
          <p:cNvPr id="6" name="S14-chip166"/>
          <p:cNvSpPr txBox="1"/>
          <p:nvPr/>
        </p:nvSpPr>
        <p:spPr>
          <a:xfrm>
            <a:off x="1991868" y="2011680"/>
            <a:ext cx="566928" cy="566928"/>
          </a:xfrm>
          <a:prstGeom prst="roundRect">
            <a:avLst>
              <a:gd name="adj" fmla="val 25806"/>
            </a:avLst>
          </a:prstGeom>
          <a:solidFill>
            <a:srgbClr val="264653"/>
          </a:solidFill>
          <a:ln>
            <a:solidFill>
              <a:srgbClr val="264653"/>
            </a:solidFill>
          </a:ln>
        </p:spPr>
        <p:txBody>
          <a:bodyPr wrap="square" lIns="0" tIns="0" rIns="0" bIns="0" rtlCol="0" anchor="ctr"/>
          <a:lstStyle/>
          <a:p>
            <a:pPr eaLnBrk="0" algn="ctr" indent="0" marL="0">
              <a:buNone/>
            </a:pPr>
            <a:r>
              <a:rPr lang="ko-KR" altLang="en-US" sz="2800" b="1" dirty="0">
                <a:solidFill>
                  <a:srgbClr val="FFFFFF"/>
                </a:solidFill>
                <a:latin typeface="맑은 고딕" pitchFamily="34" charset="0"/>
                <a:ea typeface="맑은 고딕" pitchFamily="34" charset="-122"/>
                <a:cs typeface="맑은 고딕" pitchFamily="34" charset="-120"/>
              </a:rPr>
              <a:t>가</a:t>
            </a:r>
            <a:endParaRPr lang="ko-KR" sz="2800" dirty="0"/>
          </a:p>
        </p:txBody>
      </p:sp>
      <p:sp>
        <p:nvSpPr>
          <p:cNvPr id="7" name="S14-card167"/>
          <p:cNvSpPr/>
          <p:nvPr/>
        </p:nvSpPr>
        <p:spPr>
          <a:xfrm>
            <a:off x="548640" y="2715768"/>
            <a:ext cx="3453384" cy="2404872"/>
          </a:xfrm>
          <a:prstGeom prst="roundRect">
            <a:avLst>
              <a:gd name="adj" fmla="val 4563"/>
            </a:avLst>
          </a:prstGeom>
          <a:solidFill>
            <a:srgbClr val="EAF3F1"/>
          </a:solidFill>
          <a:ln w="12700">
            <a:solidFill>
              <a:srgbClr val="EAF3F1"/>
            </a:solidFill>
            <a:prstDash val="solid"/>
          </a:ln>
        </p:spPr>
      </p:sp>
      <p:sp>
        <p:nvSpPr>
          <p:cNvPr id="8" name="S14-cardtext168"/>
          <p:cNvSpPr txBox="1"/>
          <p:nvPr/>
        </p:nvSpPr>
        <p:spPr>
          <a:xfrm>
            <a:off x="822960" y="2852928"/>
            <a:ext cx="2904744" cy="2130552"/>
          </a:xfrm>
          <a:prstGeom prst="rect">
            <a:avLst/>
          </a:prstGeom>
          <a:noFill/>
          <a:ln/>
        </p:spPr>
        <p:txBody>
          <a:bodyPr wrap="square" lIns="0" tIns="0" rIns="0" bIns="0" rtlCol="0" anchor="ctr"/>
          <a:lstStyle/>
          <a:p>
            <a:pPr eaLnBrk="0" indent="0" marL="0">
              <a:spcAft>
                <a:spcPts val="600"/>
              </a:spcAft>
              <a:buNone/>
            </a:pPr>
            <a:r>
              <a:rPr lang="ko-KR" altLang="en-US" sz="2800" dirty="0">
                <a:solidFill>
                  <a:srgbClr val="1F2937"/>
                </a:solidFill>
                <a:latin typeface="맑은 고딕" pitchFamily="34" charset="0"/>
                <a:ea typeface="맑은 고딕" pitchFamily="34" charset="-122"/>
                <a:cs typeface="맑은 고딕" pitchFamily="34" charset="-120"/>
              </a:rPr>
              <a:t>76번</a:t>
            </a:r>
            <a:endParaRPr lang="ko-KR" sz="2800" dirty="0"/>
          </a:p>
        </p:txBody>
      </p:sp>
      <p:sp>
        <p:nvSpPr>
          <p:cNvPr id="9" name="S14-chip169"/>
          <p:cNvSpPr txBox="1"/>
          <p:nvPr/>
        </p:nvSpPr>
        <p:spPr>
          <a:xfrm>
            <a:off x="5811012" y="2011680"/>
            <a:ext cx="566928" cy="566928"/>
          </a:xfrm>
          <a:prstGeom prst="roundRect">
            <a:avLst>
              <a:gd name="adj" fmla="val 25806"/>
            </a:avLst>
          </a:prstGeom>
          <a:solidFill>
            <a:srgbClr val="264653"/>
          </a:solidFill>
          <a:ln>
            <a:solidFill>
              <a:srgbClr val="264653"/>
            </a:solidFill>
          </a:ln>
        </p:spPr>
        <p:txBody>
          <a:bodyPr wrap="square" lIns="0" tIns="0" rIns="0" bIns="0" rtlCol="0" anchor="ctr"/>
          <a:lstStyle/>
          <a:p>
            <a:pPr eaLnBrk="0" algn="ctr" indent="0" marL="0">
              <a:buNone/>
            </a:pPr>
            <a:r>
              <a:rPr lang="ko-KR" altLang="en-US" sz="2800" b="1" dirty="0">
                <a:solidFill>
                  <a:srgbClr val="FFFFFF"/>
                </a:solidFill>
                <a:latin typeface="맑은 고딕" pitchFamily="34" charset="0"/>
                <a:ea typeface="맑은 고딕" pitchFamily="34" charset="-122"/>
                <a:cs typeface="맑은 고딕" pitchFamily="34" charset="-120"/>
              </a:rPr>
              <a:t>나</a:t>
            </a:r>
            <a:endParaRPr lang="ko-KR" sz="2800" dirty="0"/>
          </a:p>
        </p:txBody>
      </p:sp>
      <p:sp>
        <p:nvSpPr>
          <p:cNvPr id="10" name="S14-card170"/>
          <p:cNvSpPr/>
          <p:nvPr/>
        </p:nvSpPr>
        <p:spPr>
          <a:xfrm>
            <a:off x="4367784" y="2715768"/>
            <a:ext cx="3453384" cy="2404872"/>
          </a:xfrm>
          <a:prstGeom prst="roundRect">
            <a:avLst>
              <a:gd name="adj" fmla="val 4563"/>
            </a:avLst>
          </a:prstGeom>
          <a:solidFill>
            <a:srgbClr val="EAF3F1"/>
          </a:solidFill>
          <a:ln w="12700">
            <a:solidFill>
              <a:srgbClr val="EAF3F1"/>
            </a:solidFill>
            <a:prstDash val="solid"/>
          </a:ln>
        </p:spPr>
      </p:sp>
      <p:sp>
        <p:nvSpPr>
          <p:cNvPr id="11" name="S14-cardtext171"/>
          <p:cNvSpPr txBox="1"/>
          <p:nvPr/>
        </p:nvSpPr>
        <p:spPr>
          <a:xfrm>
            <a:off x="4642104" y="2852928"/>
            <a:ext cx="2904744" cy="2130552"/>
          </a:xfrm>
          <a:prstGeom prst="rect">
            <a:avLst/>
          </a:prstGeom>
          <a:noFill/>
          <a:ln/>
        </p:spPr>
        <p:txBody>
          <a:bodyPr wrap="square" lIns="0" tIns="0" rIns="0" bIns="0" rtlCol="0" anchor="ctr"/>
          <a:lstStyle/>
          <a:p>
            <a:pPr eaLnBrk="0" indent="0" marL="0">
              <a:spcAft>
                <a:spcPts val="600"/>
              </a:spcAft>
              <a:buNone/>
            </a:pPr>
            <a:r>
              <a:rPr lang="ko-KR" altLang="en-US" sz="2800" dirty="0">
                <a:solidFill>
                  <a:srgbClr val="1F2937"/>
                </a:solidFill>
                <a:latin typeface="맑은 고딕" pitchFamily="34" charset="0"/>
                <a:ea typeface="맑은 고딕" pitchFamily="34" charset="-122"/>
                <a:cs typeface="맑은 고딕" pitchFamily="34" charset="-120"/>
              </a:rPr>
              <a:t>120번</a:t>
            </a:r>
            <a:endParaRPr lang="ko-KR" sz="2800" dirty="0"/>
          </a:p>
        </p:txBody>
      </p:sp>
      <p:sp>
        <p:nvSpPr>
          <p:cNvPr id="12" name="S14-chip172"/>
          <p:cNvSpPr txBox="1"/>
          <p:nvPr/>
        </p:nvSpPr>
        <p:spPr>
          <a:xfrm>
            <a:off x="9630156" y="2011680"/>
            <a:ext cx="566928" cy="566928"/>
          </a:xfrm>
          <a:prstGeom prst="roundRect">
            <a:avLst>
              <a:gd name="adj" fmla="val 25806"/>
            </a:avLst>
          </a:prstGeom>
          <a:solidFill>
            <a:srgbClr val="264653"/>
          </a:solidFill>
          <a:ln>
            <a:solidFill>
              <a:srgbClr val="264653"/>
            </a:solidFill>
          </a:ln>
        </p:spPr>
        <p:txBody>
          <a:bodyPr wrap="square" lIns="0" tIns="0" rIns="0" bIns="0" rtlCol="0" anchor="ctr"/>
          <a:lstStyle/>
          <a:p>
            <a:pPr eaLnBrk="0" algn="ctr" indent="0" marL="0">
              <a:buNone/>
            </a:pPr>
            <a:r>
              <a:rPr lang="ko-KR" altLang="en-US" sz="2800" b="1" dirty="0">
                <a:solidFill>
                  <a:srgbClr val="FFFFFF"/>
                </a:solidFill>
                <a:latin typeface="맑은 고딕" pitchFamily="34" charset="0"/>
                <a:ea typeface="맑은 고딕" pitchFamily="34" charset="-122"/>
                <a:cs typeface="맑은 고딕" pitchFamily="34" charset="-120"/>
              </a:rPr>
              <a:t>다</a:t>
            </a:r>
            <a:endParaRPr lang="ko-KR" sz="2800" dirty="0"/>
          </a:p>
        </p:txBody>
      </p:sp>
      <p:sp>
        <p:nvSpPr>
          <p:cNvPr id="13" name="S14-card173"/>
          <p:cNvSpPr/>
          <p:nvPr/>
        </p:nvSpPr>
        <p:spPr>
          <a:xfrm>
            <a:off x="8186928" y="2715768"/>
            <a:ext cx="3453384" cy="2404872"/>
          </a:xfrm>
          <a:prstGeom prst="roundRect">
            <a:avLst>
              <a:gd name="adj" fmla="val 4563"/>
            </a:avLst>
          </a:prstGeom>
          <a:solidFill>
            <a:srgbClr val="EAF3F1"/>
          </a:solidFill>
          <a:ln w="12700">
            <a:solidFill>
              <a:srgbClr val="EAF3F1"/>
            </a:solidFill>
            <a:prstDash val="solid"/>
          </a:ln>
        </p:spPr>
      </p:sp>
      <p:sp>
        <p:nvSpPr>
          <p:cNvPr id="14" name="S14-cardtext174"/>
          <p:cNvSpPr txBox="1"/>
          <p:nvPr/>
        </p:nvSpPr>
        <p:spPr>
          <a:xfrm>
            <a:off x="8461248" y="2852928"/>
            <a:ext cx="2904744" cy="2130552"/>
          </a:xfrm>
          <a:prstGeom prst="rect">
            <a:avLst/>
          </a:prstGeom>
          <a:noFill/>
          <a:ln/>
        </p:spPr>
        <p:txBody>
          <a:bodyPr wrap="square" lIns="0" tIns="0" rIns="0" bIns="0" rtlCol="0" anchor="ctr"/>
          <a:lstStyle/>
          <a:p>
            <a:pPr eaLnBrk="0" indent="0" marL="0">
              <a:spcAft>
                <a:spcPts val="600"/>
              </a:spcAft>
              <a:buNone/>
            </a:pPr>
            <a:r>
              <a:rPr lang="ko-KR" altLang="en-US" sz="2800" dirty="0">
                <a:solidFill>
                  <a:srgbClr val="1F2937"/>
                </a:solidFill>
                <a:latin typeface="맑은 고딕" pitchFamily="34" charset="0"/>
                <a:ea typeface="맑은 고딕" pitchFamily="34" charset="-122"/>
                <a:cs typeface="맑은 고딕" pitchFamily="34" charset="-120"/>
              </a:rPr>
              <a:t>84번</a:t>
            </a:r>
            <a:endParaRPr lang="ko-KR" sz="2800" dirty="0"/>
          </a:p>
        </p:txBody>
      </p:sp>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4B5563"/>
                </a:solidFill>
                <a:latin typeface="맑은 고딕"/>
                <a:ea typeface="맑은 고딕"/>
                <a:cs typeface="맑은 고딕"/>
              </a:defRPr>
            </a:lvl1pPr>
          </a:lstStyle>
          <a:p>
            <a:pPr eaLnBrk="0"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eaLnBrk="0" algn="l" indent="0" marL="0">
              <a:buNone/>
            </a:pPr>
            <a:r>
              <a:rPr lang="ko-KR" altLang="en-US" sz="4000" b="1" dirty="0">
                <a:solidFill>
                  <a:srgbClr val="FFFFFF"/>
                </a:solidFill>
                <a:latin typeface="맑은 고딕" pitchFamily="34" charset="0"/>
                <a:ea typeface="맑은 고딕" pitchFamily="34" charset="-122"/>
                <a:cs typeface="맑은 고딕" pitchFamily="34" charset="-120"/>
              </a:rPr>
              <a:t>오늘 배운 것</a:t>
            </a:r>
            <a:endParaRPr lang="ko-KR" sz="4000" dirty="0"/>
          </a:p>
        </p:txBody>
      </p:sp>
      <p:sp>
        <p:nvSpPr>
          <p:cNvPr id="3" name="S15-card175"/>
          <p:cNvSpPr/>
          <p:nvPr/>
        </p:nvSpPr>
        <p:spPr>
          <a:xfrm>
            <a:off x="548640" y="1325880"/>
            <a:ext cx="11091672" cy="1196848"/>
          </a:xfrm>
          <a:prstGeom prst="roundRect">
            <a:avLst>
              <a:gd name="adj" fmla="val 9168"/>
            </a:avLst>
          </a:prstGeom>
          <a:solidFill>
            <a:srgbClr val="32606F"/>
          </a:solidFill>
          <a:ln w="12700">
            <a:solidFill>
              <a:srgbClr val="32606F"/>
            </a:solidFill>
            <a:prstDash val="solid"/>
          </a:ln>
        </p:spPr>
      </p:sp>
      <p:sp>
        <p:nvSpPr>
          <p:cNvPr id="4" name="S15-cardtext176"/>
          <p:cNvSpPr txBox="1"/>
          <p:nvPr/>
        </p:nvSpPr>
        <p:spPr>
          <a:xfrm>
            <a:off x="822960" y="1463040"/>
            <a:ext cx="10543032" cy="922528"/>
          </a:xfrm>
          <a:prstGeom prst="rect">
            <a:avLst/>
          </a:prstGeom>
          <a:noFill/>
          <a:ln/>
        </p:spPr>
        <p:txBody>
          <a:bodyPr wrap="square" lIns="0" tIns="0" rIns="0" bIns="0" rtlCol="0" anchor="ctr"/>
          <a:lstStyle/>
          <a:p>
            <a:pPr eaLnBrk="0" indent="0" marL="0">
              <a:spcAft>
                <a:spcPts val="600"/>
              </a:spcAft>
              <a:buNone/>
            </a:pPr>
            <a:r>
              <a:rPr lang="ko-KR" altLang="en-US" sz="2800" dirty="0">
                <a:solidFill>
                  <a:srgbClr val="FFFFFF"/>
                </a:solidFill>
                <a:latin typeface="맑은 고딕" pitchFamily="34" charset="0"/>
                <a:ea typeface="맑은 고딕" pitchFamily="34" charset="-122"/>
                <a:cs typeface="맑은 고딕" pitchFamily="34" charset="-120"/>
              </a:rPr>
              <a:t>운동하면 근육이 산소와 영양소를 많이 써서 숨과 맥박이 빨라져요.</a:t>
            </a:r>
            <a:endParaRPr lang="ko-KR" sz="2800" dirty="0"/>
          </a:p>
          <a:p>
            <a:pPr eaLnBrk="0" indent="0" marL="0">
              <a:spcAft>
                <a:spcPts val="600"/>
              </a:spcAft>
              <a:buNone/>
            </a:pPr>
            <a:r>
              <a:rPr lang="ko-KR" altLang="en-US" sz="2800" dirty="0">
                <a:solidFill>
                  <a:srgbClr val="FFFFFF"/>
                </a:solidFill>
                <a:latin typeface="맑은 고딕" pitchFamily="34" charset="0"/>
                <a:ea typeface="맑은 고딕" pitchFamily="34" charset="-122"/>
                <a:cs typeface="맑은 고딕" pitchFamily="34" charset="-120"/>
              </a:rPr>
              <a:t>여러 기관이 함께 일해 우리 몸을 움직여요.</a:t>
            </a:r>
            <a:endParaRPr lang="ko-KR" sz="2800" dirty="0"/>
          </a:p>
        </p:txBody>
      </p:sp>
      <p:sp>
        <p:nvSpPr>
          <p:cNvPr id="5" name="S15-chip177"/>
          <p:cNvSpPr txBox="1"/>
          <p:nvPr/>
        </p:nvSpPr>
        <p:spPr>
          <a:xfrm>
            <a:off x="548640" y="2751328"/>
            <a:ext cx="5431536" cy="594360"/>
          </a:xfrm>
          <a:prstGeom prst="roundRect">
            <a:avLst>
              <a:gd name="adj" fmla="val 24615"/>
            </a:avLst>
          </a:prstGeom>
          <a:solidFill>
            <a:srgbClr val="2A9D8F"/>
          </a:solidFill>
          <a:ln>
            <a:solidFill>
              <a:srgbClr val="2A9D8F"/>
            </a:solidFill>
          </a:ln>
        </p:spPr>
        <p:txBody>
          <a:bodyPr wrap="square" lIns="177800" tIns="0" rIns="177800" bIns="0" rtlCol="0" anchor="ctr"/>
          <a:lstStyle/>
          <a:p>
            <a:pPr eaLnBrk="0" algn="l" indent="0" marL="0">
              <a:buNone/>
            </a:pPr>
            <a:r>
              <a:rPr lang="ko-KR" altLang="en-US" sz="2200" b="1" dirty="0">
                <a:solidFill>
                  <a:srgbClr val="FFFFFF"/>
                </a:solidFill>
                <a:latin typeface="맑은 고딕" pitchFamily="34" charset="0"/>
                <a:ea typeface="맑은 고딕" pitchFamily="34" charset="-122"/>
                <a:cs typeface="맑은 고딕" pitchFamily="34" charset="-120"/>
              </a:rPr>
              <a:t>○ 잰 값을 증거로 설명하기</a:t>
            </a:r>
            <a:endParaRPr lang="ko-KR" sz="2200" dirty="0"/>
          </a:p>
        </p:txBody>
      </p:sp>
      <p:sp>
        <p:nvSpPr>
          <p:cNvPr id="6" name="S15-chip178"/>
          <p:cNvSpPr txBox="1"/>
          <p:nvPr/>
        </p:nvSpPr>
        <p:spPr>
          <a:xfrm>
            <a:off x="6208776" y="2751328"/>
            <a:ext cx="5431536" cy="594360"/>
          </a:xfrm>
          <a:prstGeom prst="roundRect">
            <a:avLst>
              <a:gd name="adj" fmla="val 24615"/>
            </a:avLst>
          </a:prstGeom>
          <a:solidFill>
            <a:srgbClr val="C8434E"/>
          </a:solidFill>
          <a:ln>
            <a:solidFill>
              <a:srgbClr val="C8434E"/>
            </a:solidFill>
          </a:ln>
        </p:spPr>
        <p:txBody>
          <a:bodyPr wrap="square" lIns="177800" tIns="0" rIns="177800" bIns="0" rtlCol="0" anchor="ctr"/>
          <a:lstStyle/>
          <a:p>
            <a:pPr eaLnBrk="0" algn="l" indent="0" marL="0">
              <a:buNone/>
            </a:pPr>
            <a:r>
              <a:rPr lang="ko-KR" altLang="en-US" sz="2200" b="1" dirty="0">
                <a:solidFill>
                  <a:srgbClr val="FFFFFF"/>
                </a:solidFill>
                <a:latin typeface="맑은 고딕" pitchFamily="34" charset="0"/>
                <a:ea typeface="맑은 고딕" pitchFamily="34" charset="-122"/>
                <a:cs typeface="맑은 고딕" pitchFamily="34" charset="-120"/>
              </a:rPr>
              <a:t>× 기관이 따로따로 일한다고 생각하기</a:t>
            </a:r>
            <a:endParaRPr lang="ko-KR" sz="2200" dirty="0"/>
          </a:p>
        </p:txBody>
      </p:sp>
      <p:sp>
        <p:nvSpPr>
          <p:cNvPr id="7" name="S15-text179"/>
          <p:cNvSpPr txBox="1"/>
          <p:nvPr/>
        </p:nvSpPr>
        <p:spPr>
          <a:xfrm>
            <a:off x="548640" y="3574288"/>
            <a:ext cx="11091672" cy="457200"/>
          </a:xfrm>
          <a:prstGeom prst="rect">
            <a:avLst/>
          </a:prstGeom>
          <a:noFill/>
          <a:ln/>
        </p:spPr>
        <p:txBody>
          <a:bodyPr wrap="square" lIns="0" tIns="0" rIns="0" bIns="0" rtlCol="0" anchor="t"/>
          <a:lstStyle/>
          <a:p>
            <a:pPr eaLnBrk="0" algn="l" indent="0" marL="0">
              <a:buNone/>
            </a:pPr>
            <a:r>
              <a:rPr lang="ko-KR" altLang="en-US" sz="2200" b="1" dirty="0">
                <a:solidFill>
                  <a:srgbClr val="FFFFFF"/>
                </a:solidFill>
                <a:latin typeface="맑은 고딕" pitchFamily="34" charset="0"/>
                <a:ea typeface="맑은 고딕" pitchFamily="34" charset="-122"/>
                <a:cs typeface="맑은 고딕" pitchFamily="34" charset="-120"/>
              </a:rPr>
              <a:t>다음 수업을 시작할 때 다시 풀어요</a:t>
            </a:r>
            <a:endParaRPr lang="ko-KR" sz="2200" dirty="0"/>
          </a:p>
        </p:txBody>
      </p:sp>
      <p:sp>
        <p:nvSpPr>
          <p:cNvPr id="8" name="S15-text180"/>
          <p:cNvSpPr txBox="1"/>
          <p:nvPr/>
        </p:nvSpPr>
        <p:spPr>
          <a:xfrm>
            <a:off x="548640" y="4077208"/>
            <a:ext cx="3544824" cy="1500632"/>
          </a:xfrm>
          <a:prstGeom prst="rect">
            <a:avLst/>
          </a:prstGeom>
          <a:noFill/>
          <a:ln/>
        </p:spPr>
        <p:txBody>
          <a:bodyPr wrap="square" lIns="0" tIns="0" rIns="0" bIns="0" rtlCol="0" anchor="ctr"/>
          <a:lstStyle/>
          <a:p>
            <a:pPr eaLnBrk="0" algn="l" indent="0" marL="0">
              <a:buNone/>
            </a:pPr>
            <a:r>
              <a:rPr lang="ko-KR" altLang="en-US" sz="2200" dirty="0">
                <a:solidFill>
                  <a:srgbClr val="FFFFFF"/>
                </a:solidFill>
                <a:latin typeface="맑은 고딕" pitchFamily="34" charset="0"/>
                <a:ea typeface="맑은 고딕" pitchFamily="34" charset="-122"/>
                <a:cs typeface="맑은 고딕" pitchFamily="34" charset="-120"/>
              </a:rPr>
              <a:t>① 15초 동안 센 맥박으로</a:t>
            </a:r>
            <a:endParaRPr lang="ko-KR" sz="2200" dirty="0"/>
          </a:p>
          <a:p>
            <a:pPr eaLnBrk="0" algn="l" indent="0" marL="0">
              <a:buNone/>
            </a:pPr>
            <a:r>
              <a:rPr lang="ko-KR" altLang="en-US" sz="2200" dirty="0">
                <a:solidFill>
                  <a:srgbClr val="FFFFFF"/>
                </a:solidFill>
                <a:latin typeface="맑은 고딕" pitchFamily="34" charset="0"/>
                <a:ea typeface="맑은 고딕" pitchFamily="34" charset="-122"/>
                <a:cs typeface="맑은 고딕" pitchFamily="34" charset="-120"/>
              </a:rPr>
              <a:t>1분 값을 구하려면?</a:t>
            </a:r>
            <a:endParaRPr lang="ko-KR" sz="2200" dirty="0"/>
          </a:p>
        </p:txBody>
      </p:sp>
      <p:sp>
        <p:nvSpPr>
          <p:cNvPr id="9" name="S15-text181"/>
          <p:cNvSpPr txBox="1"/>
          <p:nvPr/>
        </p:nvSpPr>
        <p:spPr>
          <a:xfrm>
            <a:off x="4322064" y="4077208"/>
            <a:ext cx="3544824" cy="1500632"/>
          </a:xfrm>
          <a:prstGeom prst="rect">
            <a:avLst/>
          </a:prstGeom>
          <a:noFill/>
          <a:ln/>
        </p:spPr>
        <p:txBody>
          <a:bodyPr wrap="square" lIns="0" tIns="0" rIns="0" bIns="0" rtlCol="0" anchor="ctr"/>
          <a:lstStyle/>
          <a:p>
            <a:pPr eaLnBrk="0" algn="l" indent="0" marL="0">
              <a:buNone/>
            </a:pPr>
            <a:r>
              <a:rPr lang="ko-KR" altLang="en-US" sz="2200" dirty="0">
                <a:solidFill>
                  <a:srgbClr val="FFFFFF"/>
                </a:solidFill>
                <a:latin typeface="맑은 고딕" pitchFamily="34" charset="0"/>
                <a:ea typeface="맑은 고딕" pitchFamily="34" charset="-122"/>
                <a:cs typeface="맑은 고딕" pitchFamily="34" charset="-120"/>
              </a:rPr>
              <a:t>② 운동 직후 맥박과</a:t>
            </a:r>
            <a:endParaRPr lang="ko-KR" sz="2200" dirty="0"/>
          </a:p>
          <a:p>
            <a:pPr eaLnBrk="0" algn="l" indent="0" marL="0">
              <a:buNone/>
            </a:pPr>
            <a:r>
              <a:rPr lang="ko-KR" altLang="en-US" sz="2200" dirty="0">
                <a:solidFill>
                  <a:srgbClr val="FFFFFF"/>
                </a:solidFill>
                <a:latin typeface="맑은 고딕" pitchFamily="34" charset="0"/>
                <a:ea typeface="맑은 고딕" pitchFamily="34" charset="-122"/>
                <a:cs typeface="맑은 고딕" pitchFamily="34" charset="-120"/>
              </a:rPr>
              <a:t>숨은 어떻게 되나요?</a:t>
            </a:r>
            <a:endParaRPr lang="ko-KR" sz="2200" dirty="0"/>
          </a:p>
        </p:txBody>
      </p:sp>
      <p:sp>
        <p:nvSpPr>
          <p:cNvPr id="10" name="S15-text182"/>
          <p:cNvSpPr txBox="1"/>
          <p:nvPr/>
        </p:nvSpPr>
        <p:spPr>
          <a:xfrm>
            <a:off x="8095488" y="4077208"/>
            <a:ext cx="3544824" cy="1500632"/>
          </a:xfrm>
          <a:prstGeom prst="rect">
            <a:avLst/>
          </a:prstGeom>
          <a:noFill/>
          <a:ln/>
        </p:spPr>
        <p:txBody>
          <a:bodyPr wrap="square" lIns="0" tIns="0" rIns="0" bIns="0" rtlCol="0" anchor="ctr"/>
          <a:lstStyle/>
          <a:p>
            <a:pPr eaLnBrk="0" algn="l" indent="0" marL="0">
              <a:buNone/>
            </a:pPr>
            <a:r>
              <a:rPr lang="ko-KR" altLang="en-US" sz="2200" dirty="0">
                <a:solidFill>
                  <a:srgbClr val="FFFFFF"/>
                </a:solidFill>
                <a:latin typeface="맑은 고딕" pitchFamily="34" charset="0"/>
                <a:ea typeface="맑은 고딕" pitchFamily="34" charset="-122"/>
                <a:cs typeface="맑은 고딕" pitchFamily="34" charset="-120"/>
              </a:rPr>
              <a:t>③ 산소와 영양소를</a:t>
            </a:r>
            <a:endParaRPr lang="ko-KR" sz="2200" dirty="0"/>
          </a:p>
          <a:p>
            <a:pPr eaLnBrk="0" algn="l" indent="0" marL="0">
              <a:buNone/>
            </a:pPr>
            <a:r>
              <a:rPr lang="ko-KR" altLang="en-US" sz="2200" dirty="0">
                <a:solidFill>
                  <a:srgbClr val="FFFFFF"/>
                </a:solidFill>
                <a:latin typeface="맑은 고딕" pitchFamily="34" charset="0"/>
                <a:ea typeface="맑은 고딕" pitchFamily="34" charset="-122"/>
                <a:cs typeface="맑은 고딕" pitchFamily="34" charset="-120"/>
              </a:rPr>
              <a:t>나르는 기관은?</a:t>
            </a:r>
            <a:endParaRPr lang="ko-KR" sz="2200" dirty="0"/>
          </a:p>
        </p:txBody>
      </p:sp>
      <p:sp>
        <p:nvSpPr>
          <p:cNvPr id="11" name="S15-text183"/>
          <p:cNvSpPr txBox="1"/>
          <p:nvPr/>
        </p:nvSpPr>
        <p:spPr>
          <a:xfrm>
            <a:off x="548640" y="5715000"/>
            <a:ext cx="11091672" cy="502920"/>
          </a:xfrm>
          <a:prstGeom prst="rect">
            <a:avLst/>
          </a:prstGeom>
          <a:noFill/>
          <a:ln/>
        </p:spPr>
        <p:txBody>
          <a:bodyPr wrap="square" lIns="0" tIns="0" rIns="0" bIns="0" rtlCol="0" anchor="ctr"/>
          <a:lstStyle/>
          <a:p>
            <a:pPr eaLnBrk="0" algn="l" indent="0" marL="0">
              <a:buNone/>
            </a:pPr>
            <a:r>
              <a:rPr lang="ko-KR" altLang="en-US" sz="2200" dirty="0">
                <a:solidFill>
                  <a:srgbClr val="C9DCD8"/>
                </a:solidFill>
                <a:latin typeface="맑은 고딕" pitchFamily="34" charset="0"/>
                <a:ea typeface="맑은 고딕" pitchFamily="34" charset="-122"/>
                <a:cs typeface="맑은 고딕" pitchFamily="34" charset="-120"/>
              </a:rPr>
              <a:t>다음 시간: 날씨 요소</a:t>
            </a:r>
            <a:endParaRPr lang="ko-KR" sz="2200" dirty="0"/>
          </a:p>
        </p:txBody>
      </p:sp>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C9DCD8"/>
                </a:solidFill>
                <a:latin typeface="맑은 고딕"/>
                <a:ea typeface="맑은 고딕"/>
                <a:cs typeface="맑은 고딕"/>
              </a:defRPr>
            </a:lvl1pPr>
          </a:lstStyle>
          <a:p>
            <a:pPr eaLnBrk="0"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eaLnBrk="0" algn="l" indent="0" marL="0">
              <a:buNone/>
            </a:pPr>
            <a:r>
              <a:rPr lang="ko-KR" altLang="en-US" sz="4000" b="1" dirty="0">
                <a:solidFill>
                  <a:srgbClr val="1F2937"/>
                </a:solidFill>
                <a:latin typeface="맑은 고딕" pitchFamily="34" charset="0"/>
                <a:ea typeface="맑은 고딕" pitchFamily="34" charset="-122"/>
                <a:cs typeface="맑은 고딕" pitchFamily="34" charset="-120"/>
              </a:rPr>
              <a:t>보충: 기관이 하는 일</a:t>
            </a:r>
            <a:endParaRPr lang="ko-KR" sz="4000" dirty="0"/>
          </a:p>
        </p:txBody>
      </p:sp>
      <p:sp>
        <p:nvSpPr>
          <p:cNvPr id="3" name="S16-text184"/>
          <p:cNvSpPr txBox="1"/>
          <p:nvPr/>
        </p:nvSpPr>
        <p:spPr>
          <a:xfrm>
            <a:off x="548640" y="1325880"/>
            <a:ext cx="11091672" cy="502920"/>
          </a:xfrm>
          <a:prstGeom prst="rect">
            <a:avLst/>
          </a:prstGeom>
          <a:noFill/>
          <a:ln/>
        </p:spPr>
        <p:txBody>
          <a:bodyPr wrap="square" lIns="0" tIns="0" rIns="0" bIns="0" rtlCol="0" anchor="ctr"/>
          <a:lstStyle/>
          <a:p>
            <a:pPr eaLnBrk="0" algn="l" indent="0" marL="0">
              <a:buNone/>
            </a:pPr>
            <a:r>
              <a:rPr lang="ko-KR" altLang="en-US" sz="2800" dirty="0">
                <a:solidFill>
                  <a:srgbClr val="1F2937"/>
                </a:solidFill>
                <a:latin typeface="맑은 고딕" pitchFamily="34" charset="0"/>
                <a:ea typeface="맑은 고딕" pitchFamily="34" charset="-122"/>
                <a:cs typeface="맑은 고딕" pitchFamily="34" charset="-120"/>
              </a:rPr>
              <a:t>네 기관이 하는 일을 다시 봐요.</a:t>
            </a:r>
            <a:endParaRPr lang="ko-KR" sz="2800" dirty="0"/>
          </a:p>
        </p:txBody>
      </p:sp>
      <p:sp>
        <p:nvSpPr>
          <p:cNvPr id="4" name="S16-card185"/>
          <p:cNvSpPr/>
          <p:nvPr/>
        </p:nvSpPr>
        <p:spPr>
          <a:xfrm>
            <a:off x="548640" y="5349240"/>
            <a:ext cx="11091672" cy="868680"/>
          </a:xfrm>
          <a:prstGeom prst="roundRect">
            <a:avLst>
              <a:gd name="adj" fmla="val 12632"/>
            </a:avLst>
          </a:prstGeom>
          <a:solidFill>
            <a:srgbClr val="FDEBDD"/>
          </a:solidFill>
          <a:ln w="12700">
            <a:solidFill>
              <a:srgbClr val="FDEBDD"/>
            </a:solidFill>
            <a:prstDash val="solid"/>
          </a:ln>
        </p:spPr>
      </p:sp>
      <p:sp>
        <p:nvSpPr>
          <p:cNvPr id="5" name="S16-cardtext186"/>
          <p:cNvSpPr txBox="1"/>
          <p:nvPr/>
        </p:nvSpPr>
        <p:spPr>
          <a:xfrm>
            <a:off x="822960" y="5486400"/>
            <a:ext cx="10543032" cy="594360"/>
          </a:xfrm>
          <a:prstGeom prst="rect">
            <a:avLst/>
          </a:prstGeom>
          <a:noFill/>
          <a:ln/>
        </p:spPr>
        <p:txBody>
          <a:bodyPr wrap="square" lIns="0" tIns="0" rIns="0" bIns="0" rtlCol="0" anchor="ctr"/>
          <a:lstStyle/>
          <a:p>
            <a:pPr eaLnBrk="0" indent="0" marL="0">
              <a:spcAft>
                <a:spcPts val="600"/>
              </a:spcAft>
              <a:buNone/>
            </a:pPr>
            <a:r>
              <a:rPr lang="ko-KR" altLang="en-US" sz="2800" dirty="0">
                <a:solidFill>
                  <a:srgbClr val="1F2937"/>
                </a:solidFill>
                <a:latin typeface="맑은 고딕" pitchFamily="34" charset="0"/>
                <a:ea typeface="맑은 고딕" pitchFamily="34" charset="-122"/>
                <a:cs typeface="맑은 고딕" pitchFamily="34" charset="-120"/>
              </a:rPr>
              <a:t>오늘은 이 기관들이 함께 일하는 모습을 알아봐요.</a:t>
            </a:r>
            <a:endParaRPr lang="ko-KR" sz="2800" dirty="0"/>
          </a:p>
        </p:txBody>
      </p:sp>
      <p:sp>
        <p:nvSpPr>
          <p:cNvPr id="6" name="S16-card187"/>
          <p:cNvSpPr/>
          <p:nvPr/>
        </p:nvSpPr>
        <p:spPr>
          <a:xfrm>
            <a:off x="548640" y="2011680"/>
            <a:ext cx="5431536" cy="1440180"/>
          </a:xfrm>
          <a:prstGeom prst="roundRect">
            <a:avLst>
              <a:gd name="adj" fmla="val 7619"/>
            </a:avLst>
          </a:prstGeom>
          <a:solidFill>
            <a:srgbClr val="EAF3F1"/>
          </a:solidFill>
          <a:ln w="12700">
            <a:solidFill>
              <a:srgbClr val="EAF3F1"/>
            </a:solidFill>
            <a:prstDash val="solid"/>
          </a:ln>
        </p:spPr>
      </p:sp>
      <p:sp>
        <p:nvSpPr>
          <p:cNvPr id="7" name="S16-cardtext188"/>
          <p:cNvSpPr txBox="1"/>
          <p:nvPr/>
        </p:nvSpPr>
        <p:spPr>
          <a:xfrm>
            <a:off x="822960" y="2148840"/>
            <a:ext cx="4882896" cy="1165860"/>
          </a:xfrm>
          <a:prstGeom prst="rect">
            <a:avLst/>
          </a:prstGeom>
          <a:noFill/>
          <a:ln/>
        </p:spPr>
        <p:txBody>
          <a:bodyPr wrap="square" lIns="0" tIns="0" rIns="0" bIns="0" rtlCol="0" anchor="ctr"/>
          <a:lstStyle/>
          <a:p>
            <a:pPr eaLnBrk="0" indent="0" marL="0">
              <a:spcAft>
                <a:spcPts val="600"/>
              </a:spcAft>
              <a:buNone/>
            </a:pPr>
            <a:r>
              <a:rPr lang="ko-KR" altLang="en-US" sz="2200" b="1" dirty="0">
                <a:solidFill>
                  <a:srgbClr val="1F2937"/>
                </a:solidFill>
                <a:latin typeface="맑은 고딕" pitchFamily="34" charset="0"/>
                <a:ea typeface="맑은 고딕" pitchFamily="34" charset="-122"/>
                <a:cs typeface="맑은 고딕" pitchFamily="34" charset="-120"/>
              </a:rPr>
              <a:t>심장</a:t>
            </a:r>
            <a:endParaRPr lang="ko-KR" sz="2200" dirty="0"/>
          </a:p>
          <a:p>
            <a:pPr eaLnBrk="0" indent="0" marL="0">
              <a:spcAft>
                <a:spcPts val="600"/>
              </a:spcAft>
              <a:buNone/>
            </a:pPr>
            <a:r>
              <a:rPr lang="ko-KR" altLang="en-US" sz="2000" dirty="0">
                <a:solidFill>
                  <a:srgbClr val="1F2937"/>
                </a:solidFill>
                <a:latin typeface="맑은 고딕" pitchFamily="34" charset="0"/>
                <a:ea typeface="맑은 고딕" pitchFamily="34" charset="-122"/>
                <a:cs typeface="맑은 고딕" pitchFamily="34" charset="-120"/>
              </a:rPr>
              <a:t>혈액을 온몸으로</a:t>
            </a:r>
            <a:endParaRPr lang="ko-KR" sz="2200" dirty="0"/>
          </a:p>
          <a:p>
            <a:pPr eaLnBrk="0" indent="0" marL="0">
              <a:spcAft>
                <a:spcPts val="600"/>
              </a:spcAft>
              <a:buNone/>
            </a:pPr>
            <a:r>
              <a:rPr lang="ko-KR" altLang="en-US" sz="2000" dirty="0">
                <a:solidFill>
                  <a:srgbClr val="1F2937"/>
                </a:solidFill>
                <a:latin typeface="맑은 고딕" pitchFamily="34" charset="0"/>
                <a:ea typeface="맑은 고딕" pitchFamily="34" charset="-122"/>
                <a:cs typeface="맑은 고딕" pitchFamily="34" charset="-120"/>
              </a:rPr>
              <a:t>보내요.</a:t>
            </a:r>
            <a:endParaRPr lang="ko-KR" sz="2200" dirty="0"/>
          </a:p>
        </p:txBody>
      </p:sp>
      <p:sp>
        <p:nvSpPr>
          <p:cNvPr id="8" name="S16-card189"/>
          <p:cNvSpPr/>
          <p:nvPr/>
        </p:nvSpPr>
        <p:spPr>
          <a:xfrm>
            <a:off x="6208776" y="2011680"/>
            <a:ext cx="5431536" cy="1440180"/>
          </a:xfrm>
          <a:prstGeom prst="roundRect">
            <a:avLst>
              <a:gd name="adj" fmla="val 7619"/>
            </a:avLst>
          </a:prstGeom>
          <a:solidFill>
            <a:srgbClr val="EAF3F1"/>
          </a:solidFill>
          <a:ln w="12700">
            <a:solidFill>
              <a:srgbClr val="EAF3F1"/>
            </a:solidFill>
            <a:prstDash val="solid"/>
          </a:ln>
        </p:spPr>
      </p:sp>
      <p:sp>
        <p:nvSpPr>
          <p:cNvPr id="9" name="S16-cardtext190"/>
          <p:cNvSpPr txBox="1"/>
          <p:nvPr/>
        </p:nvSpPr>
        <p:spPr>
          <a:xfrm>
            <a:off x="6483096" y="2148840"/>
            <a:ext cx="4882896" cy="1165860"/>
          </a:xfrm>
          <a:prstGeom prst="rect">
            <a:avLst/>
          </a:prstGeom>
          <a:noFill/>
          <a:ln/>
        </p:spPr>
        <p:txBody>
          <a:bodyPr wrap="square" lIns="0" tIns="0" rIns="0" bIns="0" rtlCol="0" anchor="ctr"/>
          <a:lstStyle/>
          <a:p>
            <a:pPr eaLnBrk="0" indent="0" marL="0">
              <a:spcAft>
                <a:spcPts val="600"/>
              </a:spcAft>
              <a:buNone/>
            </a:pPr>
            <a:r>
              <a:rPr lang="ko-KR" altLang="en-US" sz="2200" b="1" dirty="0">
                <a:solidFill>
                  <a:srgbClr val="1F2937"/>
                </a:solidFill>
                <a:latin typeface="맑은 고딕" pitchFamily="34" charset="0"/>
                <a:ea typeface="맑은 고딕" pitchFamily="34" charset="-122"/>
                <a:cs typeface="맑은 고딕" pitchFamily="34" charset="-120"/>
              </a:rPr>
              <a:t>폐</a:t>
            </a:r>
            <a:endParaRPr lang="ko-KR" sz="2200" dirty="0"/>
          </a:p>
          <a:p>
            <a:pPr eaLnBrk="0" indent="0" marL="0">
              <a:spcAft>
                <a:spcPts val="600"/>
              </a:spcAft>
              <a:buNone/>
            </a:pPr>
            <a:r>
              <a:rPr lang="ko-KR" altLang="en-US" sz="2000" dirty="0">
                <a:solidFill>
                  <a:srgbClr val="1F2937"/>
                </a:solidFill>
                <a:latin typeface="맑은 고딕" pitchFamily="34" charset="0"/>
                <a:ea typeface="맑은 고딕" pitchFamily="34" charset="-122"/>
                <a:cs typeface="맑은 고딕" pitchFamily="34" charset="-120"/>
              </a:rPr>
              <a:t>산소를 받아들이고</a:t>
            </a:r>
            <a:endParaRPr lang="ko-KR" sz="2200" dirty="0"/>
          </a:p>
          <a:p>
            <a:pPr eaLnBrk="0" indent="0" marL="0">
              <a:spcAft>
                <a:spcPts val="600"/>
              </a:spcAft>
              <a:buNone/>
            </a:pPr>
            <a:r>
              <a:rPr lang="ko-KR" altLang="en-US" sz="2000" dirty="0">
                <a:solidFill>
                  <a:srgbClr val="1F2937"/>
                </a:solidFill>
                <a:latin typeface="맑은 고딕" pitchFamily="34" charset="0"/>
                <a:ea typeface="맑은 고딕" pitchFamily="34" charset="-122"/>
                <a:cs typeface="맑은 고딕" pitchFamily="34" charset="-120"/>
              </a:rPr>
              <a:t>이산화 탄소를 내보내요.</a:t>
            </a:r>
            <a:endParaRPr lang="ko-KR" sz="2200" dirty="0"/>
          </a:p>
        </p:txBody>
      </p:sp>
      <p:sp>
        <p:nvSpPr>
          <p:cNvPr id="10" name="S16-card191"/>
          <p:cNvSpPr/>
          <p:nvPr/>
        </p:nvSpPr>
        <p:spPr>
          <a:xfrm>
            <a:off x="548640" y="3680460"/>
            <a:ext cx="5431536" cy="1440180"/>
          </a:xfrm>
          <a:prstGeom prst="roundRect">
            <a:avLst>
              <a:gd name="adj" fmla="val 7619"/>
            </a:avLst>
          </a:prstGeom>
          <a:solidFill>
            <a:srgbClr val="EAF3F1"/>
          </a:solidFill>
          <a:ln w="12700">
            <a:solidFill>
              <a:srgbClr val="EAF3F1"/>
            </a:solidFill>
            <a:prstDash val="solid"/>
          </a:ln>
        </p:spPr>
      </p:sp>
      <p:sp>
        <p:nvSpPr>
          <p:cNvPr id="11" name="S16-cardtext192"/>
          <p:cNvSpPr txBox="1"/>
          <p:nvPr/>
        </p:nvSpPr>
        <p:spPr>
          <a:xfrm>
            <a:off x="822960" y="3817620"/>
            <a:ext cx="4882896" cy="1165860"/>
          </a:xfrm>
          <a:prstGeom prst="rect">
            <a:avLst/>
          </a:prstGeom>
          <a:noFill/>
          <a:ln/>
        </p:spPr>
        <p:txBody>
          <a:bodyPr wrap="square" lIns="0" tIns="0" rIns="0" bIns="0" rtlCol="0" anchor="ctr"/>
          <a:lstStyle/>
          <a:p>
            <a:pPr eaLnBrk="0" indent="0" marL="0">
              <a:spcAft>
                <a:spcPts val="600"/>
              </a:spcAft>
              <a:buNone/>
            </a:pPr>
            <a:r>
              <a:rPr lang="ko-KR" altLang="en-US" sz="2200" b="1" dirty="0">
                <a:solidFill>
                  <a:srgbClr val="1F2937"/>
                </a:solidFill>
                <a:latin typeface="맑은 고딕" pitchFamily="34" charset="0"/>
                <a:ea typeface="맑은 고딕" pitchFamily="34" charset="-122"/>
                <a:cs typeface="맑은 고딕" pitchFamily="34" charset="-120"/>
              </a:rPr>
              <a:t>작은창자</a:t>
            </a:r>
            <a:endParaRPr lang="ko-KR" sz="2200" dirty="0"/>
          </a:p>
          <a:p>
            <a:pPr eaLnBrk="0" indent="0" marL="0">
              <a:spcAft>
                <a:spcPts val="600"/>
              </a:spcAft>
              <a:buNone/>
            </a:pPr>
            <a:r>
              <a:rPr lang="ko-KR" altLang="en-US" sz="2000" dirty="0">
                <a:solidFill>
                  <a:srgbClr val="1F2937"/>
                </a:solidFill>
                <a:latin typeface="맑은 고딕" pitchFamily="34" charset="0"/>
                <a:ea typeface="맑은 고딕" pitchFamily="34" charset="-122"/>
                <a:cs typeface="맑은 고딕" pitchFamily="34" charset="-120"/>
              </a:rPr>
              <a:t>영양소를</a:t>
            </a:r>
            <a:endParaRPr lang="ko-KR" sz="2200" dirty="0"/>
          </a:p>
          <a:p>
            <a:pPr eaLnBrk="0" indent="0" marL="0">
              <a:spcAft>
                <a:spcPts val="600"/>
              </a:spcAft>
              <a:buNone/>
            </a:pPr>
            <a:r>
              <a:rPr lang="ko-KR" altLang="en-US" sz="2000" dirty="0">
                <a:solidFill>
                  <a:srgbClr val="1F2937"/>
                </a:solidFill>
                <a:latin typeface="맑은 고딕" pitchFamily="34" charset="0"/>
                <a:ea typeface="맑은 고딕" pitchFamily="34" charset="-122"/>
                <a:cs typeface="맑은 고딕" pitchFamily="34" charset="-120"/>
              </a:rPr>
              <a:t>흡수해요.</a:t>
            </a:r>
            <a:endParaRPr lang="ko-KR" sz="2200" dirty="0"/>
          </a:p>
        </p:txBody>
      </p:sp>
      <p:sp>
        <p:nvSpPr>
          <p:cNvPr id="12" name="S16-card193"/>
          <p:cNvSpPr/>
          <p:nvPr/>
        </p:nvSpPr>
        <p:spPr>
          <a:xfrm>
            <a:off x="6208776" y="3680460"/>
            <a:ext cx="5431536" cy="1440180"/>
          </a:xfrm>
          <a:prstGeom prst="roundRect">
            <a:avLst>
              <a:gd name="adj" fmla="val 7619"/>
            </a:avLst>
          </a:prstGeom>
          <a:solidFill>
            <a:srgbClr val="EAF3F1"/>
          </a:solidFill>
          <a:ln w="12700">
            <a:solidFill>
              <a:srgbClr val="EAF3F1"/>
            </a:solidFill>
            <a:prstDash val="solid"/>
          </a:ln>
        </p:spPr>
      </p:sp>
      <p:sp>
        <p:nvSpPr>
          <p:cNvPr id="13" name="S16-cardtext194"/>
          <p:cNvSpPr txBox="1"/>
          <p:nvPr/>
        </p:nvSpPr>
        <p:spPr>
          <a:xfrm>
            <a:off x="6483096" y="3817620"/>
            <a:ext cx="4882896" cy="1165860"/>
          </a:xfrm>
          <a:prstGeom prst="rect">
            <a:avLst/>
          </a:prstGeom>
          <a:noFill/>
          <a:ln/>
        </p:spPr>
        <p:txBody>
          <a:bodyPr wrap="square" lIns="0" tIns="0" rIns="0" bIns="0" rtlCol="0" anchor="ctr"/>
          <a:lstStyle/>
          <a:p>
            <a:pPr eaLnBrk="0" indent="0" marL="0">
              <a:spcAft>
                <a:spcPts val="600"/>
              </a:spcAft>
              <a:buNone/>
            </a:pPr>
            <a:r>
              <a:rPr lang="ko-KR" altLang="en-US" sz="2200" b="1" dirty="0">
                <a:solidFill>
                  <a:srgbClr val="1F2937"/>
                </a:solidFill>
                <a:latin typeface="맑은 고딕" pitchFamily="34" charset="0"/>
                <a:ea typeface="맑은 고딕" pitchFamily="34" charset="-122"/>
                <a:cs typeface="맑은 고딕" pitchFamily="34" charset="-120"/>
              </a:rPr>
              <a:t>콩팥</a:t>
            </a:r>
            <a:endParaRPr lang="ko-KR" sz="2200" dirty="0"/>
          </a:p>
          <a:p>
            <a:pPr eaLnBrk="0" indent="0" marL="0">
              <a:spcAft>
                <a:spcPts val="600"/>
              </a:spcAft>
              <a:buNone/>
            </a:pPr>
            <a:r>
              <a:rPr lang="ko-KR" altLang="en-US" sz="2000" dirty="0">
                <a:solidFill>
                  <a:srgbClr val="1F2937"/>
                </a:solidFill>
                <a:latin typeface="맑은 고딕" pitchFamily="34" charset="0"/>
                <a:ea typeface="맑은 고딕" pitchFamily="34" charset="-122"/>
                <a:cs typeface="맑은 고딕" pitchFamily="34" charset="-120"/>
              </a:rPr>
              <a:t>노폐물을 걸러</a:t>
            </a:r>
            <a:endParaRPr lang="ko-KR" sz="2200" dirty="0"/>
          </a:p>
          <a:p>
            <a:pPr eaLnBrk="0" indent="0" marL="0">
              <a:spcAft>
                <a:spcPts val="600"/>
              </a:spcAft>
              <a:buNone/>
            </a:pPr>
            <a:r>
              <a:rPr lang="ko-KR" altLang="en-US" sz="2000" dirty="0">
                <a:solidFill>
                  <a:srgbClr val="1F2937"/>
                </a:solidFill>
                <a:latin typeface="맑은 고딕" pitchFamily="34" charset="0"/>
                <a:ea typeface="맑은 고딕" pitchFamily="34" charset="-122"/>
                <a:cs typeface="맑은 고딕" pitchFamily="34" charset="-120"/>
              </a:rPr>
              <a:t>오줌을 만들어요.</a:t>
            </a:r>
            <a:endParaRPr lang="ko-KR" sz="2200" dirty="0"/>
          </a:p>
        </p:txBody>
      </p:sp>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4B5563"/>
                </a:solidFill>
                <a:latin typeface="맑은 고딕"/>
                <a:ea typeface="맑은 고딕"/>
                <a:cs typeface="맑은 고딕"/>
              </a:defRPr>
            </a:lvl1pPr>
          </a:lstStyle>
          <a:p>
            <a:pPr eaLnBrk="0" algn="r"/>
            <a:fld id="{F7021451-1387-4CA6-816F-3879F97B5CBC}" type="slidenum">
              <a:rPr b="0" lang="en-US"/>
              <a:t>16</a:t>
            </a:fld>
            <a:endParaRPr lang="en-US"/>
          </a:p>
        </p:txBody>
      </p:sp>
    </p:spTree>
  </p:cSld>
  <p:clrMapOvr>
    <a:masterClrMapping/>
  </p:clrMapOvr>
</p:sld>
</file>

<file path=ppt/theme/theme1.xml><?xml version="1.0" encoding="utf-8"?>
<a:theme xmlns:a="http://schemas.openxmlformats.org/drawingml/2006/main" name="Education Classroom">
  <a:themeElements>
    <a:clrScheme name="Education Classroom">
      <a:dk1>
        <a:srgbClr val="1F2937"/>
      </a:dk1>
      <a:lt1>
        <a:srgbClr val="FFFFFF"/>
      </a:lt1>
      <a:dk2>
        <a:srgbClr val="264653"/>
      </a:dk2>
      <a:lt2>
        <a:srgbClr val="EAF3F1"/>
      </a:lt2>
      <a:accent1>
        <a:srgbClr val="E9762B"/>
      </a:accent1>
      <a:accent2>
        <a:srgbClr val="2A9D8F"/>
      </a:accent2>
      <a:accent3>
        <a:srgbClr val="C8434E"/>
      </a:accent3>
      <a:accent4>
        <a:srgbClr val="3D5A80"/>
      </a:accent4>
      <a:accent5>
        <a:srgbClr val="F2C14E"/>
      </a:accent5>
      <a:accent6>
        <a:srgbClr val="4B5563"/>
      </a:accent6>
      <a:hlink>
        <a:srgbClr val="3D5A80"/>
      </a:hlink>
      <a:folHlink>
        <a:srgbClr val="7A4E8A"/>
      </a:folHlink>
    </a:clrScheme>
    <a:fontScheme name="Education Classroom">
      <a:majorFont>
        <a:latin typeface="맑은 고딕"/>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초5 과학 기관의 협력</dc:title>
  <dc:subject>KR22-G05-SCI-TOGETHER-L01</dc:subject>
  <dc:creator>education-ppt</dc:creator>
  <cp:lastModifiedBy>education-ppt</cp:lastModifiedBy>
  <cp:revision>1</cp:revision>
  <dcterms:created xsi:type="dcterms:W3CDTF">2026-10-26T13:53:59Z</dcterms:created>
  <dcterms:modified xsi:type="dcterms:W3CDTF">2026-10-26T13:53:59Z</dcterms:modified>
</cp:coreProperties>
</file>