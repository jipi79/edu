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0a8e9dd-6908-6d9b-895c-b8690b03ec93}">
          <p14:sldIdLst>
            <p14:sldId id="256"/>
            <p14:sldId id="257"/>
          </p14:sldIdLst>
        </p14:section>
        <p14:section name="개념" id="{c18438a1-7fa2-71e2-96c5-b50619c8a45c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34951422-50c6-8cfe-f9a4-6ff8e65dd0be}">
          <p14:sldIdLst>
            <p14:sldId id="261"/>
            <p14:sldId id="264"/>
            <p14:sldId id="265"/>
          </p14:sldIdLst>
        </p14:section>
        <p14:section name="개념" id="{aaac51aa-a6d6-106f-d18b-9490a4469a4e}">
          <p14:sldIdLst/>
        </p14:section>
        <p14:section name="연습" id="{e4dfda3a-d698-c58b-df4f-e9f3617d5d45}">
          <p14:sldIdLst/>
        </p14:section>
        <p14:section name="확인" id="{f2145864-964a-8c1f-711a-8cff194439d1}">
          <p14:sldIdLst>
            <p14:sldId id="266"/>
            <p14:sldId id="267"/>
            <p14:sldId id="268"/>
          </p14:sldIdLst>
        </p14:section>
        <p14:section name="정리" id="{c69e8666-5563-a0c6-d24b-9826efd14824}">
          <p14:sldIdLst>
            <p14:sldId id="269"/>
          </p14:sldIdLst>
        </p14:section>
        <p14:section name="보충" id="{4a13c718-e484-dcdb-0ca9-79efdb8031a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같은 양을 여러 번 더하는 상황을 보여 주고, 분수에도 곱셈을 쓸 수 있는지 궁금하게 합니다.
시간: 약 2분
이렇게 말해 보세요
- “물을 5분의 2 L씩 3번 마셨어. 덧셈식으로 쓰면 어떻게 될까? 곱셈식으로는?”
- “답은 1 L보다 많을까, 적을까? 예상해 보자.”
예상 답
- “5분의 2 + 5분의 2 + 5분의 2요.” / “5분의 2 × 3이요.”
- “1 L보다 많아요.”
막히면
- 자연수로 바꾸어 묻습니다. “2 L씩 3번이면 2 × 3이지? 5분의 2 L씩 3번이면?”
주의
- 답은 S03에서 함께 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확인(분수의 덧셈, 가분수와 대분수, 크기가 같은 분수)]
목적: 분모가 같은 분수의 덧셈, 가분수를 대분수로 바꾸기, 크기가 같은 분수를 알고 있는지 확인합니다.
시간: 약 3분
이렇게 말해 보세요
- “①은 7분의 1이 모두 몇 개야?”
- “②는 4분의 11을 대분수로 바꿔 봐. 4분의 4가 몇 번 들어가?”
- “③은 분자와 분모를 같은 수로 나누어 볼까?”
정답
- ① 7분의 6
- ② 2와 4분의 3
- ③ 4분의 3
막히면
- ①이나 ②가 흔들리면 S15(보충)를 먼저 합니다.
- 보충으로도 어려우면 초4 수와연산 5차시 ‘분모가 같은 분수의 덧셈’(KR22-G04-MAT-FRACADD-L01)과 초3 분수와소수 5차시 ‘진분수·가분수·대분수’(KR22-G03-MAT-MIXED-L01)를 먼저 합니다. ③이 어려우면 초5 ‘약분과 기약분수’(KR22-G05-MAT-FRAC-REDUCE-L01)를 다시 봅니다.
주의
- ③의 약분은 오늘 곱셈의 답을 간단히 나타낼 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(분수)×(자연수)를 덧셈으로]
목적: (분수)×(자연수)는 같은 분수를 여러 번 더한 것이고, 단위분수의 개수(분자)에 자연수를 곱하면 된다는 것을 막대로 봅니다.
시간: 약 3분
이렇게 말해 보세요
- “5분의 2 × 3은 5분의 2를 몇 번 더한 거야?”
- “막대에서 색칠한 5분의 1은 모두 몇 칸이야? 2칸씩 3번이니까?”
- “그래서 5분의 6, 대분수로는?”
예상 답
- “3번이요.” “6칸이요.” “1과 5분의 1이요.”
막히면
- 종이 띠 세 장을 5칸으로 접어 2칸씩 색칠하고 색칠한 칸을 모두 셉니다.
주의
- S01의 답: 물은 모두 5분의 6 L = 1과 5분의 1 L입니다.
- 분모는 ‘몇 칸으로 나누었는지’라서 곱하지 않습니다. 이 점을 S10에서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곱한 뒤 약분하고 대분수로 나타내기]
목적: 분자와 자연수를 곱한 뒤 약분하고 대분수로 나타내는 순서를 익히고, 곱하기 전에 약분해도 된다는 것을 압니다.
시간: 약 3분
이렇게 말해 보세요
- “분자 5와 자연수 4를 곱하면? 분모는?”
- “6분의 20을 약분해 볼까? 둘 다 2로 나누어떨어지지?”
- “계산하기 전에 분모 6과 4를 먼저 2로 나누어도 답이 같을까?”
예상 답
- “6분의 20이요.” “3분의 10이요.” “3과 3분의 1이요.”
막히면
- 약분이 어려우면 “20과 6을 둘 다 나눌 수 있는 수는?”이라고 묻습니다.
주의
- 약분은 분모와 ‘곱하는 자연수’ 사이에서도 할 수 있습니다. 분자와 분모끼리만 약분한다고 생각하면 노트의 예(3분의 5 × 2)로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(대분수)×(자연수)의 두 가지 방법]
목적: (대분수)×(자연수)를 자연수 부분과 분수 부분으로 나누어 곱하거나, 가분수로 바꾸어 곱할 수 있음을 비교합니다.
시간: 약 3분
이렇게 말해 보세요
- “왼쪽은 1에도 2를 곱하고 3분의 2에도 2를 곱했어. 오른쪽은 먼저 가분수로 바꿨어.”
- “두 답이 같아? 어느 쪽이 더 편해?”
예상 답
- “둘 다 3과 3분의 1이에요.”
- “가분수로 바꾸는 게 편해요.” / “따로 하는 게 쉬워요.”
막히면
- 1과 3분의 2를 막대(꽉 찬 막대 1개와 3칸 중 2칸)로 그리고 두 번 그려서 모아 봅니다.
주의
- 왼쪽 방법에서 분수 부분에 곱하는 것을 빠뜨리면(1과 3분의 2 × 2 = 2와 3분의 2) 흔한 실수입니다. 다음 차시 (대분수)×(대분수)에서는 가분수로 바꾸는 방법을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(분수)×(자연수) 안내 연습]
목적: 도움을 받으며 (진분수)×(자연수), (대분수)×(자연수)를 계산하고 간단히 나타냅니다.
시간: 약 3분
이렇게 말해 보세요
- “①은 분자에 2를 곱하면? 약분할 수 있어?”
- “②는 곱하기 전에 9와 6을 3으로 나누어 볼까?”
- “③은 대분수야. 어떤 방법으로 할래?”
정답
- ① 8분의 6 = 4분의 3
- ② 9분의 24 = 3분의 8 = 2와 3분의 2
- ③ 4분의 9 × 3 = 4분의 27 = 6과 4분의 3
막히면
- ①은 막대 두 개를 8칸으로 나누어 3칸씩 색칠해 봅니다.
- ③에서 자연수 2에만 3을 곱하면(6과 4분의 1) 분수 부분에도 곱해야 한다는 것을 S05로 확인합니다.
주의
- 약분하지 않은 답(8분의 6, 9분의 24)도 값은 맞습니다. 칭찬한 뒤 “더 간단히 나타낼 수 있을까?”라고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(자연수)×(분수)의 뜻(자연수의 분수만큼)]
목적: (자연수)×(분수)는 ‘자연수의 분수만큼’이라는 뜻임을 묶음 그림으로 봅니다.
시간: 약 3분
이렇게 말해 보세요
- “사탕 12개를 똑같이 3묶음으로 나누면 한 묶음에 몇 개야?”
- “3분의 2는 3묶음 중 2묶음이야. 몇 개일까?”
- “그래서 12 × 3분의 2 = 8이야. 12에 2를 곱하고 3으로 나눈 것과 같아.”
예상 답
- “4개요.” “8개요.”
막히면
- 바둑돌 12개를 실제로 세 무더기로 나누고 두 무더기를 모읍니다.
주의
- 12 × 3분의 2 = 3분의 24 = 8로 계산해도 됩니다. 곱하기 전에 12와 3을 약분하면 4 × 2 = 8입니다.
- 아이가 지쳐 보이면 S06 다음이나 이 장 다음에 쉬어도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(자연수)×(분수) 계산과 곱의 크기]
목적: (자연수)×(분수)도 자연수와 분자를 곱해 계산하고, 진분수를 곱하면 처음 수보다 작아진다는 것을 압니다.
시간: 약 3분
이렇게 말해 보세요
- “6에 4분의 3을 곱하려면 6과 무엇을 곱해? 분모는?”
- “막대 전체가 6이야. 4칸 중 3칸이면 6보다 클까, 작을까?”
예상 답
- “6과 3이요. 분모는 4 그대로요.”
- “작아요. 4와 2분의 1이에요.”
막히면
- 6을 4로 나누면 한 칸이 1과 2분의 1이라는 것을 함께 말하고, 3칸이면 4와 2분의 1임을 확인합니다.
주의
- 곱하기 전에 6과 4를 2로 약분하면 3 × 2분의 3 = 2분의 9입니다.
- ‘곱하면 항상 커진다’는 생각을 바로잡는 장면입니다. 1보다 작은 수를 곱하면 작아집니다.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(자연수)×(분수) 안내 연습]
목적: 도움을 받으며 (자연수)×(진분수), (자연수)×(대분수)를 계산합니다.
시간: 약 3분
이렇게 말해 보세요
- “①은 그림을 봐. 10을 똑같이 5묶음으로 나누면 한 묶음에 몇 개야? 2묶음이면?”
- “②는 9와 6을 먼저 약분할 수 있어?”
- “③은 6분의 7로 바꿔서 곱해 볼까?”
정답
- ① 4
- ② 6분의 45 = 2분의 15 = 7과 2분의 1
- ③ 4 × 6분의 7 = 6분의 28 = 3분의 14 = 4와 3분의 2
막히면
- ①은 바둑돌 10개로 직접 나누어 봅니다.
- ③에서 자연수끼리만 곱하면(4와 6분의 1) S05의 두 방법을 다시 봅니다.
주의
- ②는 곱하기 전에 9와 6을 3으로 약분하면 3 × 2분의 5 = 2분의 15로 수가 작아집니다.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비교(분모에도 자연수 곱하기)]
목적: 분모에도 자연수를 곱하는 흔한 실수(M1)를, 크기가 같은 분수와 연결해 반박합니다.
시간: 약 3분
이렇게 말해 보세요
- “하늘이의 답 8분의 6을 약분하면 얼마야? 처음 수 4분의 3과 비교해 봐.”
- “4분의 3을 2번 더하면 얼마야?”
예상 답
- “8분의 6은 4분의 3이랑 같아요. 2배가 안 됐어요.”
- “4분의 6이요. 바다가 맞아요.”
정답
- 바다가 맞습니다. 4분의 3 × 2 = 4분의 3 + 4분의 3 = 4분의 6 = 1과 2분의 1입니다.
- 하늘이처럼 분자와 분모에 모두 곱하면 크기가 같은 분수(8분의 6 = 4분의 3)가 되어 양이 변하지 않습니다.
막히면
- 4칸 막대 두 개에 3칸씩 색칠하고 모두 몇 칸(4분의 1이 몇 개)인지 셉니다.
주의
- ‘크기가 같은 분수’ 차시에서 배운 것과 연결하면 왜 분모에 곱하면 안 되는지 스스로 설명할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(분수)×(자연수)(목표 A)와 (자연수)×(분수)(목표 B)를 계산하는지 확인합니다.
시간: 약 4분
이렇게 말해 보세요
- “이번에는 혼자 해 보자. 다 하면 하나를 골라 어떻게 했는지 설명해 줘.”
정답
- ① 12분의 20 = 3분의 5 = 1과 3분의 2
- ② 6
- ③ 5분의 12 × 3 = 5분의 36 = 7과 5분의 1
- ④ 5분의 4 × 3 = 5분의 12 = 2와 5분의 2(L)
막히면
- 바로 알려 주지 말고 “분모는 어떻게 했어?”라고만 묻습니다.
- 도움을 받아 해결했다면 기록표에 ‘도움’으로 표시합니다.
주의
- 값이 맞으면 약분하지 않은 답도 맞은 것으로 보되, 간단히 나타내는 것까지 해 보게 합니다. 정답 확인은 다음 장(S12)에서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1과 3분의 2 ② 6 ③ 7과 5분의 1 ④ 2와 5분의 2 L
막히면
- 분모에 곱했으면 S10으로, 대분수에서 자연수만 곱했으면 S05로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확인(곱의 크기 판단과 까닭)]
목적: 처음 보는 문제에서 (자연수)×(분수)의 뜻으로 곱의 크기를 판단하고 까닭을 말하는지 확인합니다(목표 B).
시간: 약 2분
이렇게 말해 보세요
- “15의 3분의 2는 15보다 클까, 작을까? 왜?”
- “나와 다는 어때?”
정답
- 가: 15의 3분의 2는 15의 일부라서 15보다 작습니다(10).
- 나는 15의 1과 3분의 1배라서 15보다 큽니다(20). 다는 3분의 3 = 1이라서 15와 같습니다.
막히면
- “3분의 2는 1보다 커, 작아?”라고 먼저 묻고, S08의 ‘진분수를 곱하면 작아진다’를 떠올리게 합니다.
주의
- 까닭까지 말하면 목표 B 확인 완료입니다. 답만 맞히면 ‘까닭 설명 필요’로 기록합니다.
- S01의 물 문제도 다시 이야기해 봅니다(5분의 2 × 3 = 1과 5분의 1 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“분수와 자연수를 곱할 때 분모는 어떻게 했어? 왜 그랬어?”
- “다음 수업을 시작할 때 이 세 문제를 먼저 풀 거야.”
예상 답
- “분모는 그대로예요. 몇 칸으로 나누었는지는 안 바뀌니까요.”
정답
- ① 9분의 6 = 3분의 2
- ② 6
- ③ 4분의 5 × 2 = 2분의 5 = 2와 2분의 1
막히면
- S03의 막대 그림을 다시 보여 줍니다.
주의
- 다음 차시는 분수끼리의 곱셈입니다.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보충(같은 분수 여러 번 더하기)]
목적: S02에서 분수의 덧셈이나 가분수가 흔들린 경우에만 사용합니다. 단위분수의 개수로 더하는 것을 다시 봅니다.
시간: 약 5분
이렇게 말해 보세요
- “4분의 1을 세 번 모으면 4분의 1이 몇 개야?”
- “4분의 1이 7개면? 대분수로 바꾸면?”
정답
- 4분의 3
- 4분의 7 = 1과 4분의 3
막히면
- 종이 띠를 4칸으로 접어 한 칸씩 잘라 모아 봅니다.
주의
- 이 차시의 계획상 선수 차시는 초5 ‘어림하기’(KR22-G05-MAT-ROUND-L01)와 초4 ‘분모가 같은 분수의 덧셈’(KR22-G04-MAT-FRACADD-L01)입니다. 보충으로도 어려우면 ‘분모가 같은 분수의 덧셈’과 초3 ‘진분수·가분수·대분수’(KR22-G03-MAT-MIXED-L01)를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분수와 자연수의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분수와 자연수의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분수와 자연수의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분수와 자연수의 곱셈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5분의 2 L씩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마시면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L일까?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7918196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5" name="S01-fracbar2"/>
          <p:cNvSpPr/>
          <p:nvPr/>
        </p:nvSpPr>
        <p:spPr>
          <a:xfrm>
            <a:off x="7954772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7918196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7" name="S01-op4"/>
          <p:cNvSpPr txBox="1"/>
          <p:nvPr/>
        </p:nvSpPr>
        <p:spPr>
          <a:xfrm>
            <a:off x="8671052" y="1467104"/>
            <a:ext cx="75387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4000" dirty="0"/>
          </a:p>
        </p:txBody>
      </p:sp>
      <p:sp>
        <p:nvSpPr>
          <p:cNvPr id="8" name="S01-op5"/>
          <p:cNvSpPr txBox="1"/>
          <p:nvPr/>
        </p:nvSpPr>
        <p:spPr>
          <a:xfrm>
            <a:off x="9534652" y="1467104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9" name="S01-op6"/>
          <p:cNvSpPr txBox="1"/>
          <p:nvPr/>
        </p:nvSpPr>
        <p:spPr>
          <a:xfrm>
            <a:off x="10235692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0" name="S01-op7"/>
          <p:cNvSpPr txBox="1"/>
          <p:nvPr/>
        </p:nvSpPr>
        <p:spPr>
          <a:xfrm>
            <a:off x="10814812" y="1467104"/>
            <a:ext cx="5608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(분수)×(자연수)를 덧셈과 연결해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(자연수)×(분수)를 그림으로 설명하고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학습 기억하기</a:t>
            </a:r>
            <a:endParaRPr lang="ko-KR" sz="4000" dirty="0"/>
          </a:p>
        </p:txBody>
      </p:sp>
      <p:sp>
        <p:nvSpPr>
          <p:cNvPr id="3" name="S02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안에 알맞은 수를 써요.</a:t>
            </a:r>
            <a:endParaRPr lang="ko-KR" sz="2800" dirty="0"/>
          </a:p>
        </p:txBody>
      </p:sp>
      <p:sp>
        <p:nvSpPr>
          <p:cNvPr id="4" name="S02-chip1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2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2-fracbar13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4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2-op15"/>
          <p:cNvSpPr txBox="1"/>
          <p:nvPr/>
        </p:nvSpPr>
        <p:spPr>
          <a:xfrm>
            <a:off x="1990344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9" name="S02-num16"/>
          <p:cNvSpPr txBox="1"/>
          <p:nvPr/>
        </p:nvSpPr>
        <p:spPr>
          <a:xfrm>
            <a:off x="2526792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2-fracbar17"/>
          <p:cNvSpPr/>
          <p:nvPr/>
        </p:nvSpPr>
        <p:spPr>
          <a:xfrm>
            <a:off x="25633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18"/>
          <p:cNvSpPr txBox="1"/>
          <p:nvPr/>
        </p:nvSpPr>
        <p:spPr>
          <a:xfrm>
            <a:off x="25267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02-op19"/>
          <p:cNvSpPr txBox="1"/>
          <p:nvPr/>
        </p:nvSpPr>
        <p:spPr>
          <a:xfrm>
            <a:off x="31729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13" name="S02-num20"/>
          <p:cNvSpPr txBox="1"/>
          <p:nvPr/>
        </p:nvSpPr>
        <p:spPr>
          <a:xfrm>
            <a:off x="3709416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4" name="S02-fracbar21"/>
          <p:cNvSpPr/>
          <p:nvPr/>
        </p:nvSpPr>
        <p:spPr>
          <a:xfrm>
            <a:off x="37459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num22"/>
          <p:cNvSpPr txBox="1"/>
          <p:nvPr/>
        </p:nvSpPr>
        <p:spPr>
          <a:xfrm>
            <a:off x="3709416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6" name="S02-op23"/>
          <p:cNvSpPr txBox="1"/>
          <p:nvPr/>
        </p:nvSpPr>
        <p:spPr>
          <a:xfrm>
            <a:off x="4355592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02-blank24"/>
          <p:cNvSpPr/>
          <p:nvPr/>
        </p:nvSpPr>
        <p:spPr>
          <a:xfrm>
            <a:off x="4982830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2-fracbar25"/>
          <p:cNvSpPr/>
          <p:nvPr/>
        </p:nvSpPr>
        <p:spPr>
          <a:xfrm>
            <a:off x="4928616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2-num26"/>
          <p:cNvSpPr txBox="1"/>
          <p:nvPr/>
        </p:nvSpPr>
        <p:spPr>
          <a:xfrm>
            <a:off x="4892040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20" name="S02-chip2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1" name="S02-num28"/>
          <p:cNvSpPr txBox="1"/>
          <p:nvPr/>
        </p:nvSpPr>
        <p:spPr>
          <a:xfrm>
            <a:off x="1344168" y="35986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3200" dirty="0"/>
          </a:p>
        </p:txBody>
      </p:sp>
      <p:sp>
        <p:nvSpPr>
          <p:cNvPr id="22" name="S02-fracbar29"/>
          <p:cNvSpPr/>
          <p:nvPr/>
        </p:nvSpPr>
        <p:spPr>
          <a:xfrm>
            <a:off x="1380744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num30"/>
          <p:cNvSpPr txBox="1"/>
          <p:nvPr/>
        </p:nvSpPr>
        <p:spPr>
          <a:xfrm>
            <a:off x="1344168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4" name="S02-op31"/>
          <p:cNvSpPr txBox="1"/>
          <p:nvPr/>
        </p:nvSpPr>
        <p:spPr>
          <a:xfrm>
            <a:off x="2089912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02-blank32"/>
          <p:cNvSpPr/>
          <p:nvPr/>
        </p:nvSpPr>
        <p:spPr>
          <a:xfrm>
            <a:off x="2626360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2-blank33"/>
          <p:cNvSpPr/>
          <p:nvPr/>
        </p:nvSpPr>
        <p:spPr>
          <a:xfrm>
            <a:off x="3145170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2-fracbar34"/>
          <p:cNvSpPr/>
          <p:nvPr/>
        </p:nvSpPr>
        <p:spPr>
          <a:xfrm>
            <a:off x="3090956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2-num35"/>
          <p:cNvSpPr txBox="1"/>
          <p:nvPr/>
        </p:nvSpPr>
        <p:spPr>
          <a:xfrm>
            <a:off x="3054380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9" name="S02-chip3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0" name="S02-num37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1" name="S02-fracbar38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2-num39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3" name="S02-op40"/>
          <p:cNvSpPr txBox="1"/>
          <p:nvPr/>
        </p:nvSpPr>
        <p:spPr>
          <a:xfrm>
            <a:off x="1990344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4" name="S02-blank41"/>
          <p:cNvSpPr/>
          <p:nvPr/>
        </p:nvSpPr>
        <p:spPr>
          <a:xfrm>
            <a:off x="2617582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5" name="S02-fracbar42"/>
          <p:cNvSpPr/>
          <p:nvPr/>
        </p:nvSpPr>
        <p:spPr>
          <a:xfrm>
            <a:off x="2563368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2-num43"/>
          <p:cNvSpPr txBox="1"/>
          <p:nvPr/>
        </p:nvSpPr>
        <p:spPr>
          <a:xfrm>
            <a:off x="2526792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분수를 여러 번 더하면</a:t>
            </a:r>
            <a:endParaRPr lang="ko-KR" sz="4000" dirty="0"/>
          </a:p>
        </p:txBody>
      </p:sp>
      <p:sp>
        <p:nvSpPr>
          <p:cNvPr id="3" name="S03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 두고, 분자에 자연수를 곱해요.</a:t>
            </a:r>
            <a:endParaRPr lang="ko-KR" sz="2800" dirty="0"/>
          </a:p>
        </p:txBody>
      </p:sp>
      <p:sp>
        <p:nvSpPr>
          <p:cNvPr id="5" name="S03-num46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3-fracbar47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num48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8" name="S03-op49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03-op50"/>
          <p:cNvSpPr txBox="1"/>
          <p:nvPr/>
        </p:nvSpPr>
        <p:spPr>
          <a:xfrm>
            <a:off x="195884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3-num51"/>
          <p:cNvSpPr txBox="1"/>
          <p:nvPr/>
        </p:nvSpPr>
        <p:spPr>
          <a:xfrm>
            <a:off x="7605598" y="266496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3-fracbar52"/>
          <p:cNvSpPr/>
          <p:nvPr/>
        </p:nvSpPr>
        <p:spPr>
          <a:xfrm>
            <a:off x="7642174" y="3031236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3-num53"/>
          <p:cNvSpPr txBox="1"/>
          <p:nvPr/>
        </p:nvSpPr>
        <p:spPr>
          <a:xfrm>
            <a:off x="7605598" y="3067812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3" name="S03-cell54"/>
          <p:cNvSpPr/>
          <p:nvPr/>
        </p:nvSpPr>
        <p:spPr>
          <a:xfrm>
            <a:off x="8401507" y="2743200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55"/>
          <p:cNvSpPr/>
          <p:nvPr/>
        </p:nvSpPr>
        <p:spPr>
          <a:xfrm>
            <a:off x="9049268" y="2743200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56"/>
          <p:cNvSpPr/>
          <p:nvPr/>
        </p:nvSpPr>
        <p:spPr>
          <a:xfrm>
            <a:off x="9697029" y="2743200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57"/>
          <p:cNvSpPr/>
          <p:nvPr/>
        </p:nvSpPr>
        <p:spPr>
          <a:xfrm>
            <a:off x="10344790" y="2743200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58"/>
          <p:cNvSpPr/>
          <p:nvPr/>
        </p:nvSpPr>
        <p:spPr>
          <a:xfrm>
            <a:off x="10992551" y="2743200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figure59" descr="똑같이 5칸으로 나눈 띠, 2칸 색칠"/>
          <p:cNvSpPr/>
          <p:nvPr/>
        </p:nvSpPr>
        <p:spPr>
          <a:xfrm>
            <a:off x="8401507" y="2743200"/>
            <a:ext cx="3238805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3-num60"/>
          <p:cNvSpPr txBox="1"/>
          <p:nvPr/>
        </p:nvSpPr>
        <p:spPr>
          <a:xfrm>
            <a:off x="7605598" y="3497072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0" name="S03-fracbar61"/>
          <p:cNvSpPr/>
          <p:nvPr/>
        </p:nvSpPr>
        <p:spPr>
          <a:xfrm>
            <a:off x="7642174" y="3863340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num62"/>
          <p:cNvSpPr txBox="1"/>
          <p:nvPr/>
        </p:nvSpPr>
        <p:spPr>
          <a:xfrm>
            <a:off x="7605598" y="389991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" name="S03-cell63"/>
          <p:cNvSpPr/>
          <p:nvPr/>
        </p:nvSpPr>
        <p:spPr>
          <a:xfrm>
            <a:off x="8401507" y="3575304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64"/>
          <p:cNvSpPr/>
          <p:nvPr/>
        </p:nvSpPr>
        <p:spPr>
          <a:xfrm>
            <a:off x="9049268" y="3575304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65"/>
          <p:cNvSpPr/>
          <p:nvPr/>
        </p:nvSpPr>
        <p:spPr>
          <a:xfrm>
            <a:off x="9697029" y="3575304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66"/>
          <p:cNvSpPr/>
          <p:nvPr/>
        </p:nvSpPr>
        <p:spPr>
          <a:xfrm>
            <a:off x="10344790" y="3575304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67"/>
          <p:cNvSpPr/>
          <p:nvPr/>
        </p:nvSpPr>
        <p:spPr>
          <a:xfrm>
            <a:off x="10992551" y="3575304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figure68" descr="똑같이 5칸으로 나눈 띠, 2칸 색칠"/>
          <p:cNvSpPr/>
          <p:nvPr/>
        </p:nvSpPr>
        <p:spPr>
          <a:xfrm>
            <a:off x="8401507" y="3575304"/>
            <a:ext cx="3238805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3-num69"/>
          <p:cNvSpPr txBox="1"/>
          <p:nvPr/>
        </p:nvSpPr>
        <p:spPr>
          <a:xfrm>
            <a:off x="7605598" y="432917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9" name="S03-fracbar70"/>
          <p:cNvSpPr/>
          <p:nvPr/>
        </p:nvSpPr>
        <p:spPr>
          <a:xfrm>
            <a:off x="7642174" y="469544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3-num71"/>
          <p:cNvSpPr txBox="1"/>
          <p:nvPr/>
        </p:nvSpPr>
        <p:spPr>
          <a:xfrm>
            <a:off x="7605598" y="473202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31" name="S03-cell72"/>
          <p:cNvSpPr/>
          <p:nvPr/>
        </p:nvSpPr>
        <p:spPr>
          <a:xfrm>
            <a:off x="8401507" y="4407408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73"/>
          <p:cNvSpPr/>
          <p:nvPr/>
        </p:nvSpPr>
        <p:spPr>
          <a:xfrm>
            <a:off x="9049268" y="4407408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74"/>
          <p:cNvSpPr/>
          <p:nvPr/>
        </p:nvSpPr>
        <p:spPr>
          <a:xfrm>
            <a:off x="9697029" y="4407408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75"/>
          <p:cNvSpPr/>
          <p:nvPr/>
        </p:nvSpPr>
        <p:spPr>
          <a:xfrm>
            <a:off x="10344790" y="4407408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76"/>
          <p:cNvSpPr/>
          <p:nvPr/>
        </p:nvSpPr>
        <p:spPr>
          <a:xfrm>
            <a:off x="10992551" y="4407408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figure77" descr="똑같이 5칸으로 나눈 띠, 2칸 색칠"/>
          <p:cNvSpPr/>
          <p:nvPr/>
        </p:nvSpPr>
        <p:spPr>
          <a:xfrm>
            <a:off x="8401507" y="4407408"/>
            <a:ext cx="3238805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3-stepno78"/>
          <p:cNvSpPr txBox="1"/>
          <p:nvPr/>
        </p:nvSpPr>
        <p:spPr>
          <a:xfrm>
            <a:off x="548640" y="29143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8" name="S03-text79"/>
          <p:cNvSpPr txBox="1"/>
          <p:nvPr/>
        </p:nvSpPr>
        <p:spPr>
          <a:xfrm>
            <a:off x="1325880" y="2868676"/>
            <a:ext cx="2955377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바꿔요.</a:t>
            </a:r>
            <a:endParaRPr lang="ko-KR" sz="2800" dirty="0"/>
          </a:p>
        </p:txBody>
      </p:sp>
      <p:sp>
        <p:nvSpPr>
          <p:cNvPr id="39" name="S03-num80"/>
          <p:cNvSpPr txBox="1"/>
          <p:nvPr/>
        </p:nvSpPr>
        <p:spPr>
          <a:xfrm>
            <a:off x="4281257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0" name="S03-fracbar81"/>
          <p:cNvSpPr/>
          <p:nvPr/>
        </p:nvSpPr>
        <p:spPr>
          <a:xfrm>
            <a:off x="4317833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3-num82"/>
          <p:cNvSpPr txBox="1"/>
          <p:nvPr/>
        </p:nvSpPr>
        <p:spPr>
          <a:xfrm>
            <a:off x="4281257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2" name="S03-op83"/>
          <p:cNvSpPr txBox="1"/>
          <p:nvPr/>
        </p:nvSpPr>
        <p:spPr>
          <a:xfrm>
            <a:off x="4874093" y="28686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3" name="S03-num84"/>
          <p:cNvSpPr txBox="1"/>
          <p:nvPr/>
        </p:nvSpPr>
        <p:spPr>
          <a:xfrm>
            <a:off x="5389205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4" name="S03-fracbar85"/>
          <p:cNvSpPr/>
          <p:nvPr/>
        </p:nvSpPr>
        <p:spPr>
          <a:xfrm>
            <a:off x="5425781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3-num86"/>
          <p:cNvSpPr txBox="1"/>
          <p:nvPr/>
        </p:nvSpPr>
        <p:spPr>
          <a:xfrm>
            <a:off x="5389205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6" name="S03-op87"/>
          <p:cNvSpPr txBox="1"/>
          <p:nvPr/>
        </p:nvSpPr>
        <p:spPr>
          <a:xfrm>
            <a:off x="5982041" y="28686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7" name="S03-num88"/>
          <p:cNvSpPr txBox="1"/>
          <p:nvPr/>
        </p:nvSpPr>
        <p:spPr>
          <a:xfrm>
            <a:off x="6497153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8" name="S03-fracbar89"/>
          <p:cNvSpPr/>
          <p:nvPr/>
        </p:nvSpPr>
        <p:spPr>
          <a:xfrm>
            <a:off x="6533729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3-num90"/>
          <p:cNvSpPr txBox="1"/>
          <p:nvPr/>
        </p:nvSpPr>
        <p:spPr>
          <a:xfrm>
            <a:off x="6497153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50" name="S03-stepno91"/>
          <p:cNvSpPr txBox="1"/>
          <p:nvPr/>
        </p:nvSpPr>
        <p:spPr>
          <a:xfrm>
            <a:off x="548640" y="39913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1" name="S03-text92"/>
          <p:cNvSpPr txBox="1"/>
          <p:nvPr/>
        </p:nvSpPr>
        <p:spPr>
          <a:xfrm>
            <a:off x="1325880" y="3945636"/>
            <a:ext cx="2955377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6개예요.</a:t>
            </a:r>
            <a:endParaRPr lang="ko-KR" sz="2800" dirty="0"/>
          </a:p>
        </p:txBody>
      </p:sp>
      <p:sp>
        <p:nvSpPr>
          <p:cNvPr id="52" name="S03-num93"/>
          <p:cNvSpPr txBox="1"/>
          <p:nvPr/>
        </p:nvSpPr>
        <p:spPr>
          <a:xfrm>
            <a:off x="4281257" y="39456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3" name="S03-fracbar94"/>
          <p:cNvSpPr/>
          <p:nvPr/>
        </p:nvSpPr>
        <p:spPr>
          <a:xfrm>
            <a:off x="4317833" y="440182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03-num95"/>
          <p:cNvSpPr txBox="1"/>
          <p:nvPr/>
        </p:nvSpPr>
        <p:spPr>
          <a:xfrm>
            <a:off x="4281257" y="44383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55" name="S03-op96"/>
          <p:cNvSpPr txBox="1"/>
          <p:nvPr/>
        </p:nvSpPr>
        <p:spPr>
          <a:xfrm>
            <a:off x="4874093" y="39456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6" name="S03-num97"/>
          <p:cNvSpPr txBox="1"/>
          <p:nvPr/>
        </p:nvSpPr>
        <p:spPr>
          <a:xfrm>
            <a:off x="5389205" y="39456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7" name="S03-num98"/>
          <p:cNvSpPr txBox="1"/>
          <p:nvPr/>
        </p:nvSpPr>
        <p:spPr>
          <a:xfrm>
            <a:off x="5678765" y="39456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8" name="S03-fracbar99"/>
          <p:cNvSpPr/>
          <p:nvPr/>
        </p:nvSpPr>
        <p:spPr>
          <a:xfrm>
            <a:off x="5715341" y="440182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9" name="S03-num100"/>
          <p:cNvSpPr txBox="1"/>
          <p:nvPr/>
        </p:nvSpPr>
        <p:spPr>
          <a:xfrm>
            <a:off x="5678765" y="44383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약분하고 대분수로</a:t>
            </a:r>
            <a:endParaRPr lang="ko-KR" sz="4000" dirty="0"/>
          </a:p>
        </p:txBody>
      </p:sp>
      <p:sp>
        <p:nvSpPr>
          <p:cNvPr id="3" name="S04-card10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0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약분을 먼저 해도 돼요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 6과 자연수 4를 2로 나누면 3분의 5 × 2 = 3분의 10</a:t>
            </a:r>
            <a:endParaRPr lang="ko-KR" sz="2800" dirty="0"/>
          </a:p>
        </p:txBody>
      </p:sp>
      <p:sp>
        <p:nvSpPr>
          <p:cNvPr id="5" name="S04-num103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04-fracbar104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4-num105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8" name="S04-op106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04-op107"/>
          <p:cNvSpPr txBox="1"/>
          <p:nvPr/>
        </p:nvSpPr>
        <p:spPr>
          <a:xfrm>
            <a:off x="195884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4-stepno108"/>
          <p:cNvSpPr txBox="1"/>
          <p:nvPr/>
        </p:nvSpPr>
        <p:spPr>
          <a:xfrm>
            <a:off x="548640" y="27586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1" name="S04-text109"/>
          <p:cNvSpPr txBox="1"/>
          <p:nvPr/>
        </p:nvSpPr>
        <p:spPr>
          <a:xfrm>
            <a:off x="1325880" y="2712974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자연수를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800" dirty="0"/>
          </a:p>
        </p:txBody>
      </p:sp>
      <p:sp>
        <p:nvSpPr>
          <p:cNvPr id="12" name="S04-num110"/>
          <p:cNvSpPr txBox="1"/>
          <p:nvPr/>
        </p:nvSpPr>
        <p:spPr>
          <a:xfrm>
            <a:off x="6981810" y="2712974"/>
            <a:ext cx="1195832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</a:t>
            </a:r>
            <a:endParaRPr lang="ko-KR" sz="2800" dirty="0"/>
          </a:p>
        </p:txBody>
      </p:sp>
      <p:sp>
        <p:nvSpPr>
          <p:cNvPr id="13" name="S04-fracbar111"/>
          <p:cNvSpPr/>
          <p:nvPr/>
        </p:nvSpPr>
        <p:spPr>
          <a:xfrm>
            <a:off x="7018386" y="3169158"/>
            <a:ext cx="11226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num112"/>
          <p:cNvSpPr txBox="1"/>
          <p:nvPr/>
        </p:nvSpPr>
        <p:spPr>
          <a:xfrm>
            <a:off x="6981810" y="3205734"/>
            <a:ext cx="1195832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5" name="S04-op113"/>
          <p:cNvSpPr txBox="1"/>
          <p:nvPr/>
        </p:nvSpPr>
        <p:spPr>
          <a:xfrm>
            <a:off x="8287370" y="271297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6" name="S04-num114"/>
          <p:cNvSpPr txBox="1"/>
          <p:nvPr/>
        </p:nvSpPr>
        <p:spPr>
          <a:xfrm>
            <a:off x="8802482" y="271297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17" name="S04-fracbar115"/>
          <p:cNvSpPr/>
          <p:nvPr/>
        </p:nvSpPr>
        <p:spPr>
          <a:xfrm>
            <a:off x="8839058" y="316915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num116"/>
          <p:cNvSpPr txBox="1"/>
          <p:nvPr/>
        </p:nvSpPr>
        <p:spPr>
          <a:xfrm>
            <a:off x="8802482" y="32057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9" name="S04-stepno117"/>
          <p:cNvSpPr txBox="1"/>
          <p:nvPr/>
        </p:nvSpPr>
        <p:spPr>
          <a:xfrm>
            <a:off x="548640" y="383565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0" name="S04-text118"/>
          <p:cNvSpPr txBox="1"/>
          <p:nvPr/>
        </p:nvSpPr>
        <p:spPr>
          <a:xfrm>
            <a:off x="1325880" y="3789934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약분하고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 나타내요.</a:t>
            </a:r>
            <a:endParaRPr lang="ko-KR" sz="2800" dirty="0"/>
          </a:p>
        </p:txBody>
      </p:sp>
      <p:sp>
        <p:nvSpPr>
          <p:cNvPr id="21" name="S04-num119"/>
          <p:cNvSpPr txBox="1"/>
          <p:nvPr/>
        </p:nvSpPr>
        <p:spPr>
          <a:xfrm>
            <a:off x="6981810" y="37899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22" name="S04-fracbar120"/>
          <p:cNvSpPr/>
          <p:nvPr/>
        </p:nvSpPr>
        <p:spPr>
          <a:xfrm>
            <a:off x="7018386" y="424611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num121"/>
          <p:cNvSpPr txBox="1"/>
          <p:nvPr/>
        </p:nvSpPr>
        <p:spPr>
          <a:xfrm>
            <a:off x="6981810" y="428269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4" name="S04-op122"/>
          <p:cNvSpPr txBox="1"/>
          <p:nvPr/>
        </p:nvSpPr>
        <p:spPr>
          <a:xfrm>
            <a:off x="7668626" y="378993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5" name="S04-num123"/>
          <p:cNvSpPr txBox="1"/>
          <p:nvPr/>
        </p:nvSpPr>
        <p:spPr>
          <a:xfrm>
            <a:off x="8183738" y="37899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6" name="S04-fracbar124"/>
          <p:cNvSpPr/>
          <p:nvPr/>
        </p:nvSpPr>
        <p:spPr>
          <a:xfrm>
            <a:off x="8220314" y="424611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num125"/>
          <p:cNvSpPr txBox="1"/>
          <p:nvPr/>
        </p:nvSpPr>
        <p:spPr>
          <a:xfrm>
            <a:off x="8183738" y="428269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4-op126"/>
          <p:cNvSpPr txBox="1"/>
          <p:nvPr/>
        </p:nvSpPr>
        <p:spPr>
          <a:xfrm>
            <a:off x="8870554" y="378993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9" name="S04-num127"/>
          <p:cNvSpPr txBox="1"/>
          <p:nvPr/>
        </p:nvSpPr>
        <p:spPr>
          <a:xfrm>
            <a:off x="9385666" y="3789934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0" name="S04-num128"/>
          <p:cNvSpPr txBox="1"/>
          <p:nvPr/>
        </p:nvSpPr>
        <p:spPr>
          <a:xfrm>
            <a:off x="9675226" y="378993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1" name="S04-fracbar129"/>
          <p:cNvSpPr/>
          <p:nvPr/>
        </p:nvSpPr>
        <p:spPr>
          <a:xfrm>
            <a:off x="9711802" y="424611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num130"/>
          <p:cNvSpPr txBox="1"/>
          <p:nvPr/>
        </p:nvSpPr>
        <p:spPr>
          <a:xfrm>
            <a:off x="9675226" y="428269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대분수에 자연수 곱하기</a:t>
            </a:r>
            <a:endParaRPr lang="ko-KR" sz="4000" dirty="0"/>
          </a:p>
        </p:txBody>
      </p:sp>
      <p:sp>
        <p:nvSpPr>
          <p:cNvPr id="3" name="S05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3분의 2 × 2를 두 가지 방법으로 계산해요.</a:t>
            </a:r>
            <a:endParaRPr lang="ko-KR" sz="2800" dirty="0"/>
          </a:p>
        </p:txBody>
      </p:sp>
      <p:sp>
        <p:nvSpPr>
          <p:cNvPr id="4" name="S05-card13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3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방법의 답이 같아요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방법이 더 편한가요?</a:t>
            </a:r>
            <a:endParaRPr lang="ko-KR" sz="2800" dirty="0"/>
          </a:p>
        </p:txBody>
      </p:sp>
      <p:sp>
        <p:nvSpPr>
          <p:cNvPr id="6" name="S05-op134"/>
          <p:cNvSpPr txBox="1"/>
          <p:nvPr/>
        </p:nvSpPr>
        <p:spPr>
          <a:xfrm>
            <a:off x="634746" y="2052955"/>
            <a:ext cx="20010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2 = 2</a:t>
            </a:r>
            <a:endParaRPr lang="ko-KR" sz="3000" dirty="0"/>
          </a:p>
        </p:txBody>
      </p:sp>
      <p:sp>
        <p:nvSpPr>
          <p:cNvPr id="7" name="S05-op135"/>
          <p:cNvSpPr txBox="1"/>
          <p:nvPr/>
        </p:nvSpPr>
        <p:spPr>
          <a:xfrm>
            <a:off x="2745486" y="2052955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8" name="S05-num136"/>
          <p:cNvSpPr txBox="1"/>
          <p:nvPr/>
        </p:nvSpPr>
        <p:spPr>
          <a:xfrm>
            <a:off x="3339846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9" name="S05-fracbar137"/>
          <p:cNvSpPr/>
          <p:nvPr/>
        </p:nvSpPr>
        <p:spPr>
          <a:xfrm>
            <a:off x="3376422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0" name="S05-num138"/>
          <p:cNvSpPr txBox="1"/>
          <p:nvPr/>
        </p:nvSpPr>
        <p:spPr>
          <a:xfrm>
            <a:off x="3339846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1" name="S05-op139"/>
          <p:cNvSpPr txBox="1"/>
          <p:nvPr/>
        </p:nvSpPr>
        <p:spPr>
          <a:xfrm>
            <a:off x="3959352" y="2052955"/>
            <a:ext cx="1269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 =</a:t>
            </a:r>
            <a:endParaRPr lang="ko-KR" sz="3000" dirty="0"/>
          </a:p>
        </p:txBody>
      </p:sp>
      <p:sp>
        <p:nvSpPr>
          <p:cNvPr id="12" name="S05-num140"/>
          <p:cNvSpPr txBox="1"/>
          <p:nvPr/>
        </p:nvSpPr>
        <p:spPr>
          <a:xfrm>
            <a:off x="5338572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3" name="S05-fracbar141"/>
          <p:cNvSpPr/>
          <p:nvPr/>
        </p:nvSpPr>
        <p:spPr>
          <a:xfrm>
            <a:off x="5375148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4" name="S05-num142"/>
          <p:cNvSpPr txBox="1"/>
          <p:nvPr/>
        </p:nvSpPr>
        <p:spPr>
          <a:xfrm>
            <a:off x="5338572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5" name="S05-op143"/>
          <p:cNvSpPr txBox="1"/>
          <p:nvPr/>
        </p:nvSpPr>
        <p:spPr>
          <a:xfrm>
            <a:off x="1689354" y="3345307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16" name="S05-op144"/>
          <p:cNvSpPr txBox="1"/>
          <p:nvPr/>
        </p:nvSpPr>
        <p:spPr>
          <a:xfrm>
            <a:off x="2306574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000" dirty="0"/>
          </a:p>
        </p:txBody>
      </p:sp>
      <p:sp>
        <p:nvSpPr>
          <p:cNvPr id="17" name="S05-num145"/>
          <p:cNvSpPr txBox="1"/>
          <p:nvPr/>
        </p:nvSpPr>
        <p:spPr>
          <a:xfrm>
            <a:off x="2832354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8" name="S05-fracbar146"/>
          <p:cNvSpPr/>
          <p:nvPr/>
        </p:nvSpPr>
        <p:spPr>
          <a:xfrm>
            <a:off x="2868930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5-num147"/>
          <p:cNvSpPr txBox="1"/>
          <p:nvPr/>
        </p:nvSpPr>
        <p:spPr>
          <a:xfrm>
            <a:off x="2832354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0" name="S05-op148"/>
          <p:cNvSpPr txBox="1"/>
          <p:nvPr/>
        </p:nvSpPr>
        <p:spPr>
          <a:xfrm>
            <a:off x="3451860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1" name="S05-num149"/>
          <p:cNvSpPr txBox="1"/>
          <p:nvPr/>
        </p:nvSpPr>
        <p:spPr>
          <a:xfrm>
            <a:off x="3977640" y="3345307"/>
            <a:ext cx="30632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2" name="S05-num150"/>
          <p:cNvSpPr txBox="1"/>
          <p:nvPr/>
        </p:nvSpPr>
        <p:spPr>
          <a:xfrm>
            <a:off x="4283964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3" name="S05-fracbar151"/>
          <p:cNvSpPr/>
          <p:nvPr/>
        </p:nvSpPr>
        <p:spPr>
          <a:xfrm>
            <a:off x="4320540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4" name="S05-num152"/>
          <p:cNvSpPr txBox="1"/>
          <p:nvPr/>
        </p:nvSpPr>
        <p:spPr>
          <a:xfrm>
            <a:off x="4283964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5" name="S05-label153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자연수와 분수를 따로 곱해요</a:t>
            </a:r>
            <a:endParaRPr lang="ko-KR" sz="2200" dirty="0"/>
          </a:p>
        </p:txBody>
      </p:sp>
      <p:sp>
        <p:nvSpPr>
          <p:cNvPr id="26" name="S05-num154"/>
          <p:cNvSpPr txBox="1"/>
          <p:nvPr/>
        </p:nvSpPr>
        <p:spPr>
          <a:xfrm>
            <a:off x="6610350" y="2052955"/>
            <a:ext cx="30632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7" name="S05-num155"/>
          <p:cNvSpPr txBox="1"/>
          <p:nvPr/>
        </p:nvSpPr>
        <p:spPr>
          <a:xfrm>
            <a:off x="6916674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8" name="S05-fracbar156"/>
          <p:cNvSpPr/>
          <p:nvPr/>
        </p:nvSpPr>
        <p:spPr>
          <a:xfrm>
            <a:off x="6953250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9" name="S05-num157"/>
          <p:cNvSpPr txBox="1"/>
          <p:nvPr/>
        </p:nvSpPr>
        <p:spPr>
          <a:xfrm>
            <a:off x="6916674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0" name="S05-op158"/>
          <p:cNvSpPr txBox="1"/>
          <p:nvPr/>
        </p:nvSpPr>
        <p:spPr>
          <a:xfrm>
            <a:off x="7536180" y="2052955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31" name="S05-op159"/>
          <p:cNvSpPr txBox="1"/>
          <p:nvPr/>
        </p:nvSpPr>
        <p:spPr>
          <a:xfrm>
            <a:off x="8275320" y="2052955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2" name="S05-op160"/>
          <p:cNvSpPr txBox="1"/>
          <p:nvPr/>
        </p:nvSpPr>
        <p:spPr>
          <a:xfrm>
            <a:off x="8892540" y="2052955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3" name="S05-num161"/>
          <p:cNvSpPr txBox="1"/>
          <p:nvPr/>
        </p:nvSpPr>
        <p:spPr>
          <a:xfrm>
            <a:off x="9418320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34" name="S05-fracbar162"/>
          <p:cNvSpPr/>
          <p:nvPr/>
        </p:nvSpPr>
        <p:spPr>
          <a:xfrm>
            <a:off x="9454896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5" name="S05-num163"/>
          <p:cNvSpPr txBox="1"/>
          <p:nvPr/>
        </p:nvSpPr>
        <p:spPr>
          <a:xfrm>
            <a:off x="9418320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6" name="S05-op164"/>
          <p:cNvSpPr txBox="1"/>
          <p:nvPr/>
        </p:nvSpPr>
        <p:spPr>
          <a:xfrm>
            <a:off x="10037826" y="2052955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37" name="S05-op165"/>
          <p:cNvSpPr txBox="1"/>
          <p:nvPr/>
        </p:nvSpPr>
        <p:spPr>
          <a:xfrm>
            <a:off x="10776966" y="2052955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8" name="S05-op166"/>
          <p:cNvSpPr txBox="1"/>
          <p:nvPr/>
        </p:nvSpPr>
        <p:spPr>
          <a:xfrm>
            <a:off x="7655433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9" name="S05-num167"/>
          <p:cNvSpPr txBox="1"/>
          <p:nvPr/>
        </p:nvSpPr>
        <p:spPr>
          <a:xfrm>
            <a:off x="8181213" y="3345307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000" dirty="0"/>
          </a:p>
        </p:txBody>
      </p:sp>
      <p:sp>
        <p:nvSpPr>
          <p:cNvPr id="40" name="S05-fracbar168"/>
          <p:cNvSpPr/>
          <p:nvPr/>
        </p:nvSpPr>
        <p:spPr>
          <a:xfrm>
            <a:off x="8217789" y="3831463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1" name="S05-num169"/>
          <p:cNvSpPr txBox="1"/>
          <p:nvPr/>
        </p:nvSpPr>
        <p:spPr>
          <a:xfrm>
            <a:off x="8181213" y="3868039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42" name="S05-op170"/>
          <p:cNvSpPr txBox="1"/>
          <p:nvPr/>
        </p:nvSpPr>
        <p:spPr>
          <a:xfrm>
            <a:off x="8897493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43" name="S05-num171"/>
          <p:cNvSpPr txBox="1"/>
          <p:nvPr/>
        </p:nvSpPr>
        <p:spPr>
          <a:xfrm>
            <a:off x="9423273" y="3345307"/>
            <a:ext cx="30632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44" name="S05-num172"/>
          <p:cNvSpPr txBox="1"/>
          <p:nvPr/>
        </p:nvSpPr>
        <p:spPr>
          <a:xfrm>
            <a:off x="9729597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45" name="S05-fracbar173"/>
          <p:cNvSpPr/>
          <p:nvPr/>
        </p:nvSpPr>
        <p:spPr>
          <a:xfrm>
            <a:off x="9766173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6" name="S05-num174"/>
          <p:cNvSpPr txBox="1"/>
          <p:nvPr/>
        </p:nvSpPr>
        <p:spPr>
          <a:xfrm>
            <a:off x="9729597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47" name="S05-label175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바꿔서 곱해요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× 자연수 연습</a:t>
            </a:r>
            <a:endParaRPr lang="ko-KR" sz="4000" dirty="0"/>
          </a:p>
        </p:txBody>
      </p:sp>
      <p:sp>
        <p:nvSpPr>
          <p:cNvPr id="3" name="S06-text1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계산하여 간단히 나타내요.</a:t>
            </a:r>
            <a:endParaRPr lang="ko-KR" sz="2800" dirty="0"/>
          </a:p>
        </p:txBody>
      </p:sp>
      <p:sp>
        <p:nvSpPr>
          <p:cNvPr id="4" name="S06-card1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약분할 수 있으면 약분하고, 가분수는 대분수로 나타내요.</a:t>
            </a:r>
            <a:endParaRPr lang="ko-KR" sz="2800" dirty="0"/>
          </a:p>
        </p:txBody>
      </p:sp>
      <p:sp>
        <p:nvSpPr>
          <p:cNvPr id="6" name="S06-chip17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num180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06-fracbar181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6-num182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0" name="S06-op183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1" name="S06-op184"/>
          <p:cNvSpPr txBox="1"/>
          <p:nvPr/>
        </p:nvSpPr>
        <p:spPr>
          <a:xfrm>
            <a:off x="2651252" y="201269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6-op185"/>
          <p:cNvSpPr txBox="1"/>
          <p:nvPr/>
        </p:nvSpPr>
        <p:spPr>
          <a:xfrm>
            <a:off x="325170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3" name="S06-blank186"/>
          <p:cNvSpPr/>
          <p:nvPr/>
        </p:nvSpPr>
        <p:spPr>
          <a:xfrm>
            <a:off x="3913825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6-chip18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6-num188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6" name="S06-fracbar189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num190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8" name="S06-op191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9" name="S06-op192"/>
          <p:cNvSpPr txBox="1"/>
          <p:nvPr/>
        </p:nvSpPr>
        <p:spPr>
          <a:xfrm>
            <a:off x="2651252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0" name="S06-op193"/>
          <p:cNvSpPr txBox="1"/>
          <p:nvPr/>
        </p:nvSpPr>
        <p:spPr>
          <a:xfrm>
            <a:off x="325170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1" name="S06-blank194"/>
          <p:cNvSpPr/>
          <p:nvPr/>
        </p:nvSpPr>
        <p:spPr>
          <a:xfrm>
            <a:off x="391382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06-chip19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06-num196"/>
          <p:cNvSpPr txBox="1"/>
          <p:nvPr/>
        </p:nvSpPr>
        <p:spPr>
          <a:xfrm>
            <a:off x="1344168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4" name="S06-num197"/>
          <p:cNvSpPr txBox="1"/>
          <p:nvPr/>
        </p:nvSpPr>
        <p:spPr>
          <a:xfrm>
            <a:off x="16337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06-fracbar198"/>
          <p:cNvSpPr/>
          <p:nvPr/>
        </p:nvSpPr>
        <p:spPr>
          <a:xfrm>
            <a:off x="16703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6-num199"/>
          <p:cNvSpPr txBox="1"/>
          <p:nvPr/>
        </p:nvSpPr>
        <p:spPr>
          <a:xfrm>
            <a:off x="16337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7" name="S06-op200"/>
          <p:cNvSpPr txBox="1"/>
          <p:nvPr/>
        </p:nvSpPr>
        <p:spPr>
          <a:xfrm>
            <a:off x="222656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8" name="S06-op201"/>
          <p:cNvSpPr txBox="1"/>
          <p:nvPr/>
        </p:nvSpPr>
        <p:spPr>
          <a:xfrm>
            <a:off x="294081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9" name="S06-op202"/>
          <p:cNvSpPr txBox="1"/>
          <p:nvPr/>
        </p:nvSpPr>
        <p:spPr>
          <a:xfrm>
            <a:off x="354126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0" name="S06-blank203"/>
          <p:cNvSpPr/>
          <p:nvPr/>
        </p:nvSpPr>
        <p:spPr>
          <a:xfrm>
            <a:off x="4203385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 3분의 2는 얼마일까?</a:t>
            </a:r>
            <a:endParaRPr lang="ko-KR" sz="4000" dirty="0"/>
          </a:p>
        </p:txBody>
      </p:sp>
      <p:sp>
        <p:nvSpPr>
          <p:cNvPr id="3" name="S07-text2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12개의 3분의 2는 몇 개일까요?</a:t>
            </a:r>
            <a:endParaRPr lang="ko-KR" sz="2800" dirty="0"/>
          </a:p>
        </p:txBody>
      </p:sp>
      <p:sp>
        <p:nvSpPr>
          <p:cNvPr id="4" name="S07-card20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0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3분의 2 = 8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 3분의 2만큼은 8이에요.</a:t>
            </a:r>
            <a:endParaRPr lang="ko-KR" sz="2800" dirty="0"/>
          </a:p>
        </p:txBody>
      </p:sp>
      <p:sp>
        <p:nvSpPr>
          <p:cNvPr id="6" name="S07-dot207"/>
          <p:cNvSpPr/>
          <p:nvPr/>
        </p:nvSpPr>
        <p:spPr>
          <a:xfrm>
            <a:off x="1988820" y="25120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7-dot208"/>
          <p:cNvSpPr/>
          <p:nvPr/>
        </p:nvSpPr>
        <p:spPr>
          <a:xfrm>
            <a:off x="2674620" y="25120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7-dot209"/>
          <p:cNvSpPr/>
          <p:nvPr/>
        </p:nvSpPr>
        <p:spPr>
          <a:xfrm>
            <a:off x="3360420" y="25120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dot210"/>
          <p:cNvSpPr/>
          <p:nvPr/>
        </p:nvSpPr>
        <p:spPr>
          <a:xfrm>
            <a:off x="4046220" y="25120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7-dot211"/>
          <p:cNvSpPr/>
          <p:nvPr/>
        </p:nvSpPr>
        <p:spPr>
          <a:xfrm>
            <a:off x="1988820" y="31978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dot212"/>
          <p:cNvSpPr/>
          <p:nvPr/>
        </p:nvSpPr>
        <p:spPr>
          <a:xfrm>
            <a:off x="2674620" y="31978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dot213"/>
          <p:cNvSpPr/>
          <p:nvPr/>
        </p:nvSpPr>
        <p:spPr>
          <a:xfrm>
            <a:off x="3360420" y="31978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dot214"/>
          <p:cNvSpPr/>
          <p:nvPr/>
        </p:nvSpPr>
        <p:spPr>
          <a:xfrm>
            <a:off x="4046220" y="31978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7-dot215"/>
          <p:cNvSpPr/>
          <p:nvPr/>
        </p:nvSpPr>
        <p:spPr>
          <a:xfrm>
            <a:off x="1988820" y="38836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line216"/>
          <p:cNvSpPr/>
          <p:nvPr/>
        </p:nvSpPr>
        <p:spPr>
          <a:xfrm>
            <a:off x="19377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6" name="S07-line217"/>
          <p:cNvSpPr/>
          <p:nvPr/>
        </p:nvSpPr>
        <p:spPr>
          <a:xfrm flipV="1">
            <a:off x="19377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07-dot218"/>
          <p:cNvSpPr/>
          <p:nvPr/>
        </p:nvSpPr>
        <p:spPr>
          <a:xfrm>
            <a:off x="2674620" y="38836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7-line219"/>
          <p:cNvSpPr/>
          <p:nvPr/>
        </p:nvSpPr>
        <p:spPr>
          <a:xfrm>
            <a:off x="26235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9" name="S07-line220"/>
          <p:cNvSpPr/>
          <p:nvPr/>
        </p:nvSpPr>
        <p:spPr>
          <a:xfrm flipV="1">
            <a:off x="26235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7-dot221"/>
          <p:cNvSpPr/>
          <p:nvPr/>
        </p:nvSpPr>
        <p:spPr>
          <a:xfrm>
            <a:off x="3360420" y="38836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line222"/>
          <p:cNvSpPr/>
          <p:nvPr/>
        </p:nvSpPr>
        <p:spPr>
          <a:xfrm>
            <a:off x="33093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2" name="S07-line223"/>
          <p:cNvSpPr/>
          <p:nvPr/>
        </p:nvSpPr>
        <p:spPr>
          <a:xfrm flipV="1">
            <a:off x="33093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07-dot224"/>
          <p:cNvSpPr/>
          <p:nvPr/>
        </p:nvSpPr>
        <p:spPr>
          <a:xfrm>
            <a:off x="4046220" y="38836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line225"/>
          <p:cNvSpPr/>
          <p:nvPr/>
        </p:nvSpPr>
        <p:spPr>
          <a:xfrm>
            <a:off x="39951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5" name="S07-line226"/>
          <p:cNvSpPr/>
          <p:nvPr/>
        </p:nvSpPr>
        <p:spPr>
          <a:xfrm flipV="1">
            <a:off x="39951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07-group227"/>
          <p:cNvSpPr/>
          <p:nvPr/>
        </p:nvSpPr>
        <p:spPr>
          <a:xfrm>
            <a:off x="1885950" y="2418334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7-group228"/>
          <p:cNvSpPr/>
          <p:nvPr/>
        </p:nvSpPr>
        <p:spPr>
          <a:xfrm>
            <a:off x="1885950" y="3104134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7-group229"/>
          <p:cNvSpPr/>
          <p:nvPr/>
        </p:nvSpPr>
        <p:spPr>
          <a:xfrm>
            <a:off x="1885950" y="3789934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7-figure230" descr="사탕 12개를 4개씩 3줄로 묶고, 마지막 줄 4개에 × 표시(2묶음 = 8개)"/>
          <p:cNvSpPr/>
          <p:nvPr/>
        </p:nvSpPr>
        <p:spPr>
          <a:xfrm>
            <a:off x="1858518" y="2381758"/>
            <a:ext cx="27432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7-card231"/>
          <p:cNvSpPr/>
          <p:nvPr/>
        </p:nvSpPr>
        <p:spPr>
          <a:xfrm>
            <a:off x="6277356" y="211607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07-cardtext232"/>
          <p:cNvSpPr txBox="1"/>
          <p:nvPr/>
        </p:nvSpPr>
        <p:spPr>
          <a:xfrm>
            <a:off x="6551676" y="225323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똑같이 3묶음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묶음은 4개</a:t>
            </a:r>
            <a:endParaRPr lang="ko-KR" sz="2800" dirty="0"/>
          </a:p>
        </p:txBody>
      </p:sp>
      <p:sp>
        <p:nvSpPr>
          <p:cNvPr id="32" name="S07-card233"/>
          <p:cNvSpPr/>
          <p:nvPr/>
        </p:nvSpPr>
        <p:spPr>
          <a:xfrm>
            <a:off x="6277356" y="3524758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7-cardtext234"/>
          <p:cNvSpPr txBox="1"/>
          <p:nvPr/>
        </p:nvSpPr>
        <p:spPr>
          <a:xfrm>
            <a:off x="6551676" y="3661918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2묶음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 = 8개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 × 분수 계산하기</a:t>
            </a:r>
            <a:endParaRPr lang="ko-KR" sz="4000" dirty="0"/>
          </a:p>
        </p:txBody>
      </p:sp>
      <p:sp>
        <p:nvSpPr>
          <p:cNvPr id="3" name="S08-card23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3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진분수를 곱하면 처음 수보다 작아져요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4분의 3 = 4와 2분의 1, 6보다 작아요.</a:t>
            </a:r>
            <a:endParaRPr lang="ko-KR" sz="2800" dirty="0"/>
          </a:p>
        </p:txBody>
      </p:sp>
      <p:sp>
        <p:nvSpPr>
          <p:cNvPr id="5" name="S08-op237"/>
          <p:cNvSpPr txBox="1"/>
          <p:nvPr/>
        </p:nvSpPr>
        <p:spPr>
          <a:xfrm>
            <a:off x="54864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6" name="S08-op238"/>
          <p:cNvSpPr txBox="1"/>
          <p:nvPr/>
        </p:nvSpPr>
        <p:spPr>
          <a:xfrm>
            <a:off x="118262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7" name="S08-num239"/>
          <p:cNvSpPr txBox="1"/>
          <p:nvPr/>
        </p:nvSpPr>
        <p:spPr>
          <a:xfrm>
            <a:off x="1946656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8-fracbar240"/>
          <p:cNvSpPr/>
          <p:nvPr/>
        </p:nvSpPr>
        <p:spPr>
          <a:xfrm>
            <a:off x="1983232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8-num241"/>
          <p:cNvSpPr txBox="1"/>
          <p:nvPr/>
        </p:nvSpPr>
        <p:spPr>
          <a:xfrm>
            <a:off x="1946656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8-label242"/>
          <p:cNvSpPr txBox="1"/>
          <p:nvPr/>
        </p:nvSpPr>
        <p:spPr>
          <a:xfrm>
            <a:off x="7349947" y="3070987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1" name="S08-cell243"/>
          <p:cNvSpPr/>
          <p:nvPr/>
        </p:nvSpPr>
        <p:spPr>
          <a:xfrm>
            <a:off x="8401507" y="3070987"/>
            <a:ext cx="80970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244"/>
          <p:cNvSpPr/>
          <p:nvPr/>
        </p:nvSpPr>
        <p:spPr>
          <a:xfrm>
            <a:off x="9211208" y="3070987"/>
            <a:ext cx="80970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245"/>
          <p:cNvSpPr/>
          <p:nvPr/>
        </p:nvSpPr>
        <p:spPr>
          <a:xfrm>
            <a:off x="10020910" y="3070987"/>
            <a:ext cx="80970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246"/>
          <p:cNvSpPr/>
          <p:nvPr/>
        </p:nvSpPr>
        <p:spPr>
          <a:xfrm>
            <a:off x="10830611" y="3070987"/>
            <a:ext cx="80970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figure247" descr="똑같이 4칸으로 나눈 띠, 3칸 색칠"/>
          <p:cNvSpPr/>
          <p:nvPr/>
        </p:nvSpPr>
        <p:spPr>
          <a:xfrm>
            <a:off x="8401507" y="3070987"/>
            <a:ext cx="323880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8-label248"/>
          <p:cNvSpPr txBox="1"/>
          <p:nvPr/>
        </p:nvSpPr>
        <p:spPr>
          <a:xfrm>
            <a:off x="7349947" y="4432046"/>
            <a:ext cx="429036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4로 나눈 것 중 3칸</a:t>
            </a:r>
            <a:endParaRPr lang="ko-KR" sz="2200" dirty="0"/>
          </a:p>
        </p:txBody>
      </p:sp>
      <p:sp>
        <p:nvSpPr>
          <p:cNvPr id="17" name="S08-stepno249"/>
          <p:cNvSpPr txBox="1"/>
          <p:nvPr/>
        </p:nvSpPr>
        <p:spPr>
          <a:xfrm>
            <a:off x="548640" y="293852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08-text250"/>
          <p:cNvSpPr txBox="1"/>
          <p:nvPr/>
        </p:nvSpPr>
        <p:spPr>
          <a:xfrm>
            <a:off x="1325880" y="2892806"/>
            <a:ext cx="2955377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자연수와 분자를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200" dirty="0"/>
          </a:p>
        </p:txBody>
      </p:sp>
      <p:sp>
        <p:nvSpPr>
          <p:cNvPr id="19" name="S08-num251"/>
          <p:cNvSpPr txBox="1"/>
          <p:nvPr/>
        </p:nvSpPr>
        <p:spPr>
          <a:xfrm>
            <a:off x="4281257" y="2892806"/>
            <a:ext cx="974852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</a:t>
            </a:r>
            <a:endParaRPr lang="ko-KR" sz="2200" dirty="0"/>
          </a:p>
        </p:txBody>
      </p:sp>
      <p:sp>
        <p:nvSpPr>
          <p:cNvPr id="20" name="S08-fracbar252"/>
          <p:cNvSpPr/>
          <p:nvPr/>
        </p:nvSpPr>
        <p:spPr>
          <a:xfrm>
            <a:off x="4317833" y="3259074"/>
            <a:ext cx="90170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8-num253"/>
          <p:cNvSpPr txBox="1"/>
          <p:nvPr/>
        </p:nvSpPr>
        <p:spPr>
          <a:xfrm>
            <a:off x="4281257" y="3295650"/>
            <a:ext cx="974852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2" name="S08-op254"/>
          <p:cNvSpPr txBox="1"/>
          <p:nvPr/>
        </p:nvSpPr>
        <p:spPr>
          <a:xfrm>
            <a:off x="5365837" y="2892806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23" name="S08-num255"/>
          <p:cNvSpPr txBox="1"/>
          <p:nvPr/>
        </p:nvSpPr>
        <p:spPr>
          <a:xfrm>
            <a:off x="5848945" y="2892806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200" dirty="0"/>
          </a:p>
        </p:txBody>
      </p:sp>
      <p:sp>
        <p:nvSpPr>
          <p:cNvPr id="24" name="S08-fracbar256"/>
          <p:cNvSpPr/>
          <p:nvPr/>
        </p:nvSpPr>
        <p:spPr>
          <a:xfrm>
            <a:off x="5885521" y="3259074"/>
            <a:ext cx="41554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8-num257"/>
          <p:cNvSpPr txBox="1"/>
          <p:nvPr/>
        </p:nvSpPr>
        <p:spPr>
          <a:xfrm>
            <a:off x="5848945" y="3295650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6" name="S08-stepno258"/>
          <p:cNvSpPr txBox="1"/>
          <p:nvPr/>
        </p:nvSpPr>
        <p:spPr>
          <a:xfrm>
            <a:off x="548640" y="383565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7" name="S08-text259"/>
          <p:cNvSpPr txBox="1"/>
          <p:nvPr/>
        </p:nvSpPr>
        <p:spPr>
          <a:xfrm>
            <a:off x="1325880" y="3789934"/>
            <a:ext cx="2955377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약분하고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 나타내요.</a:t>
            </a:r>
            <a:endParaRPr lang="ko-KR" sz="2200" dirty="0"/>
          </a:p>
        </p:txBody>
      </p:sp>
      <p:sp>
        <p:nvSpPr>
          <p:cNvPr id="28" name="S08-num260"/>
          <p:cNvSpPr txBox="1"/>
          <p:nvPr/>
        </p:nvSpPr>
        <p:spPr>
          <a:xfrm>
            <a:off x="4281257" y="3819906"/>
            <a:ext cx="4592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000" dirty="0"/>
          </a:p>
        </p:txBody>
      </p:sp>
      <p:sp>
        <p:nvSpPr>
          <p:cNvPr id="29" name="S08-fracbar261"/>
          <p:cNvSpPr/>
          <p:nvPr/>
        </p:nvSpPr>
        <p:spPr>
          <a:xfrm>
            <a:off x="4317833" y="4156202"/>
            <a:ext cx="38608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8-num262"/>
          <p:cNvSpPr txBox="1"/>
          <p:nvPr/>
        </p:nvSpPr>
        <p:spPr>
          <a:xfrm>
            <a:off x="4281257" y="4192778"/>
            <a:ext cx="4592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31" name="S08-op263"/>
          <p:cNvSpPr txBox="1"/>
          <p:nvPr/>
        </p:nvSpPr>
        <p:spPr>
          <a:xfrm>
            <a:off x="4850217" y="3819906"/>
            <a:ext cx="365760" cy="672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000" dirty="0"/>
          </a:p>
        </p:txBody>
      </p:sp>
      <p:sp>
        <p:nvSpPr>
          <p:cNvPr id="32" name="S08-num264"/>
          <p:cNvSpPr txBox="1"/>
          <p:nvPr/>
        </p:nvSpPr>
        <p:spPr>
          <a:xfrm>
            <a:off x="5325705" y="3819906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33" name="S08-fracbar265"/>
          <p:cNvSpPr/>
          <p:nvPr/>
        </p:nvSpPr>
        <p:spPr>
          <a:xfrm>
            <a:off x="5362281" y="4156202"/>
            <a:ext cx="3032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4" name="S08-num266"/>
          <p:cNvSpPr txBox="1"/>
          <p:nvPr/>
        </p:nvSpPr>
        <p:spPr>
          <a:xfrm>
            <a:off x="5325705" y="4192778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35" name="S08-op267"/>
          <p:cNvSpPr txBox="1"/>
          <p:nvPr/>
        </p:nvSpPr>
        <p:spPr>
          <a:xfrm>
            <a:off x="5811861" y="3819906"/>
            <a:ext cx="365760" cy="672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000" dirty="0"/>
          </a:p>
        </p:txBody>
      </p:sp>
      <p:sp>
        <p:nvSpPr>
          <p:cNvPr id="36" name="S08-num268"/>
          <p:cNvSpPr txBox="1"/>
          <p:nvPr/>
        </p:nvSpPr>
        <p:spPr>
          <a:xfrm>
            <a:off x="6287349" y="3819906"/>
            <a:ext cx="222504" cy="672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37" name="S08-num269"/>
          <p:cNvSpPr txBox="1"/>
          <p:nvPr/>
        </p:nvSpPr>
        <p:spPr>
          <a:xfrm>
            <a:off x="6509853" y="3819906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38" name="S08-fracbar270"/>
          <p:cNvSpPr/>
          <p:nvPr/>
        </p:nvSpPr>
        <p:spPr>
          <a:xfrm>
            <a:off x="6546429" y="4156202"/>
            <a:ext cx="3032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08-num271"/>
          <p:cNvSpPr txBox="1"/>
          <p:nvPr/>
        </p:nvSpPr>
        <p:spPr>
          <a:xfrm>
            <a:off x="6509853" y="4192778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 × 분수 연습</a:t>
            </a:r>
            <a:endParaRPr lang="ko-KR" sz="4000" dirty="0"/>
          </a:p>
        </p:txBody>
      </p:sp>
      <p:sp>
        <p:nvSpPr>
          <p:cNvPr id="3" name="S09-text2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계산하여 간단히 나타내요.</a:t>
            </a:r>
            <a:endParaRPr lang="ko-KR" sz="2800" dirty="0"/>
          </a:p>
        </p:txBody>
      </p:sp>
      <p:sp>
        <p:nvSpPr>
          <p:cNvPr id="4" name="S09-card2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대분수는 가분수로 바꾼 다음 곱해요.</a:t>
            </a:r>
            <a:endParaRPr lang="ko-KR" sz="2800" dirty="0"/>
          </a:p>
        </p:txBody>
      </p:sp>
      <p:sp>
        <p:nvSpPr>
          <p:cNvPr id="6" name="S09-card275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276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10의 5분의 2</a:t>
            </a:r>
            <a:endParaRPr lang="ko-KR" sz="2800" dirty="0"/>
          </a:p>
        </p:txBody>
      </p:sp>
      <p:sp>
        <p:nvSpPr>
          <p:cNvPr id="8" name="S09-dot277"/>
          <p:cNvSpPr/>
          <p:nvPr/>
        </p:nvSpPr>
        <p:spPr>
          <a:xfrm>
            <a:off x="8595909" y="2782611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278"/>
          <p:cNvSpPr/>
          <p:nvPr/>
        </p:nvSpPr>
        <p:spPr>
          <a:xfrm>
            <a:off x="9043965" y="2782611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279"/>
          <p:cNvSpPr/>
          <p:nvPr/>
        </p:nvSpPr>
        <p:spPr>
          <a:xfrm>
            <a:off x="8595909" y="3230667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280"/>
          <p:cNvSpPr/>
          <p:nvPr/>
        </p:nvSpPr>
        <p:spPr>
          <a:xfrm>
            <a:off x="9043965" y="3230667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281"/>
          <p:cNvSpPr/>
          <p:nvPr/>
        </p:nvSpPr>
        <p:spPr>
          <a:xfrm>
            <a:off x="8595909" y="3678723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line282"/>
          <p:cNvSpPr/>
          <p:nvPr/>
        </p:nvSpPr>
        <p:spPr>
          <a:xfrm>
            <a:off x="8562573" y="3645387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4" name="S09-line283"/>
          <p:cNvSpPr/>
          <p:nvPr/>
        </p:nvSpPr>
        <p:spPr>
          <a:xfrm flipV="1">
            <a:off x="8562573" y="3645387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5" name="S09-dot284"/>
          <p:cNvSpPr/>
          <p:nvPr/>
        </p:nvSpPr>
        <p:spPr>
          <a:xfrm>
            <a:off x="9043965" y="3678723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line285"/>
          <p:cNvSpPr/>
          <p:nvPr/>
        </p:nvSpPr>
        <p:spPr>
          <a:xfrm>
            <a:off x="9010629" y="3645387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09-line286"/>
          <p:cNvSpPr/>
          <p:nvPr/>
        </p:nvSpPr>
        <p:spPr>
          <a:xfrm flipV="1">
            <a:off x="9010629" y="3645387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8" name="S09-dot287"/>
          <p:cNvSpPr/>
          <p:nvPr/>
        </p:nvSpPr>
        <p:spPr>
          <a:xfrm>
            <a:off x="8595909" y="4126779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line288"/>
          <p:cNvSpPr/>
          <p:nvPr/>
        </p:nvSpPr>
        <p:spPr>
          <a:xfrm>
            <a:off x="8562573" y="4093443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9-line289"/>
          <p:cNvSpPr/>
          <p:nvPr/>
        </p:nvSpPr>
        <p:spPr>
          <a:xfrm flipV="1">
            <a:off x="8562573" y="4093443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1" name="S09-dot290"/>
          <p:cNvSpPr/>
          <p:nvPr/>
        </p:nvSpPr>
        <p:spPr>
          <a:xfrm>
            <a:off x="9043965" y="4126779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line291"/>
          <p:cNvSpPr/>
          <p:nvPr/>
        </p:nvSpPr>
        <p:spPr>
          <a:xfrm>
            <a:off x="9010629" y="4093443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09-line292"/>
          <p:cNvSpPr/>
          <p:nvPr/>
        </p:nvSpPr>
        <p:spPr>
          <a:xfrm flipV="1">
            <a:off x="9010629" y="4093443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09-dot293"/>
          <p:cNvSpPr/>
          <p:nvPr/>
        </p:nvSpPr>
        <p:spPr>
          <a:xfrm>
            <a:off x="8595909" y="4574835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9-line294"/>
          <p:cNvSpPr/>
          <p:nvPr/>
        </p:nvSpPr>
        <p:spPr>
          <a:xfrm>
            <a:off x="8562573" y="4541499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09-line295"/>
          <p:cNvSpPr/>
          <p:nvPr/>
        </p:nvSpPr>
        <p:spPr>
          <a:xfrm flipV="1">
            <a:off x="8562573" y="4541499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7" name="S09-dot296"/>
          <p:cNvSpPr/>
          <p:nvPr/>
        </p:nvSpPr>
        <p:spPr>
          <a:xfrm>
            <a:off x="9043965" y="4574835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9-line297"/>
          <p:cNvSpPr/>
          <p:nvPr/>
        </p:nvSpPr>
        <p:spPr>
          <a:xfrm>
            <a:off x="9010629" y="4541499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09-line298"/>
          <p:cNvSpPr/>
          <p:nvPr/>
        </p:nvSpPr>
        <p:spPr>
          <a:xfrm flipV="1">
            <a:off x="9010629" y="4541499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0" name="S09-group299"/>
          <p:cNvSpPr/>
          <p:nvPr/>
        </p:nvSpPr>
        <p:spPr>
          <a:xfrm>
            <a:off x="8538210" y="2734056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1" name="S09-group300"/>
          <p:cNvSpPr/>
          <p:nvPr/>
        </p:nvSpPr>
        <p:spPr>
          <a:xfrm>
            <a:off x="8538210" y="3182112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9-group301"/>
          <p:cNvSpPr/>
          <p:nvPr/>
        </p:nvSpPr>
        <p:spPr>
          <a:xfrm>
            <a:off x="8538210" y="3630168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9-group302"/>
          <p:cNvSpPr/>
          <p:nvPr/>
        </p:nvSpPr>
        <p:spPr>
          <a:xfrm>
            <a:off x="8538210" y="4078224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9-group303"/>
          <p:cNvSpPr/>
          <p:nvPr/>
        </p:nvSpPr>
        <p:spPr>
          <a:xfrm>
            <a:off x="8538210" y="4526280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5" name="S09-figure304" descr="점 10개를 2개씩 5줄로 묶고, 뒤의 6개에 × 표시(5묶음 중 2묶음 = 4개)"/>
          <p:cNvSpPr/>
          <p:nvPr/>
        </p:nvSpPr>
        <p:spPr>
          <a:xfrm>
            <a:off x="8510778" y="2697480"/>
            <a:ext cx="896112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9-chip30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7" name="S09-op306"/>
          <p:cNvSpPr txBox="1"/>
          <p:nvPr/>
        </p:nvSpPr>
        <p:spPr>
          <a:xfrm>
            <a:off x="1344168" y="2012696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8" name="S09-op307"/>
          <p:cNvSpPr txBox="1"/>
          <p:nvPr/>
        </p:nvSpPr>
        <p:spPr>
          <a:xfrm>
            <a:off x="2179320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39" name="S09-num308"/>
          <p:cNvSpPr txBox="1"/>
          <p:nvPr/>
        </p:nvSpPr>
        <p:spPr>
          <a:xfrm>
            <a:off x="28935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0" name="S09-fracbar309"/>
          <p:cNvSpPr/>
          <p:nvPr/>
        </p:nvSpPr>
        <p:spPr>
          <a:xfrm>
            <a:off x="29301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9-num310"/>
          <p:cNvSpPr txBox="1"/>
          <p:nvPr/>
        </p:nvSpPr>
        <p:spPr>
          <a:xfrm>
            <a:off x="28935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2" name="S09-op311"/>
          <p:cNvSpPr txBox="1"/>
          <p:nvPr/>
        </p:nvSpPr>
        <p:spPr>
          <a:xfrm>
            <a:off x="34864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9-blank312"/>
          <p:cNvSpPr/>
          <p:nvPr/>
        </p:nvSpPr>
        <p:spPr>
          <a:xfrm>
            <a:off x="4148521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9-chip31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5" name="S09-op314"/>
          <p:cNvSpPr txBox="1"/>
          <p:nvPr/>
        </p:nvSpPr>
        <p:spPr>
          <a:xfrm>
            <a:off x="1344168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6" name="S09-op315"/>
          <p:cNvSpPr txBox="1"/>
          <p:nvPr/>
        </p:nvSpPr>
        <p:spPr>
          <a:xfrm>
            <a:off x="194462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47" name="S09-num316"/>
          <p:cNvSpPr txBox="1"/>
          <p:nvPr/>
        </p:nvSpPr>
        <p:spPr>
          <a:xfrm>
            <a:off x="265887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8" name="S09-fracbar317"/>
          <p:cNvSpPr/>
          <p:nvPr/>
        </p:nvSpPr>
        <p:spPr>
          <a:xfrm>
            <a:off x="269544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9-num318"/>
          <p:cNvSpPr txBox="1"/>
          <p:nvPr/>
        </p:nvSpPr>
        <p:spPr>
          <a:xfrm>
            <a:off x="265887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0" name="S09-op319"/>
          <p:cNvSpPr txBox="1"/>
          <p:nvPr/>
        </p:nvSpPr>
        <p:spPr>
          <a:xfrm>
            <a:off x="325170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1" name="S09-blank320"/>
          <p:cNvSpPr/>
          <p:nvPr/>
        </p:nvSpPr>
        <p:spPr>
          <a:xfrm>
            <a:off x="391382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2" name="S09-chip32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53" name="S09-op322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54" name="S09-op323"/>
          <p:cNvSpPr txBox="1"/>
          <p:nvPr/>
        </p:nvSpPr>
        <p:spPr>
          <a:xfrm>
            <a:off x="194462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55" name="S09-num324"/>
          <p:cNvSpPr txBox="1"/>
          <p:nvPr/>
        </p:nvSpPr>
        <p:spPr>
          <a:xfrm>
            <a:off x="2658872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6" name="S09-num325"/>
          <p:cNvSpPr txBox="1"/>
          <p:nvPr/>
        </p:nvSpPr>
        <p:spPr>
          <a:xfrm>
            <a:off x="294843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7" name="S09-fracbar326"/>
          <p:cNvSpPr/>
          <p:nvPr/>
        </p:nvSpPr>
        <p:spPr>
          <a:xfrm>
            <a:off x="298500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09-num327"/>
          <p:cNvSpPr txBox="1"/>
          <p:nvPr/>
        </p:nvSpPr>
        <p:spPr>
          <a:xfrm>
            <a:off x="294843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9" name="S09-op328"/>
          <p:cNvSpPr txBox="1"/>
          <p:nvPr/>
        </p:nvSpPr>
        <p:spPr>
          <a:xfrm>
            <a:off x="354126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60" name="S09-blank329"/>
          <p:cNvSpPr/>
          <p:nvPr/>
        </p:nvSpPr>
        <p:spPr>
          <a:xfrm>
            <a:off x="4203385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분모에도 곱해야 할까?</a:t>
            </a:r>
            <a:endParaRPr lang="ko-KR" sz="4000" dirty="0"/>
          </a:p>
        </p:txBody>
      </p:sp>
      <p:sp>
        <p:nvSpPr>
          <p:cNvPr id="3" name="S10-card33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3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× 2를 계산했어요.</a:t>
            </a:r>
            <a:endParaRPr lang="ko-KR" sz="2800" dirty="0"/>
          </a:p>
        </p:txBody>
      </p:sp>
      <p:sp>
        <p:nvSpPr>
          <p:cNvPr id="5" name="S10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8분의 6은 4분의 3의 2배일까요?</a:t>
            </a:r>
            <a:endParaRPr lang="ko-KR" sz="2800" dirty="0"/>
          </a:p>
        </p:txBody>
      </p:sp>
      <p:sp>
        <p:nvSpPr>
          <p:cNvPr id="7" name="S10-chip33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2200" dirty="0"/>
          </a:p>
        </p:txBody>
      </p:sp>
      <p:sp>
        <p:nvSpPr>
          <p:cNvPr id="8" name="S10-num335"/>
          <p:cNvSpPr txBox="1"/>
          <p:nvPr/>
        </p:nvSpPr>
        <p:spPr>
          <a:xfrm>
            <a:off x="676910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10-fracbar336"/>
          <p:cNvSpPr/>
          <p:nvPr/>
        </p:nvSpPr>
        <p:spPr>
          <a:xfrm>
            <a:off x="713486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10-num337"/>
          <p:cNvSpPr txBox="1"/>
          <p:nvPr/>
        </p:nvSpPr>
        <p:spPr>
          <a:xfrm>
            <a:off x="676910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1" name="S10-op338"/>
          <p:cNvSpPr txBox="1"/>
          <p:nvPr/>
        </p:nvSpPr>
        <p:spPr>
          <a:xfrm>
            <a:off x="1323086" y="340537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2" name="S10-op339"/>
          <p:cNvSpPr txBox="1"/>
          <p:nvPr/>
        </p:nvSpPr>
        <p:spPr>
          <a:xfrm>
            <a:off x="2087118" y="340537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3" name="S10-op340"/>
          <p:cNvSpPr txBox="1"/>
          <p:nvPr/>
        </p:nvSpPr>
        <p:spPr>
          <a:xfrm>
            <a:off x="2721102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4" name="S10-num341"/>
          <p:cNvSpPr txBox="1"/>
          <p:nvPr/>
        </p:nvSpPr>
        <p:spPr>
          <a:xfrm>
            <a:off x="3257550" y="3405378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3200" dirty="0"/>
          </a:p>
        </p:txBody>
      </p:sp>
      <p:sp>
        <p:nvSpPr>
          <p:cNvPr id="15" name="S10-fracbar342"/>
          <p:cNvSpPr/>
          <p:nvPr/>
        </p:nvSpPr>
        <p:spPr>
          <a:xfrm>
            <a:off x="3294126" y="3921506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10-num343"/>
          <p:cNvSpPr txBox="1"/>
          <p:nvPr/>
        </p:nvSpPr>
        <p:spPr>
          <a:xfrm>
            <a:off x="3257550" y="395808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</a:t>
            </a:r>
            <a:endParaRPr lang="ko-KR" sz="3200" dirty="0"/>
          </a:p>
        </p:txBody>
      </p:sp>
      <p:sp>
        <p:nvSpPr>
          <p:cNvPr id="17" name="S10-op344"/>
          <p:cNvSpPr txBox="1"/>
          <p:nvPr/>
        </p:nvSpPr>
        <p:spPr>
          <a:xfrm>
            <a:off x="4710430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8" name="S10-num345"/>
          <p:cNvSpPr txBox="1"/>
          <p:nvPr/>
        </p:nvSpPr>
        <p:spPr>
          <a:xfrm>
            <a:off x="5246878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9" name="S10-fracbar346"/>
          <p:cNvSpPr/>
          <p:nvPr/>
        </p:nvSpPr>
        <p:spPr>
          <a:xfrm>
            <a:off x="5283454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0-num347"/>
          <p:cNvSpPr txBox="1"/>
          <p:nvPr/>
        </p:nvSpPr>
        <p:spPr>
          <a:xfrm>
            <a:off x="5246878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1" name="S10-text348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모두 2를 곱했어요.</a:t>
            </a:r>
            <a:endParaRPr lang="ko-KR" sz="2200" dirty="0"/>
          </a:p>
        </p:txBody>
      </p:sp>
      <p:sp>
        <p:nvSpPr>
          <p:cNvPr id="22" name="S10-chip3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23" name="S10-num350"/>
          <p:cNvSpPr txBox="1"/>
          <p:nvPr/>
        </p:nvSpPr>
        <p:spPr>
          <a:xfrm>
            <a:off x="6405626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4" name="S10-fracbar351"/>
          <p:cNvSpPr/>
          <p:nvPr/>
        </p:nvSpPr>
        <p:spPr>
          <a:xfrm>
            <a:off x="6442202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10-num352"/>
          <p:cNvSpPr txBox="1"/>
          <p:nvPr/>
        </p:nvSpPr>
        <p:spPr>
          <a:xfrm>
            <a:off x="6405626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6" name="S10-op353"/>
          <p:cNvSpPr txBox="1"/>
          <p:nvPr/>
        </p:nvSpPr>
        <p:spPr>
          <a:xfrm>
            <a:off x="7051802" y="340537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27" name="S10-op354"/>
          <p:cNvSpPr txBox="1"/>
          <p:nvPr/>
        </p:nvSpPr>
        <p:spPr>
          <a:xfrm>
            <a:off x="7815834" y="340537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8" name="S10-op355"/>
          <p:cNvSpPr txBox="1"/>
          <p:nvPr/>
        </p:nvSpPr>
        <p:spPr>
          <a:xfrm>
            <a:off x="8449818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10-num356"/>
          <p:cNvSpPr txBox="1"/>
          <p:nvPr/>
        </p:nvSpPr>
        <p:spPr>
          <a:xfrm>
            <a:off x="8986266" y="3405378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3200" dirty="0"/>
          </a:p>
        </p:txBody>
      </p:sp>
      <p:sp>
        <p:nvSpPr>
          <p:cNvPr id="30" name="S10-fracbar357"/>
          <p:cNvSpPr/>
          <p:nvPr/>
        </p:nvSpPr>
        <p:spPr>
          <a:xfrm>
            <a:off x="9022842" y="3921506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10-num358"/>
          <p:cNvSpPr txBox="1"/>
          <p:nvPr/>
        </p:nvSpPr>
        <p:spPr>
          <a:xfrm>
            <a:off x="8986266" y="395808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2" name="S10-op359"/>
          <p:cNvSpPr txBox="1"/>
          <p:nvPr/>
        </p:nvSpPr>
        <p:spPr>
          <a:xfrm>
            <a:off x="10439146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3" name="S10-num360"/>
          <p:cNvSpPr txBox="1"/>
          <p:nvPr/>
        </p:nvSpPr>
        <p:spPr>
          <a:xfrm>
            <a:off x="10975594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4" name="S10-fracbar361"/>
          <p:cNvSpPr/>
          <p:nvPr/>
        </p:nvSpPr>
        <p:spPr>
          <a:xfrm>
            <a:off x="11012170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10-num362"/>
          <p:cNvSpPr txBox="1"/>
          <p:nvPr/>
        </p:nvSpPr>
        <p:spPr>
          <a:xfrm>
            <a:off x="10975594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6" name="S10-text363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분자에만 2를 곱했어요.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했는지 말해요.</a:t>
            </a:r>
            <a:endParaRPr lang="ko-KR" sz="2800" dirty="0"/>
          </a:p>
        </p:txBody>
      </p:sp>
      <p:sp>
        <p:nvSpPr>
          <p:cNvPr id="4" name="S11-chip3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366"/>
          <p:cNvSpPr txBox="1"/>
          <p:nvPr/>
        </p:nvSpPr>
        <p:spPr>
          <a:xfrm>
            <a:off x="1344168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11-fracbar367"/>
          <p:cNvSpPr/>
          <p:nvPr/>
        </p:nvSpPr>
        <p:spPr>
          <a:xfrm>
            <a:off x="1380744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368"/>
          <p:cNvSpPr txBox="1"/>
          <p:nvPr/>
        </p:nvSpPr>
        <p:spPr>
          <a:xfrm>
            <a:off x="1344168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8" name="S11-op369"/>
          <p:cNvSpPr txBox="1"/>
          <p:nvPr/>
        </p:nvSpPr>
        <p:spPr>
          <a:xfrm>
            <a:off x="2089912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11-op370"/>
          <p:cNvSpPr txBox="1"/>
          <p:nvPr/>
        </p:nvSpPr>
        <p:spPr>
          <a:xfrm>
            <a:off x="2853944" y="22270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11-op371"/>
          <p:cNvSpPr txBox="1"/>
          <p:nvPr/>
        </p:nvSpPr>
        <p:spPr>
          <a:xfrm>
            <a:off x="348792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11-blank372"/>
          <p:cNvSpPr/>
          <p:nvPr/>
        </p:nvSpPr>
        <p:spPr>
          <a:xfrm>
            <a:off x="4174094" y="25657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1-chip37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11-op374"/>
          <p:cNvSpPr txBox="1"/>
          <p:nvPr/>
        </p:nvSpPr>
        <p:spPr>
          <a:xfrm>
            <a:off x="7072884" y="22270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4" name="S11-op375"/>
          <p:cNvSpPr txBox="1"/>
          <p:nvPr/>
        </p:nvSpPr>
        <p:spPr>
          <a:xfrm>
            <a:off x="7706868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5" name="S11-num376"/>
          <p:cNvSpPr txBox="1"/>
          <p:nvPr/>
        </p:nvSpPr>
        <p:spPr>
          <a:xfrm>
            <a:off x="8470900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6" name="S11-fracbar377"/>
          <p:cNvSpPr/>
          <p:nvPr/>
        </p:nvSpPr>
        <p:spPr>
          <a:xfrm>
            <a:off x="8507476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1-num378"/>
          <p:cNvSpPr txBox="1"/>
          <p:nvPr/>
        </p:nvSpPr>
        <p:spPr>
          <a:xfrm>
            <a:off x="8470900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8" name="S11-op379"/>
          <p:cNvSpPr txBox="1"/>
          <p:nvPr/>
        </p:nvSpPr>
        <p:spPr>
          <a:xfrm>
            <a:off x="9117076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11-blank380"/>
          <p:cNvSpPr/>
          <p:nvPr/>
        </p:nvSpPr>
        <p:spPr>
          <a:xfrm>
            <a:off x="9803242" y="25657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11-chip38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1" name="S11-num382"/>
          <p:cNvSpPr txBox="1"/>
          <p:nvPr/>
        </p:nvSpPr>
        <p:spPr>
          <a:xfrm>
            <a:off x="1344168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2" name="S11-num383"/>
          <p:cNvSpPr txBox="1"/>
          <p:nvPr/>
        </p:nvSpPr>
        <p:spPr>
          <a:xfrm>
            <a:off x="1667256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3" name="S11-fracbar384"/>
          <p:cNvSpPr/>
          <p:nvPr/>
        </p:nvSpPr>
        <p:spPr>
          <a:xfrm>
            <a:off x="170383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1-num385"/>
          <p:cNvSpPr txBox="1"/>
          <p:nvPr/>
        </p:nvSpPr>
        <p:spPr>
          <a:xfrm>
            <a:off x="1667256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5" name="S11-op386"/>
          <p:cNvSpPr txBox="1"/>
          <p:nvPr/>
        </p:nvSpPr>
        <p:spPr>
          <a:xfrm>
            <a:off x="2313432" y="4421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26" name="S11-op387"/>
          <p:cNvSpPr txBox="1"/>
          <p:nvPr/>
        </p:nvSpPr>
        <p:spPr>
          <a:xfrm>
            <a:off x="3077464" y="4421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7" name="S11-op388"/>
          <p:cNvSpPr txBox="1"/>
          <p:nvPr/>
        </p:nvSpPr>
        <p:spPr>
          <a:xfrm>
            <a:off x="371144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8" name="S11-blank389"/>
          <p:cNvSpPr/>
          <p:nvPr/>
        </p:nvSpPr>
        <p:spPr>
          <a:xfrm>
            <a:off x="4397614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11-chip39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0" name="S11-text39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주스를 5분의 4 L씩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3명이 마셨어요.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L일까요?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답은 덧셈식이나 막대로 다시 확인하게 하세요.</a:t>
            </a:r>
            <a:endParaRPr lang="ko-KR" sz="2800" dirty="0"/>
          </a:p>
        </p:txBody>
      </p:sp>
      <p:sp>
        <p:nvSpPr>
          <p:cNvPr id="5" name="S12-chip39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95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12분의 20 = 1과 3분의 2</a:t>
            </a:r>
            <a:endParaRPr lang="ko-KR" sz="2800" dirty="0"/>
          </a:p>
        </p:txBody>
      </p:sp>
      <p:sp>
        <p:nvSpPr>
          <p:cNvPr id="7" name="S12-text396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</a:t>
            </a:r>
            <a:endParaRPr lang="ko-KR" sz="2800" dirty="0"/>
          </a:p>
        </p:txBody>
      </p:sp>
      <p:sp>
        <p:nvSpPr>
          <p:cNvPr id="8" name="S12-text397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5분의 36 = 7과 5분의 1</a:t>
            </a:r>
            <a:endParaRPr lang="ko-KR" sz="2800" dirty="0"/>
          </a:p>
        </p:txBody>
      </p:sp>
      <p:sp>
        <p:nvSpPr>
          <p:cNvPr id="9" name="S12-text398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2와 5분의 2 L</a:t>
            </a:r>
            <a:endParaRPr lang="ko-KR" sz="2800" dirty="0"/>
          </a:p>
        </p:txBody>
      </p:sp>
      <p:sp>
        <p:nvSpPr>
          <p:cNvPr id="10" name="S12-chip39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400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32분의 24: 분모에도 8을 곱함</a:t>
            </a:r>
            <a:endParaRPr lang="ko-KR" sz="2800" dirty="0"/>
          </a:p>
        </p:txBody>
      </p:sp>
      <p:sp>
        <p:nvSpPr>
          <p:cNvPr id="12" name="S12-text401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6과 5분의 2: 자연수만 곱함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15보다 작은 것은?</a:t>
            </a:r>
            <a:endParaRPr lang="ko-KR" sz="4000" dirty="0"/>
          </a:p>
        </p:txBody>
      </p:sp>
      <p:sp>
        <p:nvSpPr>
          <p:cNvPr id="3" name="S13-text4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계산하지 않고, 곱이 15보다 작은 것을 골라요.</a:t>
            </a:r>
            <a:endParaRPr lang="ko-KR" sz="2800" dirty="0"/>
          </a:p>
        </p:txBody>
      </p:sp>
      <p:sp>
        <p:nvSpPr>
          <p:cNvPr id="4" name="S13-card4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4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‘15의 몇 분의 몇’으로 말해요.</a:t>
            </a:r>
            <a:endParaRPr lang="ko-KR" sz="2800" dirty="0"/>
          </a:p>
        </p:txBody>
      </p:sp>
      <p:sp>
        <p:nvSpPr>
          <p:cNvPr id="6" name="S13-chip40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op406"/>
          <p:cNvSpPr txBox="1"/>
          <p:nvPr/>
        </p:nvSpPr>
        <p:spPr>
          <a:xfrm>
            <a:off x="1088898" y="334213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600" dirty="0"/>
          </a:p>
        </p:txBody>
      </p:sp>
      <p:sp>
        <p:nvSpPr>
          <p:cNvPr id="8" name="S13-op407"/>
          <p:cNvSpPr txBox="1"/>
          <p:nvPr/>
        </p:nvSpPr>
        <p:spPr>
          <a:xfrm>
            <a:off x="2058162" y="3342132"/>
            <a:ext cx="704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600" dirty="0"/>
          </a:p>
        </p:txBody>
      </p:sp>
      <p:sp>
        <p:nvSpPr>
          <p:cNvPr id="9" name="S13-num408"/>
          <p:cNvSpPr txBox="1"/>
          <p:nvPr/>
        </p:nvSpPr>
        <p:spPr>
          <a:xfrm>
            <a:off x="2871978" y="334213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600" dirty="0"/>
          </a:p>
        </p:txBody>
      </p:sp>
      <p:sp>
        <p:nvSpPr>
          <p:cNvPr id="10" name="S13-fracbar409"/>
          <p:cNvSpPr/>
          <p:nvPr/>
        </p:nvSpPr>
        <p:spPr>
          <a:xfrm>
            <a:off x="2908554" y="391820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3-num410"/>
          <p:cNvSpPr txBox="1"/>
          <p:nvPr/>
        </p:nvSpPr>
        <p:spPr>
          <a:xfrm>
            <a:off x="2871978" y="395478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12" name="S13-chip41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3" name="S13-op412"/>
          <p:cNvSpPr txBox="1"/>
          <p:nvPr/>
        </p:nvSpPr>
        <p:spPr>
          <a:xfrm>
            <a:off x="4729734" y="334213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600" dirty="0"/>
          </a:p>
        </p:txBody>
      </p:sp>
      <p:sp>
        <p:nvSpPr>
          <p:cNvPr id="14" name="S13-op413"/>
          <p:cNvSpPr txBox="1"/>
          <p:nvPr/>
        </p:nvSpPr>
        <p:spPr>
          <a:xfrm>
            <a:off x="5698998" y="3342132"/>
            <a:ext cx="704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600" dirty="0"/>
          </a:p>
        </p:txBody>
      </p:sp>
      <p:sp>
        <p:nvSpPr>
          <p:cNvPr id="15" name="S13-num414"/>
          <p:cNvSpPr txBox="1"/>
          <p:nvPr/>
        </p:nvSpPr>
        <p:spPr>
          <a:xfrm>
            <a:off x="6512814" y="3342132"/>
            <a:ext cx="356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6" name="S13-num415"/>
          <p:cNvSpPr txBox="1"/>
          <p:nvPr/>
        </p:nvSpPr>
        <p:spPr>
          <a:xfrm>
            <a:off x="6869430" y="334213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7" name="S13-fracbar416"/>
          <p:cNvSpPr/>
          <p:nvPr/>
        </p:nvSpPr>
        <p:spPr>
          <a:xfrm>
            <a:off x="6906006" y="391820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13-num417"/>
          <p:cNvSpPr txBox="1"/>
          <p:nvPr/>
        </p:nvSpPr>
        <p:spPr>
          <a:xfrm>
            <a:off x="6869430" y="395478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19" name="S13-chip41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20" name="S13-op419"/>
          <p:cNvSpPr txBox="1"/>
          <p:nvPr/>
        </p:nvSpPr>
        <p:spPr>
          <a:xfrm>
            <a:off x="8727186" y="334213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600" dirty="0"/>
          </a:p>
        </p:txBody>
      </p:sp>
      <p:sp>
        <p:nvSpPr>
          <p:cNvPr id="21" name="S13-op420"/>
          <p:cNvSpPr txBox="1"/>
          <p:nvPr/>
        </p:nvSpPr>
        <p:spPr>
          <a:xfrm>
            <a:off x="9696450" y="3342132"/>
            <a:ext cx="704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600" dirty="0"/>
          </a:p>
        </p:txBody>
      </p:sp>
      <p:sp>
        <p:nvSpPr>
          <p:cNvPr id="22" name="S13-num421"/>
          <p:cNvSpPr txBox="1"/>
          <p:nvPr/>
        </p:nvSpPr>
        <p:spPr>
          <a:xfrm>
            <a:off x="10510266" y="334213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23" name="S13-fracbar422"/>
          <p:cNvSpPr/>
          <p:nvPr/>
        </p:nvSpPr>
        <p:spPr>
          <a:xfrm>
            <a:off x="10546842" y="391820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13-num423"/>
          <p:cNvSpPr txBox="1"/>
          <p:nvPr/>
        </p:nvSpPr>
        <p:spPr>
          <a:xfrm>
            <a:off x="10510266" y="395478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2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2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자연수를 곱하고, 분모는 그대로 써요.</a:t>
            </a:r>
            <a:endParaRPr lang="ko-KR" sz="2800" dirty="0"/>
          </a:p>
        </p:txBody>
      </p:sp>
      <p:sp>
        <p:nvSpPr>
          <p:cNvPr id="5" name="S14-chip42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곱하기 전에 약분하기</a:t>
            </a:r>
            <a:endParaRPr lang="ko-KR" sz="2200" dirty="0"/>
          </a:p>
        </p:txBody>
      </p:sp>
      <p:sp>
        <p:nvSpPr>
          <p:cNvPr id="6" name="S14-chip42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분모에도 자연수 곱하기</a:t>
            </a:r>
            <a:endParaRPr lang="ko-KR" sz="2200" dirty="0"/>
          </a:p>
        </p:txBody>
      </p:sp>
      <p:sp>
        <p:nvSpPr>
          <p:cNvPr id="7" name="S14-text42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429"/>
          <p:cNvSpPr txBox="1"/>
          <p:nvPr/>
        </p:nvSpPr>
        <p:spPr>
          <a:xfrm>
            <a:off x="54864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430"/>
          <p:cNvSpPr txBox="1"/>
          <p:nvPr/>
        </p:nvSpPr>
        <p:spPr>
          <a:xfrm>
            <a:off x="123799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14-fracbar431"/>
          <p:cNvSpPr/>
          <p:nvPr/>
        </p:nvSpPr>
        <p:spPr>
          <a:xfrm>
            <a:off x="127457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432"/>
          <p:cNvSpPr txBox="1"/>
          <p:nvPr/>
        </p:nvSpPr>
        <p:spPr>
          <a:xfrm>
            <a:off x="123799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2" name="S14-op433"/>
          <p:cNvSpPr txBox="1"/>
          <p:nvPr/>
        </p:nvSpPr>
        <p:spPr>
          <a:xfrm>
            <a:off x="1804162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13" name="S14-op434"/>
          <p:cNvSpPr txBox="1"/>
          <p:nvPr/>
        </p:nvSpPr>
        <p:spPr>
          <a:xfrm>
            <a:off x="2493518" y="423722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" name="S14-op435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" name="S14-op436"/>
          <p:cNvSpPr txBox="1"/>
          <p:nvPr/>
        </p:nvSpPr>
        <p:spPr>
          <a:xfrm>
            <a:off x="5011420" y="4237228"/>
            <a:ext cx="6918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16" name="S14-op437"/>
          <p:cNvSpPr txBox="1"/>
          <p:nvPr/>
        </p:nvSpPr>
        <p:spPr>
          <a:xfrm>
            <a:off x="581304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17" name="S14-num438"/>
          <p:cNvSpPr txBox="1"/>
          <p:nvPr/>
        </p:nvSpPr>
        <p:spPr>
          <a:xfrm>
            <a:off x="650240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8" name="S14-fracbar439"/>
          <p:cNvSpPr/>
          <p:nvPr/>
        </p:nvSpPr>
        <p:spPr>
          <a:xfrm>
            <a:off x="653897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440"/>
          <p:cNvSpPr txBox="1"/>
          <p:nvPr/>
        </p:nvSpPr>
        <p:spPr>
          <a:xfrm>
            <a:off x="650240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0" name="S14-op441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1" name="S14-num442"/>
          <p:cNvSpPr txBox="1"/>
          <p:nvPr/>
        </p:nvSpPr>
        <p:spPr>
          <a:xfrm>
            <a:off x="8784844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" name="S14-num443"/>
          <p:cNvSpPr txBox="1"/>
          <p:nvPr/>
        </p:nvSpPr>
        <p:spPr>
          <a:xfrm>
            <a:off x="9057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3" name="S14-fracbar444"/>
          <p:cNvSpPr/>
          <p:nvPr/>
        </p:nvSpPr>
        <p:spPr>
          <a:xfrm>
            <a:off x="9094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4" name="S14-num445"/>
          <p:cNvSpPr txBox="1"/>
          <p:nvPr/>
        </p:nvSpPr>
        <p:spPr>
          <a:xfrm>
            <a:off x="9057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5" name="S14-op446"/>
          <p:cNvSpPr txBox="1"/>
          <p:nvPr/>
        </p:nvSpPr>
        <p:spPr>
          <a:xfrm>
            <a:off x="9623806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26" name="S14-op447"/>
          <p:cNvSpPr txBox="1"/>
          <p:nvPr/>
        </p:nvSpPr>
        <p:spPr>
          <a:xfrm>
            <a:off x="10313162" y="423722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7" name="S14-text44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분수끼리의 곱셈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분수 더하기</a:t>
            </a:r>
            <a:endParaRPr lang="ko-KR" sz="4000" dirty="0"/>
          </a:p>
        </p:txBody>
      </p:sp>
      <p:sp>
        <p:nvSpPr>
          <p:cNvPr id="3" name="S15-text4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1을 3번 더하면 얼마일까요?</a:t>
            </a:r>
            <a:endParaRPr lang="ko-KR" sz="2800" dirty="0"/>
          </a:p>
        </p:txBody>
      </p:sp>
      <p:sp>
        <p:nvSpPr>
          <p:cNvPr id="4" name="S15-card45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5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1이 3개 → 4분의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분자끼리 더해요.</a:t>
            </a:r>
            <a:endParaRPr lang="ko-KR" sz="2800" dirty="0"/>
          </a:p>
        </p:txBody>
      </p:sp>
      <p:sp>
        <p:nvSpPr>
          <p:cNvPr id="6" name="S15-num452"/>
          <p:cNvSpPr txBox="1"/>
          <p:nvPr/>
        </p:nvSpPr>
        <p:spPr>
          <a:xfrm>
            <a:off x="830961" y="2061909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7" name="S15-fracbar453"/>
          <p:cNvSpPr/>
          <p:nvPr/>
        </p:nvSpPr>
        <p:spPr>
          <a:xfrm>
            <a:off x="867537" y="2368233"/>
            <a:ext cx="27660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15-num454"/>
          <p:cNvSpPr txBox="1"/>
          <p:nvPr/>
        </p:nvSpPr>
        <p:spPr>
          <a:xfrm>
            <a:off x="830961" y="2404809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9" name="S15-cell455"/>
          <p:cNvSpPr/>
          <p:nvPr/>
        </p:nvSpPr>
        <p:spPr>
          <a:xfrm>
            <a:off x="1600200" y="2148840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cell456"/>
          <p:cNvSpPr/>
          <p:nvPr/>
        </p:nvSpPr>
        <p:spPr>
          <a:xfrm>
            <a:off x="4110228" y="2148840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cell457"/>
          <p:cNvSpPr/>
          <p:nvPr/>
        </p:nvSpPr>
        <p:spPr>
          <a:xfrm>
            <a:off x="6620256" y="2148840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458"/>
          <p:cNvSpPr/>
          <p:nvPr/>
        </p:nvSpPr>
        <p:spPr>
          <a:xfrm>
            <a:off x="9130284" y="2148840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figure459" descr="똑같이 4칸으로 나눈 띠, 1칸 색칠"/>
          <p:cNvSpPr/>
          <p:nvPr/>
        </p:nvSpPr>
        <p:spPr>
          <a:xfrm>
            <a:off x="1600200" y="2148840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5-num460"/>
          <p:cNvSpPr txBox="1"/>
          <p:nvPr/>
        </p:nvSpPr>
        <p:spPr>
          <a:xfrm>
            <a:off x="830961" y="2756726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15" name="S15-fracbar461"/>
          <p:cNvSpPr/>
          <p:nvPr/>
        </p:nvSpPr>
        <p:spPr>
          <a:xfrm>
            <a:off x="867537" y="3063050"/>
            <a:ext cx="27660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5-num462"/>
          <p:cNvSpPr txBox="1"/>
          <p:nvPr/>
        </p:nvSpPr>
        <p:spPr>
          <a:xfrm>
            <a:off x="830961" y="3099626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17" name="S15-cell463"/>
          <p:cNvSpPr/>
          <p:nvPr/>
        </p:nvSpPr>
        <p:spPr>
          <a:xfrm>
            <a:off x="1600200" y="2843657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cell464"/>
          <p:cNvSpPr/>
          <p:nvPr/>
        </p:nvSpPr>
        <p:spPr>
          <a:xfrm>
            <a:off x="4110228" y="2843657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cell465"/>
          <p:cNvSpPr/>
          <p:nvPr/>
        </p:nvSpPr>
        <p:spPr>
          <a:xfrm>
            <a:off x="6620256" y="2843657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466"/>
          <p:cNvSpPr/>
          <p:nvPr/>
        </p:nvSpPr>
        <p:spPr>
          <a:xfrm>
            <a:off x="9130284" y="2843657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figure467" descr="똑같이 4칸으로 나눈 띠, 1칸 색칠"/>
          <p:cNvSpPr/>
          <p:nvPr/>
        </p:nvSpPr>
        <p:spPr>
          <a:xfrm>
            <a:off x="1600200" y="2843657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5-num468"/>
          <p:cNvSpPr txBox="1"/>
          <p:nvPr/>
        </p:nvSpPr>
        <p:spPr>
          <a:xfrm>
            <a:off x="830961" y="3451543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23" name="S15-fracbar469"/>
          <p:cNvSpPr/>
          <p:nvPr/>
        </p:nvSpPr>
        <p:spPr>
          <a:xfrm>
            <a:off x="867537" y="3757867"/>
            <a:ext cx="27660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15-num470"/>
          <p:cNvSpPr txBox="1"/>
          <p:nvPr/>
        </p:nvSpPr>
        <p:spPr>
          <a:xfrm>
            <a:off x="830961" y="3794443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25" name="S15-cell471"/>
          <p:cNvSpPr/>
          <p:nvPr/>
        </p:nvSpPr>
        <p:spPr>
          <a:xfrm>
            <a:off x="1600200" y="3538474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cell472"/>
          <p:cNvSpPr/>
          <p:nvPr/>
        </p:nvSpPr>
        <p:spPr>
          <a:xfrm>
            <a:off x="4110228" y="3538474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cell473"/>
          <p:cNvSpPr/>
          <p:nvPr/>
        </p:nvSpPr>
        <p:spPr>
          <a:xfrm>
            <a:off x="6620256" y="3538474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cell474"/>
          <p:cNvSpPr/>
          <p:nvPr/>
        </p:nvSpPr>
        <p:spPr>
          <a:xfrm>
            <a:off x="9130284" y="3538474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5-figure475" descr="똑같이 4칸으로 나눈 띠, 1칸 색칠"/>
          <p:cNvSpPr/>
          <p:nvPr/>
        </p:nvSpPr>
        <p:spPr>
          <a:xfrm>
            <a:off x="1600200" y="3538474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15-num476"/>
          <p:cNvSpPr txBox="1"/>
          <p:nvPr/>
        </p:nvSpPr>
        <p:spPr>
          <a:xfrm>
            <a:off x="830961" y="4146360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31" name="S15-fracbar477"/>
          <p:cNvSpPr/>
          <p:nvPr/>
        </p:nvSpPr>
        <p:spPr>
          <a:xfrm>
            <a:off x="867537" y="4452684"/>
            <a:ext cx="27660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2" name="S15-num478"/>
          <p:cNvSpPr txBox="1"/>
          <p:nvPr/>
        </p:nvSpPr>
        <p:spPr>
          <a:xfrm>
            <a:off x="830961" y="4489260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33" name="S15-cell479"/>
          <p:cNvSpPr/>
          <p:nvPr/>
        </p:nvSpPr>
        <p:spPr>
          <a:xfrm>
            <a:off x="1600200" y="4233291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5-cell480"/>
          <p:cNvSpPr/>
          <p:nvPr/>
        </p:nvSpPr>
        <p:spPr>
          <a:xfrm>
            <a:off x="4110228" y="4233291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5-cell481"/>
          <p:cNvSpPr/>
          <p:nvPr/>
        </p:nvSpPr>
        <p:spPr>
          <a:xfrm>
            <a:off x="6620256" y="4233291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5-cell482"/>
          <p:cNvSpPr/>
          <p:nvPr/>
        </p:nvSpPr>
        <p:spPr>
          <a:xfrm>
            <a:off x="9130284" y="4233291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5-figure483" descr="똑같이 4칸으로 나눈 띠, 3칸 색칠"/>
          <p:cNvSpPr/>
          <p:nvPr/>
        </p:nvSpPr>
        <p:spPr>
          <a:xfrm>
            <a:off x="1600200" y="4233291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분수와 자연수의 곱셈</dc:title>
  <dc:subject>KR22-G05-MAT-FRACMUL-L01</dc:subject>
  <dc:creator>education-ppt</dc:creator>
  <cp:lastModifiedBy>education-ppt</cp:lastModifiedBy>
  <cp:revision>1</cp:revision>
  <dcterms:created xsi:type="dcterms:W3CDTF">2026-10-26T08:18:41Z</dcterms:created>
  <dcterms:modified xsi:type="dcterms:W3CDTF">2026-10-26T08:18:41Z</dcterms:modified>
</cp:coreProperties>
</file>