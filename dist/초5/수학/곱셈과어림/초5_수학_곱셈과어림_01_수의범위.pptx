
<file path=[Content_Types].xml><?xml version="1.0" encoding="utf-8"?>
<Types xmlns="http://schemas.openxmlformats.org/package/2006/content-types">
  <Default Extension="xml" ContentType="application/xml"/>
  <Default Extension="rels" ContentType="application/vnd.openxmlformats-package.relationships+xml"/>
  <Default Extension="jpeg" ContentType="image/jpeg"/>
  <Default Extension="jpg" ContentType="image/jpg"/>
  <Default Extension="svg" ContentType="image/svg+xml"/>
  <Default Extension="png" ContentType="image/png"/>
  <Default Extension="gif" ContentType="image/gif"/>
  <Default Extension="m4v" ContentType="video/mp4"/>
  <Default Extension="mp4" ContentType="video/mp4"/>
  <Default Extension="vml" ContentType="application/vnd.openxmlformats-officedocument.vmlDrawing"/>
  <Default Extension="xlsx" ContentType="application/vnd.openxmlformats-officedocument.spreadsheetml.sheet"/>
  <Override PartName="/ppt/presentation.xml" ContentType="application/vnd.openxmlformats-officedocument.presentationml.presentation.main+xml"/>
  <Override PartName="/ppt/notesMasters/notesMaster1.xml" ContentType="application/vnd.openxmlformats-officedocument.presentationml.notesMaster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Masters/slideMaster2.xml" ContentType="application/vnd.openxmlformats-officedocument.presentationml.slideMaster+xml"/>
  <Override PartName="/ppt/slides/slide2.xml" ContentType="application/vnd.openxmlformats-officedocument.presentationml.slide+xml"/>
  <Override PartName="/ppt/slideMasters/slideMaster3.xml" ContentType="application/vnd.openxmlformats-officedocument.presentationml.slideMaster+xml"/>
  <Override PartName="/ppt/slides/slide3.xml" ContentType="application/vnd.openxmlformats-officedocument.presentationml.slide+xml"/>
  <Override PartName="/ppt/slideMasters/slideMaster4.xml" ContentType="application/vnd.openxmlformats-officedocument.presentationml.slideMaster+xml"/>
  <Override PartName="/ppt/slides/slide4.xml" ContentType="application/vnd.openxmlformats-officedocument.presentationml.slide+xml"/>
  <Override PartName="/ppt/slideMasters/slideMaster5.xml" ContentType="application/vnd.openxmlformats-officedocument.presentationml.slideMaster+xml"/>
  <Override PartName="/ppt/slides/slide5.xml" ContentType="application/vnd.openxmlformats-officedocument.presentationml.slide+xml"/>
  <Override PartName="/ppt/slideMasters/slideMaster6.xml" ContentType="application/vnd.openxmlformats-officedocument.presentationml.slideMaster+xml"/>
  <Override PartName="/ppt/slides/slide6.xml" ContentType="application/vnd.openxmlformats-officedocument.presentationml.slide+xml"/>
  <Override PartName="/ppt/slideMasters/slideMaster7.xml" ContentType="application/vnd.openxmlformats-officedocument.presentationml.slideMaster+xml"/>
  <Override PartName="/ppt/slides/slide7.xml" ContentType="application/vnd.openxmlformats-officedocument.presentationml.slide+xml"/>
  <Override PartName="/ppt/slideMasters/slideMaster8.xml" ContentType="application/vnd.openxmlformats-officedocument.presentationml.slideMaster+xml"/>
  <Override PartName="/ppt/slides/slide8.xml" ContentType="application/vnd.openxmlformats-officedocument.presentationml.slide+xml"/>
  <Override PartName="/ppt/slideMasters/slideMaster9.xml" ContentType="application/vnd.openxmlformats-officedocument.presentationml.slideMaster+xml"/>
  <Override PartName="/ppt/slides/slide9.xml" ContentType="application/vnd.openxmlformats-officedocument.presentationml.slide+xml"/>
  <Override PartName="/ppt/slideMasters/slideMaster10.xml" ContentType="application/vnd.openxmlformats-officedocument.presentationml.slideMaster+xml"/>
  <Override PartName="/ppt/slides/slide10.xml" ContentType="application/vnd.openxmlformats-officedocument.presentationml.slide+xml"/>
  <Override PartName="/ppt/slideMasters/slideMaster11.xml" ContentType="application/vnd.openxmlformats-officedocument.presentationml.slideMaster+xml"/>
  <Override PartName="/ppt/slides/slide11.xml" ContentType="application/vnd.openxmlformats-officedocument.presentationml.slide+xml"/>
  <Override PartName="/ppt/slideMasters/slideMaster12.xml" ContentType="application/vnd.openxmlformats-officedocument.presentationml.slideMaster+xml"/>
  <Override PartName="/ppt/slides/slide12.xml" ContentType="application/vnd.openxmlformats-officedocument.presentationml.slide+xml"/>
  <Override PartName="/ppt/slideMasters/slideMaster13.xml" ContentType="application/vnd.openxmlformats-officedocument.presentationml.slideMaster+xml"/>
  <Override PartName="/ppt/slides/slide13.xml" ContentType="application/vnd.openxmlformats-officedocument.presentationml.slide+xml"/>
  <Override PartName="/ppt/slideMasters/slideMaster14.xml" ContentType="application/vnd.openxmlformats-officedocument.presentationml.slideMaster+xml"/>
  <Override PartName="/ppt/slides/slide14.xml" ContentType="application/vnd.openxmlformats-officedocument.presentationml.slide+xml"/>
  <Override PartName="/ppt/slideMasters/slideMaster15.xml" ContentType="application/vnd.openxmlformats-officedocument.presentationml.slideMaster+xml"/>
  <Override PartName="/ppt/slides/slide15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notesSlides/notesSlide10.xml" ContentType="application/vnd.openxmlformats-officedocument.presentationml.notesSlide+xml"/>
  <Override PartName="/ppt/notesSlides/notesSlide11.xml" ContentType="application/vnd.openxmlformats-officedocument.presentationml.notesSlide+xml"/>
  <Override PartName="/ppt/notesSlides/notesSlide12.xml" ContentType="application/vnd.openxmlformats-officedocument.presentationml.notesSlide+xml"/>
  <Override PartName="/ppt/notesSlides/notesSlide13.xml" ContentType="application/vnd.openxmlformats-officedocument.presentationml.notesSlide+xml"/>
  <Override PartName="/ppt/notesSlides/notesSlide14.xml" ContentType="application/vnd.openxmlformats-officedocument.presentationml.notesSlide+xml"/>
  <Override PartName="/ppt/notesSlides/notesSlide15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
		<Relationship Id="rId1" Type="http://schemas.openxmlformats.org/officeDocument/2006/relationships/extended-properties" Target="docProps/app.xml"/>
		<Relationship Id="rId2" Type="http://schemas.openxmlformats.org/package/2006/relationships/metadata/core-properties" Target="docProps/core.xml"/>
		<Relationship Id="rId3" Type="http://schemas.openxmlformats.org/officeDocument/2006/relationships/officeDocument" Target="ppt/presentation.xml"/>
		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2"/>
    <p:sldId id="257" r:id="rId3"/>
    <p:sldId id="258" r:id="rId4"/>
    <p:sldId id="259" r:id="rId5"/>
    <p:sldId id="260" r:id="rId6"/>
    <p:sldId id="261" r:id="rId7"/>
    <p:sldId id="262" r:id="rId8"/>
    <p:sldId id="263" r:id="rId9"/>
    <p:sldId id="264" r:id="rId10"/>
    <p:sldId id="265" r:id="rId11"/>
    <p:sldId id="266" r:id="rId12"/>
    <p:sldId id="267" r:id="rId13"/>
    <p:sldId id="268" r:id="rId14"/>
    <p:sldId id="269" r:id="rId15"/>
    <p:sldId id="270" r:id="rId16"/>
  </p:sldIdLst>
  <p:notesMasterIdLst>
    <p:notesMasterId r:id="rId17"/>
  </p:notesMasterIdLst>
  <p:sldSz cx="12192000" cy="6858000"/>
  <p:notesSz cx="6858000" cy="12192000"/>
  <p:defaultTextStyle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  <p:extLst>
    <p:ext uri="{521415D9-36F7-43E2-AB2F-B90AF26B5E84}">
      <p14:sectionLst xmlns:p14="http://schemas.microsoft.com/office/powerpoint/2010/main">
        <p14:section name="도입" id="{c9902c29-e1e5-260c-76b0-f552ae074ad2}">
          <p14:sldIdLst>
            <p14:sldId id="256"/>
            <p14:sldId id="257"/>
          </p14:sldIdLst>
        </p14:section>
        <p14:section name="개념" id="{723da84c-9d41-ddf9-3d66-1d72262ba44c}">
          <p14:sldIdLst>
            <p14:sldId id="258"/>
            <p14:sldId id="259"/>
            <p14:sldId id="261"/>
            <p14:sldId id="262"/>
            <p14:sldId id="263"/>
          </p14:sldIdLst>
        </p14:section>
        <p14:section name="연습" id="{9d6d50c2-4d48-8ced-7559-6ac47d0729c9}">
          <p14:sldIdLst>
            <p14:sldId id="260"/>
            <p14:sldId id="264"/>
            <p14:sldId id="265"/>
          </p14:sldIdLst>
        </p14:section>
        <p14:section name="개념" id="{6cc14b72-a459-4aa5-4be9-55efb033eded}">
          <p14:sldIdLst/>
        </p14:section>
        <p14:section name="연습" id="{e1672514-679c-9fc7-2164-91ede751b78a}">
          <p14:sldIdLst/>
        </p14:section>
        <p14:section name="확인" id="{f35d77ae-2c8a-6794-2884-d5db4a868a30}">
          <p14:sldIdLst>
            <p14:sldId id="266"/>
            <p14:sldId id="267"/>
            <p14:sldId id="268"/>
          </p14:sldIdLst>
        </p14:section>
        <p14:section name="정리" id="{5b96c0a4-55bc-9c3b-7020-94598246bfbf}">
          <p14:sldIdLst>
            <p14:sldId id="269"/>
          </p14:sldIdLst>
        </p14:section>
        <p14:section name="보충" id="{9d1581a2-8e2e-c5ea-9362-1c0350655aa7}">
          <p14:sldIdLst>
            <p14:sldId id="270"/>
          </p14:sldIdLst>
        </p14:section>
      </p14:sectionLst>
    </p:ext>
    <p:ext uri="{EFAFB233-063F-42B5-8137-9DF3F51BA10A}">
      <p15:sldGuideLst xmlns:p15="http://schemas.microsoft.com/office/powerpoint/2012/main"/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/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horzBarState="maximized">
    <p:restoredLeft sz="15611"/>
    <p:restoredTop sz="94610"/>
  </p:normalViewPr>
  <p:slideViewPr>
    <p:cSldViewPr snapToGrid="0" snapToObjects="1">
      <p:cViewPr varScale="1">
        <p:scale>
          <a:sx n="136" d="100"/>
          <a:sy n="136" d="100"/>
        </p:scale>
        <p:origin x="216" y="312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slide" Target="slides/slide1.xml"/><Relationship Id="rId3" Type="http://schemas.openxmlformats.org/officeDocument/2006/relationships/slide" Target="slides/slide2.xml"/><Relationship Id="rId4" Type="http://schemas.openxmlformats.org/officeDocument/2006/relationships/slide" Target="slides/slide3.xml"/><Relationship Id="rId5" Type="http://schemas.openxmlformats.org/officeDocument/2006/relationships/slide" Target="slides/slide4.xml"/><Relationship Id="rId6" Type="http://schemas.openxmlformats.org/officeDocument/2006/relationships/slide" Target="slides/slide5.xml"/><Relationship Id="rId7" Type="http://schemas.openxmlformats.org/officeDocument/2006/relationships/slide" Target="slides/slide6.xml"/><Relationship Id="rId8" Type="http://schemas.openxmlformats.org/officeDocument/2006/relationships/slide" Target="slides/slide7.xml"/><Relationship Id="rId9" Type="http://schemas.openxmlformats.org/officeDocument/2006/relationships/slide" Target="slides/slide8.xml"/><Relationship Id="rId10" Type="http://schemas.openxmlformats.org/officeDocument/2006/relationships/slide" Target="slides/slide9.xml"/><Relationship Id="rId11" Type="http://schemas.openxmlformats.org/officeDocument/2006/relationships/slide" Target="slides/slide10.xml"/><Relationship Id="rId12" Type="http://schemas.openxmlformats.org/officeDocument/2006/relationships/slide" Target="slides/slide11.xml"/><Relationship Id="rId13" Type="http://schemas.openxmlformats.org/officeDocument/2006/relationships/slide" Target="slides/slide12.xml"/><Relationship Id="rId14" Type="http://schemas.openxmlformats.org/officeDocument/2006/relationships/slide" Target="slides/slide13.xml"/><Relationship Id="rId15" Type="http://schemas.openxmlformats.org/officeDocument/2006/relationships/slide" Target="slides/slide14.xml"/><Relationship Id="rId16" Type="http://schemas.openxmlformats.org/officeDocument/2006/relationships/slide" Target="slides/slide15.xml"/><Relationship Id="rId17" Type="http://schemas.openxmlformats.org/officeDocument/2006/relationships/notesMaster" Target="notesMasters/notesMaster1.xml"/><Relationship Id="rId18" Type="http://schemas.openxmlformats.org/officeDocument/2006/relationships/presProps" Target="presProps.xml"/><Relationship Id="rId19" Type="http://schemas.openxmlformats.org/officeDocument/2006/relationships/viewProps" Target="viewProps.xml"/><Relationship Id="rId20" Type="http://schemas.openxmlformats.org/officeDocument/2006/relationships/theme" Target="theme/theme1.xml"/><Relationship Id="rId21" Type="http://schemas.openxmlformats.org/officeDocument/2006/relationships/tableStyles" Target="tableStyles.xml"/></Relationships>
</file>

<file path=ppt/notesMasters/_rels/notesMaster1.xml.rels><?xml version="1.0" encoding="UTF-8" standalone="yes"?>
<Relationships xmlns="http://schemas.openxmlformats.org/package/2006/relationships">
		<Relationship Id="rId1" Type="http://schemas.openxmlformats.org/officeDocument/2006/relationships/theme" Target="../theme/theme1.xml"/>
		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5282F153-3F37-0F45-9E97-73ACFA13230C}" type="datetimeFigureOut">
              <a:rPr lang="en-US"/>
              <a:t>7/23/19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CE5E9CC1-C706-0F49-92D6-E571CC5EEA8F}" type="slidenum">
              <a:rPr lang="en-US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.xml"/>
		</Relationships>
</file>

<file path=ppt/notesSlides/_rels/notesSlide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.xml"/>
		</Relationships>
</file>

<file path=ppt/notesSlides/_rels/notesSlide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.xml"/>
		</Relationships>
</file>

<file path=ppt/notesSlides/_rels/notesSlide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4.xml"/>
		</Relationships>
</file>

<file path=ppt/notesSlides/_rels/notesSlide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5.xml"/>
		</Relationships>
</file>

<file path=ppt/notesSlides/_rels/notesSlide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6.xml"/>
		</Relationships>
</file>

<file path=ppt/notesSlides/_rels/notesSlide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7.xml"/>
		</Relationships>
</file>

<file path=ppt/notesSlides/_rels/notesSlide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8.xml"/>
		</Relationships>
</file>

<file path=ppt/notesSlides/_rels/notesSlide9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9.xml"/>
		</Relationships>
</file>

<file path=ppt/notesSlides/_rels/notesSlide10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0.xml"/>
		</Relationships>
</file>

<file path=ppt/notesSlides/_rels/notesSlide1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1.xml"/>
		</Relationships>
</file>

<file path=ppt/notesSlides/_rels/notesSlide1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2.xml"/>
		</Relationships>
</file>

<file path=ppt/notesSlides/_rels/notesSlide1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3.xml"/>
		</Relationships>
</file>

<file path=ppt/notesSlides/_rels/notesSlide1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4.xml"/>
		</Relationships>
</file>

<file path=ppt/notesSlides/_rels/notesSlide1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5.xml"/>
		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[S01 · 오늘의 질문과 목표]
목적: 오늘 배울 말(이상·이하·초과·미만)이 생활에서 쓰인다는 것을 보여 주고 먼저 예상하게 합니다.
시간: 약 2분
이렇게 말해 보세요
- “놀이공원에서 ‘키 130 cm 이상’이라고 쓴 안내판을 본 적 있어? 키가 딱 130 cm인 사람은 탈 수 있을까?”
- “예상만 해 보자. 틀려도 괜찮아. 조금 뒤에 같이 확인할 거야.”
예상 답
- “탈 수 있어요.” / “못 타요. 130보다 커야 해요.” / “모르겠어요.”
막히면
- 답을 바로 알려 주지 않습니다. 아이의 예상을 종이에 적어 두고 S03에서 확인합니다.
주의
- 수업에 나오는 안내판·요금표의 기준(130 cm, 7세 등)은 수업을 위해 지어낸 예입니다. 실제 기준은 곳마다 다릅니다.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[S02 · 선수 학습 확인(수의 크기 비교)]
목적: 오늘 수업에 꼭 필요한 수의 크기 비교(자연수·소수)를 할 수 있는지 확인합니다.
시간: 약 3분
이렇게 말해 보세요
- “①은 어느 쪽이 더 커? 벌어진 쪽이 큰 수를 향하게 써.”
- “②는 소수야. 4.5와 4.2 중 어느 것이 커?”
- “③에서 35보다 큰 수는 무엇무엇이야? 35도 골라야 할까?”
정답
- ① 27 &lt; 31
- ② 4.5 &gt; 4.2
- ③ 38, 41 (35는 35보다 크지 않으므로 고르지 않습니다)
막히면
- ①②가 흔들리면 S15(보충)에서 수직선으로 크기를 비교한 뒤 S03으로 돌아옵니다.
- 계획에는 이 차시의 선수 차시가 따로 없습니다. 보충으로도 어려우면 초2 수와계산 1차시 ‘세 자리 수’(KR22-G02-MAT-NUM1000-L01)의 크기 비교, 소수가 어려우면 초3 분수와소수 3차시 ‘소수의 뜻’(KR22-G03-MAT-DECIMAL-L01)을 먼저 합니다.
주의
- ③에서 35를 함께 고르면 틀렸다고 하지 말고 “35는 35보다 커?”라고만 묻습니다. 오늘 배울 ‘이상’과 ‘초과’의 차이로 이어집니다.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[S03 · 이상의 뜻(기준 수 포함, ●)]
목적: ‘이상’은 기준 수와 같거나 큰 수이고 기준 수가 들어간다는 것을 수직선의 ●로 봅니다.
시간: 약 3분
이렇게 말해 보세요
- “130 cm 이상이면 130 cm인 사람은 탈 수 있을까? 131 cm는? 129 cm는?”
- “이상은 ‘같거나 크다’는 뜻이야. 그래서 130에 꽉 찬 동그라미(●)를 그리고 오른쪽으로 굵게 칠해.”
- “130.5 cm처럼 눈금 사이에 있는 키도 들어갈까?”
예상 답
- “130 cm도 탈 수 있어요. 131 cm도요. 129 cm는 못 타요.”
- “130.5도 130보다 크니까 들어가요.”
막히면
- 줄자로 아이의 키를 재어 보고 “너는 이 놀이기구를 탈 수 있을까?”라고 묻습니다.
- ‘같거나 크다’를 ‘130이랑 같아도 되고, 130보다 커도 된다’로 풀어 말합니다.
주의
- S01에서 적어 둔 아이의 예상을 여기서 함께 확인합니다.
- 굵은 선은 그 범위의 모든 수를 나타냅니다. 눈금 사이의 소수(130.5 등)도 들어갑니다(M3).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[S04 · 이하의 뜻(기준 수 포함, ●)]
목적: ‘이하’는 기준 수와 같거나 작은 수이고 기준 수가 들어간다는 것을 봅니다. ‘이상’과 칠하는 방향이 반대입니다.
시간: 약 3분
이렇게 말해 보세요
- “120 cm 이하만 탈 수 있대. 120 cm인 어린이는 탈 수 있을까? 118 cm는? 121 cm는?”
- “이하는 ‘같거나 작다’는 뜻이야. 120에 ●를 그리고 이번에는 어느 쪽으로 칠할까?”
예상 답
- “120 cm도 탈 수 있어요. 121 cm는 못 타요.”
- “왼쪽이요. 작은 수가 왼쪽에 있으니까요.”
막히면
- “수직선에서 작은 수는 어느 쪽에 있지?”라고 물어 방향을 먼저 찾게 합니다.
- S03 그림과 나란히 놓고 “무엇이 같고 무엇이 달라?”라고 묻습니다(●는 같고, 칠하는 방향이 달라요).
주의
- 이상과 이하의 방향을 바꾸어 기억하는 경우가 많습니다(M2). ‘이상 → 위(큰 쪽)’, ‘이하 → 아래(작은 쪽)’로 말해 줍니다.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[S05 · 이상·이하인 수 고르기와 수직선 읽기]
목적: 도움을 받으며 이상·이하인 수를 고르고, 수직선이 나타내는 범위를 말합니다.
시간: 약 4분
이렇게 말해 보세요
- “①에서 30도 고를까? 29.5는?”
- “②에서 15는 들어가? 15.2는 15보다 커, 작아?”
- “③은 22에 무엇이 그려져 있어? 어느 쪽으로 칠했어?”
정답
- ① 30, 31, 45 (28과 29.5는 30보다 작아서 빠집니다)
- ② 9, 14, 15 (15.2와 16은 15보다 커서 빠집니다)
- ③ 22 이하
막히면
- 수를 하나씩 기준 수와 비교하게 합니다. “29.5는 30과 같아? 30보다 커?”
- ③은 S04 그림을 다시 보여 주고 ●와 칠한 방향을 비교하게 합니다.
주의
- 29.5, 15.2처럼 소수를 빠뜨리지 않는지 봅니다(M3). 소수도 기준 수와 크기를 비교하면 됩니다.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[S06 · 초과·미만의 뜻(기준 수 제외, ○)]
목적: ‘초과’는 기준 수보다 큰 수, ‘미만’은 기준 수보다 작은 수이며 둘 다 기준 수가 빠진다는 것을 ○로 봅니다.
시간: 약 3분
이렇게 말해 보세요
- “택배 상자가 5 kg 초과이면 요금이 더 붙는대. 딱 5 kg이면 요금이 더 붙을까?”
- “초과는 ‘보다 크다’, 미만은 ‘보다 작다’야. 5는 들어가지 않으니까 속이 빈 동그라미(○)로 그려.”
- “5 미만인 자연수를 말해 볼래?”
예상 답
- “5 kg이면 안 붙어요. 5보다 커야 하니까요.”
- “1, 2, 3, 4요.”
막히면
- 단추 5개와 6개를 놓고 “6개는 5개 초과야? 5개는?”처럼 물건으로 비교합니다.
주의
- 택배 요금 예는 수업을 위해 지어낸 것입니다.
- 5 미만인 수에는 4.9, 0.5 같은 소수도 들어갑니다. ‘자연수’라고 말할 때만 1, 2, 3, 4입니다.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[S07 · 네 가지 말 정리(포함 여부와 방향)]
목적: 네 가지 말을 ‘기준 수가 들어가는가’와 ‘큰 쪽인가 작은 쪽인가’ 두 가지로 정리합니다.
시간: 약 2분
이렇게 말해 보세요
- “이상과 초과는 무엇이 같고 무엇이 달라?”
- “이하와 미만은?”
- “10 초과와 10 이상에서 다른 수는 딱 하나야. 무엇일까?”
예상 답
- “둘 다 큰 쪽인데, 이상은 10이 들어가고 초과는 안 들어가요.”
- “10이요.”
막히면
- S03(이상)과 S06(초과) 그림을 나란히 보여 주고 기준 수의 동그라미만 비교하게 합니다.
주의
- 외우기보다 ‘기준 수가 들어가?’를 먼저 묻는 습관을 들입니다.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[S08 · 두 조건이 함께 있는 범위 나타내기]
목적: ‘○ 이상 △ 미만’처럼 두 조건이 함께 있는 범위를 수직선에 나타냅니다.
시간: 약 4분
이렇게 말해 보세요
- “130 cm 이상이면서 140 cm 미만이래. 130에는 무엇을 그릴까? 140에는?”
- “135 cm는 이 칸에 탈 수 있을까? 140 cm는? 129.9 cm는?”
예상 답
- “130에는 ●, 140에는 ○요.”
- “135는 돼요. 140은 미만이라 안 돼요. 129.9는 130보다 작아서 안 돼요.”
막히면
- 두 조건을 하나씩 따로 그리게 합니다: 먼저 130 이상(●, 오른쪽), 다음에 140 미만(○, 왼쪽). 두 번 칠해진 곳이 답입니다.
주의
- 놀이기구 기준은 지어낸 예입니다.
- 아이가 지쳐 보이면 이 장 다음에 쉬고, 다음 날 S07을 짧게 본 뒤 S09부터 이어서 해도 됩니다.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[S09 · 생활 문제(요금표 읽기)]
목적: 요금표의 이상·이하·초과·미만을 읽고, 경계에 있는 나이의 요금을 바르게 찾습니다.
시간: 약 4분
이렇게 말해 보세요
- “7세는 어느 줄에 들어가? ‘7세 이하’에 7세가 들어갈까?”
- “13세는 둘째 줄일까, 셋째 줄일까? 13세 초과에 13세가 들어가?”
- “14세는? 65세는?”
정답
- ① 7세: 무료
- ② 13세: 3000원 (13세 이하에 들어가고, 13세 초과에는 들어가지 않습니다)
- ③ 14세: 5000원
- ④ 65세: 2000원 (65세 미만에는 들어가지 않습니다)
막히면
- 경계의 나이(13세, 65세)는 두 줄을 모두 읽고 “어느 쪽에 13이 들어가?”라고 묻습니다.
- 필요하면 줄마다 수직선을 그려 ●, ○를 표시해 봅니다.
주의
- 요금표는 수업을 위해 지어낸 것입니다.
- 나이가 자연수일 때 이 요금표에는 빠지거나 겹치는 나이가 없습니다. 아이가 물으면 함께 확인해 봅니다.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[S10 · 오개념 비교(미만에 기준 수 넣기)]
목적: 미만(초과)에 기준 수를 넣는 흔한 실수(M1)를 두 그림을 비교하며 바로잡습니다.
시간: 약 3분
이렇게 말해 보세요
- “하늘이와 바다의 그림에서 다른 곳은 어디야?”
- “20 미만에 20이 들어갈까? 19.5는?”
- “하늘이 그림은 무엇을 나타낸 걸까?”
예상 답
- “바다가 맞아요. 미만은 20보다 작은 수라서 20은 빠져요.”
- “하늘이는 20 이하를 그렸어요.”
정답
- 바다가 맞습니다. 20 미만은 20보다 작은 수이므로 20은 들어가지 않아 ○로 그립니다.
- 하늘이의 그림은 ‘20 이하’입니다. 19.5는 두 그림 모두에 들어갑니다.
막히면
- S07의 정리 표를 다시 보고 ‘미만’이 어느 칸에 있는지 찾게 합니다.
주의
- ‘누가 틀렸나’보다 ‘하늘이 그림은 무엇을 나타낼까?’를 말하게 하면 이하와 미만을 함께 정리할 수 있습니다.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[S11 · 혼자 해결]
목적: 도움 없이 범위에 드는 수 고르기(목표 A), 수직선 읽기와 생활 문제(목표 B)를 하는지 확인합니다.
시간: 약 4분
이렇게 말해 보세요
- “이번에는 혼자 해 보자. 다 하면 ③의 까닭을 말해 줘.”
정답
- ① 25, 27.5
- ② 40 초과 45 이하
- ③ 탈 수 없습니다. 150은 ‘150 미만’에 들어가지 않습니다.
막히면
- 바로 알려 주지 말고 “기준 수가 들어가?”라고만 묻습니다.
- 도움을 받아 해결했다면 기록표에 ‘도움’으로 표시합니다.
주의
- ①은 목표 A와 B를 함께, ②③은 목표 B를 확인합니다. 정답 확인은 다음 장(S12)에서 합니다.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[S12 · 정답과 피드백]
목적: 아이의 답을 함께 확인하고 흔한 실수를 바로잡습니다. 수업용에만 있는 장입니다.
시간: 약 2분
이렇게 말해 보세요
- “네 답과 같은지 볼까? 다르면 어디서 달라졌는지 같이 찾아보자.”
정답
- ① 25, 27.5 ② 40 초과 45 이하 ③ 탈 수 없다(150은 150 미만에 들어가지 않음)
막히면
- ●와 ○를 헷갈렸으면 S07로, 미만에 기준 수를 넣었으면 S10으로 돌아갑니다.
주의
- 이 장은 학생용 파일에는 없습니다. 아이와 함께 볼 때는 슬라이드 쇼로 보여 줍니다.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[S13 · 마무리 확인(수직선 고르기와 까닭)]
목적: 처음 보는 문제에서 ●와 ○를 바르게 고르고 까닭을 말하는지 확인합니다(목표 B).
시간: 약 2분
이렇게 말해 보세요
- “50 이상 60 미만을 나타낸 수직선은 어느 것이야? 왜 그렇게 생각해?”
- “나머지 수직선은 각각 무엇을 나타낼까?”
정답
- 다: 50 이상이라 50에 ●, 60 미만이라 60에 ○입니다.
- 가는 50 이상 60 이하, 나는 50 초과 60 미만, 라는 50 초과 60 이하입니다.
막히면
- 두 조건을 나누어 묻습니다. “50 이상이면 50에 무엇을 그려? 60 미만이면 60에는?”
주의
- 까닭까지 말하면 목표 B 확인 완료입니다. 답만 맞히면 ‘까닭 설명 필요’로 기록하고 다음 수업 시작 때 다시 묻습니다.
- S01에서 적어 둔 예상을 다시 보여 주고 “이제 답을 알겠어?”라고 묻습니다.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[S14 · 정리와 다음 수업 복습]
목적: 핵심을 한 문장으로 정리하고 다음 수업 첫 5분에 풀 복습 문제를 알려 줍니다.
시간: 약 2분
이렇게 말해 보세요
- “오늘 배운 네 가지 말 중에서 기준 수가 들어가는 것은 무엇이었어?”
- “다음 수업을 시작할 때 이 세 문제를 먼저 풀 거야.”
예상 답
- “이상이랑 이하요. 초과랑 미만은 안 들어가요.”
정답
- ① 11, 12, 13, 14, 15
- ② 5개(45, 46, 47, 48, 49)
- ③ 20 이하에는 20이 들어가고, 20 미만에는 20이 들어가지 않습니다.
막히면
- 화면의 문장을 함께 읽고 “이상·이하는 ●, 초과·미만은 ○”만 따라 말하게 합니다.
주의
- 다음 차시 ‘어림하기’의 반올림에서 ‘5 이상이면 올린다’처럼 오늘 배운 말을 다시 씁니다. 복습 세 문제는 활동지 마지막 쪽과 함께 풉니다.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[S15 · 선수 학습 보충(수직선에서 크기 비교)]
목적: S02에서 수의 크기 비교가 흔들린 경우에만 사용합니다. 수직선의 왼쪽·오른쪽과 크기를 연결합니다.
시간: 약 5분
이렇게 말해 보세요
- “3과 7 중에서 오른쪽에 있는 수는? 어느 수가 더 커?”
- “3보다 크고 7보다 작은 자연수를 모두 말해 볼래?”
- “2.5는 수직선에서 어디쯤 있을까?”
정답
- 7이 더 큽니다(7 &gt; 3).
- 4, 5, 6
- 2.5는 2와 3의 한가운데에 있습니다.
막히면
- 종이 띠에 0부터 10까지 눈금을 그리고 단추를 놓으며 비교합니다.
주의
- 계획에는 이 차시의 선수 차시가 따로 없습니다. 보충으로도 어려우면 초2 수와계산 1차시 ‘세 자리 수’(KR22-G02-MAT-NUM1000-L01)와 초3 분수와소수 3차시 ‘소수의 뜻’(KR22-G03-MAT-DECIMAL-L01)을 먼저 합니다.
- 보충이 오래 걸리면 오늘은 여기까지 하고 다음 날 S02부터 다시 시작합니다.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DEFAULT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COVER">
    <p:bg>
      <p:bgPr>
        <a:solidFill>
          <a:srgbClr val="264653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title" hasCustomPrompt="1"/>
          </p:nvPr>
        </p:nvSpPr>
        <p:spPr>
          <a:xfrm>
            <a:off x="731520" y="640080"/>
            <a:ext cx="6675120" cy="1188720"/>
          </a:xfrm>
          <a:prstGeom prst="rect">
            <a:avLst/>
          </a:prstGeom>
          <a:noFill/>
          <a:ln/>
        </p:spPr>
        <p:txBody>
          <a:bodyPr wrap="square" rtlCol="0"/>
          <a:lstStyle>
            <a:lvl1pPr algn="l" indent="0" marL="0">
              <a:buNone/>
              <a:defRPr lang="en-US" sz="4600" b="1" dirty="0">
                <a:solidFill>
                  <a:srgbClr val="FFFFF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defRPr>
            </a:lvl1pPr>
          </a:lstStyle>
          <a:p>
            <a:pPr algn="l" indent="0" marL="0">
              <a:buNone/>
            </a:pPr>
            <a:endParaRPr lang="en-US" sz="4600" dirty="0"/>
          </a:p>
        </p:txBody>
      </p:sp>
      <p:sp>
        <p:nvSpPr>
          <p:cNvPr id="3" name="Text 0"/>
          <p:cNvSpPr/>
          <p:nvPr>
            <p:ph idx="101" type="body" hasCustomPrompt="1"/>
          </p:nvPr>
        </p:nvSpPr>
        <p:spPr>
          <a:xfrm>
            <a:off x="731520" y="1920240"/>
            <a:ext cx="6675120" cy="1645920"/>
          </a:xfrm>
          <a:prstGeom prst="rect">
            <a:avLst/>
          </a:prstGeom>
          <a:noFill/>
          <a:ln/>
        </p:spPr>
        <p:txBody>
          <a:bodyPr wrap="square" rtlCol="0"/>
          <a:lstStyle>
            <a:lvl1pPr indent="0" marL="0">
              <a:buNone/>
              <a:defRPr lang="en-US" sz="2800" dirty="0">
                <a:solidFill>
                  <a:srgbClr val="C9DCD8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defRPr>
            </a:lvl1pPr>
          </a:lstStyle>
          <a:p>
            <a:pPr indent="0" marL="0">
              <a:buNone/>
            </a:pPr>
            <a:endParaRPr lang="en-US" sz="2800" dirty="0"/>
          </a:p>
        </p:txBody>
      </p:sp>
      <p:sp>
        <p:nvSpPr>
          <p:cNvPr id="4" name="Text 0"/>
          <p:cNvSpPr/>
          <p:nvPr/>
        </p:nvSpPr>
        <p:spPr>
          <a:xfrm>
            <a:off x="548640" y="6382512"/>
            <a:ext cx="868680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C9DCD8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초5 수학 · 곱셈과어림 · 1차시</a:t>
            </a:r>
            <a:endParaRPr lang="en-US" sz="1200" dirty="0"/>
          </a:p>
        </p:txBody>
      </p:sp>
    </p:spTree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CONTENT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title" hasCustomPrompt="1"/>
          </p:nvPr>
        </p:nvSpPr>
        <p:spPr>
          <a:xfrm>
            <a:off x="548640" y="320040"/>
            <a:ext cx="11064240" cy="868680"/>
          </a:xfrm>
          <a:prstGeom prst="rect">
            <a:avLst/>
          </a:prstGeom>
          <a:noFill/>
          <a:ln/>
        </p:spPr>
        <p:txBody>
          <a:bodyPr wrap="square" rtlCol="0"/>
          <a:lstStyle>
            <a:lvl1pPr algn="l" indent="0" marL="0">
              <a:buNone/>
              <a:defRPr lang="en-US" sz="4000" b="1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defRPr>
            </a:lvl1pPr>
          </a:lstStyle>
          <a:p>
            <a:pPr algn="l" indent="0" marL="0">
              <a:buNone/>
            </a:pPr>
            <a:endParaRPr lang="en-US" sz="4000" dirty="0"/>
          </a:p>
        </p:txBody>
      </p:sp>
      <p:sp>
        <p:nvSpPr>
          <p:cNvPr id="3" name="Text 0"/>
          <p:cNvSpPr/>
          <p:nvPr/>
        </p:nvSpPr>
        <p:spPr>
          <a:xfrm>
            <a:off x="548640" y="6382512"/>
            <a:ext cx="868680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4B5563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초5 수학 · 수의 범위</a:t>
            </a:r>
            <a:endParaRPr lang="en-US" sz="12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0881360" y="6382512"/>
            <a:ext cx="731520" cy="32004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200">
                <a:solidFill>
                  <a:srgbClr val="4B5563"/>
                </a:solidFill>
                <a:latin typeface="맑은 고딕"/>
                <a:ea typeface="맑은 고딕"/>
                <a:cs typeface="맑은 고딕"/>
              </a:defRPr>
            </a:lvl1pPr>
          </a:lstStyle>
          <a:p>
            <a:pPr algn="r"/>
            <a:fld id="{F7021451-1387-4CA6-816F-3879F97B5CBC}" type="slidenum">
              <a:rPr b="0" lang="en-US"/>
              <a:t>1003</a:t>
            </a:fld>
            <a:endParaRPr lang="en-US"/>
          </a:p>
        </p:txBody>
      </p:sp>
    </p:spTree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CLOSING">
    <p:bg>
      <p:bgPr>
        <a:solidFill>
          <a:srgbClr val="264653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title" hasCustomPrompt="1"/>
          </p:nvPr>
        </p:nvSpPr>
        <p:spPr>
          <a:xfrm>
            <a:off x="548640" y="320040"/>
            <a:ext cx="11064240" cy="868680"/>
          </a:xfrm>
          <a:prstGeom prst="rect">
            <a:avLst/>
          </a:prstGeom>
          <a:noFill/>
          <a:ln/>
        </p:spPr>
        <p:txBody>
          <a:bodyPr wrap="square" rtlCol="0"/>
          <a:lstStyle>
            <a:lvl1pPr algn="l" indent="0" marL="0">
              <a:buNone/>
              <a:defRPr lang="en-US" sz="4000" b="1" dirty="0">
                <a:solidFill>
                  <a:srgbClr val="FFFFF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defRPr>
            </a:lvl1pPr>
          </a:lstStyle>
          <a:p>
            <a:pPr algn="l" indent="0" marL="0">
              <a:buNone/>
            </a:pPr>
            <a:endParaRPr lang="en-US" sz="4000" dirty="0"/>
          </a:p>
        </p:txBody>
      </p:sp>
      <p:sp>
        <p:nvSpPr>
          <p:cNvPr id="3" name="Text 0"/>
          <p:cNvSpPr/>
          <p:nvPr/>
        </p:nvSpPr>
        <p:spPr>
          <a:xfrm>
            <a:off x="548640" y="6382512"/>
            <a:ext cx="868680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C9DCD8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초5 수학 · 수의 범위</a:t>
            </a:r>
            <a:endParaRPr lang="en-US" sz="12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0881360" y="6382512"/>
            <a:ext cx="731520" cy="32004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200">
                <a:solidFill>
                  <a:srgbClr val="C9DCD8"/>
                </a:solidFill>
                <a:latin typeface="맑은 고딕"/>
                <a:ea typeface="맑은 고딕"/>
                <a:cs typeface="맑은 고딕"/>
              </a:defRPr>
            </a:lvl1pPr>
          </a:lstStyle>
          <a:p>
            <a:pPr algn="r"/>
            <a:fld id="{F7021451-1387-4CA6-816F-3879F97B5CBC}" type="slidenum">
              <a:rPr b="0" lang="en-US"/>
              <a:t>1004</a:t>
            </a:fld>
            <a:endParaRPr lang="en-US"/>
          </a:p>
        </p:txBody>
      </p:sp>
    </p:spTree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SUPPORT">
    <p:bg>
      <p:bgPr>
        <a:solidFill>
          <a:srgbClr val="F4F7F6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title" hasCustomPrompt="1"/>
          </p:nvPr>
        </p:nvSpPr>
        <p:spPr>
          <a:xfrm>
            <a:off x="548640" y="320040"/>
            <a:ext cx="11064240" cy="868680"/>
          </a:xfrm>
          <a:prstGeom prst="rect">
            <a:avLst/>
          </a:prstGeom>
          <a:noFill/>
          <a:ln/>
        </p:spPr>
        <p:txBody>
          <a:bodyPr wrap="square" rtlCol="0"/>
          <a:lstStyle>
            <a:lvl1pPr algn="l" indent="0" marL="0">
              <a:buNone/>
              <a:defRPr lang="en-US" sz="4000" b="1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defRPr>
            </a:lvl1pPr>
          </a:lstStyle>
          <a:p>
            <a:pPr algn="l" indent="0" marL="0">
              <a:buNone/>
            </a:pPr>
            <a:endParaRPr lang="en-US" sz="4000" dirty="0"/>
          </a:p>
        </p:txBody>
      </p:sp>
      <p:sp>
        <p:nvSpPr>
          <p:cNvPr id="3" name="Text 0"/>
          <p:cNvSpPr/>
          <p:nvPr/>
        </p:nvSpPr>
        <p:spPr>
          <a:xfrm>
            <a:off x="548640" y="6382512"/>
            <a:ext cx="868680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4B5563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보충 자료 · 초5 수학 · 수의 범위</a:t>
            </a:r>
            <a:endParaRPr lang="en-US" sz="12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0881360" y="6382512"/>
            <a:ext cx="731520" cy="32004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200">
                <a:solidFill>
                  <a:srgbClr val="4B5563"/>
                </a:solidFill>
                <a:latin typeface="맑은 고딕"/>
                <a:ea typeface="맑은 고딕"/>
                <a:cs typeface="맑은 고딕"/>
              </a:defRPr>
            </a:lvl1pPr>
          </a:lstStyle>
          <a:p>
            <a:pPr algn="r"/>
            <a:fld id="{F7021451-1387-4CA6-816F-3879F97B5CBC}" type="slidenum">
              <a:rPr b="0" lang="en-US"/>
              <a:t>1005</a:t>
            </a:fld>
            <a:endParaRPr lang="en-US"/>
          </a:p>
        </p:txBody>
      </p:sp>
    </p:spTree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0881360" y="6382512"/>
            <a:ext cx="731520" cy="32004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200">
                <a:solidFill>
                  <a:srgbClr val="4B5563"/>
                </a:solidFill>
                <a:latin typeface="맑은 고딕"/>
                <a:ea typeface="맑은 고딕"/>
                <a:cs typeface="맑은 고딕"/>
              </a:defRPr>
            </a:lvl1pPr>
          </a:lstStyle>
          <a:p>
            <a:pPr algn="r"/>
            <a:fld id="{F7021451-1387-4CA6-816F-3879F97B5CBC}" type="slidenum">
              <a:rPr b="0" lang="en-US"/>
              <a:t>null</a:t>
            </a:fld>
            <a:endParaRPr lang="en-US"/>
          </a:p>
        </p:txBody>
      </p:sp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</p:sldLayoutIdLst>
  <p:hf sldNum="0" hdr="0" ftr="0" dt="0"/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.xml"/></Relationships>
</file>

<file path=ppt/slides/_rels/slide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2.xml"/></Relationships>
</file>

<file path=ppt/slides/_rels/slide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3.xml"/></Relationships>
</file>

<file path=ppt/slides/_rels/slide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4.xml"/></Relationships>
</file>

<file path=ppt/slides/_rels/slide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5.xml"/></Relationships>
</file>

<file path=ppt/slides/_rels/slide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6.xml"/></Relationships>
</file>

<file path=ppt/slides/_rels/slide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7.xml"/></Relationships>
</file>

<file path=ppt/slides/_rels/slide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8.xml"/></Relationships>
</file>

<file path=ppt/slides/_rels/slide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9.xml"/></Relationships>
</file>

<file path=ppt/slides/_rels/slide10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10.xml"/></Relationships>
</file>

<file path=ppt/slides/_rels/slide1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11.xml"/></Relationships>
</file>

<file path=ppt/slides/_rels/slide1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12.xml"/></Relationships>
</file>

<file path=ppt/slides/_rels/slide1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13.xml"/></Relationships>
</file>

<file path=ppt/slides/_rels/slide1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4.xml"/><Relationship Id="rId2" Type="http://schemas.openxmlformats.org/officeDocument/2006/relationships/notesSlide" Target="../notesSlides/notesSlide14.xml"/></Relationships>
</file>

<file path=ppt/slides/_rels/slide1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5.xml"/><Relationship Id="rId2" Type="http://schemas.openxmlformats.org/officeDocument/2006/relationships/notesSlide" Target="../notesSlides/notesSlide15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title" hasCustomPrompt="1"/>
          </p:nvPr>
        </p:nvSpPr>
        <p:spPr>
          <a:xfrm>
            <a:off x="731520" y="640080"/>
            <a:ext cx="6675120" cy="11887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algn="l" indent="0" marL="0">
              <a:buNone/>
            </a:pPr>
            <a:r>
              <a:rPr lang="ko-KR" altLang="en-US" sz="4600" b="1" dirty="0">
                <a:solidFill>
                  <a:srgbClr val="FFFFF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수의 범위</a:t>
            </a:r>
            <a:endParaRPr lang="ko-KR" sz="4600" dirty="0"/>
          </a:p>
        </p:txBody>
      </p:sp>
      <p:sp>
        <p:nvSpPr>
          <p:cNvPr id="3" name="Text 0"/>
          <p:cNvSpPr/>
          <p:nvPr>
            <p:ph idx="101" type="body" hasCustomPrompt="1"/>
          </p:nvPr>
        </p:nvSpPr>
        <p:spPr>
          <a:xfrm>
            <a:off x="731520" y="1920240"/>
            <a:ext cx="6675120" cy="16459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eaLnBrk="0" indent="0" marL="0">
              <a:buNone/>
            </a:pPr>
            <a:r>
              <a:rPr lang="ko-KR" altLang="en-US" sz="2800" dirty="0">
                <a:solidFill>
                  <a:srgbClr val="C9DCD8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키가 130 cm이면</a:t>
            </a:r>
            <a:endParaRPr lang="ko-KR" sz="2800" dirty="0"/>
          </a:p>
          <a:p>
            <a:pPr eaLnBrk="0" indent="0" marL="0">
              <a:buNone/>
            </a:pPr>
            <a:r>
              <a:rPr lang="ko-KR" altLang="en-US" sz="2800" dirty="0">
                <a:solidFill>
                  <a:srgbClr val="C9DCD8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‘130 cm 이상’ 놀이기구를</a:t>
            </a:r>
            <a:endParaRPr lang="ko-KR" sz="2800" dirty="0"/>
          </a:p>
          <a:p>
            <a:pPr eaLnBrk="0" indent="0" marL="0">
              <a:buNone/>
            </a:pPr>
            <a:r>
              <a:rPr lang="ko-KR" altLang="en-US" sz="2800" dirty="0">
                <a:solidFill>
                  <a:srgbClr val="C9DCD8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탈 수 있을까?</a:t>
            </a:r>
            <a:endParaRPr lang="ko-KR" sz="2800" dirty="0"/>
          </a:p>
        </p:txBody>
      </p:sp>
      <p:sp>
        <p:nvSpPr>
          <p:cNvPr id="4" name="S01-bigtext1"/>
          <p:cNvSpPr txBox="1"/>
          <p:nvPr/>
        </p:nvSpPr>
        <p:spPr>
          <a:xfrm>
            <a:off x="7680960" y="640080"/>
            <a:ext cx="3931920" cy="2926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algn="ctr" indent="0" marL="0">
              <a:buNone/>
            </a:pPr>
            <a:r>
              <a:rPr lang="ko-KR" altLang="en-US" sz="4000" b="1" dirty="0">
                <a:solidFill>
                  <a:srgbClr val="FFFFF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이상 · 이하</a:t>
            </a:r>
            <a:endParaRPr lang="ko-KR" sz="4000" dirty="0"/>
          </a:p>
          <a:p>
            <a:pPr eaLnBrk="0" algn="ctr" indent="0" marL="0">
              <a:buNone/>
            </a:pPr>
            <a:r>
              <a:rPr lang="ko-KR" altLang="en-US" sz="4000" b="1" dirty="0">
                <a:solidFill>
                  <a:srgbClr val="FFFFF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초과 · 미만</a:t>
            </a:r>
            <a:endParaRPr lang="ko-KR" sz="4000" dirty="0"/>
          </a:p>
        </p:txBody>
      </p:sp>
      <p:sp>
        <p:nvSpPr>
          <p:cNvPr id="5" name="S01-card2"/>
          <p:cNvSpPr/>
          <p:nvPr/>
        </p:nvSpPr>
        <p:spPr>
          <a:xfrm>
            <a:off x="731520" y="4529328"/>
            <a:ext cx="10725912" cy="1597152"/>
          </a:xfrm>
          <a:prstGeom prst="roundRect">
            <a:avLst>
              <a:gd name="adj" fmla="val 6870"/>
            </a:avLst>
          </a:prstGeom>
          <a:solidFill>
            <a:srgbClr val="32606F"/>
          </a:solidFill>
          <a:ln w="12700">
            <a:solidFill>
              <a:srgbClr val="32606F"/>
            </a:solidFill>
            <a:prstDash val="solid"/>
          </a:ln>
        </p:spPr>
      </p:sp>
      <p:sp>
        <p:nvSpPr>
          <p:cNvPr id="6" name="S01-cardtext3"/>
          <p:cNvSpPr txBox="1"/>
          <p:nvPr/>
        </p:nvSpPr>
        <p:spPr>
          <a:xfrm>
            <a:off x="1005840" y="4666488"/>
            <a:ext cx="10177272" cy="13228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indent="0" marL="0">
              <a:spcAft>
                <a:spcPts val="600"/>
              </a:spcAft>
              <a:buNone/>
            </a:pPr>
            <a:r>
              <a:rPr lang="ko-KR" altLang="en-US" sz="2800" b="1" dirty="0">
                <a:solidFill>
                  <a:srgbClr val="FFFFF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오늘 할 수 있게 될 것</a:t>
            </a:r>
            <a:endParaRPr lang="ko-KR" sz="2800" dirty="0"/>
          </a:p>
          <a:p>
            <a:pPr eaLnBrk="0" indent="0" marL="0">
              <a:spcAft>
                <a:spcPts val="600"/>
              </a:spcAft>
              <a:buNone/>
            </a:pPr>
            <a:r>
              <a:rPr lang="ko-KR" altLang="en-US" sz="2200" dirty="0">
                <a:solidFill>
                  <a:srgbClr val="FFFFF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① 이상·이하를 수직선과 말로 나타내요.</a:t>
            </a:r>
            <a:endParaRPr lang="ko-KR" sz="2800" dirty="0"/>
          </a:p>
          <a:p>
            <a:pPr eaLnBrk="0" indent="0" marL="0">
              <a:spcAft>
                <a:spcPts val="600"/>
              </a:spcAft>
              <a:buNone/>
            </a:pPr>
            <a:r>
              <a:rPr lang="ko-KR" altLang="en-US" sz="2200" dirty="0">
                <a:solidFill>
                  <a:srgbClr val="FFFFF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② 초과·미만을 구별하고 생활 문제에 써요.</a:t>
            </a:r>
            <a:endParaRPr lang="ko-KR" sz="2800" dirty="0"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title" hasCustomPrompt="1"/>
          </p:nvPr>
        </p:nvSpPr>
        <p:spPr>
          <a:xfrm>
            <a:off x="548640" y="320040"/>
            <a:ext cx="11064240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algn="l" indent="0" marL="0">
              <a:buNone/>
            </a:pPr>
            <a:r>
              <a:rPr lang="ko-KR" altLang="en-US" sz="4000" b="1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수의 크기 비교 기억하기</a:t>
            </a:r>
            <a:endParaRPr lang="ko-KR" sz="4000" dirty="0"/>
          </a:p>
        </p:txBody>
      </p:sp>
      <p:sp>
        <p:nvSpPr>
          <p:cNvPr id="3" name="S02-text4"/>
          <p:cNvSpPr txBox="1"/>
          <p:nvPr/>
        </p:nvSpPr>
        <p:spPr>
          <a:xfrm>
            <a:off x="548640" y="1325880"/>
            <a:ext cx="11091672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algn="l" indent="0" marL="0">
              <a:buNone/>
            </a:pPr>
            <a:r>
              <a:rPr lang="ko-KR" altLang="en-US" sz="2800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①②는 ○ 안에 &gt; 또는 &lt;를 쓰고, ③은 골라요.</a:t>
            </a:r>
            <a:endParaRPr lang="ko-KR" sz="2800" dirty="0"/>
          </a:p>
        </p:txBody>
      </p:sp>
      <p:sp>
        <p:nvSpPr>
          <p:cNvPr id="4" name="S02-chip5"/>
          <p:cNvSpPr txBox="1"/>
          <p:nvPr/>
        </p:nvSpPr>
        <p:spPr>
          <a:xfrm>
            <a:off x="548640" y="2368296"/>
            <a:ext cx="566928" cy="566928"/>
          </a:xfrm>
          <a:prstGeom prst="roundRect">
            <a:avLst>
              <a:gd name="adj" fmla="val 25806"/>
            </a:avLst>
          </a:prstGeom>
          <a:solidFill>
            <a:srgbClr val="264653"/>
          </a:solidFill>
          <a:ln>
            <a:solidFill>
              <a:srgbClr val="264653"/>
            </a:solidFill>
          </a:ln>
        </p:spPr>
        <p:txBody>
          <a:bodyPr wrap="square" lIns="0" tIns="0" rIns="0" bIns="0" rtlCol="0" anchor="ctr"/>
          <a:lstStyle/>
          <a:p>
            <a:pPr eaLnBrk="0" algn="ctr" indent="0" marL="0">
              <a:buNone/>
            </a:pPr>
            <a:r>
              <a:rPr lang="ko-KR" altLang="en-US" sz="2200" b="1" dirty="0">
                <a:solidFill>
                  <a:srgbClr val="FFFFF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①</a:t>
            </a:r>
            <a:endParaRPr lang="ko-KR" sz="2200" dirty="0"/>
          </a:p>
        </p:txBody>
      </p:sp>
      <p:sp>
        <p:nvSpPr>
          <p:cNvPr id="5" name="S02-eqtext6"/>
          <p:cNvSpPr txBox="1"/>
          <p:nvPr/>
        </p:nvSpPr>
        <p:spPr>
          <a:xfrm>
            <a:off x="1344168" y="2011680"/>
            <a:ext cx="10296144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algn="l" indent="0" marL="0">
              <a:buNone/>
            </a:pPr>
            <a:r>
              <a:rPr lang="ko-KR" altLang="en-US" sz="3200" b="1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27 ○ 31</a:t>
            </a:r>
            <a:endParaRPr lang="ko-KR" sz="3200" dirty="0"/>
          </a:p>
        </p:txBody>
      </p:sp>
      <p:sp>
        <p:nvSpPr>
          <p:cNvPr id="6" name="S02-chip7"/>
          <p:cNvSpPr txBox="1"/>
          <p:nvPr/>
        </p:nvSpPr>
        <p:spPr>
          <a:xfrm>
            <a:off x="548640" y="3831336"/>
            <a:ext cx="566928" cy="566928"/>
          </a:xfrm>
          <a:prstGeom prst="roundRect">
            <a:avLst>
              <a:gd name="adj" fmla="val 25806"/>
            </a:avLst>
          </a:prstGeom>
          <a:solidFill>
            <a:srgbClr val="264653"/>
          </a:solidFill>
          <a:ln>
            <a:solidFill>
              <a:srgbClr val="264653"/>
            </a:solidFill>
          </a:ln>
        </p:spPr>
        <p:txBody>
          <a:bodyPr wrap="square" lIns="0" tIns="0" rIns="0" bIns="0" rtlCol="0" anchor="ctr"/>
          <a:lstStyle/>
          <a:p>
            <a:pPr eaLnBrk="0" algn="ctr" indent="0" marL="0">
              <a:buNone/>
            </a:pPr>
            <a:r>
              <a:rPr lang="ko-KR" altLang="en-US" sz="2200" b="1" dirty="0">
                <a:solidFill>
                  <a:srgbClr val="FFFFF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②</a:t>
            </a:r>
            <a:endParaRPr lang="ko-KR" sz="2200" dirty="0"/>
          </a:p>
        </p:txBody>
      </p:sp>
      <p:sp>
        <p:nvSpPr>
          <p:cNvPr id="7" name="S02-eqtext8"/>
          <p:cNvSpPr txBox="1"/>
          <p:nvPr/>
        </p:nvSpPr>
        <p:spPr>
          <a:xfrm>
            <a:off x="1344168" y="3474720"/>
            <a:ext cx="10296144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algn="l" indent="0" marL="0">
              <a:buNone/>
            </a:pPr>
            <a:r>
              <a:rPr lang="ko-KR" altLang="en-US" sz="3200" b="1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4.5 ○ 4.2</a:t>
            </a:r>
            <a:endParaRPr lang="ko-KR" sz="3200" dirty="0"/>
          </a:p>
        </p:txBody>
      </p:sp>
      <p:sp>
        <p:nvSpPr>
          <p:cNvPr id="8" name="S02-chip9"/>
          <p:cNvSpPr txBox="1"/>
          <p:nvPr/>
        </p:nvSpPr>
        <p:spPr>
          <a:xfrm>
            <a:off x="548640" y="5294376"/>
            <a:ext cx="566928" cy="566928"/>
          </a:xfrm>
          <a:prstGeom prst="roundRect">
            <a:avLst>
              <a:gd name="adj" fmla="val 25806"/>
            </a:avLst>
          </a:prstGeom>
          <a:solidFill>
            <a:srgbClr val="264653"/>
          </a:solidFill>
          <a:ln>
            <a:solidFill>
              <a:srgbClr val="264653"/>
            </a:solidFill>
          </a:ln>
        </p:spPr>
        <p:txBody>
          <a:bodyPr wrap="square" lIns="0" tIns="0" rIns="0" bIns="0" rtlCol="0" anchor="ctr"/>
          <a:lstStyle/>
          <a:p>
            <a:pPr eaLnBrk="0" algn="ctr" indent="0" marL="0">
              <a:buNone/>
            </a:pPr>
            <a:r>
              <a:rPr lang="ko-KR" altLang="en-US" sz="2200" b="1" dirty="0">
                <a:solidFill>
                  <a:srgbClr val="FFFFF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③</a:t>
            </a:r>
            <a:endParaRPr lang="ko-KR" sz="2200" dirty="0"/>
          </a:p>
        </p:txBody>
      </p:sp>
      <p:sp>
        <p:nvSpPr>
          <p:cNvPr id="9" name="S02-text10"/>
          <p:cNvSpPr txBox="1"/>
          <p:nvPr/>
        </p:nvSpPr>
        <p:spPr>
          <a:xfrm>
            <a:off x="1344168" y="4937760"/>
            <a:ext cx="10296144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algn="l" indent="0" marL="0">
              <a:buNone/>
            </a:pPr>
            <a:r>
              <a:rPr lang="ko-KR" altLang="en-US" sz="2800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35보다 큰 수를 모두 골라요.</a:t>
            </a:r>
            <a:endParaRPr lang="ko-KR" sz="2800" dirty="0"/>
          </a:p>
          <a:p>
            <a:pPr eaLnBrk="0" algn="l" indent="0" marL="0">
              <a:buNone/>
            </a:pPr>
            <a:r>
              <a:rPr lang="ko-KR" altLang="en-US" sz="2800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30,  35,  38,  41</a:t>
            </a:r>
            <a:endParaRPr lang="ko-KR" sz="28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0881360" y="6382512"/>
            <a:ext cx="731520" cy="32004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200">
                <a:solidFill>
                  <a:srgbClr val="4B5563"/>
                </a:solidFill>
                <a:latin typeface="맑은 고딕"/>
                <a:ea typeface="맑은 고딕"/>
                <a:cs typeface="맑은 고딕"/>
              </a:defRPr>
            </a:lvl1pPr>
          </a:lstStyle>
          <a:p>
            <a:pPr eaLnBrk="0" algn="r"/>
            <a:fld id="{F7021451-1387-4CA6-816F-3879F97B5CBC}" type="slidenum">
              <a:rPr b="0" lang="en-US"/>
              <a:t>2</a:t>
            </a:fld>
            <a:endParaRPr lang="en-US"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title" hasCustomPrompt="1"/>
          </p:nvPr>
        </p:nvSpPr>
        <p:spPr>
          <a:xfrm>
            <a:off x="548640" y="320040"/>
            <a:ext cx="11064240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algn="l" indent="0" marL="0">
              <a:buNone/>
            </a:pPr>
            <a:r>
              <a:rPr lang="ko-KR" altLang="en-US" sz="4000" b="1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이상: 같거나 큰 수</a:t>
            </a:r>
            <a:endParaRPr lang="ko-KR" sz="4000" dirty="0"/>
          </a:p>
        </p:txBody>
      </p:sp>
      <p:sp>
        <p:nvSpPr>
          <p:cNvPr id="3" name="S03-text11"/>
          <p:cNvSpPr txBox="1"/>
          <p:nvPr/>
        </p:nvSpPr>
        <p:spPr>
          <a:xfrm>
            <a:off x="548640" y="1325880"/>
            <a:ext cx="11091672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algn="l" indent="0" marL="0">
              <a:buNone/>
            </a:pPr>
            <a:r>
              <a:rPr lang="ko-KR" altLang="en-US" sz="2800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놀이기구 안내판: 키 130 cm 이상만 탈 수 있어요.</a:t>
            </a:r>
            <a:endParaRPr lang="ko-KR" sz="2800" dirty="0"/>
          </a:p>
        </p:txBody>
      </p:sp>
      <p:sp>
        <p:nvSpPr>
          <p:cNvPr id="4" name="S03-card12"/>
          <p:cNvSpPr/>
          <p:nvPr/>
        </p:nvSpPr>
        <p:spPr>
          <a:xfrm>
            <a:off x="548640" y="5037836"/>
            <a:ext cx="11091672" cy="1180084"/>
          </a:xfrm>
          <a:prstGeom prst="roundRect">
            <a:avLst>
              <a:gd name="adj" fmla="val 9298"/>
            </a:avLst>
          </a:prstGeom>
          <a:solidFill>
            <a:srgbClr val="FDEBDD"/>
          </a:solidFill>
          <a:ln w="12700">
            <a:solidFill>
              <a:srgbClr val="FDEBDD"/>
            </a:solidFill>
            <a:prstDash val="solid"/>
          </a:ln>
        </p:spPr>
      </p:sp>
      <p:sp>
        <p:nvSpPr>
          <p:cNvPr id="5" name="S03-cardtext13"/>
          <p:cNvSpPr txBox="1"/>
          <p:nvPr/>
        </p:nvSpPr>
        <p:spPr>
          <a:xfrm>
            <a:off x="822960" y="5174996"/>
            <a:ext cx="10543032" cy="90576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indent="0" marL="0">
              <a:spcAft>
                <a:spcPts val="600"/>
              </a:spcAft>
              <a:buNone/>
            </a:pPr>
            <a:r>
              <a:rPr lang="ko-KR" altLang="en-US" sz="2800" b="1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130 이상: 130과 같거나 큰 수</a:t>
            </a:r>
            <a:endParaRPr lang="ko-KR" sz="2800" dirty="0"/>
          </a:p>
          <a:p>
            <a:pPr eaLnBrk="0" indent="0" marL="0">
              <a:spcAft>
                <a:spcPts val="600"/>
              </a:spcAft>
              <a:buNone/>
            </a:pPr>
            <a:r>
              <a:rPr lang="ko-KR" altLang="en-US" sz="2200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130도 들어가요. 수직선에 ●로 나타내요.</a:t>
            </a:r>
            <a:endParaRPr lang="ko-KR" sz="2800" dirty="0"/>
          </a:p>
        </p:txBody>
      </p:sp>
      <p:sp>
        <p:nvSpPr>
          <p:cNvPr id="6" name="S03-figure14" descr="125부터 135까지 수직선: 130에 색칠한 동그라미(●), 130부터 오른쪽으로 굵은 선"/>
          <p:cNvSpPr/>
          <p:nvPr/>
        </p:nvSpPr>
        <p:spPr>
          <a:xfrm>
            <a:off x="5911596" y="3241294"/>
            <a:ext cx="365760" cy="365760"/>
          </a:xfrm>
          <a:prstGeom prst="ellipse">
            <a:avLst/>
          </a:prstGeom>
          <a:solidFill>
            <a:srgbClr val="E9762B"/>
          </a:solidFill>
          <a:ln w="34925">
            <a:solidFill>
              <a:srgbClr val="E9762B"/>
            </a:solidFill>
            <a:prstDash val="solid"/>
          </a:ln>
        </p:spPr>
      </p:sp>
      <p:sp>
        <p:nvSpPr>
          <p:cNvPr id="7" name="S03-mark15"/>
          <p:cNvSpPr/>
          <p:nvPr/>
        </p:nvSpPr>
        <p:spPr>
          <a:xfrm>
            <a:off x="882396" y="3424174"/>
            <a:ext cx="10424160" cy="0"/>
          </a:xfrm>
          <a:prstGeom prst="line">
            <a:avLst/>
          </a:prstGeom>
          <a:noFill/>
          <a:ln w="28575">
            <a:solidFill>
              <a:srgbClr val="1F2937"/>
            </a:solidFill>
            <a:prstDash val="solid"/>
            <a:headEnd type="triangle"/>
            <a:tailEnd type="triangle"/>
          </a:ln>
        </p:spPr>
      </p:sp>
      <p:sp>
        <p:nvSpPr>
          <p:cNvPr id="8" name="S03-mark16"/>
          <p:cNvSpPr/>
          <p:nvPr/>
        </p:nvSpPr>
        <p:spPr>
          <a:xfrm>
            <a:off x="1522476" y="3277870"/>
            <a:ext cx="0" cy="292608"/>
          </a:xfrm>
          <a:prstGeom prst="line">
            <a:avLst/>
          </a:prstGeom>
          <a:noFill/>
          <a:ln w="22225">
            <a:solidFill>
              <a:srgbClr val="1F2937"/>
            </a:solidFill>
            <a:prstDash val="solid"/>
          </a:ln>
        </p:spPr>
      </p:sp>
      <p:sp>
        <p:nvSpPr>
          <p:cNvPr id="9" name="S03-mark17"/>
          <p:cNvSpPr/>
          <p:nvPr/>
        </p:nvSpPr>
        <p:spPr>
          <a:xfrm>
            <a:off x="2436876" y="3277870"/>
            <a:ext cx="0" cy="292608"/>
          </a:xfrm>
          <a:prstGeom prst="line">
            <a:avLst/>
          </a:prstGeom>
          <a:noFill/>
          <a:ln w="22225">
            <a:solidFill>
              <a:srgbClr val="1F2937"/>
            </a:solidFill>
            <a:prstDash val="solid"/>
          </a:ln>
        </p:spPr>
      </p:sp>
      <p:sp>
        <p:nvSpPr>
          <p:cNvPr id="10" name="S03-mark18"/>
          <p:cNvSpPr/>
          <p:nvPr/>
        </p:nvSpPr>
        <p:spPr>
          <a:xfrm>
            <a:off x="3351276" y="3277870"/>
            <a:ext cx="0" cy="292608"/>
          </a:xfrm>
          <a:prstGeom prst="line">
            <a:avLst/>
          </a:prstGeom>
          <a:noFill/>
          <a:ln w="22225">
            <a:solidFill>
              <a:srgbClr val="1F2937"/>
            </a:solidFill>
            <a:prstDash val="solid"/>
          </a:ln>
        </p:spPr>
      </p:sp>
      <p:sp>
        <p:nvSpPr>
          <p:cNvPr id="11" name="S03-mark19"/>
          <p:cNvSpPr/>
          <p:nvPr/>
        </p:nvSpPr>
        <p:spPr>
          <a:xfrm>
            <a:off x="4265676" y="3277870"/>
            <a:ext cx="0" cy="292608"/>
          </a:xfrm>
          <a:prstGeom prst="line">
            <a:avLst/>
          </a:prstGeom>
          <a:noFill/>
          <a:ln w="22225">
            <a:solidFill>
              <a:srgbClr val="1F2937"/>
            </a:solidFill>
            <a:prstDash val="solid"/>
          </a:ln>
        </p:spPr>
      </p:sp>
      <p:sp>
        <p:nvSpPr>
          <p:cNvPr id="12" name="S03-mark20"/>
          <p:cNvSpPr/>
          <p:nvPr/>
        </p:nvSpPr>
        <p:spPr>
          <a:xfrm>
            <a:off x="5180076" y="3277870"/>
            <a:ext cx="0" cy="292608"/>
          </a:xfrm>
          <a:prstGeom prst="line">
            <a:avLst/>
          </a:prstGeom>
          <a:noFill/>
          <a:ln w="22225">
            <a:solidFill>
              <a:srgbClr val="1F2937"/>
            </a:solidFill>
            <a:prstDash val="solid"/>
          </a:ln>
        </p:spPr>
      </p:sp>
      <p:sp>
        <p:nvSpPr>
          <p:cNvPr id="13" name="S03-mark21"/>
          <p:cNvSpPr/>
          <p:nvPr/>
        </p:nvSpPr>
        <p:spPr>
          <a:xfrm>
            <a:off x="7008876" y="3277870"/>
            <a:ext cx="0" cy="292608"/>
          </a:xfrm>
          <a:prstGeom prst="line">
            <a:avLst/>
          </a:prstGeom>
          <a:noFill/>
          <a:ln w="22225">
            <a:solidFill>
              <a:srgbClr val="1F2937"/>
            </a:solidFill>
            <a:prstDash val="solid"/>
          </a:ln>
        </p:spPr>
      </p:sp>
      <p:sp>
        <p:nvSpPr>
          <p:cNvPr id="14" name="S03-mark22"/>
          <p:cNvSpPr/>
          <p:nvPr/>
        </p:nvSpPr>
        <p:spPr>
          <a:xfrm>
            <a:off x="7923276" y="3277870"/>
            <a:ext cx="0" cy="292608"/>
          </a:xfrm>
          <a:prstGeom prst="line">
            <a:avLst/>
          </a:prstGeom>
          <a:noFill/>
          <a:ln w="22225">
            <a:solidFill>
              <a:srgbClr val="1F2937"/>
            </a:solidFill>
            <a:prstDash val="solid"/>
          </a:ln>
        </p:spPr>
      </p:sp>
      <p:sp>
        <p:nvSpPr>
          <p:cNvPr id="15" name="S03-mark23"/>
          <p:cNvSpPr/>
          <p:nvPr/>
        </p:nvSpPr>
        <p:spPr>
          <a:xfrm>
            <a:off x="8837676" y="3277870"/>
            <a:ext cx="0" cy="292608"/>
          </a:xfrm>
          <a:prstGeom prst="line">
            <a:avLst/>
          </a:prstGeom>
          <a:noFill/>
          <a:ln w="22225">
            <a:solidFill>
              <a:srgbClr val="1F2937"/>
            </a:solidFill>
            <a:prstDash val="solid"/>
          </a:ln>
        </p:spPr>
      </p:sp>
      <p:sp>
        <p:nvSpPr>
          <p:cNvPr id="16" name="S03-mark24"/>
          <p:cNvSpPr/>
          <p:nvPr/>
        </p:nvSpPr>
        <p:spPr>
          <a:xfrm>
            <a:off x="9752076" y="3277870"/>
            <a:ext cx="0" cy="292608"/>
          </a:xfrm>
          <a:prstGeom prst="line">
            <a:avLst/>
          </a:prstGeom>
          <a:noFill/>
          <a:ln w="22225">
            <a:solidFill>
              <a:srgbClr val="1F2937"/>
            </a:solidFill>
            <a:prstDash val="solid"/>
          </a:ln>
        </p:spPr>
      </p:sp>
      <p:sp>
        <p:nvSpPr>
          <p:cNvPr id="17" name="S03-mark25"/>
          <p:cNvSpPr/>
          <p:nvPr/>
        </p:nvSpPr>
        <p:spPr>
          <a:xfrm>
            <a:off x="10666476" y="3277870"/>
            <a:ext cx="0" cy="292608"/>
          </a:xfrm>
          <a:prstGeom prst="line">
            <a:avLst/>
          </a:prstGeom>
          <a:noFill/>
          <a:ln w="22225">
            <a:solidFill>
              <a:srgbClr val="1F2937"/>
            </a:solidFill>
            <a:prstDash val="solid"/>
          </a:ln>
        </p:spPr>
      </p:sp>
      <p:sp>
        <p:nvSpPr>
          <p:cNvPr id="18" name="S03-mark26"/>
          <p:cNvSpPr/>
          <p:nvPr/>
        </p:nvSpPr>
        <p:spPr>
          <a:xfrm>
            <a:off x="6094476" y="3424174"/>
            <a:ext cx="5074920" cy="0"/>
          </a:xfrm>
          <a:prstGeom prst="line">
            <a:avLst/>
          </a:prstGeom>
          <a:noFill/>
          <a:ln w="88900">
            <a:solidFill>
              <a:srgbClr val="E9762B"/>
            </a:solidFill>
            <a:prstDash val="solid"/>
          </a:ln>
        </p:spPr>
      </p:sp>
      <p:sp>
        <p:nvSpPr>
          <p:cNvPr id="19" name="S03-label28"/>
          <p:cNvSpPr txBox="1"/>
          <p:nvPr/>
        </p:nvSpPr>
        <p:spPr>
          <a:xfrm>
            <a:off x="1191006" y="3907917"/>
            <a:ext cx="662940" cy="34925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algn="ctr" indent="0" marL="0">
              <a:buNone/>
            </a:pPr>
            <a:r>
              <a:rPr lang="ko-KR" altLang="en-US" sz="2200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125</a:t>
            </a:r>
            <a:endParaRPr lang="ko-KR" sz="2200" dirty="0"/>
          </a:p>
        </p:txBody>
      </p:sp>
      <p:sp>
        <p:nvSpPr>
          <p:cNvPr id="20" name="S03-label30"/>
          <p:cNvSpPr txBox="1"/>
          <p:nvPr/>
        </p:nvSpPr>
        <p:spPr>
          <a:xfrm>
            <a:off x="5763006" y="3907917"/>
            <a:ext cx="662940" cy="34925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algn="ctr" indent="0" marL="0">
              <a:buNone/>
            </a:pPr>
            <a:r>
              <a:rPr lang="ko-KR" altLang="en-US" sz="2200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130</a:t>
            </a:r>
            <a:endParaRPr lang="ko-KR" sz="2200" dirty="0"/>
          </a:p>
        </p:txBody>
      </p:sp>
      <p:sp>
        <p:nvSpPr>
          <p:cNvPr id="21" name="S03-label32"/>
          <p:cNvSpPr txBox="1"/>
          <p:nvPr/>
        </p:nvSpPr>
        <p:spPr>
          <a:xfrm>
            <a:off x="10335006" y="3907917"/>
            <a:ext cx="662940" cy="34925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algn="ctr" indent="0" marL="0">
              <a:buNone/>
            </a:pPr>
            <a:r>
              <a:rPr lang="ko-KR" altLang="en-US" sz="2200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135</a:t>
            </a:r>
            <a:endParaRPr lang="ko-KR" sz="2200" dirty="0"/>
          </a:p>
        </p:txBody>
      </p:sp>
      <p:sp>
        <p:nvSpPr>
          <p:cNvPr id="22" name="S03-label34"/>
          <p:cNvSpPr txBox="1"/>
          <p:nvPr/>
        </p:nvSpPr>
        <p:spPr>
          <a:xfrm>
            <a:off x="5447284" y="2563749"/>
            <a:ext cx="1294384" cy="34925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algn="ctr" indent="0" marL="0">
              <a:buNone/>
            </a:pPr>
            <a:r>
              <a:rPr lang="ko-KR" altLang="en-US" sz="2200" b="1" dirty="0">
                <a:solidFill>
                  <a:srgbClr val="E9762B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130 이상</a:t>
            </a:r>
            <a:endParaRPr lang="ko-KR" sz="22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0881360" y="6382512"/>
            <a:ext cx="731520" cy="32004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200">
                <a:solidFill>
                  <a:srgbClr val="4B5563"/>
                </a:solidFill>
                <a:latin typeface="맑은 고딕"/>
                <a:ea typeface="맑은 고딕"/>
                <a:cs typeface="맑은 고딕"/>
              </a:defRPr>
            </a:lvl1pPr>
          </a:lstStyle>
          <a:p>
            <a:pPr eaLnBrk="0" algn="r"/>
            <a:fld id="{F7021451-1387-4CA6-816F-3879F97B5CBC}" type="slidenum">
              <a:rPr b="0" lang="en-US"/>
              <a:t>3</a:t>
            </a:fld>
            <a:endParaRPr lang="en-US"/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title" hasCustomPrompt="1"/>
          </p:nvPr>
        </p:nvSpPr>
        <p:spPr>
          <a:xfrm>
            <a:off x="548640" y="320040"/>
            <a:ext cx="11064240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algn="l" indent="0" marL="0">
              <a:buNone/>
            </a:pPr>
            <a:r>
              <a:rPr lang="ko-KR" altLang="en-US" sz="4000" b="1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이하: 같거나 작은 수</a:t>
            </a:r>
            <a:endParaRPr lang="ko-KR" sz="4000" dirty="0"/>
          </a:p>
        </p:txBody>
      </p:sp>
      <p:sp>
        <p:nvSpPr>
          <p:cNvPr id="3" name="S04-text35"/>
          <p:cNvSpPr txBox="1"/>
          <p:nvPr/>
        </p:nvSpPr>
        <p:spPr>
          <a:xfrm>
            <a:off x="548640" y="1325880"/>
            <a:ext cx="11091672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algn="l" indent="0" marL="0">
              <a:buNone/>
            </a:pPr>
            <a:r>
              <a:rPr lang="ko-KR" altLang="en-US" sz="2800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어린이 놀이기구: 키 120 cm 이하만 탈 수 있어요.</a:t>
            </a:r>
            <a:endParaRPr lang="ko-KR" sz="2800" dirty="0"/>
          </a:p>
        </p:txBody>
      </p:sp>
      <p:sp>
        <p:nvSpPr>
          <p:cNvPr id="4" name="S04-card36"/>
          <p:cNvSpPr/>
          <p:nvPr/>
        </p:nvSpPr>
        <p:spPr>
          <a:xfrm>
            <a:off x="548640" y="5037836"/>
            <a:ext cx="11091672" cy="1180084"/>
          </a:xfrm>
          <a:prstGeom prst="roundRect">
            <a:avLst>
              <a:gd name="adj" fmla="val 9298"/>
            </a:avLst>
          </a:prstGeom>
          <a:solidFill>
            <a:srgbClr val="FDEBDD"/>
          </a:solidFill>
          <a:ln w="12700">
            <a:solidFill>
              <a:srgbClr val="FDEBDD"/>
            </a:solidFill>
            <a:prstDash val="solid"/>
          </a:ln>
        </p:spPr>
      </p:sp>
      <p:sp>
        <p:nvSpPr>
          <p:cNvPr id="5" name="S04-cardtext37"/>
          <p:cNvSpPr txBox="1"/>
          <p:nvPr/>
        </p:nvSpPr>
        <p:spPr>
          <a:xfrm>
            <a:off x="822960" y="5174996"/>
            <a:ext cx="10543032" cy="90576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indent="0" marL="0">
              <a:spcAft>
                <a:spcPts val="600"/>
              </a:spcAft>
              <a:buNone/>
            </a:pPr>
            <a:r>
              <a:rPr lang="ko-KR" altLang="en-US" sz="2800" b="1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120 이하: 120과 같거나 작은 수</a:t>
            </a:r>
            <a:endParaRPr lang="ko-KR" sz="2800" dirty="0"/>
          </a:p>
          <a:p>
            <a:pPr eaLnBrk="0" indent="0" marL="0">
              <a:spcAft>
                <a:spcPts val="600"/>
              </a:spcAft>
              <a:buNone/>
            </a:pPr>
            <a:r>
              <a:rPr lang="ko-KR" altLang="en-US" sz="2200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120도 들어가요. 수직선에 ●로 나타내요.</a:t>
            </a:r>
            <a:endParaRPr lang="ko-KR" sz="2800" dirty="0"/>
          </a:p>
        </p:txBody>
      </p:sp>
      <p:sp>
        <p:nvSpPr>
          <p:cNvPr id="6" name="S04-figure38" descr="115부터 125까지 수직선: 120에 색칠한 동그라미(●), 120부터 왼쪽으로 굵은 선"/>
          <p:cNvSpPr/>
          <p:nvPr/>
        </p:nvSpPr>
        <p:spPr>
          <a:xfrm>
            <a:off x="5911596" y="3241294"/>
            <a:ext cx="365760" cy="365760"/>
          </a:xfrm>
          <a:prstGeom prst="ellipse">
            <a:avLst/>
          </a:prstGeom>
          <a:solidFill>
            <a:srgbClr val="E9762B"/>
          </a:solidFill>
          <a:ln w="34925">
            <a:solidFill>
              <a:srgbClr val="E9762B"/>
            </a:solidFill>
            <a:prstDash val="solid"/>
          </a:ln>
        </p:spPr>
      </p:sp>
      <p:sp>
        <p:nvSpPr>
          <p:cNvPr id="7" name="S04-mark39"/>
          <p:cNvSpPr/>
          <p:nvPr/>
        </p:nvSpPr>
        <p:spPr>
          <a:xfrm>
            <a:off x="882396" y="3424174"/>
            <a:ext cx="10424160" cy="0"/>
          </a:xfrm>
          <a:prstGeom prst="line">
            <a:avLst/>
          </a:prstGeom>
          <a:noFill/>
          <a:ln w="28575">
            <a:solidFill>
              <a:srgbClr val="1F2937"/>
            </a:solidFill>
            <a:prstDash val="solid"/>
            <a:headEnd type="triangle"/>
            <a:tailEnd type="triangle"/>
          </a:ln>
        </p:spPr>
      </p:sp>
      <p:sp>
        <p:nvSpPr>
          <p:cNvPr id="8" name="S04-mark40"/>
          <p:cNvSpPr/>
          <p:nvPr/>
        </p:nvSpPr>
        <p:spPr>
          <a:xfrm>
            <a:off x="1522476" y="3277870"/>
            <a:ext cx="0" cy="292608"/>
          </a:xfrm>
          <a:prstGeom prst="line">
            <a:avLst/>
          </a:prstGeom>
          <a:noFill/>
          <a:ln w="22225">
            <a:solidFill>
              <a:srgbClr val="1F2937"/>
            </a:solidFill>
            <a:prstDash val="solid"/>
          </a:ln>
        </p:spPr>
      </p:sp>
      <p:sp>
        <p:nvSpPr>
          <p:cNvPr id="9" name="S04-mark41"/>
          <p:cNvSpPr/>
          <p:nvPr/>
        </p:nvSpPr>
        <p:spPr>
          <a:xfrm>
            <a:off x="2436876" y="3277870"/>
            <a:ext cx="0" cy="292608"/>
          </a:xfrm>
          <a:prstGeom prst="line">
            <a:avLst/>
          </a:prstGeom>
          <a:noFill/>
          <a:ln w="22225">
            <a:solidFill>
              <a:srgbClr val="1F2937"/>
            </a:solidFill>
            <a:prstDash val="solid"/>
          </a:ln>
        </p:spPr>
      </p:sp>
      <p:sp>
        <p:nvSpPr>
          <p:cNvPr id="10" name="S04-mark42"/>
          <p:cNvSpPr/>
          <p:nvPr/>
        </p:nvSpPr>
        <p:spPr>
          <a:xfrm>
            <a:off x="3351276" y="3277870"/>
            <a:ext cx="0" cy="292608"/>
          </a:xfrm>
          <a:prstGeom prst="line">
            <a:avLst/>
          </a:prstGeom>
          <a:noFill/>
          <a:ln w="22225">
            <a:solidFill>
              <a:srgbClr val="1F2937"/>
            </a:solidFill>
            <a:prstDash val="solid"/>
          </a:ln>
        </p:spPr>
      </p:sp>
      <p:sp>
        <p:nvSpPr>
          <p:cNvPr id="11" name="S04-mark43"/>
          <p:cNvSpPr/>
          <p:nvPr/>
        </p:nvSpPr>
        <p:spPr>
          <a:xfrm>
            <a:off x="4265676" y="3277870"/>
            <a:ext cx="0" cy="292608"/>
          </a:xfrm>
          <a:prstGeom prst="line">
            <a:avLst/>
          </a:prstGeom>
          <a:noFill/>
          <a:ln w="22225">
            <a:solidFill>
              <a:srgbClr val="1F2937"/>
            </a:solidFill>
            <a:prstDash val="solid"/>
          </a:ln>
        </p:spPr>
      </p:sp>
      <p:sp>
        <p:nvSpPr>
          <p:cNvPr id="12" name="S04-mark44"/>
          <p:cNvSpPr/>
          <p:nvPr/>
        </p:nvSpPr>
        <p:spPr>
          <a:xfrm>
            <a:off x="5180076" y="3277870"/>
            <a:ext cx="0" cy="292608"/>
          </a:xfrm>
          <a:prstGeom prst="line">
            <a:avLst/>
          </a:prstGeom>
          <a:noFill/>
          <a:ln w="22225">
            <a:solidFill>
              <a:srgbClr val="1F2937"/>
            </a:solidFill>
            <a:prstDash val="solid"/>
          </a:ln>
        </p:spPr>
      </p:sp>
      <p:sp>
        <p:nvSpPr>
          <p:cNvPr id="13" name="S04-mark45"/>
          <p:cNvSpPr/>
          <p:nvPr/>
        </p:nvSpPr>
        <p:spPr>
          <a:xfrm>
            <a:off x="7008876" y="3277870"/>
            <a:ext cx="0" cy="292608"/>
          </a:xfrm>
          <a:prstGeom prst="line">
            <a:avLst/>
          </a:prstGeom>
          <a:noFill/>
          <a:ln w="22225">
            <a:solidFill>
              <a:srgbClr val="1F2937"/>
            </a:solidFill>
            <a:prstDash val="solid"/>
          </a:ln>
        </p:spPr>
      </p:sp>
      <p:sp>
        <p:nvSpPr>
          <p:cNvPr id="14" name="S04-mark46"/>
          <p:cNvSpPr/>
          <p:nvPr/>
        </p:nvSpPr>
        <p:spPr>
          <a:xfrm>
            <a:off x="7923276" y="3277870"/>
            <a:ext cx="0" cy="292608"/>
          </a:xfrm>
          <a:prstGeom prst="line">
            <a:avLst/>
          </a:prstGeom>
          <a:noFill/>
          <a:ln w="22225">
            <a:solidFill>
              <a:srgbClr val="1F2937"/>
            </a:solidFill>
            <a:prstDash val="solid"/>
          </a:ln>
        </p:spPr>
      </p:sp>
      <p:sp>
        <p:nvSpPr>
          <p:cNvPr id="15" name="S04-mark47"/>
          <p:cNvSpPr/>
          <p:nvPr/>
        </p:nvSpPr>
        <p:spPr>
          <a:xfrm>
            <a:off x="8837676" y="3277870"/>
            <a:ext cx="0" cy="292608"/>
          </a:xfrm>
          <a:prstGeom prst="line">
            <a:avLst/>
          </a:prstGeom>
          <a:noFill/>
          <a:ln w="22225">
            <a:solidFill>
              <a:srgbClr val="1F2937"/>
            </a:solidFill>
            <a:prstDash val="solid"/>
          </a:ln>
        </p:spPr>
      </p:sp>
      <p:sp>
        <p:nvSpPr>
          <p:cNvPr id="16" name="S04-mark48"/>
          <p:cNvSpPr/>
          <p:nvPr/>
        </p:nvSpPr>
        <p:spPr>
          <a:xfrm>
            <a:off x="9752076" y="3277870"/>
            <a:ext cx="0" cy="292608"/>
          </a:xfrm>
          <a:prstGeom prst="line">
            <a:avLst/>
          </a:prstGeom>
          <a:noFill/>
          <a:ln w="22225">
            <a:solidFill>
              <a:srgbClr val="1F2937"/>
            </a:solidFill>
            <a:prstDash val="solid"/>
          </a:ln>
        </p:spPr>
      </p:sp>
      <p:sp>
        <p:nvSpPr>
          <p:cNvPr id="17" name="S04-mark49"/>
          <p:cNvSpPr/>
          <p:nvPr/>
        </p:nvSpPr>
        <p:spPr>
          <a:xfrm>
            <a:off x="10666476" y="3277870"/>
            <a:ext cx="0" cy="292608"/>
          </a:xfrm>
          <a:prstGeom prst="line">
            <a:avLst/>
          </a:prstGeom>
          <a:noFill/>
          <a:ln w="22225">
            <a:solidFill>
              <a:srgbClr val="1F2937"/>
            </a:solidFill>
            <a:prstDash val="solid"/>
          </a:ln>
        </p:spPr>
      </p:sp>
      <p:sp>
        <p:nvSpPr>
          <p:cNvPr id="18" name="S04-mark50"/>
          <p:cNvSpPr/>
          <p:nvPr/>
        </p:nvSpPr>
        <p:spPr>
          <a:xfrm>
            <a:off x="1019556" y="3424174"/>
            <a:ext cx="5074920" cy="0"/>
          </a:xfrm>
          <a:prstGeom prst="line">
            <a:avLst/>
          </a:prstGeom>
          <a:noFill/>
          <a:ln w="88900">
            <a:solidFill>
              <a:srgbClr val="E9762B"/>
            </a:solidFill>
            <a:prstDash val="solid"/>
          </a:ln>
        </p:spPr>
      </p:sp>
      <p:sp>
        <p:nvSpPr>
          <p:cNvPr id="19" name="S04-label52"/>
          <p:cNvSpPr txBox="1"/>
          <p:nvPr/>
        </p:nvSpPr>
        <p:spPr>
          <a:xfrm>
            <a:off x="1191006" y="3907917"/>
            <a:ext cx="662940" cy="34925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algn="ctr" indent="0" marL="0">
              <a:buNone/>
            </a:pPr>
            <a:r>
              <a:rPr lang="ko-KR" altLang="en-US" sz="2200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115</a:t>
            </a:r>
            <a:endParaRPr lang="ko-KR" sz="2200" dirty="0"/>
          </a:p>
        </p:txBody>
      </p:sp>
      <p:sp>
        <p:nvSpPr>
          <p:cNvPr id="20" name="S04-label54"/>
          <p:cNvSpPr txBox="1"/>
          <p:nvPr/>
        </p:nvSpPr>
        <p:spPr>
          <a:xfrm>
            <a:off x="5763006" y="3907917"/>
            <a:ext cx="662940" cy="34925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algn="ctr" indent="0" marL="0">
              <a:buNone/>
            </a:pPr>
            <a:r>
              <a:rPr lang="ko-KR" altLang="en-US" sz="2200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120</a:t>
            </a:r>
            <a:endParaRPr lang="ko-KR" sz="2200" dirty="0"/>
          </a:p>
        </p:txBody>
      </p:sp>
      <p:sp>
        <p:nvSpPr>
          <p:cNvPr id="21" name="S04-label56"/>
          <p:cNvSpPr txBox="1"/>
          <p:nvPr/>
        </p:nvSpPr>
        <p:spPr>
          <a:xfrm>
            <a:off x="10335006" y="3907917"/>
            <a:ext cx="662940" cy="34925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algn="ctr" indent="0" marL="0">
              <a:buNone/>
            </a:pPr>
            <a:r>
              <a:rPr lang="ko-KR" altLang="en-US" sz="2200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125</a:t>
            </a:r>
            <a:endParaRPr lang="ko-KR" sz="2200" dirty="0"/>
          </a:p>
        </p:txBody>
      </p:sp>
      <p:sp>
        <p:nvSpPr>
          <p:cNvPr id="22" name="S04-label58"/>
          <p:cNvSpPr txBox="1"/>
          <p:nvPr/>
        </p:nvSpPr>
        <p:spPr>
          <a:xfrm>
            <a:off x="5447284" y="2563749"/>
            <a:ext cx="1294384" cy="34925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algn="ctr" indent="0" marL="0">
              <a:buNone/>
            </a:pPr>
            <a:r>
              <a:rPr lang="ko-KR" altLang="en-US" sz="2200" b="1" dirty="0">
                <a:solidFill>
                  <a:srgbClr val="E9762B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120 이하</a:t>
            </a:r>
            <a:endParaRPr lang="ko-KR" sz="22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0881360" y="6382512"/>
            <a:ext cx="731520" cy="32004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200">
                <a:solidFill>
                  <a:srgbClr val="4B5563"/>
                </a:solidFill>
                <a:latin typeface="맑은 고딕"/>
                <a:ea typeface="맑은 고딕"/>
                <a:cs typeface="맑은 고딕"/>
              </a:defRPr>
            </a:lvl1pPr>
          </a:lstStyle>
          <a:p>
            <a:pPr eaLnBrk="0" algn="r"/>
            <a:fld id="{F7021451-1387-4CA6-816F-3879F97B5CBC}" type="slidenum">
              <a:rPr b="0" lang="en-US"/>
              <a:t>4</a:t>
            </a:fld>
            <a:endParaRPr lang="en-US"/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title" hasCustomPrompt="1"/>
          </p:nvPr>
        </p:nvSpPr>
        <p:spPr>
          <a:xfrm>
            <a:off x="548640" y="320040"/>
            <a:ext cx="11064240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algn="l" indent="0" marL="0">
              <a:buNone/>
            </a:pPr>
            <a:r>
              <a:rPr lang="ko-KR" altLang="en-US" sz="4000" b="1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이상·이하인 수 찾기</a:t>
            </a:r>
            <a:endParaRPr lang="ko-KR" sz="4000" dirty="0"/>
          </a:p>
        </p:txBody>
      </p:sp>
      <p:sp>
        <p:nvSpPr>
          <p:cNvPr id="3" name="S05-text59"/>
          <p:cNvSpPr txBox="1"/>
          <p:nvPr/>
        </p:nvSpPr>
        <p:spPr>
          <a:xfrm>
            <a:off x="548640" y="1325880"/>
            <a:ext cx="11091672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algn="l" indent="0" marL="0">
              <a:buNone/>
            </a:pPr>
            <a:r>
              <a:rPr lang="ko-KR" altLang="en-US" sz="2800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①②는 범위에 드는 수를 모두 골라요.</a:t>
            </a:r>
            <a:endParaRPr lang="ko-KR" sz="2800" dirty="0"/>
          </a:p>
        </p:txBody>
      </p:sp>
      <p:sp>
        <p:nvSpPr>
          <p:cNvPr id="4" name="S05-card60"/>
          <p:cNvSpPr/>
          <p:nvPr/>
        </p:nvSpPr>
        <p:spPr>
          <a:xfrm>
            <a:off x="548640" y="5349240"/>
            <a:ext cx="11091672" cy="868680"/>
          </a:xfrm>
          <a:prstGeom prst="roundRect">
            <a:avLst>
              <a:gd name="adj" fmla="val 12632"/>
            </a:avLst>
          </a:prstGeom>
          <a:solidFill>
            <a:srgbClr val="E6ECF4"/>
          </a:solidFill>
          <a:ln w="12700">
            <a:solidFill>
              <a:srgbClr val="E6ECF4"/>
            </a:solidFill>
            <a:prstDash val="solid"/>
          </a:ln>
        </p:spPr>
      </p:sp>
      <p:sp>
        <p:nvSpPr>
          <p:cNvPr id="5" name="S05-cardtext61"/>
          <p:cNvSpPr txBox="1"/>
          <p:nvPr/>
        </p:nvSpPr>
        <p:spPr>
          <a:xfrm>
            <a:off x="822960" y="5486400"/>
            <a:ext cx="10543032" cy="594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indent="0" marL="0">
              <a:spcAft>
                <a:spcPts val="600"/>
              </a:spcAft>
              <a:buNone/>
            </a:pPr>
            <a:r>
              <a:rPr lang="ko-KR" altLang="en-US" sz="2800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③ 수직선이 나타내는 범위를 ‘22 ○○’처럼 말해요.</a:t>
            </a:r>
            <a:endParaRPr lang="ko-KR" sz="2800" dirty="0"/>
          </a:p>
        </p:txBody>
      </p:sp>
      <p:sp>
        <p:nvSpPr>
          <p:cNvPr id="6" name="S05-chip62"/>
          <p:cNvSpPr txBox="1"/>
          <p:nvPr/>
        </p:nvSpPr>
        <p:spPr>
          <a:xfrm>
            <a:off x="548640" y="2185416"/>
            <a:ext cx="566928" cy="566928"/>
          </a:xfrm>
          <a:prstGeom prst="roundRect">
            <a:avLst>
              <a:gd name="adj" fmla="val 25806"/>
            </a:avLst>
          </a:prstGeom>
          <a:solidFill>
            <a:srgbClr val="264653"/>
          </a:solidFill>
          <a:ln>
            <a:solidFill>
              <a:srgbClr val="264653"/>
            </a:solidFill>
          </a:ln>
        </p:spPr>
        <p:txBody>
          <a:bodyPr wrap="square" lIns="0" tIns="0" rIns="0" bIns="0" rtlCol="0" anchor="ctr"/>
          <a:lstStyle/>
          <a:p>
            <a:pPr eaLnBrk="0" algn="ctr" indent="0" marL="0">
              <a:buNone/>
            </a:pPr>
            <a:r>
              <a:rPr lang="ko-KR" altLang="en-US" sz="2200" b="1" dirty="0">
                <a:solidFill>
                  <a:srgbClr val="FFFFF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①</a:t>
            </a:r>
            <a:endParaRPr lang="ko-KR" sz="2200" dirty="0"/>
          </a:p>
        </p:txBody>
      </p:sp>
      <p:sp>
        <p:nvSpPr>
          <p:cNvPr id="7" name="S05-text63"/>
          <p:cNvSpPr txBox="1"/>
          <p:nvPr/>
        </p:nvSpPr>
        <p:spPr>
          <a:xfrm>
            <a:off x="1344168" y="2011680"/>
            <a:ext cx="10296144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algn="l" indent="0" marL="0">
              <a:buNone/>
            </a:pPr>
            <a:r>
              <a:rPr lang="ko-KR" altLang="en-US" sz="2800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30 이상인 수</a:t>
            </a:r>
            <a:endParaRPr lang="ko-KR" sz="2800" dirty="0"/>
          </a:p>
          <a:p>
            <a:pPr eaLnBrk="0" algn="l" indent="0" marL="0">
              <a:buNone/>
            </a:pPr>
            <a:r>
              <a:rPr lang="ko-KR" altLang="en-US" sz="2800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28,  29.5,  30,  31,  45</a:t>
            </a:r>
            <a:endParaRPr lang="ko-KR" sz="2800" dirty="0"/>
          </a:p>
        </p:txBody>
      </p:sp>
      <p:sp>
        <p:nvSpPr>
          <p:cNvPr id="8" name="S05-chip64"/>
          <p:cNvSpPr txBox="1"/>
          <p:nvPr/>
        </p:nvSpPr>
        <p:spPr>
          <a:xfrm>
            <a:off x="548640" y="3282696"/>
            <a:ext cx="566928" cy="566928"/>
          </a:xfrm>
          <a:prstGeom prst="roundRect">
            <a:avLst>
              <a:gd name="adj" fmla="val 25806"/>
            </a:avLst>
          </a:prstGeom>
          <a:solidFill>
            <a:srgbClr val="264653"/>
          </a:solidFill>
          <a:ln>
            <a:solidFill>
              <a:srgbClr val="264653"/>
            </a:solidFill>
          </a:ln>
        </p:spPr>
        <p:txBody>
          <a:bodyPr wrap="square" lIns="0" tIns="0" rIns="0" bIns="0" rtlCol="0" anchor="ctr"/>
          <a:lstStyle/>
          <a:p>
            <a:pPr eaLnBrk="0" algn="ctr" indent="0" marL="0">
              <a:buNone/>
            </a:pPr>
            <a:r>
              <a:rPr lang="ko-KR" altLang="en-US" sz="2200" b="1" dirty="0">
                <a:solidFill>
                  <a:srgbClr val="FFFFF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②</a:t>
            </a:r>
            <a:endParaRPr lang="ko-KR" sz="2200" dirty="0"/>
          </a:p>
        </p:txBody>
      </p:sp>
      <p:sp>
        <p:nvSpPr>
          <p:cNvPr id="9" name="S05-text65"/>
          <p:cNvSpPr txBox="1"/>
          <p:nvPr/>
        </p:nvSpPr>
        <p:spPr>
          <a:xfrm>
            <a:off x="1344168" y="3108960"/>
            <a:ext cx="10296144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algn="l" indent="0" marL="0">
              <a:buNone/>
            </a:pPr>
            <a:r>
              <a:rPr lang="ko-KR" altLang="en-US" sz="2800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15 이하인 수</a:t>
            </a:r>
            <a:endParaRPr lang="ko-KR" sz="2800" dirty="0"/>
          </a:p>
          <a:p>
            <a:pPr eaLnBrk="0" algn="l" indent="0" marL="0">
              <a:buNone/>
            </a:pPr>
            <a:r>
              <a:rPr lang="ko-KR" altLang="en-US" sz="2800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9,  14,  15,  15.2,  16</a:t>
            </a:r>
            <a:endParaRPr lang="ko-KR" sz="2800" dirty="0"/>
          </a:p>
        </p:txBody>
      </p:sp>
      <p:sp>
        <p:nvSpPr>
          <p:cNvPr id="10" name="S05-chip66"/>
          <p:cNvSpPr txBox="1"/>
          <p:nvPr/>
        </p:nvSpPr>
        <p:spPr>
          <a:xfrm>
            <a:off x="548640" y="4379976"/>
            <a:ext cx="566928" cy="566928"/>
          </a:xfrm>
          <a:prstGeom prst="roundRect">
            <a:avLst>
              <a:gd name="adj" fmla="val 25806"/>
            </a:avLst>
          </a:prstGeom>
          <a:solidFill>
            <a:srgbClr val="264653"/>
          </a:solidFill>
          <a:ln>
            <a:solidFill>
              <a:srgbClr val="264653"/>
            </a:solidFill>
          </a:ln>
        </p:spPr>
        <p:txBody>
          <a:bodyPr wrap="square" lIns="0" tIns="0" rIns="0" bIns="0" rtlCol="0" anchor="ctr"/>
          <a:lstStyle/>
          <a:p>
            <a:pPr eaLnBrk="0" algn="ctr" indent="0" marL="0">
              <a:buNone/>
            </a:pPr>
            <a:r>
              <a:rPr lang="ko-KR" altLang="en-US" sz="2200" b="1" dirty="0">
                <a:solidFill>
                  <a:srgbClr val="FFFFF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③</a:t>
            </a:r>
            <a:endParaRPr lang="ko-KR" sz="2200" dirty="0"/>
          </a:p>
        </p:txBody>
      </p:sp>
      <p:sp>
        <p:nvSpPr>
          <p:cNvPr id="11" name="S05-figure67" descr="18부터 26까지 수직선: 22에 ●, 22부터 왼쪽으로 굵은 선"/>
          <p:cNvSpPr/>
          <p:nvPr/>
        </p:nvSpPr>
        <p:spPr>
          <a:xfrm>
            <a:off x="3945912" y="4389015"/>
            <a:ext cx="282913" cy="282913"/>
          </a:xfrm>
          <a:prstGeom prst="ellipse">
            <a:avLst/>
          </a:prstGeom>
          <a:solidFill>
            <a:srgbClr val="E9762B"/>
          </a:solidFill>
          <a:ln w="34925">
            <a:solidFill>
              <a:srgbClr val="E9762B"/>
            </a:solidFill>
            <a:prstDash val="solid"/>
          </a:ln>
        </p:spPr>
      </p:sp>
      <p:sp>
        <p:nvSpPr>
          <p:cNvPr id="12" name="S05-mark68"/>
          <p:cNvSpPr/>
          <p:nvPr/>
        </p:nvSpPr>
        <p:spPr>
          <a:xfrm>
            <a:off x="1427988" y="4530471"/>
            <a:ext cx="5318760" cy="0"/>
          </a:xfrm>
          <a:prstGeom prst="line">
            <a:avLst/>
          </a:prstGeom>
          <a:noFill/>
          <a:ln w="28575">
            <a:solidFill>
              <a:srgbClr val="1F2937"/>
            </a:solidFill>
            <a:prstDash val="solid"/>
            <a:headEnd type="triangle"/>
            <a:tailEnd type="triangle"/>
          </a:ln>
        </p:spPr>
      </p:sp>
      <p:sp>
        <p:nvSpPr>
          <p:cNvPr id="13" name="S05-mark69"/>
          <p:cNvSpPr/>
          <p:nvPr/>
        </p:nvSpPr>
        <p:spPr>
          <a:xfrm>
            <a:off x="1824066" y="4439939"/>
            <a:ext cx="0" cy="181064"/>
          </a:xfrm>
          <a:prstGeom prst="line">
            <a:avLst/>
          </a:prstGeom>
          <a:noFill/>
          <a:ln w="22225">
            <a:solidFill>
              <a:srgbClr val="1F2937"/>
            </a:solidFill>
            <a:prstDash val="solid"/>
          </a:ln>
        </p:spPr>
      </p:sp>
      <p:sp>
        <p:nvSpPr>
          <p:cNvPr id="14" name="S05-mark70"/>
          <p:cNvSpPr/>
          <p:nvPr/>
        </p:nvSpPr>
        <p:spPr>
          <a:xfrm>
            <a:off x="2389891" y="4439939"/>
            <a:ext cx="0" cy="181064"/>
          </a:xfrm>
          <a:prstGeom prst="line">
            <a:avLst/>
          </a:prstGeom>
          <a:noFill/>
          <a:ln w="22225">
            <a:solidFill>
              <a:srgbClr val="1F2937"/>
            </a:solidFill>
            <a:prstDash val="solid"/>
          </a:ln>
        </p:spPr>
      </p:sp>
      <p:sp>
        <p:nvSpPr>
          <p:cNvPr id="15" name="S05-mark71"/>
          <p:cNvSpPr/>
          <p:nvPr/>
        </p:nvSpPr>
        <p:spPr>
          <a:xfrm>
            <a:off x="2955717" y="4439939"/>
            <a:ext cx="0" cy="181064"/>
          </a:xfrm>
          <a:prstGeom prst="line">
            <a:avLst/>
          </a:prstGeom>
          <a:noFill/>
          <a:ln w="22225">
            <a:solidFill>
              <a:srgbClr val="1F2937"/>
            </a:solidFill>
            <a:prstDash val="solid"/>
          </a:ln>
        </p:spPr>
      </p:sp>
      <p:sp>
        <p:nvSpPr>
          <p:cNvPr id="16" name="S05-mark72"/>
          <p:cNvSpPr/>
          <p:nvPr/>
        </p:nvSpPr>
        <p:spPr>
          <a:xfrm>
            <a:off x="3521542" y="4439939"/>
            <a:ext cx="0" cy="181064"/>
          </a:xfrm>
          <a:prstGeom prst="line">
            <a:avLst/>
          </a:prstGeom>
          <a:noFill/>
          <a:ln w="22225">
            <a:solidFill>
              <a:srgbClr val="1F2937"/>
            </a:solidFill>
            <a:prstDash val="solid"/>
          </a:ln>
        </p:spPr>
      </p:sp>
      <p:sp>
        <p:nvSpPr>
          <p:cNvPr id="17" name="S05-mark73"/>
          <p:cNvSpPr/>
          <p:nvPr/>
        </p:nvSpPr>
        <p:spPr>
          <a:xfrm>
            <a:off x="4653194" y="4439939"/>
            <a:ext cx="0" cy="181064"/>
          </a:xfrm>
          <a:prstGeom prst="line">
            <a:avLst/>
          </a:prstGeom>
          <a:noFill/>
          <a:ln w="22225">
            <a:solidFill>
              <a:srgbClr val="1F2937"/>
            </a:solidFill>
            <a:prstDash val="solid"/>
          </a:ln>
        </p:spPr>
      </p:sp>
      <p:sp>
        <p:nvSpPr>
          <p:cNvPr id="18" name="S05-mark74"/>
          <p:cNvSpPr/>
          <p:nvPr/>
        </p:nvSpPr>
        <p:spPr>
          <a:xfrm>
            <a:off x="5219019" y="4439939"/>
            <a:ext cx="0" cy="181064"/>
          </a:xfrm>
          <a:prstGeom prst="line">
            <a:avLst/>
          </a:prstGeom>
          <a:noFill/>
          <a:ln w="22225">
            <a:solidFill>
              <a:srgbClr val="1F2937"/>
            </a:solidFill>
            <a:prstDash val="solid"/>
          </a:ln>
        </p:spPr>
      </p:sp>
      <p:sp>
        <p:nvSpPr>
          <p:cNvPr id="19" name="S05-mark75"/>
          <p:cNvSpPr/>
          <p:nvPr/>
        </p:nvSpPr>
        <p:spPr>
          <a:xfrm>
            <a:off x="5784845" y="4439939"/>
            <a:ext cx="0" cy="181064"/>
          </a:xfrm>
          <a:prstGeom prst="line">
            <a:avLst/>
          </a:prstGeom>
          <a:noFill/>
          <a:ln w="22225">
            <a:solidFill>
              <a:srgbClr val="1F2937"/>
            </a:solidFill>
            <a:prstDash val="solid"/>
          </a:ln>
        </p:spPr>
      </p:sp>
      <p:sp>
        <p:nvSpPr>
          <p:cNvPr id="20" name="S05-mark76"/>
          <p:cNvSpPr/>
          <p:nvPr/>
        </p:nvSpPr>
        <p:spPr>
          <a:xfrm>
            <a:off x="6350670" y="4439939"/>
            <a:ext cx="0" cy="181064"/>
          </a:xfrm>
          <a:prstGeom prst="line">
            <a:avLst/>
          </a:prstGeom>
          <a:noFill/>
          <a:ln w="22225">
            <a:solidFill>
              <a:srgbClr val="1F2937"/>
            </a:solidFill>
            <a:prstDash val="solid"/>
          </a:ln>
        </p:spPr>
      </p:sp>
      <p:sp>
        <p:nvSpPr>
          <p:cNvPr id="21" name="S05-mark77"/>
          <p:cNvSpPr/>
          <p:nvPr/>
        </p:nvSpPr>
        <p:spPr>
          <a:xfrm>
            <a:off x="1512862" y="4530471"/>
            <a:ext cx="2574506" cy="0"/>
          </a:xfrm>
          <a:prstGeom prst="line">
            <a:avLst/>
          </a:prstGeom>
          <a:noFill/>
          <a:ln w="88900">
            <a:solidFill>
              <a:srgbClr val="E9762B"/>
            </a:solidFill>
            <a:prstDash val="solid"/>
          </a:ln>
        </p:spPr>
      </p:sp>
      <p:sp>
        <p:nvSpPr>
          <p:cNvPr id="22" name="S05-label79"/>
          <p:cNvSpPr txBox="1"/>
          <p:nvPr/>
        </p:nvSpPr>
        <p:spPr>
          <a:xfrm>
            <a:off x="1584798" y="4763240"/>
            <a:ext cx="478536" cy="34925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algn="ctr" indent="0" marL="0">
              <a:buNone/>
            </a:pPr>
            <a:r>
              <a:rPr lang="ko-KR" altLang="en-US" sz="2200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18</a:t>
            </a:r>
            <a:endParaRPr lang="ko-KR" sz="2200" dirty="0"/>
          </a:p>
        </p:txBody>
      </p:sp>
      <p:sp>
        <p:nvSpPr>
          <p:cNvPr id="23" name="S05-label81"/>
          <p:cNvSpPr txBox="1"/>
          <p:nvPr/>
        </p:nvSpPr>
        <p:spPr>
          <a:xfrm>
            <a:off x="2716449" y="4763240"/>
            <a:ext cx="478536" cy="34925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algn="ctr" indent="0" marL="0">
              <a:buNone/>
            </a:pPr>
            <a:r>
              <a:rPr lang="ko-KR" altLang="en-US" sz="2200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20</a:t>
            </a:r>
            <a:endParaRPr lang="ko-KR" sz="2200" dirty="0"/>
          </a:p>
        </p:txBody>
      </p:sp>
      <p:sp>
        <p:nvSpPr>
          <p:cNvPr id="24" name="S05-label83"/>
          <p:cNvSpPr txBox="1"/>
          <p:nvPr/>
        </p:nvSpPr>
        <p:spPr>
          <a:xfrm>
            <a:off x="3848100" y="4763240"/>
            <a:ext cx="478536" cy="34925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algn="ctr" indent="0" marL="0">
              <a:buNone/>
            </a:pPr>
            <a:r>
              <a:rPr lang="ko-KR" altLang="en-US" sz="2200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22</a:t>
            </a:r>
            <a:endParaRPr lang="ko-KR" sz="2200" dirty="0"/>
          </a:p>
        </p:txBody>
      </p:sp>
      <p:sp>
        <p:nvSpPr>
          <p:cNvPr id="25" name="S05-label85"/>
          <p:cNvSpPr txBox="1"/>
          <p:nvPr/>
        </p:nvSpPr>
        <p:spPr>
          <a:xfrm>
            <a:off x="4979751" y="4763240"/>
            <a:ext cx="478536" cy="34925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algn="ctr" indent="0" marL="0">
              <a:buNone/>
            </a:pPr>
            <a:r>
              <a:rPr lang="ko-KR" altLang="en-US" sz="2200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24</a:t>
            </a:r>
            <a:endParaRPr lang="ko-KR" sz="2200" dirty="0"/>
          </a:p>
        </p:txBody>
      </p:sp>
      <p:sp>
        <p:nvSpPr>
          <p:cNvPr id="26" name="S05-label87"/>
          <p:cNvSpPr txBox="1"/>
          <p:nvPr/>
        </p:nvSpPr>
        <p:spPr>
          <a:xfrm>
            <a:off x="6111402" y="4763240"/>
            <a:ext cx="478536" cy="34925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algn="ctr" indent="0" marL="0">
              <a:buNone/>
            </a:pPr>
            <a:r>
              <a:rPr lang="ko-KR" altLang="en-US" sz="2200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26</a:t>
            </a:r>
            <a:endParaRPr lang="ko-KR" sz="22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0881360" y="6382512"/>
            <a:ext cx="731520" cy="32004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200">
                <a:solidFill>
                  <a:srgbClr val="4B5563"/>
                </a:solidFill>
                <a:latin typeface="맑은 고딕"/>
                <a:ea typeface="맑은 고딕"/>
                <a:cs typeface="맑은 고딕"/>
              </a:defRPr>
            </a:lvl1pPr>
          </a:lstStyle>
          <a:p>
            <a:pPr eaLnBrk="0" algn="r"/>
            <a:fld id="{F7021451-1387-4CA6-816F-3879F97B5CBC}" type="slidenum">
              <a:rPr b="0" lang="en-US"/>
              <a:t>5</a:t>
            </a:fld>
            <a:endParaRPr lang="en-US"/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6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title" hasCustomPrompt="1"/>
          </p:nvPr>
        </p:nvSpPr>
        <p:spPr>
          <a:xfrm>
            <a:off x="548640" y="320040"/>
            <a:ext cx="11064240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algn="l" indent="0" marL="0">
              <a:buNone/>
            </a:pPr>
            <a:r>
              <a:rPr lang="ko-KR" altLang="en-US" sz="4000" b="1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초과·미만: 기준 수는 빠져요</a:t>
            </a:r>
            <a:endParaRPr lang="ko-KR" sz="4000" dirty="0"/>
          </a:p>
        </p:txBody>
      </p:sp>
      <p:sp>
        <p:nvSpPr>
          <p:cNvPr id="3" name="S06-text88"/>
          <p:cNvSpPr txBox="1"/>
          <p:nvPr/>
        </p:nvSpPr>
        <p:spPr>
          <a:xfrm>
            <a:off x="548640" y="1325880"/>
            <a:ext cx="11091672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algn="l" indent="0" marL="0">
              <a:buNone/>
            </a:pPr>
            <a:r>
              <a:rPr lang="ko-KR" altLang="en-US" sz="2800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5가 들어가지 않으면 빈 동그라미(○)로 그려요.</a:t>
            </a:r>
            <a:endParaRPr lang="ko-KR" sz="2800" dirty="0"/>
          </a:p>
        </p:txBody>
      </p:sp>
      <p:sp>
        <p:nvSpPr>
          <p:cNvPr id="4" name="S06-card89"/>
          <p:cNvSpPr/>
          <p:nvPr/>
        </p:nvSpPr>
        <p:spPr>
          <a:xfrm>
            <a:off x="548640" y="5037836"/>
            <a:ext cx="11091672" cy="1180084"/>
          </a:xfrm>
          <a:prstGeom prst="roundRect">
            <a:avLst>
              <a:gd name="adj" fmla="val 9298"/>
            </a:avLst>
          </a:prstGeom>
          <a:solidFill>
            <a:srgbClr val="FDEBDD"/>
          </a:solidFill>
          <a:ln w="12700">
            <a:solidFill>
              <a:srgbClr val="FDEBDD"/>
            </a:solidFill>
            <a:prstDash val="solid"/>
          </a:ln>
        </p:spPr>
      </p:sp>
      <p:sp>
        <p:nvSpPr>
          <p:cNvPr id="5" name="S06-cardtext90"/>
          <p:cNvSpPr txBox="1"/>
          <p:nvPr/>
        </p:nvSpPr>
        <p:spPr>
          <a:xfrm>
            <a:off x="822960" y="5174996"/>
            <a:ext cx="10543032" cy="90576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indent="0" marL="0">
              <a:spcAft>
                <a:spcPts val="600"/>
              </a:spcAft>
              <a:buNone/>
            </a:pPr>
            <a:r>
              <a:rPr lang="ko-KR" altLang="en-US" sz="2800" b="1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초과·미만에는 기준 수가 들어가지 않아요</a:t>
            </a:r>
            <a:endParaRPr lang="ko-KR" sz="2800" dirty="0"/>
          </a:p>
          <a:p>
            <a:pPr eaLnBrk="0" indent="0" marL="0">
              <a:spcAft>
                <a:spcPts val="600"/>
              </a:spcAft>
              <a:buNone/>
            </a:pPr>
            <a:r>
              <a:rPr lang="ko-KR" altLang="en-US" sz="2200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5 초과에도, 5 미만에도 5는 없어요.</a:t>
            </a:r>
            <a:endParaRPr lang="ko-KR" sz="2800" dirty="0"/>
          </a:p>
        </p:txBody>
      </p:sp>
      <p:sp>
        <p:nvSpPr>
          <p:cNvPr id="6" name="S06-figure91" descr="0부터 10까지 수직선: 5에 빈 동그라미(○), 5부터 오른쪽으로 굵은 선"/>
          <p:cNvSpPr/>
          <p:nvPr/>
        </p:nvSpPr>
        <p:spPr>
          <a:xfrm>
            <a:off x="3127114" y="2963286"/>
            <a:ext cx="228867" cy="228867"/>
          </a:xfrm>
          <a:prstGeom prst="ellipse">
            <a:avLst/>
          </a:prstGeom>
          <a:solidFill>
            <a:srgbClr val="FFFFFF"/>
          </a:solidFill>
          <a:ln w="34925">
            <a:solidFill>
              <a:srgbClr val="E9762B"/>
            </a:solidFill>
            <a:prstDash val="solid"/>
          </a:ln>
        </p:spPr>
      </p:sp>
      <p:sp>
        <p:nvSpPr>
          <p:cNvPr id="7" name="S06-mark92"/>
          <p:cNvSpPr/>
          <p:nvPr/>
        </p:nvSpPr>
        <p:spPr>
          <a:xfrm>
            <a:off x="632460" y="3077719"/>
            <a:ext cx="2494654" cy="0"/>
          </a:xfrm>
          <a:prstGeom prst="line">
            <a:avLst/>
          </a:prstGeom>
          <a:noFill/>
          <a:ln w="28575">
            <a:solidFill>
              <a:srgbClr val="1F2937"/>
            </a:solidFill>
            <a:prstDash val="solid"/>
            <a:headEnd type="triangle"/>
          </a:ln>
        </p:spPr>
      </p:sp>
      <p:sp>
        <p:nvSpPr>
          <p:cNvPr id="8" name="S06-mark93"/>
          <p:cNvSpPr/>
          <p:nvPr/>
        </p:nvSpPr>
        <p:spPr>
          <a:xfrm>
            <a:off x="3355982" y="3077719"/>
            <a:ext cx="2494654" cy="0"/>
          </a:xfrm>
          <a:prstGeom prst="line">
            <a:avLst/>
          </a:prstGeom>
          <a:noFill/>
          <a:ln w="28575">
            <a:solidFill>
              <a:srgbClr val="1F2937"/>
            </a:solidFill>
            <a:prstDash val="solid"/>
            <a:tailEnd type="triangle"/>
          </a:ln>
        </p:spPr>
      </p:sp>
      <p:sp>
        <p:nvSpPr>
          <p:cNvPr id="9" name="S06-mark94"/>
          <p:cNvSpPr/>
          <p:nvPr/>
        </p:nvSpPr>
        <p:spPr>
          <a:xfrm>
            <a:off x="952874" y="3004482"/>
            <a:ext cx="0" cy="146475"/>
          </a:xfrm>
          <a:prstGeom prst="line">
            <a:avLst/>
          </a:prstGeom>
          <a:noFill/>
          <a:ln w="22225">
            <a:solidFill>
              <a:srgbClr val="1F2937"/>
            </a:solidFill>
            <a:prstDash val="solid"/>
          </a:ln>
        </p:spPr>
      </p:sp>
      <p:sp>
        <p:nvSpPr>
          <p:cNvPr id="10" name="S06-mark95"/>
          <p:cNvSpPr/>
          <p:nvPr/>
        </p:nvSpPr>
        <p:spPr>
          <a:xfrm>
            <a:off x="1410609" y="3004482"/>
            <a:ext cx="0" cy="146475"/>
          </a:xfrm>
          <a:prstGeom prst="line">
            <a:avLst/>
          </a:prstGeom>
          <a:noFill/>
          <a:ln w="22225">
            <a:solidFill>
              <a:srgbClr val="1F2937"/>
            </a:solidFill>
            <a:prstDash val="solid"/>
          </a:ln>
        </p:spPr>
      </p:sp>
      <p:sp>
        <p:nvSpPr>
          <p:cNvPr id="11" name="S06-mark96"/>
          <p:cNvSpPr/>
          <p:nvPr/>
        </p:nvSpPr>
        <p:spPr>
          <a:xfrm>
            <a:off x="1868344" y="3004482"/>
            <a:ext cx="0" cy="146475"/>
          </a:xfrm>
          <a:prstGeom prst="line">
            <a:avLst/>
          </a:prstGeom>
          <a:noFill/>
          <a:ln w="22225">
            <a:solidFill>
              <a:srgbClr val="1F2937"/>
            </a:solidFill>
            <a:prstDash val="solid"/>
          </a:ln>
        </p:spPr>
      </p:sp>
      <p:sp>
        <p:nvSpPr>
          <p:cNvPr id="12" name="S06-mark97"/>
          <p:cNvSpPr/>
          <p:nvPr/>
        </p:nvSpPr>
        <p:spPr>
          <a:xfrm>
            <a:off x="2326079" y="3004482"/>
            <a:ext cx="0" cy="146475"/>
          </a:xfrm>
          <a:prstGeom prst="line">
            <a:avLst/>
          </a:prstGeom>
          <a:noFill/>
          <a:ln w="22225">
            <a:solidFill>
              <a:srgbClr val="1F2937"/>
            </a:solidFill>
            <a:prstDash val="solid"/>
          </a:ln>
        </p:spPr>
      </p:sp>
      <p:sp>
        <p:nvSpPr>
          <p:cNvPr id="13" name="S06-mark98"/>
          <p:cNvSpPr/>
          <p:nvPr/>
        </p:nvSpPr>
        <p:spPr>
          <a:xfrm>
            <a:off x="2783813" y="3004482"/>
            <a:ext cx="0" cy="146475"/>
          </a:xfrm>
          <a:prstGeom prst="line">
            <a:avLst/>
          </a:prstGeom>
          <a:noFill/>
          <a:ln w="22225">
            <a:solidFill>
              <a:srgbClr val="1F2937"/>
            </a:solidFill>
            <a:prstDash val="solid"/>
          </a:ln>
        </p:spPr>
      </p:sp>
      <p:sp>
        <p:nvSpPr>
          <p:cNvPr id="14" name="S06-mark99"/>
          <p:cNvSpPr/>
          <p:nvPr/>
        </p:nvSpPr>
        <p:spPr>
          <a:xfrm>
            <a:off x="3699283" y="3004482"/>
            <a:ext cx="0" cy="146475"/>
          </a:xfrm>
          <a:prstGeom prst="line">
            <a:avLst/>
          </a:prstGeom>
          <a:noFill/>
          <a:ln w="22225">
            <a:solidFill>
              <a:srgbClr val="1F2937"/>
            </a:solidFill>
            <a:prstDash val="solid"/>
          </a:ln>
        </p:spPr>
      </p:sp>
      <p:sp>
        <p:nvSpPr>
          <p:cNvPr id="15" name="S06-mark100"/>
          <p:cNvSpPr/>
          <p:nvPr/>
        </p:nvSpPr>
        <p:spPr>
          <a:xfrm>
            <a:off x="4157017" y="3004482"/>
            <a:ext cx="0" cy="146475"/>
          </a:xfrm>
          <a:prstGeom prst="line">
            <a:avLst/>
          </a:prstGeom>
          <a:noFill/>
          <a:ln w="22225">
            <a:solidFill>
              <a:srgbClr val="1F2937"/>
            </a:solidFill>
            <a:prstDash val="solid"/>
          </a:ln>
        </p:spPr>
      </p:sp>
      <p:sp>
        <p:nvSpPr>
          <p:cNvPr id="16" name="S06-mark101"/>
          <p:cNvSpPr/>
          <p:nvPr/>
        </p:nvSpPr>
        <p:spPr>
          <a:xfrm>
            <a:off x="4614752" y="3004482"/>
            <a:ext cx="0" cy="146475"/>
          </a:xfrm>
          <a:prstGeom prst="line">
            <a:avLst/>
          </a:prstGeom>
          <a:noFill/>
          <a:ln w="22225">
            <a:solidFill>
              <a:srgbClr val="1F2937"/>
            </a:solidFill>
            <a:prstDash val="solid"/>
          </a:ln>
        </p:spPr>
      </p:sp>
      <p:sp>
        <p:nvSpPr>
          <p:cNvPr id="17" name="S06-mark102"/>
          <p:cNvSpPr/>
          <p:nvPr/>
        </p:nvSpPr>
        <p:spPr>
          <a:xfrm>
            <a:off x="5072487" y="3004482"/>
            <a:ext cx="0" cy="146475"/>
          </a:xfrm>
          <a:prstGeom prst="line">
            <a:avLst/>
          </a:prstGeom>
          <a:noFill/>
          <a:ln w="22225">
            <a:solidFill>
              <a:srgbClr val="1F2937"/>
            </a:solidFill>
            <a:prstDash val="solid"/>
          </a:ln>
        </p:spPr>
      </p:sp>
      <p:sp>
        <p:nvSpPr>
          <p:cNvPr id="18" name="S06-mark103"/>
          <p:cNvSpPr/>
          <p:nvPr/>
        </p:nvSpPr>
        <p:spPr>
          <a:xfrm>
            <a:off x="5530222" y="3004482"/>
            <a:ext cx="0" cy="146475"/>
          </a:xfrm>
          <a:prstGeom prst="line">
            <a:avLst/>
          </a:prstGeom>
          <a:noFill/>
          <a:ln w="22225">
            <a:solidFill>
              <a:srgbClr val="1F2937"/>
            </a:solidFill>
            <a:prstDash val="solid"/>
          </a:ln>
        </p:spPr>
      </p:sp>
      <p:sp>
        <p:nvSpPr>
          <p:cNvPr id="19" name="S06-mark104"/>
          <p:cNvSpPr/>
          <p:nvPr/>
        </p:nvSpPr>
        <p:spPr>
          <a:xfrm>
            <a:off x="3355982" y="3077719"/>
            <a:ext cx="2425994" cy="0"/>
          </a:xfrm>
          <a:prstGeom prst="line">
            <a:avLst/>
          </a:prstGeom>
          <a:noFill/>
          <a:ln w="88900">
            <a:solidFill>
              <a:srgbClr val="E9762B"/>
            </a:solidFill>
            <a:prstDash val="solid"/>
          </a:ln>
        </p:spPr>
      </p:sp>
      <p:sp>
        <p:nvSpPr>
          <p:cNvPr id="20" name="S06-label106"/>
          <p:cNvSpPr txBox="1"/>
          <p:nvPr/>
        </p:nvSpPr>
        <p:spPr>
          <a:xfrm>
            <a:off x="805808" y="3232663"/>
            <a:ext cx="294132" cy="34925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algn="ctr" indent="0" marL="0">
              <a:buNone/>
            </a:pPr>
            <a:r>
              <a:rPr lang="ko-KR" altLang="en-US" sz="2200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0</a:t>
            </a:r>
            <a:endParaRPr lang="ko-KR" sz="2200" dirty="0"/>
          </a:p>
        </p:txBody>
      </p:sp>
      <p:sp>
        <p:nvSpPr>
          <p:cNvPr id="21" name="S06-label108"/>
          <p:cNvSpPr txBox="1"/>
          <p:nvPr/>
        </p:nvSpPr>
        <p:spPr>
          <a:xfrm>
            <a:off x="3094482" y="3232663"/>
            <a:ext cx="294132" cy="34925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algn="ctr" indent="0" marL="0">
              <a:buNone/>
            </a:pPr>
            <a:r>
              <a:rPr lang="ko-KR" altLang="en-US" sz="2200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5</a:t>
            </a:r>
            <a:endParaRPr lang="ko-KR" sz="2200" dirty="0"/>
          </a:p>
        </p:txBody>
      </p:sp>
      <p:sp>
        <p:nvSpPr>
          <p:cNvPr id="22" name="S06-label110"/>
          <p:cNvSpPr txBox="1"/>
          <p:nvPr/>
        </p:nvSpPr>
        <p:spPr>
          <a:xfrm>
            <a:off x="5290954" y="3232663"/>
            <a:ext cx="478536" cy="34925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algn="ctr" indent="0" marL="0">
              <a:buNone/>
            </a:pPr>
            <a:r>
              <a:rPr lang="ko-KR" altLang="en-US" sz="2200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10</a:t>
            </a:r>
            <a:endParaRPr lang="ko-KR" sz="2200" dirty="0"/>
          </a:p>
        </p:txBody>
      </p:sp>
      <p:sp>
        <p:nvSpPr>
          <p:cNvPr id="23" name="S06-label111"/>
          <p:cNvSpPr txBox="1"/>
          <p:nvPr/>
        </p:nvSpPr>
        <p:spPr>
          <a:xfrm>
            <a:off x="548640" y="4432046"/>
            <a:ext cx="5385816" cy="37719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algn="ctr" indent="0" marL="0">
              <a:buNone/>
            </a:pPr>
            <a:r>
              <a:rPr lang="ko-KR" altLang="en-US" sz="2200" b="1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5 초과: 5보다 큰 수</a:t>
            </a:r>
            <a:endParaRPr lang="ko-KR" sz="2200" dirty="0"/>
          </a:p>
        </p:txBody>
      </p:sp>
      <p:sp>
        <p:nvSpPr>
          <p:cNvPr id="24" name="S06-figure112" descr="0부터 10까지 수직선: 5에 빈 동그라미(○), 5부터 왼쪽으로 굵은 선"/>
          <p:cNvSpPr/>
          <p:nvPr/>
        </p:nvSpPr>
        <p:spPr>
          <a:xfrm>
            <a:off x="8832970" y="2963286"/>
            <a:ext cx="228867" cy="228867"/>
          </a:xfrm>
          <a:prstGeom prst="ellipse">
            <a:avLst/>
          </a:prstGeom>
          <a:solidFill>
            <a:srgbClr val="FFFFFF"/>
          </a:solidFill>
          <a:ln w="34925">
            <a:solidFill>
              <a:srgbClr val="E9762B"/>
            </a:solidFill>
            <a:prstDash val="solid"/>
          </a:ln>
        </p:spPr>
      </p:sp>
      <p:sp>
        <p:nvSpPr>
          <p:cNvPr id="25" name="S06-mark113"/>
          <p:cNvSpPr/>
          <p:nvPr/>
        </p:nvSpPr>
        <p:spPr>
          <a:xfrm>
            <a:off x="6338316" y="3077719"/>
            <a:ext cx="2494654" cy="0"/>
          </a:xfrm>
          <a:prstGeom prst="line">
            <a:avLst/>
          </a:prstGeom>
          <a:noFill/>
          <a:ln w="28575">
            <a:solidFill>
              <a:srgbClr val="1F2937"/>
            </a:solidFill>
            <a:prstDash val="solid"/>
            <a:headEnd type="triangle"/>
          </a:ln>
        </p:spPr>
      </p:sp>
      <p:sp>
        <p:nvSpPr>
          <p:cNvPr id="26" name="S06-mark114"/>
          <p:cNvSpPr/>
          <p:nvPr/>
        </p:nvSpPr>
        <p:spPr>
          <a:xfrm>
            <a:off x="9061838" y="3077719"/>
            <a:ext cx="2494654" cy="0"/>
          </a:xfrm>
          <a:prstGeom prst="line">
            <a:avLst/>
          </a:prstGeom>
          <a:noFill/>
          <a:ln w="28575">
            <a:solidFill>
              <a:srgbClr val="1F2937"/>
            </a:solidFill>
            <a:prstDash val="solid"/>
            <a:tailEnd type="triangle"/>
          </a:ln>
        </p:spPr>
      </p:sp>
      <p:sp>
        <p:nvSpPr>
          <p:cNvPr id="27" name="S06-mark115"/>
          <p:cNvSpPr/>
          <p:nvPr/>
        </p:nvSpPr>
        <p:spPr>
          <a:xfrm>
            <a:off x="6658730" y="3004482"/>
            <a:ext cx="0" cy="146475"/>
          </a:xfrm>
          <a:prstGeom prst="line">
            <a:avLst/>
          </a:prstGeom>
          <a:noFill/>
          <a:ln w="22225">
            <a:solidFill>
              <a:srgbClr val="1F2937"/>
            </a:solidFill>
            <a:prstDash val="solid"/>
          </a:ln>
        </p:spPr>
      </p:sp>
      <p:sp>
        <p:nvSpPr>
          <p:cNvPr id="28" name="S06-mark116"/>
          <p:cNvSpPr/>
          <p:nvPr/>
        </p:nvSpPr>
        <p:spPr>
          <a:xfrm>
            <a:off x="7116465" y="3004482"/>
            <a:ext cx="0" cy="146475"/>
          </a:xfrm>
          <a:prstGeom prst="line">
            <a:avLst/>
          </a:prstGeom>
          <a:noFill/>
          <a:ln w="22225">
            <a:solidFill>
              <a:srgbClr val="1F2937"/>
            </a:solidFill>
            <a:prstDash val="solid"/>
          </a:ln>
        </p:spPr>
      </p:sp>
      <p:sp>
        <p:nvSpPr>
          <p:cNvPr id="29" name="S06-mark117"/>
          <p:cNvSpPr/>
          <p:nvPr/>
        </p:nvSpPr>
        <p:spPr>
          <a:xfrm>
            <a:off x="7574200" y="3004482"/>
            <a:ext cx="0" cy="146475"/>
          </a:xfrm>
          <a:prstGeom prst="line">
            <a:avLst/>
          </a:prstGeom>
          <a:noFill/>
          <a:ln w="22225">
            <a:solidFill>
              <a:srgbClr val="1F2937"/>
            </a:solidFill>
            <a:prstDash val="solid"/>
          </a:ln>
        </p:spPr>
      </p:sp>
      <p:sp>
        <p:nvSpPr>
          <p:cNvPr id="30" name="S06-mark118"/>
          <p:cNvSpPr/>
          <p:nvPr/>
        </p:nvSpPr>
        <p:spPr>
          <a:xfrm>
            <a:off x="8031935" y="3004482"/>
            <a:ext cx="0" cy="146475"/>
          </a:xfrm>
          <a:prstGeom prst="line">
            <a:avLst/>
          </a:prstGeom>
          <a:noFill/>
          <a:ln w="22225">
            <a:solidFill>
              <a:srgbClr val="1F2937"/>
            </a:solidFill>
            <a:prstDash val="solid"/>
          </a:ln>
        </p:spPr>
      </p:sp>
      <p:sp>
        <p:nvSpPr>
          <p:cNvPr id="31" name="S06-mark119"/>
          <p:cNvSpPr/>
          <p:nvPr/>
        </p:nvSpPr>
        <p:spPr>
          <a:xfrm>
            <a:off x="8489669" y="3004482"/>
            <a:ext cx="0" cy="146475"/>
          </a:xfrm>
          <a:prstGeom prst="line">
            <a:avLst/>
          </a:prstGeom>
          <a:noFill/>
          <a:ln w="22225">
            <a:solidFill>
              <a:srgbClr val="1F2937"/>
            </a:solidFill>
            <a:prstDash val="solid"/>
          </a:ln>
        </p:spPr>
      </p:sp>
      <p:sp>
        <p:nvSpPr>
          <p:cNvPr id="32" name="S06-mark120"/>
          <p:cNvSpPr/>
          <p:nvPr/>
        </p:nvSpPr>
        <p:spPr>
          <a:xfrm>
            <a:off x="9405139" y="3004482"/>
            <a:ext cx="0" cy="146475"/>
          </a:xfrm>
          <a:prstGeom prst="line">
            <a:avLst/>
          </a:prstGeom>
          <a:noFill/>
          <a:ln w="22225">
            <a:solidFill>
              <a:srgbClr val="1F2937"/>
            </a:solidFill>
            <a:prstDash val="solid"/>
          </a:ln>
        </p:spPr>
      </p:sp>
      <p:sp>
        <p:nvSpPr>
          <p:cNvPr id="33" name="S06-mark121"/>
          <p:cNvSpPr/>
          <p:nvPr/>
        </p:nvSpPr>
        <p:spPr>
          <a:xfrm>
            <a:off x="9862873" y="3004482"/>
            <a:ext cx="0" cy="146475"/>
          </a:xfrm>
          <a:prstGeom prst="line">
            <a:avLst/>
          </a:prstGeom>
          <a:noFill/>
          <a:ln w="22225">
            <a:solidFill>
              <a:srgbClr val="1F2937"/>
            </a:solidFill>
            <a:prstDash val="solid"/>
          </a:ln>
        </p:spPr>
      </p:sp>
      <p:sp>
        <p:nvSpPr>
          <p:cNvPr id="34" name="S06-mark122"/>
          <p:cNvSpPr/>
          <p:nvPr/>
        </p:nvSpPr>
        <p:spPr>
          <a:xfrm>
            <a:off x="10320608" y="3004482"/>
            <a:ext cx="0" cy="146475"/>
          </a:xfrm>
          <a:prstGeom prst="line">
            <a:avLst/>
          </a:prstGeom>
          <a:noFill/>
          <a:ln w="22225">
            <a:solidFill>
              <a:srgbClr val="1F2937"/>
            </a:solidFill>
            <a:prstDash val="solid"/>
          </a:ln>
        </p:spPr>
      </p:sp>
      <p:sp>
        <p:nvSpPr>
          <p:cNvPr id="35" name="S06-mark123"/>
          <p:cNvSpPr/>
          <p:nvPr/>
        </p:nvSpPr>
        <p:spPr>
          <a:xfrm>
            <a:off x="10778343" y="3004482"/>
            <a:ext cx="0" cy="146475"/>
          </a:xfrm>
          <a:prstGeom prst="line">
            <a:avLst/>
          </a:prstGeom>
          <a:noFill/>
          <a:ln w="22225">
            <a:solidFill>
              <a:srgbClr val="1F2937"/>
            </a:solidFill>
            <a:prstDash val="solid"/>
          </a:ln>
        </p:spPr>
      </p:sp>
      <p:sp>
        <p:nvSpPr>
          <p:cNvPr id="36" name="S06-mark124"/>
          <p:cNvSpPr/>
          <p:nvPr/>
        </p:nvSpPr>
        <p:spPr>
          <a:xfrm>
            <a:off x="11236078" y="3004482"/>
            <a:ext cx="0" cy="146475"/>
          </a:xfrm>
          <a:prstGeom prst="line">
            <a:avLst/>
          </a:prstGeom>
          <a:noFill/>
          <a:ln w="22225">
            <a:solidFill>
              <a:srgbClr val="1F2937"/>
            </a:solidFill>
            <a:prstDash val="solid"/>
          </a:ln>
        </p:spPr>
      </p:sp>
      <p:sp>
        <p:nvSpPr>
          <p:cNvPr id="37" name="S06-mark125"/>
          <p:cNvSpPr/>
          <p:nvPr/>
        </p:nvSpPr>
        <p:spPr>
          <a:xfrm>
            <a:off x="6406976" y="3077719"/>
            <a:ext cx="2425994" cy="0"/>
          </a:xfrm>
          <a:prstGeom prst="line">
            <a:avLst/>
          </a:prstGeom>
          <a:noFill/>
          <a:ln w="88900">
            <a:solidFill>
              <a:srgbClr val="E9762B"/>
            </a:solidFill>
            <a:prstDash val="solid"/>
          </a:ln>
        </p:spPr>
      </p:sp>
      <p:sp>
        <p:nvSpPr>
          <p:cNvPr id="38" name="S06-label127"/>
          <p:cNvSpPr txBox="1"/>
          <p:nvPr/>
        </p:nvSpPr>
        <p:spPr>
          <a:xfrm>
            <a:off x="6511664" y="3232663"/>
            <a:ext cx="294132" cy="34925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algn="ctr" indent="0" marL="0">
              <a:buNone/>
            </a:pPr>
            <a:r>
              <a:rPr lang="ko-KR" altLang="en-US" sz="2200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0</a:t>
            </a:r>
            <a:endParaRPr lang="ko-KR" sz="2200" dirty="0"/>
          </a:p>
        </p:txBody>
      </p:sp>
      <p:sp>
        <p:nvSpPr>
          <p:cNvPr id="39" name="S06-label129"/>
          <p:cNvSpPr txBox="1"/>
          <p:nvPr/>
        </p:nvSpPr>
        <p:spPr>
          <a:xfrm>
            <a:off x="8800338" y="3232663"/>
            <a:ext cx="294132" cy="34925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algn="ctr" indent="0" marL="0">
              <a:buNone/>
            </a:pPr>
            <a:r>
              <a:rPr lang="ko-KR" altLang="en-US" sz="2200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5</a:t>
            </a:r>
            <a:endParaRPr lang="ko-KR" sz="2200" dirty="0"/>
          </a:p>
        </p:txBody>
      </p:sp>
      <p:sp>
        <p:nvSpPr>
          <p:cNvPr id="40" name="S06-label131"/>
          <p:cNvSpPr txBox="1"/>
          <p:nvPr/>
        </p:nvSpPr>
        <p:spPr>
          <a:xfrm>
            <a:off x="10996810" y="3232663"/>
            <a:ext cx="478536" cy="34925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algn="ctr" indent="0" marL="0">
              <a:buNone/>
            </a:pPr>
            <a:r>
              <a:rPr lang="ko-KR" altLang="en-US" sz="2200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10</a:t>
            </a:r>
            <a:endParaRPr lang="ko-KR" sz="2200" dirty="0"/>
          </a:p>
        </p:txBody>
      </p:sp>
      <p:sp>
        <p:nvSpPr>
          <p:cNvPr id="41" name="S06-label132"/>
          <p:cNvSpPr txBox="1"/>
          <p:nvPr/>
        </p:nvSpPr>
        <p:spPr>
          <a:xfrm>
            <a:off x="6254496" y="4432046"/>
            <a:ext cx="5385816" cy="37719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algn="ctr" indent="0" marL="0">
              <a:buNone/>
            </a:pPr>
            <a:r>
              <a:rPr lang="ko-KR" altLang="en-US" sz="2200" b="1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5 미만: 5보다 작은 수</a:t>
            </a:r>
            <a:endParaRPr lang="ko-KR" sz="22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0881360" y="6382512"/>
            <a:ext cx="731520" cy="32004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200">
                <a:solidFill>
                  <a:srgbClr val="4B5563"/>
                </a:solidFill>
                <a:latin typeface="맑은 고딕"/>
                <a:ea typeface="맑은 고딕"/>
                <a:cs typeface="맑은 고딕"/>
              </a:defRPr>
            </a:lvl1pPr>
          </a:lstStyle>
          <a:p>
            <a:pPr eaLnBrk="0" algn="r"/>
            <a:fld id="{F7021451-1387-4CA6-816F-3879F97B5CBC}" type="slidenum">
              <a:rPr b="0" lang="en-US"/>
              <a:t>6</a:t>
            </a:fld>
            <a:endParaRPr lang="en-US"/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7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title" hasCustomPrompt="1"/>
          </p:nvPr>
        </p:nvSpPr>
        <p:spPr>
          <a:xfrm>
            <a:off x="548640" y="320040"/>
            <a:ext cx="11064240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algn="l" indent="0" marL="0">
              <a:buNone/>
            </a:pPr>
            <a:r>
              <a:rPr lang="ko-KR" altLang="en-US" sz="4000" b="1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네 가지 말 정리하기</a:t>
            </a:r>
            <a:endParaRPr lang="ko-KR" sz="4000" dirty="0"/>
          </a:p>
        </p:txBody>
      </p:sp>
      <p:sp>
        <p:nvSpPr>
          <p:cNvPr id="3" name="S07-text133"/>
          <p:cNvSpPr txBox="1"/>
          <p:nvPr/>
        </p:nvSpPr>
        <p:spPr>
          <a:xfrm>
            <a:off x="548640" y="1325880"/>
            <a:ext cx="11091672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algn="l" indent="0" marL="0">
              <a:buNone/>
            </a:pPr>
            <a:r>
              <a:rPr lang="ko-KR" altLang="en-US" sz="2800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기준 수가 들어가는지, 어느 쪽인지 봐요.</a:t>
            </a:r>
            <a:endParaRPr lang="ko-KR" sz="2800" dirty="0"/>
          </a:p>
        </p:txBody>
      </p:sp>
      <p:sp>
        <p:nvSpPr>
          <p:cNvPr id="4" name="S07-card134"/>
          <p:cNvSpPr/>
          <p:nvPr/>
        </p:nvSpPr>
        <p:spPr>
          <a:xfrm>
            <a:off x="548640" y="5037836"/>
            <a:ext cx="11091672" cy="1180084"/>
          </a:xfrm>
          <a:prstGeom prst="roundRect">
            <a:avLst>
              <a:gd name="adj" fmla="val 9298"/>
            </a:avLst>
          </a:prstGeom>
          <a:solidFill>
            <a:srgbClr val="FDEBDD"/>
          </a:solidFill>
          <a:ln w="12700">
            <a:solidFill>
              <a:srgbClr val="FDEBDD"/>
            </a:solidFill>
            <a:prstDash val="solid"/>
          </a:ln>
        </p:spPr>
      </p:sp>
      <p:sp>
        <p:nvSpPr>
          <p:cNvPr id="5" name="S07-cardtext135"/>
          <p:cNvSpPr txBox="1"/>
          <p:nvPr/>
        </p:nvSpPr>
        <p:spPr>
          <a:xfrm>
            <a:off x="822960" y="5174996"/>
            <a:ext cx="10543032" cy="90576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indent="0" marL="0">
              <a:spcAft>
                <a:spcPts val="600"/>
              </a:spcAft>
              <a:buNone/>
            </a:pPr>
            <a:r>
              <a:rPr lang="ko-KR" altLang="en-US" sz="2800" b="1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이상·이하는 ●, 초과·미만은 ○</a:t>
            </a:r>
            <a:endParaRPr lang="ko-KR" sz="2800" dirty="0"/>
          </a:p>
          <a:p>
            <a:pPr eaLnBrk="0" indent="0" marL="0">
              <a:spcAft>
                <a:spcPts val="600"/>
              </a:spcAft>
              <a:buNone/>
            </a:pPr>
            <a:r>
              <a:rPr lang="ko-KR" altLang="en-US" sz="2200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이상·초과는 오른쪽, 이하·미만은 왼쪽으로 칠해요.</a:t>
            </a:r>
            <a:endParaRPr lang="ko-KR" sz="2800" dirty="0"/>
          </a:p>
        </p:txBody>
      </p:sp>
      <p:graphicFrame>
        <p:nvGraphicFramePr>
          <p:cNvPr id="8" name="S07-table136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1705356" y="2583688"/>
          <a:ext cx="8778240" cy="914400"/>
        </p:xfrm>
        <a:graphic>
          <a:graphicData uri="http://schemas.openxmlformats.org/drawingml/2006/table">
            <a:tbl>
              <a:tblPr/>
              <a:tblGrid>
                <a:gridCol w="2106778"/>
                <a:gridCol w="3335731"/>
                <a:gridCol w="3335731"/>
              </a:tblGrid>
              <a:tr h="551180">
                <a:tc>
                  <a:txBody>
                    <a:bodyPr/>
                    <a:lstStyle/>
                    <a:p>
                      <a:pPr eaLnBrk="0" algn="ctr" indent="0" marL="0">
                        <a:buNone/>
                      </a:pPr>
                      <a:endParaRPr lang="en-US" sz="280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38100" marR="38100" marT="38100" marB="38100" anchor="ctr">
                    <a:lnL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AF3F1"/>
                    </a:solidFill>
                  </a:tcPr>
                </a:tc>
                <a:tc>
                  <a:txBody>
                    <a:bodyPr/>
                    <a:lstStyle/>
                    <a:p>
                      <a:pPr eaLnBrk="0" algn="ctr" indent="0" marL="0">
                        <a:buNone/>
                      </a:pPr>
                      <a:r>
                        <a:rPr lang="en-US" sz="2800" b="1" dirty="0">
                          <a:solidFill>
                            <a:srgbClr val="1F2937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● 기준 수 넣기</a:t>
                      </a:r>
                      <a:endParaRPr lang="en-US" sz="280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38100" marR="38100" marT="38100" marB="38100" anchor="ctr">
                    <a:lnL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AF3F1"/>
                    </a:solidFill>
                  </a:tcPr>
                </a:tc>
                <a:tc>
                  <a:txBody>
                    <a:bodyPr/>
                    <a:lstStyle/>
                    <a:p>
                      <a:pPr eaLnBrk="0" algn="ctr" indent="0" marL="0">
                        <a:buNone/>
                      </a:pPr>
                      <a:r>
                        <a:rPr lang="en-US" sz="2800" b="1" dirty="0">
                          <a:solidFill>
                            <a:srgbClr val="1F2937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○ 기준 수 빼기</a:t>
                      </a:r>
                      <a:endParaRPr lang="en-US" sz="280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38100" marR="38100" marT="38100" marB="38100" anchor="ctr">
                    <a:lnL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AF3F1"/>
                    </a:solidFill>
                  </a:tcPr>
                </a:tc>
              </a:tr>
              <a:tr h="551180">
                <a:tc>
                  <a:txBody>
                    <a:bodyPr/>
                    <a:lstStyle/>
                    <a:p>
                      <a:pPr eaLnBrk="0" algn="ctr" indent="0" marL="0">
                        <a:buNone/>
                      </a:pPr>
                      <a:r>
                        <a:rPr lang="en-US" sz="2800" b="1" dirty="0">
                          <a:solidFill>
                            <a:srgbClr val="1F2937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큰 쪽</a:t>
                      </a:r>
                      <a:endParaRPr lang="en-US" sz="280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38100" marR="38100" marT="38100" marB="38100" anchor="ctr">
                    <a:lnL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AF3F1"/>
                    </a:solidFill>
                  </a:tcPr>
                </a:tc>
                <a:tc>
                  <a:txBody>
                    <a:bodyPr/>
                    <a:lstStyle/>
                    <a:p>
                      <a:pPr eaLnBrk="0" algn="ctr" indent="0" marL="0">
                        <a:buNone/>
                      </a:pPr>
                      <a:r>
                        <a:rPr lang="en-US" sz="2800" dirty="0">
                          <a:solidFill>
                            <a:srgbClr val="1F2937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이상</a:t>
                      </a:r>
                      <a:endParaRPr lang="en-US" sz="280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38100" marR="38100" marT="38100" marB="38100" anchor="ctr">
                    <a:lnL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eaLnBrk="0" algn="ctr" indent="0" marL="0">
                        <a:buNone/>
                      </a:pPr>
                      <a:r>
                        <a:rPr lang="en-US" sz="2800" dirty="0">
                          <a:solidFill>
                            <a:srgbClr val="1F2937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초과</a:t>
                      </a:r>
                      <a:endParaRPr lang="en-US" sz="280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38100" marR="38100" marT="38100" marB="38100" anchor="ctr">
                    <a:lnL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551180">
                <a:tc>
                  <a:txBody>
                    <a:bodyPr/>
                    <a:lstStyle/>
                    <a:p>
                      <a:pPr eaLnBrk="0" algn="ctr" indent="0" marL="0">
                        <a:buNone/>
                      </a:pPr>
                      <a:r>
                        <a:rPr lang="en-US" sz="2800" b="1" dirty="0">
                          <a:solidFill>
                            <a:srgbClr val="1F2937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작은 쪽</a:t>
                      </a:r>
                      <a:endParaRPr lang="en-US" sz="280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38100" marR="38100" marT="38100" marB="38100" anchor="ctr">
                    <a:lnL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AF3F1"/>
                    </a:solidFill>
                  </a:tcPr>
                </a:tc>
                <a:tc>
                  <a:txBody>
                    <a:bodyPr/>
                    <a:lstStyle/>
                    <a:p>
                      <a:pPr eaLnBrk="0" algn="ctr" indent="0" marL="0">
                        <a:buNone/>
                      </a:pPr>
                      <a:r>
                        <a:rPr lang="en-US" sz="2800" dirty="0">
                          <a:solidFill>
                            <a:srgbClr val="1F2937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이하</a:t>
                      </a:r>
                      <a:endParaRPr lang="en-US" sz="280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38100" marR="38100" marT="38100" marB="38100" anchor="ctr">
                    <a:lnL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eaLnBrk="0" algn="ctr" indent="0" marL="0">
                        <a:buNone/>
                      </a:pPr>
                      <a:r>
                        <a:rPr lang="en-US" sz="2800" dirty="0">
                          <a:solidFill>
                            <a:srgbClr val="1F2937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미만</a:t>
                      </a:r>
                      <a:endParaRPr lang="en-US" sz="280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38100" marR="38100" marT="38100" marB="38100" anchor="ctr">
                    <a:lnL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0881360" y="6382512"/>
            <a:ext cx="731520" cy="32004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200">
                <a:solidFill>
                  <a:srgbClr val="4B5563"/>
                </a:solidFill>
                <a:latin typeface="맑은 고딕"/>
                <a:ea typeface="맑은 고딕"/>
                <a:cs typeface="맑은 고딕"/>
              </a:defRPr>
            </a:lvl1pPr>
          </a:lstStyle>
          <a:p>
            <a:pPr eaLnBrk="0" algn="r"/>
            <a:fld id="{F7021451-1387-4CA6-816F-3879F97B5CBC}" type="slidenum">
              <a:rPr b="0" lang="en-US"/>
              <a:t>7</a:t>
            </a:fld>
            <a:endParaRPr lang="en-US"/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8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title" hasCustomPrompt="1"/>
          </p:nvPr>
        </p:nvSpPr>
        <p:spPr>
          <a:xfrm>
            <a:off x="548640" y="320040"/>
            <a:ext cx="11064240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algn="l" indent="0" marL="0">
              <a:buNone/>
            </a:pPr>
            <a:r>
              <a:rPr lang="ko-KR" altLang="en-US" sz="4000" b="1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두 조건을 함께 써요</a:t>
            </a:r>
            <a:endParaRPr lang="ko-KR" sz="4000" dirty="0"/>
          </a:p>
        </p:txBody>
      </p:sp>
      <p:sp>
        <p:nvSpPr>
          <p:cNvPr id="3" name="S08-card137"/>
          <p:cNvSpPr/>
          <p:nvPr/>
        </p:nvSpPr>
        <p:spPr>
          <a:xfrm>
            <a:off x="548640" y="5349240"/>
            <a:ext cx="11091672" cy="868680"/>
          </a:xfrm>
          <a:prstGeom prst="roundRect">
            <a:avLst>
              <a:gd name="adj" fmla="val 12632"/>
            </a:avLst>
          </a:prstGeom>
          <a:solidFill>
            <a:srgbClr val="FDEBDD"/>
          </a:solidFill>
          <a:ln w="12700">
            <a:solidFill>
              <a:srgbClr val="FDEBDD"/>
            </a:solidFill>
            <a:prstDash val="solid"/>
          </a:ln>
        </p:spPr>
      </p:sp>
      <p:sp>
        <p:nvSpPr>
          <p:cNvPr id="4" name="S08-cardtext138"/>
          <p:cNvSpPr txBox="1"/>
          <p:nvPr/>
        </p:nvSpPr>
        <p:spPr>
          <a:xfrm>
            <a:off x="822960" y="5486400"/>
            <a:ext cx="10543032" cy="594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indent="0" marL="0">
              <a:spcAft>
                <a:spcPts val="600"/>
              </a:spcAft>
              <a:buNone/>
            </a:pPr>
            <a:r>
              <a:rPr lang="ko-KR" altLang="en-US" sz="2800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130은 들어가고 140은 빠져요.</a:t>
            </a:r>
            <a:endParaRPr lang="ko-KR" sz="2800" dirty="0"/>
          </a:p>
        </p:txBody>
      </p:sp>
      <p:sp>
        <p:nvSpPr>
          <p:cNvPr id="5" name="S08-text139"/>
          <p:cNvSpPr txBox="1"/>
          <p:nvPr/>
        </p:nvSpPr>
        <p:spPr>
          <a:xfrm>
            <a:off x="548640" y="1325880"/>
            <a:ext cx="11091672" cy="11430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algn="l" indent="0" marL="0">
              <a:buNone/>
            </a:pPr>
            <a:r>
              <a:rPr lang="ko-KR" altLang="en-US" sz="2800" b="1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범퍼카 어린이 칸: 키 130 cm 이상 140 cm 미만</a:t>
            </a:r>
            <a:endParaRPr lang="ko-KR" sz="2800" dirty="0"/>
          </a:p>
        </p:txBody>
      </p:sp>
      <p:sp>
        <p:nvSpPr>
          <p:cNvPr id="6" name="S08-figure140" descr="128부터 142까지 수직선: 130에 ●, 140에 ○, 그 사이를 굵은 선으로 칠함"/>
          <p:cNvSpPr/>
          <p:nvPr/>
        </p:nvSpPr>
        <p:spPr>
          <a:xfrm>
            <a:off x="7239432" y="3554095"/>
            <a:ext cx="346354" cy="346354"/>
          </a:xfrm>
          <a:prstGeom prst="ellipse">
            <a:avLst/>
          </a:prstGeom>
          <a:solidFill>
            <a:srgbClr val="E9762B"/>
          </a:solidFill>
          <a:ln w="34925">
            <a:solidFill>
              <a:srgbClr val="E9762B"/>
            </a:solidFill>
            <a:prstDash val="solid"/>
          </a:ln>
        </p:spPr>
      </p:sp>
      <p:sp>
        <p:nvSpPr>
          <p:cNvPr id="7" name="S08-mark141"/>
          <p:cNvSpPr/>
          <p:nvPr/>
        </p:nvSpPr>
        <p:spPr>
          <a:xfrm>
            <a:off x="10331882" y="3554095"/>
            <a:ext cx="346354" cy="346354"/>
          </a:xfrm>
          <a:prstGeom prst="ellipse">
            <a:avLst/>
          </a:prstGeom>
          <a:solidFill>
            <a:srgbClr val="FFFFFF"/>
          </a:solidFill>
          <a:ln w="34925">
            <a:solidFill>
              <a:srgbClr val="E9762B"/>
            </a:solidFill>
            <a:prstDash val="solid"/>
          </a:ln>
        </p:spPr>
      </p:sp>
      <p:sp>
        <p:nvSpPr>
          <p:cNvPr id="8" name="S08-mark142"/>
          <p:cNvSpPr/>
          <p:nvPr/>
        </p:nvSpPr>
        <p:spPr>
          <a:xfrm>
            <a:off x="6361176" y="3727272"/>
            <a:ext cx="3970706" cy="0"/>
          </a:xfrm>
          <a:prstGeom prst="line">
            <a:avLst/>
          </a:prstGeom>
          <a:noFill/>
          <a:ln w="28575">
            <a:solidFill>
              <a:srgbClr val="1F2937"/>
            </a:solidFill>
            <a:prstDash val="solid"/>
            <a:headEnd type="triangle"/>
          </a:ln>
        </p:spPr>
      </p:sp>
      <p:sp>
        <p:nvSpPr>
          <p:cNvPr id="9" name="S08-mark143"/>
          <p:cNvSpPr/>
          <p:nvPr/>
        </p:nvSpPr>
        <p:spPr>
          <a:xfrm>
            <a:off x="10678236" y="3727272"/>
            <a:ext cx="878256" cy="0"/>
          </a:xfrm>
          <a:prstGeom prst="line">
            <a:avLst/>
          </a:prstGeom>
          <a:noFill/>
          <a:ln w="28575">
            <a:solidFill>
              <a:srgbClr val="1F2937"/>
            </a:solidFill>
            <a:prstDash val="solid"/>
            <a:tailEnd type="triangle"/>
          </a:ln>
        </p:spPr>
      </p:sp>
      <p:sp>
        <p:nvSpPr>
          <p:cNvPr id="10" name="S08-mark144"/>
          <p:cNvSpPr/>
          <p:nvPr/>
        </p:nvSpPr>
        <p:spPr>
          <a:xfrm>
            <a:off x="6794119" y="3628314"/>
            <a:ext cx="0" cy="197917"/>
          </a:xfrm>
          <a:prstGeom prst="line">
            <a:avLst/>
          </a:prstGeom>
          <a:noFill/>
          <a:ln w="22225">
            <a:solidFill>
              <a:srgbClr val="1F2937"/>
            </a:solidFill>
            <a:prstDash val="solid"/>
          </a:ln>
        </p:spPr>
      </p:sp>
      <p:sp>
        <p:nvSpPr>
          <p:cNvPr id="11" name="S08-mark145"/>
          <p:cNvSpPr/>
          <p:nvPr/>
        </p:nvSpPr>
        <p:spPr>
          <a:xfrm>
            <a:off x="8031099" y="3628314"/>
            <a:ext cx="0" cy="197917"/>
          </a:xfrm>
          <a:prstGeom prst="line">
            <a:avLst/>
          </a:prstGeom>
          <a:noFill/>
          <a:ln w="22225">
            <a:solidFill>
              <a:srgbClr val="1F2937"/>
            </a:solidFill>
            <a:prstDash val="solid"/>
          </a:ln>
        </p:spPr>
      </p:sp>
      <p:sp>
        <p:nvSpPr>
          <p:cNvPr id="12" name="S08-mark146"/>
          <p:cNvSpPr/>
          <p:nvPr/>
        </p:nvSpPr>
        <p:spPr>
          <a:xfrm>
            <a:off x="8649589" y="3628314"/>
            <a:ext cx="0" cy="197917"/>
          </a:xfrm>
          <a:prstGeom prst="line">
            <a:avLst/>
          </a:prstGeom>
          <a:noFill/>
          <a:ln w="22225">
            <a:solidFill>
              <a:srgbClr val="1F2937"/>
            </a:solidFill>
            <a:prstDash val="solid"/>
          </a:ln>
        </p:spPr>
      </p:sp>
      <p:sp>
        <p:nvSpPr>
          <p:cNvPr id="13" name="S08-mark147"/>
          <p:cNvSpPr/>
          <p:nvPr/>
        </p:nvSpPr>
        <p:spPr>
          <a:xfrm>
            <a:off x="9268079" y="3628314"/>
            <a:ext cx="0" cy="197917"/>
          </a:xfrm>
          <a:prstGeom prst="line">
            <a:avLst/>
          </a:prstGeom>
          <a:noFill/>
          <a:ln w="22225">
            <a:solidFill>
              <a:srgbClr val="1F2937"/>
            </a:solidFill>
            <a:prstDash val="solid"/>
          </a:ln>
        </p:spPr>
      </p:sp>
      <p:sp>
        <p:nvSpPr>
          <p:cNvPr id="14" name="S08-mark148"/>
          <p:cNvSpPr/>
          <p:nvPr/>
        </p:nvSpPr>
        <p:spPr>
          <a:xfrm>
            <a:off x="9886569" y="3628314"/>
            <a:ext cx="0" cy="197917"/>
          </a:xfrm>
          <a:prstGeom prst="line">
            <a:avLst/>
          </a:prstGeom>
          <a:noFill/>
          <a:ln w="22225">
            <a:solidFill>
              <a:srgbClr val="1F2937"/>
            </a:solidFill>
            <a:prstDash val="solid"/>
          </a:ln>
        </p:spPr>
      </p:sp>
      <p:sp>
        <p:nvSpPr>
          <p:cNvPr id="15" name="S08-mark149"/>
          <p:cNvSpPr/>
          <p:nvPr/>
        </p:nvSpPr>
        <p:spPr>
          <a:xfrm>
            <a:off x="11123549" y="3628314"/>
            <a:ext cx="0" cy="197917"/>
          </a:xfrm>
          <a:prstGeom prst="line">
            <a:avLst/>
          </a:prstGeom>
          <a:noFill/>
          <a:ln w="22225">
            <a:solidFill>
              <a:srgbClr val="1F2937"/>
            </a:solidFill>
            <a:prstDash val="solid"/>
          </a:ln>
        </p:spPr>
      </p:sp>
      <p:sp>
        <p:nvSpPr>
          <p:cNvPr id="16" name="S08-mark150"/>
          <p:cNvSpPr/>
          <p:nvPr/>
        </p:nvSpPr>
        <p:spPr>
          <a:xfrm>
            <a:off x="7412609" y="3727272"/>
            <a:ext cx="2919273" cy="0"/>
          </a:xfrm>
          <a:prstGeom prst="line">
            <a:avLst/>
          </a:prstGeom>
          <a:noFill/>
          <a:ln w="88900">
            <a:solidFill>
              <a:srgbClr val="E9762B"/>
            </a:solidFill>
            <a:prstDash val="solid"/>
          </a:ln>
        </p:spPr>
      </p:sp>
      <p:sp>
        <p:nvSpPr>
          <p:cNvPr id="17" name="S08-label152"/>
          <p:cNvSpPr txBox="1"/>
          <p:nvPr/>
        </p:nvSpPr>
        <p:spPr>
          <a:xfrm>
            <a:off x="7081139" y="3997960"/>
            <a:ext cx="662940" cy="34925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algn="ctr" indent="0" marL="0">
              <a:buNone/>
            </a:pPr>
            <a:r>
              <a:rPr lang="ko-KR" altLang="en-US" sz="2200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130</a:t>
            </a:r>
            <a:endParaRPr lang="ko-KR" sz="2200" dirty="0"/>
          </a:p>
        </p:txBody>
      </p:sp>
      <p:sp>
        <p:nvSpPr>
          <p:cNvPr id="18" name="S08-label154"/>
          <p:cNvSpPr txBox="1"/>
          <p:nvPr/>
        </p:nvSpPr>
        <p:spPr>
          <a:xfrm>
            <a:off x="10173589" y="3997960"/>
            <a:ext cx="662940" cy="34925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algn="ctr" indent="0" marL="0">
              <a:buNone/>
            </a:pPr>
            <a:r>
              <a:rPr lang="ko-KR" altLang="en-US" sz="2200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140</a:t>
            </a:r>
            <a:endParaRPr lang="ko-KR" sz="2200" dirty="0"/>
          </a:p>
        </p:txBody>
      </p:sp>
      <p:sp>
        <p:nvSpPr>
          <p:cNvPr id="19" name="S08-stepno155"/>
          <p:cNvSpPr txBox="1"/>
          <p:nvPr/>
        </p:nvSpPr>
        <p:spPr>
          <a:xfrm>
            <a:off x="548640" y="2721864"/>
            <a:ext cx="548640" cy="548640"/>
          </a:xfrm>
          <a:prstGeom prst="ellipse">
            <a:avLst/>
          </a:prstGeom>
          <a:solidFill>
            <a:srgbClr val="264653"/>
          </a:solidFill>
          <a:ln>
            <a:solidFill>
              <a:srgbClr val="264653"/>
            </a:solidFill>
          </a:ln>
        </p:spPr>
        <p:txBody>
          <a:bodyPr wrap="square" lIns="0" tIns="0" rIns="0" bIns="0" rtlCol="0" anchor="ctr"/>
          <a:lstStyle/>
          <a:p>
            <a:pPr eaLnBrk="0" algn="ctr" indent="0" marL="0">
              <a:buNone/>
            </a:pPr>
            <a:r>
              <a:rPr lang="ko-KR" altLang="en-US" sz="2200" b="1" dirty="0">
                <a:solidFill>
                  <a:srgbClr val="FFFFF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1</a:t>
            </a:r>
            <a:endParaRPr lang="ko-KR" sz="2200" dirty="0"/>
          </a:p>
        </p:txBody>
      </p:sp>
      <p:sp>
        <p:nvSpPr>
          <p:cNvPr id="20" name="S08-text156"/>
          <p:cNvSpPr txBox="1"/>
          <p:nvPr/>
        </p:nvSpPr>
        <p:spPr>
          <a:xfrm>
            <a:off x="1325880" y="2676144"/>
            <a:ext cx="4585716" cy="68173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eaLnBrk="0" algn="l" indent="0" marL="0">
              <a:buNone/>
            </a:pPr>
            <a:r>
              <a:rPr lang="ko-KR" altLang="en-US" sz="2200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130 이상</a:t>
            </a:r>
            <a:endParaRPr lang="ko-KR" sz="2200" dirty="0"/>
          </a:p>
          <a:p>
            <a:pPr eaLnBrk="0" algn="l" indent="0" marL="0">
              <a:buNone/>
            </a:pPr>
            <a:r>
              <a:rPr lang="ko-KR" altLang="en-US" sz="2200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→ 130에 ●를 그려요.</a:t>
            </a:r>
            <a:endParaRPr lang="ko-KR" sz="2200" dirty="0"/>
          </a:p>
        </p:txBody>
      </p:sp>
      <p:sp>
        <p:nvSpPr>
          <p:cNvPr id="21" name="S08-stepno157"/>
          <p:cNvSpPr txBox="1"/>
          <p:nvPr/>
        </p:nvSpPr>
        <p:spPr>
          <a:xfrm>
            <a:off x="548640" y="3568192"/>
            <a:ext cx="548640" cy="548640"/>
          </a:xfrm>
          <a:prstGeom prst="ellipse">
            <a:avLst/>
          </a:prstGeom>
          <a:solidFill>
            <a:srgbClr val="264653"/>
          </a:solidFill>
          <a:ln>
            <a:solidFill>
              <a:srgbClr val="264653"/>
            </a:solidFill>
          </a:ln>
        </p:spPr>
        <p:txBody>
          <a:bodyPr wrap="square" lIns="0" tIns="0" rIns="0" bIns="0" rtlCol="0" anchor="ctr"/>
          <a:lstStyle/>
          <a:p>
            <a:pPr eaLnBrk="0" algn="ctr" indent="0" marL="0">
              <a:buNone/>
            </a:pPr>
            <a:r>
              <a:rPr lang="ko-KR" altLang="en-US" sz="2200" b="1" dirty="0">
                <a:solidFill>
                  <a:srgbClr val="FFFFF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2</a:t>
            </a:r>
            <a:endParaRPr lang="ko-KR" sz="2200" dirty="0"/>
          </a:p>
        </p:txBody>
      </p:sp>
      <p:sp>
        <p:nvSpPr>
          <p:cNvPr id="22" name="S08-text158"/>
          <p:cNvSpPr txBox="1"/>
          <p:nvPr/>
        </p:nvSpPr>
        <p:spPr>
          <a:xfrm>
            <a:off x="1325880" y="3522472"/>
            <a:ext cx="4585716" cy="68173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eaLnBrk="0" algn="l" indent="0" marL="0">
              <a:buNone/>
            </a:pPr>
            <a:r>
              <a:rPr lang="ko-KR" altLang="en-US" sz="2200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140 미만</a:t>
            </a:r>
            <a:endParaRPr lang="ko-KR" sz="2200" dirty="0"/>
          </a:p>
          <a:p>
            <a:pPr eaLnBrk="0" algn="l" indent="0" marL="0">
              <a:buNone/>
            </a:pPr>
            <a:r>
              <a:rPr lang="ko-KR" altLang="en-US" sz="2200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→ 140에 ○를 그려요.</a:t>
            </a:r>
            <a:endParaRPr lang="ko-KR" sz="2200" dirty="0"/>
          </a:p>
        </p:txBody>
      </p:sp>
      <p:sp>
        <p:nvSpPr>
          <p:cNvPr id="23" name="S08-stepno159"/>
          <p:cNvSpPr txBox="1"/>
          <p:nvPr/>
        </p:nvSpPr>
        <p:spPr>
          <a:xfrm>
            <a:off x="548640" y="4414520"/>
            <a:ext cx="548640" cy="548640"/>
          </a:xfrm>
          <a:prstGeom prst="ellipse">
            <a:avLst/>
          </a:prstGeom>
          <a:solidFill>
            <a:srgbClr val="264653"/>
          </a:solidFill>
          <a:ln>
            <a:solidFill>
              <a:srgbClr val="264653"/>
            </a:solidFill>
          </a:ln>
        </p:spPr>
        <p:txBody>
          <a:bodyPr wrap="square" lIns="0" tIns="0" rIns="0" bIns="0" rtlCol="0" anchor="ctr"/>
          <a:lstStyle/>
          <a:p>
            <a:pPr eaLnBrk="0" algn="ctr" indent="0" marL="0">
              <a:buNone/>
            </a:pPr>
            <a:r>
              <a:rPr lang="ko-KR" altLang="en-US" sz="2200" b="1" dirty="0">
                <a:solidFill>
                  <a:srgbClr val="FFFFF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3</a:t>
            </a:r>
            <a:endParaRPr lang="ko-KR" sz="2200" dirty="0"/>
          </a:p>
        </p:txBody>
      </p:sp>
      <p:sp>
        <p:nvSpPr>
          <p:cNvPr id="24" name="S08-text160"/>
          <p:cNvSpPr txBox="1"/>
          <p:nvPr/>
        </p:nvSpPr>
        <p:spPr>
          <a:xfrm>
            <a:off x="1325880" y="4368800"/>
            <a:ext cx="4585716" cy="68173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eaLnBrk="0" algn="l" indent="0" marL="0">
              <a:buNone/>
            </a:pPr>
            <a:r>
              <a:rPr lang="ko-KR" altLang="en-US" sz="2200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두 점 사이를</a:t>
            </a:r>
            <a:endParaRPr lang="ko-KR" sz="2200" dirty="0"/>
          </a:p>
          <a:p>
            <a:pPr eaLnBrk="0" algn="l" indent="0" marL="0">
              <a:buNone/>
            </a:pPr>
            <a:r>
              <a:rPr lang="ko-KR" altLang="en-US" sz="2200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굵게 칠해요.</a:t>
            </a:r>
            <a:endParaRPr lang="ko-KR" sz="22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0881360" y="6382512"/>
            <a:ext cx="731520" cy="32004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200">
                <a:solidFill>
                  <a:srgbClr val="4B5563"/>
                </a:solidFill>
                <a:latin typeface="맑은 고딕"/>
                <a:ea typeface="맑은 고딕"/>
                <a:cs typeface="맑은 고딕"/>
              </a:defRPr>
            </a:lvl1pPr>
          </a:lstStyle>
          <a:p>
            <a:pPr eaLnBrk="0" algn="r"/>
            <a:fld id="{F7021451-1387-4CA6-816F-3879F97B5CBC}" type="slidenum">
              <a:rPr b="0" lang="en-US"/>
              <a:t>8</a:t>
            </a:fld>
            <a:endParaRPr lang="en-US"/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9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title" hasCustomPrompt="1"/>
          </p:nvPr>
        </p:nvSpPr>
        <p:spPr>
          <a:xfrm>
            <a:off x="548640" y="320040"/>
            <a:ext cx="11064240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algn="l" indent="0" marL="0">
              <a:buNone/>
            </a:pPr>
            <a:r>
              <a:rPr lang="ko-KR" altLang="en-US" sz="4000" b="1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요금표 읽기</a:t>
            </a:r>
            <a:endParaRPr lang="ko-KR" sz="4000" dirty="0"/>
          </a:p>
        </p:txBody>
      </p:sp>
      <p:sp>
        <p:nvSpPr>
          <p:cNvPr id="3" name="S09-text161"/>
          <p:cNvSpPr txBox="1"/>
          <p:nvPr/>
        </p:nvSpPr>
        <p:spPr>
          <a:xfrm>
            <a:off x="548640" y="1325880"/>
            <a:ext cx="11091672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algn="l" indent="0" marL="0">
              <a:buNone/>
            </a:pPr>
            <a:r>
              <a:rPr lang="ko-KR" altLang="en-US" sz="2800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수영장 요금표를 보고 요금을 말해요.</a:t>
            </a:r>
            <a:endParaRPr lang="ko-KR" sz="2800" dirty="0"/>
          </a:p>
        </p:txBody>
      </p:sp>
      <p:graphicFrame>
        <p:nvGraphicFramePr>
          <p:cNvPr id="10" name="S09-table162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6307074" y="3032125"/>
          <a:ext cx="5303520" cy="914400"/>
        </p:xfrm>
        <a:graphic>
          <a:graphicData uri="http://schemas.openxmlformats.org/drawingml/2006/table">
            <a:tbl>
              <a:tblPr/>
              <a:tblGrid>
                <a:gridCol w="3394253"/>
                <a:gridCol w="1909267"/>
              </a:tblGrid>
              <a:tr h="433070">
                <a:tc>
                  <a:txBody>
                    <a:bodyPr/>
                    <a:lstStyle/>
                    <a:p>
                      <a:pPr eaLnBrk="0" algn="ctr" indent="0" marL="0">
                        <a:buNone/>
                      </a:pPr>
                      <a:r>
                        <a:rPr lang="en-US" sz="2200" b="1" dirty="0">
                          <a:solidFill>
                            <a:srgbClr val="1F2937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나이</a:t>
                      </a:r>
                      <a:endParaRPr lang="en-US" sz="220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38100" marR="38100" marT="38100" marB="38100" anchor="ctr">
                    <a:lnL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AF3F1"/>
                    </a:solidFill>
                  </a:tcPr>
                </a:tc>
                <a:tc>
                  <a:txBody>
                    <a:bodyPr/>
                    <a:lstStyle/>
                    <a:p>
                      <a:pPr eaLnBrk="0" algn="ctr" indent="0" marL="0">
                        <a:buNone/>
                      </a:pPr>
                      <a:r>
                        <a:rPr lang="en-US" sz="2200" b="1" dirty="0">
                          <a:solidFill>
                            <a:srgbClr val="1F2937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요금</a:t>
                      </a:r>
                      <a:endParaRPr lang="en-US" sz="220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38100" marR="38100" marT="38100" marB="38100" anchor="ctr">
                    <a:lnL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AF3F1"/>
                    </a:solidFill>
                  </a:tcPr>
                </a:tc>
              </a:tr>
              <a:tr h="433070">
                <a:tc>
                  <a:txBody>
                    <a:bodyPr/>
                    <a:lstStyle/>
                    <a:p>
                      <a:pPr eaLnBrk="0" algn="ctr" indent="0" marL="0">
                        <a:buNone/>
                      </a:pPr>
                      <a:r>
                        <a:rPr lang="en-US" sz="2200" dirty="0">
                          <a:solidFill>
                            <a:srgbClr val="1F2937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7세 이하</a:t>
                      </a:r>
                      <a:endParaRPr lang="en-US" sz="220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38100" marR="38100" marT="38100" marB="38100" anchor="ctr">
                    <a:lnL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eaLnBrk="0" algn="ctr" indent="0" marL="0">
                        <a:buNone/>
                      </a:pPr>
                      <a:r>
                        <a:rPr lang="en-US" sz="2200" dirty="0">
                          <a:solidFill>
                            <a:srgbClr val="1F2937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무료</a:t>
                      </a:r>
                      <a:endParaRPr lang="en-US" sz="220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38100" marR="38100" marT="38100" marB="38100" anchor="ctr">
                    <a:lnL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433070">
                <a:tc>
                  <a:txBody>
                    <a:bodyPr/>
                    <a:lstStyle/>
                    <a:p>
                      <a:pPr eaLnBrk="0" algn="ctr" indent="0" marL="0">
                        <a:buNone/>
                      </a:pPr>
                      <a:r>
                        <a:rPr lang="en-US" sz="2200" dirty="0">
                          <a:solidFill>
                            <a:srgbClr val="1F2937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8세 이상 13세 이하</a:t>
                      </a:r>
                      <a:endParaRPr lang="en-US" sz="220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38100" marR="38100" marT="38100" marB="38100" anchor="ctr">
                    <a:lnL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eaLnBrk="0" algn="ctr" indent="0" marL="0">
                        <a:buNone/>
                      </a:pPr>
                      <a:r>
                        <a:rPr lang="en-US" sz="2200" dirty="0">
                          <a:solidFill>
                            <a:srgbClr val="1F2937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3000원</a:t>
                      </a:r>
                      <a:endParaRPr lang="en-US" sz="220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38100" marR="38100" marT="38100" marB="38100" anchor="ctr">
                    <a:lnL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433070">
                <a:tc>
                  <a:txBody>
                    <a:bodyPr/>
                    <a:lstStyle/>
                    <a:p>
                      <a:pPr eaLnBrk="0" algn="ctr" indent="0" marL="0">
                        <a:buNone/>
                      </a:pPr>
                      <a:r>
                        <a:rPr lang="en-US" sz="2200" dirty="0">
                          <a:solidFill>
                            <a:srgbClr val="1F2937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13세 초과 65세 미만</a:t>
                      </a:r>
                      <a:endParaRPr lang="en-US" sz="220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38100" marR="38100" marT="38100" marB="38100" anchor="ctr">
                    <a:lnL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eaLnBrk="0" algn="ctr" indent="0" marL="0">
                        <a:buNone/>
                      </a:pPr>
                      <a:r>
                        <a:rPr lang="en-US" sz="2200" dirty="0">
                          <a:solidFill>
                            <a:srgbClr val="1F2937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5000원</a:t>
                      </a:r>
                      <a:endParaRPr lang="en-US" sz="220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38100" marR="38100" marT="38100" marB="38100" anchor="ctr">
                    <a:lnL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433070">
                <a:tc>
                  <a:txBody>
                    <a:bodyPr/>
                    <a:lstStyle/>
                    <a:p>
                      <a:pPr eaLnBrk="0" algn="ctr" indent="0" marL="0">
                        <a:buNone/>
                      </a:pPr>
                      <a:r>
                        <a:rPr lang="en-US" sz="2200" dirty="0">
                          <a:solidFill>
                            <a:srgbClr val="1F2937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65세 이상</a:t>
                      </a:r>
                      <a:endParaRPr lang="en-US" sz="220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38100" marR="38100" marT="38100" marB="38100" anchor="ctr">
                    <a:lnL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eaLnBrk="0" algn="ctr" indent="0" marL="0">
                        <a:buNone/>
                      </a:pPr>
                      <a:r>
                        <a:rPr lang="en-US" sz="2200" dirty="0">
                          <a:solidFill>
                            <a:srgbClr val="1F2937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2000원</a:t>
                      </a:r>
                      <a:endParaRPr lang="en-US" sz="220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38100" marR="38100" marT="38100" marB="38100" anchor="ctr">
                    <a:lnL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  <p:sp>
        <p:nvSpPr>
          <p:cNvPr id="5" name="S09-chip163"/>
          <p:cNvSpPr txBox="1"/>
          <p:nvPr/>
        </p:nvSpPr>
        <p:spPr>
          <a:xfrm>
            <a:off x="548640" y="2185416"/>
            <a:ext cx="566928" cy="566928"/>
          </a:xfrm>
          <a:prstGeom prst="roundRect">
            <a:avLst>
              <a:gd name="adj" fmla="val 25806"/>
            </a:avLst>
          </a:prstGeom>
          <a:solidFill>
            <a:srgbClr val="264653"/>
          </a:solidFill>
          <a:ln>
            <a:solidFill>
              <a:srgbClr val="264653"/>
            </a:solidFill>
          </a:ln>
        </p:spPr>
        <p:txBody>
          <a:bodyPr wrap="square" lIns="0" tIns="0" rIns="0" bIns="0" rtlCol="0" anchor="ctr"/>
          <a:lstStyle/>
          <a:p>
            <a:pPr eaLnBrk="0" algn="ctr" indent="0" marL="0">
              <a:buNone/>
            </a:pPr>
            <a:r>
              <a:rPr lang="ko-KR" altLang="en-US" sz="2200" b="1" dirty="0">
                <a:solidFill>
                  <a:srgbClr val="FFFFF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①</a:t>
            </a:r>
            <a:endParaRPr lang="ko-KR" sz="2200" dirty="0"/>
          </a:p>
        </p:txBody>
      </p:sp>
      <p:sp>
        <p:nvSpPr>
          <p:cNvPr id="6" name="S09-text164"/>
          <p:cNvSpPr txBox="1"/>
          <p:nvPr/>
        </p:nvSpPr>
        <p:spPr>
          <a:xfrm>
            <a:off x="1344168" y="2011680"/>
            <a:ext cx="4567428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algn="l" indent="0" marL="0">
              <a:buNone/>
            </a:pPr>
            <a:r>
              <a:rPr lang="ko-KR" altLang="en-US" sz="2800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7세</a:t>
            </a:r>
            <a:endParaRPr lang="ko-KR" sz="2800" dirty="0"/>
          </a:p>
        </p:txBody>
      </p:sp>
      <p:sp>
        <p:nvSpPr>
          <p:cNvPr id="7" name="S09-chip165"/>
          <p:cNvSpPr txBox="1"/>
          <p:nvPr/>
        </p:nvSpPr>
        <p:spPr>
          <a:xfrm>
            <a:off x="548640" y="3282696"/>
            <a:ext cx="566928" cy="566928"/>
          </a:xfrm>
          <a:prstGeom prst="roundRect">
            <a:avLst>
              <a:gd name="adj" fmla="val 25806"/>
            </a:avLst>
          </a:prstGeom>
          <a:solidFill>
            <a:srgbClr val="264653"/>
          </a:solidFill>
          <a:ln>
            <a:solidFill>
              <a:srgbClr val="264653"/>
            </a:solidFill>
          </a:ln>
        </p:spPr>
        <p:txBody>
          <a:bodyPr wrap="square" lIns="0" tIns="0" rIns="0" bIns="0" rtlCol="0" anchor="ctr"/>
          <a:lstStyle/>
          <a:p>
            <a:pPr eaLnBrk="0" algn="ctr" indent="0" marL="0">
              <a:buNone/>
            </a:pPr>
            <a:r>
              <a:rPr lang="ko-KR" altLang="en-US" sz="2200" b="1" dirty="0">
                <a:solidFill>
                  <a:srgbClr val="FFFFF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②</a:t>
            </a:r>
            <a:endParaRPr lang="ko-KR" sz="2200" dirty="0"/>
          </a:p>
        </p:txBody>
      </p:sp>
      <p:sp>
        <p:nvSpPr>
          <p:cNvPr id="8" name="S09-text166"/>
          <p:cNvSpPr txBox="1"/>
          <p:nvPr/>
        </p:nvSpPr>
        <p:spPr>
          <a:xfrm>
            <a:off x="1344168" y="3108960"/>
            <a:ext cx="4567428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algn="l" indent="0" marL="0">
              <a:buNone/>
            </a:pPr>
            <a:r>
              <a:rPr lang="ko-KR" altLang="en-US" sz="2800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13세</a:t>
            </a:r>
            <a:endParaRPr lang="ko-KR" sz="2800" dirty="0"/>
          </a:p>
        </p:txBody>
      </p:sp>
      <p:sp>
        <p:nvSpPr>
          <p:cNvPr id="9" name="S09-chip167"/>
          <p:cNvSpPr txBox="1"/>
          <p:nvPr/>
        </p:nvSpPr>
        <p:spPr>
          <a:xfrm>
            <a:off x="548640" y="4379976"/>
            <a:ext cx="566928" cy="566928"/>
          </a:xfrm>
          <a:prstGeom prst="roundRect">
            <a:avLst>
              <a:gd name="adj" fmla="val 25806"/>
            </a:avLst>
          </a:prstGeom>
          <a:solidFill>
            <a:srgbClr val="264653"/>
          </a:solidFill>
          <a:ln>
            <a:solidFill>
              <a:srgbClr val="264653"/>
            </a:solidFill>
          </a:ln>
        </p:spPr>
        <p:txBody>
          <a:bodyPr wrap="square" lIns="0" tIns="0" rIns="0" bIns="0" rtlCol="0" anchor="ctr"/>
          <a:lstStyle/>
          <a:p>
            <a:pPr eaLnBrk="0" algn="ctr" indent="0" marL="0">
              <a:buNone/>
            </a:pPr>
            <a:r>
              <a:rPr lang="ko-KR" altLang="en-US" sz="2200" b="1" dirty="0">
                <a:solidFill>
                  <a:srgbClr val="FFFFF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③</a:t>
            </a:r>
            <a:endParaRPr lang="ko-KR" sz="2200" dirty="0"/>
          </a:p>
        </p:txBody>
      </p:sp>
      <p:sp>
        <p:nvSpPr>
          <p:cNvPr id="10" name="S09-text168"/>
          <p:cNvSpPr txBox="1"/>
          <p:nvPr/>
        </p:nvSpPr>
        <p:spPr>
          <a:xfrm>
            <a:off x="1344168" y="4206240"/>
            <a:ext cx="4567428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algn="l" indent="0" marL="0">
              <a:buNone/>
            </a:pPr>
            <a:r>
              <a:rPr lang="ko-KR" altLang="en-US" sz="2800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14세</a:t>
            </a:r>
            <a:endParaRPr lang="ko-KR" sz="2800" dirty="0"/>
          </a:p>
        </p:txBody>
      </p:sp>
      <p:sp>
        <p:nvSpPr>
          <p:cNvPr id="11" name="S09-chip169"/>
          <p:cNvSpPr txBox="1"/>
          <p:nvPr/>
        </p:nvSpPr>
        <p:spPr>
          <a:xfrm>
            <a:off x="548640" y="5477256"/>
            <a:ext cx="566928" cy="566928"/>
          </a:xfrm>
          <a:prstGeom prst="roundRect">
            <a:avLst>
              <a:gd name="adj" fmla="val 25806"/>
            </a:avLst>
          </a:prstGeom>
          <a:solidFill>
            <a:srgbClr val="264653"/>
          </a:solidFill>
          <a:ln>
            <a:solidFill>
              <a:srgbClr val="264653"/>
            </a:solidFill>
          </a:ln>
        </p:spPr>
        <p:txBody>
          <a:bodyPr wrap="square" lIns="0" tIns="0" rIns="0" bIns="0" rtlCol="0" anchor="ctr"/>
          <a:lstStyle/>
          <a:p>
            <a:pPr eaLnBrk="0" algn="ctr" indent="0" marL="0">
              <a:buNone/>
            </a:pPr>
            <a:r>
              <a:rPr lang="ko-KR" altLang="en-US" sz="2200" b="1" dirty="0">
                <a:solidFill>
                  <a:srgbClr val="FFFFF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④</a:t>
            </a:r>
            <a:endParaRPr lang="ko-KR" sz="2200" dirty="0"/>
          </a:p>
        </p:txBody>
      </p:sp>
      <p:sp>
        <p:nvSpPr>
          <p:cNvPr id="12" name="S09-text170"/>
          <p:cNvSpPr txBox="1"/>
          <p:nvPr/>
        </p:nvSpPr>
        <p:spPr>
          <a:xfrm>
            <a:off x="1344168" y="5303520"/>
            <a:ext cx="4567428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algn="l" indent="0" marL="0">
              <a:buNone/>
            </a:pPr>
            <a:r>
              <a:rPr lang="ko-KR" altLang="en-US" sz="2800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65세</a:t>
            </a:r>
            <a:endParaRPr lang="ko-KR" sz="28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0881360" y="6382512"/>
            <a:ext cx="731520" cy="32004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200">
                <a:solidFill>
                  <a:srgbClr val="4B5563"/>
                </a:solidFill>
                <a:latin typeface="맑은 고딕"/>
                <a:ea typeface="맑은 고딕"/>
                <a:cs typeface="맑은 고딕"/>
              </a:defRPr>
            </a:lvl1pPr>
          </a:lstStyle>
          <a:p>
            <a:pPr eaLnBrk="0" algn="r"/>
            <a:fld id="{F7021451-1387-4CA6-816F-3879F97B5CBC}" type="slidenum">
              <a:rPr b="0" lang="en-US"/>
              <a:t>9</a:t>
            </a:fld>
            <a:endParaRPr lang="en-US"/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0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title" hasCustomPrompt="1"/>
          </p:nvPr>
        </p:nvSpPr>
        <p:spPr>
          <a:xfrm>
            <a:off x="548640" y="320040"/>
            <a:ext cx="11064240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algn="l" indent="0" marL="0">
              <a:buNone/>
            </a:pPr>
            <a:r>
              <a:rPr lang="ko-KR" altLang="en-US" sz="4000" b="1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누가 맞게 그렸을까요?</a:t>
            </a:r>
            <a:endParaRPr lang="ko-KR" sz="4000" dirty="0"/>
          </a:p>
        </p:txBody>
      </p:sp>
      <p:sp>
        <p:nvSpPr>
          <p:cNvPr id="3" name="S10-card171"/>
          <p:cNvSpPr/>
          <p:nvPr/>
        </p:nvSpPr>
        <p:spPr>
          <a:xfrm>
            <a:off x="548640" y="1325880"/>
            <a:ext cx="11091672" cy="868680"/>
          </a:xfrm>
          <a:prstGeom prst="roundRect">
            <a:avLst>
              <a:gd name="adj" fmla="val 12632"/>
            </a:avLst>
          </a:prstGeom>
          <a:solidFill>
            <a:srgbClr val="EAF3F1"/>
          </a:solidFill>
          <a:ln w="12700">
            <a:solidFill>
              <a:srgbClr val="EAF3F1"/>
            </a:solidFill>
            <a:prstDash val="solid"/>
          </a:ln>
        </p:spPr>
      </p:sp>
      <p:sp>
        <p:nvSpPr>
          <p:cNvPr id="4" name="S10-cardtext172"/>
          <p:cNvSpPr txBox="1"/>
          <p:nvPr/>
        </p:nvSpPr>
        <p:spPr>
          <a:xfrm>
            <a:off x="822960" y="1463040"/>
            <a:ext cx="10543032" cy="594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indent="0" marL="0">
              <a:spcAft>
                <a:spcPts val="600"/>
              </a:spcAft>
              <a:buNone/>
            </a:pPr>
            <a:r>
              <a:rPr lang="ko-KR" altLang="en-US" sz="2800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‘20 미만’을 수직선에 나타냈어요.</a:t>
            </a:r>
            <a:endParaRPr lang="ko-KR" sz="2800" dirty="0"/>
          </a:p>
        </p:txBody>
      </p:sp>
      <p:sp>
        <p:nvSpPr>
          <p:cNvPr id="5" name="S10-card173"/>
          <p:cNvSpPr/>
          <p:nvPr/>
        </p:nvSpPr>
        <p:spPr>
          <a:xfrm>
            <a:off x="548640" y="5349240"/>
            <a:ext cx="11091672" cy="868680"/>
          </a:xfrm>
          <a:prstGeom prst="roundRect">
            <a:avLst>
              <a:gd name="adj" fmla="val 12632"/>
            </a:avLst>
          </a:prstGeom>
          <a:solidFill>
            <a:srgbClr val="FDEBDD"/>
          </a:solidFill>
          <a:ln w="12700">
            <a:solidFill>
              <a:srgbClr val="FDEBDD"/>
            </a:solidFill>
            <a:prstDash val="solid"/>
          </a:ln>
        </p:spPr>
      </p:sp>
      <p:sp>
        <p:nvSpPr>
          <p:cNvPr id="6" name="S10-cardtext174"/>
          <p:cNvSpPr txBox="1"/>
          <p:nvPr/>
        </p:nvSpPr>
        <p:spPr>
          <a:xfrm>
            <a:off x="822960" y="5486400"/>
            <a:ext cx="10543032" cy="594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indent="0" marL="0">
              <a:spcAft>
                <a:spcPts val="600"/>
              </a:spcAft>
              <a:buNone/>
            </a:pPr>
            <a:r>
              <a:rPr lang="ko-KR" altLang="en-US" sz="2800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누가 맞았을까요? 20은 ‘20 미만’에 들어갈까요?</a:t>
            </a:r>
            <a:endParaRPr lang="ko-KR" sz="2800" dirty="0"/>
          </a:p>
        </p:txBody>
      </p:sp>
      <p:sp>
        <p:nvSpPr>
          <p:cNvPr id="7" name="S10-chip175"/>
          <p:cNvSpPr txBox="1"/>
          <p:nvPr/>
        </p:nvSpPr>
        <p:spPr>
          <a:xfrm>
            <a:off x="548640" y="2423160"/>
            <a:ext cx="5362956" cy="566928"/>
          </a:xfrm>
          <a:prstGeom prst="roundRect">
            <a:avLst>
              <a:gd name="adj" fmla="val 25806"/>
            </a:avLst>
          </a:prstGeom>
          <a:solidFill>
            <a:srgbClr val="E6ECF4"/>
          </a:solidFill>
          <a:ln>
            <a:solidFill>
              <a:srgbClr val="E6ECF4"/>
            </a:solidFill>
          </a:ln>
        </p:spPr>
        <p:txBody>
          <a:bodyPr wrap="square" lIns="177800" tIns="0" rIns="177800" bIns="0" rtlCol="0" anchor="ctr"/>
          <a:lstStyle/>
          <a:p>
            <a:pPr eaLnBrk="0" algn="l" indent="0" marL="0">
              <a:buNone/>
            </a:pPr>
            <a:r>
              <a:rPr lang="ko-KR" altLang="en-US" sz="2200" b="1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하늘</a:t>
            </a:r>
            <a:endParaRPr lang="ko-KR" sz="2200" dirty="0"/>
          </a:p>
        </p:txBody>
      </p:sp>
      <p:sp>
        <p:nvSpPr>
          <p:cNvPr id="8" name="S10-figure176" descr="하늘의 수직선: 20에 ●, 왼쪽으로 굵은 선"/>
          <p:cNvSpPr/>
          <p:nvPr/>
        </p:nvSpPr>
        <p:spPr>
          <a:xfrm>
            <a:off x="3116186" y="3700477"/>
            <a:ext cx="227865" cy="227865"/>
          </a:xfrm>
          <a:prstGeom prst="ellipse">
            <a:avLst/>
          </a:prstGeom>
          <a:solidFill>
            <a:srgbClr val="E9762B"/>
          </a:solidFill>
          <a:ln w="34925">
            <a:solidFill>
              <a:srgbClr val="E9762B"/>
            </a:solidFill>
            <a:prstDash val="solid"/>
          </a:ln>
        </p:spPr>
      </p:sp>
      <p:sp>
        <p:nvSpPr>
          <p:cNvPr id="9" name="S10-mark177"/>
          <p:cNvSpPr/>
          <p:nvPr/>
        </p:nvSpPr>
        <p:spPr>
          <a:xfrm>
            <a:off x="632460" y="3814410"/>
            <a:ext cx="5195316" cy="0"/>
          </a:xfrm>
          <a:prstGeom prst="line">
            <a:avLst/>
          </a:prstGeom>
          <a:noFill/>
          <a:ln w="28575">
            <a:solidFill>
              <a:srgbClr val="1F2937"/>
            </a:solidFill>
            <a:prstDash val="solid"/>
            <a:headEnd type="triangle"/>
            <a:tailEnd type="triangle"/>
          </a:ln>
        </p:spPr>
      </p:sp>
      <p:sp>
        <p:nvSpPr>
          <p:cNvPr id="10" name="S10-mark178"/>
          <p:cNvSpPr/>
          <p:nvPr/>
        </p:nvSpPr>
        <p:spPr>
          <a:xfrm>
            <a:off x="951471" y="3741493"/>
            <a:ext cx="0" cy="145833"/>
          </a:xfrm>
          <a:prstGeom prst="line">
            <a:avLst/>
          </a:prstGeom>
          <a:noFill/>
          <a:ln w="22225">
            <a:solidFill>
              <a:srgbClr val="1F2937"/>
            </a:solidFill>
            <a:prstDash val="solid"/>
          </a:ln>
        </p:spPr>
      </p:sp>
      <p:sp>
        <p:nvSpPr>
          <p:cNvPr id="11" name="S10-mark179"/>
          <p:cNvSpPr/>
          <p:nvPr/>
        </p:nvSpPr>
        <p:spPr>
          <a:xfrm>
            <a:off x="1407200" y="3741493"/>
            <a:ext cx="0" cy="145833"/>
          </a:xfrm>
          <a:prstGeom prst="line">
            <a:avLst/>
          </a:prstGeom>
          <a:noFill/>
          <a:ln w="22225">
            <a:solidFill>
              <a:srgbClr val="1F2937"/>
            </a:solidFill>
            <a:prstDash val="solid"/>
          </a:ln>
        </p:spPr>
      </p:sp>
      <p:sp>
        <p:nvSpPr>
          <p:cNvPr id="12" name="S10-mark180"/>
          <p:cNvSpPr/>
          <p:nvPr/>
        </p:nvSpPr>
        <p:spPr>
          <a:xfrm>
            <a:off x="1862930" y="3741493"/>
            <a:ext cx="0" cy="145833"/>
          </a:xfrm>
          <a:prstGeom prst="line">
            <a:avLst/>
          </a:prstGeom>
          <a:noFill/>
          <a:ln w="22225">
            <a:solidFill>
              <a:srgbClr val="1F2937"/>
            </a:solidFill>
            <a:prstDash val="solid"/>
          </a:ln>
        </p:spPr>
      </p:sp>
      <p:sp>
        <p:nvSpPr>
          <p:cNvPr id="13" name="S10-mark181"/>
          <p:cNvSpPr/>
          <p:nvPr/>
        </p:nvSpPr>
        <p:spPr>
          <a:xfrm>
            <a:off x="2318659" y="3741493"/>
            <a:ext cx="0" cy="145833"/>
          </a:xfrm>
          <a:prstGeom prst="line">
            <a:avLst/>
          </a:prstGeom>
          <a:noFill/>
          <a:ln w="22225">
            <a:solidFill>
              <a:srgbClr val="1F2937"/>
            </a:solidFill>
            <a:prstDash val="solid"/>
          </a:ln>
        </p:spPr>
      </p:sp>
      <p:sp>
        <p:nvSpPr>
          <p:cNvPr id="14" name="S10-mark182"/>
          <p:cNvSpPr/>
          <p:nvPr/>
        </p:nvSpPr>
        <p:spPr>
          <a:xfrm>
            <a:off x="2774389" y="3741493"/>
            <a:ext cx="0" cy="145833"/>
          </a:xfrm>
          <a:prstGeom prst="line">
            <a:avLst/>
          </a:prstGeom>
          <a:noFill/>
          <a:ln w="22225">
            <a:solidFill>
              <a:srgbClr val="1F2937"/>
            </a:solidFill>
            <a:prstDash val="solid"/>
          </a:ln>
        </p:spPr>
      </p:sp>
      <p:sp>
        <p:nvSpPr>
          <p:cNvPr id="15" name="S10-mark183"/>
          <p:cNvSpPr/>
          <p:nvPr/>
        </p:nvSpPr>
        <p:spPr>
          <a:xfrm>
            <a:off x="3685847" y="3741493"/>
            <a:ext cx="0" cy="145833"/>
          </a:xfrm>
          <a:prstGeom prst="line">
            <a:avLst/>
          </a:prstGeom>
          <a:noFill/>
          <a:ln w="22225">
            <a:solidFill>
              <a:srgbClr val="1F2937"/>
            </a:solidFill>
            <a:prstDash val="solid"/>
          </a:ln>
        </p:spPr>
      </p:sp>
      <p:sp>
        <p:nvSpPr>
          <p:cNvPr id="16" name="S10-mark184"/>
          <p:cNvSpPr/>
          <p:nvPr/>
        </p:nvSpPr>
        <p:spPr>
          <a:xfrm>
            <a:off x="4141577" y="3741493"/>
            <a:ext cx="0" cy="145833"/>
          </a:xfrm>
          <a:prstGeom prst="line">
            <a:avLst/>
          </a:prstGeom>
          <a:noFill/>
          <a:ln w="22225">
            <a:solidFill>
              <a:srgbClr val="1F2937"/>
            </a:solidFill>
            <a:prstDash val="solid"/>
          </a:ln>
        </p:spPr>
      </p:sp>
      <p:sp>
        <p:nvSpPr>
          <p:cNvPr id="17" name="S10-mark185"/>
          <p:cNvSpPr/>
          <p:nvPr/>
        </p:nvSpPr>
        <p:spPr>
          <a:xfrm>
            <a:off x="4597306" y="3741493"/>
            <a:ext cx="0" cy="145833"/>
          </a:xfrm>
          <a:prstGeom prst="line">
            <a:avLst/>
          </a:prstGeom>
          <a:noFill/>
          <a:ln w="22225">
            <a:solidFill>
              <a:srgbClr val="1F2937"/>
            </a:solidFill>
            <a:prstDash val="solid"/>
          </a:ln>
        </p:spPr>
      </p:sp>
      <p:sp>
        <p:nvSpPr>
          <p:cNvPr id="18" name="S10-mark186"/>
          <p:cNvSpPr/>
          <p:nvPr/>
        </p:nvSpPr>
        <p:spPr>
          <a:xfrm>
            <a:off x="5053036" y="3741493"/>
            <a:ext cx="0" cy="145833"/>
          </a:xfrm>
          <a:prstGeom prst="line">
            <a:avLst/>
          </a:prstGeom>
          <a:noFill/>
          <a:ln w="22225">
            <a:solidFill>
              <a:srgbClr val="1F2937"/>
            </a:solidFill>
            <a:prstDash val="solid"/>
          </a:ln>
        </p:spPr>
      </p:sp>
      <p:sp>
        <p:nvSpPr>
          <p:cNvPr id="19" name="S10-mark187"/>
          <p:cNvSpPr/>
          <p:nvPr/>
        </p:nvSpPr>
        <p:spPr>
          <a:xfrm>
            <a:off x="5508765" y="3741493"/>
            <a:ext cx="0" cy="145833"/>
          </a:xfrm>
          <a:prstGeom prst="line">
            <a:avLst/>
          </a:prstGeom>
          <a:noFill/>
          <a:ln w="22225">
            <a:solidFill>
              <a:srgbClr val="1F2937"/>
            </a:solidFill>
            <a:prstDash val="solid"/>
          </a:ln>
        </p:spPr>
      </p:sp>
      <p:sp>
        <p:nvSpPr>
          <p:cNvPr id="20" name="S10-mark188"/>
          <p:cNvSpPr/>
          <p:nvPr/>
        </p:nvSpPr>
        <p:spPr>
          <a:xfrm>
            <a:off x="700819" y="3814410"/>
            <a:ext cx="2529299" cy="0"/>
          </a:xfrm>
          <a:prstGeom prst="line">
            <a:avLst/>
          </a:prstGeom>
          <a:noFill/>
          <a:ln w="88900">
            <a:solidFill>
              <a:srgbClr val="E9762B"/>
            </a:solidFill>
            <a:prstDash val="solid"/>
          </a:ln>
        </p:spPr>
      </p:sp>
      <p:sp>
        <p:nvSpPr>
          <p:cNvPr id="21" name="S10-label190"/>
          <p:cNvSpPr txBox="1"/>
          <p:nvPr/>
        </p:nvSpPr>
        <p:spPr>
          <a:xfrm>
            <a:off x="712203" y="3967910"/>
            <a:ext cx="478536" cy="34925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algn="ctr" indent="0" marL="0">
              <a:buNone/>
            </a:pPr>
            <a:r>
              <a:rPr lang="ko-KR" altLang="en-US" sz="2200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15</a:t>
            </a:r>
            <a:endParaRPr lang="ko-KR" sz="2200" dirty="0"/>
          </a:p>
        </p:txBody>
      </p:sp>
      <p:sp>
        <p:nvSpPr>
          <p:cNvPr id="22" name="S10-label192"/>
          <p:cNvSpPr txBox="1"/>
          <p:nvPr/>
        </p:nvSpPr>
        <p:spPr>
          <a:xfrm>
            <a:off x="2990850" y="3967910"/>
            <a:ext cx="478536" cy="34925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algn="ctr" indent="0" marL="0">
              <a:buNone/>
            </a:pPr>
            <a:r>
              <a:rPr lang="ko-KR" altLang="en-US" sz="2200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20</a:t>
            </a:r>
            <a:endParaRPr lang="ko-KR" sz="2200" dirty="0"/>
          </a:p>
        </p:txBody>
      </p:sp>
      <p:sp>
        <p:nvSpPr>
          <p:cNvPr id="23" name="S10-label194"/>
          <p:cNvSpPr txBox="1"/>
          <p:nvPr/>
        </p:nvSpPr>
        <p:spPr>
          <a:xfrm>
            <a:off x="5269497" y="3967910"/>
            <a:ext cx="478536" cy="34925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algn="ctr" indent="0" marL="0">
              <a:buNone/>
            </a:pPr>
            <a:r>
              <a:rPr lang="ko-KR" altLang="en-US" sz="2200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25</a:t>
            </a:r>
            <a:endParaRPr lang="ko-KR" sz="2200" dirty="0"/>
          </a:p>
        </p:txBody>
      </p:sp>
      <p:sp>
        <p:nvSpPr>
          <p:cNvPr id="24" name="S10-text195"/>
          <p:cNvSpPr txBox="1"/>
          <p:nvPr/>
        </p:nvSpPr>
        <p:spPr>
          <a:xfrm>
            <a:off x="548640" y="4688332"/>
            <a:ext cx="5362956" cy="43230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eaLnBrk="0" algn="l" indent="0" marL="0">
              <a:buNone/>
            </a:pPr>
            <a:r>
              <a:rPr lang="ko-KR" altLang="en-US" sz="2200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20에 ●를 그렸어요.</a:t>
            </a:r>
            <a:endParaRPr lang="ko-KR" sz="2200" dirty="0"/>
          </a:p>
        </p:txBody>
      </p:sp>
      <p:sp>
        <p:nvSpPr>
          <p:cNvPr id="25" name="S10-chip196"/>
          <p:cNvSpPr txBox="1"/>
          <p:nvPr/>
        </p:nvSpPr>
        <p:spPr>
          <a:xfrm>
            <a:off x="6277356" y="2423160"/>
            <a:ext cx="5362956" cy="566928"/>
          </a:xfrm>
          <a:prstGeom prst="roundRect">
            <a:avLst>
              <a:gd name="adj" fmla="val 25806"/>
            </a:avLst>
          </a:prstGeom>
          <a:solidFill>
            <a:srgbClr val="E6ECF4"/>
          </a:solidFill>
          <a:ln>
            <a:solidFill>
              <a:srgbClr val="E6ECF4"/>
            </a:solidFill>
          </a:ln>
        </p:spPr>
        <p:txBody>
          <a:bodyPr wrap="square" lIns="177800" tIns="0" rIns="177800" bIns="0" rtlCol="0" anchor="ctr"/>
          <a:lstStyle/>
          <a:p>
            <a:pPr eaLnBrk="0" algn="l" indent="0" marL="0">
              <a:buNone/>
            </a:pPr>
            <a:r>
              <a:rPr lang="ko-KR" altLang="en-US" sz="2200" b="1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바다</a:t>
            </a:r>
            <a:endParaRPr lang="ko-KR" sz="2200" dirty="0"/>
          </a:p>
        </p:txBody>
      </p:sp>
      <p:sp>
        <p:nvSpPr>
          <p:cNvPr id="26" name="S10-figure197" descr="바다의 수직선: 20에 ○, 왼쪽으로 굵은 선"/>
          <p:cNvSpPr/>
          <p:nvPr/>
        </p:nvSpPr>
        <p:spPr>
          <a:xfrm>
            <a:off x="8844902" y="3700477"/>
            <a:ext cx="227865" cy="227865"/>
          </a:xfrm>
          <a:prstGeom prst="ellipse">
            <a:avLst/>
          </a:prstGeom>
          <a:solidFill>
            <a:srgbClr val="FFFFFF"/>
          </a:solidFill>
          <a:ln w="34925">
            <a:solidFill>
              <a:srgbClr val="E9762B"/>
            </a:solidFill>
            <a:prstDash val="solid"/>
          </a:ln>
        </p:spPr>
      </p:sp>
      <p:sp>
        <p:nvSpPr>
          <p:cNvPr id="27" name="S10-mark198"/>
          <p:cNvSpPr/>
          <p:nvPr/>
        </p:nvSpPr>
        <p:spPr>
          <a:xfrm>
            <a:off x="6361176" y="3814410"/>
            <a:ext cx="2483726" cy="0"/>
          </a:xfrm>
          <a:prstGeom prst="line">
            <a:avLst/>
          </a:prstGeom>
          <a:noFill/>
          <a:ln w="28575">
            <a:solidFill>
              <a:srgbClr val="1F2937"/>
            </a:solidFill>
            <a:prstDash val="solid"/>
            <a:headEnd type="triangle"/>
          </a:ln>
        </p:spPr>
      </p:sp>
      <p:sp>
        <p:nvSpPr>
          <p:cNvPr id="28" name="S10-mark199"/>
          <p:cNvSpPr/>
          <p:nvPr/>
        </p:nvSpPr>
        <p:spPr>
          <a:xfrm>
            <a:off x="9072766" y="3814410"/>
            <a:ext cx="2483726" cy="0"/>
          </a:xfrm>
          <a:prstGeom prst="line">
            <a:avLst/>
          </a:prstGeom>
          <a:noFill/>
          <a:ln w="28575">
            <a:solidFill>
              <a:srgbClr val="1F2937"/>
            </a:solidFill>
            <a:prstDash val="solid"/>
            <a:tailEnd type="triangle"/>
          </a:ln>
        </p:spPr>
      </p:sp>
      <p:sp>
        <p:nvSpPr>
          <p:cNvPr id="29" name="S10-mark200"/>
          <p:cNvSpPr/>
          <p:nvPr/>
        </p:nvSpPr>
        <p:spPr>
          <a:xfrm>
            <a:off x="6680187" y="3741493"/>
            <a:ext cx="0" cy="145833"/>
          </a:xfrm>
          <a:prstGeom prst="line">
            <a:avLst/>
          </a:prstGeom>
          <a:noFill/>
          <a:ln w="22225">
            <a:solidFill>
              <a:srgbClr val="1F2937"/>
            </a:solidFill>
            <a:prstDash val="solid"/>
          </a:ln>
        </p:spPr>
      </p:sp>
      <p:sp>
        <p:nvSpPr>
          <p:cNvPr id="30" name="S10-mark201"/>
          <p:cNvSpPr/>
          <p:nvPr/>
        </p:nvSpPr>
        <p:spPr>
          <a:xfrm>
            <a:off x="7135916" y="3741493"/>
            <a:ext cx="0" cy="145833"/>
          </a:xfrm>
          <a:prstGeom prst="line">
            <a:avLst/>
          </a:prstGeom>
          <a:noFill/>
          <a:ln w="22225">
            <a:solidFill>
              <a:srgbClr val="1F2937"/>
            </a:solidFill>
            <a:prstDash val="solid"/>
          </a:ln>
        </p:spPr>
      </p:sp>
      <p:sp>
        <p:nvSpPr>
          <p:cNvPr id="31" name="S10-mark202"/>
          <p:cNvSpPr/>
          <p:nvPr/>
        </p:nvSpPr>
        <p:spPr>
          <a:xfrm>
            <a:off x="7591646" y="3741493"/>
            <a:ext cx="0" cy="145833"/>
          </a:xfrm>
          <a:prstGeom prst="line">
            <a:avLst/>
          </a:prstGeom>
          <a:noFill/>
          <a:ln w="22225">
            <a:solidFill>
              <a:srgbClr val="1F2937"/>
            </a:solidFill>
            <a:prstDash val="solid"/>
          </a:ln>
        </p:spPr>
      </p:sp>
      <p:sp>
        <p:nvSpPr>
          <p:cNvPr id="32" name="S10-mark203"/>
          <p:cNvSpPr/>
          <p:nvPr/>
        </p:nvSpPr>
        <p:spPr>
          <a:xfrm>
            <a:off x="8047375" y="3741493"/>
            <a:ext cx="0" cy="145833"/>
          </a:xfrm>
          <a:prstGeom prst="line">
            <a:avLst/>
          </a:prstGeom>
          <a:noFill/>
          <a:ln w="22225">
            <a:solidFill>
              <a:srgbClr val="1F2937"/>
            </a:solidFill>
            <a:prstDash val="solid"/>
          </a:ln>
        </p:spPr>
      </p:sp>
      <p:sp>
        <p:nvSpPr>
          <p:cNvPr id="33" name="S10-mark204"/>
          <p:cNvSpPr/>
          <p:nvPr/>
        </p:nvSpPr>
        <p:spPr>
          <a:xfrm>
            <a:off x="8503105" y="3741493"/>
            <a:ext cx="0" cy="145833"/>
          </a:xfrm>
          <a:prstGeom prst="line">
            <a:avLst/>
          </a:prstGeom>
          <a:noFill/>
          <a:ln w="22225">
            <a:solidFill>
              <a:srgbClr val="1F2937"/>
            </a:solidFill>
            <a:prstDash val="solid"/>
          </a:ln>
        </p:spPr>
      </p:sp>
      <p:sp>
        <p:nvSpPr>
          <p:cNvPr id="34" name="S10-mark205"/>
          <p:cNvSpPr/>
          <p:nvPr/>
        </p:nvSpPr>
        <p:spPr>
          <a:xfrm>
            <a:off x="9414563" y="3741493"/>
            <a:ext cx="0" cy="145833"/>
          </a:xfrm>
          <a:prstGeom prst="line">
            <a:avLst/>
          </a:prstGeom>
          <a:noFill/>
          <a:ln w="22225">
            <a:solidFill>
              <a:srgbClr val="1F2937"/>
            </a:solidFill>
            <a:prstDash val="solid"/>
          </a:ln>
        </p:spPr>
      </p:sp>
      <p:sp>
        <p:nvSpPr>
          <p:cNvPr id="35" name="S10-mark206"/>
          <p:cNvSpPr/>
          <p:nvPr/>
        </p:nvSpPr>
        <p:spPr>
          <a:xfrm>
            <a:off x="9870293" y="3741493"/>
            <a:ext cx="0" cy="145833"/>
          </a:xfrm>
          <a:prstGeom prst="line">
            <a:avLst/>
          </a:prstGeom>
          <a:noFill/>
          <a:ln w="22225">
            <a:solidFill>
              <a:srgbClr val="1F2937"/>
            </a:solidFill>
            <a:prstDash val="solid"/>
          </a:ln>
        </p:spPr>
      </p:sp>
      <p:sp>
        <p:nvSpPr>
          <p:cNvPr id="36" name="S10-mark207"/>
          <p:cNvSpPr/>
          <p:nvPr/>
        </p:nvSpPr>
        <p:spPr>
          <a:xfrm>
            <a:off x="10326022" y="3741493"/>
            <a:ext cx="0" cy="145833"/>
          </a:xfrm>
          <a:prstGeom prst="line">
            <a:avLst/>
          </a:prstGeom>
          <a:noFill/>
          <a:ln w="22225">
            <a:solidFill>
              <a:srgbClr val="1F2937"/>
            </a:solidFill>
            <a:prstDash val="solid"/>
          </a:ln>
        </p:spPr>
      </p:sp>
      <p:sp>
        <p:nvSpPr>
          <p:cNvPr id="37" name="S10-mark208"/>
          <p:cNvSpPr/>
          <p:nvPr/>
        </p:nvSpPr>
        <p:spPr>
          <a:xfrm>
            <a:off x="10781752" y="3741493"/>
            <a:ext cx="0" cy="145833"/>
          </a:xfrm>
          <a:prstGeom prst="line">
            <a:avLst/>
          </a:prstGeom>
          <a:noFill/>
          <a:ln w="22225">
            <a:solidFill>
              <a:srgbClr val="1F2937"/>
            </a:solidFill>
            <a:prstDash val="solid"/>
          </a:ln>
        </p:spPr>
      </p:sp>
      <p:sp>
        <p:nvSpPr>
          <p:cNvPr id="38" name="S10-mark209"/>
          <p:cNvSpPr/>
          <p:nvPr/>
        </p:nvSpPr>
        <p:spPr>
          <a:xfrm>
            <a:off x="11237481" y="3741493"/>
            <a:ext cx="0" cy="145833"/>
          </a:xfrm>
          <a:prstGeom prst="line">
            <a:avLst/>
          </a:prstGeom>
          <a:noFill/>
          <a:ln w="22225">
            <a:solidFill>
              <a:srgbClr val="1F2937"/>
            </a:solidFill>
            <a:prstDash val="solid"/>
          </a:ln>
        </p:spPr>
      </p:sp>
      <p:sp>
        <p:nvSpPr>
          <p:cNvPr id="39" name="S10-mark210"/>
          <p:cNvSpPr/>
          <p:nvPr/>
        </p:nvSpPr>
        <p:spPr>
          <a:xfrm>
            <a:off x="6429535" y="3814410"/>
            <a:ext cx="2415366" cy="0"/>
          </a:xfrm>
          <a:prstGeom prst="line">
            <a:avLst/>
          </a:prstGeom>
          <a:noFill/>
          <a:ln w="88900">
            <a:solidFill>
              <a:srgbClr val="E9762B"/>
            </a:solidFill>
            <a:prstDash val="solid"/>
          </a:ln>
        </p:spPr>
      </p:sp>
      <p:sp>
        <p:nvSpPr>
          <p:cNvPr id="40" name="S10-label212"/>
          <p:cNvSpPr txBox="1"/>
          <p:nvPr/>
        </p:nvSpPr>
        <p:spPr>
          <a:xfrm>
            <a:off x="6440919" y="3967910"/>
            <a:ext cx="478536" cy="34925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algn="ctr" indent="0" marL="0">
              <a:buNone/>
            </a:pPr>
            <a:r>
              <a:rPr lang="ko-KR" altLang="en-US" sz="2200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15</a:t>
            </a:r>
            <a:endParaRPr lang="ko-KR" sz="2200" dirty="0"/>
          </a:p>
        </p:txBody>
      </p:sp>
      <p:sp>
        <p:nvSpPr>
          <p:cNvPr id="41" name="S10-label214"/>
          <p:cNvSpPr txBox="1"/>
          <p:nvPr/>
        </p:nvSpPr>
        <p:spPr>
          <a:xfrm>
            <a:off x="8719566" y="3967910"/>
            <a:ext cx="478536" cy="34925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algn="ctr" indent="0" marL="0">
              <a:buNone/>
            </a:pPr>
            <a:r>
              <a:rPr lang="ko-KR" altLang="en-US" sz="2200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20</a:t>
            </a:r>
            <a:endParaRPr lang="ko-KR" sz="2200" dirty="0"/>
          </a:p>
        </p:txBody>
      </p:sp>
      <p:sp>
        <p:nvSpPr>
          <p:cNvPr id="42" name="S10-label216"/>
          <p:cNvSpPr txBox="1"/>
          <p:nvPr/>
        </p:nvSpPr>
        <p:spPr>
          <a:xfrm>
            <a:off x="10998213" y="3967910"/>
            <a:ext cx="478536" cy="34925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algn="ctr" indent="0" marL="0">
              <a:buNone/>
            </a:pPr>
            <a:r>
              <a:rPr lang="ko-KR" altLang="en-US" sz="2200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25</a:t>
            </a:r>
            <a:endParaRPr lang="ko-KR" sz="2200" dirty="0"/>
          </a:p>
        </p:txBody>
      </p:sp>
      <p:sp>
        <p:nvSpPr>
          <p:cNvPr id="43" name="S10-text217"/>
          <p:cNvSpPr txBox="1"/>
          <p:nvPr/>
        </p:nvSpPr>
        <p:spPr>
          <a:xfrm>
            <a:off x="6277356" y="4688332"/>
            <a:ext cx="5362956" cy="43230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eaLnBrk="0" algn="l" indent="0" marL="0">
              <a:buNone/>
            </a:pPr>
            <a:r>
              <a:rPr lang="ko-KR" altLang="en-US" sz="2200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20에 ○를 그렸어요.</a:t>
            </a:r>
            <a:endParaRPr lang="ko-KR" sz="22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0881360" y="6382512"/>
            <a:ext cx="731520" cy="32004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200">
                <a:solidFill>
                  <a:srgbClr val="4B5563"/>
                </a:solidFill>
                <a:latin typeface="맑은 고딕"/>
                <a:ea typeface="맑은 고딕"/>
                <a:cs typeface="맑은 고딕"/>
              </a:defRPr>
            </a:lvl1pPr>
          </a:lstStyle>
          <a:p>
            <a:pPr eaLnBrk="0" algn="r"/>
            <a:fld id="{F7021451-1387-4CA6-816F-3879F97B5CBC}" type="slidenum">
              <a:rPr b="0" lang="en-US"/>
              <a:t>10</a:t>
            </a:fld>
            <a:endParaRPr lang="en-US"/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1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title" hasCustomPrompt="1"/>
          </p:nvPr>
        </p:nvSpPr>
        <p:spPr>
          <a:xfrm>
            <a:off x="548640" y="320040"/>
            <a:ext cx="11064240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algn="l" indent="0" marL="0">
              <a:buNone/>
            </a:pPr>
            <a:r>
              <a:rPr lang="ko-KR" altLang="en-US" sz="4000" b="1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혼자 해 보기</a:t>
            </a:r>
            <a:endParaRPr lang="ko-KR" sz="4000" dirty="0"/>
          </a:p>
        </p:txBody>
      </p:sp>
      <p:sp>
        <p:nvSpPr>
          <p:cNvPr id="3" name="S11-text218"/>
          <p:cNvSpPr txBox="1"/>
          <p:nvPr/>
        </p:nvSpPr>
        <p:spPr>
          <a:xfrm>
            <a:off x="548640" y="1325880"/>
            <a:ext cx="11091672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algn="l" indent="0" marL="0">
              <a:buNone/>
            </a:pPr>
            <a:r>
              <a:rPr lang="ko-KR" altLang="en-US" sz="2800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혼자 풀고, 까닭도 말해요.</a:t>
            </a:r>
            <a:endParaRPr lang="ko-KR" sz="2800" dirty="0"/>
          </a:p>
        </p:txBody>
      </p:sp>
      <p:sp>
        <p:nvSpPr>
          <p:cNvPr id="4" name="S11-card219"/>
          <p:cNvSpPr/>
          <p:nvPr/>
        </p:nvSpPr>
        <p:spPr>
          <a:xfrm>
            <a:off x="548640" y="5349240"/>
            <a:ext cx="11091672" cy="868680"/>
          </a:xfrm>
          <a:prstGeom prst="roundRect">
            <a:avLst>
              <a:gd name="adj" fmla="val 12632"/>
            </a:avLst>
          </a:prstGeom>
          <a:solidFill>
            <a:srgbClr val="E6ECF4"/>
          </a:solidFill>
          <a:ln w="12700">
            <a:solidFill>
              <a:srgbClr val="E6ECF4"/>
            </a:solidFill>
            <a:prstDash val="solid"/>
          </a:ln>
        </p:spPr>
      </p:sp>
      <p:sp>
        <p:nvSpPr>
          <p:cNvPr id="5" name="S11-cardtext220"/>
          <p:cNvSpPr txBox="1"/>
          <p:nvPr/>
        </p:nvSpPr>
        <p:spPr>
          <a:xfrm>
            <a:off x="822960" y="5486400"/>
            <a:ext cx="10543032" cy="594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indent="0" marL="0">
              <a:spcAft>
                <a:spcPts val="600"/>
              </a:spcAft>
              <a:buNone/>
            </a:pPr>
            <a:r>
              <a:rPr lang="ko-KR" altLang="en-US" sz="2800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② 수직선이 나타내는 범위를 두 가지 말로 써요.</a:t>
            </a:r>
            <a:endParaRPr lang="ko-KR" sz="2800" dirty="0"/>
          </a:p>
        </p:txBody>
      </p:sp>
      <p:sp>
        <p:nvSpPr>
          <p:cNvPr id="6" name="S11-chip221"/>
          <p:cNvSpPr txBox="1"/>
          <p:nvPr/>
        </p:nvSpPr>
        <p:spPr>
          <a:xfrm>
            <a:off x="548640" y="2185416"/>
            <a:ext cx="566928" cy="566928"/>
          </a:xfrm>
          <a:prstGeom prst="roundRect">
            <a:avLst>
              <a:gd name="adj" fmla="val 25806"/>
            </a:avLst>
          </a:prstGeom>
          <a:solidFill>
            <a:srgbClr val="264653"/>
          </a:solidFill>
          <a:ln>
            <a:solidFill>
              <a:srgbClr val="264653"/>
            </a:solidFill>
          </a:ln>
        </p:spPr>
        <p:txBody>
          <a:bodyPr wrap="square" lIns="0" tIns="0" rIns="0" bIns="0" rtlCol="0" anchor="ctr"/>
          <a:lstStyle/>
          <a:p>
            <a:pPr eaLnBrk="0" algn="ctr" indent="0" marL="0">
              <a:buNone/>
            </a:pPr>
            <a:r>
              <a:rPr lang="ko-KR" altLang="en-US" sz="2200" b="1" dirty="0">
                <a:solidFill>
                  <a:srgbClr val="FFFFF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①</a:t>
            </a:r>
            <a:endParaRPr lang="ko-KR" sz="2200" dirty="0"/>
          </a:p>
        </p:txBody>
      </p:sp>
      <p:sp>
        <p:nvSpPr>
          <p:cNvPr id="7" name="S11-text222"/>
          <p:cNvSpPr txBox="1"/>
          <p:nvPr/>
        </p:nvSpPr>
        <p:spPr>
          <a:xfrm>
            <a:off x="1344168" y="2011680"/>
            <a:ext cx="10296144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algn="l" indent="0" marL="0">
              <a:buNone/>
            </a:pPr>
            <a:r>
              <a:rPr lang="ko-KR" altLang="en-US" sz="2800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25 이상 30 미만인 수를 모두 골라요.</a:t>
            </a:r>
            <a:endParaRPr lang="ko-KR" sz="2800" dirty="0"/>
          </a:p>
          <a:p>
            <a:pPr eaLnBrk="0" algn="l" indent="0" marL="0">
              <a:buNone/>
            </a:pPr>
            <a:r>
              <a:rPr lang="ko-KR" altLang="en-US" sz="2800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24,  25,  27.5,  30,  31</a:t>
            </a:r>
            <a:endParaRPr lang="ko-KR" sz="2800" dirty="0"/>
          </a:p>
        </p:txBody>
      </p:sp>
      <p:sp>
        <p:nvSpPr>
          <p:cNvPr id="8" name="S11-chip223"/>
          <p:cNvSpPr txBox="1"/>
          <p:nvPr/>
        </p:nvSpPr>
        <p:spPr>
          <a:xfrm>
            <a:off x="548640" y="3282696"/>
            <a:ext cx="566928" cy="566928"/>
          </a:xfrm>
          <a:prstGeom prst="roundRect">
            <a:avLst>
              <a:gd name="adj" fmla="val 25806"/>
            </a:avLst>
          </a:prstGeom>
          <a:solidFill>
            <a:srgbClr val="264653"/>
          </a:solidFill>
          <a:ln>
            <a:solidFill>
              <a:srgbClr val="264653"/>
            </a:solidFill>
          </a:ln>
        </p:spPr>
        <p:txBody>
          <a:bodyPr wrap="square" lIns="0" tIns="0" rIns="0" bIns="0" rtlCol="0" anchor="ctr"/>
          <a:lstStyle/>
          <a:p>
            <a:pPr eaLnBrk="0" algn="ctr" indent="0" marL="0">
              <a:buNone/>
            </a:pPr>
            <a:r>
              <a:rPr lang="ko-KR" altLang="en-US" sz="2200" b="1" dirty="0">
                <a:solidFill>
                  <a:srgbClr val="FFFFF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②</a:t>
            </a:r>
            <a:endParaRPr lang="ko-KR" sz="2200" dirty="0"/>
          </a:p>
        </p:txBody>
      </p:sp>
      <p:sp>
        <p:nvSpPr>
          <p:cNvPr id="9" name="S11-figure224" descr="38부터 47까지 수직선: 40에 ○, 45에 ●, 그 사이를 굵은 선으로 칠함"/>
          <p:cNvSpPr/>
          <p:nvPr/>
        </p:nvSpPr>
        <p:spPr>
          <a:xfrm>
            <a:off x="2680965" y="3318122"/>
            <a:ext cx="255710" cy="255710"/>
          </a:xfrm>
          <a:prstGeom prst="ellipse">
            <a:avLst/>
          </a:prstGeom>
          <a:solidFill>
            <a:srgbClr val="FFFFFF"/>
          </a:solidFill>
          <a:ln w="34925">
            <a:solidFill>
              <a:srgbClr val="E9762B"/>
            </a:solidFill>
            <a:prstDash val="solid"/>
          </a:ln>
        </p:spPr>
      </p:sp>
      <p:sp>
        <p:nvSpPr>
          <p:cNvPr id="10" name="S11-mark225"/>
          <p:cNvSpPr/>
          <p:nvPr/>
        </p:nvSpPr>
        <p:spPr>
          <a:xfrm>
            <a:off x="5238061" y="3318122"/>
            <a:ext cx="255710" cy="255710"/>
          </a:xfrm>
          <a:prstGeom prst="ellipse">
            <a:avLst/>
          </a:prstGeom>
          <a:solidFill>
            <a:srgbClr val="E9762B"/>
          </a:solidFill>
          <a:ln w="34925">
            <a:solidFill>
              <a:srgbClr val="E9762B"/>
            </a:solidFill>
            <a:prstDash val="solid"/>
          </a:ln>
        </p:spPr>
      </p:sp>
      <p:sp>
        <p:nvSpPr>
          <p:cNvPr id="11" name="S11-mark226"/>
          <p:cNvSpPr/>
          <p:nvPr/>
        </p:nvSpPr>
        <p:spPr>
          <a:xfrm>
            <a:off x="1427988" y="3445976"/>
            <a:ext cx="1252977" cy="0"/>
          </a:xfrm>
          <a:prstGeom prst="line">
            <a:avLst/>
          </a:prstGeom>
          <a:noFill/>
          <a:ln w="28575">
            <a:solidFill>
              <a:srgbClr val="1F2937"/>
            </a:solidFill>
            <a:prstDash val="solid"/>
            <a:headEnd type="triangle"/>
          </a:ln>
        </p:spPr>
      </p:sp>
      <p:sp>
        <p:nvSpPr>
          <p:cNvPr id="12" name="S11-mark227"/>
          <p:cNvSpPr/>
          <p:nvPr/>
        </p:nvSpPr>
        <p:spPr>
          <a:xfrm>
            <a:off x="2936675" y="3445976"/>
            <a:ext cx="3810073" cy="0"/>
          </a:xfrm>
          <a:prstGeom prst="line">
            <a:avLst/>
          </a:prstGeom>
          <a:noFill/>
          <a:ln w="28575">
            <a:solidFill>
              <a:srgbClr val="1F2937"/>
            </a:solidFill>
            <a:prstDash val="solid"/>
            <a:tailEnd type="triangle"/>
          </a:ln>
        </p:spPr>
      </p:sp>
      <p:sp>
        <p:nvSpPr>
          <p:cNvPr id="13" name="S11-mark228"/>
          <p:cNvSpPr/>
          <p:nvPr/>
        </p:nvSpPr>
        <p:spPr>
          <a:xfrm>
            <a:off x="1785981" y="3364149"/>
            <a:ext cx="0" cy="163654"/>
          </a:xfrm>
          <a:prstGeom prst="line">
            <a:avLst/>
          </a:prstGeom>
          <a:noFill/>
          <a:ln w="22225">
            <a:solidFill>
              <a:srgbClr val="1F2937"/>
            </a:solidFill>
            <a:prstDash val="solid"/>
          </a:ln>
        </p:spPr>
      </p:sp>
      <p:sp>
        <p:nvSpPr>
          <p:cNvPr id="14" name="S11-mark229"/>
          <p:cNvSpPr/>
          <p:nvPr/>
        </p:nvSpPr>
        <p:spPr>
          <a:xfrm>
            <a:off x="2297401" y="3364149"/>
            <a:ext cx="0" cy="163654"/>
          </a:xfrm>
          <a:prstGeom prst="line">
            <a:avLst/>
          </a:prstGeom>
          <a:noFill/>
          <a:ln w="22225">
            <a:solidFill>
              <a:srgbClr val="1F2937"/>
            </a:solidFill>
            <a:prstDash val="solid"/>
          </a:ln>
        </p:spPr>
      </p:sp>
      <p:sp>
        <p:nvSpPr>
          <p:cNvPr id="15" name="S11-mark230"/>
          <p:cNvSpPr/>
          <p:nvPr/>
        </p:nvSpPr>
        <p:spPr>
          <a:xfrm>
            <a:off x="3320239" y="3364149"/>
            <a:ext cx="0" cy="163654"/>
          </a:xfrm>
          <a:prstGeom prst="line">
            <a:avLst/>
          </a:prstGeom>
          <a:noFill/>
          <a:ln w="22225">
            <a:solidFill>
              <a:srgbClr val="1F2937"/>
            </a:solidFill>
            <a:prstDash val="solid"/>
          </a:ln>
        </p:spPr>
      </p:sp>
      <p:sp>
        <p:nvSpPr>
          <p:cNvPr id="16" name="S11-mark231"/>
          <p:cNvSpPr/>
          <p:nvPr/>
        </p:nvSpPr>
        <p:spPr>
          <a:xfrm>
            <a:off x="3831658" y="3364149"/>
            <a:ext cx="0" cy="163654"/>
          </a:xfrm>
          <a:prstGeom prst="line">
            <a:avLst/>
          </a:prstGeom>
          <a:noFill/>
          <a:ln w="22225">
            <a:solidFill>
              <a:srgbClr val="1F2937"/>
            </a:solidFill>
            <a:prstDash val="solid"/>
          </a:ln>
        </p:spPr>
      </p:sp>
      <p:sp>
        <p:nvSpPr>
          <p:cNvPr id="17" name="S11-mark232"/>
          <p:cNvSpPr/>
          <p:nvPr/>
        </p:nvSpPr>
        <p:spPr>
          <a:xfrm>
            <a:off x="4343078" y="3364149"/>
            <a:ext cx="0" cy="163654"/>
          </a:xfrm>
          <a:prstGeom prst="line">
            <a:avLst/>
          </a:prstGeom>
          <a:noFill/>
          <a:ln w="22225">
            <a:solidFill>
              <a:srgbClr val="1F2937"/>
            </a:solidFill>
            <a:prstDash val="solid"/>
          </a:ln>
        </p:spPr>
      </p:sp>
      <p:sp>
        <p:nvSpPr>
          <p:cNvPr id="18" name="S11-mark233"/>
          <p:cNvSpPr/>
          <p:nvPr/>
        </p:nvSpPr>
        <p:spPr>
          <a:xfrm>
            <a:off x="4854497" y="3364149"/>
            <a:ext cx="0" cy="163654"/>
          </a:xfrm>
          <a:prstGeom prst="line">
            <a:avLst/>
          </a:prstGeom>
          <a:noFill/>
          <a:ln w="22225">
            <a:solidFill>
              <a:srgbClr val="1F2937"/>
            </a:solidFill>
            <a:prstDash val="solid"/>
          </a:ln>
        </p:spPr>
      </p:sp>
      <p:sp>
        <p:nvSpPr>
          <p:cNvPr id="19" name="S11-mark234"/>
          <p:cNvSpPr/>
          <p:nvPr/>
        </p:nvSpPr>
        <p:spPr>
          <a:xfrm>
            <a:off x="5877335" y="3364149"/>
            <a:ext cx="0" cy="163654"/>
          </a:xfrm>
          <a:prstGeom prst="line">
            <a:avLst/>
          </a:prstGeom>
          <a:noFill/>
          <a:ln w="22225">
            <a:solidFill>
              <a:srgbClr val="1F2937"/>
            </a:solidFill>
            <a:prstDash val="solid"/>
          </a:ln>
        </p:spPr>
      </p:sp>
      <p:sp>
        <p:nvSpPr>
          <p:cNvPr id="20" name="S11-mark235"/>
          <p:cNvSpPr/>
          <p:nvPr/>
        </p:nvSpPr>
        <p:spPr>
          <a:xfrm>
            <a:off x="6388755" y="3364149"/>
            <a:ext cx="0" cy="163654"/>
          </a:xfrm>
          <a:prstGeom prst="line">
            <a:avLst/>
          </a:prstGeom>
          <a:noFill/>
          <a:ln w="22225">
            <a:solidFill>
              <a:srgbClr val="1F2937"/>
            </a:solidFill>
            <a:prstDash val="solid"/>
          </a:ln>
        </p:spPr>
      </p:sp>
      <p:sp>
        <p:nvSpPr>
          <p:cNvPr id="21" name="S11-mark236"/>
          <p:cNvSpPr/>
          <p:nvPr/>
        </p:nvSpPr>
        <p:spPr>
          <a:xfrm>
            <a:off x="2936675" y="3445976"/>
            <a:ext cx="2429241" cy="0"/>
          </a:xfrm>
          <a:prstGeom prst="line">
            <a:avLst/>
          </a:prstGeom>
          <a:noFill/>
          <a:ln w="88900">
            <a:solidFill>
              <a:srgbClr val="E9762B"/>
            </a:solidFill>
            <a:prstDash val="solid"/>
          </a:ln>
        </p:spPr>
      </p:sp>
      <p:sp>
        <p:nvSpPr>
          <p:cNvPr id="22" name="S11-label238"/>
          <p:cNvSpPr txBox="1"/>
          <p:nvPr/>
        </p:nvSpPr>
        <p:spPr>
          <a:xfrm>
            <a:off x="1546713" y="3639573"/>
            <a:ext cx="478536" cy="34925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algn="ctr" indent="0" marL="0">
              <a:buNone/>
            </a:pPr>
            <a:r>
              <a:rPr lang="ko-KR" altLang="en-US" sz="2200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38</a:t>
            </a:r>
            <a:endParaRPr lang="ko-KR" sz="2200" dirty="0"/>
          </a:p>
        </p:txBody>
      </p:sp>
      <p:sp>
        <p:nvSpPr>
          <p:cNvPr id="23" name="S11-label240"/>
          <p:cNvSpPr txBox="1"/>
          <p:nvPr/>
        </p:nvSpPr>
        <p:spPr>
          <a:xfrm>
            <a:off x="2569552" y="3639573"/>
            <a:ext cx="478536" cy="34925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algn="ctr" indent="0" marL="0">
              <a:buNone/>
            </a:pPr>
            <a:r>
              <a:rPr lang="ko-KR" altLang="en-US" sz="2200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40</a:t>
            </a:r>
            <a:endParaRPr lang="ko-KR" sz="2200" dirty="0"/>
          </a:p>
        </p:txBody>
      </p:sp>
      <p:sp>
        <p:nvSpPr>
          <p:cNvPr id="24" name="S11-label242"/>
          <p:cNvSpPr txBox="1"/>
          <p:nvPr/>
        </p:nvSpPr>
        <p:spPr>
          <a:xfrm>
            <a:off x="5126648" y="3639573"/>
            <a:ext cx="478536" cy="34925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algn="ctr" indent="0" marL="0">
              <a:buNone/>
            </a:pPr>
            <a:r>
              <a:rPr lang="ko-KR" altLang="en-US" sz="2200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45</a:t>
            </a:r>
            <a:endParaRPr lang="ko-KR" sz="2200" dirty="0"/>
          </a:p>
        </p:txBody>
      </p:sp>
      <p:sp>
        <p:nvSpPr>
          <p:cNvPr id="25" name="S11-chip243"/>
          <p:cNvSpPr txBox="1"/>
          <p:nvPr/>
        </p:nvSpPr>
        <p:spPr>
          <a:xfrm>
            <a:off x="548640" y="4379976"/>
            <a:ext cx="566928" cy="566928"/>
          </a:xfrm>
          <a:prstGeom prst="roundRect">
            <a:avLst>
              <a:gd name="adj" fmla="val 25806"/>
            </a:avLst>
          </a:prstGeom>
          <a:solidFill>
            <a:srgbClr val="264653"/>
          </a:solidFill>
          <a:ln>
            <a:solidFill>
              <a:srgbClr val="264653"/>
            </a:solidFill>
          </a:ln>
        </p:spPr>
        <p:txBody>
          <a:bodyPr wrap="square" lIns="0" tIns="0" rIns="0" bIns="0" rtlCol="0" anchor="ctr"/>
          <a:lstStyle/>
          <a:p>
            <a:pPr eaLnBrk="0" algn="ctr" indent="0" marL="0">
              <a:buNone/>
            </a:pPr>
            <a:r>
              <a:rPr lang="ko-KR" altLang="en-US" sz="2200" b="1" dirty="0">
                <a:solidFill>
                  <a:srgbClr val="FFFFF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③</a:t>
            </a:r>
            <a:endParaRPr lang="ko-KR" sz="2200" dirty="0"/>
          </a:p>
        </p:txBody>
      </p:sp>
      <p:sp>
        <p:nvSpPr>
          <p:cNvPr id="26" name="S11-text244"/>
          <p:cNvSpPr txBox="1"/>
          <p:nvPr/>
        </p:nvSpPr>
        <p:spPr>
          <a:xfrm>
            <a:off x="1344168" y="4206240"/>
            <a:ext cx="10296144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algn="l" indent="0" marL="0">
              <a:buNone/>
            </a:pPr>
            <a:r>
              <a:rPr lang="ko-KR" altLang="en-US" sz="2800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키 120 cm 이상 150 cm 미만만 탈 수 있어요.</a:t>
            </a:r>
            <a:endParaRPr lang="ko-KR" sz="2800" dirty="0"/>
          </a:p>
          <a:p>
            <a:pPr eaLnBrk="0" algn="l" indent="0" marL="0">
              <a:buNone/>
            </a:pPr>
            <a:r>
              <a:rPr lang="ko-KR" altLang="en-US" sz="2800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키가 150 cm인 하늘이는 탈 수 있을까요?</a:t>
            </a:r>
            <a:endParaRPr lang="ko-KR" sz="28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0881360" y="6382512"/>
            <a:ext cx="731520" cy="32004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200">
                <a:solidFill>
                  <a:srgbClr val="4B5563"/>
                </a:solidFill>
                <a:latin typeface="맑은 고딕"/>
                <a:ea typeface="맑은 고딕"/>
                <a:cs typeface="맑은 고딕"/>
              </a:defRPr>
            </a:lvl1pPr>
          </a:lstStyle>
          <a:p>
            <a:pPr eaLnBrk="0" algn="r"/>
            <a:fld id="{F7021451-1387-4CA6-816F-3879F97B5CBC}" type="slidenum">
              <a:rPr b="0" lang="en-US"/>
              <a:t>11</a:t>
            </a:fld>
            <a:endParaRPr lang="en-US"/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2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title" hasCustomPrompt="1"/>
          </p:nvPr>
        </p:nvSpPr>
        <p:spPr>
          <a:xfrm>
            <a:off x="548640" y="320040"/>
            <a:ext cx="11064240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algn="l" indent="0" marL="0">
              <a:buNone/>
            </a:pPr>
            <a:r>
              <a:rPr lang="ko-KR" altLang="en-US" sz="4000" b="1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혼자 해 보기 정답</a:t>
            </a:r>
            <a:endParaRPr lang="ko-KR" sz="4000" dirty="0"/>
          </a:p>
        </p:txBody>
      </p:sp>
      <p:sp>
        <p:nvSpPr>
          <p:cNvPr id="3" name="S12-card245"/>
          <p:cNvSpPr/>
          <p:nvPr/>
        </p:nvSpPr>
        <p:spPr>
          <a:xfrm>
            <a:off x="548640" y="5349240"/>
            <a:ext cx="11091672" cy="868680"/>
          </a:xfrm>
          <a:prstGeom prst="roundRect">
            <a:avLst>
              <a:gd name="adj" fmla="val 12632"/>
            </a:avLst>
          </a:prstGeom>
          <a:solidFill>
            <a:srgbClr val="EAF3F1"/>
          </a:solidFill>
          <a:ln w="12700">
            <a:solidFill>
              <a:srgbClr val="EAF3F1"/>
            </a:solidFill>
            <a:prstDash val="solid"/>
          </a:ln>
        </p:spPr>
      </p:sp>
      <p:sp>
        <p:nvSpPr>
          <p:cNvPr id="4" name="S12-cardtext246"/>
          <p:cNvSpPr txBox="1"/>
          <p:nvPr/>
        </p:nvSpPr>
        <p:spPr>
          <a:xfrm>
            <a:off x="822960" y="5486400"/>
            <a:ext cx="10543032" cy="594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indent="0" marL="0">
              <a:spcAft>
                <a:spcPts val="600"/>
              </a:spcAft>
              <a:buNone/>
            </a:pPr>
            <a:r>
              <a:rPr lang="ko-KR" altLang="en-US" sz="2800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틀린 문제는 수직선에 ●, ○를 다시 그려 보게 하세요.</a:t>
            </a:r>
            <a:endParaRPr lang="ko-KR" sz="2800" dirty="0"/>
          </a:p>
        </p:txBody>
      </p:sp>
      <p:sp>
        <p:nvSpPr>
          <p:cNvPr id="5" name="S12-chip247"/>
          <p:cNvSpPr txBox="1"/>
          <p:nvPr/>
        </p:nvSpPr>
        <p:spPr>
          <a:xfrm>
            <a:off x="548640" y="1325880"/>
            <a:ext cx="5362956" cy="548640"/>
          </a:xfrm>
          <a:prstGeom prst="roundRect">
            <a:avLst>
              <a:gd name="adj" fmla="val 26667"/>
            </a:avLst>
          </a:prstGeom>
          <a:solidFill>
            <a:srgbClr val="E3F4F1"/>
          </a:solidFill>
          <a:ln>
            <a:solidFill>
              <a:srgbClr val="E3F4F1"/>
            </a:solidFill>
          </a:ln>
        </p:spPr>
        <p:txBody>
          <a:bodyPr wrap="square" lIns="177800" tIns="0" rIns="177800" bIns="0" rtlCol="0" anchor="ctr"/>
          <a:lstStyle/>
          <a:p>
            <a:pPr eaLnBrk="0" algn="l" indent="0" marL="0">
              <a:buNone/>
            </a:pPr>
            <a:r>
              <a:rPr lang="ko-KR" altLang="en-US" sz="2200" b="1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○ 정답</a:t>
            </a:r>
            <a:endParaRPr lang="ko-KR" sz="2200" dirty="0"/>
          </a:p>
        </p:txBody>
      </p:sp>
      <p:sp>
        <p:nvSpPr>
          <p:cNvPr id="6" name="S12-text248"/>
          <p:cNvSpPr txBox="1"/>
          <p:nvPr/>
        </p:nvSpPr>
        <p:spPr>
          <a:xfrm>
            <a:off x="548640" y="2057400"/>
            <a:ext cx="5362956" cy="929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algn="l" indent="0" marL="0">
              <a:buNone/>
            </a:pPr>
            <a:r>
              <a:rPr lang="ko-KR" altLang="en-US" sz="2800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① 25, 27.5</a:t>
            </a:r>
            <a:endParaRPr lang="ko-KR" sz="2800" dirty="0"/>
          </a:p>
        </p:txBody>
      </p:sp>
      <p:sp>
        <p:nvSpPr>
          <p:cNvPr id="7" name="S12-text249"/>
          <p:cNvSpPr txBox="1"/>
          <p:nvPr/>
        </p:nvSpPr>
        <p:spPr>
          <a:xfrm>
            <a:off x="548640" y="3124200"/>
            <a:ext cx="5362956" cy="929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algn="l" indent="0" marL="0">
              <a:buNone/>
            </a:pPr>
            <a:r>
              <a:rPr lang="ko-KR" altLang="en-US" sz="2800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② 40 초과 45 이하</a:t>
            </a:r>
            <a:endParaRPr lang="ko-KR" sz="2800" dirty="0"/>
          </a:p>
        </p:txBody>
      </p:sp>
      <p:sp>
        <p:nvSpPr>
          <p:cNvPr id="8" name="S12-text250"/>
          <p:cNvSpPr txBox="1"/>
          <p:nvPr/>
        </p:nvSpPr>
        <p:spPr>
          <a:xfrm>
            <a:off x="548640" y="4191000"/>
            <a:ext cx="5362956" cy="929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algn="l" indent="0" marL="0">
              <a:buNone/>
            </a:pPr>
            <a:r>
              <a:rPr lang="ko-KR" altLang="en-US" sz="2800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③ 못 타요. 150은 150 미만이 아니에요.</a:t>
            </a:r>
            <a:endParaRPr lang="ko-KR" sz="2800" dirty="0"/>
          </a:p>
        </p:txBody>
      </p:sp>
      <p:sp>
        <p:nvSpPr>
          <p:cNvPr id="9" name="S12-chip251"/>
          <p:cNvSpPr txBox="1"/>
          <p:nvPr/>
        </p:nvSpPr>
        <p:spPr>
          <a:xfrm>
            <a:off x="6277356" y="1325880"/>
            <a:ext cx="5362956" cy="548640"/>
          </a:xfrm>
          <a:prstGeom prst="roundRect">
            <a:avLst>
              <a:gd name="adj" fmla="val 26667"/>
            </a:avLst>
          </a:prstGeom>
          <a:solidFill>
            <a:srgbClr val="FBE6E7"/>
          </a:solidFill>
          <a:ln>
            <a:solidFill>
              <a:srgbClr val="FBE6E7"/>
            </a:solidFill>
          </a:ln>
        </p:spPr>
        <p:txBody>
          <a:bodyPr wrap="square" lIns="177800" tIns="0" rIns="177800" bIns="0" rtlCol="0" anchor="ctr"/>
          <a:lstStyle/>
          <a:p>
            <a:pPr eaLnBrk="0" algn="l" indent="0" marL="0">
              <a:buNone/>
            </a:pPr>
            <a:r>
              <a:rPr lang="ko-KR" altLang="en-US" sz="2200" b="1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× 흔한 실수</a:t>
            </a:r>
            <a:endParaRPr lang="ko-KR" sz="2200" dirty="0"/>
          </a:p>
        </p:txBody>
      </p:sp>
      <p:sp>
        <p:nvSpPr>
          <p:cNvPr id="10" name="S12-text252"/>
          <p:cNvSpPr txBox="1"/>
          <p:nvPr/>
        </p:nvSpPr>
        <p:spPr>
          <a:xfrm>
            <a:off x="6277356" y="2057400"/>
            <a:ext cx="5362956" cy="929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algn="l" indent="0" marL="0">
              <a:buNone/>
            </a:pPr>
            <a:r>
              <a:rPr lang="ko-KR" altLang="en-US" sz="2800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① 30도 고름: 미만에 기준 수를 넣음</a:t>
            </a:r>
            <a:endParaRPr lang="ko-KR" sz="2800" dirty="0"/>
          </a:p>
        </p:txBody>
      </p:sp>
      <p:sp>
        <p:nvSpPr>
          <p:cNvPr id="11" name="S12-text253"/>
          <p:cNvSpPr txBox="1"/>
          <p:nvPr/>
        </p:nvSpPr>
        <p:spPr>
          <a:xfrm>
            <a:off x="6277356" y="3124200"/>
            <a:ext cx="5362956" cy="929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algn="l" indent="0" marL="0">
              <a:buNone/>
            </a:pPr>
            <a:r>
              <a:rPr lang="ko-KR" altLang="en-US" sz="2800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② 40 이상: ○와 ●를 구별하지 않음</a:t>
            </a:r>
            <a:endParaRPr lang="ko-KR" sz="2800" dirty="0"/>
          </a:p>
        </p:txBody>
      </p:sp>
      <p:sp>
        <p:nvSpPr>
          <p:cNvPr id="12" name="S12-text254"/>
          <p:cNvSpPr txBox="1"/>
          <p:nvPr/>
        </p:nvSpPr>
        <p:spPr>
          <a:xfrm>
            <a:off x="6277356" y="4191000"/>
            <a:ext cx="5362956" cy="929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algn="l" indent="0" marL="0">
              <a:buNone/>
            </a:pPr>
            <a:r>
              <a:rPr lang="ko-KR" altLang="en-US" sz="2800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③ 탈 수 있다: 미만을 이하로 읽음</a:t>
            </a:r>
            <a:endParaRPr lang="ko-KR" sz="28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0881360" y="6382512"/>
            <a:ext cx="731520" cy="32004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200">
                <a:solidFill>
                  <a:srgbClr val="4B5563"/>
                </a:solidFill>
                <a:latin typeface="맑은 고딕"/>
                <a:ea typeface="맑은 고딕"/>
                <a:cs typeface="맑은 고딕"/>
              </a:defRPr>
            </a:lvl1pPr>
          </a:lstStyle>
          <a:p>
            <a:pPr eaLnBrk="0" algn="r"/>
            <a:fld id="{F7021451-1387-4CA6-816F-3879F97B5CBC}" type="slidenum">
              <a:rPr b="0" lang="en-US"/>
              <a:t>12</a:t>
            </a:fld>
            <a:endParaRPr lang="en-US"/>
          </a:p>
        </p:txBody>
      </p:sp>
    </p:spTree>
  </p:cSld>
  <p:clrMapOvr>
    <a:masterClrMapping/>
  </p:clrMapOvr>
</p:sld>
</file>

<file path=ppt/slides/slide1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3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title" hasCustomPrompt="1"/>
          </p:nvPr>
        </p:nvSpPr>
        <p:spPr>
          <a:xfrm>
            <a:off x="548640" y="320040"/>
            <a:ext cx="11064240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algn="l" indent="0" marL="0">
              <a:buNone/>
            </a:pPr>
            <a:r>
              <a:rPr lang="ko-KR" altLang="en-US" sz="4000" b="1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바르게 나타낸 수직선은?</a:t>
            </a:r>
            <a:endParaRPr lang="ko-KR" sz="4000" dirty="0"/>
          </a:p>
        </p:txBody>
      </p:sp>
      <p:sp>
        <p:nvSpPr>
          <p:cNvPr id="3" name="S13-text255"/>
          <p:cNvSpPr txBox="1"/>
          <p:nvPr/>
        </p:nvSpPr>
        <p:spPr>
          <a:xfrm>
            <a:off x="548640" y="1325880"/>
            <a:ext cx="11091672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algn="l" indent="0" marL="0">
              <a:buNone/>
            </a:pPr>
            <a:r>
              <a:rPr lang="ko-KR" altLang="en-US" sz="2800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‘50 이상 60 미만’을 나타낸 수직선을 골라요.</a:t>
            </a:r>
            <a:endParaRPr lang="ko-KR" sz="2800" dirty="0"/>
          </a:p>
        </p:txBody>
      </p:sp>
      <p:sp>
        <p:nvSpPr>
          <p:cNvPr id="4" name="S13-card256"/>
          <p:cNvSpPr/>
          <p:nvPr/>
        </p:nvSpPr>
        <p:spPr>
          <a:xfrm>
            <a:off x="548640" y="5349240"/>
            <a:ext cx="11091672" cy="868680"/>
          </a:xfrm>
          <a:prstGeom prst="roundRect">
            <a:avLst>
              <a:gd name="adj" fmla="val 12632"/>
            </a:avLst>
          </a:prstGeom>
          <a:solidFill>
            <a:srgbClr val="EAF3F1"/>
          </a:solidFill>
          <a:ln w="12700">
            <a:solidFill>
              <a:srgbClr val="EAF3F1"/>
            </a:solidFill>
            <a:prstDash val="solid"/>
          </a:ln>
        </p:spPr>
      </p:sp>
      <p:sp>
        <p:nvSpPr>
          <p:cNvPr id="5" name="S13-cardtext257"/>
          <p:cNvSpPr txBox="1"/>
          <p:nvPr/>
        </p:nvSpPr>
        <p:spPr>
          <a:xfrm>
            <a:off x="822960" y="5486400"/>
            <a:ext cx="10543032" cy="594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indent="0" marL="0">
              <a:spcAft>
                <a:spcPts val="600"/>
              </a:spcAft>
              <a:buNone/>
            </a:pPr>
            <a:r>
              <a:rPr lang="ko-KR" altLang="en-US" sz="2800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고른 까닭을 ●와 ○로 말해요.</a:t>
            </a:r>
            <a:endParaRPr lang="ko-KR" sz="2800" dirty="0"/>
          </a:p>
        </p:txBody>
      </p:sp>
      <p:sp>
        <p:nvSpPr>
          <p:cNvPr id="6" name="S13-chip258"/>
          <p:cNvSpPr txBox="1"/>
          <p:nvPr/>
        </p:nvSpPr>
        <p:spPr>
          <a:xfrm>
            <a:off x="548640" y="2436876"/>
            <a:ext cx="566928" cy="566928"/>
          </a:xfrm>
          <a:prstGeom prst="roundRect">
            <a:avLst>
              <a:gd name="adj" fmla="val 25806"/>
            </a:avLst>
          </a:prstGeom>
          <a:solidFill>
            <a:srgbClr val="264653"/>
          </a:solidFill>
          <a:ln>
            <a:solidFill>
              <a:srgbClr val="264653"/>
            </a:solidFill>
          </a:ln>
        </p:spPr>
        <p:txBody>
          <a:bodyPr wrap="square" lIns="0" tIns="0" rIns="0" bIns="0" rtlCol="0" anchor="ctr"/>
          <a:lstStyle/>
          <a:p>
            <a:pPr eaLnBrk="0" algn="ctr" indent="0" marL="0">
              <a:buNone/>
            </a:pPr>
            <a:r>
              <a:rPr lang="ko-KR" altLang="en-US" sz="2800" b="1" dirty="0">
                <a:solidFill>
                  <a:srgbClr val="FFFFF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가</a:t>
            </a:r>
            <a:endParaRPr lang="ko-KR" sz="2800" dirty="0"/>
          </a:p>
        </p:txBody>
      </p:sp>
      <p:sp>
        <p:nvSpPr>
          <p:cNvPr id="7" name="S13-figure259" descr="가: 50에 ●, 60에 ●"/>
          <p:cNvSpPr/>
          <p:nvPr/>
        </p:nvSpPr>
        <p:spPr>
          <a:xfrm>
            <a:off x="2171762" y="2458448"/>
            <a:ext cx="293319" cy="293319"/>
          </a:xfrm>
          <a:prstGeom prst="ellipse">
            <a:avLst/>
          </a:prstGeom>
          <a:solidFill>
            <a:srgbClr val="E9762B"/>
          </a:solidFill>
          <a:ln w="34925">
            <a:solidFill>
              <a:srgbClr val="E9762B"/>
            </a:solidFill>
            <a:prstDash val="solid"/>
          </a:ln>
        </p:spPr>
      </p:sp>
      <p:sp>
        <p:nvSpPr>
          <p:cNvPr id="8" name="S13-mark260"/>
          <p:cNvSpPr/>
          <p:nvPr/>
        </p:nvSpPr>
        <p:spPr>
          <a:xfrm>
            <a:off x="4790683" y="2458448"/>
            <a:ext cx="293319" cy="293319"/>
          </a:xfrm>
          <a:prstGeom prst="ellipse">
            <a:avLst/>
          </a:prstGeom>
          <a:solidFill>
            <a:srgbClr val="E9762B"/>
          </a:solidFill>
          <a:ln w="34925">
            <a:solidFill>
              <a:srgbClr val="E9762B"/>
            </a:solidFill>
            <a:prstDash val="solid"/>
          </a:ln>
        </p:spPr>
      </p:sp>
      <p:sp>
        <p:nvSpPr>
          <p:cNvPr id="9" name="S13-mark261"/>
          <p:cNvSpPr/>
          <p:nvPr/>
        </p:nvSpPr>
        <p:spPr>
          <a:xfrm>
            <a:off x="1427988" y="2605107"/>
            <a:ext cx="4399788" cy="0"/>
          </a:xfrm>
          <a:prstGeom prst="line">
            <a:avLst/>
          </a:prstGeom>
          <a:noFill/>
          <a:ln w="28575">
            <a:solidFill>
              <a:srgbClr val="1F2937"/>
            </a:solidFill>
            <a:prstDash val="solid"/>
            <a:headEnd type="triangle"/>
            <a:tailEnd type="triangle"/>
          </a:ln>
        </p:spPr>
      </p:sp>
      <p:sp>
        <p:nvSpPr>
          <p:cNvPr id="10" name="S13-mark262"/>
          <p:cNvSpPr/>
          <p:nvPr/>
        </p:nvSpPr>
        <p:spPr>
          <a:xfrm>
            <a:off x="1794637" y="2521302"/>
            <a:ext cx="0" cy="167611"/>
          </a:xfrm>
          <a:prstGeom prst="line">
            <a:avLst/>
          </a:prstGeom>
          <a:noFill/>
          <a:ln w="22225">
            <a:solidFill>
              <a:srgbClr val="1F2937"/>
            </a:solidFill>
            <a:prstDash val="solid"/>
          </a:ln>
        </p:spPr>
      </p:sp>
      <p:sp>
        <p:nvSpPr>
          <p:cNvPr id="11" name="S13-mark263"/>
          <p:cNvSpPr/>
          <p:nvPr/>
        </p:nvSpPr>
        <p:spPr>
          <a:xfrm>
            <a:off x="2842206" y="2521302"/>
            <a:ext cx="0" cy="167611"/>
          </a:xfrm>
          <a:prstGeom prst="line">
            <a:avLst/>
          </a:prstGeom>
          <a:noFill/>
          <a:ln w="22225">
            <a:solidFill>
              <a:srgbClr val="1F2937"/>
            </a:solidFill>
            <a:prstDash val="solid"/>
          </a:ln>
        </p:spPr>
      </p:sp>
      <p:sp>
        <p:nvSpPr>
          <p:cNvPr id="12" name="S13-mark264"/>
          <p:cNvSpPr/>
          <p:nvPr/>
        </p:nvSpPr>
        <p:spPr>
          <a:xfrm>
            <a:off x="3365990" y="2521302"/>
            <a:ext cx="0" cy="167611"/>
          </a:xfrm>
          <a:prstGeom prst="line">
            <a:avLst/>
          </a:prstGeom>
          <a:noFill/>
          <a:ln w="22225">
            <a:solidFill>
              <a:srgbClr val="1F2937"/>
            </a:solidFill>
            <a:prstDash val="solid"/>
          </a:ln>
        </p:spPr>
      </p:sp>
      <p:sp>
        <p:nvSpPr>
          <p:cNvPr id="13" name="S13-mark265"/>
          <p:cNvSpPr/>
          <p:nvPr/>
        </p:nvSpPr>
        <p:spPr>
          <a:xfrm>
            <a:off x="3889774" y="2521302"/>
            <a:ext cx="0" cy="167611"/>
          </a:xfrm>
          <a:prstGeom prst="line">
            <a:avLst/>
          </a:prstGeom>
          <a:noFill/>
          <a:ln w="22225">
            <a:solidFill>
              <a:srgbClr val="1F2937"/>
            </a:solidFill>
            <a:prstDash val="solid"/>
          </a:ln>
        </p:spPr>
      </p:sp>
      <p:sp>
        <p:nvSpPr>
          <p:cNvPr id="14" name="S13-mark266"/>
          <p:cNvSpPr/>
          <p:nvPr/>
        </p:nvSpPr>
        <p:spPr>
          <a:xfrm>
            <a:off x="4413558" y="2521302"/>
            <a:ext cx="0" cy="167611"/>
          </a:xfrm>
          <a:prstGeom prst="line">
            <a:avLst/>
          </a:prstGeom>
          <a:noFill/>
          <a:ln w="22225">
            <a:solidFill>
              <a:srgbClr val="1F2937"/>
            </a:solidFill>
            <a:prstDash val="solid"/>
          </a:ln>
        </p:spPr>
      </p:sp>
      <p:sp>
        <p:nvSpPr>
          <p:cNvPr id="15" name="S13-mark267"/>
          <p:cNvSpPr/>
          <p:nvPr/>
        </p:nvSpPr>
        <p:spPr>
          <a:xfrm>
            <a:off x="5461127" y="2521302"/>
            <a:ext cx="0" cy="167611"/>
          </a:xfrm>
          <a:prstGeom prst="line">
            <a:avLst/>
          </a:prstGeom>
          <a:noFill/>
          <a:ln w="22225">
            <a:solidFill>
              <a:srgbClr val="1F2937"/>
            </a:solidFill>
            <a:prstDash val="solid"/>
          </a:ln>
        </p:spPr>
      </p:sp>
      <p:sp>
        <p:nvSpPr>
          <p:cNvPr id="16" name="S13-mark268"/>
          <p:cNvSpPr/>
          <p:nvPr/>
        </p:nvSpPr>
        <p:spPr>
          <a:xfrm>
            <a:off x="2318421" y="2605107"/>
            <a:ext cx="2618921" cy="0"/>
          </a:xfrm>
          <a:prstGeom prst="line">
            <a:avLst/>
          </a:prstGeom>
          <a:noFill/>
          <a:ln w="88900">
            <a:solidFill>
              <a:srgbClr val="E9762B"/>
            </a:solidFill>
            <a:prstDash val="solid"/>
          </a:ln>
        </p:spPr>
      </p:sp>
      <p:sp>
        <p:nvSpPr>
          <p:cNvPr id="17" name="S13-label270"/>
          <p:cNvSpPr txBox="1"/>
          <p:nvPr/>
        </p:nvSpPr>
        <p:spPr>
          <a:xfrm>
            <a:off x="2079153" y="2807607"/>
            <a:ext cx="478536" cy="34925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algn="ctr" indent="0" marL="0">
              <a:buNone/>
            </a:pPr>
            <a:r>
              <a:rPr lang="ko-KR" altLang="en-US" sz="2200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50</a:t>
            </a:r>
            <a:endParaRPr lang="ko-KR" sz="2200" dirty="0"/>
          </a:p>
        </p:txBody>
      </p:sp>
      <p:sp>
        <p:nvSpPr>
          <p:cNvPr id="18" name="S13-label272"/>
          <p:cNvSpPr txBox="1"/>
          <p:nvPr/>
        </p:nvSpPr>
        <p:spPr>
          <a:xfrm>
            <a:off x="4698075" y="2807607"/>
            <a:ext cx="478536" cy="34925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algn="ctr" indent="0" marL="0">
              <a:buNone/>
            </a:pPr>
            <a:r>
              <a:rPr lang="ko-KR" altLang="en-US" sz="2200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60</a:t>
            </a:r>
            <a:endParaRPr lang="ko-KR" sz="2200" dirty="0"/>
          </a:p>
        </p:txBody>
      </p:sp>
      <p:sp>
        <p:nvSpPr>
          <p:cNvPr id="19" name="S13-chip273"/>
          <p:cNvSpPr txBox="1"/>
          <p:nvPr/>
        </p:nvSpPr>
        <p:spPr>
          <a:xfrm>
            <a:off x="6277356" y="2436876"/>
            <a:ext cx="566928" cy="566928"/>
          </a:xfrm>
          <a:prstGeom prst="roundRect">
            <a:avLst>
              <a:gd name="adj" fmla="val 25806"/>
            </a:avLst>
          </a:prstGeom>
          <a:solidFill>
            <a:srgbClr val="264653"/>
          </a:solidFill>
          <a:ln>
            <a:solidFill>
              <a:srgbClr val="264653"/>
            </a:solidFill>
          </a:ln>
        </p:spPr>
        <p:txBody>
          <a:bodyPr wrap="square" lIns="0" tIns="0" rIns="0" bIns="0" rtlCol="0" anchor="ctr"/>
          <a:lstStyle/>
          <a:p>
            <a:pPr eaLnBrk="0" algn="ctr" indent="0" marL="0">
              <a:buNone/>
            </a:pPr>
            <a:r>
              <a:rPr lang="ko-KR" altLang="en-US" sz="2800" b="1" dirty="0">
                <a:solidFill>
                  <a:srgbClr val="FFFFF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나</a:t>
            </a:r>
            <a:endParaRPr lang="ko-KR" sz="2800" dirty="0"/>
          </a:p>
        </p:txBody>
      </p:sp>
      <p:sp>
        <p:nvSpPr>
          <p:cNvPr id="20" name="S13-figure274" descr="나: 50에 ○, 60에 ○"/>
          <p:cNvSpPr/>
          <p:nvPr/>
        </p:nvSpPr>
        <p:spPr>
          <a:xfrm>
            <a:off x="7900478" y="2458448"/>
            <a:ext cx="293319" cy="293319"/>
          </a:xfrm>
          <a:prstGeom prst="ellipse">
            <a:avLst/>
          </a:prstGeom>
          <a:solidFill>
            <a:srgbClr val="FFFFFF"/>
          </a:solidFill>
          <a:ln w="34925">
            <a:solidFill>
              <a:srgbClr val="E9762B"/>
            </a:solidFill>
            <a:prstDash val="solid"/>
          </a:ln>
        </p:spPr>
      </p:sp>
      <p:sp>
        <p:nvSpPr>
          <p:cNvPr id="21" name="S13-mark275"/>
          <p:cNvSpPr/>
          <p:nvPr/>
        </p:nvSpPr>
        <p:spPr>
          <a:xfrm>
            <a:off x="10519399" y="2458448"/>
            <a:ext cx="293319" cy="293319"/>
          </a:xfrm>
          <a:prstGeom prst="ellipse">
            <a:avLst/>
          </a:prstGeom>
          <a:solidFill>
            <a:srgbClr val="FFFFFF"/>
          </a:solidFill>
          <a:ln w="34925">
            <a:solidFill>
              <a:srgbClr val="E9762B"/>
            </a:solidFill>
            <a:prstDash val="solid"/>
          </a:ln>
        </p:spPr>
      </p:sp>
      <p:sp>
        <p:nvSpPr>
          <p:cNvPr id="22" name="S13-mark276"/>
          <p:cNvSpPr/>
          <p:nvPr/>
        </p:nvSpPr>
        <p:spPr>
          <a:xfrm>
            <a:off x="7156704" y="2605107"/>
            <a:ext cx="743774" cy="0"/>
          </a:xfrm>
          <a:prstGeom prst="line">
            <a:avLst/>
          </a:prstGeom>
          <a:noFill/>
          <a:ln w="28575">
            <a:solidFill>
              <a:srgbClr val="1F2937"/>
            </a:solidFill>
            <a:prstDash val="solid"/>
            <a:headEnd type="triangle"/>
          </a:ln>
        </p:spPr>
      </p:sp>
      <p:sp>
        <p:nvSpPr>
          <p:cNvPr id="23" name="S13-mark277"/>
          <p:cNvSpPr/>
          <p:nvPr/>
        </p:nvSpPr>
        <p:spPr>
          <a:xfrm>
            <a:off x="8193797" y="2605107"/>
            <a:ext cx="2325602" cy="0"/>
          </a:xfrm>
          <a:prstGeom prst="line">
            <a:avLst/>
          </a:prstGeom>
          <a:noFill/>
          <a:ln w="28575">
            <a:solidFill>
              <a:srgbClr val="1F2937"/>
            </a:solidFill>
            <a:prstDash val="solid"/>
          </a:ln>
        </p:spPr>
      </p:sp>
      <p:sp>
        <p:nvSpPr>
          <p:cNvPr id="24" name="S13-mark278"/>
          <p:cNvSpPr/>
          <p:nvPr/>
        </p:nvSpPr>
        <p:spPr>
          <a:xfrm>
            <a:off x="10812718" y="2605107"/>
            <a:ext cx="743774" cy="0"/>
          </a:xfrm>
          <a:prstGeom prst="line">
            <a:avLst/>
          </a:prstGeom>
          <a:noFill/>
          <a:ln w="28575">
            <a:solidFill>
              <a:srgbClr val="1F2937"/>
            </a:solidFill>
            <a:prstDash val="solid"/>
            <a:tailEnd type="triangle"/>
          </a:ln>
        </p:spPr>
      </p:sp>
      <p:sp>
        <p:nvSpPr>
          <p:cNvPr id="25" name="S13-mark279"/>
          <p:cNvSpPr/>
          <p:nvPr/>
        </p:nvSpPr>
        <p:spPr>
          <a:xfrm>
            <a:off x="7523353" y="2521302"/>
            <a:ext cx="0" cy="167611"/>
          </a:xfrm>
          <a:prstGeom prst="line">
            <a:avLst/>
          </a:prstGeom>
          <a:noFill/>
          <a:ln w="22225">
            <a:solidFill>
              <a:srgbClr val="1F2937"/>
            </a:solidFill>
            <a:prstDash val="solid"/>
          </a:ln>
        </p:spPr>
      </p:sp>
      <p:sp>
        <p:nvSpPr>
          <p:cNvPr id="26" name="S13-mark280"/>
          <p:cNvSpPr/>
          <p:nvPr/>
        </p:nvSpPr>
        <p:spPr>
          <a:xfrm>
            <a:off x="8570922" y="2521302"/>
            <a:ext cx="0" cy="167611"/>
          </a:xfrm>
          <a:prstGeom prst="line">
            <a:avLst/>
          </a:prstGeom>
          <a:noFill/>
          <a:ln w="22225">
            <a:solidFill>
              <a:srgbClr val="1F2937"/>
            </a:solidFill>
            <a:prstDash val="solid"/>
          </a:ln>
        </p:spPr>
      </p:sp>
      <p:sp>
        <p:nvSpPr>
          <p:cNvPr id="27" name="S13-mark281"/>
          <p:cNvSpPr/>
          <p:nvPr/>
        </p:nvSpPr>
        <p:spPr>
          <a:xfrm>
            <a:off x="9094706" y="2521302"/>
            <a:ext cx="0" cy="167611"/>
          </a:xfrm>
          <a:prstGeom prst="line">
            <a:avLst/>
          </a:prstGeom>
          <a:noFill/>
          <a:ln w="22225">
            <a:solidFill>
              <a:srgbClr val="1F2937"/>
            </a:solidFill>
            <a:prstDash val="solid"/>
          </a:ln>
        </p:spPr>
      </p:sp>
      <p:sp>
        <p:nvSpPr>
          <p:cNvPr id="28" name="S13-mark282"/>
          <p:cNvSpPr/>
          <p:nvPr/>
        </p:nvSpPr>
        <p:spPr>
          <a:xfrm>
            <a:off x="9618490" y="2521302"/>
            <a:ext cx="0" cy="167611"/>
          </a:xfrm>
          <a:prstGeom prst="line">
            <a:avLst/>
          </a:prstGeom>
          <a:noFill/>
          <a:ln w="22225">
            <a:solidFill>
              <a:srgbClr val="1F2937"/>
            </a:solidFill>
            <a:prstDash val="solid"/>
          </a:ln>
        </p:spPr>
      </p:sp>
      <p:sp>
        <p:nvSpPr>
          <p:cNvPr id="29" name="S13-mark283"/>
          <p:cNvSpPr/>
          <p:nvPr/>
        </p:nvSpPr>
        <p:spPr>
          <a:xfrm>
            <a:off x="10142274" y="2521302"/>
            <a:ext cx="0" cy="167611"/>
          </a:xfrm>
          <a:prstGeom prst="line">
            <a:avLst/>
          </a:prstGeom>
          <a:noFill/>
          <a:ln w="22225">
            <a:solidFill>
              <a:srgbClr val="1F2937"/>
            </a:solidFill>
            <a:prstDash val="solid"/>
          </a:ln>
        </p:spPr>
      </p:sp>
      <p:sp>
        <p:nvSpPr>
          <p:cNvPr id="30" name="S13-mark284"/>
          <p:cNvSpPr/>
          <p:nvPr/>
        </p:nvSpPr>
        <p:spPr>
          <a:xfrm>
            <a:off x="11189843" y="2521302"/>
            <a:ext cx="0" cy="167611"/>
          </a:xfrm>
          <a:prstGeom prst="line">
            <a:avLst/>
          </a:prstGeom>
          <a:noFill/>
          <a:ln w="22225">
            <a:solidFill>
              <a:srgbClr val="1F2937"/>
            </a:solidFill>
            <a:prstDash val="solid"/>
          </a:ln>
        </p:spPr>
      </p:sp>
      <p:sp>
        <p:nvSpPr>
          <p:cNvPr id="31" name="S13-mark285"/>
          <p:cNvSpPr/>
          <p:nvPr/>
        </p:nvSpPr>
        <p:spPr>
          <a:xfrm>
            <a:off x="8193797" y="2605107"/>
            <a:ext cx="2325602" cy="0"/>
          </a:xfrm>
          <a:prstGeom prst="line">
            <a:avLst/>
          </a:prstGeom>
          <a:noFill/>
          <a:ln w="88900">
            <a:solidFill>
              <a:srgbClr val="E9762B"/>
            </a:solidFill>
            <a:prstDash val="solid"/>
          </a:ln>
        </p:spPr>
      </p:sp>
      <p:sp>
        <p:nvSpPr>
          <p:cNvPr id="32" name="S13-label287"/>
          <p:cNvSpPr txBox="1"/>
          <p:nvPr/>
        </p:nvSpPr>
        <p:spPr>
          <a:xfrm>
            <a:off x="7807869" y="2807607"/>
            <a:ext cx="478536" cy="34925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algn="ctr" indent="0" marL="0">
              <a:buNone/>
            </a:pPr>
            <a:r>
              <a:rPr lang="ko-KR" altLang="en-US" sz="2200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50</a:t>
            </a:r>
            <a:endParaRPr lang="ko-KR" sz="2200" dirty="0"/>
          </a:p>
        </p:txBody>
      </p:sp>
      <p:sp>
        <p:nvSpPr>
          <p:cNvPr id="33" name="S13-label289"/>
          <p:cNvSpPr txBox="1"/>
          <p:nvPr/>
        </p:nvSpPr>
        <p:spPr>
          <a:xfrm>
            <a:off x="10426791" y="2807607"/>
            <a:ext cx="478536" cy="34925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algn="ctr" indent="0" marL="0">
              <a:buNone/>
            </a:pPr>
            <a:r>
              <a:rPr lang="ko-KR" altLang="en-US" sz="2200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60</a:t>
            </a:r>
            <a:endParaRPr lang="ko-KR" sz="2200" dirty="0"/>
          </a:p>
        </p:txBody>
      </p:sp>
      <p:sp>
        <p:nvSpPr>
          <p:cNvPr id="34" name="S13-chip290"/>
          <p:cNvSpPr txBox="1"/>
          <p:nvPr/>
        </p:nvSpPr>
        <p:spPr>
          <a:xfrm>
            <a:off x="548640" y="4128516"/>
            <a:ext cx="566928" cy="566928"/>
          </a:xfrm>
          <a:prstGeom prst="roundRect">
            <a:avLst>
              <a:gd name="adj" fmla="val 25806"/>
            </a:avLst>
          </a:prstGeom>
          <a:solidFill>
            <a:srgbClr val="264653"/>
          </a:solidFill>
          <a:ln>
            <a:solidFill>
              <a:srgbClr val="264653"/>
            </a:solidFill>
          </a:ln>
        </p:spPr>
        <p:txBody>
          <a:bodyPr wrap="square" lIns="0" tIns="0" rIns="0" bIns="0" rtlCol="0" anchor="ctr"/>
          <a:lstStyle/>
          <a:p>
            <a:pPr eaLnBrk="0" algn="ctr" indent="0" marL="0">
              <a:buNone/>
            </a:pPr>
            <a:r>
              <a:rPr lang="ko-KR" altLang="en-US" sz="2800" b="1" dirty="0">
                <a:solidFill>
                  <a:srgbClr val="FFFFF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다</a:t>
            </a:r>
            <a:endParaRPr lang="ko-KR" sz="2800" dirty="0"/>
          </a:p>
        </p:txBody>
      </p:sp>
      <p:sp>
        <p:nvSpPr>
          <p:cNvPr id="35" name="S13-figure291" descr="다: 50에 ●, 60에 ○"/>
          <p:cNvSpPr/>
          <p:nvPr/>
        </p:nvSpPr>
        <p:spPr>
          <a:xfrm>
            <a:off x="2171762" y="4150088"/>
            <a:ext cx="293319" cy="293319"/>
          </a:xfrm>
          <a:prstGeom prst="ellipse">
            <a:avLst/>
          </a:prstGeom>
          <a:solidFill>
            <a:srgbClr val="E9762B"/>
          </a:solidFill>
          <a:ln w="34925">
            <a:solidFill>
              <a:srgbClr val="E9762B"/>
            </a:solidFill>
            <a:prstDash val="solid"/>
          </a:ln>
        </p:spPr>
      </p:sp>
      <p:sp>
        <p:nvSpPr>
          <p:cNvPr id="36" name="S13-mark292"/>
          <p:cNvSpPr/>
          <p:nvPr/>
        </p:nvSpPr>
        <p:spPr>
          <a:xfrm>
            <a:off x="4790683" y="4150088"/>
            <a:ext cx="293319" cy="293319"/>
          </a:xfrm>
          <a:prstGeom prst="ellipse">
            <a:avLst/>
          </a:prstGeom>
          <a:solidFill>
            <a:srgbClr val="FFFFFF"/>
          </a:solidFill>
          <a:ln w="34925">
            <a:solidFill>
              <a:srgbClr val="E9762B"/>
            </a:solidFill>
            <a:prstDash val="solid"/>
          </a:ln>
        </p:spPr>
      </p:sp>
      <p:sp>
        <p:nvSpPr>
          <p:cNvPr id="37" name="S13-mark293"/>
          <p:cNvSpPr/>
          <p:nvPr/>
        </p:nvSpPr>
        <p:spPr>
          <a:xfrm>
            <a:off x="1427988" y="4296747"/>
            <a:ext cx="3362695" cy="0"/>
          </a:xfrm>
          <a:prstGeom prst="line">
            <a:avLst/>
          </a:prstGeom>
          <a:noFill/>
          <a:ln w="28575">
            <a:solidFill>
              <a:srgbClr val="1F2937"/>
            </a:solidFill>
            <a:prstDash val="solid"/>
            <a:headEnd type="triangle"/>
          </a:ln>
        </p:spPr>
      </p:sp>
      <p:sp>
        <p:nvSpPr>
          <p:cNvPr id="38" name="S13-mark294"/>
          <p:cNvSpPr/>
          <p:nvPr/>
        </p:nvSpPr>
        <p:spPr>
          <a:xfrm>
            <a:off x="5084002" y="4296747"/>
            <a:ext cx="743774" cy="0"/>
          </a:xfrm>
          <a:prstGeom prst="line">
            <a:avLst/>
          </a:prstGeom>
          <a:noFill/>
          <a:ln w="28575">
            <a:solidFill>
              <a:srgbClr val="1F2937"/>
            </a:solidFill>
            <a:prstDash val="solid"/>
            <a:tailEnd type="triangle"/>
          </a:ln>
        </p:spPr>
      </p:sp>
      <p:sp>
        <p:nvSpPr>
          <p:cNvPr id="39" name="S13-mark295"/>
          <p:cNvSpPr/>
          <p:nvPr/>
        </p:nvSpPr>
        <p:spPr>
          <a:xfrm>
            <a:off x="1794637" y="4212942"/>
            <a:ext cx="0" cy="167611"/>
          </a:xfrm>
          <a:prstGeom prst="line">
            <a:avLst/>
          </a:prstGeom>
          <a:noFill/>
          <a:ln w="22225">
            <a:solidFill>
              <a:srgbClr val="1F2937"/>
            </a:solidFill>
            <a:prstDash val="solid"/>
          </a:ln>
        </p:spPr>
      </p:sp>
      <p:sp>
        <p:nvSpPr>
          <p:cNvPr id="40" name="S13-mark296"/>
          <p:cNvSpPr/>
          <p:nvPr/>
        </p:nvSpPr>
        <p:spPr>
          <a:xfrm>
            <a:off x="2842206" y="4212942"/>
            <a:ext cx="0" cy="167611"/>
          </a:xfrm>
          <a:prstGeom prst="line">
            <a:avLst/>
          </a:prstGeom>
          <a:noFill/>
          <a:ln w="22225">
            <a:solidFill>
              <a:srgbClr val="1F2937"/>
            </a:solidFill>
            <a:prstDash val="solid"/>
          </a:ln>
        </p:spPr>
      </p:sp>
      <p:sp>
        <p:nvSpPr>
          <p:cNvPr id="41" name="S13-mark297"/>
          <p:cNvSpPr/>
          <p:nvPr/>
        </p:nvSpPr>
        <p:spPr>
          <a:xfrm>
            <a:off x="3365990" y="4212942"/>
            <a:ext cx="0" cy="167611"/>
          </a:xfrm>
          <a:prstGeom prst="line">
            <a:avLst/>
          </a:prstGeom>
          <a:noFill/>
          <a:ln w="22225">
            <a:solidFill>
              <a:srgbClr val="1F2937"/>
            </a:solidFill>
            <a:prstDash val="solid"/>
          </a:ln>
        </p:spPr>
      </p:sp>
      <p:sp>
        <p:nvSpPr>
          <p:cNvPr id="42" name="S13-mark298"/>
          <p:cNvSpPr/>
          <p:nvPr/>
        </p:nvSpPr>
        <p:spPr>
          <a:xfrm>
            <a:off x="3889774" y="4212942"/>
            <a:ext cx="0" cy="167611"/>
          </a:xfrm>
          <a:prstGeom prst="line">
            <a:avLst/>
          </a:prstGeom>
          <a:noFill/>
          <a:ln w="22225">
            <a:solidFill>
              <a:srgbClr val="1F2937"/>
            </a:solidFill>
            <a:prstDash val="solid"/>
          </a:ln>
        </p:spPr>
      </p:sp>
      <p:sp>
        <p:nvSpPr>
          <p:cNvPr id="43" name="S13-mark299"/>
          <p:cNvSpPr/>
          <p:nvPr/>
        </p:nvSpPr>
        <p:spPr>
          <a:xfrm>
            <a:off x="4413558" y="4212942"/>
            <a:ext cx="0" cy="167611"/>
          </a:xfrm>
          <a:prstGeom prst="line">
            <a:avLst/>
          </a:prstGeom>
          <a:noFill/>
          <a:ln w="22225">
            <a:solidFill>
              <a:srgbClr val="1F2937"/>
            </a:solidFill>
            <a:prstDash val="solid"/>
          </a:ln>
        </p:spPr>
      </p:sp>
      <p:sp>
        <p:nvSpPr>
          <p:cNvPr id="44" name="S13-mark300"/>
          <p:cNvSpPr/>
          <p:nvPr/>
        </p:nvSpPr>
        <p:spPr>
          <a:xfrm>
            <a:off x="5461127" y="4212942"/>
            <a:ext cx="0" cy="167611"/>
          </a:xfrm>
          <a:prstGeom prst="line">
            <a:avLst/>
          </a:prstGeom>
          <a:noFill/>
          <a:ln w="22225">
            <a:solidFill>
              <a:srgbClr val="1F2937"/>
            </a:solidFill>
            <a:prstDash val="solid"/>
          </a:ln>
        </p:spPr>
      </p:sp>
      <p:sp>
        <p:nvSpPr>
          <p:cNvPr id="45" name="S13-mark301"/>
          <p:cNvSpPr/>
          <p:nvPr/>
        </p:nvSpPr>
        <p:spPr>
          <a:xfrm>
            <a:off x="2318421" y="4296747"/>
            <a:ext cx="2472262" cy="0"/>
          </a:xfrm>
          <a:prstGeom prst="line">
            <a:avLst/>
          </a:prstGeom>
          <a:noFill/>
          <a:ln w="88900">
            <a:solidFill>
              <a:srgbClr val="E9762B"/>
            </a:solidFill>
            <a:prstDash val="solid"/>
          </a:ln>
        </p:spPr>
      </p:sp>
      <p:sp>
        <p:nvSpPr>
          <p:cNvPr id="46" name="S13-label303"/>
          <p:cNvSpPr txBox="1"/>
          <p:nvPr/>
        </p:nvSpPr>
        <p:spPr>
          <a:xfrm>
            <a:off x="2079153" y="4499247"/>
            <a:ext cx="478536" cy="34925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algn="ctr" indent="0" marL="0">
              <a:buNone/>
            </a:pPr>
            <a:r>
              <a:rPr lang="ko-KR" altLang="en-US" sz="2200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50</a:t>
            </a:r>
            <a:endParaRPr lang="ko-KR" sz="2200" dirty="0"/>
          </a:p>
        </p:txBody>
      </p:sp>
      <p:sp>
        <p:nvSpPr>
          <p:cNvPr id="47" name="S13-label305"/>
          <p:cNvSpPr txBox="1"/>
          <p:nvPr/>
        </p:nvSpPr>
        <p:spPr>
          <a:xfrm>
            <a:off x="4698075" y="4499247"/>
            <a:ext cx="478536" cy="34925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algn="ctr" indent="0" marL="0">
              <a:buNone/>
            </a:pPr>
            <a:r>
              <a:rPr lang="ko-KR" altLang="en-US" sz="2200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60</a:t>
            </a:r>
            <a:endParaRPr lang="ko-KR" sz="2200" dirty="0"/>
          </a:p>
        </p:txBody>
      </p:sp>
      <p:sp>
        <p:nvSpPr>
          <p:cNvPr id="48" name="S13-chip306"/>
          <p:cNvSpPr txBox="1"/>
          <p:nvPr/>
        </p:nvSpPr>
        <p:spPr>
          <a:xfrm>
            <a:off x="6277356" y="4128516"/>
            <a:ext cx="566928" cy="566928"/>
          </a:xfrm>
          <a:prstGeom prst="roundRect">
            <a:avLst>
              <a:gd name="adj" fmla="val 25806"/>
            </a:avLst>
          </a:prstGeom>
          <a:solidFill>
            <a:srgbClr val="264653"/>
          </a:solidFill>
          <a:ln>
            <a:solidFill>
              <a:srgbClr val="264653"/>
            </a:solidFill>
          </a:ln>
        </p:spPr>
        <p:txBody>
          <a:bodyPr wrap="square" lIns="0" tIns="0" rIns="0" bIns="0" rtlCol="0" anchor="ctr"/>
          <a:lstStyle/>
          <a:p>
            <a:pPr eaLnBrk="0" algn="ctr" indent="0" marL="0">
              <a:buNone/>
            </a:pPr>
            <a:r>
              <a:rPr lang="ko-KR" altLang="en-US" sz="2800" b="1" dirty="0">
                <a:solidFill>
                  <a:srgbClr val="FFFFF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라</a:t>
            </a:r>
            <a:endParaRPr lang="ko-KR" sz="2800" dirty="0"/>
          </a:p>
        </p:txBody>
      </p:sp>
      <p:sp>
        <p:nvSpPr>
          <p:cNvPr id="49" name="S13-figure307" descr="라: 50에 ○, 60에 ●"/>
          <p:cNvSpPr/>
          <p:nvPr/>
        </p:nvSpPr>
        <p:spPr>
          <a:xfrm>
            <a:off x="7900478" y="4150088"/>
            <a:ext cx="293319" cy="293319"/>
          </a:xfrm>
          <a:prstGeom prst="ellipse">
            <a:avLst/>
          </a:prstGeom>
          <a:solidFill>
            <a:srgbClr val="FFFFFF"/>
          </a:solidFill>
          <a:ln w="34925">
            <a:solidFill>
              <a:srgbClr val="E9762B"/>
            </a:solidFill>
            <a:prstDash val="solid"/>
          </a:ln>
        </p:spPr>
      </p:sp>
      <p:sp>
        <p:nvSpPr>
          <p:cNvPr id="50" name="S13-mark308"/>
          <p:cNvSpPr/>
          <p:nvPr/>
        </p:nvSpPr>
        <p:spPr>
          <a:xfrm>
            <a:off x="10519399" y="4150088"/>
            <a:ext cx="293319" cy="293319"/>
          </a:xfrm>
          <a:prstGeom prst="ellipse">
            <a:avLst/>
          </a:prstGeom>
          <a:solidFill>
            <a:srgbClr val="E9762B"/>
          </a:solidFill>
          <a:ln w="34925">
            <a:solidFill>
              <a:srgbClr val="E9762B"/>
            </a:solidFill>
            <a:prstDash val="solid"/>
          </a:ln>
        </p:spPr>
      </p:sp>
      <p:sp>
        <p:nvSpPr>
          <p:cNvPr id="51" name="S13-mark309"/>
          <p:cNvSpPr/>
          <p:nvPr/>
        </p:nvSpPr>
        <p:spPr>
          <a:xfrm>
            <a:off x="7156704" y="4296747"/>
            <a:ext cx="743774" cy="0"/>
          </a:xfrm>
          <a:prstGeom prst="line">
            <a:avLst/>
          </a:prstGeom>
          <a:noFill/>
          <a:ln w="28575">
            <a:solidFill>
              <a:srgbClr val="1F2937"/>
            </a:solidFill>
            <a:prstDash val="solid"/>
            <a:headEnd type="triangle"/>
          </a:ln>
        </p:spPr>
      </p:sp>
      <p:sp>
        <p:nvSpPr>
          <p:cNvPr id="52" name="S13-mark310"/>
          <p:cNvSpPr/>
          <p:nvPr/>
        </p:nvSpPr>
        <p:spPr>
          <a:xfrm>
            <a:off x="8193797" y="4296747"/>
            <a:ext cx="3362695" cy="0"/>
          </a:xfrm>
          <a:prstGeom prst="line">
            <a:avLst/>
          </a:prstGeom>
          <a:noFill/>
          <a:ln w="28575">
            <a:solidFill>
              <a:srgbClr val="1F2937"/>
            </a:solidFill>
            <a:prstDash val="solid"/>
            <a:tailEnd type="triangle"/>
          </a:ln>
        </p:spPr>
      </p:sp>
      <p:sp>
        <p:nvSpPr>
          <p:cNvPr id="53" name="S13-mark311"/>
          <p:cNvSpPr/>
          <p:nvPr/>
        </p:nvSpPr>
        <p:spPr>
          <a:xfrm>
            <a:off x="7523353" y="4212942"/>
            <a:ext cx="0" cy="167611"/>
          </a:xfrm>
          <a:prstGeom prst="line">
            <a:avLst/>
          </a:prstGeom>
          <a:noFill/>
          <a:ln w="22225">
            <a:solidFill>
              <a:srgbClr val="1F2937"/>
            </a:solidFill>
            <a:prstDash val="solid"/>
          </a:ln>
        </p:spPr>
      </p:sp>
      <p:sp>
        <p:nvSpPr>
          <p:cNvPr id="54" name="S13-mark312"/>
          <p:cNvSpPr/>
          <p:nvPr/>
        </p:nvSpPr>
        <p:spPr>
          <a:xfrm>
            <a:off x="8570922" y="4212942"/>
            <a:ext cx="0" cy="167611"/>
          </a:xfrm>
          <a:prstGeom prst="line">
            <a:avLst/>
          </a:prstGeom>
          <a:noFill/>
          <a:ln w="22225">
            <a:solidFill>
              <a:srgbClr val="1F2937"/>
            </a:solidFill>
            <a:prstDash val="solid"/>
          </a:ln>
        </p:spPr>
      </p:sp>
      <p:sp>
        <p:nvSpPr>
          <p:cNvPr id="55" name="S13-mark313"/>
          <p:cNvSpPr/>
          <p:nvPr/>
        </p:nvSpPr>
        <p:spPr>
          <a:xfrm>
            <a:off x="9094706" y="4212942"/>
            <a:ext cx="0" cy="167611"/>
          </a:xfrm>
          <a:prstGeom prst="line">
            <a:avLst/>
          </a:prstGeom>
          <a:noFill/>
          <a:ln w="22225">
            <a:solidFill>
              <a:srgbClr val="1F2937"/>
            </a:solidFill>
            <a:prstDash val="solid"/>
          </a:ln>
        </p:spPr>
      </p:sp>
      <p:sp>
        <p:nvSpPr>
          <p:cNvPr id="56" name="S13-mark314"/>
          <p:cNvSpPr/>
          <p:nvPr/>
        </p:nvSpPr>
        <p:spPr>
          <a:xfrm>
            <a:off x="9618490" y="4212942"/>
            <a:ext cx="0" cy="167611"/>
          </a:xfrm>
          <a:prstGeom prst="line">
            <a:avLst/>
          </a:prstGeom>
          <a:noFill/>
          <a:ln w="22225">
            <a:solidFill>
              <a:srgbClr val="1F2937"/>
            </a:solidFill>
            <a:prstDash val="solid"/>
          </a:ln>
        </p:spPr>
      </p:sp>
      <p:sp>
        <p:nvSpPr>
          <p:cNvPr id="57" name="S13-mark315"/>
          <p:cNvSpPr/>
          <p:nvPr/>
        </p:nvSpPr>
        <p:spPr>
          <a:xfrm>
            <a:off x="10142274" y="4212942"/>
            <a:ext cx="0" cy="167611"/>
          </a:xfrm>
          <a:prstGeom prst="line">
            <a:avLst/>
          </a:prstGeom>
          <a:noFill/>
          <a:ln w="22225">
            <a:solidFill>
              <a:srgbClr val="1F2937"/>
            </a:solidFill>
            <a:prstDash val="solid"/>
          </a:ln>
        </p:spPr>
      </p:sp>
      <p:sp>
        <p:nvSpPr>
          <p:cNvPr id="58" name="S13-mark316"/>
          <p:cNvSpPr/>
          <p:nvPr/>
        </p:nvSpPr>
        <p:spPr>
          <a:xfrm>
            <a:off x="11189843" y="4212942"/>
            <a:ext cx="0" cy="167611"/>
          </a:xfrm>
          <a:prstGeom prst="line">
            <a:avLst/>
          </a:prstGeom>
          <a:noFill/>
          <a:ln w="22225">
            <a:solidFill>
              <a:srgbClr val="1F2937"/>
            </a:solidFill>
            <a:prstDash val="solid"/>
          </a:ln>
        </p:spPr>
      </p:sp>
      <p:sp>
        <p:nvSpPr>
          <p:cNvPr id="59" name="S13-mark317"/>
          <p:cNvSpPr/>
          <p:nvPr/>
        </p:nvSpPr>
        <p:spPr>
          <a:xfrm>
            <a:off x="8193797" y="4296747"/>
            <a:ext cx="2472262" cy="0"/>
          </a:xfrm>
          <a:prstGeom prst="line">
            <a:avLst/>
          </a:prstGeom>
          <a:noFill/>
          <a:ln w="88900">
            <a:solidFill>
              <a:srgbClr val="E9762B"/>
            </a:solidFill>
            <a:prstDash val="solid"/>
          </a:ln>
        </p:spPr>
      </p:sp>
      <p:sp>
        <p:nvSpPr>
          <p:cNvPr id="60" name="S13-label319"/>
          <p:cNvSpPr txBox="1"/>
          <p:nvPr/>
        </p:nvSpPr>
        <p:spPr>
          <a:xfrm>
            <a:off x="7807869" y="4499247"/>
            <a:ext cx="478536" cy="34925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algn="ctr" indent="0" marL="0">
              <a:buNone/>
            </a:pPr>
            <a:r>
              <a:rPr lang="ko-KR" altLang="en-US" sz="2200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50</a:t>
            </a:r>
            <a:endParaRPr lang="ko-KR" sz="2200" dirty="0"/>
          </a:p>
        </p:txBody>
      </p:sp>
      <p:sp>
        <p:nvSpPr>
          <p:cNvPr id="61" name="S13-label321"/>
          <p:cNvSpPr txBox="1"/>
          <p:nvPr/>
        </p:nvSpPr>
        <p:spPr>
          <a:xfrm>
            <a:off x="10426791" y="4499247"/>
            <a:ext cx="478536" cy="34925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algn="ctr" indent="0" marL="0">
              <a:buNone/>
            </a:pPr>
            <a:r>
              <a:rPr lang="ko-KR" altLang="en-US" sz="2200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60</a:t>
            </a:r>
            <a:endParaRPr lang="ko-KR" sz="22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0881360" y="6382512"/>
            <a:ext cx="731520" cy="32004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200">
                <a:solidFill>
                  <a:srgbClr val="4B5563"/>
                </a:solidFill>
                <a:latin typeface="맑은 고딕"/>
                <a:ea typeface="맑은 고딕"/>
                <a:cs typeface="맑은 고딕"/>
              </a:defRPr>
            </a:lvl1pPr>
          </a:lstStyle>
          <a:p>
            <a:pPr eaLnBrk="0" algn="r"/>
            <a:fld id="{F7021451-1387-4CA6-816F-3879F97B5CBC}" type="slidenum">
              <a:rPr b="0" lang="en-US"/>
              <a:t>13</a:t>
            </a:fld>
            <a:endParaRPr lang="en-US"/>
          </a:p>
        </p:txBody>
      </p:sp>
    </p:spTree>
  </p:cSld>
  <p:clrMapOvr>
    <a:masterClrMapping/>
  </p:clrMapOvr>
</p:sld>
</file>

<file path=ppt/slides/slide1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4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title" hasCustomPrompt="1"/>
          </p:nvPr>
        </p:nvSpPr>
        <p:spPr>
          <a:xfrm>
            <a:off x="548640" y="320040"/>
            <a:ext cx="11064240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algn="l" indent="0" marL="0">
              <a:buNone/>
            </a:pPr>
            <a:r>
              <a:rPr lang="ko-KR" altLang="en-US" sz="4000" b="1" dirty="0">
                <a:solidFill>
                  <a:srgbClr val="FFFFF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오늘 배운 것</a:t>
            </a:r>
            <a:endParaRPr lang="ko-KR" sz="4000" dirty="0"/>
          </a:p>
        </p:txBody>
      </p:sp>
      <p:sp>
        <p:nvSpPr>
          <p:cNvPr id="3" name="S14-card322"/>
          <p:cNvSpPr/>
          <p:nvPr/>
        </p:nvSpPr>
        <p:spPr>
          <a:xfrm>
            <a:off x="548640" y="1325880"/>
            <a:ext cx="11091672" cy="868680"/>
          </a:xfrm>
          <a:prstGeom prst="roundRect">
            <a:avLst>
              <a:gd name="adj" fmla="val 12632"/>
            </a:avLst>
          </a:prstGeom>
          <a:solidFill>
            <a:srgbClr val="32606F"/>
          </a:solidFill>
          <a:ln w="12700">
            <a:solidFill>
              <a:srgbClr val="32606F"/>
            </a:solidFill>
            <a:prstDash val="solid"/>
          </a:ln>
        </p:spPr>
      </p:sp>
      <p:sp>
        <p:nvSpPr>
          <p:cNvPr id="4" name="S14-cardtext323"/>
          <p:cNvSpPr txBox="1"/>
          <p:nvPr/>
        </p:nvSpPr>
        <p:spPr>
          <a:xfrm>
            <a:off x="822960" y="1463040"/>
            <a:ext cx="10543032" cy="594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indent="0" marL="0">
              <a:spcAft>
                <a:spcPts val="600"/>
              </a:spcAft>
              <a:buNone/>
            </a:pPr>
            <a:r>
              <a:rPr lang="ko-KR" altLang="en-US" sz="2800" dirty="0">
                <a:solidFill>
                  <a:srgbClr val="FFFFF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이상·이하는 기준 수를 넣고(●), 초과·미만은 빼요(○).</a:t>
            </a:r>
            <a:endParaRPr lang="ko-KR" sz="2800" dirty="0"/>
          </a:p>
        </p:txBody>
      </p:sp>
      <p:sp>
        <p:nvSpPr>
          <p:cNvPr id="5" name="S14-chip324"/>
          <p:cNvSpPr txBox="1"/>
          <p:nvPr/>
        </p:nvSpPr>
        <p:spPr>
          <a:xfrm>
            <a:off x="548640" y="2423160"/>
            <a:ext cx="5431536" cy="594360"/>
          </a:xfrm>
          <a:prstGeom prst="roundRect">
            <a:avLst>
              <a:gd name="adj" fmla="val 24615"/>
            </a:avLst>
          </a:prstGeom>
          <a:solidFill>
            <a:srgbClr val="2A9D8F"/>
          </a:solidFill>
          <a:ln>
            <a:solidFill>
              <a:srgbClr val="2A9D8F"/>
            </a:solidFill>
          </a:ln>
        </p:spPr>
        <p:txBody>
          <a:bodyPr wrap="square" lIns="177800" tIns="0" rIns="177800" bIns="0" rtlCol="0" anchor="ctr"/>
          <a:lstStyle/>
          <a:p>
            <a:pPr eaLnBrk="0" algn="l" indent="0" marL="0">
              <a:buNone/>
            </a:pPr>
            <a:r>
              <a:rPr lang="ko-KR" altLang="en-US" sz="2200" b="1" dirty="0">
                <a:solidFill>
                  <a:srgbClr val="FFFFF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○ 기준 수가 들어가는지 먼저 보기</a:t>
            </a:r>
            <a:endParaRPr lang="ko-KR" sz="2200" dirty="0"/>
          </a:p>
        </p:txBody>
      </p:sp>
      <p:sp>
        <p:nvSpPr>
          <p:cNvPr id="6" name="S14-chip325"/>
          <p:cNvSpPr txBox="1"/>
          <p:nvPr/>
        </p:nvSpPr>
        <p:spPr>
          <a:xfrm>
            <a:off x="6208776" y="2423160"/>
            <a:ext cx="5431536" cy="594360"/>
          </a:xfrm>
          <a:prstGeom prst="roundRect">
            <a:avLst>
              <a:gd name="adj" fmla="val 24615"/>
            </a:avLst>
          </a:prstGeom>
          <a:solidFill>
            <a:srgbClr val="C8434E"/>
          </a:solidFill>
          <a:ln>
            <a:solidFill>
              <a:srgbClr val="C8434E"/>
            </a:solidFill>
          </a:ln>
        </p:spPr>
        <p:txBody>
          <a:bodyPr wrap="square" lIns="177800" tIns="0" rIns="177800" bIns="0" rtlCol="0" anchor="ctr"/>
          <a:lstStyle/>
          <a:p>
            <a:pPr eaLnBrk="0" algn="l" indent="0" marL="0">
              <a:buNone/>
            </a:pPr>
            <a:r>
              <a:rPr lang="ko-KR" altLang="en-US" sz="2200" b="1" dirty="0">
                <a:solidFill>
                  <a:srgbClr val="FFFFF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× 미만·초과에 기준 수 넣기</a:t>
            </a:r>
            <a:endParaRPr lang="ko-KR" sz="2200" dirty="0"/>
          </a:p>
        </p:txBody>
      </p:sp>
      <p:sp>
        <p:nvSpPr>
          <p:cNvPr id="7" name="S14-text326"/>
          <p:cNvSpPr txBox="1"/>
          <p:nvPr/>
        </p:nvSpPr>
        <p:spPr>
          <a:xfrm>
            <a:off x="548640" y="3246120"/>
            <a:ext cx="11091672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eaLnBrk="0" algn="l" indent="0" marL="0">
              <a:buNone/>
            </a:pPr>
            <a:r>
              <a:rPr lang="ko-KR" altLang="en-US" sz="2200" b="1" dirty="0">
                <a:solidFill>
                  <a:srgbClr val="FFFFF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다음 수업을 시작할 때 다시 풀어요</a:t>
            </a:r>
            <a:endParaRPr lang="ko-KR" sz="2200" dirty="0"/>
          </a:p>
        </p:txBody>
      </p:sp>
      <p:sp>
        <p:nvSpPr>
          <p:cNvPr id="8" name="S14-text327"/>
          <p:cNvSpPr txBox="1"/>
          <p:nvPr/>
        </p:nvSpPr>
        <p:spPr>
          <a:xfrm>
            <a:off x="548640" y="3749040"/>
            <a:ext cx="3544824" cy="1828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algn="l" indent="0" marL="0">
              <a:buNone/>
            </a:pPr>
            <a:r>
              <a:rPr lang="ko-KR" altLang="en-US" sz="2200" dirty="0">
                <a:solidFill>
                  <a:srgbClr val="FFFFF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① 10 초과 15 이하인 자연수를 모두 써요.</a:t>
            </a:r>
            <a:endParaRPr lang="ko-KR" sz="2200" dirty="0"/>
          </a:p>
        </p:txBody>
      </p:sp>
      <p:sp>
        <p:nvSpPr>
          <p:cNvPr id="9" name="S14-text328"/>
          <p:cNvSpPr txBox="1"/>
          <p:nvPr/>
        </p:nvSpPr>
        <p:spPr>
          <a:xfrm>
            <a:off x="4322064" y="3749040"/>
            <a:ext cx="3544824" cy="1828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algn="l" indent="0" marL="0">
              <a:buNone/>
            </a:pPr>
            <a:r>
              <a:rPr lang="ko-KR" altLang="en-US" sz="2200" dirty="0">
                <a:solidFill>
                  <a:srgbClr val="FFFFF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② 45 이상 50 미만인 자연수는 몇 개?</a:t>
            </a:r>
            <a:endParaRPr lang="ko-KR" sz="2200" dirty="0"/>
          </a:p>
        </p:txBody>
      </p:sp>
      <p:sp>
        <p:nvSpPr>
          <p:cNvPr id="10" name="S14-text329"/>
          <p:cNvSpPr txBox="1"/>
          <p:nvPr/>
        </p:nvSpPr>
        <p:spPr>
          <a:xfrm>
            <a:off x="8095488" y="3749040"/>
            <a:ext cx="3544824" cy="1828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algn="l" indent="0" marL="0">
              <a:buNone/>
            </a:pPr>
            <a:r>
              <a:rPr lang="ko-KR" altLang="en-US" sz="2200" dirty="0">
                <a:solidFill>
                  <a:srgbClr val="FFFFF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③ ‘20 이하’와 ‘20 미만’은 무엇이 달라요?</a:t>
            </a:r>
            <a:endParaRPr lang="ko-KR" sz="2200" dirty="0"/>
          </a:p>
        </p:txBody>
      </p:sp>
      <p:sp>
        <p:nvSpPr>
          <p:cNvPr id="11" name="S14-text330"/>
          <p:cNvSpPr txBox="1"/>
          <p:nvPr/>
        </p:nvSpPr>
        <p:spPr>
          <a:xfrm>
            <a:off x="548640" y="5715000"/>
            <a:ext cx="11091672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algn="l" indent="0" marL="0">
              <a:buNone/>
            </a:pPr>
            <a:r>
              <a:rPr lang="ko-KR" altLang="en-US" sz="2200" dirty="0">
                <a:solidFill>
                  <a:srgbClr val="C9DCD8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다음 시간: 어림하기</a:t>
            </a:r>
            <a:endParaRPr lang="ko-KR" sz="22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0881360" y="6382512"/>
            <a:ext cx="731520" cy="32004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200">
                <a:solidFill>
                  <a:srgbClr val="C9DCD8"/>
                </a:solidFill>
                <a:latin typeface="맑은 고딕"/>
                <a:ea typeface="맑은 고딕"/>
                <a:cs typeface="맑은 고딕"/>
              </a:defRPr>
            </a:lvl1pPr>
          </a:lstStyle>
          <a:p>
            <a:pPr eaLnBrk="0" algn="r"/>
            <a:fld id="{F7021451-1387-4CA6-816F-3879F97B5CBC}" type="slidenum">
              <a:rPr b="0" lang="en-US"/>
              <a:t>14</a:t>
            </a:fld>
            <a:endParaRPr lang="en-US"/>
          </a:p>
        </p:txBody>
      </p:sp>
    </p:spTree>
  </p:cSld>
  <p:clrMapOvr>
    <a:masterClrMapping/>
  </p:clrMapOvr>
</p:sld>
</file>

<file path=ppt/slides/slide1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5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title" hasCustomPrompt="1"/>
          </p:nvPr>
        </p:nvSpPr>
        <p:spPr>
          <a:xfrm>
            <a:off x="548640" y="320040"/>
            <a:ext cx="11064240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algn="l" indent="0" marL="0">
              <a:buNone/>
            </a:pPr>
            <a:r>
              <a:rPr lang="ko-KR" altLang="en-US" sz="4000" b="1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보충: 수직선에서 크기 비교</a:t>
            </a:r>
            <a:endParaRPr lang="ko-KR" sz="4000" dirty="0"/>
          </a:p>
        </p:txBody>
      </p:sp>
      <p:sp>
        <p:nvSpPr>
          <p:cNvPr id="3" name="S15-text331"/>
          <p:cNvSpPr txBox="1"/>
          <p:nvPr/>
        </p:nvSpPr>
        <p:spPr>
          <a:xfrm>
            <a:off x="548640" y="1325880"/>
            <a:ext cx="11091672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algn="l" indent="0" marL="0">
              <a:buNone/>
            </a:pPr>
            <a:r>
              <a:rPr lang="ko-KR" altLang="en-US" sz="2800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수직선에서는 오른쪽에 있을수록 큰 수예요.</a:t>
            </a:r>
            <a:endParaRPr lang="ko-KR" sz="2800" dirty="0"/>
          </a:p>
        </p:txBody>
      </p:sp>
      <p:sp>
        <p:nvSpPr>
          <p:cNvPr id="4" name="S15-card332"/>
          <p:cNvSpPr/>
          <p:nvPr/>
        </p:nvSpPr>
        <p:spPr>
          <a:xfrm>
            <a:off x="548640" y="5037836"/>
            <a:ext cx="11091672" cy="1180084"/>
          </a:xfrm>
          <a:prstGeom prst="roundRect">
            <a:avLst>
              <a:gd name="adj" fmla="val 9298"/>
            </a:avLst>
          </a:prstGeom>
          <a:solidFill>
            <a:srgbClr val="FDEBDD"/>
          </a:solidFill>
          <a:ln w="12700">
            <a:solidFill>
              <a:srgbClr val="FDEBDD"/>
            </a:solidFill>
            <a:prstDash val="solid"/>
          </a:ln>
        </p:spPr>
      </p:sp>
      <p:sp>
        <p:nvSpPr>
          <p:cNvPr id="5" name="S15-cardtext333"/>
          <p:cNvSpPr txBox="1"/>
          <p:nvPr/>
        </p:nvSpPr>
        <p:spPr>
          <a:xfrm>
            <a:off x="822960" y="5174996"/>
            <a:ext cx="10543032" cy="90576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indent="0" marL="0">
              <a:spcAft>
                <a:spcPts val="600"/>
              </a:spcAft>
              <a:buNone/>
            </a:pPr>
            <a:r>
              <a:rPr lang="ko-KR" altLang="en-US" sz="2800" b="1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7은 3보다 오른쪽: 7 &gt; 3</a:t>
            </a:r>
            <a:endParaRPr lang="ko-KR" sz="2800" dirty="0"/>
          </a:p>
          <a:p>
            <a:pPr eaLnBrk="0" indent="0" marL="0">
              <a:spcAft>
                <a:spcPts val="600"/>
              </a:spcAft>
              <a:buNone/>
            </a:pPr>
            <a:r>
              <a:rPr lang="ko-KR" altLang="en-US" sz="2200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‘3보다 큰 수’는 3의 오른쪽에 있어요.</a:t>
            </a:r>
            <a:endParaRPr lang="ko-KR" sz="2800" dirty="0"/>
          </a:p>
        </p:txBody>
      </p:sp>
      <p:sp>
        <p:nvSpPr>
          <p:cNvPr id="6" name="S15-line334"/>
          <p:cNvSpPr/>
          <p:nvPr/>
        </p:nvSpPr>
        <p:spPr>
          <a:xfrm>
            <a:off x="685800" y="3746165"/>
            <a:ext cx="10817352" cy="0"/>
          </a:xfrm>
          <a:prstGeom prst="line">
            <a:avLst/>
          </a:prstGeom>
          <a:noFill/>
          <a:ln w="28575">
            <a:solidFill>
              <a:srgbClr val="1F2937"/>
            </a:solidFill>
            <a:prstDash val="solid"/>
            <a:headEnd type="triangle"/>
            <a:tailEnd type="triangle"/>
          </a:ln>
        </p:spPr>
      </p:sp>
      <p:sp>
        <p:nvSpPr>
          <p:cNvPr id="7" name="S15-line335"/>
          <p:cNvSpPr/>
          <p:nvPr/>
        </p:nvSpPr>
        <p:spPr>
          <a:xfrm>
            <a:off x="960120" y="3599861"/>
            <a:ext cx="0" cy="292608"/>
          </a:xfrm>
          <a:prstGeom prst="line">
            <a:avLst/>
          </a:prstGeom>
          <a:noFill/>
          <a:ln w="22225">
            <a:solidFill>
              <a:srgbClr val="1F2937"/>
            </a:solidFill>
            <a:prstDash val="solid"/>
          </a:ln>
        </p:spPr>
      </p:sp>
      <p:sp>
        <p:nvSpPr>
          <p:cNvPr id="8" name="S15-label336"/>
          <p:cNvSpPr txBox="1"/>
          <p:nvPr/>
        </p:nvSpPr>
        <p:spPr>
          <a:xfrm>
            <a:off x="502920" y="3929045"/>
            <a:ext cx="914400" cy="3632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algn="ctr" indent="0" marL="0">
              <a:buNone/>
            </a:pPr>
            <a:r>
              <a:rPr lang="ko-KR" altLang="en-US" sz="2200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0</a:t>
            </a:r>
            <a:endParaRPr lang="ko-KR" sz="2200" dirty="0"/>
          </a:p>
        </p:txBody>
      </p:sp>
      <p:sp>
        <p:nvSpPr>
          <p:cNvPr id="9" name="S15-line337"/>
          <p:cNvSpPr/>
          <p:nvPr/>
        </p:nvSpPr>
        <p:spPr>
          <a:xfrm>
            <a:off x="1986991" y="3599861"/>
            <a:ext cx="0" cy="292608"/>
          </a:xfrm>
          <a:prstGeom prst="line">
            <a:avLst/>
          </a:prstGeom>
          <a:noFill/>
          <a:ln w="22225">
            <a:solidFill>
              <a:srgbClr val="1F2937"/>
            </a:solidFill>
            <a:prstDash val="solid"/>
          </a:ln>
        </p:spPr>
      </p:sp>
      <p:sp>
        <p:nvSpPr>
          <p:cNvPr id="10" name="S15-label338"/>
          <p:cNvSpPr txBox="1"/>
          <p:nvPr/>
        </p:nvSpPr>
        <p:spPr>
          <a:xfrm>
            <a:off x="1529791" y="3929045"/>
            <a:ext cx="914400" cy="3632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algn="ctr" indent="0" marL="0">
              <a:buNone/>
            </a:pPr>
            <a:r>
              <a:rPr lang="ko-KR" altLang="en-US" sz="2200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1</a:t>
            </a:r>
            <a:endParaRPr lang="ko-KR" sz="2200" dirty="0"/>
          </a:p>
        </p:txBody>
      </p:sp>
      <p:sp>
        <p:nvSpPr>
          <p:cNvPr id="11" name="S15-line339"/>
          <p:cNvSpPr/>
          <p:nvPr/>
        </p:nvSpPr>
        <p:spPr>
          <a:xfrm>
            <a:off x="3013862" y="3599861"/>
            <a:ext cx="0" cy="292608"/>
          </a:xfrm>
          <a:prstGeom prst="line">
            <a:avLst/>
          </a:prstGeom>
          <a:noFill/>
          <a:ln w="22225">
            <a:solidFill>
              <a:srgbClr val="1F2937"/>
            </a:solidFill>
            <a:prstDash val="solid"/>
          </a:ln>
        </p:spPr>
      </p:sp>
      <p:sp>
        <p:nvSpPr>
          <p:cNvPr id="12" name="S15-label340"/>
          <p:cNvSpPr txBox="1"/>
          <p:nvPr/>
        </p:nvSpPr>
        <p:spPr>
          <a:xfrm>
            <a:off x="2556662" y="3929045"/>
            <a:ext cx="914400" cy="3632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algn="ctr" indent="0" marL="0">
              <a:buNone/>
            </a:pPr>
            <a:r>
              <a:rPr lang="ko-KR" altLang="en-US" sz="2200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2</a:t>
            </a:r>
            <a:endParaRPr lang="ko-KR" sz="2200" dirty="0"/>
          </a:p>
        </p:txBody>
      </p:sp>
      <p:sp>
        <p:nvSpPr>
          <p:cNvPr id="13" name="S15-line341"/>
          <p:cNvSpPr/>
          <p:nvPr/>
        </p:nvSpPr>
        <p:spPr>
          <a:xfrm>
            <a:off x="4040734" y="3599861"/>
            <a:ext cx="0" cy="292608"/>
          </a:xfrm>
          <a:prstGeom prst="line">
            <a:avLst/>
          </a:prstGeom>
          <a:noFill/>
          <a:ln w="22225">
            <a:solidFill>
              <a:srgbClr val="1F2937"/>
            </a:solidFill>
            <a:prstDash val="solid"/>
          </a:ln>
        </p:spPr>
      </p:sp>
      <p:sp>
        <p:nvSpPr>
          <p:cNvPr id="14" name="S15-label342"/>
          <p:cNvSpPr txBox="1"/>
          <p:nvPr/>
        </p:nvSpPr>
        <p:spPr>
          <a:xfrm>
            <a:off x="3583534" y="3929045"/>
            <a:ext cx="914400" cy="3632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algn="ctr" indent="0" marL="0">
              <a:buNone/>
            </a:pPr>
            <a:r>
              <a:rPr lang="ko-KR" altLang="en-US" sz="2200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3</a:t>
            </a:r>
            <a:endParaRPr lang="ko-KR" sz="2200" dirty="0"/>
          </a:p>
        </p:txBody>
      </p:sp>
      <p:sp>
        <p:nvSpPr>
          <p:cNvPr id="15" name="S15-line343"/>
          <p:cNvSpPr/>
          <p:nvPr/>
        </p:nvSpPr>
        <p:spPr>
          <a:xfrm>
            <a:off x="5067605" y="3599861"/>
            <a:ext cx="0" cy="292608"/>
          </a:xfrm>
          <a:prstGeom prst="line">
            <a:avLst/>
          </a:prstGeom>
          <a:noFill/>
          <a:ln w="22225">
            <a:solidFill>
              <a:srgbClr val="1F2937"/>
            </a:solidFill>
            <a:prstDash val="solid"/>
          </a:ln>
        </p:spPr>
      </p:sp>
      <p:sp>
        <p:nvSpPr>
          <p:cNvPr id="16" name="S15-label344"/>
          <p:cNvSpPr txBox="1"/>
          <p:nvPr/>
        </p:nvSpPr>
        <p:spPr>
          <a:xfrm>
            <a:off x="4610405" y="3929045"/>
            <a:ext cx="914400" cy="3632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algn="ctr" indent="0" marL="0">
              <a:buNone/>
            </a:pPr>
            <a:r>
              <a:rPr lang="ko-KR" altLang="en-US" sz="2200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4</a:t>
            </a:r>
            <a:endParaRPr lang="ko-KR" sz="2200" dirty="0"/>
          </a:p>
        </p:txBody>
      </p:sp>
      <p:sp>
        <p:nvSpPr>
          <p:cNvPr id="17" name="S15-line345"/>
          <p:cNvSpPr/>
          <p:nvPr/>
        </p:nvSpPr>
        <p:spPr>
          <a:xfrm>
            <a:off x="6094476" y="3599861"/>
            <a:ext cx="0" cy="292608"/>
          </a:xfrm>
          <a:prstGeom prst="line">
            <a:avLst/>
          </a:prstGeom>
          <a:noFill/>
          <a:ln w="22225">
            <a:solidFill>
              <a:srgbClr val="1F2937"/>
            </a:solidFill>
            <a:prstDash val="solid"/>
          </a:ln>
        </p:spPr>
      </p:sp>
      <p:sp>
        <p:nvSpPr>
          <p:cNvPr id="18" name="S15-label346"/>
          <p:cNvSpPr txBox="1"/>
          <p:nvPr/>
        </p:nvSpPr>
        <p:spPr>
          <a:xfrm>
            <a:off x="5637276" y="3929045"/>
            <a:ext cx="914400" cy="3632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algn="ctr" indent="0" marL="0">
              <a:buNone/>
            </a:pPr>
            <a:r>
              <a:rPr lang="ko-KR" altLang="en-US" sz="2200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5</a:t>
            </a:r>
            <a:endParaRPr lang="ko-KR" sz="2200" dirty="0"/>
          </a:p>
        </p:txBody>
      </p:sp>
      <p:sp>
        <p:nvSpPr>
          <p:cNvPr id="19" name="S15-line347"/>
          <p:cNvSpPr/>
          <p:nvPr/>
        </p:nvSpPr>
        <p:spPr>
          <a:xfrm>
            <a:off x="7121347" y="3599861"/>
            <a:ext cx="0" cy="292608"/>
          </a:xfrm>
          <a:prstGeom prst="line">
            <a:avLst/>
          </a:prstGeom>
          <a:noFill/>
          <a:ln w="22225">
            <a:solidFill>
              <a:srgbClr val="1F2937"/>
            </a:solidFill>
            <a:prstDash val="solid"/>
          </a:ln>
        </p:spPr>
      </p:sp>
      <p:sp>
        <p:nvSpPr>
          <p:cNvPr id="20" name="S15-label348"/>
          <p:cNvSpPr txBox="1"/>
          <p:nvPr/>
        </p:nvSpPr>
        <p:spPr>
          <a:xfrm>
            <a:off x="6664147" y="3929045"/>
            <a:ext cx="914400" cy="3632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algn="ctr" indent="0" marL="0">
              <a:buNone/>
            </a:pPr>
            <a:r>
              <a:rPr lang="ko-KR" altLang="en-US" sz="2200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6</a:t>
            </a:r>
            <a:endParaRPr lang="ko-KR" sz="2200" dirty="0"/>
          </a:p>
        </p:txBody>
      </p:sp>
      <p:sp>
        <p:nvSpPr>
          <p:cNvPr id="21" name="S15-line349"/>
          <p:cNvSpPr/>
          <p:nvPr/>
        </p:nvSpPr>
        <p:spPr>
          <a:xfrm>
            <a:off x="8148218" y="3599861"/>
            <a:ext cx="0" cy="292608"/>
          </a:xfrm>
          <a:prstGeom prst="line">
            <a:avLst/>
          </a:prstGeom>
          <a:noFill/>
          <a:ln w="22225">
            <a:solidFill>
              <a:srgbClr val="1F2937"/>
            </a:solidFill>
            <a:prstDash val="solid"/>
          </a:ln>
        </p:spPr>
      </p:sp>
      <p:sp>
        <p:nvSpPr>
          <p:cNvPr id="22" name="S15-label350"/>
          <p:cNvSpPr txBox="1"/>
          <p:nvPr/>
        </p:nvSpPr>
        <p:spPr>
          <a:xfrm>
            <a:off x="7691018" y="3929045"/>
            <a:ext cx="914400" cy="3632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algn="ctr" indent="0" marL="0">
              <a:buNone/>
            </a:pPr>
            <a:r>
              <a:rPr lang="ko-KR" altLang="en-US" sz="2200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7</a:t>
            </a:r>
            <a:endParaRPr lang="ko-KR" sz="2200" dirty="0"/>
          </a:p>
        </p:txBody>
      </p:sp>
      <p:sp>
        <p:nvSpPr>
          <p:cNvPr id="23" name="S15-line351"/>
          <p:cNvSpPr/>
          <p:nvPr/>
        </p:nvSpPr>
        <p:spPr>
          <a:xfrm>
            <a:off x="9175090" y="3599861"/>
            <a:ext cx="0" cy="292608"/>
          </a:xfrm>
          <a:prstGeom prst="line">
            <a:avLst/>
          </a:prstGeom>
          <a:noFill/>
          <a:ln w="22225">
            <a:solidFill>
              <a:srgbClr val="1F2937"/>
            </a:solidFill>
            <a:prstDash val="solid"/>
          </a:ln>
        </p:spPr>
      </p:sp>
      <p:sp>
        <p:nvSpPr>
          <p:cNvPr id="24" name="S15-label352"/>
          <p:cNvSpPr txBox="1"/>
          <p:nvPr/>
        </p:nvSpPr>
        <p:spPr>
          <a:xfrm>
            <a:off x="8717890" y="3929045"/>
            <a:ext cx="914400" cy="3632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algn="ctr" indent="0" marL="0">
              <a:buNone/>
            </a:pPr>
            <a:r>
              <a:rPr lang="ko-KR" altLang="en-US" sz="2200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8</a:t>
            </a:r>
            <a:endParaRPr lang="ko-KR" sz="2200" dirty="0"/>
          </a:p>
        </p:txBody>
      </p:sp>
      <p:sp>
        <p:nvSpPr>
          <p:cNvPr id="25" name="S15-line353"/>
          <p:cNvSpPr/>
          <p:nvPr/>
        </p:nvSpPr>
        <p:spPr>
          <a:xfrm>
            <a:off x="10201961" y="3599861"/>
            <a:ext cx="0" cy="292608"/>
          </a:xfrm>
          <a:prstGeom prst="line">
            <a:avLst/>
          </a:prstGeom>
          <a:noFill/>
          <a:ln w="22225">
            <a:solidFill>
              <a:srgbClr val="1F2937"/>
            </a:solidFill>
            <a:prstDash val="solid"/>
          </a:ln>
        </p:spPr>
      </p:sp>
      <p:sp>
        <p:nvSpPr>
          <p:cNvPr id="26" name="S15-label354"/>
          <p:cNvSpPr txBox="1"/>
          <p:nvPr/>
        </p:nvSpPr>
        <p:spPr>
          <a:xfrm>
            <a:off x="9744761" y="3929045"/>
            <a:ext cx="914400" cy="3632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algn="ctr" indent="0" marL="0">
              <a:buNone/>
            </a:pPr>
            <a:r>
              <a:rPr lang="ko-KR" altLang="en-US" sz="2200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9</a:t>
            </a:r>
            <a:endParaRPr lang="ko-KR" sz="2200" dirty="0"/>
          </a:p>
        </p:txBody>
      </p:sp>
      <p:sp>
        <p:nvSpPr>
          <p:cNvPr id="27" name="S15-line355"/>
          <p:cNvSpPr/>
          <p:nvPr/>
        </p:nvSpPr>
        <p:spPr>
          <a:xfrm>
            <a:off x="11228832" y="3599861"/>
            <a:ext cx="0" cy="292608"/>
          </a:xfrm>
          <a:prstGeom prst="line">
            <a:avLst/>
          </a:prstGeom>
          <a:noFill/>
          <a:ln w="22225">
            <a:solidFill>
              <a:srgbClr val="1F2937"/>
            </a:solidFill>
            <a:prstDash val="solid"/>
          </a:ln>
        </p:spPr>
      </p:sp>
      <p:sp>
        <p:nvSpPr>
          <p:cNvPr id="28" name="S15-label356"/>
          <p:cNvSpPr txBox="1"/>
          <p:nvPr/>
        </p:nvSpPr>
        <p:spPr>
          <a:xfrm>
            <a:off x="10771632" y="3929045"/>
            <a:ext cx="914400" cy="3632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algn="ctr" indent="0" marL="0">
              <a:buNone/>
            </a:pPr>
            <a:r>
              <a:rPr lang="ko-KR" altLang="en-US" sz="2200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10</a:t>
            </a:r>
            <a:endParaRPr lang="ko-KR" sz="2200" dirty="0"/>
          </a:p>
        </p:txBody>
      </p:sp>
      <p:sp>
        <p:nvSpPr>
          <p:cNvPr id="29" name="S15-mark357"/>
          <p:cNvSpPr/>
          <p:nvPr/>
        </p:nvSpPr>
        <p:spPr>
          <a:xfrm>
            <a:off x="3949294" y="3654725"/>
            <a:ext cx="182880" cy="182880"/>
          </a:xfrm>
          <a:prstGeom prst="ellipse">
            <a:avLst/>
          </a:prstGeom>
          <a:solidFill>
            <a:srgbClr val="E9762B"/>
          </a:solidFill>
          <a:ln w="12700">
            <a:solidFill>
              <a:srgbClr val="E9762B"/>
            </a:solidFill>
            <a:prstDash val="solid"/>
          </a:ln>
        </p:spPr>
      </p:sp>
      <p:sp>
        <p:nvSpPr>
          <p:cNvPr id="30" name="S15-label358"/>
          <p:cNvSpPr txBox="1"/>
          <p:nvPr/>
        </p:nvSpPr>
        <p:spPr>
          <a:xfrm>
            <a:off x="3492094" y="3154345"/>
            <a:ext cx="1097280" cy="3632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algn="ctr" indent="0" marL="0">
              <a:buNone/>
            </a:pPr>
            <a:r>
              <a:rPr lang="ko-KR" altLang="en-US" sz="2200" b="1" dirty="0">
                <a:solidFill>
                  <a:srgbClr val="E9762B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3</a:t>
            </a:r>
            <a:endParaRPr lang="ko-KR" sz="2200" dirty="0"/>
          </a:p>
        </p:txBody>
      </p:sp>
      <p:sp>
        <p:nvSpPr>
          <p:cNvPr id="31" name="S15-mark359"/>
          <p:cNvSpPr/>
          <p:nvPr/>
        </p:nvSpPr>
        <p:spPr>
          <a:xfrm>
            <a:off x="8056778" y="3654725"/>
            <a:ext cx="182880" cy="182880"/>
          </a:xfrm>
          <a:prstGeom prst="ellipse">
            <a:avLst/>
          </a:prstGeom>
          <a:solidFill>
            <a:srgbClr val="E9762B"/>
          </a:solidFill>
          <a:ln w="12700">
            <a:solidFill>
              <a:srgbClr val="E9762B"/>
            </a:solidFill>
            <a:prstDash val="solid"/>
          </a:ln>
        </p:spPr>
      </p:sp>
      <p:sp>
        <p:nvSpPr>
          <p:cNvPr id="32" name="S15-label360"/>
          <p:cNvSpPr txBox="1"/>
          <p:nvPr/>
        </p:nvSpPr>
        <p:spPr>
          <a:xfrm>
            <a:off x="7599578" y="3154345"/>
            <a:ext cx="1097280" cy="3632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algn="ctr" indent="0" marL="0">
              <a:buNone/>
            </a:pPr>
            <a:r>
              <a:rPr lang="ko-KR" altLang="en-US" sz="2200" b="1" dirty="0">
                <a:solidFill>
                  <a:srgbClr val="E9762B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7</a:t>
            </a:r>
            <a:endParaRPr lang="ko-KR" sz="2200" dirty="0"/>
          </a:p>
        </p:txBody>
      </p:sp>
      <p:sp>
        <p:nvSpPr>
          <p:cNvPr id="33" name="S15-figure361" descr="0부터 10까지 1씩 눈금 수직선에 3과 7 표시"/>
          <p:cNvSpPr/>
          <p:nvPr/>
        </p:nvSpPr>
        <p:spPr>
          <a:xfrm>
            <a:off x="685800" y="3563285"/>
            <a:ext cx="10817352" cy="365760"/>
          </a:xfrm>
          <a:prstGeom prst="rect">
            <a:avLst/>
          </a:prstGeom>
          <a:solidFill>
            <a:srgbClr val="FFFFFF">
              <a:alpha val="0"/>
            </a:srgbClr>
          </a:solidFill>
          <a:ln w="12700">
            <a:solidFill>
              <a:srgbClr val="FFFFFF">
                <a:alpha val="0"/>
              </a:srgbClr>
            </a:solidFill>
            <a:prstDash val="solid"/>
          </a:ln>
        </p:spPr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0881360" y="6382512"/>
            <a:ext cx="731520" cy="32004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200">
                <a:solidFill>
                  <a:srgbClr val="4B5563"/>
                </a:solidFill>
                <a:latin typeface="맑은 고딕"/>
                <a:ea typeface="맑은 고딕"/>
                <a:cs typeface="맑은 고딕"/>
              </a:defRPr>
            </a:lvl1pPr>
          </a:lstStyle>
          <a:p>
            <a:pPr eaLnBrk="0" algn="r"/>
            <a:fld id="{F7021451-1387-4CA6-816F-3879F97B5CBC}" type="slidenum">
              <a:rPr b="0" lang="en-US"/>
              <a:t>15</a:t>
            </a:fld>
            <a:endParaRPr lang="en-US"/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Education Classroom">
  <a:themeElements>
    <a:clrScheme name="Education Classroom">
      <a:dk1>
        <a:srgbClr val="1F2937"/>
      </a:dk1>
      <a:lt1>
        <a:srgbClr val="FFFFFF"/>
      </a:lt1>
      <a:dk2>
        <a:srgbClr val="264653"/>
      </a:dk2>
      <a:lt2>
        <a:srgbClr val="EAF3F1"/>
      </a:lt2>
      <a:accent1>
        <a:srgbClr val="E9762B"/>
      </a:accent1>
      <a:accent2>
        <a:srgbClr val="2A9D8F"/>
      </a:accent2>
      <a:accent3>
        <a:srgbClr val="C8434E"/>
      </a:accent3>
      <a:accent4>
        <a:srgbClr val="3D5A80"/>
      </a:accent4>
      <a:accent5>
        <a:srgbClr val="F2C14E"/>
      </a:accent5>
      <a:accent6>
        <a:srgbClr val="4B5563"/>
      </a:accent6>
      <a:hlink>
        <a:srgbClr val="3D5A80"/>
      </a:hlink>
      <a:folHlink>
        <a:srgbClr val="7A4E8A"/>
      </a:folHlink>
    </a:clrScheme>
    <a:fontScheme name="Education Classroom">
      <a:majorFont>
        <a:latin typeface="맑은 고딕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맑은 고딕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0</Words>
  <Application>Microsoft Office PowerPoint</Application>
  <PresentationFormat>On-screen Show (16:9)</PresentationFormat>
  <Paragraphs>0</Paragraphs>
  <Slides>15</Slides>
  <Notes>15</Notes>
  <HiddenSlides>0</HiddenSlides>
  <MMClips>0</MMClips>
  <ScaleCrop>false</ScaleCrop>
  <HeadingPairs>
    <vt:vector size="6" baseType="variant">
      <vt:variant>
        <vt:lpstr>Fonts Used</vt:lpstr>
      </vt:variant>
      <vt:variant>
        <vt:i4>2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15</vt:i4>
      </vt:variant>
    </vt:vector>
  </HeadingPairs>
  <TitlesOfParts>
    <vt:vector size="18" baseType="lpstr">
      <vt:lpstr>Arial</vt:lpstr>
      <vt:lpstr>Calibri</vt:lpstr>
      <vt:lpstr>Office Theme</vt:lpstr>
      <vt:lpstr>Slide 1</vt:lpstr>
      <vt:lpstr>Slide 2</vt:lpstr>
      <vt:lpstr>Slide 3</vt:lpstr>
      <vt:lpstr>Slide 4</vt:lpstr>
      <vt:lpstr>Slide 5</vt:lpstr>
      <vt:lpstr>Slide 6</vt:lpstr>
      <vt:lpstr>Slide 7</vt:lpstr>
      <vt:lpstr>Slide 8</vt:lpstr>
      <vt:lpstr>Slide 9</vt:lpstr>
      <vt:lpstr>Slide 10</vt:lpstr>
      <vt:lpstr>Slide 11</vt:lpstr>
      <vt:lpstr>Slide 12</vt:lpstr>
      <vt:lpstr>Slide 13</vt:lpstr>
      <vt:lpstr>Slide 14</vt:lpstr>
      <vt:lpstr>Slide 15</vt:lpstr>
    </vt:vector>
  </TitlesOfParts>
  <Company>PptxGenJS</Company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초5 수학 수의 범위</dc:title>
  <dc:subject>KR22-G05-MAT-RANGE-L01</dc:subject>
  <dc:creator>education-ppt</dc:creator>
  <cp:lastModifiedBy>education-ppt</cp:lastModifiedBy>
  <cp:revision>1</cp:revision>
  <dcterms:created xsi:type="dcterms:W3CDTF">2026-10-26T08:10:36Z</dcterms:created>
  <dcterms:modified xsi:type="dcterms:W3CDTF">2026-10-26T08:10:36Z</dcterms:modified>
</cp:coreProperties>
</file>