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9ca31f1-643f-0b5c-fe54-1758dbeef2da}">
          <p14:sldIdLst>
            <p14:sldId id="256"/>
            <p14:sldId id="257"/>
          </p14:sldIdLst>
        </p14:section>
        <p14:section name="개념" id="{8eaabe1b-687a-dc57-55ae-8cc0087409f7}">
          <p14:sldIdLst>
            <p14:sldId id="258"/>
            <p14:sldId id="259"/>
            <p14:sldId id="261"/>
            <p14:sldId id="262"/>
            <p14:sldId id="263"/>
          </p14:sldIdLst>
        </p14:section>
        <p14:section name="연습" id="{344df8c8-4e97-c7eb-ba5d-ccf8278690fe}">
          <p14:sldIdLst>
            <p14:sldId id="260"/>
            <p14:sldId id="264"/>
            <p14:sldId id="265"/>
          </p14:sldIdLst>
        </p14:section>
        <p14:section name="개념" id="{450276ef-ff6e-fba4-3e98-b3f8f0bc5b02}">
          <p14:sldIdLst/>
        </p14:section>
        <p14:section name="연습" id="{83a8a1c6-c1b1-3802-b00e-3128414b50d9}">
          <p14:sldIdLst/>
        </p14:section>
        <p14:section name="확인" id="{264545d4-2f5f-b0d6-19d4-805d50cc92af}">
          <p14:sldIdLst>
            <p14:sldId id="266"/>
            <p14:sldId id="267"/>
          </p14:sldIdLst>
        </p14:section>
        <p14:section name="정리" id="{ea74aec7-4ef3-69c0-11db-d08061f18c59}">
          <p14:sldIdLst>
            <p14:sldId id="268"/>
          </p14:sldIdLst>
        </p14:section>
        <p14:section name="보충" id="{7c1666ff-5201-5f4c-7106-34f9d5b6dba5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곱셈과어림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소수의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소수의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소수의 곱셈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소수의 곱셈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× 0.5는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0.6일까, 6일까,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0.06일까?</a:t>
            </a:r>
            <a:endParaRPr lang="ko-KR" sz="2800" dirty="0"/>
          </a:p>
        </p:txBody>
      </p:sp>
      <p:sp>
        <p:nvSpPr>
          <p:cNvPr id="4" name="S01-eqtext1"/>
          <p:cNvSpPr txBox="1"/>
          <p:nvPr/>
        </p:nvSpPr>
        <p:spPr>
          <a:xfrm>
            <a:off x="7680960" y="640080"/>
            <a:ext cx="39319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× 0.5 = ?</a:t>
            </a:r>
            <a:endParaRPr lang="ko-KR" sz="4000" dirty="0"/>
          </a:p>
        </p:txBody>
      </p:sp>
      <p:sp>
        <p:nvSpPr>
          <p:cNvPr id="5" name="S01-card2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(소수)×(자연수)를 0.1의 개수로 계산해요.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소수끼리 곱하고 소수점 위치를 설명해요.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학습 기억하기</a:t>
            </a:r>
            <a:endParaRPr lang="ko-KR" sz="4000" dirty="0"/>
          </a:p>
        </p:txBody>
      </p:sp>
      <p:sp>
        <p:nvSpPr>
          <p:cNvPr id="3" name="S02-text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□ 안에 알맞은 수를 써요.</a:t>
            </a:r>
            <a:endParaRPr lang="ko-KR" sz="2800" dirty="0"/>
          </a:p>
        </p:txBody>
      </p:sp>
      <p:sp>
        <p:nvSpPr>
          <p:cNvPr id="4" name="S02-chip5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02-eqtext6"/>
          <p:cNvSpPr txBox="1"/>
          <p:nvPr/>
        </p:nvSpPr>
        <p:spPr>
          <a:xfrm>
            <a:off x="1344168" y="201168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 + 0.4 + 0.4 = □</a:t>
            </a:r>
            <a:endParaRPr lang="ko-KR" sz="3200" dirty="0"/>
          </a:p>
        </p:txBody>
      </p:sp>
      <p:sp>
        <p:nvSpPr>
          <p:cNvPr id="6" name="S02-chip7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02-text8"/>
          <p:cNvSpPr txBox="1"/>
          <p:nvPr/>
        </p:nvSpPr>
        <p:spPr>
          <a:xfrm>
            <a:off x="1344168" y="3474720"/>
            <a:ext cx="102961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23개인 수는 □예요.</a:t>
            </a:r>
            <a:endParaRPr lang="ko-KR" sz="2800" dirty="0"/>
          </a:p>
        </p:txBody>
      </p:sp>
      <p:sp>
        <p:nvSpPr>
          <p:cNvPr id="8" name="S02-chip9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02-op10"/>
          <p:cNvSpPr txBox="1"/>
          <p:nvPr/>
        </p:nvSpPr>
        <p:spPr>
          <a:xfrm>
            <a:off x="1344168" y="5061712"/>
            <a:ext cx="1304544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0.35</a:t>
            </a:r>
            <a:endParaRPr lang="ko-KR" sz="3200" dirty="0"/>
          </a:p>
        </p:txBody>
      </p:sp>
      <p:sp>
        <p:nvSpPr>
          <p:cNvPr id="10" name="S02-op11"/>
          <p:cNvSpPr txBox="1"/>
          <p:nvPr/>
        </p:nvSpPr>
        <p:spPr>
          <a:xfrm>
            <a:off x="2758440" y="5061712"/>
            <a:ext cx="426720" cy="1032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3200" dirty="0"/>
          </a:p>
        </p:txBody>
      </p:sp>
      <p:sp>
        <p:nvSpPr>
          <p:cNvPr id="11" name="S02-blank12"/>
          <p:cNvSpPr/>
          <p:nvPr/>
        </p:nvSpPr>
        <p:spPr>
          <a:xfrm>
            <a:off x="3553318" y="5124054"/>
            <a:ext cx="354868" cy="354868"/>
          </a:xfrm>
          <a:prstGeom prst="rect">
            <a:avLst/>
          </a:prstGeom>
          <a:solidFill>
            <a:srgbClr val="FFFFFF"/>
          </a:solidFill>
          <a:ln w="22225">
            <a:solidFill>
              <a:srgbClr val="1F2937"/>
            </a:solidFill>
            <a:prstDash val="solid"/>
          </a:ln>
        </p:spPr>
      </p:sp>
      <p:sp>
        <p:nvSpPr>
          <p:cNvPr id="12" name="S02-fracbar13"/>
          <p:cNvSpPr/>
          <p:nvPr/>
        </p:nvSpPr>
        <p:spPr>
          <a:xfrm>
            <a:off x="3331464" y="5577840"/>
            <a:ext cx="798576" cy="0"/>
          </a:xfrm>
          <a:prstGeom prst="line">
            <a:avLst/>
          </a:prstGeom>
          <a:noFill/>
          <a:ln w="25400">
            <a:solidFill>
              <a:srgbClr val="1F2937"/>
            </a:solidFill>
            <a:prstDash val="solid"/>
          </a:ln>
        </p:spPr>
      </p:sp>
      <p:sp>
        <p:nvSpPr>
          <p:cNvPr id="13" name="S02-num14"/>
          <p:cNvSpPr txBox="1"/>
          <p:nvPr/>
        </p:nvSpPr>
        <p:spPr>
          <a:xfrm>
            <a:off x="3294888" y="5614416"/>
            <a:ext cx="871728" cy="479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 × 4는 0.1이 몇 개?</a:t>
            </a:r>
            <a:endParaRPr lang="ko-KR" sz="4000" dirty="0"/>
          </a:p>
        </p:txBody>
      </p:sp>
      <p:sp>
        <p:nvSpPr>
          <p:cNvPr id="3" name="S03-text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0.3을 4번 더해요.</a:t>
            </a:r>
            <a:endParaRPr lang="ko-KR" sz="2800" dirty="0"/>
          </a:p>
        </p:txBody>
      </p:sp>
      <p:sp>
        <p:nvSpPr>
          <p:cNvPr id="4" name="S03-card16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7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3 × 4 = 12개 → 1.2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 × 4 = 1.2</a:t>
            </a:r>
            <a:endParaRPr lang="ko-KR" sz="2800" dirty="0"/>
          </a:p>
        </p:txBody>
      </p:sp>
      <p:sp>
        <p:nvSpPr>
          <p:cNvPr id="6" name="S03-figure18" descr="0부터 1.5까지 0.1씩 눈금 수직선: 0에서 0.3씩 네 번 뛰어 1.2에 닿음"/>
          <p:cNvSpPr/>
          <p:nvPr/>
        </p:nvSpPr>
        <p:spPr>
          <a:xfrm>
            <a:off x="8972026" y="3417119"/>
            <a:ext cx="239796" cy="239796"/>
          </a:xfrm>
          <a:prstGeom prst="ellipse">
            <a:avLst/>
          </a:prstGeom>
          <a:solidFill>
            <a:srgbClr val="E9762B"/>
          </a:solidFill>
          <a:ln w="19050">
            <a:solidFill>
              <a:srgbClr val="E9762B"/>
            </a:solidFill>
            <a:prstDash val="solid"/>
          </a:ln>
        </p:spPr>
      </p:sp>
      <p:sp>
        <p:nvSpPr>
          <p:cNvPr id="7" name="S03-mark19"/>
          <p:cNvSpPr/>
          <p:nvPr/>
        </p:nvSpPr>
        <p:spPr>
          <a:xfrm>
            <a:off x="632460" y="3537017"/>
            <a:ext cx="1092403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" name="S03-mark20"/>
          <p:cNvSpPr/>
          <p:nvPr/>
        </p:nvSpPr>
        <p:spPr>
          <a:xfrm>
            <a:off x="1098730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3-mark21"/>
          <p:cNvSpPr/>
          <p:nvPr/>
        </p:nvSpPr>
        <p:spPr>
          <a:xfrm>
            <a:off x="1764829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mark22"/>
          <p:cNvSpPr/>
          <p:nvPr/>
        </p:nvSpPr>
        <p:spPr>
          <a:xfrm>
            <a:off x="2430929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3-mark23"/>
          <p:cNvSpPr/>
          <p:nvPr/>
        </p:nvSpPr>
        <p:spPr>
          <a:xfrm>
            <a:off x="3097028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mark24"/>
          <p:cNvSpPr/>
          <p:nvPr/>
        </p:nvSpPr>
        <p:spPr>
          <a:xfrm>
            <a:off x="3763128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3-mark25"/>
          <p:cNvSpPr/>
          <p:nvPr/>
        </p:nvSpPr>
        <p:spPr>
          <a:xfrm>
            <a:off x="4429227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mark26"/>
          <p:cNvSpPr/>
          <p:nvPr/>
        </p:nvSpPr>
        <p:spPr>
          <a:xfrm>
            <a:off x="5095327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3-mark27"/>
          <p:cNvSpPr/>
          <p:nvPr/>
        </p:nvSpPr>
        <p:spPr>
          <a:xfrm>
            <a:off x="5761426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mark28"/>
          <p:cNvSpPr/>
          <p:nvPr/>
        </p:nvSpPr>
        <p:spPr>
          <a:xfrm>
            <a:off x="6427526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3-mark29"/>
          <p:cNvSpPr/>
          <p:nvPr/>
        </p:nvSpPr>
        <p:spPr>
          <a:xfrm>
            <a:off x="7093625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mark30"/>
          <p:cNvSpPr/>
          <p:nvPr/>
        </p:nvSpPr>
        <p:spPr>
          <a:xfrm>
            <a:off x="7759725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3-mark31"/>
          <p:cNvSpPr/>
          <p:nvPr/>
        </p:nvSpPr>
        <p:spPr>
          <a:xfrm>
            <a:off x="8425824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mark32"/>
          <p:cNvSpPr/>
          <p:nvPr/>
        </p:nvSpPr>
        <p:spPr>
          <a:xfrm>
            <a:off x="9091924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3-mark33"/>
          <p:cNvSpPr/>
          <p:nvPr/>
        </p:nvSpPr>
        <p:spPr>
          <a:xfrm>
            <a:off x="9758023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mark34"/>
          <p:cNvSpPr/>
          <p:nvPr/>
        </p:nvSpPr>
        <p:spPr>
          <a:xfrm>
            <a:off x="10424123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3-mark35"/>
          <p:cNvSpPr/>
          <p:nvPr/>
        </p:nvSpPr>
        <p:spPr>
          <a:xfrm>
            <a:off x="11090222" y="3430441"/>
            <a:ext cx="0" cy="213152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mark36"/>
          <p:cNvSpPr/>
          <p:nvPr/>
        </p:nvSpPr>
        <p:spPr>
          <a:xfrm flipV="1">
            <a:off x="1098730" y="3124035"/>
            <a:ext cx="0" cy="246457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5" name="S03-mark37"/>
          <p:cNvSpPr/>
          <p:nvPr/>
        </p:nvSpPr>
        <p:spPr>
          <a:xfrm>
            <a:off x="1098730" y="3124035"/>
            <a:ext cx="1998299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6" name="S03-mark38"/>
          <p:cNvSpPr/>
          <p:nvPr/>
        </p:nvSpPr>
        <p:spPr>
          <a:xfrm flipV="1">
            <a:off x="3097028" y="3124035"/>
            <a:ext cx="0" cy="246457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7" name="S03-mark39"/>
          <p:cNvSpPr/>
          <p:nvPr/>
        </p:nvSpPr>
        <p:spPr>
          <a:xfrm>
            <a:off x="3097028" y="3124035"/>
            <a:ext cx="1998299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8" name="S03-mark40"/>
          <p:cNvSpPr/>
          <p:nvPr/>
        </p:nvSpPr>
        <p:spPr>
          <a:xfrm flipV="1">
            <a:off x="5095327" y="3124035"/>
            <a:ext cx="0" cy="246457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9" name="S03-mark41"/>
          <p:cNvSpPr/>
          <p:nvPr/>
        </p:nvSpPr>
        <p:spPr>
          <a:xfrm>
            <a:off x="5095327" y="3124035"/>
            <a:ext cx="1998299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0" name="S03-mark42"/>
          <p:cNvSpPr/>
          <p:nvPr/>
        </p:nvSpPr>
        <p:spPr>
          <a:xfrm flipV="1">
            <a:off x="7093625" y="3124035"/>
            <a:ext cx="0" cy="246457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31" name="S03-mark43"/>
          <p:cNvSpPr/>
          <p:nvPr/>
        </p:nvSpPr>
        <p:spPr>
          <a:xfrm>
            <a:off x="7093625" y="3124035"/>
            <a:ext cx="1998299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32" name="S03-label45"/>
          <p:cNvSpPr txBox="1"/>
          <p:nvPr/>
        </p:nvSpPr>
        <p:spPr>
          <a:xfrm>
            <a:off x="951664" y="384198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33" name="S03-label47"/>
          <p:cNvSpPr txBox="1"/>
          <p:nvPr/>
        </p:nvSpPr>
        <p:spPr>
          <a:xfrm>
            <a:off x="4106139" y="3841984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2200" dirty="0"/>
          </a:p>
        </p:txBody>
      </p:sp>
      <p:sp>
        <p:nvSpPr>
          <p:cNvPr id="34" name="S03-label49"/>
          <p:cNvSpPr txBox="1"/>
          <p:nvPr/>
        </p:nvSpPr>
        <p:spPr>
          <a:xfrm>
            <a:off x="7612659" y="3841984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5" name="S03-label51"/>
          <p:cNvSpPr txBox="1"/>
          <p:nvPr/>
        </p:nvSpPr>
        <p:spPr>
          <a:xfrm>
            <a:off x="10767134" y="3841984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</a:t>
            </a:r>
            <a:endParaRPr lang="ko-KR" sz="2200" dirty="0"/>
          </a:p>
        </p:txBody>
      </p:sp>
      <p:sp>
        <p:nvSpPr>
          <p:cNvPr id="36" name="S03-label53"/>
          <p:cNvSpPr txBox="1"/>
          <p:nvPr/>
        </p:nvSpPr>
        <p:spPr>
          <a:xfrm>
            <a:off x="8768836" y="3841984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</a:t>
            </a:r>
            <a:endParaRPr lang="ko-KR" sz="2200" dirty="0"/>
          </a:p>
        </p:txBody>
      </p:sp>
      <p:sp>
        <p:nvSpPr>
          <p:cNvPr id="37" name="S03-label55"/>
          <p:cNvSpPr txBox="1"/>
          <p:nvPr/>
        </p:nvSpPr>
        <p:spPr>
          <a:xfrm>
            <a:off x="1774791" y="2629682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38" name="S03-label57"/>
          <p:cNvSpPr txBox="1"/>
          <p:nvPr/>
        </p:nvSpPr>
        <p:spPr>
          <a:xfrm>
            <a:off x="3773089" y="2629682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39" name="S03-label59"/>
          <p:cNvSpPr txBox="1"/>
          <p:nvPr/>
        </p:nvSpPr>
        <p:spPr>
          <a:xfrm>
            <a:off x="5771388" y="2629682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40" name="S03-label61"/>
          <p:cNvSpPr txBox="1"/>
          <p:nvPr/>
        </p:nvSpPr>
        <p:spPr>
          <a:xfrm>
            <a:off x="7769687" y="2629682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분수로 바꿔서 곱해요</a:t>
            </a:r>
            <a:endParaRPr lang="ko-KR" sz="4000" dirty="0"/>
          </a:p>
        </p:txBody>
      </p:sp>
      <p:sp>
        <p:nvSpPr>
          <p:cNvPr id="3" name="S04-card62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63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순서를 바꿔도 같아요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0.3 = 4 × 10분의 3 = 1.2</a:t>
            </a:r>
            <a:endParaRPr lang="ko-KR" sz="2800" dirty="0"/>
          </a:p>
        </p:txBody>
      </p:sp>
      <p:sp>
        <p:nvSpPr>
          <p:cNvPr id="5" name="S04-eqtext64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 × 4</a:t>
            </a:r>
            <a:endParaRPr lang="ko-KR" sz="3200" dirty="0"/>
          </a:p>
        </p:txBody>
      </p:sp>
      <p:sp>
        <p:nvSpPr>
          <p:cNvPr id="6" name="S04-stepno65"/>
          <p:cNvSpPr txBox="1"/>
          <p:nvPr/>
        </p:nvSpPr>
        <p:spPr>
          <a:xfrm>
            <a:off x="548640" y="275869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7" name="S04-text66"/>
          <p:cNvSpPr txBox="1"/>
          <p:nvPr/>
        </p:nvSpPr>
        <p:spPr>
          <a:xfrm>
            <a:off x="1325880" y="2712974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소수를 분수로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바꿔요.</a:t>
            </a:r>
            <a:endParaRPr lang="ko-KR" sz="2800" dirty="0"/>
          </a:p>
        </p:txBody>
      </p:sp>
      <p:sp>
        <p:nvSpPr>
          <p:cNvPr id="8" name="S04-num67"/>
          <p:cNvSpPr txBox="1"/>
          <p:nvPr/>
        </p:nvSpPr>
        <p:spPr>
          <a:xfrm>
            <a:off x="6981810" y="271297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800" dirty="0"/>
          </a:p>
        </p:txBody>
      </p:sp>
      <p:sp>
        <p:nvSpPr>
          <p:cNvPr id="9" name="S04-fracbar68"/>
          <p:cNvSpPr/>
          <p:nvPr/>
        </p:nvSpPr>
        <p:spPr>
          <a:xfrm>
            <a:off x="7018386" y="3169158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4-num69"/>
          <p:cNvSpPr txBox="1"/>
          <p:nvPr/>
        </p:nvSpPr>
        <p:spPr>
          <a:xfrm>
            <a:off x="6981810" y="320573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11" name="S04-op70"/>
          <p:cNvSpPr txBox="1"/>
          <p:nvPr/>
        </p:nvSpPr>
        <p:spPr>
          <a:xfrm>
            <a:off x="7668626" y="2712974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12" name="S04-op71"/>
          <p:cNvSpPr txBox="1"/>
          <p:nvPr/>
        </p:nvSpPr>
        <p:spPr>
          <a:xfrm>
            <a:off x="8382874" y="2712974"/>
            <a:ext cx="490728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800" dirty="0"/>
          </a:p>
        </p:txBody>
      </p:sp>
      <p:sp>
        <p:nvSpPr>
          <p:cNvPr id="13" name="S04-stepno72"/>
          <p:cNvSpPr txBox="1"/>
          <p:nvPr/>
        </p:nvSpPr>
        <p:spPr>
          <a:xfrm>
            <a:off x="548640" y="383565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4" name="S04-text73"/>
          <p:cNvSpPr txBox="1"/>
          <p:nvPr/>
        </p:nvSpPr>
        <p:spPr>
          <a:xfrm>
            <a:off x="1325880" y="3789934"/>
            <a:ext cx="565593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분자와 자연수를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곱해요.</a:t>
            </a:r>
            <a:endParaRPr lang="ko-KR" sz="2800" dirty="0"/>
          </a:p>
        </p:txBody>
      </p:sp>
      <p:sp>
        <p:nvSpPr>
          <p:cNvPr id="15" name="S04-num74"/>
          <p:cNvSpPr txBox="1"/>
          <p:nvPr/>
        </p:nvSpPr>
        <p:spPr>
          <a:xfrm>
            <a:off x="6981810" y="378993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16" name="S04-fracbar75"/>
          <p:cNvSpPr/>
          <p:nvPr/>
        </p:nvSpPr>
        <p:spPr>
          <a:xfrm>
            <a:off x="7018386" y="4246118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4-num76"/>
          <p:cNvSpPr txBox="1"/>
          <p:nvPr/>
        </p:nvSpPr>
        <p:spPr>
          <a:xfrm>
            <a:off x="6981810" y="4282694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18" name="S04-op77"/>
          <p:cNvSpPr txBox="1"/>
          <p:nvPr/>
        </p:nvSpPr>
        <p:spPr>
          <a:xfrm>
            <a:off x="7668626" y="3789934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19" name="S04-op78"/>
          <p:cNvSpPr txBox="1"/>
          <p:nvPr/>
        </p:nvSpPr>
        <p:spPr>
          <a:xfrm>
            <a:off x="8183738" y="3789934"/>
            <a:ext cx="9387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소수와 자연수의 곱셈</a:t>
            </a:r>
            <a:endParaRPr lang="ko-KR" sz="4000" dirty="0"/>
          </a:p>
        </p:txBody>
      </p:sp>
      <p:sp>
        <p:nvSpPr>
          <p:cNvPr id="3" name="S05-text7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몇 개인지 생각하며 계산해요.</a:t>
            </a:r>
            <a:endParaRPr lang="ko-KR" sz="2800" dirty="0"/>
          </a:p>
        </p:txBody>
      </p:sp>
      <p:sp>
        <p:nvSpPr>
          <p:cNvPr id="4" name="S05-card8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5-cardtext8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자연수처럼 곱하고, 0.1이 몇 개인지 생각해요.</a:t>
            </a:r>
            <a:endParaRPr lang="ko-KR" sz="2800" dirty="0"/>
          </a:p>
        </p:txBody>
      </p:sp>
      <p:sp>
        <p:nvSpPr>
          <p:cNvPr id="6" name="S05-chip82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5-eqtext83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 × 3 = □</a:t>
            </a:r>
            <a:endParaRPr lang="ko-KR" sz="3200" dirty="0"/>
          </a:p>
        </p:txBody>
      </p:sp>
      <p:sp>
        <p:nvSpPr>
          <p:cNvPr id="8" name="S05-chip84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5-eqtext85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1.4 × 5 = □</a:t>
            </a:r>
            <a:endParaRPr lang="ko-KR" sz="3200" dirty="0"/>
          </a:p>
        </p:txBody>
      </p:sp>
      <p:sp>
        <p:nvSpPr>
          <p:cNvPr id="10" name="S05-chip86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5-eqtext87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 × 0.8 = □</a:t>
            </a:r>
            <a:endParaRPr lang="ko-KR" sz="3200" dirty="0"/>
          </a:p>
        </p:txBody>
      </p:sp>
      <p:sp>
        <p:nvSpPr>
          <p:cNvPr id="12" name="S05-chip88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5-eqtext89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2.4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 × 소수</a:t>
            </a:r>
            <a:endParaRPr lang="ko-KR" sz="4000" dirty="0"/>
          </a:p>
        </p:txBody>
      </p:sp>
      <p:sp>
        <p:nvSpPr>
          <p:cNvPr id="3" name="S06-card9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9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어림: 1.2의 반(0.5배)은 0.6쯤이에요.</a:t>
            </a:r>
            <a:endParaRPr lang="ko-KR" sz="2800" dirty="0"/>
          </a:p>
        </p:txBody>
      </p:sp>
      <p:sp>
        <p:nvSpPr>
          <p:cNvPr id="5" name="S06-eqtext92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× 0.5</a:t>
            </a:r>
            <a:endParaRPr lang="ko-KR" sz="3200" dirty="0"/>
          </a:p>
        </p:txBody>
      </p:sp>
      <p:graphicFrame>
        <p:nvGraphicFramePr>
          <p:cNvPr id="7" name="S06-table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284750" y="2614549"/>
          <a:ext cx="4206240" cy="914400"/>
        </p:xfrm>
        <a:graphic>
          <a:graphicData uri="http://schemas.openxmlformats.org/drawingml/2006/table">
            <a:tbl>
              <a:tblPr/>
              <a:tblGrid>
                <a:gridCol w="2439619"/>
                <a:gridCol w="1766621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곱셈식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 × 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6.0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1.2 × 0.5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0.60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6-label94"/>
          <p:cNvSpPr txBox="1"/>
          <p:nvPr/>
        </p:nvSpPr>
        <p:spPr>
          <a:xfrm>
            <a:off x="7135429" y="4743450"/>
            <a:ext cx="4504883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10분의 1씩 작아져요</a:t>
            </a:r>
            <a:endParaRPr lang="ko-KR" sz="2200" dirty="0"/>
          </a:p>
        </p:txBody>
      </p:sp>
      <p:sp>
        <p:nvSpPr>
          <p:cNvPr id="8" name="S06-stepno95"/>
          <p:cNvSpPr txBox="1"/>
          <p:nvPr/>
        </p:nvSpPr>
        <p:spPr>
          <a:xfrm>
            <a:off x="548640" y="271983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9" name="S06-text96"/>
          <p:cNvSpPr txBox="1"/>
          <p:nvPr/>
        </p:nvSpPr>
        <p:spPr>
          <a:xfrm>
            <a:off x="1325880" y="2674112"/>
            <a:ext cx="2830957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분수로 바꿔요.</a:t>
            </a:r>
            <a:endParaRPr lang="ko-KR" sz="2800" dirty="0"/>
          </a:p>
        </p:txBody>
      </p:sp>
      <p:sp>
        <p:nvSpPr>
          <p:cNvPr id="10" name="S06-num97"/>
          <p:cNvSpPr txBox="1"/>
          <p:nvPr/>
        </p:nvSpPr>
        <p:spPr>
          <a:xfrm>
            <a:off x="4156837" y="267411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800" dirty="0"/>
          </a:p>
        </p:txBody>
      </p:sp>
      <p:sp>
        <p:nvSpPr>
          <p:cNvPr id="11" name="S06-fracbar98"/>
          <p:cNvSpPr/>
          <p:nvPr/>
        </p:nvSpPr>
        <p:spPr>
          <a:xfrm>
            <a:off x="4193413" y="3130296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6-num99"/>
          <p:cNvSpPr txBox="1"/>
          <p:nvPr/>
        </p:nvSpPr>
        <p:spPr>
          <a:xfrm>
            <a:off x="4156837" y="316687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13" name="S06-op100"/>
          <p:cNvSpPr txBox="1"/>
          <p:nvPr/>
        </p:nvSpPr>
        <p:spPr>
          <a:xfrm>
            <a:off x="4843653" y="2674112"/>
            <a:ext cx="604520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</a:t>
            </a:r>
            <a:endParaRPr lang="ko-KR" sz="2800" dirty="0"/>
          </a:p>
        </p:txBody>
      </p:sp>
      <p:sp>
        <p:nvSpPr>
          <p:cNvPr id="14" name="S06-num101"/>
          <p:cNvSpPr txBox="1"/>
          <p:nvPr/>
        </p:nvSpPr>
        <p:spPr>
          <a:xfrm>
            <a:off x="5557901" y="267411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800" dirty="0"/>
          </a:p>
        </p:txBody>
      </p:sp>
      <p:sp>
        <p:nvSpPr>
          <p:cNvPr id="15" name="S06-fracbar102"/>
          <p:cNvSpPr/>
          <p:nvPr/>
        </p:nvSpPr>
        <p:spPr>
          <a:xfrm>
            <a:off x="5594477" y="3130296"/>
            <a:ext cx="503936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6-num103"/>
          <p:cNvSpPr txBox="1"/>
          <p:nvPr/>
        </p:nvSpPr>
        <p:spPr>
          <a:xfrm>
            <a:off x="5557901" y="3166872"/>
            <a:ext cx="577088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800" dirty="0"/>
          </a:p>
        </p:txBody>
      </p:sp>
      <p:sp>
        <p:nvSpPr>
          <p:cNvPr id="17" name="S06-stepno104"/>
          <p:cNvSpPr txBox="1"/>
          <p:nvPr/>
        </p:nvSpPr>
        <p:spPr>
          <a:xfrm>
            <a:off x="548640" y="3796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8" name="S06-text105"/>
          <p:cNvSpPr txBox="1"/>
          <p:nvPr/>
        </p:nvSpPr>
        <p:spPr>
          <a:xfrm>
            <a:off x="1325880" y="3751072"/>
            <a:ext cx="2830957" cy="1301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분자끼리, 분모끼리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곱해요.</a:t>
            </a:r>
            <a:endParaRPr lang="ko-KR" sz="2800" dirty="0"/>
          </a:p>
        </p:txBody>
      </p:sp>
      <p:sp>
        <p:nvSpPr>
          <p:cNvPr id="19" name="S06-num106"/>
          <p:cNvSpPr txBox="1"/>
          <p:nvPr/>
        </p:nvSpPr>
        <p:spPr>
          <a:xfrm>
            <a:off x="4156837" y="3945636"/>
            <a:ext cx="783336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800" dirty="0"/>
          </a:p>
        </p:txBody>
      </p:sp>
      <p:sp>
        <p:nvSpPr>
          <p:cNvPr id="20" name="S06-fracbar107"/>
          <p:cNvSpPr/>
          <p:nvPr/>
        </p:nvSpPr>
        <p:spPr>
          <a:xfrm>
            <a:off x="4193413" y="4401820"/>
            <a:ext cx="710184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6-num108"/>
          <p:cNvSpPr txBox="1"/>
          <p:nvPr/>
        </p:nvSpPr>
        <p:spPr>
          <a:xfrm>
            <a:off x="4156837" y="4438396"/>
            <a:ext cx="783336" cy="419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800" dirty="0"/>
          </a:p>
        </p:txBody>
      </p:sp>
      <p:sp>
        <p:nvSpPr>
          <p:cNvPr id="22" name="S06-op109"/>
          <p:cNvSpPr txBox="1"/>
          <p:nvPr/>
        </p:nvSpPr>
        <p:spPr>
          <a:xfrm>
            <a:off x="5049901" y="3945636"/>
            <a:ext cx="4053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</a:t>
            </a:r>
            <a:endParaRPr lang="ko-KR" sz="2800" dirty="0"/>
          </a:p>
        </p:txBody>
      </p:sp>
      <p:sp>
        <p:nvSpPr>
          <p:cNvPr id="23" name="S06-op110"/>
          <p:cNvSpPr txBox="1"/>
          <p:nvPr/>
        </p:nvSpPr>
        <p:spPr>
          <a:xfrm>
            <a:off x="5565013" y="3945636"/>
            <a:ext cx="938784" cy="912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곱의 소수점 위치</a:t>
            </a:r>
            <a:endParaRPr lang="ko-KR" sz="4000" dirty="0"/>
          </a:p>
        </p:txBody>
      </p:sp>
      <p:sp>
        <p:nvSpPr>
          <p:cNvPr id="3" name="S07-text11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자연수의 곱셈과 비교해요.</a:t>
            </a:r>
            <a:endParaRPr lang="ko-KR" sz="2800" dirty="0"/>
          </a:p>
        </p:txBody>
      </p:sp>
      <p:sp>
        <p:nvSpPr>
          <p:cNvPr id="4" name="S07-card112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13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곱의 소수점 아래 자릿수 = 두 수의 자릿수를 더한 만큼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2.35 × 1.4 = 3.290 = 3.29</a:t>
            </a:r>
            <a:endParaRPr lang="ko-KR" sz="2800" dirty="0"/>
          </a:p>
        </p:txBody>
      </p:sp>
      <p:graphicFrame>
        <p:nvGraphicFramePr>
          <p:cNvPr id="8" name="S07-table1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522476" y="2308098"/>
          <a:ext cx="91440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657600"/>
                <a:gridCol w="25603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곱셈식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소수점 아래 자릿수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곱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235 × 14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 + 0 = 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3290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2.35 × 14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+ 0 = 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32.90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2.35 × 1.4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 + 1 = 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3.290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세로셈으로 곱해요</a:t>
            </a:r>
            <a:endParaRPr lang="ko-KR" sz="4000" dirty="0"/>
          </a:p>
        </p:txBody>
      </p:sp>
      <p:sp>
        <p:nvSpPr>
          <p:cNvPr id="3" name="S08-text11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2.35 × 1.4를 세로셈으로 해요.</a:t>
            </a:r>
            <a:endParaRPr lang="ko-KR" sz="2800" dirty="0"/>
          </a:p>
        </p:txBody>
      </p:sp>
      <p:sp>
        <p:nvSpPr>
          <p:cNvPr id="4" name="S08-card11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1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어림: 2 × 1.5 = 3이니 3.29가 알맞아요.</a:t>
            </a:r>
            <a:endParaRPr lang="ko-KR" sz="2800" dirty="0"/>
          </a:p>
        </p:txBody>
      </p:sp>
      <p:graphicFrame>
        <p:nvGraphicFramePr>
          <p:cNvPr id="9" name="S08-table11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3589" y="2188210"/>
          <a:ext cx="365760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  <a:gridCol w="731520"/>
                <a:gridCol w="731520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×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3.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8-stepno119"/>
          <p:cNvSpPr txBox="1"/>
          <p:nvPr/>
        </p:nvSpPr>
        <p:spPr>
          <a:xfrm>
            <a:off x="548640" y="21457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8" name="S08-text120"/>
          <p:cNvSpPr txBox="1"/>
          <p:nvPr/>
        </p:nvSpPr>
        <p:spPr>
          <a:xfrm>
            <a:off x="1325880" y="2100072"/>
            <a:ext cx="5872825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자연수처럼 곱해요: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235 × 14 = 3290</a:t>
            </a:r>
            <a:endParaRPr lang="ko-KR" sz="2800" dirty="0"/>
          </a:p>
        </p:txBody>
      </p:sp>
      <p:sp>
        <p:nvSpPr>
          <p:cNvPr id="9" name="S08-stepno121"/>
          <p:cNvSpPr txBox="1"/>
          <p:nvPr/>
        </p:nvSpPr>
        <p:spPr>
          <a:xfrm>
            <a:off x="548640" y="31780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0" name="S08-text122"/>
          <p:cNvSpPr txBox="1"/>
          <p:nvPr/>
        </p:nvSpPr>
        <p:spPr>
          <a:xfrm>
            <a:off x="1325880" y="3132328"/>
            <a:ext cx="5872825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 아래 자릿수: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+ 1 = 3</a:t>
            </a:r>
            <a:endParaRPr lang="ko-KR" sz="2800" dirty="0"/>
          </a:p>
        </p:txBody>
      </p:sp>
      <p:sp>
        <p:nvSpPr>
          <p:cNvPr id="11" name="S08-stepno123"/>
          <p:cNvSpPr txBox="1"/>
          <p:nvPr/>
        </p:nvSpPr>
        <p:spPr>
          <a:xfrm>
            <a:off x="548640" y="42103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2" name="S08-text124"/>
          <p:cNvSpPr txBox="1"/>
          <p:nvPr/>
        </p:nvSpPr>
        <p:spPr>
          <a:xfrm>
            <a:off x="1325880" y="4164584"/>
            <a:ext cx="5872825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3290에서 왼쪽으로 세 자리: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3.290 → 3.29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소수끼리 곱해 봐요</a:t>
            </a:r>
            <a:endParaRPr lang="ko-KR" sz="4000" dirty="0"/>
          </a:p>
        </p:txBody>
      </p:sp>
      <p:sp>
        <p:nvSpPr>
          <p:cNvPr id="3" name="S09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자연수처럼 곱한 뒤 소수점을 찍어요.</a:t>
            </a:r>
            <a:endParaRPr lang="ko-KR" sz="2800" dirty="0"/>
          </a:p>
        </p:txBody>
      </p:sp>
      <p:sp>
        <p:nvSpPr>
          <p:cNvPr id="4" name="S09-card12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127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수의 소수점 아래 자릿수를 더한 만큼 소수점을 찍어요.</a:t>
            </a:r>
            <a:endParaRPr lang="ko-KR" sz="2800" dirty="0"/>
          </a:p>
        </p:txBody>
      </p:sp>
      <p:sp>
        <p:nvSpPr>
          <p:cNvPr id="6" name="S09-chip128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eqtext129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0.7 × 0.4 = □</a:t>
            </a:r>
            <a:endParaRPr lang="ko-KR" sz="3200" dirty="0"/>
          </a:p>
        </p:txBody>
      </p:sp>
      <p:sp>
        <p:nvSpPr>
          <p:cNvPr id="8" name="S09-chip130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eqtext131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3.6 × 1.5 = □</a:t>
            </a:r>
            <a:endParaRPr lang="ko-KR" sz="3200" dirty="0"/>
          </a:p>
        </p:txBody>
      </p:sp>
      <p:sp>
        <p:nvSpPr>
          <p:cNvPr id="10" name="S09-chip132"/>
          <p:cNvSpPr txBox="1"/>
          <p:nvPr/>
        </p:nvSpPr>
        <p:spPr>
          <a:xfrm>
            <a:off x="548640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eqtext133"/>
          <p:cNvSpPr txBox="1"/>
          <p:nvPr/>
        </p:nvSpPr>
        <p:spPr>
          <a:xfrm>
            <a:off x="1344168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0.25 × 0.3 = □</a:t>
            </a:r>
            <a:endParaRPr lang="ko-KR" sz="3200" dirty="0"/>
          </a:p>
        </p:txBody>
      </p:sp>
      <p:sp>
        <p:nvSpPr>
          <p:cNvPr id="12" name="S09-chip134"/>
          <p:cNvSpPr txBox="1"/>
          <p:nvPr/>
        </p:nvSpPr>
        <p:spPr>
          <a:xfrm>
            <a:off x="6277356" y="41056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3" name="S09-eqtext135"/>
          <p:cNvSpPr txBox="1"/>
          <p:nvPr/>
        </p:nvSpPr>
        <p:spPr>
          <a:xfrm>
            <a:off x="7072884" y="36576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4.08 × 2.5 = □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소수점은 어디에?</a:t>
            </a:r>
            <a:endParaRPr lang="ko-KR" sz="4000" dirty="0"/>
          </a:p>
        </p:txBody>
      </p:sp>
      <p:sp>
        <p:nvSpPr>
          <p:cNvPr id="3" name="S10-card13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0-cardtext13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 × 0.5를 계산했어요.</a:t>
            </a:r>
            <a:endParaRPr lang="ko-KR" sz="2800" dirty="0"/>
          </a:p>
        </p:txBody>
      </p:sp>
      <p:sp>
        <p:nvSpPr>
          <p:cNvPr id="5" name="S10-card138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10-cardtext139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어림해 봐요. 1.2의 반(0.5배)은 6에 가까울까요, 0.6에 가까울까요?</a:t>
            </a:r>
            <a:endParaRPr lang="ko-KR" sz="2800" dirty="0"/>
          </a:p>
        </p:txBody>
      </p:sp>
      <p:sp>
        <p:nvSpPr>
          <p:cNvPr id="7" name="S10-chip14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하늘: 6.0</a:t>
            </a:r>
            <a:endParaRPr lang="ko-KR" sz="2200" dirty="0"/>
          </a:p>
        </p:txBody>
      </p:sp>
      <p:sp>
        <p:nvSpPr>
          <p:cNvPr id="8" name="S10-text141"/>
          <p:cNvSpPr txBox="1"/>
          <p:nvPr/>
        </p:nvSpPr>
        <p:spPr>
          <a:xfrm>
            <a:off x="548640" y="3154680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× 5 = 60이고,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덧셈처럼 소수점을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맞춰서 찍었어요.</a:t>
            </a:r>
            <a:endParaRPr lang="ko-KR" sz="2800" dirty="0"/>
          </a:p>
        </p:txBody>
      </p:sp>
      <p:sp>
        <p:nvSpPr>
          <p:cNvPr id="9" name="S10-chip14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바다: 0.6</a:t>
            </a:r>
            <a:endParaRPr lang="ko-KR" sz="2200" dirty="0"/>
          </a:p>
        </p:txBody>
      </p:sp>
      <p:sp>
        <p:nvSpPr>
          <p:cNvPr id="10" name="S10-text143"/>
          <p:cNvSpPr txBox="1"/>
          <p:nvPr/>
        </p:nvSpPr>
        <p:spPr>
          <a:xfrm>
            <a:off x="6277356" y="3154680"/>
            <a:ext cx="5362956" cy="163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 아래 자릿수가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+ 1 = 2라서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0.60 = 0.6이에요.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1-text14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풀고, ④는 어림한 방법을 말해요.</a:t>
            </a:r>
            <a:endParaRPr lang="ko-KR" sz="2800" dirty="0"/>
          </a:p>
        </p:txBody>
      </p:sp>
      <p:sp>
        <p:nvSpPr>
          <p:cNvPr id="4" name="S11-chip145"/>
          <p:cNvSpPr txBox="1"/>
          <p:nvPr/>
        </p:nvSpPr>
        <p:spPr>
          <a:xfrm>
            <a:off x="548640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5" name="S11-eqtext146"/>
          <p:cNvSpPr txBox="1"/>
          <p:nvPr/>
        </p:nvSpPr>
        <p:spPr>
          <a:xfrm>
            <a:off x="1344168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 × 6 = □</a:t>
            </a:r>
            <a:endParaRPr lang="ko-KR" sz="3200" dirty="0"/>
          </a:p>
        </p:txBody>
      </p:sp>
      <p:sp>
        <p:nvSpPr>
          <p:cNvPr id="6" name="S11-chip147"/>
          <p:cNvSpPr txBox="1"/>
          <p:nvPr/>
        </p:nvSpPr>
        <p:spPr>
          <a:xfrm>
            <a:off x="6277356" y="24597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7" name="S11-eqtext148"/>
          <p:cNvSpPr txBox="1"/>
          <p:nvPr/>
        </p:nvSpPr>
        <p:spPr>
          <a:xfrm>
            <a:off x="7072884" y="20116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2.4 × 0.3 = □</a:t>
            </a:r>
            <a:endParaRPr lang="ko-KR" sz="3200" dirty="0"/>
          </a:p>
        </p:txBody>
      </p:sp>
      <p:sp>
        <p:nvSpPr>
          <p:cNvPr id="8" name="S11-chip149"/>
          <p:cNvSpPr txBox="1"/>
          <p:nvPr/>
        </p:nvSpPr>
        <p:spPr>
          <a:xfrm>
            <a:off x="548640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9" name="S11-eqtext150"/>
          <p:cNvSpPr txBox="1"/>
          <p:nvPr/>
        </p:nvSpPr>
        <p:spPr>
          <a:xfrm>
            <a:off x="1344168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1.24 × 2.3 = □</a:t>
            </a:r>
            <a:endParaRPr lang="ko-KR" sz="3200" dirty="0"/>
          </a:p>
        </p:txBody>
      </p:sp>
      <p:sp>
        <p:nvSpPr>
          <p:cNvPr id="10" name="S11-chip151"/>
          <p:cNvSpPr txBox="1"/>
          <p:nvPr/>
        </p:nvSpPr>
        <p:spPr>
          <a:xfrm>
            <a:off x="6277356" y="4654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1" name="S11-text152"/>
          <p:cNvSpPr txBox="1"/>
          <p:nvPr/>
        </p:nvSpPr>
        <p:spPr>
          <a:xfrm>
            <a:off x="7072884" y="42062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4.6 × 3.1의 곱은 1426에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소수점을 찍은 수예요.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어림하여 소수점을 찍어요.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5.2 × 0.9의 곱은?</a:t>
            </a:r>
            <a:endParaRPr lang="ko-KR" sz="4000" dirty="0"/>
          </a:p>
        </p:txBody>
      </p:sp>
      <p:sp>
        <p:nvSpPr>
          <p:cNvPr id="3" name="S13-text15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계산하지 말고 어림해서 골라요.</a:t>
            </a:r>
            <a:endParaRPr lang="ko-KR" sz="2800" dirty="0"/>
          </a:p>
        </p:txBody>
      </p:sp>
      <p:sp>
        <p:nvSpPr>
          <p:cNvPr id="4" name="S13-card15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15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어림했는지 말해요.</a:t>
            </a:r>
            <a:endParaRPr lang="ko-KR" sz="2800" dirty="0"/>
          </a:p>
        </p:txBody>
      </p:sp>
      <p:sp>
        <p:nvSpPr>
          <p:cNvPr id="6" name="S13-chip156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3-card157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158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46.8</a:t>
            </a:r>
            <a:endParaRPr lang="ko-KR" sz="2800" dirty="0"/>
          </a:p>
        </p:txBody>
      </p:sp>
      <p:sp>
        <p:nvSpPr>
          <p:cNvPr id="9" name="S13-chip159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3-card160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161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4.68</a:t>
            </a:r>
            <a:endParaRPr lang="ko-KR" sz="2800" dirty="0"/>
          </a:p>
        </p:txBody>
      </p:sp>
      <p:sp>
        <p:nvSpPr>
          <p:cNvPr id="12" name="S13-chip162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3-card163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164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0.468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4-card165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166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자연수처럼 곱하고, 소수점 아래 자릿수를 더한 만큼 소수점을 찍어요.</a:t>
            </a:r>
            <a:endParaRPr lang="ko-KR" sz="2800" dirty="0"/>
          </a:p>
        </p:txBody>
      </p:sp>
      <p:sp>
        <p:nvSpPr>
          <p:cNvPr id="5" name="S14-chip167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어림으로 소수점 위치 확인</a:t>
            </a:r>
            <a:endParaRPr lang="ko-KR" sz="2200" dirty="0"/>
          </a:p>
        </p:txBody>
      </p:sp>
      <p:sp>
        <p:nvSpPr>
          <p:cNvPr id="6" name="S14-chip168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덧셈처럼 소수점 맞추기</a:t>
            </a:r>
            <a:endParaRPr lang="ko-KR" sz="2200" dirty="0"/>
          </a:p>
        </p:txBody>
      </p:sp>
      <p:sp>
        <p:nvSpPr>
          <p:cNvPr id="7" name="S14-text169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4-eqtext170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0.9 × 7</a:t>
            </a:r>
            <a:endParaRPr lang="ko-KR" sz="2600" dirty="0"/>
          </a:p>
        </p:txBody>
      </p:sp>
      <p:sp>
        <p:nvSpPr>
          <p:cNvPr id="9" name="S14-eqtext171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3.5 × 0.6</a:t>
            </a:r>
            <a:endParaRPr lang="ko-KR" sz="2600" dirty="0"/>
          </a:p>
        </p:txBody>
      </p:sp>
      <p:sp>
        <p:nvSpPr>
          <p:cNvPr id="10" name="S14-eqtext172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1.15 × 2.4</a:t>
            </a:r>
            <a:endParaRPr lang="ko-KR" sz="2600" dirty="0"/>
          </a:p>
        </p:txBody>
      </p:sp>
      <p:sp>
        <p:nvSpPr>
          <p:cNvPr id="11" name="S14-text173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규칙과 대응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0.1이 몇 개?</a:t>
            </a:r>
            <a:endParaRPr lang="ko-KR" sz="4000" dirty="0"/>
          </a:p>
        </p:txBody>
      </p:sp>
      <p:sp>
        <p:nvSpPr>
          <p:cNvPr id="3" name="S15-text17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 + 0.4를 수직선으로 해요.</a:t>
            </a:r>
            <a:endParaRPr lang="ko-KR" sz="2800" dirty="0"/>
          </a:p>
        </p:txBody>
      </p:sp>
      <p:sp>
        <p:nvSpPr>
          <p:cNvPr id="4" name="S15-card175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176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 + 0.4 = 0.8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0.1이 4개 + 4개 = 8개예요.</a:t>
            </a:r>
            <a:endParaRPr lang="ko-KR" sz="2800" dirty="0"/>
          </a:p>
        </p:txBody>
      </p:sp>
      <p:sp>
        <p:nvSpPr>
          <p:cNvPr id="6" name="S15-figure177" descr="0부터 1까지 0.1씩 눈금 수직선: 0에서 0.4씩 두 번 뛰어 0.8에 닿음"/>
          <p:cNvSpPr/>
          <p:nvPr/>
        </p:nvSpPr>
        <p:spPr>
          <a:xfrm>
            <a:off x="8673084" y="3419602"/>
            <a:ext cx="329184" cy="329184"/>
          </a:xfrm>
          <a:prstGeom prst="ellipse">
            <a:avLst/>
          </a:prstGeom>
          <a:solidFill>
            <a:srgbClr val="E9762B"/>
          </a:solidFill>
          <a:ln w="19050">
            <a:solidFill>
              <a:srgbClr val="E9762B"/>
            </a:solidFill>
            <a:prstDash val="solid"/>
          </a:ln>
        </p:spPr>
      </p:sp>
      <p:sp>
        <p:nvSpPr>
          <p:cNvPr id="7" name="S15-mark178"/>
          <p:cNvSpPr/>
          <p:nvPr/>
        </p:nvSpPr>
        <p:spPr>
          <a:xfrm>
            <a:off x="882396" y="3584194"/>
            <a:ext cx="1042416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8" name="S15-mark179"/>
          <p:cNvSpPr/>
          <p:nvPr/>
        </p:nvSpPr>
        <p:spPr>
          <a:xfrm>
            <a:off x="1522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15-mark180"/>
          <p:cNvSpPr/>
          <p:nvPr/>
        </p:nvSpPr>
        <p:spPr>
          <a:xfrm>
            <a:off x="24368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5-mark181"/>
          <p:cNvSpPr/>
          <p:nvPr/>
        </p:nvSpPr>
        <p:spPr>
          <a:xfrm>
            <a:off x="33512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5-mark182"/>
          <p:cNvSpPr/>
          <p:nvPr/>
        </p:nvSpPr>
        <p:spPr>
          <a:xfrm>
            <a:off x="42656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5-mark183"/>
          <p:cNvSpPr/>
          <p:nvPr/>
        </p:nvSpPr>
        <p:spPr>
          <a:xfrm>
            <a:off x="51800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15-mark184"/>
          <p:cNvSpPr/>
          <p:nvPr/>
        </p:nvSpPr>
        <p:spPr>
          <a:xfrm>
            <a:off x="6094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15-mark185"/>
          <p:cNvSpPr/>
          <p:nvPr/>
        </p:nvSpPr>
        <p:spPr>
          <a:xfrm>
            <a:off x="70088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5-mark186"/>
          <p:cNvSpPr/>
          <p:nvPr/>
        </p:nvSpPr>
        <p:spPr>
          <a:xfrm>
            <a:off x="79232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5-mark187"/>
          <p:cNvSpPr/>
          <p:nvPr/>
        </p:nvSpPr>
        <p:spPr>
          <a:xfrm>
            <a:off x="88376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15-mark188"/>
          <p:cNvSpPr/>
          <p:nvPr/>
        </p:nvSpPr>
        <p:spPr>
          <a:xfrm>
            <a:off x="97520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5-mark189"/>
          <p:cNvSpPr/>
          <p:nvPr/>
        </p:nvSpPr>
        <p:spPr>
          <a:xfrm>
            <a:off x="10666476" y="343789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15-mark190"/>
          <p:cNvSpPr/>
          <p:nvPr/>
        </p:nvSpPr>
        <p:spPr>
          <a:xfrm flipV="1">
            <a:off x="1522476" y="3017266"/>
            <a:ext cx="0" cy="338328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0" name="S15-mark191"/>
          <p:cNvSpPr/>
          <p:nvPr/>
        </p:nvSpPr>
        <p:spPr>
          <a:xfrm>
            <a:off x="1522476" y="3017266"/>
            <a:ext cx="3657600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1" name="S15-mark192"/>
          <p:cNvSpPr/>
          <p:nvPr/>
        </p:nvSpPr>
        <p:spPr>
          <a:xfrm flipV="1">
            <a:off x="5180076" y="3017266"/>
            <a:ext cx="0" cy="338328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</a:ln>
        </p:spPr>
      </p:sp>
      <p:sp>
        <p:nvSpPr>
          <p:cNvPr id="22" name="S15-mark193"/>
          <p:cNvSpPr/>
          <p:nvPr/>
        </p:nvSpPr>
        <p:spPr>
          <a:xfrm>
            <a:off x="5180076" y="3017266"/>
            <a:ext cx="3657600" cy="0"/>
          </a:xfrm>
          <a:prstGeom prst="line">
            <a:avLst/>
          </a:prstGeom>
          <a:noFill/>
          <a:ln w="381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3" name="S15-label195"/>
          <p:cNvSpPr txBox="1"/>
          <p:nvPr/>
        </p:nvSpPr>
        <p:spPr>
          <a:xfrm>
            <a:off x="1375410" y="4067937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24" name="S15-label197"/>
          <p:cNvSpPr txBox="1"/>
          <p:nvPr/>
        </p:nvSpPr>
        <p:spPr>
          <a:xfrm>
            <a:off x="5771388" y="4067937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ko-KR" sz="2200" dirty="0"/>
          </a:p>
        </p:txBody>
      </p:sp>
      <p:sp>
        <p:nvSpPr>
          <p:cNvPr id="25" name="S15-label199"/>
          <p:cNvSpPr txBox="1"/>
          <p:nvPr/>
        </p:nvSpPr>
        <p:spPr>
          <a:xfrm>
            <a:off x="10519410" y="4067937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26" name="S15-label201"/>
          <p:cNvSpPr txBox="1"/>
          <p:nvPr/>
        </p:nvSpPr>
        <p:spPr>
          <a:xfrm>
            <a:off x="8514588" y="4067937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E976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0.8</a:t>
            </a:r>
            <a:endParaRPr lang="ko-KR" sz="2200" dirty="0"/>
          </a:p>
        </p:txBody>
      </p:sp>
      <p:sp>
        <p:nvSpPr>
          <p:cNvPr id="27" name="S15-label203"/>
          <p:cNvSpPr txBox="1"/>
          <p:nvPr/>
        </p:nvSpPr>
        <p:spPr>
          <a:xfrm>
            <a:off x="3028188" y="2403729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</a:t>
            </a:r>
            <a:endParaRPr lang="ko-KR" sz="2200" dirty="0"/>
          </a:p>
        </p:txBody>
      </p:sp>
      <p:sp>
        <p:nvSpPr>
          <p:cNvPr id="28" name="S15-label205"/>
          <p:cNvSpPr txBox="1"/>
          <p:nvPr/>
        </p:nvSpPr>
        <p:spPr>
          <a:xfrm>
            <a:off x="6685788" y="2403729"/>
            <a:ext cx="6461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0.4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소수의 곱셈</dc:title>
  <dc:subject>KR22-G05-MAT-DECMUL-L01</dc:subject>
  <dc:creator>education-ppt</dc:creator>
  <cp:lastModifiedBy>education-ppt</cp:lastModifiedBy>
  <cp:revision>1</cp:revision>
  <dcterms:created xsi:type="dcterms:W3CDTF">2026-10-26T08:25:43Z</dcterms:created>
  <dcterms:modified xsi:type="dcterms:W3CDTF">2026-10-26T08:25:43Z</dcterms:modified>
</cp:coreProperties>
</file>