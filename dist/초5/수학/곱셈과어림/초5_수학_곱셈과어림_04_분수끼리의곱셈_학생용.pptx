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14e9157-79d0-2335-18b6-1dbf1a4395f1}">
          <p14:sldIdLst>
            <p14:sldId id="256"/>
            <p14:sldId id="257"/>
          </p14:sldIdLst>
        </p14:section>
        <p14:section name="개념" id="{2e66cd46-4de6-4adf-fb2c-f04dc41e0b89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0acf3281-c72b-85b9-0dca-b757195fd326}">
          <p14:sldIdLst>
            <p14:sldId id="261"/>
            <p14:sldId id="264"/>
            <p14:sldId id="265"/>
          </p14:sldIdLst>
        </p14:section>
        <p14:section name="개념" id="{0e82fed3-a89f-e130-21ab-967ec261c952}">
          <p14:sldIdLst/>
        </p14:section>
        <p14:section name="연습" id="{5f2b566c-9867-630e-2000-bdb3f4058703}">
          <p14:sldIdLst/>
        </p14:section>
        <p14:section name="확인" id="{3952dd76-b61f-c1aa-426a-4592241ede29}">
          <p14:sldIdLst>
            <p14:sldId id="266"/>
            <p14:sldId id="267"/>
          </p14:sldIdLst>
        </p14:section>
        <p14:section name="정리" id="{a0f9d188-46dc-8624-3fde-55d1d22c91d3}">
          <p14:sldIdLst>
            <p14:sldId id="268"/>
          </p14:sldIdLst>
        </p14:section>
        <p14:section name="보충" id="{d707fb84-da70-da63-1736-76b3f503fd2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곱셈과어림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분수끼리의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분수끼리의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분수끼리의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분수끼리의 곱셈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땅의 3분의 2에 채소를 심고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그중 4분의 3에 배추를 심었어요.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배추밭은 땅 전체의 얼마일까?</a:t>
            </a:r>
            <a:endParaRPr lang="ko-KR" sz="2800" dirty="0"/>
          </a:p>
        </p:txBody>
      </p:sp>
      <p:sp>
        <p:nvSpPr>
          <p:cNvPr id="4" name="S01-num1"/>
          <p:cNvSpPr txBox="1"/>
          <p:nvPr/>
        </p:nvSpPr>
        <p:spPr>
          <a:xfrm>
            <a:off x="7892288" y="1467104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000" dirty="0"/>
          </a:p>
        </p:txBody>
      </p:sp>
      <p:sp>
        <p:nvSpPr>
          <p:cNvPr id="5" name="S01-fracbar2"/>
          <p:cNvSpPr/>
          <p:nvPr/>
        </p:nvSpPr>
        <p:spPr>
          <a:xfrm>
            <a:off x="7928864" y="2103120"/>
            <a:ext cx="56997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6" name="S01-num3"/>
          <p:cNvSpPr txBox="1"/>
          <p:nvPr/>
        </p:nvSpPr>
        <p:spPr>
          <a:xfrm>
            <a:off x="7892288" y="2139696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000" dirty="0"/>
          </a:p>
        </p:txBody>
      </p:sp>
      <p:sp>
        <p:nvSpPr>
          <p:cNvPr id="7" name="S01-op4"/>
          <p:cNvSpPr txBox="1"/>
          <p:nvPr/>
        </p:nvSpPr>
        <p:spPr>
          <a:xfrm>
            <a:off x="8645144" y="1467104"/>
            <a:ext cx="75387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4000" dirty="0"/>
          </a:p>
        </p:txBody>
      </p:sp>
      <p:sp>
        <p:nvSpPr>
          <p:cNvPr id="8" name="S01-num5"/>
          <p:cNvSpPr txBox="1"/>
          <p:nvPr/>
        </p:nvSpPr>
        <p:spPr>
          <a:xfrm>
            <a:off x="9508744" y="1467104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000" dirty="0"/>
          </a:p>
        </p:txBody>
      </p:sp>
      <p:sp>
        <p:nvSpPr>
          <p:cNvPr id="9" name="S01-fracbar6"/>
          <p:cNvSpPr/>
          <p:nvPr/>
        </p:nvSpPr>
        <p:spPr>
          <a:xfrm>
            <a:off x="9545320" y="2103120"/>
            <a:ext cx="56997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0" name="S01-num7"/>
          <p:cNvSpPr txBox="1"/>
          <p:nvPr/>
        </p:nvSpPr>
        <p:spPr>
          <a:xfrm>
            <a:off x="9508744" y="2139696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000" dirty="0"/>
          </a:p>
        </p:txBody>
      </p:sp>
      <p:sp>
        <p:nvSpPr>
          <p:cNvPr id="11" name="S01-op8"/>
          <p:cNvSpPr txBox="1"/>
          <p:nvPr/>
        </p:nvSpPr>
        <p:spPr>
          <a:xfrm>
            <a:off x="10261600" y="1467104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12" name="S01-op9"/>
          <p:cNvSpPr txBox="1"/>
          <p:nvPr/>
        </p:nvSpPr>
        <p:spPr>
          <a:xfrm>
            <a:off x="10840720" y="1467104"/>
            <a:ext cx="56083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3" name="S01-card10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1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분수끼리의 곱셈을 넓이 그림으로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약분하고, 대분수는 가분수로 바꿔 곱해요.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계산하여 간단히 나타내요.</a:t>
            </a:r>
            <a:endParaRPr lang="ko-KR" sz="2800" dirty="0"/>
          </a:p>
        </p:txBody>
      </p:sp>
      <p:sp>
        <p:nvSpPr>
          <p:cNvPr id="4" name="S02-chip1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num14"/>
          <p:cNvSpPr txBox="1"/>
          <p:nvPr/>
        </p:nvSpPr>
        <p:spPr>
          <a:xfrm>
            <a:off x="1344168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6" name="S02-fracbar15"/>
          <p:cNvSpPr/>
          <p:nvPr/>
        </p:nvSpPr>
        <p:spPr>
          <a:xfrm>
            <a:off x="1380744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num16"/>
          <p:cNvSpPr txBox="1"/>
          <p:nvPr/>
        </p:nvSpPr>
        <p:spPr>
          <a:xfrm>
            <a:off x="1344168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8" name="S02-op17"/>
          <p:cNvSpPr txBox="1"/>
          <p:nvPr/>
        </p:nvSpPr>
        <p:spPr>
          <a:xfrm>
            <a:off x="1990344" y="2135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9" name="S02-op18"/>
          <p:cNvSpPr txBox="1"/>
          <p:nvPr/>
        </p:nvSpPr>
        <p:spPr>
          <a:xfrm>
            <a:off x="2754376" y="213563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0" name="S02-op19"/>
          <p:cNvSpPr txBox="1"/>
          <p:nvPr/>
        </p:nvSpPr>
        <p:spPr>
          <a:xfrm>
            <a:off x="3388360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02-blank20"/>
          <p:cNvSpPr/>
          <p:nvPr/>
        </p:nvSpPr>
        <p:spPr>
          <a:xfrm>
            <a:off x="4074526" y="2474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2-chip2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3" name="S02-op22"/>
          <p:cNvSpPr txBox="1"/>
          <p:nvPr/>
        </p:nvSpPr>
        <p:spPr>
          <a:xfrm>
            <a:off x="1344168" y="35986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4" name="S02-op23"/>
          <p:cNvSpPr txBox="1"/>
          <p:nvPr/>
        </p:nvSpPr>
        <p:spPr>
          <a:xfrm>
            <a:off x="1978152" y="35986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5" name="S02-num24"/>
          <p:cNvSpPr txBox="1"/>
          <p:nvPr/>
        </p:nvSpPr>
        <p:spPr>
          <a:xfrm>
            <a:off x="2742184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6" name="S02-fracbar25"/>
          <p:cNvSpPr/>
          <p:nvPr/>
        </p:nvSpPr>
        <p:spPr>
          <a:xfrm>
            <a:off x="2778760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2-num26"/>
          <p:cNvSpPr txBox="1"/>
          <p:nvPr/>
        </p:nvSpPr>
        <p:spPr>
          <a:xfrm>
            <a:off x="2742184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8" name="S02-op27"/>
          <p:cNvSpPr txBox="1"/>
          <p:nvPr/>
        </p:nvSpPr>
        <p:spPr>
          <a:xfrm>
            <a:off x="3388360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9" name="S02-blank28"/>
          <p:cNvSpPr/>
          <p:nvPr/>
        </p:nvSpPr>
        <p:spPr>
          <a:xfrm>
            <a:off x="4074526" y="39373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2-chip2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1" name="S02-num30"/>
          <p:cNvSpPr txBox="1"/>
          <p:nvPr/>
        </p:nvSpPr>
        <p:spPr>
          <a:xfrm>
            <a:off x="1344168" y="506171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2" name="S02-fracbar31"/>
          <p:cNvSpPr/>
          <p:nvPr/>
        </p:nvSpPr>
        <p:spPr>
          <a:xfrm>
            <a:off x="1380744" y="557784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2-num32"/>
          <p:cNvSpPr txBox="1"/>
          <p:nvPr/>
        </p:nvSpPr>
        <p:spPr>
          <a:xfrm>
            <a:off x="1344168" y="561441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4" name="S02-op33"/>
          <p:cNvSpPr txBox="1"/>
          <p:nvPr/>
        </p:nvSpPr>
        <p:spPr>
          <a:xfrm>
            <a:off x="2089912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5" name="S02-blank34"/>
          <p:cNvSpPr/>
          <p:nvPr/>
        </p:nvSpPr>
        <p:spPr>
          <a:xfrm>
            <a:off x="2717150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2-fracbar35"/>
          <p:cNvSpPr/>
          <p:nvPr/>
        </p:nvSpPr>
        <p:spPr>
          <a:xfrm>
            <a:off x="2662936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2-num36"/>
          <p:cNvSpPr txBox="1"/>
          <p:nvPr/>
        </p:nvSpPr>
        <p:spPr>
          <a:xfrm>
            <a:off x="2626360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1의 2분의 1</a:t>
            </a:r>
            <a:endParaRPr lang="ko-KR" sz="4000" dirty="0"/>
          </a:p>
        </p:txBody>
      </p:sp>
      <p:sp>
        <p:nvSpPr>
          <p:cNvPr id="3" name="S03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크기의 땅으로 생각해요.</a:t>
            </a:r>
            <a:endParaRPr lang="ko-KR" sz="2800" dirty="0"/>
          </a:p>
        </p:txBody>
      </p:sp>
      <p:sp>
        <p:nvSpPr>
          <p:cNvPr id="4" name="S03-card38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9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1 × 2분의 1 = 6분의 1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3 × 2 = 6칸으로 나눈 것 중 1칸이에요.</a:t>
            </a:r>
            <a:endParaRPr lang="ko-KR" sz="2800" dirty="0"/>
          </a:p>
        </p:txBody>
      </p:sp>
      <p:sp>
        <p:nvSpPr>
          <p:cNvPr id="6" name="S03-figure40" descr="2줄 3칸 모눈에서 왼쪽 한 줄(2칸) 색칠: 3분의 1"/>
          <p:cNvSpPr/>
          <p:nvPr/>
        </p:nvSpPr>
        <p:spPr>
          <a:xfrm>
            <a:off x="1869948" y="22708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7" name="S03-mark41"/>
          <p:cNvSpPr/>
          <p:nvPr/>
        </p:nvSpPr>
        <p:spPr>
          <a:xfrm>
            <a:off x="1869948" y="2270887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914400" h="1828800">
                <a:moveTo>
                  <a:pt x="0" y="1828800"/>
                </a:moveTo>
                <a:lnTo>
                  <a:pt x="914400" y="18288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3-mark42"/>
          <p:cNvSpPr/>
          <p:nvPr/>
        </p:nvSpPr>
        <p:spPr>
          <a:xfrm flipV="1">
            <a:off x="2784348" y="2270887"/>
            <a:ext cx="0" cy="18288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03-mark43"/>
          <p:cNvSpPr/>
          <p:nvPr/>
        </p:nvSpPr>
        <p:spPr>
          <a:xfrm flipV="1">
            <a:off x="3698748" y="2270887"/>
            <a:ext cx="0" cy="18288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03-mark44"/>
          <p:cNvSpPr/>
          <p:nvPr/>
        </p:nvSpPr>
        <p:spPr>
          <a:xfrm>
            <a:off x="1869948" y="3185287"/>
            <a:ext cx="2743200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3-label45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땅의 3분의 1</a:t>
            </a:r>
            <a:endParaRPr lang="ko-KR" sz="2200" dirty="0"/>
          </a:p>
        </p:txBody>
      </p:sp>
      <p:sp>
        <p:nvSpPr>
          <p:cNvPr id="12" name="S03-figure46" descr="3분의 1(연한 색) 중 위 1칸만 진하게: 6칸 중 1칸"/>
          <p:cNvSpPr/>
          <p:nvPr/>
        </p:nvSpPr>
        <p:spPr>
          <a:xfrm>
            <a:off x="7575804" y="22708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13" name="S03-mark47"/>
          <p:cNvSpPr/>
          <p:nvPr/>
        </p:nvSpPr>
        <p:spPr>
          <a:xfrm>
            <a:off x="7575804" y="2270887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914400" h="1828800">
                <a:moveTo>
                  <a:pt x="0" y="1828800"/>
                </a:moveTo>
                <a:lnTo>
                  <a:pt x="914400" y="18288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3-mark48"/>
          <p:cNvSpPr/>
          <p:nvPr/>
        </p:nvSpPr>
        <p:spPr>
          <a:xfrm>
            <a:off x="7575804" y="227088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3-mark49"/>
          <p:cNvSpPr/>
          <p:nvPr/>
        </p:nvSpPr>
        <p:spPr>
          <a:xfrm flipV="1">
            <a:off x="8490204" y="2270887"/>
            <a:ext cx="0" cy="18288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3-mark50"/>
          <p:cNvSpPr/>
          <p:nvPr/>
        </p:nvSpPr>
        <p:spPr>
          <a:xfrm flipV="1">
            <a:off x="9404604" y="2270887"/>
            <a:ext cx="0" cy="18288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7" name="S03-mark51"/>
          <p:cNvSpPr/>
          <p:nvPr/>
        </p:nvSpPr>
        <p:spPr>
          <a:xfrm>
            <a:off x="7575804" y="3185287"/>
            <a:ext cx="2743200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8" name="S03-label52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그중 2분의 1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2의 4분의 3</a:t>
            </a:r>
            <a:endParaRPr lang="ko-KR" sz="4000" dirty="0"/>
          </a:p>
        </p:txBody>
      </p:sp>
      <p:sp>
        <p:nvSpPr>
          <p:cNvPr id="3" name="S04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땅을 3줄, 4칸으로 나누어 생각해요.</a:t>
            </a:r>
            <a:endParaRPr lang="ko-KR" sz="2800" dirty="0"/>
          </a:p>
        </p:txBody>
      </p:sp>
      <p:sp>
        <p:nvSpPr>
          <p:cNvPr id="4" name="S04-card54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55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배추밭: 12칸 중 6칸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2 × 4분의 3 = 12분의 6 = 2분의 1</a:t>
            </a:r>
            <a:endParaRPr lang="ko-KR" sz="2800" dirty="0"/>
          </a:p>
        </p:txBody>
      </p:sp>
      <p:sp>
        <p:nvSpPr>
          <p:cNvPr id="6" name="S04-figure56" descr="3줄 4칸 모눈에서 위 2줄(8칸) 색칠: 3분의 2"/>
          <p:cNvSpPr/>
          <p:nvPr/>
        </p:nvSpPr>
        <p:spPr>
          <a:xfrm>
            <a:off x="1788499" y="2095500"/>
            <a:ext cx="2906099" cy="2179574"/>
          </a:xfrm>
          <a:custGeom>
            <a:avLst/>
            <a:gdLst/>
            <a:ahLst/>
            <a:cxnLst/>
            <a:rect l="l" t="t" r="r" b="b"/>
            <a:pathLst>
              <a:path w="2906099" h="2179574">
                <a:moveTo>
                  <a:pt x="0" y="2179574"/>
                </a:moveTo>
                <a:lnTo>
                  <a:pt x="2906099" y="2179574"/>
                </a:lnTo>
                <a:lnTo>
                  <a:pt x="29060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7" name="S04-mark57"/>
          <p:cNvSpPr/>
          <p:nvPr/>
        </p:nvSpPr>
        <p:spPr>
          <a:xfrm>
            <a:off x="1788499" y="2095500"/>
            <a:ext cx="2906099" cy="1453049"/>
          </a:xfrm>
          <a:custGeom>
            <a:avLst/>
            <a:gdLst/>
            <a:ahLst/>
            <a:cxnLst/>
            <a:rect l="l" t="t" r="r" b="b"/>
            <a:pathLst>
              <a:path w="2906099" h="1453049">
                <a:moveTo>
                  <a:pt x="0" y="1453049"/>
                </a:moveTo>
                <a:lnTo>
                  <a:pt x="2906099" y="1453049"/>
                </a:lnTo>
                <a:lnTo>
                  <a:pt x="290609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4-mark58"/>
          <p:cNvSpPr/>
          <p:nvPr/>
        </p:nvSpPr>
        <p:spPr>
          <a:xfrm flipV="1">
            <a:off x="2515023" y="2095500"/>
            <a:ext cx="0" cy="217957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04-mark59"/>
          <p:cNvSpPr/>
          <p:nvPr/>
        </p:nvSpPr>
        <p:spPr>
          <a:xfrm flipV="1">
            <a:off x="3241548" y="2095500"/>
            <a:ext cx="0" cy="217957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04-mark60"/>
          <p:cNvSpPr/>
          <p:nvPr/>
        </p:nvSpPr>
        <p:spPr>
          <a:xfrm flipV="1">
            <a:off x="3968073" y="2095500"/>
            <a:ext cx="0" cy="217957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4-mark61"/>
          <p:cNvSpPr/>
          <p:nvPr/>
        </p:nvSpPr>
        <p:spPr>
          <a:xfrm>
            <a:off x="1788499" y="3548549"/>
            <a:ext cx="29060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04-mark62"/>
          <p:cNvSpPr/>
          <p:nvPr/>
        </p:nvSpPr>
        <p:spPr>
          <a:xfrm>
            <a:off x="1788499" y="2822025"/>
            <a:ext cx="29060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04-label63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땅의 3분의 2(채소)</a:t>
            </a:r>
            <a:endParaRPr lang="ko-KR" sz="2200" dirty="0"/>
          </a:p>
        </p:txBody>
      </p:sp>
      <p:sp>
        <p:nvSpPr>
          <p:cNvPr id="14" name="S04-figure64" descr="3분의 2(연한 색) 중 왼쪽 3칸씩 진하게: 12칸 중 6칸"/>
          <p:cNvSpPr/>
          <p:nvPr/>
        </p:nvSpPr>
        <p:spPr>
          <a:xfrm>
            <a:off x="7494355" y="2095500"/>
            <a:ext cx="2906099" cy="2179574"/>
          </a:xfrm>
          <a:custGeom>
            <a:avLst/>
            <a:gdLst/>
            <a:ahLst/>
            <a:cxnLst/>
            <a:rect l="l" t="t" r="r" b="b"/>
            <a:pathLst>
              <a:path w="2906099" h="2179574">
                <a:moveTo>
                  <a:pt x="0" y="2179574"/>
                </a:moveTo>
                <a:lnTo>
                  <a:pt x="2906099" y="2179574"/>
                </a:lnTo>
                <a:lnTo>
                  <a:pt x="29060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15" name="S04-mark65"/>
          <p:cNvSpPr/>
          <p:nvPr/>
        </p:nvSpPr>
        <p:spPr>
          <a:xfrm>
            <a:off x="7494355" y="2095500"/>
            <a:ext cx="2906099" cy="1453049"/>
          </a:xfrm>
          <a:custGeom>
            <a:avLst/>
            <a:gdLst/>
            <a:ahLst/>
            <a:cxnLst/>
            <a:rect l="l" t="t" r="r" b="b"/>
            <a:pathLst>
              <a:path w="2906099" h="1453049">
                <a:moveTo>
                  <a:pt x="0" y="1453049"/>
                </a:moveTo>
                <a:lnTo>
                  <a:pt x="2906099" y="1453049"/>
                </a:lnTo>
                <a:lnTo>
                  <a:pt x="29060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4-mark66"/>
          <p:cNvSpPr/>
          <p:nvPr/>
        </p:nvSpPr>
        <p:spPr>
          <a:xfrm>
            <a:off x="7494355" y="2095500"/>
            <a:ext cx="2179574" cy="1453049"/>
          </a:xfrm>
          <a:custGeom>
            <a:avLst/>
            <a:gdLst/>
            <a:ahLst/>
            <a:cxnLst/>
            <a:rect l="l" t="t" r="r" b="b"/>
            <a:pathLst>
              <a:path w="2179574" h="1453049">
                <a:moveTo>
                  <a:pt x="0" y="1453049"/>
                </a:moveTo>
                <a:lnTo>
                  <a:pt x="2179574" y="1453049"/>
                </a:lnTo>
                <a:lnTo>
                  <a:pt x="21795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4-mark67"/>
          <p:cNvSpPr/>
          <p:nvPr/>
        </p:nvSpPr>
        <p:spPr>
          <a:xfrm flipV="1">
            <a:off x="8220879" y="2095500"/>
            <a:ext cx="0" cy="217957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8" name="S04-mark68"/>
          <p:cNvSpPr/>
          <p:nvPr/>
        </p:nvSpPr>
        <p:spPr>
          <a:xfrm flipV="1">
            <a:off x="8947404" y="2095500"/>
            <a:ext cx="0" cy="217957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9" name="S04-mark69"/>
          <p:cNvSpPr/>
          <p:nvPr/>
        </p:nvSpPr>
        <p:spPr>
          <a:xfrm flipV="1">
            <a:off x="9673929" y="2095500"/>
            <a:ext cx="0" cy="217957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0" name="S04-mark70"/>
          <p:cNvSpPr/>
          <p:nvPr/>
        </p:nvSpPr>
        <p:spPr>
          <a:xfrm>
            <a:off x="7494355" y="3548549"/>
            <a:ext cx="29060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1" name="S04-mark71"/>
          <p:cNvSpPr/>
          <p:nvPr/>
        </p:nvSpPr>
        <p:spPr>
          <a:xfrm>
            <a:off x="7494355" y="2822025"/>
            <a:ext cx="29060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2" name="S04-label72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그중 4분의 3(배추)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분자끼리, 분모끼리 곱해요</a:t>
            </a:r>
            <a:endParaRPr lang="ko-KR" sz="4000" dirty="0"/>
          </a:p>
        </p:txBody>
      </p:sp>
      <p:sp>
        <p:nvSpPr>
          <p:cNvPr id="3" name="S05-text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2 × 4분의 3을 식으로 써요.</a:t>
            </a:r>
            <a:endParaRPr lang="ko-KR" sz="2800" dirty="0"/>
          </a:p>
        </p:txBody>
      </p:sp>
      <p:sp>
        <p:nvSpPr>
          <p:cNvPr id="4" name="S05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분자는 분자끼리, 분모는 분모끼리 곱해요.</a:t>
            </a:r>
            <a:endParaRPr lang="ko-KR" sz="2800" dirty="0"/>
          </a:p>
        </p:txBody>
      </p:sp>
      <p:sp>
        <p:nvSpPr>
          <p:cNvPr id="6" name="S05-figure76" descr="3줄 4칸 모눈: 위 2줄 연한 색, 그중 왼쪽 3칸씩 진하게(6칸)"/>
          <p:cNvSpPr/>
          <p:nvPr/>
        </p:nvSpPr>
        <p:spPr>
          <a:xfrm>
            <a:off x="7773589" y="2194560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3657600" h="2743200">
                <a:moveTo>
                  <a:pt x="0" y="2743200"/>
                </a:moveTo>
                <a:lnTo>
                  <a:pt x="3657600" y="2743200"/>
                </a:lnTo>
                <a:lnTo>
                  <a:pt x="3657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7" name="S05-mark77"/>
          <p:cNvSpPr/>
          <p:nvPr/>
        </p:nvSpPr>
        <p:spPr>
          <a:xfrm>
            <a:off x="7773589" y="2194560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3657600" h="1828800">
                <a:moveTo>
                  <a:pt x="0" y="1828800"/>
                </a:moveTo>
                <a:lnTo>
                  <a:pt x="3657600" y="1828800"/>
                </a:lnTo>
                <a:lnTo>
                  <a:pt x="3657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5-mark78"/>
          <p:cNvSpPr/>
          <p:nvPr/>
        </p:nvSpPr>
        <p:spPr>
          <a:xfrm>
            <a:off x="7773589" y="2194560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5-mark79"/>
          <p:cNvSpPr/>
          <p:nvPr/>
        </p:nvSpPr>
        <p:spPr>
          <a:xfrm flipV="1">
            <a:off x="8687989" y="2194560"/>
            <a:ext cx="0" cy="27432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05-mark80"/>
          <p:cNvSpPr/>
          <p:nvPr/>
        </p:nvSpPr>
        <p:spPr>
          <a:xfrm flipV="1">
            <a:off x="9602389" y="2194560"/>
            <a:ext cx="0" cy="27432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5-mark81"/>
          <p:cNvSpPr/>
          <p:nvPr/>
        </p:nvSpPr>
        <p:spPr>
          <a:xfrm flipV="1">
            <a:off x="10516789" y="2194560"/>
            <a:ext cx="0" cy="27432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05-mark82"/>
          <p:cNvSpPr/>
          <p:nvPr/>
        </p:nvSpPr>
        <p:spPr>
          <a:xfrm>
            <a:off x="7773589" y="4023360"/>
            <a:ext cx="3657600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05-mark83"/>
          <p:cNvSpPr/>
          <p:nvPr/>
        </p:nvSpPr>
        <p:spPr>
          <a:xfrm>
            <a:off x="7773589" y="3108960"/>
            <a:ext cx="3657600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05-stepno84"/>
          <p:cNvSpPr txBox="1"/>
          <p:nvPr/>
        </p:nvSpPr>
        <p:spPr>
          <a:xfrm>
            <a:off x="548640" y="21234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5" name="S05-text85"/>
          <p:cNvSpPr txBox="1"/>
          <p:nvPr/>
        </p:nvSpPr>
        <p:spPr>
          <a:xfrm>
            <a:off x="1325880" y="2077720"/>
            <a:ext cx="5872825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칸 수: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 (분모끼리)</a:t>
            </a:r>
            <a:endParaRPr lang="ko-KR" sz="2800" dirty="0"/>
          </a:p>
        </p:txBody>
      </p:sp>
      <p:sp>
        <p:nvSpPr>
          <p:cNvPr id="16" name="S05-stepno86"/>
          <p:cNvSpPr txBox="1"/>
          <p:nvPr/>
        </p:nvSpPr>
        <p:spPr>
          <a:xfrm>
            <a:off x="548640" y="31556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7" name="S05-text87"/>
          <p:cNvSpPr txBox="1"/>
          <p:nvPr/>
        </p:nvSpPr>
        <p:spPr>
          <a:xfrm>
            <a:off x="1325880" y="3109976"/>
            <a:ext cx="5872825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진한 칸 수: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 = 6 (분자끼리)</a:t>
            </a:r>
            <a:endParaRPr lang="ko-KR" sz="2800" dirty="0"/>
          </a:p>
        </p:txBody>
      </p:sp>
      <p:sp>
        <p:nvSpPr>
          <p:cNvPr id="18" name="S05-stepno88"/>
          <p:cNvSpPr txBox="1"/>
          <p:nvPr/>
        </p:nvSpPr>
        <p:spPr>
          <a:xfrm>
            <a:off x="548640" y="41879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9" name="S05-text89"/>
          <p:cNvSpPr txBox="1"/>
          <p:nvPr/>
        </p:nvSpPr>
        <p:spPr>
          <a:xfrm>
            <a:off x="1325880" y="4142232"/>
            <a:ext cx="307979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12분의 6을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약분해요.</a:t>
            </a:r>
            <a:endParaRPr lang="ko-KR" sz="2800" dirty="0"/>
          </a:p>
        </p:txBody>
      </p:sp>
      <p:sp>
        <p:nvSpPr>
          <p:cNvPr id="20" name="S05-num90"/>
          <p:cNvSpPr txBox="1"/>
          <p:nvPr/>
        </p:nvSpPr>
        <p:spPr>
          <a:xfrm>
            <a:off x="4405678" y="414223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1" name="S05-fracbar91"/>
          <p:cNvSpPr/>
          <p:nvPr/>
        </p:nvSpPr>
        <p:spPr>
          <a:xfrm>
            <a:off x="4442254" y="4598416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5-num92"/>
          <p:cNvSpPr txBox="1"/>
          <p:nvPr/>
        </p:nvSpPr>
        <p:spPr>
          <a:xfrm>
            <a:off x="4405678" y="463499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3" name="S05-op93"/>
          <p:cNvSpPr txBox="1"/>
          <p:nvPr/>
        </p:nvSpPr>
        <p:spPr>
          <a:xfrm>
            <a:off x="5092494" y="4142232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4" name="S05-num94"/>
          <p:cNvSpPr txBox="1"/>
          <p:nvPr/>
        </p:nvSpPr>
        <p:spPr>
          <a:xfrm>
            <a:off x="5607606" y="414223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5" name="S05-fracbar95"/>
          <p:cNvSpPr/>
          <p:nvPr/>
        </p:nvSpPr>
        <p:spPr>
          <a:xfrm>
            <a:off x="5644182" y="4598416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5-num96"/>
          <p:cNvSpPr txBox="1"/>
          <p:nvPr/>
        </p:nvSpPr>
        <p:spPr>
          <a:xfrm>
            <a:off x="5607606" y="463499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그림으로 곱해 봐요</a:t>
            </a:r>
            <a:endParaRPr lang="ko-KR" sz="4000" dirty="0"/>
          </a:p>
        </p:txBody>
      </p:sp>
      <p:sp>
        <p:nvSpPr>
          <p:cNvPr id="3" name="S06-text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계산하고, ③은 모눈으로 확인해요.</a:t>
            </a:r>
            <a:endParaRPr lang="ko-KR" sz="2800" dirty="0"/>
          </a:p>
        </p:txBody>
      </p:sp>
      <p:sp>
        <p:nvSpPr>
          <p:cNvPr id="4" name="S06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분자는 분자끼리, 분모는 분모끼리 곱해요.</a:t>
            </a:r>
            <a:endParaRPr lang="ko-KR" sz="2800" dirty="0"/>
          </a:p>
        </p:txBody>
      </p:sp>
      <p:sp>
        <p:nvSpPr>
          <p:cNvPr id="6" name="S06-card100"/>
          <p:cNvSpPr/>
          <p:nvPr/>
        </p:nvSpPr>
        <p:spPr>
          <a:xfrm>
            <a:off x="6277356" y="2011680"/>
            <a:ext cx="5362956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101"/>
          <p:cNvSpPr txBox="1"/>
          <p:nvPr/>
        </p:nvSpPr>
        <p:spPr>
          <a:xfrm>
            <a:off x="6551676" y="2148840"/>
            <a:ext cx="48143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3줄 5칸 모눈</a:t>
            </a:r>
            <a:endParaRPr lang="ko-KR" sz="2800" dirty="0"/>
          </a:p>
        </p:txBody>
      </p:sp>
      <p:sp>
        <p:nvSpPr>
          <p:cNvPr id="8" name="S06-cell102"/>
          <p:cNvSpPr/>
          <p:nvPr/>
        </p:nvSpPr>
        <p:spPr>
          <a:xfrm>
            <a:off x="7091934" y="269748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6-cell103"/>
          <p:cNvSpPr/>
          <p:nvPr/>
        </p:nvSpPr>
        <p:spPr>
          <a:xfrm>
            <a:off x="7838694" y="269748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cell104"/>
          <p:cNvSpPr/>
          <p:nvPr/>
        </p:nvSpPr>
        <p:spPr>
          <a:xfrm>
            <a:off x="8585454" y="269748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cell105"/>
          <p:cNvSpPr/>
          <p:nvPr/>
        </p:nvSpPr>
        <p:spPr>
          <a:xfrm>
            <a:off x="9332214" y="269748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106"/>
          <p:cNvSpPr/>
          <p:nvPr/>
        </p:nvSpPr>
        <p:spPr>
          <a:xfrm>
            <a:off x="10078974" y="269748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107"/>
          <p:cNvSpPr/>
          <p:nvPr/>
        </p:nvSpPr>
        <p:spPr>
          <a:xfrm>
            <a:off x="7091934" y="344424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108"/>
          <p:cNvSpPr/>
          <p:nvPr/>
        </p:nvSpPr>
        <p:spPr>
          <a:xfrm>
            <a:off x="7838694" y="344424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cell109"/>
          <p:cNvSpPr/>
          <p:nvPr/>
        </p:nvSpPr>
        <p:spPr>
          <a:xfrm>
            <a:off x="8585454" y="344424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cell110"/>
          <p:cNvSpPr/>
          <p:nvPr/>
        </p:nvSpPr>
        <p:spPr>
          <a:xfrm>
            <a:off x="9332214" y="344424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cell111"/>
          <p:cNvSpPr/>
          <p:nvPr/>
        </p:nvSpPr>
        <p:spPr>
          <a:xfrm>
            <a:off x="10078974" y="344424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cell112"/>
          <p:cNvSpPr/>
          <p:nvPr/>
        </p:nvSpPr>
        <p:spPr>
          <a:xfrm>
            <a:off x="7091934" y="419100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cell113"/>
          <p:cNvSpPr/>
          <p:nvPr/>
        </p:nvSpPr>
        <p:spPr>
          <a:xfrm>
            <a:off x="7838694" y="419100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cell114"/>
          <p:cNvSpPr/>
          <p:nvPr/>
        </p:nvSpPr>
        <p:spPr>
          <a:xfrm>
            <a:off x="8585454" y="419100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cell115"/>
          <p:cNvSpPr/>
          <p:nvPr/>
        </p:nvSpPr>
        <p:spPr>
          <a:xfrm>
            <a:off x="9332214" y="419100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116"/>
          <p:cNvSpPr/>
          <p:nvPr/>
        </p:nvSpPr>
        <p:spPr>
          <a:xfrm>
            <a:off x="10078974" y="419100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figure117" descr="3줄 5칸 빈 모눈(색칠 없음)"/>
          <p:cNvSpPr/>
          <p:nvPr/>
        </p:nvSpPr>
        <p:spPr>
          <a:xfrm>
            <a:off x="7091934" y="2697480"/>
            <a:ext cx="373380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6-chip11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5" name="S06-num119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6" name="S06-fracbar120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6-num121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8" name="S06-op122"/>
          <p:cNvSpPr txBox="1"/>
          <p:nvPr/>
        </p:nvSpPr>
        <p:spPr>
          <a:xfrm>
            <a:off x="1937004" y="201269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29" name="S06-num123"/>
          <p:cNvSpPr txBox="1"/>
          <p:nvPr/>
        </p:nvSpPr>
        <p:spPr>
          <a:xfrm>
            <a:off x="2651252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0" name="S06-fracbar124"/>
          <p:cNvSpPr/>
          <p:nvPr/>
        </p:nvSpPr>
        <p:spPr>
          <a:xfrm>
            <a:off x="2687828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6-num125"/>
          <p:cNvSpPr txBox="1"/>
          <p:nvPr/>
        </p:nvSpPr>
        <p:spPr>
          <a:xfrm>
            <a:off x="2651252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2" name="S06-op126"/>
          <p:cNvSpPr txBox="1"/>
          <p:nvPr/>
        </p:nvSpPr>
        <p:spPr>
          <a:xfrm>
            <a:off x="3244088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3" name="S06-blank127"/>
          <p:cNvSpPr/>
          <p:nvPr/>
        </p:nvSpPr>
        <p:spPr>
          <a:xfrm>
            <a:off x="3906205" y="23136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6-chip12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5" name="S06-num129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36" name="S06-fracbar130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6-num131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8" name="S06-op132"/>
          <p:cNvSpPr txBox="1"/>
          <p:nvPr/>
        </p:nvSpPr>
        <p:spPr>
          <a:xfrm>
            <a:off x="1937004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39" name="S06-num133"/>
          <p:cNvSpPr txBox="1"/>
          <p:nvPr/>
        </p:nvSpPr>
        <p:spPr>
          <a:xfrm>
            <a:off x="2651252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40" name="S06-fracbar134"/>
          <p:cNvSpPr/>
          <p:nvPr/>
        </p:nvSpPr>
        <p:spPr>
          <a:xfrm>
            <a:off x="2687828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6-num135"/>
          <p:cNvSpPr txBox="1"/>
          <p:nvPr/>
        </p:nvSpPr>
        <p:spPr>
          <a:xfrm>
            <a:off x="2651252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2" name="S06-op136"/>
          <p:cNvSpPr txBox="1"/>
          <p:nvPr/>
        </p:nvSpPr>
        <p:spPr>
          <a:xfrm>
            <a:off x="3244088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3" name="S06-blank137"/>
          <p:cNvSpPr/>
          <p:nvPr/>
        </p:nvSpPr>
        <p:spPr>
          <a:xfrm>
            <a:off x="3906205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4" name="S06-chip13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45" name="S06-num139"/>
          <p:cNvSpPr txBox="1"/>
          <p:nvPr/>
        </p:nvSpPr>
        <p:spPr>
          <a:xfrm>
            <a:off x="134416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6" name="S06-fracbar140"/>
          <p:cNvSpPr/>
          <p:nvPr/>
        </p:nvSpPr>
        <p:spPr>
          <a:xfrm>
            <a:off x="138074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06-num141"/>
          <p:cNvSpPr txBox="1"/>
          <p:nvPr/>
        </p:nvSpPr>
        <p:spPr>
          <a:xfrm>
            <a:off x="134416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48" name="S06-op142"/>
          <p:cNvSpPr txBox="1"/>
          <p:nvPr/>
        </p:nvSpPr>
        <p:spPr>
          <a:xfrm>
            <a:off x="1937004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49" name="S06-num143"/>
          <p:cNvSpPr txBox="1"/>
          <p:nvPr/>
        </p:nvSpPr>
        <p:spPr>
          <a:xfrm>
            <a:off x="2651252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50" name="S06-fracbar144"/>
          <p:cNvSpPr/>
          <p:nvPr/>
        </p:nvSpPr>
        <p:spPr>
          <a:xfrm>
            <a:off x="2687828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1" name="S06-num145"/>
          <p:cNvSpPr txBox="1"/>
          <p:nvPr/>
        </p:nvSpPr>
        <p:spPr>
          <a:xfrm>
            <a:off x="2651252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52" name="S06-op146"/>
          <p:cNvSpPr txBox="1"/>
          <p:nvPr/>
        </p:nvSpPr>
        <p:spPr>
          <a:xfrm>
            <a:off x="324408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3" name="S06-blank147"/>
          <p:cNvSpPr/>
          <p:nvPr/>
        </p:nvSpPr>
        <p:spPr>
          <a:xfrm>
            <a:off x="3906205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곱하기 전에 약분해요</a:t>
            </a:r>
            <a:endParaRPr lang="ko-KR" sz="4000" dirty="0"/>
          </a:p>
        </p:txBody>
      </p:sp>
      <p:sp>
        <p:nvSpPr>
          <p:cNvPr id="3" name="S07-text1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8분의 5 × 15분의 4를 두 가지로 계산해요.</a:t>
            </a:r>
            <a:endParaRPr lang="ko-KR" sz="2800" dirty="0"/>
          </a:p>
        </p:txBody>
      </p:sp>
      <p:sp>
        <p:nvSpPr>
          <p:cNvPr id="4" name="S07-card149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50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약분을 먼저 하면 수가 작아 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5와 15를 5로, 4와 8을 4로 나눠요.</a:t>
            </a:r>
            <a:endParaRPr lang="ko-KR" sz="2800" dirty="0"/>
          </a:p>
        </p:txBody>
      </p:sp>
      <p:sp>
        <p:nvSpPr>
          <p:cNvPr id="6" name="S07-num151"/>
          <p:cNvSpPr txBox="1"/>
          <p:nvPr/>
        </p:nvSpPr>
        <p:spPr>
          <a:xfrm>
            <a:off x="1195959" y="2052955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7" name="S07-fracbar152"/>
          <p:cNvSpPr/>
          <p:nvPr/>
        </p:nvSpPr>
        <p:spPr>
          <a:xfrm>
            <a:off x="1232535" y="2539111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8" name="S07-num153"/>
          <p:cNvSpPr txBox="1"/>
          <p:nvPr/>
        </p:nvSpPr>
        <p:spPr>
          <a:xfrm>
            <a:off x="1195959" y="257568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000" dirty="0"/>
          </a:p>
        </p:txBody>
      </p:sp>
      <p:sp>
        <p:nvSpPr>
          <p:cNvPr id="9" name="S07-op154"/>
          <p:cNvSpPr txBox="1"/>
          <p:nvPr/>
        </p:nvSpPr>
        <p:spPr>
          <a:xfrm>
            <a:off x="1815465" y="2052955"/>
            <a:ext cx="6294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000" dirty="0"/>
          </a:p>
        </p:txBody>
      </p:sp>
      <p:sp>
        <p:nvSpPr>
          <p:cNvPr id="10" name="S07-num155"/>
          <p:cNvSpPr txBox="1"/>
          <p:nvPr/>
        </p:nvSpPr>
        <p:spPr>
          <a:xfrm>
            <a:off x="2554605" y="2052955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11" name="S07-fracbar156"/>
          <p:cNvSpPr/>
          <p:nvPr/>
        </p:nvSpPr>
        <p:spPr>
          <a:xfrm>
            <a:off x="2591181" y="2539111"/>
            <a:ext cx="53340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2" name="S07-num157"/>
          <p:cNvSpPr txBox="1"/>
          <p:nvPr/>
        </p:nvSpPr>
        <p:spPr>
          <a:xfrm>
            <a:off x="2554605" y="2575687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000" dirty="0"/>
          </a:p>
        </p:txBody>
      </p:sp>
      <p:sp>
        <p:nvSpPr>
          <p:cNvPr id="13" name="S07-op158"/>
          <p:cNvSpPr txBox="1"/>
          <p:nvPr/>
        </p:nvSpPr>
        <p:spPr>
          <a:xfrm>
            <a:off x="3270885" y="2052955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14" name="S07-num159"/>
          <p:cNvSpPr txBox="1"/>
          <p:nvPr/>
        </p:nvSpPr>
        <p:spPr>
          <a:xfrm>
            <a:off x="3796665" y="2052955"/>
            <a:ext cx="149047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</a:t>
            </a:r>
            <a:endParaRPr lang="ko-KR" sz="3000" dirty="0"/>
          </a:p>
        </p:txBody>
      </p:sp>
      <p:sp>
        <p:nvSpPr>
          <p:cNvPr id="15" name="S07-fracbar160"/>
          <p:cNvSpPr/>
          <p:nvPr/>
        </p:nvSpPr>
        <p:spPr>
          <a:xfrm>
            <a:off x="3833241" y="2539111"/>
            <a:ext cx="141732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6" name="S07-num161"/>
          <p:cNvSpPr txBox="1"/>
          <p:nvPr/>
        </p:nvSpPr>
        <p:spPr>
          <a:xfrm>
            <a:off x="3796665" y="2575687"/>
            <a:ext cx="149047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15</a:t>
            </a:r>
            <a:endParaRPr lang="ko-KR" sz="3000" dirty="0"/>
          </a:p>
        </p:txBody>
      </p:sp>
      <p:sp>
        <p:nvSpPr>
          <p:cNvPr id="17" name="S07-op162"/>
          <p:cNvSpPr txBox="1"/>
          <p:nvPr/>
        </p:nvSpPr>
        <p:spPr>
          <a:xfrm>
            <a:off x="1992249" y="3345307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18" name="S07-num163"/>
          <p:cNvSpPr txBox="1"/>
          <p:nvPr/>
        </p:nvSpPr>
        <p:spPr>
          <a:xfrm>
            <a:off x="2518029" y="3345307"/>
            <a:ext cx="82753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3000" dirty="0"/>
          </a:p>
        </p:txBody>
      </p:sp>
      <p:sp>
        <p:nvSpPr>
          <p:cNvPr id="19" name="S07-fracbar164"/>
          <p:cNvSpPr/>
          <p:nvPr/>
        </p:nvSpPr>
        <p:spPr>
          <a:xfrm>
            <a:off x="2554605" y="3831463"/>
            <a:ext cx="75438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0" name="S07-num165"/>
          <p:cNvSpPr txBox="1"/>
          <p:nvPr/>
        </p:nvSpPr>
        <p:spPr>
          <a:xfrm>
            <a:off x="2518029" y="3868039"/>
            <a:ext cx="82753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3000" dirty="0"/>
          </a:p>
        </p:txBody>
      </p:sp>
      <p:sp>
        <p:nvSpPr>
          <p:cNvPr id="21" name="S07-op166"/>
          <p:cNvSpPr txBox="1"/>
          <p:nvPr/>
        </p:nvSpPr>
        <p:spPr>
          <a:xfrm>
            <a:off x="3455289" y="3345307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22" name="S07-num167"/>
          <p:cNvSpPr txBox="1"/>
          <p:nvPr/>
        </p:nvSpPr>
        <p:spPr>
          <a:xfrm>
            <a:off x="3981069" y="334530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23" name="S07-fracbar168"/>
          <p:cNvSpPr/>
          <p:nvPr/>
        </p:nvSpPr>
        <p:spPr>
          <a:xfrm>
            <a:off x="4017645" y="3831463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4" name="S07-num169"/>
          <p:cNvSpPr txBox="1"/>
          <p:nvPr/>
        </p:nvSpPr>
        <p:spPr>
          <a:xfrm>
            <a:off x="3981069" y="3868039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000" dirty="0"/>
          </a:p>
        </p:txBody>
      </p:sp>
      <p:sp>
        <p:nvSpPr>
          <p:cNvPr id="25" name="S07-label170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곱한 다음 약분</a:t>
            </a:r>
            <a:endParaRPr lang="ko-KR" sz="2200" dirty="0"/>
          </a:p>
        </p:txBody>
      </p:sp>
      <p:sp>
        <p:nvSpPr>
          <p:cNvPr id="26" name="S07-num171"/>
          <p:cNvSpPr txBox="1"/>
          <p:nvPr/>
        </p:nvSpPr>
        <p:spPr>
          <a:xfrm>
            <a:off x="7964805" y="2052955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7" name="S07-fracbar172"/>
          <p:cNvSpPr/>
          <p:nvPr/>
        </p:nvSpPr>
        <p:spPr>
          <a:xfrm>
            <a:off x="8001381" y="2539111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8" name="S07-num173"/>
          <p:cNvSpPr txBox="1"/>
          <p:nvPr/>
        </p:nvSpPr>
        <p:spPr>
          <a:xfrm>
            <a:off x="7964805" y="257568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000" dirty="0"/>
          </a:p>
        </p:txBody>
      </p:sp>
      <p:sp>
        <p:nvSpPr>
          <p:cNvPr id="29" name="S07-op174"/>
          <p:cNvSpPr txBox="1"/>
          <p:nvPr/>
        </p:nvSpPr>
        <p:spPr>
          <a:xfrm>
            <a:off x="8584311" y="2052955"/>
            <a:ext cx="6294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000" dirty="0"/>
          </a:p>
        </p:txBody>
      </p:sp>
      <p:sp>
        <p:nvSpPr>
          <p:cNvPr id="30" name="S07-num175"/>
          <p:cNvSpPr txBox="1"/>
          <p:nvPr/>
        </p:nvSpPr>
        <p:spPr>
          <a:xfrm>
            <a:off x="9323451" y="2052955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31" name="S07-fracbar176"/>
          <p:cNvSpPr/>
          <p:nvPr/>
        </p:nvSpPr>
        <p:spPr>
          <a:xfrm>
            <a:off x="9360027" y="2539111"/>
            <a:ext cx="53340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2" name="S07-num177"/>
          <p:cNvSpPr txBox="1"/>
          <p:nvPr/>
        </p:nvSpPr>
        <p:spPr>
          <a:xfrm>
            <a:off x="9323451" y="2575687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000" dirty="0"/>
          </a:p>
        </p:txBody>
      </p:sp>
      <p:sp>
        <p:nvSpPr>
          <p:cNvPr id="33" name="S07-op178"/>
          <p:cNvSpPr txBox="1"/>
          <p:nvPr/>
        </p:nvSpPr>
        <p:spPr>
          <a:xfrm>
            <a:off x="7177659" y="3345307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34" name="S07-num179"/>
          <p:cNvSpPr txBox="1"/>
          <p:nvPr/>
        </p:nvSpPr>
        <p:spPr>
          <a:xfrm>
            <a:off x="7703439" y="334530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35" name="S07-fracbar180"/>
          <p:cNvSpPr/>
          <p:nvPr/>
        </p:nvSpPr>
        <p:spPr>
          <a:xfrm>
            <a:off x="7740015" y="3831463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6" name="S07-num181"/>
          <p:cNvSpPr txBox="1"/>
          <p:nvPr/>
        </p:nvSpPr>
        <p:spPr>
          <a:xfrm>
            <a:off x="7703439" y="3868039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7" name="S07-op182"/>
          <p:cNvSpPr txBox="1"/>
          <p:nvPr/>
        </p:nvSpPr>
        <p:spPr>
          <a:xfrm>
            <a:off x="8322945" y="3345307"/>
            <a:ext cx="6294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000" dirty="0"/>
          </a:p>
        </p:txBody>
      </p:sp>
      <p:sp>
        <p:nvSpPr>
          <p:cNvPr id="38" name="S07-num183"/>
          <p:cNvSpPr txBox="1"/>
          <p:nvPr/>
        </p:nvSpPr>
        <p:spPr>
          <a:xfrm>
            <a:off x="9062085" y="334530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39" name="S07-fracbar184"/>
          <p:cNvSpPr/>
          <p:nvPr/>
        </p:nvSpPr>
        <p:spPr>
          <a:xfrm>
            <a:off x="9098661" y="3831463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40" name="S07-num185"/>
          <p:cNvSpPr txBox="1"/>
          <p:nvPr/>
        </p:nvSpPr>
        <p:spPr>
          <a:xfrm>
            <a:off x="9062085" y="3868039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41" name="S07-op186"/>
          <p:cNvSpPr txBox="1"/>
          <p:nvPr/>
        </p:nvSpPr>
        <p:spPr>
          <a:xfrm>
            <a:off x="9681591" y="3345307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42" name="S07-num187"/>
          <p:cNvSpPr txBox="1"/>
          <p:nvPr/>
        </p:nvSpPr>
        <p:spPr>
          <a:xfrm>
            <a:off x="10207371" y="334530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43" name="S07-fracbar188"/>
          <p:cNvSpPr/>
          <p:nvPr/>
        </p:nvSpPr>
        <p:spPr>
          <a:xfrm>
            <a:off x="10243947" y="3831463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44" name="S07-num189"/>
          <p:cNvSpPr txBox="1"/>
          <p:nvPr/>
        </p:nvSpPr>
        <p:spPr>
          <a:xfrm>
            <a:off x="10207371" y="3868039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000" dirty="0"/>
          </a:p>
        </p:txBody>
      </p:sp>
      <p:sp>
        <p:nvSpPr>
          <p:cNvPr id="45" name="S07-label190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약분한 다음 곱하기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대분수끼리 곱하기</a:t>
            </a:r>
            <a:endParaRPr lang="ko-KR" sz="4000" dirty="0"/>
          </a:p>
        </p:txBody>
      </p:sp>
      <p:sp>
        <p:nvSpPr>
          <p:cNvPr id="3" name="S08-card1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대분수는 꼭 가분수로 바꾼 다음 곱해요.</a:t>
            </a:r>
            <a:endParaRPr lang="ko-KR" sz="2800" dirty="0"/>
          </a:p>
        </p:txBody>
      </p:sp>
      <p:sp>
        <p:nvSpPr>
          <p:cNvPr id="5" name="S08-num193"/>
          <p:cNvSpPr txBox="1"/>
          <p:nvPr/>
        </p:nvSpPr>
        <p:spPr>
          <a:xfrm>
            <a:off x="548640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6" name="S08-num194"/>
          <p:cNvSpPr txBox="1"/>
          <p:nvPr/>
        </p:nvSpPr>
        <p:spPr>
          <a:xfrm>
            <a:off x="87172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7" name="S08-fracbar195"/>
          <p:cNvSpPr/>
          <p:nvPr/>
        </p:nvSpPr>
        <p:spPr>
          <a:xfrm>
            <a:off x="90830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8-num196"/>
          <p:cNvSpPr txBox="1"/>
          <p:nvPr/>
        </p:nvSpPr>
        <p:spPr>
          <a:xfrm>
            <a:off x="87172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9" name="S08-op197"/>
          <p:cNvSpPr txBox="1"/>
          <p:nvPr/>
        </p:nvSpPr>
        <p:spPr>
          <a:xfrm>
            <a:off x="1517904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0" name="S08-num198"/>
          <p:cNvSpPr txBox="1"/>
          <p:nvPr/>
        </p:nvSpPr>
        <p:spPr>
          <a:xfrm>
            <a:off x="2281936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1" name="S08-num199"/>
          <p:cNvSpPr txBox="1"/>
          <p:nvPr/>
        </p:nvSpPr>
        <p:spPr>
          <a:xfrm>
            <a:off x="2605024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2" name="S08-fracbar200"/>
          <p:cNvSpPr/>
          <p:nvPr/>
        </p:nvSpPr>
        <p:spPr>
          <a:xfrm>
            <a:off x="2641600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8-num201"/>
          <p:cNvSpPr txBox="1"/>
          <p:nvPr/>
        </p:nvSpPr>
        <p:spPr>
          <a:xfrm>
            <a:off x="2605024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4" name="S08-stepno202"/>
          <p:cNvSpPr txBox="1"/>
          <p:nvPr/>
        </p:nvSpPr>
        <p:spPr>
          <a:xfrm>
            <a:off x="548640" y="29143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5" name="S08-text203"/>
          <p:cNvSpPr txBox="1"/>
          <p:nvPr/>
        </p:nvSpPr>
        <p:spPr>
          <a:xfrm>
            <a:off x="1325880" y="286867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가분수로 바꿔요.</a:t>
            </a:r>
            <a:endParaRPr lang="ko-KR" sz="2800" dirty="0"/>
          </a:p>
        </p:txBody>
      </p:sp>
      <p:sp>
        <p:nvSpPr>
          <p:cNvPr id="16" name="S08-num204"/>
          <p:cNvSpPr txBox="1"/>
          <p:nvPr/>
        </p:nvSpPr>
        <p:spPr>
          <a:xfrm>
            <a:off x="6981810" y="28686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7" name="S08-fracbar205"/>
          <p:cNvSpPr/>
          <p:nvPr/>
        </p:nvSpPr>
        <p:spPr>
          <a:xfrm>
            <a:off x="7018386" y="33248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8-num206"/>
          <p:cNvSpPr txBox="1"/>
          <p:nvPr/>
        </p:nvSpPr>
        <p:spPr>
          <a:xfrm>
            <a:off x="6981810" y="33614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9" name="S08-op207"/>
          <p:cNvSpPr txBox="1"/>
          <p:nvPr/>
        </p:nvSpPr>
        <p:spPr>
          <a:xfrm>
            <a:off x="7574646" y="28686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20" name="S08-num208"/>
          <p:cNvSpPr txBox="1"/>
          <p:nvPr/>
        </p:nvSpPr>
        <p:spPr>
          <a:xfrm>
            <a:off x="8288894" y="28686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21" name="S08-fracbar209"/>
          <p:cNvSpPr/>
          <p:nvPr/>
        </p:nvSpPr>
        <p:spPr>
          <a:xfrm>
            <a:off x="8325470" y="33248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8-num210"/>
          <p:cNvSpPr txBox="1"/>
          <p:nvPr/>
        </p:nvSpPr>
        <p:spPr>
          <a:xfrm>
            <a:off x="8288894" y="33614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3" name="S08-stepno211"/>
          <p:cNvSpPr txBox="1"/>
          <p:nvPr/>
        </p:nvSpPr>
        <p:spPr>
          <a:xfrm>
            <a:off x="548640" y="39913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4" name="S08-text212"/>
          <p:cNvSpPr txBox="1"/>
          <p:nvPr/>
        </p:nvSpPr>
        <p:spPr>
          <a:xfrm>
            <a:off x="1325880" y="394563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분자끼리, 분모끼리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곱하고 약분해요.</a:t>
            </a:r>
            <a:endParaRPr lang="ko-KR" sz="2800" dirty="0"/>
          </a:p>
        </p:txBody>
      </p:sp>
      <p:sp>
        <p:nvSpPr>
          <p:cNvPr id="25" name="S08-num213"/>
          <p:cNvSpPr txBox="1"/>
          <p:nvPr/>
        </p:nvSpPr>
        <p:spPr>
          <a:xfrm>
            <a:off x="6981810" y="39456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800" dirty="0"/>
          </a:p>
        </p:txBody>
      </p:sp>
      <p:sp>
        <p:nvSpPr>
          <p:cNvPr id="26" name="S08-fracbar214"/>
          <p:cNvSpPr/>
          <p:nvPr/>
        </p:nvSpPr>
        <p:spPr>
          <a:xfrm>
            <a:off x="7018386" y="440182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8-num215"/>
          <p:cNvSpPr txBox="1"/>
          <p:nvPr/>
        </p:nvSpPr>
        <p:spPr>
          <a:xfrm>
            <a:off x="6981810" y="44383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8" name="S08-op216"/>
          <p:cNvSpPr txBox="1"/>
          <p:nvPr/>
        </p:nvSpPr>
        <p:spPr>
          <a:xfrm>
            <a:off x="7668626" y="39456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9" name="S08-op217"/>
          <p:cNvSpPr txBox="1"/>
          <p:nvPr/>
        </p:nvSpPr>
        <p:spPr>
          <a:xfrm>
            <a:off x="8183738" y="394563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분수끼리?</a:t>
            </a:r>
            <a:endParaRPr lang="ko-KR" sz="4000" dirty="0"/>
          </a:p>
        </p:txBody>
      </p:sp>
      <p:sp>
        <p:nvSpPr>
          <p:cNvPr id="3" name="S09-card21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21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2분의 1 × 2와 3분의 2를 계산했어요.</a:t>
            </a:r>
            <a:endParaRPr lang="ko-KR" sz="2800" dirty="0"/>
          </a:p>
        </p:txBody>
      </p:sp>
      <p:sp>
        <p:nvSpPr>
          <p:cNvPr id="5" name="S09-card2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2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1과 2분의 1 × 2만 해도 얼마일까요?</a:t>
            </a:r>
            <a:endParaRPr lang="ko-KR" sz="2800" dirty="0"/>
          </a:p>
        </p:txBody>
      </p:sp>
      <p:sp>
        <p:nvSpPr>
          <p:cNvPr id="7" name="S09-chip22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</a:t>
            </a:r>
            <a:endParaRPr lang="ko-KR" sz="2200" dirty="0"/>
          </a:p>
        </p:txBody>
      </p:sp>
      <p:sp>
        <p:nvSpPr>
          <p:cNvPr id="8" name="S09-num223"/>
          <p:cNvSpPr txBox="1"/>
          <p:nvPr/>
        </p:nvSpPr>
        <p:spPr>
          <a:xfrm>
            <a:off x="1180846" y="3234944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9" name="S09-num224"/>
          <p:cNvSpPr txBox="1"/>
          <p:nvPr/>
        </p:nvSpPr>
        <p:spPr>
          <a:xfrm>
            <a:off x="1503934" y="323494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0" name="S09-fracbar225"/>
          <p:cNvSpPr/>
          <p:nvPr/>
        </p:nvSpPr>
        <p:spPr>
          <a:xfrm>
            <a:off x="1540510" y="3751072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9-num226"/>
          <p:cNvSpPr txBox="1"/>
          <p:nvPr/>
        </p:nvSpPr>
        <p:spPr>
          <a:xfrm>
            <a:off x="1503934" y="37876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2" name="S09-op227"/>
          <p:cNvSpPr txBox="1"/>
          <p:nvPr/>
        </p:nvSpPr>
        <p:spPr>
          <a:xfrm>
            <a:off x="2150110" y="3234944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3" name="S09-num228"/>
          <p:cNvSpPr txBox="1"/>
          <p:nvPr/>
        </p:nvSpPr>
        <p:spPr>
          <a:xfrm>
            <a:off x="2914142" y="3234944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4" name="S09-num229"/>
          <p:cNvSpPr txBox="1"/>
          <p:nvPr/>
        </p:nvSpPr>
        <p:spPr>
          <a:xfrm>
            <a:off x="3237230" y="323494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5" name="S09-fracbar230"/>
          <p:cNvSpPr/>
          <p:nvPr/>
        </p:nvSpPr>
        <p:spPr>
          <a:xfrm>
            <a:off x="3273806" y="3751072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9-num231"/>
          <p:cNvSpPr txBox="1"/>
          <p:nvPr/>
        </p:nvSpPr>
        <p:spPr>
          <a:xfrm>
            <a:off x="3237230" y="37876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7" name="S09-op232"/>
          <p:cNvSpPr txBox="1"/>
          <p:nvPr/>
        </p:nvSpPr>
        <p:spPr>
          <a:xfrm>
            <a:off x="3883406" y="3234944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8" name="S09-num233"/>
          <p:cNvSpPr txBox="1"/>
          <p:nvPr/>
        </p:nvSpPr>
        <p:spPr>
          <a:xfrm>
            <a:off x="4419854" y="3234944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9" name="S09-num234"/>
          <p:cNvSpPr txBox="1"/>
          <p:nvPr/>
        </p:nvSpPr>
        <p:spPr>
          <a:xfrm>
            <a:off x="4742942" y="323494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0" name="S09-fracbar235"/>
          <p:cNvSpPr/>
          <p:nvPr/>
        </p:nvSpPr>
        <p:spPr>
          <a:xfrm>
            <a:off x="4779518" y="3751072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9-num236"/>
          <p:cNvSpPr txBox="1"/>
          <p:nvPr/>
        </p:nvSpPr>
        <p:spPr>
          <a:xfrm>
            <a:off x="4742942" y="37876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2" name="S09-text237"/>
          <p:cNvSpPr txBox="1"/>
          <p:nvPr/>
        </p:nvSpPr>
        <p:spPr>
          <a:xfrm>
            <a:off x="548640" y="4347464"/>
            <a:ext cx="5362956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따로 곱했어요.</a:t>
            </a:r>
            <a:endParaRPr lang="ko-KR" sz="2200" dirty="0"/>
          </a:p>
        </p:txBody>
      </p:sp>
      <p:sp>
        <p:nvSpPr>
          <p:cNvPr id="23" name="S09-chip23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200" dirty="0"/>
          </a:p>
        </p:txBody>
      </p:sp>
      <p:sp>
        <p:nvSpPr>
          <p:cNvPr id="24" name="S09-num239"/>
          <p:cNvSpPr txBox="1"/>
          <p:nvPr/>
        </p:nvSpPr>
        <p:spPr>
          <a:xfrm>
            <a:off x="7400290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5" name="S09-fracbar240"/>
          <p:cNvSpPr/>
          <p:nvPr/>
        </p:nvSpPr>
        <p:spPr>
          <a:xfrm>
            <a:off x="7436866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9-num241"/>
          <p:cNvSpPr txBox="1"/>
          <p:nvPr/>
        </p:nvSpPr>
        <p:spPr>
          <a:xfrm>
            <a:off x="7400290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7" name="S09-op242"/>
          <p:cNvSpPr txBox="1"/>
          <p:nvPr/>
        </p:nvSpPr>
        <p:spPr>
          <a:xfrm>
            <a:off x="8046466" y="3405378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28" name="S09-num243"/>
          <p:cNvSpPr txBox="1"/>
          <p:nvPr/>
        </p:nvSpPr>
        <p:spPr>
          <a:xfrm>
            <a:off x="8810498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9" name="S09-fracbar244"/>
          <p:cNvSpPr/>
          <p:nvPr/>
        </p:nvSpPr>
        <p:spPr>
          <a:xfrm>
            <a:off x="8847074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09-num245"/>
          <p:cNvSpPr txBox="1"/>
          <p:nvPr/>
        </p:nvSpPr>
        <p:spPr>
          <a:xfrm>
            <a:off x="8810498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1" name="S09-op246"/>
          <p:cNvSpPr txBox="1"/>
          <p:nvPr/>
        </p:nvSpPr>
        <p:spPr>
          <a:xfrm>
            <a:off x="9456674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2" name="S09-op247"/>
          <p:cNvSpPr txBox="1"/>
          <p:nvPr/>
        </p:nvSpPr>
        <p:spPr>
          <a:xfrm>
            <a:off x="9993122" y="3405378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33" name="S09-text248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가분수로 바꿔서 곱했어요.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약분하고 곱해요</a:t>
            </a:r>
            <a:endParaRPr lang="ko-KR" sz="4000" dirty="0"/>
          </a:p>
        </p:txBody>
      </p:sp>
      <p:sp>
        <p:nvSpPr>
          <p:cNvPr id="3" name="S10-text2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계산하여 간단히 나타내요.</a:t>
            </a:r>
            <a:endParaRPr lang="ko-KR" sz="2800" dirty="0"/>
          </a:p>
        </p:txBody>
      </p:sp>
      <p:sp>
        <p:nvSpPr>
          <p:cNvPr id="4" name="S10-card2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2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곱하기 전에 약분할 수 있는 수를 찾아요.</a:t>
            </a:r>
            <a:endParaRPr lang="ko-KR" sz="2800" dirty="0"/>
          </a:p>
        </p:txBody>
      </p:sp>
      <p:sp>
        <p:nvSpPr>
          <p:cNvPr id="6" name="S10-chip25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num253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8" name="S10-fracbar254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0-num255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0" name="S10-op256"/>
          <p:cNvSpPr txBox="1"/>
          <p:nvPr/>
        </p:nvSpPr>
        <p:spPr>
          <a:xfrm>
            <a:off x="1937004" y="201269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11" name="S10-num257"/>
          <p:cNvSpPr txBox="1"/>
          <p:nvPr/>
        </p:nvSpPr>
        <p:spPr>
          <a:xfrm>
            <a:off x="2651252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2" name="S10-fracbar258"/>
          <p:cNvSpPr/>
          <p:nvPr/>
        </p:nvSpPr>
        <p:spPr>
          <a:xfrm>
            <a:off x="2687828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0-num259"/>
          <p:cNvSpPr txBox="1"/>
          <p:nvPr/>
        </p:nvSpPr>
        <p:spPr>
          <a:xfrm>
            <a:off x="2651252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14" name="S10-op260"/>
          <p:cNvSpPr txBox="1"/>
          <p:nvPr/>
        </p:nvSpPr>
        <p:spPr>
          <a:xfrm>
            <a:off x="3244088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10-blank261"/>
          <p:cNvSpPr/>
          <p:nvPr/>
        </p:nvSpPr>
        <p:spPr>
          <a:xfrm>
            <a:off x="3906205" y="23136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10-chip26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7" name="S10-num263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8" name="S10-fracbar264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0-num265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0" name="S10-op266"/>
          <p:cNvSpPr txBox="1"/>
          <p:nvPr/>
        </p:nvSpPr>
        <p:spPr>
          <a:xfrm>
            <a:off x="1937004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21" name="S10-num267"/>
          <p:cNvSpPr txBox="1"/>
          <p:nvPr/>
        </p:nvSpPr>
        <p:spPr>
          <a:xfrm>
            <a:off x="2651252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2" name="S10-fracbar268"/>
          <p:cNvSpPr/>
          <p:nvPr/>
        </p:nvSpPr>
        <p:spPr>
          <a:xfrm>
            <a:off x="2687828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10-num269"/>
          <p:cNvSpPr txBox="1"/>
          <p:nvPr/>
        </p:nvSpPr>
        <p:spPr>
          <a:xfrm>
            <a:off x="2651252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24" name="S10-op270"/>
          <p:cNvSpPr txBox="1"/>
          <p:nvPr/>
        </p:nvSpPr>
        <p:spPr>
          <a:xfrm>
            <a:off x="3244088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5" name="S10-blank271"/>
          <p:cNvSpPr/>
          <p:nvPr/>
        </p:nvSpPr>
        <p:spPr>
          <a:xfrm>
            <a:off x="3906205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10-chip27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7" name="S10-num273"/>
          <p:cNvSpPr txBox="1"/>
          <p:nvPr/>
        </p:nvSpPr>
        <p:spPr>
          <a:xfrm>
            <a:off x="1344168" y="42072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8" name="S10-num274"/>
          <p:cNvSpPr txBox="1"/>
          <p:nvPr/>
        </p:nvSpPr>
        <p:spPr>
          <a:xfrm>
            <a:off x="163372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9" name="S10-fracbar275"/>
          <p:cNvSpPr/>
          <p:nvPr/>
        </p:nvSpPr>
        <p:spPr>
          <a:xfrm>
            <a:off x="167030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0-num276"/>
          <p:cNvSpPr txBox="1"/>
          <p:nvPr/>
        </p:nvSpPr>
        <p:spPr>
          <a:xfrm>
            <a:off x="163372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1" name="S10-op277"/>
          <p:cNvSpPr txBox="1"/>
          <p:nvPr/>
        </p:nvSpPr>
        <p:spPr>
          <a:xfrm>
            <a:off x="2226564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32" name="S10-num278"/>
          <p:cNvSpPr txBox="1"/>
          <p:nvPr/>
        </p:nvSpPr>
        <p:spPr>
          <a:xfrm>
            <a:off x="2940812" y="42072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3" name="S10-num279"/>
          <p:cNvSpPr txBox="1"/>
          <p:nvPr/>
        </p:nvSpPr>
        <p:spPr>
          <a:xfrm>
            <a:off x="3230372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4" name="S10-fracbar280"/>
          <p:cNvSpPr/>
          <p:nvPr/>
        </p:nvSpPr>
        <p:spPr>
          <a:xfrm>
            <a:off x="3266948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10-num281"/>
          <p:cNvSpPr txBox="1"/>
          <p:nvPr/>
        </p:nvSpPr>
        <p:spPr>
          <a:xfrm>
            <a:off x="3230372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6" name="S10-op282"/>
          <p:cNvSpPr txBox="1"/>
          <p:nvPr/>
        </p:nvSpPr>
        <p:spPr>
          <a:xfrm>
            <a:off x="382320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7" name="S10-blank283"/>
          <p:cNvSpPr/>
          <p:nvPr/>
        </p:nvSpPr>
        <p:spPr>
          <a:xfrm>
            <a:off x="4485325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하나를 골라 방법을 말해요.</a:t>
            </a:r>
            <a:endParaRPr lang="ko-KR" sz="2800" dirty="0"/>
          </a:p>
        </p:txBody>
      </p:sp>
      <p:sp>
        <p:nvSpPr>
          <p:cNvPr id="4" name="S11-chip28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num286"/>
          <p:cNvSpPr txBox="1"/>
          <p:nvPr/>
        </p:nvSpPr>
        <p:spPr>
          <a:xfrm>
            <a:off x="1344168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6" name="S11-fracbar287"/>
          <p:cNvSpPr/>
          <p:nvPr/>
        </p:nvSpPr>
        <p:spPr>
          <a:xfrm>
            <a:off x="1380744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1-num288"/>
          <p:cNvSpPr txBox="1"/>
          <p:nvPr/>
        </p:nvSpPr>
        <p:spPr>
          <a:xfrm>
            <a:off x="1344168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8" name="S11-op289"/>
          <p:cNvSpPr txBox="1"/>
          <p:nvPr/>
        </p:nvSpPr>
        <p:spPr>
          <a:xfrm>
            <a:off x="1990344" y="22270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9" name="S11-num290"/>
          <p:cNvSpPr txBox="1"/>
          <p:nvPr/>
        </p:nvSpPr>
        <p:spPr>
          <a:xfrm>
            <a:off x="2754376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11-fracbar291"/>
          <p:cNvSpPr/>
          <p:nvPr/>
        </p:nvSpPr>
        <p:spPr>
          <a:xfrm>
            <a:off x="2790952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11-num292"/>
          <p:cNvSpPr txBox="1"/>
          <p:nvPr/>
        </p:nvSpPr>
        <p:spPr>
          <a:xfrm>
            <a:off x="2754376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2" name="S11-op293"/>
          <p:cNvSpPr txBox="1"/>
          <p:nvPr/>
        </p:nvSpPr>
        <p:spPr>
          <a:xfrm>
            <a:off x="3400552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11-blank294"/>
          <p:cNvSpPr/>
          <p:nvPr/>
        </p:nvSpPr>
        <p:spPr>
          <a:xfrm>
            <a:off x="4086718" y="25657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11-chip29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11-num296"/>
          <p:cNvSpPr txBox="1"/>
          <p:nvPr/>
        </p:nvSpPr>
        <p:spPr>
          <a:xfrm>
            <a:off x="7072884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6" name="S11-fracbar297"/>
          <p:cNvSpPr/>
          <p:nvPr/>
        </p:nvSpPr>
        <p:spPr>
          <a:xfrm>
            <a:off x="7109460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1-num298"/>
          <p:cNvSpPr txBox="1"/>
          <p:nvPr/>
        </p:nvSpPr>
        <p:spPr>
          <a:xfrm>
            <a:off x="7072884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8" name="S11-op299"/>
          <p:cNvSpPr txBox="1"/>
          <p:nvPr/>
        </p:nvSpPr>
        <p:spPr>
          <a:xfrm>
            <a:off x="7719060" y="22270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9" name="S11-num300"/>
          <p:cNvSpPr txBox="1"/>
          <p:nvPr/>
        </p:nvSpPr>
        <p:spPr>
          <a:xfrm>
            <a:off x="8483092" y="22270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0" name="S11-fracbar301"/>
          <p:cNvSpPr/>
          <p:nvPr/>
        </p:nvSpPr>
        <p:spPr>
          <a:xfrm>
            <a:off x="8519668" y="27432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11-num302"/>
          <p:cNvSpPr txBox="1"/>
          <p:nvPr/>
        </p:nvSpPr>
        <p:spPr>
          <a:xfrm>
            <a:off x="8483092" y="27797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2" name="S11-op303"/>
          <p:cNvSpPr txBox="1"/>
          <p:nvPr/>
        </p:nvSpPr>
        <p:spPr>
          <a:xfrm>
            <a:off x="9228836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3" name="S11-blank304"/>
          <p:cNvSpPr/>
          <p:nvPr/>
        </p:nvSpPr>
        <p:spPr>
          <a:xfrm>
            <a:off x="9915002" y="25657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11-chip30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5" name="S11-num306"/>
          <p:cNvSpPr txBox="1"/>
          <p:nvPr/>
        </p:nvSpPr>
        <p:spPr>
          <a:xfrm>
            <a:off x="1344168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6" name="S11-num307"/>
          <p:cNvSpPr txBox="1"/>
          <p:nvPr/>
        </p:nvSpPr>
        <p:spPr>
          <a:xfrm>
            <a:off x="1667256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7" name="S11-fracbar308"/>
          <p:cNvSpPr/>
          <p:nvPr/>
        </p:nvSpPr>
        <p:spPr>
          <a:xfrm>
            <a:off x="1703832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1-num309"/>
          <p:cNvSpPr txBox="1"/>
          <p:nvPr/>
        </p:nvSpPr>
        <p:spPr>
          <a:xfrm>
            <a:off x="1667256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9" name="S11-op310"/>
          <p:cNvSpPr txBox="1"/>
          <p:nvPr/>
        </p:nvSpPr>
        <p:spPr>
          <a:xfrm>
            <a:off x="2313432" y="4421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30" name="S11-num311"/>
          <p:cNvSpPr txBox="1"/>
          <p:nvPr/>
        </p:nvSpPr>
        <p:spPr>
          <a:xfrm>
            <a:off x="3077464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31" name="S11-num312"/>
          <p:cNvSpPr txBox="1"/>
          <p:nvPr/>
        </p:nvSpPr>
        <p:spPr>
          <a:xfrm>
            <a:off x="3400552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32" name="S11-fracbar313"/>
          <p:cNvSpPr/>
          <p:nvPr/>
        </p:nvSpPr>
        <p:spPr>
          <a:xfrm>
            <a:off x="3437128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11-num314"/>
          <p:cNvSpPr txBox="1"/>
          <p:nvPr/>
        </p:nvSpPr>
        <p:spPr>
          <a:xfrm>
            <a:off x="3400552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34" name="S11-op315"/>
          <p:cNvSpPr txBox="1"/>
          <p:nvPr/>
        </p:nvSpPr>
        <p:spPr>
          <a:xfrm>
            <a:off x="4046728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5" name="S11-blank316"/>
          <p:cNvSpPr/>
          <p:nvPr/>
        </p:nvSpPr>
        <p:spPr>
          <a:xfrm>
            <a:off x="4732894" y="4760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6" name="S11-chip31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7" name="S11-text31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5분의 4 L의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8분의 3을 마셨어요.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마신 물은 몇 L일까요?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나타낸 그림은?</a:t>
            </a:r>
            <a:endParaRPr lang="ko-KR" sz="4000" dirty="0"/>
          </a:p>
        </p:txBody>
      </p:sp>
      <p:sp>
        <p:nvSpPr>
          <p:cNvPr id="3" name="S13-text3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 × 3분의 1을 나타낸 그림을 골라요.</a:t>
            </a:r>
            <a:endParaRPr lang="ko-KR" sz="2800" dirty="0"/>
          </a:p>
        </p:txBody>
      </p:sp>
      <p:sp>
        <p:nvSpPr>
          <p:cNvPr id="4" name="S13-card3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말하고, 곱을 구해요.</a:t>
            </a:r>
            <a:endParaRPr lang="ko-KR" sz="2800" dirty="0"/>
          </a:p>
        </p:txBody>
      </p:sp>
      <p:sp>
        <p:nvSpPr>
          <p:cNvPr id="6" name="S13-chip32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cell323"/>
          <p:cNvSpPr/>
          <p:nvPr/>
        </p:nvSpPr>
        <p:spPr>
          <a:xfrm>
            <a:off x="1373505" y="2715768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3-cell324"/>
          <p:cNvSpPr/>
          <p:nvPr/>
        </p:nvSpPr>
        <p:spPr>
          <a:xfrm>
            <a:off x="1974723" y="2715768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3-cell325"/>
          <p:cNvSpPr/>
          <p:nvPr/>
        </p:nvSpPr>
        <p:spPr>
          <a:xfrm>
            <a:off x="2575941" y="2715768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3-cell326"/>
          <p:cNvSpPr/>
          <p:nvPr/>
        </p:nvSpPr>
        <p:spPr>
          <a:xfrm>
            <a:off x="1373505" y="3316986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3-cell327"/>
          <p:cNvSpPr/>
          <p:nvPr/>
        </p:nvSpPr>
        <p:spPr>
          <a:xfrm>
            <a:off x="1974723" y="3316986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cell328"/>
          <p:cNvSpPr/>
          <p:nvPr/>
        </p:nvSpPr>
        <p:spPr>
          <a:xfrm>
            <a:off x="2575941" y="3316986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cell329"/>
          <p:cNvSpPr/>
          <p:nvPr/>
        </p:nvSpPr>
        <p:spPr>
          <a:xfrm>
            <a:off x="1373505" y="3918204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3-cell330"/>
          <p:cNvSpPr/>
          <p:nvPr/>
        </p:nvSpPr>
        <p:spPr>
          <a:xfrm>
            <a:off x="1974723" y="3918204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cell331"/>
          <p:cNvSpPr/>
          <p:nvPr/>
        </p:nvSpPr>
        <p:spPr>
          <a:xfrm>
            <a:off x="2575941" y="3918204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3-cell332"/>
          <p:cNvSpPr/>
          <p:nvPr/>
        </p:nvSpPr>
        <p:spPr>
          <a:xfrm>
            <a:off x="1373505" y="4519422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cell333"/>
          <p:cNvSpPr/>
          <p:nvPr/>
        </p:nvSpPr>
        <p:spPr>
          <a:xfrm>
            <a:off x="1974723" y="4519422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3-cell334"/>
          <p:cNvSpPr/>
          <p:nvPr/>
        </p:nvSpPr>
        <p:spPr>
          <a:xfrm>
            <a:off x="2575941" y="4519422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3-figure335" descr="가: 4줄 3칸 모눈에서 위 3줄 모두(9칸) 색칠"/>
          <p:cNvSpPr/>
          <p:nvPr/>
        </p:nvSpPr>
        <p:spPr>
          <a:xfrm>
            <a:off x="1373505" y="2715768"/>
            <a:ext cx="1803654" cy="24048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3-chip336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21" name="S13-cell337"/>
          <p:cNvSpPr/>
          <p:nvPr/>
        </p:nvSpPr>
        <p:spPr>
          <a:xfrm>
            <a:off x="5192649" y="2715768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3-cell338"/>
          <p:cNvSpPr/>
          <p:nvPr/>
        </p:nvSpPr>
        <p:spPr>
          <a:xfrm>
            <a:off x="5793867" y="2715768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3-cell339"/>
          <p:cNvSpPr/>
          <p:nvPr/>
        </p:nvSpPr>
        <p:spPr>
          <a:xfrm>
            <a:off x="6395085" y="2715768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3-cell340"/>
          <p:cNvSpPr/>
          <p:nvPr/>
        </p:nvSpPr>
        <p:spPr>
          <a:xfrm>
            <a:off x="5192649" y="3316986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3-cell341"/>
          <p:cNvSpPr/>
          <p:nvPr/>
        </p:nvSpPr>
        <p:spPr>
          <a:xfrm>
            <a:off x="5793867" y="3316986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3-cell342"/>
          <p:cNvSpPr/>
          <p:nvPr/>
        </p:nvSpPr>
        <p:spPr>
          <a:xfrm>
            <a:off x="6395085" y="3316986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3-cell343"/>
          <p:cNvSpPr/>
          <p:nvPr/>
        </p:nvSpPr>
        <p:spPr>
          <a:xfrm>
            <a:off x="5192649" y="3918204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3-cell344"/>
          <p:cNvSpPr/>
          <p:nvPr/>
        </p:nvSpPr>
        <p:spPr>
          <a:xfrm>
            <a:off x="5793867" y="3918204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3-cell345"/>
          <p:cNvSpPr/>
          <p:nvPr/>
        </p:nvSpPr>
        <p:spPr>
          <a:xfrm>
            <a:off x="6395085" y="3918204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3-cell346"/>
          <p:cNvSpPr/>
          <p:nvPr/>
        </p:nvSpPr>
        <p:spPr>
          <a:xfrm>
            <a:off x="5192649" y="4519422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3-cell347"/>
          <p:cNvSpPr/>
          <p:nvPr/>
        </p:nvSpPr>
        <p:spPr>
          <a:xfrm>
            <a:off x="5793867" y="4519422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13-cell348"/>
          <p:cNvSpPr/>
          <p:nvPr/>
        </p:nvSpPr>
        <p:spPr>
          <a:xfrm>
            <a:off x="6395085" y="4519422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3-figure349" descr="나: 4줄 3칸 모눈에서 위 3줄의 왼쪽 칸(3칸) 색칠"/>
          <p:cNvSpPr/>
          <p:nvPr/>
        </p:nvSpPr>
        <p:spPr>
          <a:xfrm>
            <a:off x="5192649" y="2715768"/>
            <a:ext cx="1803654" cy="24048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4" name="S13-chip35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35" name="S13-cell351"/>
          <p:cNvSpPr/>
          <p:nvPr/>
        </p:nvSpPr>
        <p:spPr>
          <a:xfrm>
            <a:off x="9011793" y="2715768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3-cell352"/>
          <p:cNvSpPr/>
          <p:nvPr/>
        </p:nvSpPr>
        <p:spPr>
          <a:xfrm>
            <a:off x="9613011" y="2715768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3-cell353"/>
          <p:cNvSpPr/>
          <p:nvPr/>
        </p:nvSpPr>
        <p:spPr>
          <a:xfrm>
            <a:off x="10214229" y="2715768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3-cell354"/>
          <p:cNvSpPr/>
          <p:nvPr/>
        </p:nvSpPr>
        <p:spPr>
          <a:xfrm>
            <a:off x="9011793" y="3316986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13-cell355"/>
          <p:cNvSpPr/>
          <p:nvPr/>
        </p:nvSpPr>
        <p:spPr>
          <a:xfrm>
            <a:off x="9613011" y="3316986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13-cell356"/>
          <p:cNvSpPr/>
          <p:nvPr/>
        </p:nvSpPr>
        <p:spPr>
          <a:xfrm>
            <a:off x="10214229" y="3316986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3-cell357"/>
          <p:cNvSpPr/>
          <p:nvPr/>
        </p:nvSpPr>
        <p:spPr>
          <a:xfrm>
            <a:off x="9011793" y="3918204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3-cell358"/>
          <p:cNvSpPr/>
          <p:nvPr/>
        </p:nvSpPr>
        <p:spPr>
          <a:xfrm>
            <a:off x="9613011" y="3918204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3-cell359"/>
          <p:cNvSpPr/>
          <p:nvPr/>
        </p:nvSpPr>
        <p:spPr>
          <a:xfrm>
            <a:off x="10214229" y="3918204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13-cell360"/>
          <p:cNvSpPr/>
          <p:nvPr/>
        </p:nvSpPr>
        <p:spPr>
          <a:xfrm>
            <a:off x="9011793" y="4519422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3-cell361"/>
          <p:cNvSpPr/>
          <p:nvPr/>
        </p:nvSpPr>
        <p:spPr>
          <a:xfrm>
            <a:off x="9613011" y="4519422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13-cell362"/>
          <p:cNvSpPr/>
          <p:nvPr/>
        </p:nvSpPr>
        <p:spPr>
          <a:xfrm>
            <a:off x="10214229" y="4519422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13-figure363" descr="다: 4줄 3칸 모눈에서 왼쪽 한 줄 4칸 색칠"/>
          <p:cNvSpPr/>
          <p:nvPr/>
        </p:nvSpPr>
        <p:spPr>
          <a:xfrm>
            <a:off x="9011793" y="2715768"/>
            <a:ext cx="1803654" cy="24048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6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6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분자끼리, 분모끼리 곱해요. 대분수는 가분수로 바꿔요.</a:t>
            </a:r>
            <a:endParaRPr lang="ko-KR" sz="2800" dirty="0"/>
          </a:p>
        </p:txBody>
      </p:sp>
      <p:sp>
        <p:nvSpPr>
          <p:cNvPr id="5" name="S14-chip36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곱하기 전에 약분하기</a:t>
            </a:r>
            <a:endParaRPr lang="ko-KR" sz="2200" dirty="0"/>
          </a:p>
        </p:txBody>
      </p:sp>
      <p:sp>
        <p:nvSpPr>
          <p:cNvPr id="6" name="S14-chip36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대분수를 따로따로 곱하기</a:t>
            </a:r>
            <a:endParaRPr lang="ko-KR" sz="2200" dirty="0"/>
          </a:p>
        </p:txBody>
      </p:sp>
      <p:sp>
        <p:nvSpPr>
          <p:cNvPr id="7" name="S14-text36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op369"/>
          <p:cNvSpPr txBox="1"/>
          <p:nvPr/>
        </p:nvSpPr>
        <p:spPr>
          <a:xfrm>
            <a:off x="548640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14-num370"/>
          <p:cNvSpPr txBox="1"/>
          <p:nvPr/>
        </p:nvSpPr>
        <p:spPr>
          <a:xfrm>
            <a:off x="123799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0" name="S14-fracbar371"/>
          <p:cNvSpPr/>
          <p:nvPr/>
        </p:nvSpPr>
        <p:spPr>
          <a:xfrm>
            <a:off x="127457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1" name="S14-num372"/>
          <p:cNvSpPr txBox="1"/>
          <p:nvPr/>
        </p:nvSpPr>
        <p:spPr>
          <a:xfrm>
            <a:off x="123799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2" name="S14-op373"/>
          <p:cNvSpPr txBox="1"/>
          <p:nvPr/>
        </p:nvSpPr>
        <p:spPr>
          <a:xfrm>
            <a:off x="1804162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600" dirty="0"/>
          </a:p>
        </p:txBody>
      </p:sp>
      <p:sp>
        <p:nvSpPr>
          <p:cNvPr id="13" name="S14-num374"/>
          <p:cNvSpPr txBox="1"/>
          <p:nvPr/>
        </p:nvSpPr>
        <p:spPr>
          <a:xfrm>
            <a:off x="2493518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" name="S14-fracbar375"/>
          <p:cNvSpPr/>
          <p:nvPr/>
        </p:nvSpPr>
        <p:spPr>
          <a:xfrm>
            <a:off x="2530094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5" name="S14-num376"/>
          <p:cNvSpPr txBox="1"/>
          <p:nvPr/>
        </p:nvSpPr>
        <p:spPr>
          <a:xfrm>
            <a:off x="2493518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6" name="S14-op377"/>
          <p:cNvSpPr txBox="1"/>
          <p:nvPr/>
        </p:nvSpPr>
        <p:spPr>
          <a:xfrm>
            <a:off x="4322064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7" name="S14-num378"/>
          <p:cNvSpPr txBox="1"/>
          <p:nvPr/>
        </p:nvSpPr>
        <p:spPr>
          <a:xfrm>
            <a:off x="501142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8" name="S14-fracbar379"/>
          <p:cNvSpPr/>
          <p:nvPr/>
        </p:nvSpPr>
        <p:spPr>
          <a:xfrm>
            <a:off x="504799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9" name="S14-num380"/>
          <p:cNvSpPr txBox="1"/>
          <p:nvPr/>
        </p:nvSpPr>
        <p:spPr>
          <a:xfrm>
            <a:off x="501142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0" name="S14-op381"/>
          <p:cNvSpPr txBox="1"/>
          <p:nvPr/>
        </p:nvSpPr>
        <p:spPr>
          <a:xfrm>
            <a:off x="5577586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600" dirty="0"/>
          </a:p>
        </p:txBody>
      </p:sp>
      <p:sp>
        <p:nvSpPr>
          <p:cNvPr id="21" name="S14-num382"/>
          <p:cNvSpPr txBox="1"/>
          <p:nvPr/>
        </p:nvSpPr>
        <p:spPr>
          <a:xfrm>
            <a:off x="6266942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2" name="S14-fracbar383"/>
          <p:cNvSpPr/>
          <p:nvPr/>
        </p:nvSpPr>
        <p:spPr>
          <a:xfrm>
            <a:off x="6303518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3" name="S14-num384"/>
          <p:cNvSpPr txBox="1"/>
          <p:nvPr/>
        </p:nvSpPr>
        <p:spPr>
          <a:xfrm>
            <a:off x="6266942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4" name="S14-op385"/>
          <p:cNvSpPr txBox="1"/>
          <p:nvPr/>
        </p:nvSpPr>
        <p:spPr>
          <a:xfrm>
            <a:off x="8095488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14-num386"/>
          <p:cNvSpPr txBox="1"/>
          <p:nvPr/>
        </p:nvSpPr>
        <p:spPr>
          <a:xfrm>
            <a:off x="8784844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6" name="S14-num387"/>
          <p:cNvSpPr txBox="1"/>
          <p:nvPr/>
        </p:nvSpPr>
        <p:spPr>
          <a:xfrm>
            <a:off x="905764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7" name="S14-fracbar388"/>
          <p:cNvSpPr/>
          <p:nvPr/>
        </p:nvSpPr>
        <p:spPr>
          <a:xfrm>
            <a:off x="909421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8" name="S14-num389"/>
          <p:cNvSpPr txBox="1"/>
          <p:nvPr/>
        </p:nvSpPr>
        <p:spPr>
          <a:xfrm>
            <a:off x="905764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9" name="S14-op390"/>
          <p:cNvSpPr txBox="1"/>
          <p:nvPr/>
        </p:nvSpPr>
        <p:spPr>
          <a:xfrm>
            <a:off x="9623806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600" dirty="0"/>
          </a:p>
        </p:txBody>
      </p:sp>
      <p:sp>
        <p:nvSpPr>
          <p:cNvPr id="30" name="S14-num391"/>
          <p:cNvSpPr txBox="1"/>
          <p:nvPr/>
        </p:nvSpPr>
        <p:spPr>
          <a:xfrm>
            <a:off x="10313162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1" name="S14-num392"/>
          <p:cNvSpPr txBox="1"/>
          <p:nvPr/>
        </p:nvSpPr>
        <p:spPr>
          <a:xfrm>
            <a:off x="10585958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2" name="S14-fracbar393"/>
          <p:cNvSpPr/>
          <p:nvPr/>
        </p:nvSpPr>
        <p:spPr>
          <a:xfrm>
            <a:off x="10622534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33" name="S14-num394"/>
          <p:cNvSpPr txBox="1"/>
          <p:nvPr/>
        </p:nvSpPr>
        <p:spPr>
          <a:xfrm>
            <a:off x="10585958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34" name="S14-text39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소수의 곱셈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분수 × 자연수</a:t>
            </a:r>
            <a:endParaRPr lang="ko-KR" sz="4000" dirty="0"/>
          </a:p>
        </p:txBody>
      </p:sp>
      <p:sp>
        <p:nvSpPr>
          <p:cNvPr id="3" name="S15-text3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2 × 3을 다시 해요.</a:t>
            </a:r>
            <a:endParaRPr lang="ko-KR" sz="2800" dirty="0"/>
          </a:p>
        </p:txBody>
      </p:sp>
      <p:sp>
        <p:nvSpPr>
          <p:cNvPr id="4" name="S15-card397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398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2 × 3 = 6개 → 5분의 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그대로, 분자에 자연수를 곱해요.</a:t>
            </a:r>
            <a:endParaRPr lang="ko-KR" sz="2800" dirty="0"/>
          </a:p>
        </p:txBody>
      </p:sp>
      <p:sp>
        <p:nvSpPr>
          <p:cNvPr id="6" name="S15-num399"/>
          <p:cNvSpPr txBox="1"/>
          <p:nvPr/>
        </p:nvSpPr>
        <p:spPr>
          <a:xfrm>
            <a:off x="784289" y="2072809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7" name="S15-fracbar400"/>
          <p:cNvSpPr/>
          <p:nvPr/>
        </p:nvSpPr>
        <p:spPr>
          <a:xfrm>
            <a:off x="820865" y="2484035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8" name="S15-num401"/>
          <p:cNvSpPr txBox="1"/>
          <p:nvPr/>
        </p:nvSpPr>
        <p:spPr>
          <a:xfrm>
            <a:off x="784289" y="2520611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9" name="S15-cell402"/>
          <p:cNvSpPr/>
          <p:nvPr/>
        </p:nvSpPr>
        <p:spPr>
          <a:xfrm>
            <a:off x="1600200" y="2148840"/>
            <a:ext cx="200802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5-cell403"/>
          <p:cNvSpPr/>
          <p:nvPr/>
        </p:nvSpPr>
        <p:spPr>
          <a:xfrm>
            <a:off x="3608222" y="2148840"/>
            <a:ext cx="200802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5-cell404"/>
          <p:cNvSpPr/>
          <p:nvPr/>
        </p:nvSpPr>
        <p:spPr>
          <a:xfrm>
            <a:off x="5616245" y="2148840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5-cell405"/>
          <p:cNvSpPr/>
          <p:nvPr/>
        </p:nvSpPr>
        <p:spPr>
          <a:xfrm>
            <a:off x="7624267" y="2148840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cell406"/>
          <p:cNvSpPr/>
          <p:nvPr/>
        </p:nvSpPr>
        <p:spPr>
          <a:xfrm>
            <a:off x="9632290" y="2148840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5-figure407" descr="똑같이 5칸으로 나눈 띠, 2칸 색칠"/>
          <p:cNvSpPr/>
          <p:nvPr/>
        </p:nvSpPr>
        <p:spPr>
          <a:xfrm>
            <a:off x="1600200" y="2148840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5-num408"/>
          <p:cNvSpPr txBox="1"/>
          <p:nvPr/>
        </p:nvSpPr>
        <p:spPr>
          <a:xfrm>
            <a:off x="784289" y="2999232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16" name="S15-fracbar409"/>
          <p:cNvSpPr/>
          <p:nvPr/>
        </p:nvSpPr>
        <p:spPr>
          <a:xfrm>
            <a:off x="820865" y="3410458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17" name="S15-num410"/>
          <p:cNvSpPr txBox="1"/>
          <p:nvPr/>
        </p:nvSpPr>
        <p:spPr>
          <a:xfrm>
            <a:off x="784289" y="3447034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18" name="S15-cell411"/>
          <p:cNvSpPr/>
          <p:nvPr/>
        </p:nvSpPr>
        <p:spPr>
          <a:xfrm>
            <a:off x="1600200" y="3075263"/>
            <a:ext cx="200802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5-cell412"/>
          <p:cNvSpPr/>
          <p:nvPr/>
        </p:nvSpPr>
        <p:spPr>
          <a:xfrm>
            <a:off x="3608222" y="3075263"/>
            <a:ext cx="200802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5-cell413"/>
          <p:cNvSpPr/>
          <p:nvPr/>
        </p:nvSpPr>
        <p:spPr>
          <a:xfrm>
            <a:off x="5616245" y="3075263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cell414"/>
          <p:cNvSpPr/>
          <p:nvPr/>
        </p:nvSpPr>
        <p:spPr>
          <a:xfrm>
            <a:off x="7624267" y="3075263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5-cell415"/>
          <p:cNvSpPr/>
          <p:nvPr/>
        </p:nvSpPr>
        <p:spPr>
          <a:xfrm>
            <a:off x="9632290" y="3075263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5-figure416" descr="똑같이 5칸으로 나눈 띠, 2칸 색칠"/>
          <p:cNvSpPr/>
          <p:nvPr/>
        </p:nvSpPr>
        <p:spPr>
          <a:xfrm>
            <a:off x="1600200" y="3075263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15-num417"/>
          <p:cNvSpPr txBox="1"/>
          <p:nvPr/>
        </p:nvSpPr>
        <p:spPr>
          <a:xfrm>
            <a:off x="784289" y="3925655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25" name="S15-fracbar418"/>
          <p:cNvSpPr/>
          <p:nvPr/>
        </p:nvSpPr>
        <p:spPr>
          <a:xfrm>
            <a:off x="820865" y="4336881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26" name="S15-num419"/>
          <p:cNvSpPr txBox="1"/>
          <p:nvPr/>
        </p:nvSpPr>
        <p:spPr>
          <a:xfrm>
            <a:off x="784289" y="4373457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27" name="S15-cell420"/>
          <p:cNvSpPr/>
          <p:nvPr/>
        </p:nvSpPr>
        <p:spPr>
          <a:xfrm>
            <a:off x="1600200" y="4001685"/>
            <a:ext cx="200802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5-cell421"/>
          <p:cNvSpPr/>
          <p:nvPr/>
        </p:nvSpPr>
        <p:spPr>
          <a:xfrm>
            <a:off x="3608222" y="4001685"/>
            <a:ext cx="200802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5-cell422"/>
          <p:cNvSpPr/>
          <p:nvPr/>
        </p:nvSpPr>
        <p:spPr>
          <a:xfrm>
            <a:off x="5616245" y="4001685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5-cell423"/>
          <p:cNvSpPr/>
          <p:nvPr/>
        </p:nvSpPr>
        <p:spPr>
          <a:xfrm>
            <a:off x="7624267" y="4001685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5-cell424"/>
          <p:cNvSpPr/>
          <p:nvPr/>
        </p:nvSpPr>
        <p:spPr>
          <a:xfrm>
            <a:off x="9632290" y="4001685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15-figure425" descr="똑같이 5칸으로 나눈 띠, 2칸 색칠"/>
          <p:cNvSpPr/>
          <p:nvPr/>
        </p:nvSpPr>
        <p:spPr>
          <a:xfrm>
            <a:off x="1600200" y="4001685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분수끼리의 곱셈</dc:title>
  <dc:subject>KR22-G05-MAT-FRACMUL2-L01</dc:subject>
  <dc:creator>education-ppt</dc:creator>
  <cp:lastModifiedBy>education-ppt</cp:lastModifiedBy>
  <cp:revision>1</cp:revision>
  <dcterms:created xsi:type="dcterms:W3CDTF">2026-10-26T08:22:49Z</dcterms:created>
  <dcterms:modified xsi:type="dcterms:W3CDTF">2026-10-26T08:22:49Z</dcterms:modified>
</cp:coreProperties>
</file>