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1f66cc45-e451-8064-9aac-4dd692bea2f7}">
          <p14:sldIdLst>
            <p14:sldId id="256"/>
            <p14:sldId id="257"/>
          </p14:sldIdLst>
        </p14:section>
        <p14:section name="개념" id="{1aa1ff06-cab8-a12b-926e-224398b482a7}">
          <p14:sldIdLst>
            <p14:sldId id="258"/>
            <p14:sldId id="259"/>
            <p14:sldId id="260"/>
            <p14:sldId id="262"/>
            <p14:sldId id="263"/>
          </p14:sldIdLst>
        </p14:section>
        <p14:section name="연습" id="{afa9c18c-9002-e369-b786-484382b2d1e8}">
          <p14:sldIdLst>
            <p14:sldId id="261"/>
            <p14:sldId id="264"/>
            <p14:sldId id="265"/>
          </p14:sldIdLst>
        </p14:section>
        <p14:section name="개념" id="{6671c583-4732-73e7-d5e9-1f8b958c3b8c}">
          <p14:sldIdLst/>
        </p14:section>
        <p14:section name="연습" id="{ea61214a-d579-3e5b-2d04-d9879e1c86f7}">
          <p14:sldIdLst/>
        </p14:section>
        <p14:section name="확인" id="{21128864-1c50-eeb2-b63e-faf677fe3ffe}">
          <p14:sldIdLst>
            <p14:sldId id="266"/>
            <p14:sldId id="267"/>
          </p14:sldIdLst>
        </p14:section>
        <p14:section name="정리" id="{16800dc2-6a3b-2fb3-7054-754d25e081f0}">
          <p14:sldIdLst>
            <p14:sldId id="268"/>
          </p14:sldIdLst>
        </p14:section>
        <p14:section name="보충" id="{69106550-b5c3-a768-2b8e-948c6426d62c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곱셈과어림 · 3차시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분수와 자연수의 곱셈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분수와 자연수의 곱셈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수학 · 분수와 자연수의 곱셈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분수와 자연수의 곱셈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물을 5분의 2 L씩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3번 마시면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몇 L일까?</a:t>
            </a:r>
            <a:endParaRPr lang="ko-KR" sz="2800" dirty="0"/>
          </a:p>
        </p:txBody>
      </p:sp>
      <p:sp>
        <p:nvSpPr>
          <p:cNvPr id="4" name="S01-num1"/>
          <p:cNvSpPr txBox="1"/>
          <p:nvPr/>
        </p:nvSpPr>
        <p:spPr>
          <a:xfrm>
            <a:off x="7918196" y="1467104"/>
            <a:ext cx="643128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4000" dirty="0"/>
          </a:p>
        </p:txBody>
      </p:sp>
      <p:sp>
        <p:nvSpPr>
          <p:cNvPr id="5" name="S01-fracbar2"/>
          <p:cNvSpPr/>
          <p:nvPr/>
        </p:nvSpPr>
        <p:spPr>
          <a:xfrm>
            <a:off x="7954772" y="2103120"/>
            <a:ext cx="569976" cy="0"/>
          </a:xfrm>
          <a:prstGeom prst="line">
            <a:avLst/>
          </a:prstGeom>
          <a:noFill/>
          <a:ln w="31750">
            <a:solidFill>
              <a:srgbClr val="FFFFFF"/>
            </a:solidFill>
            <a:prstDash val="solid"/>
          </a:ln>
        </p:spPr>
      </p:sp>
      <p:sp>
        <p:nvSpPr>
          <p:cNvPr id="6" name="S01-num3"/>
          <p:cNvSpPr txBox="1"/>
          <p:nvPr/>
        </p:nvSpPr>
        <p:spPr>
          <a:xfrm>
            <a:off x="7918196" y="2139696"/>
            <a:ext cx="643128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4000" dirty="0"/>
          </a:p>
        </p:txBody>
      </p:sp>
      <p:sp>
        <p:nvSpPr>
          <p:cNvPr id="7" name="S01-op4"/>
          <p:cNvSpPr txBox="1"/>
          <p:nvPr/>
        </p:nvSpPr>
        <p:spPr>
          <a:xfrm>
            <a:off x="8671052" y="1467104"/>
            <a:ext cx="753872" cy="127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4000" dirty="0"/>
          </a:p>
        </p:txBody>
      </p:sp>
      <p:sp>
        <p:nvSpPr>
          <p:cNvPr id="8" name="S01-op5"/>
          <p:cNvSpPr txBox="1"/>
          <p:nvPr/>
        </p:nvSpPr>
        <p:spPr>
          <a:xfrm>
            <a:off x="9534652" y="1467104"/>
            <a:ext cx="591312" cy="127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4000" dirty="0"/>
          </a:p>
        </p:txBody>
      </p:sp>
      <p:sp>
        <p:nvSpPr>
          <p:cNvPr id="9" name="S01-op6"/>
          <p:cNvSpPr txBox="1"/>
          <p:nvPr/>
        </p:nvSpPr>
        <p:spPr>
          <a:xfrm>
            <a:off x="10235692" y="1467104"/>
            <a:ext cx="469392" cy="127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4000" dirty="0"/>
          </a:p>
        </p:txBody>
      </p:sp>
      <p:sp>
        <p:nvSpPr>
          <p:cNvPr id="10" name="S01-op7"/>
          <p:cNvSpPr txBox="1"/>
          <p:nvPr/>
        </p:nvSpPr>
        <p:spPr>
          <a:xfrm>
            <a:off x="10814812" y="1467104"/>
            <a:ext cx="560832" cy="127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4000" dirty="0"/>
          </a:p>
        </p:txBody>
      </p:sp>
      <p:sp>
        <p:nvSpPr>
          <p:cNvPr id="11" name="S01-card8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12" name="S01-cardtext9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(분수)×(자연수)를 덧셈과 연결해 계산해요.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(자연수)×(분수)를 그림으로 설명하고 계산해요.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학습 기억하기</a:t>
            </a:r>
            <a:endParaRPr lang="ko-KR" sz="4000" dirty="0"/>
          </a:p>
        </p:txBody>
      </p:sp>
      <p:sp>
        <p:nvSpPr>
          <p:cNvPr id="3" name="S02-text1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안에 알맞은 수를 써요.</a:t>
            </a:r>
            <a:endParaRPr lang="ko-KR" sz="2800" dirty="0"/>
          </a:p>
        </p:txBody>
      </p:sp>
      <p:sp>
        <p:nvSpPr>
          <p:cNvPr id="4" name="S02-chip11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02-num12"/>
          <p:cNvSpPr txBox="1"/>
          <p:nvPr/>
        </p:nvSpPr>
        <p:spPr>
          <a:xfrm>
            <a:off x="1344168" y="213563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6" name="S02-fracbar13"/>
          <p:cNvSpPr/>
          <p:nvPr/>
        </p:nvSpPr>
        <p:spPr>
          <a:xfrm>
            <a:off x="1380744" y="265176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7" name="S02-num14"/>
          <p:cNvSpPr txBox="1"/>
          <p:nvPr/>
        </p:nvSpPr>
        <p:spPr>
          <a:xfrm>
            <a:off x="1344168" y="268833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3200" dirty="0"/>
          </a:p>
        </p:txBody>
      </p:sp>
      <p:sp>
        <p:nvSpPr>
          <p:cNvPr id="8" name="S02-op15"/>
          <p:cNvSpPr txBox="1"/>
          <p:nvPr/>
        </p:nvSpPr>
        <p:spPr>
          <a:xfrm>
            <a:off x="1990344" y="213563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3200" dirty="0"/>
          </a:p>
        </p:txBody>
      </p:sp>
      <p:sp>
        <p:nvSpPr>
          <p:cNvPr id="9" name="S02-num16"/>
          <p:cNvSpPr txBox="1"/>
          <p:nvPr/>
        </p:nvSpPr>
        <p:spPr>
          <a:xfrm>
            <a:off x="2526792" y="213563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10" name="S02-fracbar17"/>
          <p:cNvSpPr/>
          <p:nvPr/>
        </p:nvSpPr>
        <p:spPr>
          <a:xfrm>
            <a:off x="2563368" y="265176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" name="S02-num18"/>
          <p:cNvSpPr txBox="1"/>
          <p:nvPr/>
        </p:nvSpPr>
        <p:spPr>
          <a:xfrm>
            <a:off x="2526792" y="268833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3200" dirty="0"/>
          </a:p>
        </p:txBody>
      </p:sp>
      <p:sp>
        <p:nvSpPr>
          <p:cNvPr id="12" name="S02-op19"/>
          <p:cNvSpPr txBox="1"/>
          <p:nvPr/>
        </p:nvSpPr>
        <p:spPr>
          <a:xfrm>
            <a:off x="3172968" y="213563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3200" dirty="0"/>
          </a:p>
        </p:txBody>
      </p:sp>
      <p:sp>
        <p:nvSpPr>
          <p:cNvPr id="13" name="S02-num20"/>
          <p:cNvSpPr txBox="1"/>
          <p:nvPr/>
        </p:nvSpPr>
        <p:spPr>
          <a:xfrm>
            <a:off x="3709416" y="213563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14" name="S02-fracbar21"/>
          <p:cNvSpPr/>
          <p:nvPr/>
        </p:nvSpPr>
        <p:spPr>
          <a:xfrm>
            <a:off x="3745992" y="265176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5" name="S02-num22"/>
          <p:cNvSpPr txBox="1"/>
          <p:nvPr/>
        </p:nvSpPr>
        <p:spPr>
          <a:xfrm>
            <a:off x="3709416" y="268833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3200" dirty="0"/>
          </a:p>
        </p:txBody>
      </p:sp>
      <p:sp>
        <p:nvSpPr>
          <p:cNvPr id="16" name="S02-op23"/>
          <p:cNvSpPr txBox="1"/>
          <p:nvPr/>
        </p:nvSpPr>
        <p:spPr>
          <a:xfrm>
            <a:off x="4355592" y="213563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17" name="S02-blank24"/>
          <p:cNvSpPr/>
          <p:nvPr/>
        </p:nvSpPr>
        <p:spPr>
          <a:xfrm>
            <a:off x="4982830" y="219797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8" name="S02-fracbar25"/>
          <p:cNvSpPr/>
          <p:nvPr/>
        </p:nvSpPr>
        <p:spPr>
          <a:xfrm>
            <a:off x="4928616" y="265176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9" name="S02-num26"/>
          <p:cNvSpPr txBox="1"/>
          <p:nvPr/>
        </p:nvSpPr>
        <p:spPr>
          <a:xfrm>
            <a:off x="4892040" y="268833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3200" dirty="0"/>
          </a:p>
        </p:txBody>
      </p:sp>
      <p:sp>
        <p:nvSpPr>
          <p:cNvPr id="20" name="S02-chip27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21" name="S02-num28"/>
          <p:cNvSpPr txBox="1"/>
          <p:nvPr/>
        </p:nvSpPr>
        <p:spPr>
          <a:xfrm>
            <a:off x="1344168" y="3598672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3200" dirty="0"/>
          </a:p>
        </p:txBody>
      </p:sp>
      <p:sp>
        <p:nvSpPr>
          <p:cNvPr id="22" name="S02-fracbar29"/>
          <p:cNvSpPr/>
          <p:nvPr/>
        </p:nvSpPr>
        <p:spPr>
          <a:xfrm>
            <a:off x="1380744" y="4114800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3" name="S02-num30"/>
          <p:cNvSpPr txBox="1"/>
          <p:nvPr/>
        </p:nvSpPr>
        <p:spPr>
          <a:xfrm>
            <a:off x="1344168" y="4151376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24" name="S02-op31"/>
          <p:cNvSpPr txBox="1"/>
          <p:nvPr/>
        </p:nvSpPr>
        <p:spPr>
          <a:xfrm>
            <a:off x="2089912" y="359867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25" name="S02-blank32"/>
          <p:cNvSpPr/>
          <p:nvPr/>
        </p:nvSpPr>
        <p:spPr>
          <a:xfrm>
            <a:off x="2626360" y="3937366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6" name="S02-blank33"/>
          <p:cNvSpPr/>
          <p:nvPr/>
        </p:nvSpPr>
        <p:spPr>
          <a:xfrm>
            <a:off x="3145170" y="366101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7" name="S02-fracbar34"/>
          <p:cNvSpPr/>
          <p:nvPr/>
        </p:nvSpPr>
        <p:spPr>
          <a:xfrm>
            <a:off x="3090956" y="41148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8" name="S02-num35"/>
          <p:cNvSpPr txBox="1"/>
          <p:nvPr/>
        </p:nvSpPr>
        <p:spPr>
          <a:xfrm>
            <a:off x="3054380" y="415137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29" name="S02-chip36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30" name="S02-num37"/>
          <p:cNvSpPr txBox="1"/>
          <p:nvPr/>
        </p:nvSpPr>
        <p:spPr>
          <a:xfrm>
            <a:off x="1344168" y="506171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200" dirty="0"/>
          </a:p>
        </p:txBody>
      </p:sp>
      <p:sp>
        <p:nvSpPr>
          <p:cNvPr id="31" name="S02-fracbar38"/>
          <p:cNvSpPr/>
          <p:nvPr/>
        </p:nvSpPr>
        <p:spPr>
          <a:xfrm>
            <a:off x="1380744" y="557784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2" name="S02-num39"/>
          <p:cNvSpPr txBox="1"/>
          <p:nvPr/>
        </p:nvSpPr>
        <p:spPr>
          <a:xfrm>
            <a:off x="1344168" y="561441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3200" dirty="0"/>
          </a:p>
        </p:txBody>
      </p:sp>
      <p:sp>
        <p:nvSpPr>
          <p:cNvPr id="33" name="S02-op40"/>
          <p:cNvSpPr txBox="1"/>
          <p:nvPr/>
        </p:nvSpPr>
        <p:spPr>
          <a:xfrm>
            <a:off x="1990344" y="506171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34" name="S02-blank41"/>
          <p:cNvSpPr/>
          <p:nvPr/>
        </p:nvSpPr>
        <p:spPr>
          <a:xfrm>
            <a:off x="2617582" y="512405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5" name="S02-fracbar42"/>
          <p:cNvSpPr/>
          <p:nvPr/>
        </p:nvSpPr>
        <p:spPr>
          <a:xfrm>
            <a:off x="2563368" y="557784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6" name="S02-num43"/>
          <p:cNvSpPr txBox="1"/>
          <p:nvPr/>
        </p:nvSpPr>
        <p:spPr>
          <a:xfrm>
            <a:off x="2526792" y="561441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분수를 여러 번 더하면</a:t>
            </a:r>
            <a:endParaRPr lang="ko-KR" sz="4000" dirty="0"/>
          </a:p>
        </p:txBody>
      </p:sp>
      <p:sp>
        <p:nvSpPr>
          <p:cNvPr id="3" name="S03-card4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4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분모는 그대로 두고, 분자에 자연수를 곱해요.</a:t>
            </a:r>
            <a:endParaRPr lang="ko-KR" sz="2800" dirty="0"/>
          </a:p>
        </p:txBody>
      </p:sp>
      <p:sp>
        <p:nvSpPr>
          <p:cNvPr id="5" name="S03-num46"/>
          <p:cNvSpPr txBox="1"/>
          <p:nvPr/>
        </p:nvSpPr>
        <p:spPr>
          <a:xfrm>
            <a:off x="548640" y="138125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6" name="S03-fracbar47"/>
          <p:cNvSpPr/>
          <p:nvPr/>
        </p:nvSpPr>
        <p:spPr>
          <a:xfrm>
            <a:off x="585216" y="189738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7" name="S03-num48"/>
          <p:cNvSpPr txBox="1"/>
          <p:nvPr/>
        </p:nvSpPr>
        <p:spPr>
          <a:xfrm>
            <a:off x="548640" y="193395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200" dirty="0"/>
          </a:p>
        </p:txBody>
      </p:sp>
      <p:sp>
        <p:nvSpPr>
          <p:cNvPr id="8" name="S03-op49"/>
          <p:cNvSpPr txBox="1"/>
          <p:nvPr/>
        </p:nvSpPr>
        <p:spPr>
          <a:xfrm>
            <a:off x="1194816" y="138125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3200" dirty="0"/>
          </a:p>
        </p:txBody>
      </p:sp>
      <p:sp>
        <p:nvSpPr>
          <p:cNvPr id="9" name="S03-op50"/>
          <p:cNvSpPr txBox="1"/>
          <p:nvPr/>
        </p:nvSpPr>
        <p:spPr>
          <a:xfrm>
            <a:off x="1958848" y="1381252"/>
            <a:ext cx="524256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10" name="S03-num51"/>
          <p:cNvSpPr txBox="1"/>
          <p:nvPr/>
        </p:nvSpPr>
        <p:spPr>
          <a:xfrm>
            <a:off x="7605598" y="2664968"/>
            <a:ext cx="403098" cy="329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1" name="S03-fracbar52"/>
          <p:cNvSpPr/>
          <p:nvPr/>
        </p:nvSpPr>
        <p:spPr>
          <a:xfrm>
            <a:off x="7642174" y="3031236"/>
            <a:ext cx="329946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2" name="S03-num53"/>
          <p:cNvSpPr txBox="1"/>
          <p:nvPr/>
        </p:nvSpPr>
        <p:spPr>
          <a:xfrm>
            <a:off x="7605598" y="3067812"/>
            <a:ext cx="403098" cy="329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200" dirty="0"/>
          </a:p>
        </p:txBody>
      </p:sp>
      <p:sp>
        <p:nvSpPr>
          <p:cNvPr id="13" name="S03-cell54"/>
          <p:cNvSpPr/>
          <p:nvPr/>
        </p:nvSpPr>
        <p:spPr>
          <a:xfrm>
            <a:off x="8401507" y="2743200"/>
            <a:ext cx="647761" cy="57607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3-cell55"/>
          <p:cNvSpPr/>
          <p:nvPr/>
        </p:nvSpPr>
        <p:spPr>
          <a:xfrm>
            <a:off x="9049268" y="2743200"/>
            <a:ext cx="647761" cy="57607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3-cell56"/>
          <p:cNvSpPr/>
          <p:nvPr/>
        </p:nvSpPr>
        <p:spPr>
          <a:xfrm>
            <a:off x="9697029" y="2743200"/>
            <a:ext cx="647761" cy="57607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3-cell57"/>
          <p:cNvSpPr/>
          <p:nvPr/>
        </p:nvSpPr>
        <p:spPr>
          <a:xfrm>
            <a:off x="10344790" y="2743200"/>
            <a:ext cx="647761" cy="57607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3-cell58"/>
          <p:cNvSpPr/>
          <p:nvPr/>
        </p:nvSpPr>
        <p:spPr>
          <a:xfrm>
            <a:off x="10992551" y="2743200"/>
            <a:ext cx="647761" cy="57607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3-figure59" descr="똑같이 5칸으로 나눈 띠, 2칸 색칠"/>
          <p:cNvSpPr/>
          <p:nvPr/>
        </p:nvSpPr>
        <p:spPr>
          <a:xfrm>
            <a:off x="8401507" y="2743200"/>
            <a:ext cx="3238805" cy="576072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9" name="S03-num60"/>
          <p:cNvSpPr txBox="1"/>
          <p:nvPr/>
        </p:nvSpPr>
        <p:spPr>
          <a:xfrm>
            <a:off x="7605598" y="3497072"/>
            <a:ext cx="403098" cy="329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20" name="S03-fracbar61"/>
          <p:cNvSpPr/>
          <p:nvPr/>
        </p:nvSpPr>
        <p:spPr>
          <a:xfrm>
            <a:off x="7642174" y="3863340"/>
            <a:ext cx="329946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1" name="S03-num62"/>
          <p:cNvSpPr txBox="1"/>
          <p:nvPr/>
        </p:nvSpPr>
        <p:spPr>
          <a:xfrm>
            <a:off x="7605598" y="3899916"/>
            <a:ext cx="403098" cy="329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200" dirty="0"/>
          </a:p>
        </p:txBody>
      </p:sp>
      <p:sp>
        <p:nvSpPr>
          <p:cNvPr id="22" name="S03-cell63"/>
          <p:cNvSpPr/>
          <p:nvPr/>
        </p:nvSpPr>
        <p:spPr>
          <a:xfrm>
            <a:off x="8401507" y="3575304"/>
            <a:ext cx="647761" cy="57607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3-cell64"/>
          <p:cNvSpPr/>
          <p:nvPr/>
        </p:nvSpPr>
        <p:spPr>
          <a:xfrm>
            <a:off x="9049268" y="3575304"/>
            <a:ext cx="647761" cy="57607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03-cell65"/>
          <p:cNvSpPr/>
          <p:nvPr/>
        </p:nvSpPr>
        <p:spPr>
          <a:xfrm>
            <a:off x="9697029" y="3575304"/>
            <a:ext cx="647761" cy="57607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03-cell66"/>
          <p:cNvSpPr/>
          <p:nvPr/>
        </p:nvSpPr>
        <p:spPr>
          <a:xfrm>
            <a:off x="10344790" y="3575304"/>
            <a:ext cx="647761" cy="57607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03-cell67"/>
          <p:cNvSpPr/>
          <p:nvPr/>
        </p:nvSpPr>
        <p:spPr>
          <a:xfrm>
            <a:off x="10992551" y="3575304"/>
            <a:ext cx="647761" cy="57607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03-figure68" descr="똑같이 5칸으로 나눈 띠, 2칸 색칠"/>
          <p:cNvSpPr/>
          <p:nvPr/>
        </p:nvSpPr>
        <p:spPr>
          <a:xfrm>
            <a:off x="8401507" y="3575304"/>
            <a:ext cx="3238805" cy="576072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8" name="S03-num69"/>
          <p:cNvSpPr txBox="1"/>
          <p:nvPr/>
        </p:nvSpPr>
        <p:spPr>
          <a:xfrm>
            <a:off x="7605598" y="4329176"/>
            <a:ext cx="403098" cy="329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29" name="S03-fracbar70"/>
          <p:cNvSpPr/>
          <p:nvPr/>
        </p:nvSpPr>
        <p:spPr>
          <a:xfrm>
            <a:off x="7642174" y="4695444"/>
            <a:ext cx="329946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30" name="S03-num71"/>
          <p:cNvSpPr txBox="1"/>
          <p:nvPr/>
        </p:nvSpPr>
        <p:spPr>
          <a:xfrm>
            <a:off x="7605598" y="4732020"/>
            <a:ext cx="403098" cy="329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200" dirty="0"/>
          </a:p>
        </p:txBody>
      </p:sp>
      <p:sp>
        <p:nvSpPr>
          <p:cNvPr id="31" name="S03-cell72"/>
          <p:cNvSpPr/>
          <p:nvPr/>
        </p:nvSpPr>
        <p:spPr>
          <a:xfrm>
            <a:off x="8401507" y="4407408"/>
            <a:ext cx="647761" cy="57607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2" name="S03-cell73"/>
          <p:cNvSpPr/>
          <p:nvPr/>
        </p:nvSpPr>
        <p:spPr>
          <a:xfrm>
            <a:off x="9049268" y="4407408"/>
            <a:ext cx="647761" cy="576072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3" name="S03-cell74"/>
          <p:cNvSpPr/>
          <p:nvPr/>
        </p:nvSpPr>
        <p:spPr>
          <a:xfrm>
            <a:off x="9697029" y="4407408"/>
            <a:ext cx="647761" cy="57607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4" name="S03-cell75"/>
          <p:cNvSpPr/>
          <p:nvPr/>
        </p:nvSpPr>
        <p:spPr>
          <a:xfrm>
            <a:off x="10344790" y="4407408"/>
            <a:ext cx="647761" cy="57607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03-cell76"/>
          <p:cNvSpPr/>
          <p:nvPr/>
        </p:nvSpPr>
        <p:spPr>
          <a:xfrm>
            <a:off x="10992551" y="4407408"/>
            <a:ext cx="647761" cy="576072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6" name="S03-figure77" descr="똑같이 5칸으로 나눈 띠, 2칸 색칠"/>
          <p:cNvSpPr/>
          <p:nvPr/>
        </p:nvSpPr>
        <p:spPr>
          <a:xfrm>
            <a:off x="8401507" y="4407408"/>
            <a:ext cx="3238805" cy="576072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7" name="S03-stepno78"/>
          <p:cNvSpPr txBox="1"/>
          <p:nvPr/>
        </p:nvSpPr>
        <p:spPr>
          <a:xfrm>
            <a:off x="548640" y="29143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38" name="S03-text79"/>
          <p:cNvSpPr txBox="1"/>
          <p:nvPr/>
        </p:nvSpPr>
        <p:spPr>
          <a:xfrm>
            <a:off x="1325880" y="2868676"/>
            <a:ext cx="2955377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덧셈으로 바꿔요.</a:t>
            </a:r>
            <a:endParaRPr lang="ko-KR" sz="2800" dirty="0"/>
          </a:p>
        </p:txBody>
      </p:sp>
      <p:sp>
        <p:nvSpPr>
          <p:cNvPr id="39" name="S03-num80"/>
          <p:cNvSpPr txBox="1"/>
          <p:nvPr/>
        </p:nvSpPr>
        <p:spPr>
          <a:xfrm>
            <a:off x="4281257" y="286867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40" name="S03-fracbar81"/>
          <p:cNvSpPr/>
          <p:nvPr/>
        </p:nvSpPr>
        <p:spPr>
          <a:xfrm>
            <a:off x="4317833" y="332486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1" name="S03-num82"/>
          <p:cNvSpPr txBox="1"/>
          <p:nvPr/>
        </p:nvSpPr>
        <p:spPr>
          <a:xfrm>
            <a:off x="4281257" y="336143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42" name="S03-op83"/>
          <p:cNvSpPr txBox="1"/>
          <p:nvPr/>
        </p:nvSpPr>
        <p:spPr>
          <a:xfrm>
            <a:off x="4874093" y="286867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2800" dirty="0"/>
          </a:p>
        </p:txBody>
      </p:sp>
      <p:sp>
        <p:nvSpPr>
          <p:cNvPr id="43" name="S03-num84"/>
          <p:cNvSpPr txBox="1"/>
          <p:nvPr/>
        </p:nvSpPr>
        <p:spPr>
          <a:xfrm>
            <a:off x="5389205" y="286867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44" name="S03-fracbar85"/>
          <p:cNvSpPr/>
          <p:nvPr/>
        </p:nvSpPr>
        <p:spPr>
          <a:xfrm>
            <a:off x="5425781" y="332486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5" name="S03-num86"/>
          <p:cNvSpPr txBox="1"/>
          <p:nvPr/>
        </p:nvSpPr>
        <p:spPr>
          <a:xfrm>
            <a:off x="5389205" y="336143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46" name="S03-op87"/>
          <p:cNvSpPr txBox="1"/>
          <p:nvPr/>
        </p:nvSpPr>
        <p:spPr>
          <a:xfrm>
            <a:off x="5982041" y="286867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2800" dirty="0"/>
          </a:p>
        </p:txBody>
      </p:sp>
      <p:sp>
        <p:nvSpPr>
          <p:cNvPr id="47" name="S03-num88"/>
          <p:cNvSpPr txBox="1"/>
          <p:nvPr/>
        </p:nvSpPr>
        <p:spPr>
          <a:xfrm>
            <a:off x="6497153" y="286867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48" name="S03-fracbar89"/>
          <p:cNvSpPr/>
          <p:nvPr/>
        </p:nvSpPr>
        <p:spPr>
          <a:xfrm>
            <a:off x="6533729" y="332486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9" name="S03-num90"/>
          <p:cNvSpPr txBox="1"/>
          <p:nvPr/>
        </p:nvSpPr>
        <p:spPr>
          <a:xfrm>
            <a:off x="6497153" y="336143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50" name="S03-stepno91"/>
          <p:cNvSpPr txBox="1"/>
          <p:nvPr/>
        </p:nvSpPr>
        <p:spPr>
          <a:xfrm>
            <a:off x="548640" y="39913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51" name="S03-text92"/>
          <p:cNvSpPr txBox="1"/>
          <p:nvPr/>
        </p:nvSpPr>
        <p:spPr>
          <a:xfrm>
            <a:off x="1325880" y="3945636"/>
            <a:ext cx="2955377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5분의 1이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× 3 = 6개예요.</a:t>
            </a:r>
            <a:endParaRPr lang="ko-KR" sz="2800" dirty="0"/>
          </a:p>
        </p:txBody>
      </p:sp>
      <p:sp>
        <p:nvSpPr>
          <p:cNvPr id="52" name="S03-num93"/>
          <p:cNvSpPr txBox="1"/>
          <p:nvPr/>
        </p:nvSpPr>
        <p:spPr>
          <a:xfrm>
            <a:off x="4281257" y="394563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800" dirty="0"/>
          </a:p>
        </p:txBody>
      </p:sp>
      <p:sp>
        <p:nvSpPr>
          <p:cNvPr id="53" name="S03-fracbar94"/>
          <p:cNvSpPr/>
          <p:nvPr/>
        </p:nvSpPr>
        <p:spPr>
          <a:xfrm>
            <a:off x="4317833" y="440182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4" name="S03-num95"/>
          <p:cNvSpPr txBox="1"/>
          <p:nvPr/>
        </p:nvSpPr>
        <p:spPr>
          <a:xfrm>
            <a:off x="4281257" y="443839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55" name="S03-op96"/>
          <p:cNvSpPr txBox="1"/>
          <p:nvPr/>
        </p:nvSpPr>
        <p:spPr>
          <a:xfrm>
            <a:off x="4874093" y="394563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56" name="S03-num97"/>
          <p:cNvSpPr txBox="1"/>
          <p:nvPr/>
        </p:nvSpPr>
        <p:spPr>
          <a:xfrm>
            <a:off x="5389205" y="3945636"/>
            <a:ext cx="28956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57" name="S03-num98"/>
          <p:cNvSpPr txBox="1"/>
          <p:nvPr/>
        </p:nvSpPr>
        <p:spPr>
          <a:xfrm>
            <a:off x="5678765" y="394563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58" name="S03-fracbar99"/>
          <p:cNvSpPr/>
          <p:nvPr/>
        </p:nvSpPr>
        <p:spPr>
          <a:xfrm>
            <a:off x="5715341" y="440182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9" name="S03-num100"/>
          <p:cNvSpPr txBox="1"/>
          <p:nvPr/>
        </p:nvSpPr>
        <p:spPr>
          <a:xfrm>
            <a:off x="5678765" y="443839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약분하고 대분수로</a:t>
            </a:r>
            <a:endParaRPr lang="ko-KR" sz="4000" dirty="0"/>
          </a:p>
        </p:txBody>
      </p:sp>
      <p:sp>
        <p:nvSpPr>
          <p:cNvPr id="3" name="S04-card101"/>
          <p:cNvSpPr/>
          <p:nvPr/>
        </p:nvSpPr>
        <p:spPr>
          <a:xfrm>
            <a:off x="548640" y="5037836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102"/>
          <p:cNvSpPr txBox="1"/>
          <p:nvPr/>
        </p:nvSpPr>
        <p:spPr>
          <a:xfrm>
            <a:off x="822960" y="5174996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약분을 먼저 해도 돼요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 6과 자연수 4를 2로 나누면 3분의 5 × 2 = 3분의 10</a:t>
            </a:r>
            <a:endParaRPr lang="ko-KR" sz="2800" dirty="0"/>
          </a:p>
        </p:txBody>
      </p:sp>
      <p:sp>
        <p:nvSpPr>
          <p:cNvPr id="5" name="S04-num103"/>
          <p:cNvSpPr txBox="1"/>
          <p:nvPr/>
        </p:nvSpPr>
        <p:spPr>
          <a:xfrm>
            <a:off x="548640" y="138125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200" dirty="0"/>
          </a:p>
        </p:txBody>
      </p:sp>
      <p:sp>
        <p:nvSpPr>
          <p:cNvPr id="6" name="S04-fracbar104"/>
          <p:cNvSpPr/>
          <p:nvPr/>
        </p:nvSpPr>
        <p:spPr>
          <a:xfrm>
            <a:off x="585216" y="189738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7" name="S04-num105"/>
          <p:cNvSpPr txBox="1"/>
          <p:nvPr/>
        </p:nvSpPr>
        <p:spPr>
          <a:xfrm>
            <a:off x="548640" y="193395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200" dirty="0"/>
          </a:p>
        </p:txBody>
      </p:sp>
      <p:sp>
        <p:nvSpPr>
          <p:cNvPr id="8" name="S04-op106"/>
          <p:cNvSpPr txBox="1"/>
          <p:nvPr/>
        </p:nvSpPr>
        <p:spPr>
          <a:xfrm>
            <a:off x="1194816" y="138125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3200" dirty="0"/>
          </a:p>
        </p:txBody>
      </p:sp>
      <p:sp>
        <p:nvSpPr>
          <p:cNvPr id="9" name="S04-op107"/>
          <p:cNvSpPr txBox="1"/>
          <p:nvPr/>
        </p:nvSpPr>
        <p:spPr>
          <a:xfrm>
            <a:off x="1958848" y="1381252"/>
            <a:ext cx="524256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10" name="S04-stepno108"/>
          <p:cNvSpPr txBox="1"/>
          <p:nvPr/>
        </p:nvSpPr>
        <p:spPr>
          <a:xfrm>
            <a:off x="548640" y="275869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11" name="S04-text109"/>
          <p:cNvSpPr txBox="1"/>
          <p:nvPr/>
        </p:nvSpPr>
        <p:spPr>
          <a:xfrm>
            <a:off x="1325880" y="2712974"/>
            <a:ext cx="565593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분자와 자연수를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곱해요.</a:t>
            </a:r>
            <a:endParaRPr lang="ko-KR" sz="2800" dirty="0"/>
          </a:p>
        </p:txBody>
      </p:sp>
      <p:sp>
        <p:nvSpPr>
          <p:cNvPr id="12" name="S04-num110"/>
          <p:cNvSpPr txBox="1"/>
          <p:nvPr/>
        </p:nvSpPr>
        <p:spPr>
          <a:xfrm>
            <a:off x="6981810" y="2712974"/>
            <a:ext cx="1195832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× 4</a:t>
            </a:r>
            <a:endParaRPr lang="ko-KR" sz="2800" dirty="0"/>
          </a:p>
        </p:txBody>
      </p:sp>
      <p:sp>
        <p:nvSpPr>
          <p:cNvPr id="13" name="S04-fracbar111"/>
          <p:cNvSpPr/>
          <p:nvPr/>
        </p:nvSpPr>
        <p:spPr>
          <a:xfrm>
            <a:off x="7018386" y="3169158"/>
            <a:ext cx="1122680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04-num112"/>
          <p:cNvSpPr txBox="1"/>
          <p:nvPr/>
        </p:nvSpPr>
        <p:spPr>
          <a:xfrm>
            <a:off x="6981810" y="3205734"/>
            <a:ext cx="1195832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800" dirty="0"/>
          </a:p>
        </p:txBody>
      </p:sp>
      <p:sp>
        <p:nvSpPr>
          <p:cNvPr id="15" name="S04-op113"/>
          <p:cNvSpPr txBox="1"/>
          <p:nvPr/>
        </p:nvSpPr>
        <p:spPr>
          <a:xfrm>
            <a:off x="8287370" y="2712974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16" name="S04-num114"/>
          <p:cNvSpPr txBox="1"/>
          <p:nvPr/>
        </p:nvSpPr>
        <p:spPr>
          <a:xfrm>
            <a:off x="8802482" y="2712974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2800" dirty="0"/>
          </a:p>
        </p:txBody>
      </p:sp>
      <p:sp>
        <p:nvSpPr>
          <p:cNvPr id="17" name="S04-fracbar115"/>
          <p:cNvSpPr/>
          <p:nvPr/>
        </p:nvSpPr>
        <p:spPr>
          <a:xfrm>
            <a:off x="8839058" y="3169158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4-num116"/>
          <p:cNvSpPr txBox="1"/>
          <p:nvPr/>
        </p:nvSpPr>
        <p:spPr>
          <a:xfrm>
            <a:off x="8802482" y="3205734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800" dirty="0"/>
          </a:p>
        </p:txBody>
      </p:sp>
      <p:sp>
        <p:nvSpPr>
          <p:cNvPr id="19" name="S04-stepno117"/>
          <p:cNvSpPr txBox="1"/>
          <p:nvPr/>
        </p:nvSpPr>
        <p:spPr>
          <a:xfrm>
            <a:off x="548640" y="383565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20" name="S04-text118"/>
          <p:cNvSpPr txBox="1"/>
          <p:nvPr/>
        </p:nvSpPr>
        <p:spPr>
          <a:xfrm>
            <a:off x="1325880" y="3789934"/>
            <a:ext cx="565593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약분하고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대분수로 나타내요.</a:t>
            </a:r>
            <a:endParaRPr lang="ko-KR" sz="2800" dirty="0"/>
          </a:p>
        </p:txBody>
      </p:sp>
      <p:sp>
        <p:nvSpPr>
          <p:cNvPr id="21" name="S04-num119"/>
          <p:cNvSpPr txBox="1"/>
          <p:nvPr/>
        </p:nvSpPr>
        <p:spPr>
          <a:xfrm>
            <a:off x="6981810" y="3789934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2800" dirty="0"/>
          </a:p>
        </p:txBody>
      </p:sp>
      <p:sp>
        <p:nvSpPr>
          <p:cNvPr id="22" name="S04-fracbar120"/>
          <p:cNvSpPr/>
          <p:nvPr/>
        </p:nvSpPr>
        <p:spPr>
          <a:xfrm>
            <a:off x="7018386" y="4246118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3" name="S04-num121"/>
          <p:cNvSpPr txBox="1"/>
          <p:nvPr/>
        </p:nvSpPr>
        <p:spPr>
          <a:xfrm>
            <a:off x="6981810" y="4282694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800" dirty="0"/>
          </a:p>
        </p:txBody>
      </p:sp>
      <p:sp>
        <p:nvSpPr>
          <p:cNvPr id="24" name="S04-op122"/>
          <p:cNvSpPr txBox="1"/>
          <p:nvPr/>
        </p:nvSpPr>
        <p:spPr>
          <a:xfrm>
            <a:off x="7668626" y="3789934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25" name="S04-num123"/>
          <p:cNvSpPr txBox="1"/>
          <p:nvPr/>
        </p:nvSpPr>
        <p:spPr>
          <a:xfrm>
            <a:off x="8183738" y="3789934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800" dirty="0"/>
          </a:p>
        </p:txBody>
      </p:sp>
      <p:sp>
        <p:nvSpPr>
          <p:cNvPr id="26" name="S04-fracbar124"/>
          <p:cNvSpPr/>
          <p:nvPr/>
        </p:nvSpPr>
        <p:spPr>
          <a:xfrm>
            <a:off x="8220314" y="4246118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7" name="S04-num125"/>
          <p:cNvSpPr txBox="1"/>
          <p:nvPr/>
        </p:nvSpPr>
        <p:spPr>
          <a:xfrm>
            <a:off x="8183738" y="4282694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28" name="S04-op126"/>
          <p:cNvSpPr txBox="1"/>
          <p:nvPr/>
        </p:nvSpPr>
        <p:spPr>
          <a:xfrm>
            <a:off x="8870554" y="3789934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29" name="S04-num127"/>
          <p:cNvSpPr txBox="1"/>
          <p:nvPr/>
        </p:nvSpPr>
        <p:spPr>
          <a:xfrm>
            <a:off x="9385666" y="3789934"/>
            <a:ext cx="28956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30" name="S04-num128"/>
          <p:cNvSpPr txBox="1"/>
          <p:nvPr/>
        </p:nvSpPr>
        <p:spPr>
          <a:xfrm>
            <a:off x="9675226" y="3789934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31" name="S04-fracbar129"/>
          <p:cNvSpPr/>
          <p:nvPr/>
        </p:nvSpPr>
        <p:spPr>
          <a:xfrm>
            <a:off x="9711802" y="4246118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2" name="S04-num130"/>
          <p:cNvSpPr txBox="1"/>
          <p:nvPr/>
        </p:nvSpPr>
        <p:spPr>
          <a:xfrm>
            <a:off x="9675226" y="4282694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대분수에 자연수 곱하기</a:t>
            </a:r>
            <a:endParaRPr lang="ko-KR" sz="4000" dirty="0"/>
          </a:p>
        </p:txBody>
      </p:sp>
      <p:sp>
        <p:nvSpPr>
          <p:cNvPr id="3" name="S05-text13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1과 3분의 2 × 2를 두 가지 방법으로 계산해요.</a:t>
            </a:r>
            <a:endParaRPr lang="ko-KR" sz="2800" dirty="0"/>
          </a:p>
        </p:txBody>
      </p:sp>
      <p:sp>
        <p:nvSpPr>
          <p:cNvPr id="4" name="S05-card132"/>
          <p:cNvSpPr/>
          <p:nvPr/>
        </p:nvSpPr>
        <p:spPr>
          <a:xfrm>
            <a:off x="548640" y="5037836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133"/>
          <p:cNvSpPr txBox="1"/>
          <p:nvPr/>
        </p:nvSpPr>
        <p:spPr>
          <a:xfrm>
            <a:off x="822960" y="5174996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방법의 답이 같아요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방법이 더 편한가요?</a:t>
            </a:r>
            <a:endParaRPr lang="ko-KR" sz="2800" dirty="0"/>
          </a:p>
        </p:txBody>
      </p:sp>
      <p:sp>
        <p:nvSpPr>
          <p:cNvPr id="6" name="S05-op134"/>
          <p:cNvSpPr txBox="1"/>
          <p:nvPr/>
        </p:nvSpPr>
        <p:spPr>
          <a:xfrm>
            <a:off x="634746" y="2052955"/>
            <a:ext cx="200101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× 2 = 2</a:t>
            </a:r>
            <a:endParaRPr lang="ko-KR" sz="3000" dirty="0"/>
          </a:p>
        </p:txBody>
      </p:sp>
      <p:sp>
        <p:nvSpPr>
          <p:cNvPr id="7" name="S05-op135"/>
          <p:cNvSpPr txBox="1"/>
          <p:nvPr/>
        </p:nvSpPr>
        <p:spPr>
          <a:xfrm>
            <a:off x="2745486" y="2052955"/>
            <a:ext cx="48463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</a:t>
            </a:r>
            <a:endParaRPr lang="ko-KR" sz="3000" dirty="0"/>
          </a:p>
        </p:txBody>
      </p:sp>
      <p:sp>
        <p:nvSpPr>
          <p:cNvPr id="8" name="S05-num136"/>
          <p:cNvSpPr txBox="1"/>
          <p:nvPr/>
        </p:nvSpPr>
        <p:spPr>
          <a:xfrm>
            <a:off x="3339846" y="2052955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000" dirty="0"/>
          </a:p>
        </p:txBody>
      </p:sp>
      <p:sp>
        <p:nvSpPr>
          <p:cNvPr id="9" name="S05-fracbar137"/>
          <p:cNvSpPr/>
          <p:nvPr/>
        </p:nvSpPr>
        <p:spPr>
          <a:xfrm>
            <a:off x="3376422" y="2539111"/>
            <a:ext cx="436626" cy="0"/>
          </a:xfrm>
          <a:prstGeom prst="line">
            <a:avLst/>
          </a:prstGeom>
          <a:noFill/>
          <a:ln w="23813">
            <a:solidFill>
              <a:srgbClr val="1F2937"/>
            </a:solidFill>
            <a:prstDash val="solid"/>
          </a:ln>
        </p:spPr>
      </p:sp>
      <p:sp>
        <p:nvSpPr>
          <p:cNvPr id="10" name="S05-num138"/>
          <p:cNvSpPr txBox="1"/>
          <p:nvPr/>
        </p:nvSpPr>
        <p:spPr>
          <a:xfrm>
            <a:off x="3339846" y="2575687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000" dirty="0"/>
          </a:p>
        </p:txBody>
      </p:sp>
      <p:sp>
        <p:nvSpPr>
          <p:cNvPr id="11" name="S05-op139"/>
          <p:cNvSpPr txBox="1"/>
          <p:nvPr/>
        </p:nvSpPr>
        <p:spPr>
          <a:xfrm>
            <a:off x="3959352" y="2052955"/>
            <a:ext cx="126949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2 =</a:t>
            </a:r>
            <a:endParaRPr lang="ko-KR" sz="3000" dirty="0"/>
          </a:p>
        </p:txBody>
      </p:sp>
      <p:sp>
        <p:nvSpPr>
          <p:cNvPr id="12" name="S05-num140"/>
          <p:cNvSpPr txBox="1"/>
          <p:nvPr/>
        </p:nvSpPr>
        <p:spPr>
          <a:xfrm>
            <a:off x="5338572" y="2052955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000" dirty="0"/>
          </a:p>
        </p:txBody>
      </p:sp>
      <p:sp>
        <p:nvSpPr>
          <p:cNvPr id="13" name="S05-fracbar141"/>
          <p:cNvSpPr/>
          <p:nvPr/>
        </p:nvSpPr>
        <p:spPr>
          <a:xfrm>
            <a:off x="5375148" y="2539111"/>
            <a:ext cx="436626" cy="0"/>
          </a:xfrm>
          <a:prstGeom prst="line">
            <a:avLst/>
          </a:prstGeom>
          <a:noFill/>
          <a:ln w="23813">
            <a:solidFill>
              <a:srgbClr val="1F2937"/>
            </a:solidFill>
            <a:prstDash val="solid"/>
          </a:ln>
        </p:spPr>
      </p:sp>
      <p:sp>
        <p:nvSpPr>
          <p:cNvPr id="14" name="S05-num142"/>
          <p:cNvSpPr txBox="1"/>
          <p:nvPr/>
        </p:nvSpPr>
        <p:spPr>
          <a:xfrm>
            <a:off x="5338572" y="2575687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000" dirty="0"/>
          </a:p>
        </p:txBody>
      </p:sp>
      <p:sp>
        <p:nvSpPr>
          <p:cNvPr id="15" name="S05-op143"/>
          <p:cNvSpPr txBox="1"/>
          <p:nvPr/>
        </p:nvSpPr>
        <p:spPr>
          <a:xfrm>
            <a:off x="1689354" y="3345307"/>
            <a:ext cx="50749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000" dirty="0"/>
          </a:p>
        </p:txBody>
      </p:sp>
      <p:sp>
        <p:nvSpPr>
          <p:cNvPr id="16" name="S05-op144"/>
          <p:cNvSpPr txBox="1"/>
          <p:nvPr/>
        </p:nvSpPr>
        <p:spPr>
          <a:xfrm>
            <a:off x="2306574" y="3345307"/>
            <a:ext cx="41605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</a:t>
            </a:r>
            <a:endParaRPr lang="ko-KR" sz="3000" dirty="0"/>
          </a:p>
        </p:txBody>
      </p:sp>
      <p:sp>
        <p:nvSpPr>
          <p:cNvPr id="17" name="S05-num145"/>
          <p:cNvSpPr txBox="1"/>
          <p:nvPr/>
        </p:nvSpPr>
        <p:spPr>
          <a:xfrm>
            <a:off x="2832354" y="3345307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000" dirty="0"/>
          </a:p>
        </p:txBody>
      </p:sp>
      <p:sp>
        <p:nvSpPr>
          <p:cNvPr id="18" name="S05-fracbar146"/>
          <p:cNvSpPr/>
          <p:nvPr/>
        </p:nvSpPr>
        <p:spPr>
          <a:xfrm>
            <a:off x="2868930" y="3831463"/>
            <a:ext cx="436626" cy="0"/>
          </a:xfrm>
          <a:prstGeom prst="line">
            <a:avLst/>
          </a:prstGeom>
          <a:noFill/>
          <a:ln w="23813">
            <a:solidFill>
              <a:srgbClr val="1F2937"/>
            </a:solidFill>
            <a:prstDash val="solid"/>
          </a:ln>
        </p:spPr>
      </p:sp>
      <p:sp>
        <p:nvSpPr>
          <p:cNvPr id="19" name="S05-num147"/>
          <p:cNvSpPr txBox="1"/>
          <p:nvPr/>
        </p:nvSpPr>
        <p:spPr>
          <a:xfrm>
            <a:off x="2832354" y="3868039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000" dirty="0"/>
          </a:p>
        </p:txBody>
      </p:sp>
      <p:sp>
        <p:nvSpPr>
          <p:cNvPr id="20" name="S05-op148"/>
          <p:cNvSpPr txBox="1"/>
          <p:nvPr/>
        </p:nvSpPr>
        <p:spPr>
          <a:xfrm>
            <a:off x="3451860" y="3345307"/>
            <a:ext cx="41605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000" dirty="0"/>
          </a:p>
        </p:txBody>
      </p:sp>
      <p:sp>
        <p:nvSpPr>
          <p:cNvPr id="21" name="S05-num149"/>
          <p:cNvSpPr txBox="1"/>
          <p:nvPr/>
        </p:nvSpPr>
        <p:spPr>
          <a:xfrm>
            <a:off x="3977640" y="3345307"/>
            <a:ext cx="306324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000" dirty="0"/>
          </a:p>
        </p:txBody>
      </p:sp>
      <p:sp>
        <p:nvSpPr>
          <p:cNvPr id="22" name="S05-num150"/>
          <p:cNvSpPr txBox="1"/>
          <p:nvPr/>
        </p:nvSpPr>
        <p:spPr>
          <a:xfrm>
            <a:off x="4283964" y="3345307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000" dirty="0"/>
          </a:p>
        </p:txBody>
      </p:sp>
      <p:sp>
        <p:nvSpPr>
          <p:cNvPr id="23" name="S05-fracbar151"/>
          <p:cNvSpPr/>
          <p:nvPr/>
        </p:nvSpPr>
        <p:spPr>
          <a:xfrm>
            <a:off x="4320540" y="3831463"/>
            <a:ext cx="436626" cy="0"/>
          </a:xfrm>
          <a:prstGeom prst="line">
            <a:avLst/>
          </a:prstGeom>
          <a:noFill/>
          <a:ln w="23813">
            <a:solidFill>
              <a:srgbClr val="1F2937"/>
            </a:solidFill>
            <a:prstDash val="solid"/>
          </a:ln>
        </p:spPr>
      </p:sp>
      <p:sp>
        <p:nvSpPr>
          <p:cNvPr id="24" name="S05-num152"/>
          <p:cNvSpPr txBox="1"/>
          <p:nvPr/>
        </p:nvSpPr>
        <p:spPr>
          <a:xfrm>
            <a:off x="4283964" y="3868039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000" dirty="0"/>
          </a:p>
        </p:txBody>
      </p:sp>
      <p:sp>
        <p:nvSpPr>
          <p:cNvPr id="25" name="S05-label153"/>
          <p:cNvSpPr txBox="1"/>
          <p:nvPr/>
        </p:nvSpPr>
        <p:spPr>
          <a:xfrm>
            <a:off x="548640" y="4432046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자연수와 분수를 따로 곱해요</a:t>
            </a:r>
            <a:endParaRPr lang="ko-KR" sz="2200" dirty="0"/>
          </a:p>
        </p:txBody>
      </p:sp>
      <p:sp>
        <p:nvSpPr>
          <p:cNvPr id="26" name="S05-num154"/>
          <p:cNvSpPr txBox="1"/>
          <p:nvPr/>
        </p:nvSpPr>
        <p:spPr>
          <a:xfrm>
            <a:off x="6610350" y="2052955"/>
            <a:ext cx="306324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000" dirty="0"/>
          </a:p>
        </p:txBody>
      </p:sp>
      <p:sp>
        <p:nvSpPr>
          <p:cNvPr id="27" name="S05-num155"/>
          <p:cNvSpPr txBox="1"/>
          <p:nvPr/>
        </p:nvSpPr>
        <p:spPr>
          <a:xfrm>
            <a:off x="6916674" y="2052955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000" dirty="0"/>
          </a:p>
        </p:txBody>
      </p:sp>
      <p:sp>
        <p:nvSpPr>
          <p:cNvPr id="28" name="S05-fracbar156"/>
          <p:cNvSpPr/>
          <p:nvPr/>
        </p:nvSpPr>
        <p:spPr>
          <a:xfrm>
            <a:off x="6953250" y="2539111"/>
            <a:ext cx="436626" cy="0"/>
          </a:xfrm>
          <a:prstGeom prst="line">
            <a:avLst/>
          </a:prstGeom>
          <a:noFill/>
          <a:ln w="23813">
            <a:solidFill>
              <a:srgbClr val="1F2937"/>
            </a:solidFill>
            <a:prstDash val="solid"/>
          </a:ln>
        </p:spPr>
      </p:sp>
      <p:sp>
        <p:nvSpPr>
          <p:cNvPr id="29" name="S05-num157"/>
          <p:cNvSpPr txBox="1"/>
          <p:nvPr/>
        </p:nvSpPr>
        <p:spPr>
          <a:xfrm>
            <a:off x="6916674" y="2575687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000" dirty="0"/>
          </a:p>
        </p:txBody>
      </p:sp>
      <p:sp>
        <p:nvSpPr>
          <p:cNvPr id="30" name="S05-op158"/>
          <p:cNvSpPr txBox="1"/>
          <p:nvPr/>
        </p:nvSpPr>
        <p:spPr>
          <a:xfrm>
            <a:off x="7536180" y="2052955"/>
            <a:ext cx="62941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3000" dirty="0"/>
          </a:p>
        </p:txBody>
      </p:sp>
      <p:sp>
        <p:nvSpPr>
          <p:cNvPr id="31" name="S05-op159"/>
          <p:cNvSpPr txBox="1"/>
          <p:nvPr/>
        </p:nvSpPr>
        <p:spPr>
          <a:xfrm>
            <a:off x="8275320" y="2052955"/>
            <a:ext cx="50749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000" dirty="0"/>
          </a:p>
        </p:txBody>
      </p:sp>
      <p:sp>
        <p:nvSpPr>
          <p:cNvPr id="32" name="S05-op160"/>
          <p:cNvSpPr txBox="1"/>
          <p:nvPr/>
        </p:nvSpPr>
        <p:spPr>
          <a:xfrm>
            <a:off x="8892540" y="2052955"/>
            <a:ext cx="41605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000" dirty="0"/>
          </a:p>
        </p:txBody>
      </p:sp>
      <p:sp>
        <p:nvSpPr>
          <p:cNvPr id="33" name="S05-num161"/>
          <p:cNvSpPr txBox="1"/>
          <p:nvPr/>
        </p:nvSpPr>
        <p:spPr>
          <a:xfrm>
            <a:off x="9418320" y="2052955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000" dirty="0"/>
          </a:p>
        </p:txBody>
      </p:sp>
      <p:sp>
        <p:nvSpPr>
          <p:cNvPr id="34" name="S05-fracbar162"/>
          <p:cNvSpPr/>
          <p:nvPr/>
        </p:nvSpPr>
        <p:spPr>
          <a:xfrm>
            <a:off x="9454896" y="2539111"/>
            <a:ext cx="436626" cy="0"/>
          </a:xfrm>
          <a:prstGeom prst="line">
            <a:avLst/>
          </a:prstGeom>
          <a:noFill/>
          <a:ln w="23813">
            <a:solidFill>
              <a:srgbClr val="1F2937"/>
            </a:solidFill>
            <a:prstDash val="solid"/>
          </a:ln>
        </p:spPr>
      </p:sp>
      <p:sp>
        <p:nvSpPr>
          <p:cNvPr id="35" name="S05-num163"/>
          <p:cNvSpPr txBox="1"/>
          <p:nvPr/>
        </p:nvSpPr>
        <p:spPr>
          <a:xfrm>
            <a:off x="9418320" y="2575687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000" dirty="0"/>
          </a:p>
        </p:txBody>
      </p:sp>
      <p:sp>
        <p:nvSpPr>
          <p:cNvPr id="36" name="S05-op164"/>
          <p:cNvSpPr txBox="1"/>
          <p:nvPr/>
        </p:nvSpPr>
        <p:spPr>
          <a:xfrm>
            <a:off x="10037826" y="2052955"/>
            <a:ext cx="62941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3000" dirty="0"/>
          </a:p>
        </p:txBody>
      </p:sp>
      <p:sp>
        <p:nvSpPr>
          <p:cNvPr id="37" name="S05-op165"/>
          <p:cNvSpPr txBox="1"/>
          <p:nvPr/>
        </p:nvSpPr>
        <p:spPr>
          <a:xfrm>
            <a:off x="10776966" y="2052955"/>
            <a:ext cx="50749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000" dirty="0"/>
          </a:p>
        </p:txBody>
      </p:sp>
      <p:sp>
        <p:nvSpPr>
          <p:cNvPr id="38" name="S05-op166"/>
          <p:cNvSpPr txBox="1"/>
          <p:nvPr/>
        </p:nvSpPr>
        <p:spPr>
          <a:xfrm>
            <a:off x="7655433" y="3345307"/>
            <a:ext cx="41605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000" dirty="0"/>
          </a:p>
        </p:txBody>
      </p:sp>
      <p:sp>
        <p:nvSpPr>
          <p:cNvPr id="39" name="S05-num167"/>
          <p:cNvSpPr txBox="1"/>
          <p:nvPr/>
        </p:nvSpPr>
        <p:spPr>
          <a:xfrm>
            <a:off x="8181213" y="3345307"/>
            <a:ext cx="606552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3000" dirty="0"/>
          </a:p>
        </p:txBody>
      </p:sp>
      <p:sp>
        <p:nvSpPr>
          <p:cNvPr id="40" name="S05-fracbar168"/>
          <p:cNvSpPr/>
          <p:nvPr/>
        </p:nvSpPr>
        <p:spPr>
          <a:xfrm>
            <a:off x="8217789" y="3831463"/>
            <a:ext cx="533400" cy="0"/>
          </a:xfrm>
          <a:prstGeom prst="line">
            <a:avLst/>
          </a:prstGeom>
          <a:noFill/>
          <a:ln w="23813">
            <a:solidFill>
              <a:srgbClr val="1F2937"/>
            </a:solidFill>
            <a:prstDash val="solid"/>
          </a:ln>
        </p:spPr>
      </p:sp>
      <p:sp>
        <p:nvSpPr>
          <p:cNvPr id="41" name="S05-num169"/>
          <p:cNvSpPr txBox="1"/>
          <p:nvPr/>
        </p:nvSpPr>
        <p:spPr>
          <a:xfrm>
            <a:off x="8181213" y="3868039"/>
            <a:ext cx="606552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000" dirty="0"/>
          </a:p>
        </p:txBody>
      </p:sp>
      <p:sp>
        <p:nvSpPr>
          <p:cNvPr id="42" name="S05-op170"/>
          <p:cNvSpPr txBox="1"/>
          <p:nvPr/>
        </p:nvSpPr>
        <p:spPr>
          <a:xfrm>
            <a:off x="8897493" y="3345307"/>
            <a:ext cx="41605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000" dirty="0"/>
          </a:p>
        </p:txBody>
      </p:sp>
      <p:sp>
        <p:nvSpPr>
          <p:cNvPr id="43" name="S05-num171"/>
          <p:cNvSpPr txBox="1"/>
          <p:nvPr/>
        </p:nvSpPr>
        <p:spPr>
          <a:xfrm>
            <a:off x="9423273" y="3345307"/>
            <a:ext cx="306324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000" dirty="0"/>
          </a:p>
        </p:txBody>
      </p:sp>
      <p:sp>
        <p:nvSpPr>
          <p:cNvPr id="44" name="S05-num172"/>
          <p:cNvSpPr txBox="1"/>
          <p:nvPr/>
        </p:nvSpPr>
        <p:spPr>
          <a:xfrm>
            <a:off x="9729597" y="3345307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000" dirty="0"/>
          </a:p>
        </p:txBody>
      </p:sp>
      <p:sp>
        <p:nvSpPr>
          <p:cNvPr id="45" name="S05-fracbar173"/>
          <p:cNvSpPr/>
          <p:nvPr/>
        </p:nvSpPr>
        <p:spPr>
          <a:xfrm>
            <a:off x="9766173" y="3831463"/>
            <a:ext cx="436626" cy="0"/>
          </a:xfrm>
          <a:prstGeom prst="line">
            <a:avLst/>
          </a:prstGeom>
          <a:noFill/>
          <a:ln w="23813">
            <a:solidFill>
              <a:srgbClr val="1F2937"/>
            </a:solidFill>
            <a:prstDash val="solid"/>
          </a:ln>
        </p:spPr>
      </p:sp>
      <p:sp>
        <p:nvSpPr>
          <p:cNvPr id="46" name="S05-num174"/>
          <p:cNvSpPr txBox="1"/>
          <p:nvPr/>
        </p:nvSpPr>
        <p:spPr>
          <a:xfrm>
            <a:off x="9729597" y="3868039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000" dirty="0"/>
          </a:p>
        </p:txBody>
      </p:sp>
      <p:sp>
        <p:nvSpPr>
          <p:cNvPr id="47" name="S05-label175"/>
          <p:cNvSpPr txBox="1"/>
          <p:nvPr/>
        </p:nvSpPr>
        <p:spPr>
          <a:xfrm>
            <a:off x="6254496" y="4432046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가분수로 바꿔서 곱해요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분수 × 자연수 연습</a:t>
            </a:r>
            <a:endParaRPr lang="ko-KR" sz="4000" dirty="0"/>
          </a:p>
        </p:txBody>
      </p:sp>
      <p:sp>
        <p:nvSpPr>
          <p:cNvPr id="3" name="S06-text17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계산하여 간단히 나타내요.</a:t>
            </a:r>
            <a:endParaRPr lang="ko-KR" sz="2800" dirty="0"/>
          </a:p>
        </p:txBody>
      </p:sp>
      <p:sp>
        <p:nvSpPr>
          <p:cNvPr id="4" name="S06-card17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6-cardtext17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약분할 수 있으면 약분하고, 가분수는 대분수로 나타내요.</a:t>
            </a:r>
            <a:endParaRPr lang="ko-KR" sz="2800" dirty="0"/>
          </a:p>
        </p:txBody>
      </p:sp>
      <p:sp>
        <p:nvSpPr>
          <p:cNvPr id="6" name="S06-chip179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6-num180"/>
          <p:cNvSpPr txBox="1"/>
          <p:nvPr/>
        </p:nvSpPr>
        <p:spPr>
          <a:xfrm>
            <a:off x="1344168" y="201269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8" name="S06-fracbar181"/>
          <p:cNvSpPr/>
          <p:nvPr/>
        </p:nvSpPr>
        <p:spPr>
          <a:xfrm>
            <a:off x="1380744" y="246888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9" name="S06-num182"/>
          <p:cNvSpPr txBox="1"/>
          <p:nvPr/>
        </p:nvSpPr>
        <p:spPr>
          <a:xfrm>
            <a:off x="1344168" y="25054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800" dirty="0"/>
          </a:p>
        </p:txBody>
      </p:sp>
      <p:sp>
        <p:nvSpPr>
          <p:cNvPr id="10" name="S06-op183"/>
          <p:cNvSpPr txBox="1"/>
          <p:nvPr/>
        </p:nvSpPr>
        <p:spPr>
          <a:xfrm>
            <a:off x="1937004" y="2012696"/>
            <a:ext cx="60452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2800" dirty="0"/>
          </a:p>
        </p:txBody>
      </p:sp>
      <p:sp>
        <p:nvSpPr>
          <p:cNvPr id="11" name="S06-op184"/>
          <p:cNvSpPr txBox="1"/>
          <p:nvPr/>
        </p:nvSpPr>
        <p:spPr>
          <a:xfrm>
            <a:off x="2651252" y="2012696"/>
            <a:ext cx="490728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12" name="S06-op185"/>
          <p:cNvSpPr txBox="1"/>
          <p:nvPr/>
        </p:nvSpPr>
        <p:spPr>
          <a:xfrm>
            <a:off x="3251708" y="201269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13" name="S06-blank186"/>
          <p:cNvSpPr/>
          <p:nvPr/>
        </p:nvSpPr>
        <p:spPr>
          <a:xfrm>
            <a:off x="3913825" y="231362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4" name="S06-chip187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15" name="S06-num188"/>
          <p:cNvSpPr txBox="1"/>
          <p:nvPr/>
        </p:nvSpPr>
        <p:spPr>
          <a:xfrm>
            <a:off x="1344168" y="310997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800" dirty="0"/>
          </a:p>
        </p:txBody>
      </p:sp>
      <p:sp>
        <p:nvSpPr>
          <p:cNvPr id="16" name="S06-fracbar189"/>
          <p:cNvSpPr/>
          <p:nvPr/>
        </p:nvSpPr>
        <p:spPr>
          <a:xfrm>
            <a:off x="1380744" y="356616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7" name="S06-num190"/>
          <p:cNvSpPr txBox="1"/>
          <p:nvPr/>
        </p:nvSpPr>
        <p:spPr>
          <a:xfrm>
            <a:off x="1344168" y="360273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800" dirty="0"/>
          </a:p>
        </p:txBody>
      </p:sp>
      <p:sp>
        <p:nvSpPr>
          <p:cNvPr id="18" name="S06-op191"/>
          <p:cNvSpPr txBox="1"/>
          <p:nvPr/>
        </p:nvSpPr>
        <p:spPr>
          <a:xfrm>
            <a:off x="1937004" y="3109976"/>
            <a:ext cx="60452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2800" dirty="0"/>
          </a:p>
        </p:txBody>
      </p:sp>
      <p:sp>
        <p:nvSpPr>
          <p:cNvPr id="19" name="S06-op192"/>
          <p:cNvSpPr txBox="1"/>
          <p:nvPr/>
        </p:nvSpPr>
        <p:spPr>
          <a:xfrm>
            <a:off x="2651252" y="3109976"/>
            <a:ext cx="490728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800" dirty="0"/>
          </a:p>
        </p:txBody>
      </p:sp>
      <p:sp>
        <p:nvSpPr>
          <p:cNvPr id="20" name="S06-op193"/>
          <p:cNvSpPr txBox="1"/>
          <p:nvPr/>
        </p:nvSpPr>
        <p:spPr>
          <a:xfrm>
            <a:off x="3251708" y="310997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21" name="S06-blank194"/>
          <p:cNvSpPr/>
          <p:nvPr/>
        </p:nvSpPr>
        <p:spPr>
          <a:xfrm>
            <a:off x="3913825" y="341090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2" name="S06-chip195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23" name="S06-num196"/>
          <p:cNvSpPr txBox="1"/>
          <p:nvPr/>
        </p:nvSpPr>
        <p:spPr>
          <a:xfrm>
            <a:off x="1344168" y="4207256"/>
            <a:ext cx="28956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24" name="S06-num197"/>
          <p:cNvSpPr txBox="1"/>
          <p:nvPr/>
        </p:nvSpPr>
        <p:spPr>
          <a:xfrm>
            <a:off x="1633728" y="42072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25" name="S06-fracbar198"/>
          <p:cNvSpPr/>
          <p:nvPr/>
        </p:nvSpPr>
        <p:spPr>
          <a:xfrm>
            <a:off x="1670304" y="466344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06-num199"/>
          <p:cNvSpPr txBox="1"/>
          <p:nvPr/>
        </p:nvSpPr>
        <p:spPr>
          <a:xfrm>
            <a:off x="1633728" y="470001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800" dirty="0"/>
          </a:p>
        </p:txBody>
      </p:sp>
      <p:sp>
        <p:nvSpPr>
          <p:cNvPr id="27" name="S06-op200"/>
          <p:cNvSpPr txBox="1"/>
          <p:nvPr/>
        </p:nvSpPr>
        <p:spPr>
          <a:xfrm>
            <a:off x="2226564" y="4207256"/>
            <a:ext cx="60452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2800" dirty="0"/>
          </a:p>
        </p:txBody>
      </p:sp>
      <p:sp>
        <p:nvSpPr>
          <p:cNvPr id="28" name="S06-op201"/>
          <p:cNvSpPr txBox="1"/>
          <p:nvPr/>
        </p:nvSpPr>
        <p:spPr>
          <a:xfrm>
            <a:off x="2940812" y="4207256"/>
            <a:ext cx="490728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29" name="S06-op202"/>
          <p:cNvSpPr txBox="1"/>
          <p:nvPr/>
        </p:nvSpPr>
        <p:spPr>
          <a:xfrm>
            <a:off x="3541268" y="420725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30" name="S06-blank203"/>
          <p:cNvSpPr/>
          <p:nvPr/>
        </p:nvSpPr>
        <p:spPr>
          <a:xfrm>
            <a:off x="4203385" y="450818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12의 3분의 2는 얼마일까?</a:t>
            </a:r>
            <a:endParaRPr lang="ko-KR" sz="4000" dirty="0"/>
          </a:p>
        </p:txBody>
      </p:sp>
      <p:sp>
        <p:nvSpPr>
          <p:cNvPr id="3" name="S07-text20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사탕 12개의 3분의 2는 몇 개일까요?</a:t>
            </a:r>
            <a:endParaRPr lang="ko-KR" sz="2800" dirty="0"/>
          </a:p>
        </p:txBody>
      </p:sp>
      <p:sp>
        <p:nvSpPr>
          <p:cNvPr id="4" name="S07-card205"/>
          <p:cNvSpPr/>
          <p:nvPr/>
        </p:nvSpPr>
        <p:spPr>
          <a:xfrm>
            <a:off x="548640" y="5037836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206"/>
          <p:cNvSpPr txBox="1"/>
          <p:nvPr/>
        </p:nvSpPr>
        <p:spPr>
          <a:xfrm>
            <a:off x="822960" y="5174996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× 3분의 2 = 8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12의 3분의 2만큼은 8이에요.</a:t>
            </a:r>
            <a:endParaRPr lang="ko-KR" sz="2800" dirty="0"/>
          </a:p>
        </p:txBody>
      </p:sp>
      <p:sp>
        <p:nvSpPr>
          <p:cNvPr id="6" name="S07-dot207"/>
          <p:cNvSpPr/>
          <p:nvPr/>
        </p:nvSpPr>
        <p:spPr>
          <a:xfrm>
            <a:off x="1988820" y="2512060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7-dot208"/>
          <p:cNvSpPr/>
          <p:nvPr/>
        </p:nvSpPr>
        <p:spPr>
          <a:xfrm>
            <a:off x="2674620" y="2512060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7-dot209"/>
          <p:cNvSpPr/>
          <p:nvPr/>
        </p:nvSpPr>
        <p:spPr>
          <a:xfrm>
            <a:off x="3360420" y="2512060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7-dot210"/>
          <p:cNvSpPr/>
          <p:nvPr/>
        </p:nvSpPr>
        <p:spPr>
          <a:xfrm>
            <a:off x="4046220" y="2512060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7-dot211"/>
          <p:cNvSpPr/>
          <p:nvPr/>
        </p:nvSpPr>
        <p:spPr>
          <a:xfrm>
            <a:off x="1988820" y="3197860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7-dot212"/>
          <p:cNvSpPr/>
          <p:nvPr/>
        </p:nvSpPr>
        <p:spPr>
          <a:xfrm>
            <a:off x="2674620" y="3197860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7-dot213"/>
          <p:cNvSpPr/>
          <p:nvPr/>
        </p:nvSpPr>
        <p:spPr>
          <a:xfrm>
            <a:off x="3360420" y="3197860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7-dot214"/>
          <p:cNvSpPr/>
          <p:nvPr/>
        </p:nvSpPr>
        <p:spPr>
          <a:xfrm>
            <a:off x="4046220" y="3197860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7-dot215"/>
          <p:cNvSpPr/>
          <p:nvPr/>
        </p:nvSpPr>
        <p:spPr>
          <a:xfrm>
            <a:off x="1988820" y="3883660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7-line216"/>
          <p:cNvSpPr/>
          <p:nvPr/>
        </p:nvSpPr>
        <p:spPr>
          <a:xfrm>
            <a:off x="1937796" y="3832636"/>
            <a:ext cx="527243" cy="527243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16" name="S07-line217"/>
          <p:cNvSpPr/>
          <p:nvPr/>
        </p:nvSpPr>
        <p:spPr>
          <a:xfrm flipV="1">
            <a:off x="1937796" y="3832636"/>
            <a:ext cx="527243" cy="527243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17" name="S07-dot218"/>
          <p:cNvSpPr/>
          <p:nvPr/>
        </p:nvSpPr>
        <p:spPr>
          <a:xfrm>
            <a:off x="2674620" y="3883660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7-line219"/>
          <p:cNvSpPr/>
          <p:nvPr/>
        </p:nvSpPr>
        <p:spPr>
          <a:xfrm>
            <a:off x="2623596" y="3832636"/>
            <a:ext cx="527243" cy="527243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19" name="S07-line220"/>
          <p:cNvSpPr/>
          <p:nvPr/>
        </p:nvSpPr>
        <p:spPr>
          <a:xfrm flipV="1">
            <a:off x="2623596" y="3832636"/>
            <a:ext cx="527243" cy="527243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20" name="S07-dot221"/>
          <p:cNvSpPr/>
          <p:nvPr/>
        </p:nvSpPr>
        <p:spPr>
          <a:xfrm>
            <a:off x="3360420" y="3883660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07-line222"/>
          <p:cNvSpPr/>
          <p:nvPr/>
        </p:nvSpPr>
        <p:spPr>
          <a:xfrm>
            <a:off x="3309396" y="3832636"/>
            <a:ext cx="527243" cy="527243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22" name="S07-line223"/>
          <p:cNvSpPr/>
          <p:nvPr/>
        </p:nvSpPr>
        <p:spPr>
          <a:xfrm flipV="1">
            <a:off x="3309396" y="3832636"/>
            <a:ext cx="527243" cy="527243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23" name="S07-dot224"/>
          <p:cNvSpPr/>
          <p:nvPr/>
        </p:nvSpPr>
        <p:spPr>
          <a:xfrm>
            <a:off x="4046220" y="3883660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7-line225"/>
          <p:cNvSpPr/>
          <p:nvPr/>
        </p:nvSpPr>
        <p:spPr>
          <a:xfrm>
            <a:off x="3995196" y="3832636"/>
            <a:ext cx="527243" cy="527243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25" name="S07-line226"/>
          <p:cNvSpPr/>
          <p:nvPr/>
        </p:nvSpPr>
        <p:spPr>
          <a:xfrm flipV="1">
            <a:off x="3995196" y="3832636"/>
            <a:ext cx="527243" cy="527243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26" name="S07-group227"/>
          <p:cNvSpPr/>
          <p:nvPr/>
        </p:nvSpPr>
        <p:spPr>
          <a:xfrm>
            <a:off x="1885950" y="2418334"/>
            <a:ext cx="2688336" cy="612648"/>
          </a:xfrm>
          <a:prstGeom prst="roundRect">
            <a:avLst>
              <a:gd name="adj" fmla="val 1791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7" name="S07-group228"/>
          <p:cNvSpPr/>
          <p:nvPr/>
        </p:nvSpPr>
        <p:spPr>
          <a:xfrm>
            <a:off x="1885950" y="3104134"/>
            <a:ext cx="2688336" cy="612648"/>
          </a:xfrm>
          <a:prstGeom prst="roundRect">
            <a:avLst>
              <a:gd name="adj" fmla="val 1791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8" name="S07-group229"/>
          <p:cNvSpPr/>
          <p:nvPr/>
        </p:nvSpPr>
        <p:spPr>
          <a:xfrm>
            <a:off x="1885950" y="3789934"/>
            <a:ext cx="2688336" cy="612648"/>
          </a:xfrm>
          <a:prstGeom prst="roundRect">
            <a:avLst>
              <a:gd name="adj" fmla="val 17910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29" name="S07-figure230" descr="사탕 12개를 4개씩 3줄로 묶고, 마지막 줄 4개에 × 표시(2묶음 = 8개)"/>
          <p:cNvSpPr/>
          <p:nvPr/>
        </p:nvSpPr>
        <p:spPr>
          <a:xfrm>
            <a:off x="1858518" y="2381758"/>
            <a:ext cx="2743200" cy="20574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07-card231"/>
          <p:cNvSpPr/>
          <p:nvPr/>
        </p:nvSpPr>
        <p:spPr>
          <a:xfrm>
            <a:off x="6277356" y="2116074"/>
            <a:ext cx="5362956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31" name="S07-cardtext232"/>
          <p:cNvSpPr txBox="1"/>
          <p:nvPr/>
        </p:nvSpPr>
        <p:spPr>
          <a:xfrm>
            <a:off x="6551676" y="2253234"/>
            <a:ext cx="4814316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12를 똑같이 3묶음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묶음은 4개</a:t>
            </a:r>
            <a:endParaRPr lang="ko-KR" sz="2800" dirty="0"/>
          </a:p>
        </p:txBody>
      </p:sp>
      <p:sp>
        <p:nvSpPr>
          <p:cNvPr id="32" name="S07-card233"/>
          <p:cNvSpPr/>
          <p:nvPr/>
        </p:nvSpPr>
        <p:spPr>
          <a:xfrm>
            <a:off x="6277356" y="3524758"/>
            <a:ext cx="5362956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33" name="S07-cardtext234"/>
          <p:cNvSpPr txBox="1"/>
          <p:nvPr/>
        </p:nvSpPr>
        <p:spPr>
          <a:xfrm>
            <a:off x="6551676" y="3661918"/>
            <a:ext cx="4814316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그중 2묶음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× 2 = 8개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자연수 × 분수 계산하기</a:t>
            </a:r>
            <a:endParaRPr lang="ko-KR" sz="4000" dirty="0"/>
          </a:p>
        </p:txBody>
      </p:sp>
      <p:sp>
        <p:nvSpPr>
          <p:cNvPr id="3" name="S08-card235"/>
          <p:cNvSpPr/>
          <p:nvPr/>
        </p:nvSpPr>
        <p:spPr>
          <a:xfrm>
            <a:off x="548640" y="5037836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8-cardtext236"/>
          <p:cNvSpPr txBox="1"/>
          <p:nvPr/>
        </p:nvSpPr>
        <p:spPr>
          <a:xfrm>
            <a:off x="822960" y="5174996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진분수를 곱하면 처음 수보다 작아져요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× 4분의 3 = 4와 2분의 1, 6보다 작아요.</a:t>
            </a:r>
            <a:endParaRPr lang="ko-KR" sz="2800" dirty="0"/>
          </a:p>
        </p:txBody>
      </p:sp>
      <p:sp>
        <p:nvSpPr>
          <p:cNvPr id="5" name="S08-op237"/>
          <p:cNvSpPr txBox="1"/>
          <p:nvPr/>
        </p:nvSpPr>
        <p:spPr>
          <a:xfrm>
            <a:off x="548640" y="1381252"/>
            <a:ext cx="524256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200" dirty="0"/>
          </a:p>
        </p:txBody>
      </p:sp>
      <p:sp>
        <p:nvSpPr>
          <p:cNvPr id="6" name="S08-op238"/>
          <p:cNvSpPr txBox="1"/>
          <p:nvPr/>
        </p:nvSpPr>
        <p:spPr>
          <a:xfrm>
            <a:off x="1182624" y="138125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3200" dirty="0"/>
          </a:p>
        </p:txBody>
      </p:sp>
      <p:sp>
        <p:nvSpPr>
          <p:cNvPr id="7" name="S08-num239"/>
          <p:cNvSpPr txBox="1"/>
          <p:nvPr/>
        </p:nvSpPr>
        <p:spPr>
          <a:xfrm>
            <a:off x="1946656" y="138125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8" name="S08-fracbar240"/>
          <p:cNvSpPr/>
          <p:nvPr/>
        </p:nvSpPr>
        <p:spPr>
          <a:xfrm>
            <a:off x="1983232" y="189738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" name="S08-num241"/>
          <p:cNvSpPr txBox="1"/>
          <p:nvPr/>
        </p:nvSpPr>
        <p:spPr>
          <a:xfrm>
            <a:off x="1946656" y="193395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10" name="S08-label242"/>
          <p:cNvSpPr txBox="1"/>
          <p:nvPr/>
        </p:nvSpPr>
        <p:spPr>
          <a:xfrm>
            <a:off x="7349947" y="3070987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200" dirty="0"/>
          </a:p>
        </p:txBody>
      </p:sp>
      <p:sp>
        <p:nvSpPr>
          <p:cNvPr id="11" name="S08-cell243"/>
          <p:cNvSpPr/>
          <p:nvPr/>
        </p:nvSpPr>
        <p:spPr>
          <a:xfrm>
            <a:off x="8401507" y="3070987"/>
            <a:ext cx="809701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8-cell244"/>
          <p:cNvSpPr/>
          <p:nvPr/>
        </p:nvSpPr>
        <p:spPr>
          <a:xfrm>
            <a:off x="9211208" y="3070987"/>
            <a:ext cx="809701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8-cell245"/>
          <p:cNvSpPr/>
          <p:nvPr/>
        </p:nvSpPr>
        <p:spPr>
          <a:xfrm>
            <a:off x="10020910" y="3070987"/>
            <a:ext cx="809701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8-cell246"/>
          <p:cNvSpPr/>
          <p:nvPr/>
        </p:nvSpPr>
        <p:spPr>
          <a:xfrm>
            <a:off x="10830611" y="3070987"/>
            <a:ext cx="809701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8-figure247" descr="똑같이 4칸으로 나눈 띠, 3칸 색칠"/>
          <p:cNvSpPr/>
          <p:nvPr/>
        </p:nvSpPr>
        <p:spPr>
          <a:xfrm>
            <a:off x="8401507" y="3070987"/>
            <a:ext cx="3238805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6" name="S08-label248"/>
          <p:cNvSpPr txBox="1"/>
          <p:nvPr/>
        </p:nvSpPr>
        <p:spPr>
          <a:xfrm>
            <a:off x="7349947" y="4432046"/>
            <a:ext cx="4290365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6을 4로 나눈 것 중 3칸</a:t>
            </a:r>
            <a:endParaRPr lang="ko-KR" sz="2200" dirty="0"/>
          </a:p>
        </p:txBody>
      </p:sp>
      <p:sp>
        <p:nvSpPr>
          <p:cNvPr id="17" name="S08-stepno249"/>
          <p:cNvSpPr txBox="1"/>
          <p:nvPr/>
        </p:nvSpPr>
        <p:spPr>
          <a:xfrm>
            <a:off x="548640" y="293852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18" name="S08-text250"/>
          <p:cNvSpPr txBox="1"/>
          <p:nvPr/>
        </p:nvSpPr>
        <p:spPr>
          <a:xfrm>
            <a:off x="1325880" y="2892806"/>
            <a:ext cx="2955377" cy="73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자연수와 분자를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곱해요.</a:t>
            </a:r>
            <a:endParaRPr lang="ko-KR" sz="2200" dirty="0"/>
          </a:p>
        </p:txBody>
      </p:sp>
      <p:sp>
        <p:nvSpPr>
          <p:cNvPr id="19" name="S08-num251"/>
          <p:cNvSpPr txBox="1"/>
          <p:nvPr/>
        </p:nvSpPr>
        <p:spPr>
          <a:xfrm>
            <a:off x="4281257" y="2892806"/>
            <a:ext cx="974852" cy="329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× 3</a:t>
            </a:r>
            <a:endParaRPr lang="ko-KR" sz="2200" dirty="0"/>
          </a:p>
        </p:txBody>
      </p:sp>
      <p:sp>
        <p:nvSpPr>
          <p:cNvPr id="20" name="S08-fracbar252"/>
          <p:cNvSpPr/>
          <p:nvPr/>
        </p:nvSpPr>
        <p:spPr>
          <a:xfrm>
            <a:off x="4317833" y="3259074"/>
            <a:ext cx="901700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1" name="S08-num253"/>
          <p:cNvSpPr txBox="1"/>
          <p:nvPr/>
        </p:nvSpPr>
        <p:spPr>
          <a:xfrm>
            <a:off x="4281257" y="3295650"/>
            <a:ext cx="974852" cy="329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22" name="S08-op254"/>
          <p:cNvSpPr txBox="1"/>
          <p:nvPr/>
        </p:nvSpPr>
        <p:spPr>
          <a:xfrm>
            <a:off x="5365837" y="2892806"/>
            <a:ext cx="373380" cy="73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200" dirty="0"/>
          </a:p>
        </p:txBody>
      </p:sp>
      <p:sp>
        <p:nvSpPr>
          <p:cNvPr id="23" name="S08-num255"/>
          <p:cNvSpPr txBox="1"/>
          <p:nvPr/>
        </p:nvSpPr>
        <p:spPr>
          <a:xfrm>
            <a:off x="5848945" y="2892806"/>
            <a:ext cx="488696" cy="329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ko-KR" sz="2200" dirty="0"/>
          </a:p>
        </p:txBody>
      </p:sp>
      <p:sp>
        <p:nvSpPr>
          <p:cNvPr id="24" name="S08-fracbar256"/>
          <p:cNvSpPr/>
          <p:nvPr/>
        </p:nvSpPr>
        <p:spPr>
          <a:xfrm>
            <a:off x="5885521" y="3259074"/>
            <a:ext cx="415544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5" name="S08-num257"/>
          <p:cNvSpPr txBox="1"/>
          <p:nvPr/>
        </p:nvSpPr>
        <p:spPr>
          <a:xfrm>
            <a:off x="5848945" y="3295650"/>
            <a:ext cx="488696" cy="3296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26" name="S08-stepno258"/>
          <p:cNvSpPr txBox="1"/>
          <p:nvPr/>
        </p:nvSpPr>
        <p:spPr>
          <a:xfrm>
            <a:off x="548640" y="383565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27" name="S08-text259"/>
          <p:cNvSpPr txBox="1"/>
          <p:nvPr/>
        </p:nvSpPr>
        <p:spPr>
          <a:xfrm>
            <a:off x="1325880" y="3789934"/>
            <a:ext cx="2955377" cy="73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약분하고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대분수로 나타내요.</a:t>
            </a:r>
            <a:endParaRPr lang="ko-KR" sz="2200" dirty="0"/>
          </a:p>
        </p:txBody>
      </p:sp>
      <p:sp>
        <p:nvSpPr>
          <p:cNvPr id="28" name="S08-num260"/>
          <p:cNvSpPr txBox="1"/>
          <p:nvPr/>
        </p:nvSpPr>
        <p:spPr>
          <a:xfrm>
            <a:off x="4281257" y="3819906"/>
            <a:ext cx="459232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ko-KR" sz="2000" dirty="0"/>
          </a:p>
        </p:txBody>
      </p:sp>
      <p:sp>
        <p:nvSpPr>
          <p:cNvPr id="29" name="S08-fracbar261"/>
          <p:cNvSpPr/>
          <p:nvPr/>
        </p:nvSpPr>
        <p:spPr>
          <a:xfrm>
            <a:off x="4317833" y="4156202"/>
            <a:ext cx="386080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30" name="S08-num262"/>
          <p:cNvSpPr txBox="1"/>
          <p:nvPr/>
        </p:nvSpPr>
        <p:spPr>
          <a:xfrm>
            <a:off x="4281257" y="4192778"/>
            <a:ext cx="459232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000" dirty="0"/>
          </a:p>
        </p:txBody>
      </p:sp>
      <p:sp>
        <p:nvSpPr>
          <p:cNvPr id="31" name="S08-op263"/>
          <p:cNvSpPr txBox="1"/>
          <p:nvPr/>
        </p:nvSpPr>
        <p:spPr>
          <a:xfrm>
            <a:off x="4850217" y="3819906"/>
            <a:ext cx="365760" cy="672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000" dirty="0"/>
          </a:p>
        </p:txBody>
      </p:sp>
      <p:sp>
        <p:nvSpPr>
          <p:cNvPr id="32" name="S08-num264"/>
          <p:cNvSpPr txBox="1"/>
          <p:nvPr/>
        </p:nvSpPr>
        <p:spPr>
          <a:xfrm>
            <a:off x="5325705" y="3819906"/>
            <a:ext cx="376428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000" dirty="0"/>
          </a:p>
        </p:txBody>
      </p:sp>
      <p:sp>
        <p:nvSpPr>
          <p:cNvPr id="33" name="S08-fracbar265"/>
          <p:cNvSpPr/>
          <p:nvPr/>
        </p:nvSpPr>
        <p:spPr>
          <a:xfrm>
            <a:off x="5362281" y="4156202"/>
            <a:ext cx="303276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34" name="S08-num266"/>
          <p:cNvSpPr txBox="1"/>
          <p:nvPr/>
        </p:nvSpPr>
        <p:spPr>
          <a:xfrm>
            <a:off x="5325705" y="4192778"/>
            <a:ext cx="376428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000" dirty="0"/>
          </a:p>
        </p:txBody>
      </p:sp>
      <p:sp>
        <p:nvSpPr>
          <p:cNvPr id="35" name="S08-op267"/>
          <p:cNvSpPr txBox="1"/>
          <p:nvPr/>
        </p:nvSpPr>
        <p:spPr>
          <a:xfrm>
            <a:off x="5811861" y="3819906"/>
            <a:ext cx="365760" cy="672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000" dirty="0"/>
          </a:p>
        </p:txBody>
      </p:sp>
      <p:sp>
        <p:nvSpPr>
          <p:cNvPr id="36" name="S08-num268"/>
          <p:cNvSpPr txBox="1"/>
          <p:nvPr/>
        </p:nvSpPr>
        <p:spPr>
          <a:xfrm>
            <a:off x="6287349" y="3819906"/>
            <a:ext cx="222504" cy="672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2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000" dirty="0"/>
          </a:p>
        </p:txBody>
      </p:sp>
      <p:sp>
        <p:nvSpPr>
          <p:cNvPr id="37" name="S08-num269"/>
          <p:cNvSpPr txBox="1"/>
          <p:nvPr/>
        </p:nvSpPr>
        <p:spPr>
          <a:xfrm>
            <a:off x="6509853" y="3819906"/>
            <a:ext cx="376428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000" dirty="0"/>
          </a:p>
        </p:txBody>
      </p:sp>
      <p:sp>
        <p:nvSpPr>
          <p:cNvPr id="38" name="S08-fracbar270"/>
          <p:cNvSpPr/>
          <p:nvPr/>
        </p:nvSpPr>
        <p:spPr>
          <a:xfrm>
            <a:off x="6546429" y="4156202"/>
            <a:ext cx="303276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39" name="S08-num271"/>
          <p:cNvSpPr txBox="1"/>
          <p:nvPr/>
        </p:nvSpPr>
        <p:spPr>
          <a:xfrm>
            <a:off x="6509853" y="4192778"/>
            <a:ext cx="376428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자연수 × 분수 연습</a:t>
            </a:r>
            <a:endParaRPr lang="ko-KR" sz="4000" dirty="0"/>
          </a:p>
        </p:txBody>
      </p:sp>
      <p:sp>
        <p:nvSpPr>
          <p:cNvPr id="3" name="S09-text27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계산하여 간단히 나타내요.</a:t>
            </a:r>
            <a:endParaRPr lang="ko-KR" sz="2800" dirty="0"/>
          </a:p>
        </p:txBody>
      </p:sp>
      <p:sp>
        <p:nvSpPr>
          <p:cNvPr id="4" name="S09-card27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27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대분수는 가분수로 바꾼 다음 곱해요.</a:t>
            </a:r>
            <a:endParaRPr lang="ko-KR" sz="2800" dirty="0"/>
          </a:p>
        </p:txBody>
      </p:sp>
      <p:sp>
        <p:nvSpPr>
          <p:cNvPr id="6" name="S09-card275"/>
          <p:cNvSpPr/>
          <p:nvPr/>
        </p:nvSpPr>
        <p:spPr>
          <a:xfrm>
            <a:off x="6277356" y="2011680"/>
            <a:ext cx="5362956" cy="3108960"/>
          </a:xfrm>
          <a:prstGeom prst="roundRect">
            <a:avLst>
              <a:gd name="adj" fmla="val 352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9-cardtext276"/>
          <p:cNvSpPr txBox="1"/>
          <p:nvPr/>
        </p:nvSpPr>
        <p:spPr>
          <a:xfrm>
            <a:off x="6551676" y="2148840"/>
            <a:ext cx="4814316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10의 5분의 2</a:t>
            </a:r>
            <a:endParaRPr lang="ko-KR" sz="2800" dirty="0"/>
          </a:p>
        </p:txBody>
      </p:sp>
      <p:sp>
        <p:nvSpPr>
          <p:cNvPr id="8" name="S09-dot277"/>
          <p:cNvSpPr/>
          <p:nvPr/>
        </p:nvSpPr>
        <p:spPr>
          <a:xfrm>
            <a:off x="8595909" y="2782611"/>
            <a:ext cx="277795" cy="277795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9-dot278"/>
          <p:cNvSpPr/>
          <p:nvPr/>
        </p:nvSpPr>
        <p:spPr>
          <a:xfrm>
            <a:off x="9043965" y="2782611"/>
            <a:ext cx="277795" cy="277795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9-dot279"/>
          <p:cNvSpPr/>
          <p:nvPr/>
        </p:nvSpPr>
        <p:spPr>
          <a:xfrm>
            <a:off x="8595909" y="3230667"/>
            <a:ext cx="277795" cy="277795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9-dot280"/>
          <p:cNvSpPr/>
          <p:nvPr/>
        </p:nvSpPr>
        <p:spPr>
          <a:xfrm>
            <a:off x="9043965" y="3230667"/>
            <a:ext cx="277795" cy="277795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9-dot281"/>
          <p:cNvSpPr/>
          <p:nvPr/>
        </p:nvSpPr>
        <p:spPr>
          <a:xfrm>
            <a:off x="8595909" y="3678723"/>
            <a:ext cx="277795" cy="277795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9-line282"/>
          <p:cNvSpPr/>
          <p:nvPr/>
        </p:nvSpPr>
        <p:spPr>
          <a:xfrm>
            <a:off x="8562573" y="3645387"/>
            <a:ext cx="344465" cy="344465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14" name="S09-line283"/>
          <p:cNvSpPr/>
          <p:nvPr/>
        </p:nvSpPr>
        <p:spPr>
          <a:xfrm flipV="1">
            <a:off x="8562573" y="3645387"/>
            <a:ext cx="344465" cy="344465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15" name="S09-dot284"/>
          <p:cNvSpPr/>
          <p:nvPr/>
        </p:nvSpPr>
        <p:spPr>
          <a:xfrm>
            <a:off x="9043965" y="3678723"/>
            <a:ext cx="277795" cy="277795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9-line285"/>
          <p:cNvSpPr/>
          <p:nvPr/>
        </p:nvSpPr>
        <p:spPr>
          <a:xfrm>
            <a:off x="9010629" y="3645387"/>
            <a:ext cx="344465" cy="344465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17" name="S09-line286"/>
          <p:cNvSpPr/>
          <p:nvPr/>
        </p:nvSpPr>
        <p:spPr>
          <a:xfrm flipV="1">
            <a:off x="9010629" y="3645387"/>
            <a:ext cx="344465" cy="344465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18" name="S09-dot287"/>
          <p:cNvSpPr/>
          <p:nvPr/>
        </p:nvSpPr>
        <p:spPr>
          <a:xfrm>
            <a:off x="8595909" y="4126779"/>
            <a:ext cx="277795" cy="277795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09-line288"/>
          <p:cNvSpPr/>
          <p:nvPr/>
        </p:nvSpPr>
        <p:spPr>
          <a:xfrm>
            <a:off x="8562573" y="4093443"/>
            <a:ext cx="344465" cy="344465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20" name="S09-line289"/>
          <p:cNvSpPr/>
          <p:nvPr/>
        </p:nvSpPr>
        <p:spPr>
          <a:xfrm flipV="1">
            <a:off x="8562573" y="4093443"/>
            <a:ext cx="344465" cy="344465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21" name="S09-dot290"/>
          <p:cNvSpPr/>
          <p:nvPr/>
        </p:nvSpPr>
        <p:spPr>
          <a:xfrm>
            <a:off x="9043965" y="4126779"/>
            <a:ext cx="277795" cy="277795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09-line291"/>
          <p:cNvSpPr/>
          <p:nvPr/>
        </p:nvSpPr>
        <p:spPr>
          <a:xfrm>
            <a:off x="9010629" y="4093443"/>
            <a:ext cx="344465" cy="344465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23" name="S09-line292"/>
          <p:cNvSpPr/>
          <p:nvPr/>
        </p:nvSpPr>
        <p:spPr>
          <a:xfrm flipV="1">
            <a:off x="9010629" y="4093443"/>
            <a:ext cx="344465" cy="344465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24" name="S09-dot293"/>
          <p:cNvSpPr/>
          <p:nvPr/>
        </p:nvSpPr>
        <p:spPr>
          <a:xfrm>
            <a:off x="8595909" y="4574835"/>
            <a:ext cx="277795" cy="277795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09-line294"/>
          <p:cNvSpPr/>
          <p:nvPr/>
        </p:nvSpPr>
        <p:spPr>
          <a:xfrm>
            <a:off x="8562573" y="4541499"/>
            <a:ext cx="344465" cy="344465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26" name="S09-line295"/>
          <p:cNvSpPr/>
          <p:nvPr/>
        </p:nvSpPr>
        <p:spPr>
          <a:xfrm flipV="1">
            <a:off x="8562573" y="4541499"/>
            <a:ext cx="344465" cy="344465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27" name="S09-dot296"/>
          <p:cNvSpPr/>
          <p:nvPr/>
        </p:nvSpPr>
        <p:spPr>
          <a:xfrm>
            <a:off x="9043965" y="4574835"/>
            <a:ext cx="277795" cy="277795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S09-line297"/>
          <p:cNvSpPr/>
          <p:nvPr/>
        </p:nvSpPr>
        <p:spPr>
          <a:xfrm>
            <a:off x="9010629" y="4541499"/>
            <a:ext cx="344465" cy="344465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29" name="S09-line298"/>
          <p:cNvSpPr/>
          <p:nvPr/>
        </p:nvSpPr>
        <p:spPr>
          <a:xfrm flipV="1">
            <a:off x="9010629" y="4541499"/>
            <a:ext cx="344465" cy="344465"/>
          </a:xfrm>
          <a:prstGeom prst="line">
            <a:avLst/>
          </a:prstGeom>
          <a:noFill/>
          <a:ln w="44450">
            <a:solidFill>
              <a:srgbClr val="C8434E"/>
            </a:solidFill>
            <a:prstDash val="solid"/>
          </a:ln>
        </p:spPr>
      </p:sp>
      <p:sp>
        <p:nvSpPr>
          <p:cNvPr id="30" name="S09-group299"/>
          <p:cNvSpPr/>
          <p:nvPr/>
        </p:nvSpPr>
        <p:spPr>
          <a:xfrm>
            <a:off x="8538210" y="2734056"/>
            <a:ext cx="841248" cy="374904"/>
          </a:xfrm>
          <a:prstGeom prst="roundRect">
            <a:avLst>
              <a:gd name="adj" fmla="val 29268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1" name="S09-group300"/>
          <p:cNvSpPr/>
          <p:nvPr/>
        </p:nvSpPr>
        <p:spPr>
          <a:xfrm>
            <a:off x="8538210" y="3182112"/>
            <a:ext cx="841248" cy="374904"/>
          </a:xfrm>
          <a:prstGeom prst="roundRect">
            <a:avLst>
              <a:gd name="adj" fmla="val 29268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2" name="S09-group301"/>
          <p:cNvSpPr/>
          <p:nvPr/>
        </p:nvSpPr>
        <p:spPr>
          <a:xfrm>
            <a:off x="8538210" y="3630168"/>
            <a:ext cx="841248" cy="374904"/>
          </a:xfrm>
          <a:prstGeom prst="roundRect">
            <a:avLst>
              <a:gd name="adj" fmla="val 29268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3" name="S09-group302"/>
          <p:cNvSpPr/>
          <p:nvPr/>
        </p:nvSpPr>
        <p:spPr>
          <a:xfrm>
            <a:off x="8538210" y="4078224"/>
            <a:ext cx="841248" cy="374904"/>
          </a:xfrm>
          <a:prstGeom prst="roundRect">
            <a:avLst>
              <a:gd name="adj" fmla="val 29268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4" name="S09-group303"/>
          <p:cNvSpPr/>
          <p:nvPr/>
        </p:nvSpPr>
        <p:spPr>
          <a:xfrm>
            <a:off x="8538210" y="4526280"/>
            <a:ext cx="841248" cy="374904"/>
          </a:xfrm>
          <a:prstGeom prst="roundRect">
            <a:avLst>
              <a:gd name="adj" fmla="val 29268"/>
            </a:avLst>
          </a:prstGeom>
          <a:solidFill>
            <a:srgbClr val="FFFFFF">
              <a:alpha val="0"/>
            </a:srgbClr>
          </a:solidFill>
          <a:ln w="25400">
            <a:solidFill>
              <a:srgbClr val="3D5A80"/>
            </a:solidFill>
            <a:prstDash val="solid"/>
          </a:ln>
        </p:spPr>
      </p:sp>
      <p:sp>
        <p:nvSpPr>
          <p:cNvPr id="35" name="S09-figure304" descr="점 10개를 2개씩 5줄로 묶고, 뒤의 6개에 × 표시(5묶음 중 2묶음 = 4개)"/>
          <p:cNvSpPr/>
          <p:nvPr/>
        </p:nvSpPr>
        <p:spPr>
          <a:xfrm>
            <a:off x="8510778" y="2697480"/>
            <a:ext cx="896112" cy="22402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09-chip305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37" name="S09-op306"/>
          <p:cNvSpPr txBox="1"/>
          <p:nvPr/>
        </p:nvSpPr>
        <p:spPr>
          <a:xfrm>
            <a:off x="1344168" y="2012696"/>
            <a:ext cx="72542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800" dirty="0"/>
          </a:p>
        </p:txBody>
      </p:sp>
      <p:sp>
        <p:nvSpPr>
          <p:cNvPr id="38" name="S09-op307"/>
          <p:cNvSpPr txBox="1"/>
          <p:nvPr/>
        </p:nvSpPr>
        <p:spPr>
          <a:xfrm>
            <a:off x="2179320" y="2012696"/>
            <a:ext cx="60452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2800" dirty="0"/>
          </a:p>
        </p:txBody>
      </p:sp>
      <p:sp>
        <p:nvSpPr>
          <p:cNvPr id="39" name="S09-num308"/>
          <p:cNvSpPr txBox="1"/>
          <p:nvPr/>
        </p:nvSpPr>
        <p:spPr>
          <a:xfrm>
            <a:off x="2893568" y="201269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40" name="S09-fracbar309"/>
          <p:cNvSpPr/>
          <p:nvPr/>
        </p:nvSpPr>
        <p:spPr>
          <a:xfrm>
            <a:off x="2930144" y="246888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1" name="S09-num310"/>
          <p:cNvSpPr txBox="1"/>
          <p:nvPr/>
        </p:nvSpPr>
        <p:spPr>
          <a:xfrm>
            <a:off x="2893568" y="25054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42" name="S09-op311"/>
          <p:cNvSpPr txBox="1"/>
          <p:nvPr/>
        </p:nvSpPr>
        <p:spPr>
          <a:xfrm>
            <a:off x="3486404" y="201269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43" name="S09-blank312"/>
          <p:cNvSpPr/>
          <p:nvPr/>
        </p:nvSpPr>
        <p:spPr>
          <a:xfrm>
            <a:off x="4148521" y="231362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44" name="S09-chip313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45" name="S09-op314"/>
          <p:cNvSpPr txBox="1"/>
          <p:nvPr/>
        </p:nvSpPr>
        <p:spPr>
          <a:xfrm>
            <a:off x="1344168" y="3109976"/>
            <a:ext cx="490728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800" dirty="0"/>
          </a:p>
        </p:txBody>
      </p:sp>
      <p:sp>
        <p:nvSpPr>
          <p:cNvPr id="46" name="S09-op315"/>
          <p:cNvSpPr txBox="1"/>
          <p:nvPr/>
        </p:nvSpPr>
        <p:spPr>
          <a:xfrm>
            <a:off x="1944624" y="3109976"/>
            <a:ext cx="60452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2800" dirty="0"/>
          </a:p>
        </p:txBody>
      </p:sp>
      <p:sp>
        <p:nvSpPr>
          <p:cNvPr id="47" name="S09-num316"/>
          <p:cNvSpPr txBox="1"/>
          <p:nvPr/>
        </p:nvSpPr>
        <p:spPr>
          <a:xfrm>
            <a:off x="2658872" y="310997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48" name="S09-fracbar317"/>
          <p:cNvSpPr/>
          <p:nvPr/>
        </p:nvSpPr>
        <p:spPr>
          <a:xfrm>
            <a:off x="2695448" y="356616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9" name="S09-num318"/>
          <p:cNvSpPr txBox="1"/>
          <p:nvPr/>
        </p:nvSpPr>
        <p:spPr>
          <a:xfrm>
            <a:off x="2658872" y="360273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800" dirty="0"/>
          </a:p>
        </p:txBody>
      </p:sp>
      <p:sp>
        <p:nvSpPr>
          <p:cNvPr id="50" name="S09-op319"/>
          <p:cNvSpPr txBox="1"/>
          <p:nvPr/>
        </p:nvSpPr>
        <p:spPr>
          <a:xfrm>
            <a:off x="3251708" y="310997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51" name="S09-blank320"/>
          <p:cNvSpPr/>
          <p:nvPr/>
        </p:nvSpPr>
        <p:spPr>
          <a:xfrm>
            <a:off x="3913825" y="341090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52" name="S09-chip321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53" name="S09-op322"/>
          <p:cNvSpPr txBox="1"/>
          <p:nvPr/>
        </p:nvSpPr>
        <p:spPr>
          <a:xfrm>
            <a:off x="1344168" y="4207256"/>
            <a:ext cx="490728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800" dirty="0"/>
          </a:p>
        </p:txBody>
      </p:sp>
      <p:sp>
        <p:nvSpPr>
          <p:cNvPr id="54" name="S09-op323"/>
          <p:cNvSpPr txBox="1"/>
          <p:nvPr/>
        </p:nvSpPr>
        <p:spPr>
          <a:xfrm>
            <a:off x="1944624" y="4207256"/>
            <a:ext cx="60452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2800" dirty="0"/>
          </a:p>
        </p:txBody>
      </p:sp>
      <p:sp>
        <p:nvSpPr>
          <p:cNvPr id="55" name="S09-num324"/>
          <p:cNvSpPr txBox="1"/>
          <p:nvPr/>
        </p:nvSpPr>
        <p:spPr>
          <a:xfrm>
            <a:off x="2658872" y="4207256"/>
            <a:ext cx="28956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56" name="S09-num325"/>
          <p:cNvSpPr txBox="1"/>
          <p:nvPr/>
        </p:nvSpPr>
        <p:spPr>
          <a:xfrm>
            <a:off x="2948432" y="42072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57" name="S09-fracbar326"/>
          <p:cNvSpPr/>
          <p:nvPr/>
        </p:nvSpPr>
        <p:spPr>
          <a:xfrm>
            <a:off x="2985008" y="466344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8" name="S09-num327"/>
          <p:cNvSpPr txBox="1"/>
          <p:nvPr/>
        </p:nvSpPr>
        <p:spPr>
          <a:xfrm>
            <a:off x="2948432" y="470001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800" dirty="0"/>
          </a:p>
        </p:txBody>
      </p:sp>
      <p:sp>
        <p:nvSpPr>
          <p:cNvPr id="59" name="S09-op328"/>
          <p:cNvSpPr txBox="1"/>
          <p:nvPr/>
        </p:nvSpPr>
        <p:spPr>
          <a:xfrm>
            <a:off x="3541268" y="420725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60" name="S09-blank329"/>
          <p:cNvSpPr/>
          <p:nvPr/>
        </p:nvSpPr>
        <p:spPr>
          <a:xfrm>
            <a:off x="4203385" y="450818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분모에도 곱해야 할까?</a:t>
            </a:r>
            <a:endParaRPr lang="ko-KR" sz="4000" dirty="0"/>
          </a:p>
        </p:txBody>
      </p:sp>
      <p:sp>
        <p:nvSpPr>
          <p:cNvPr id="3" name="S10-card330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331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4분의 3 × 2를 계산했어요.</a:t>
            </a:r>
            <a:endParaRPr lang="ko-KR" sz="2800" dirty="0"/>
          </a:p>
        </p:txBody>
      </p:sp>
      <p:sp>
        <p:nvSpPr>
          <p:cNvPr id="5" name="S10-card33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0-cardtext33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8분의 6은 4분의 3의 2배일까요?</a:t>
            </a:r>
            <a:endParaRPr lang="ko-KR" sz="2800" dirty="0"/>
          </a:p>
        </p:txBody>
      </p:sp>
      <p:sp>
        <p:nvSpPr>
          <p:cNvPr id="7" name="S10-chip334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하늘</a:t>
            </a:r>
            <a:endParaRPr lang="ko-KR" sz="2200" dirty="0"/>
          </a:p>
        </p:txBody>
      </p:sp>
      <p:sp>
        <p:nvSpPr>
          <p:cNvPr id="8" name="S10-num335"/>
          <p:cNvSpPr txBox="1"/>
          <p:nvPr/>
        </p:nvSpPr>
        <p:spPr>
          <a:xfrm>
            <a:off x="676910" y="3405378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9" name="S10-fracbar336"/>
          <p:cNvSpPr/>
          <p:nvPr/>
        </p:nvSpPr>
        <p:spPr>
          <a:xfrm>
            <a:off x="713486" y="3921506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" name="S10-num337"/>
          <p:cNvSpPr txBox="1"/>
          <p:nvPr/>
        </p:nvSpPr>
        <p:spPr>
          <a:xfrm>
            <a:off x="676910" y="395808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11" name="S10-op338"/>
          <p:cNvSpPr txBox="1"/>
          <p:nvPr/>
        </p:nvSpPr>
        <p:spPr>
          <a:xfrm>
            <a:off x="1323086" y="3405378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3200" dirty="0"/>
          </a:p>
        </p:txBody>
      </p:sp>
      <p:sp>
        <p:nvSpPr>
          <p:cNvPr id="12" name="S10-op339"/>
          <p:cNvSpPr txBox="1"/>
          <p:nvPr/>
        </p:nvSpPr>
        <p:spPr>
          <a:xfrm>
            <a:off x="2087118" y="3405378"/>
            <a:ext cx="524256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13" name="S10-op340"/>
          <p:cNvSpPr txBox="1"/>
          <p:nvPr/>
        </p:nvSpPr>
        <p:spPr>
          <a:xfrm>
            <a:off x="2721102" y="3405378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14" name="S10-num341"/>
          <p:cNvSpPr txBox="1"/>
          <p:nvPr/>
        </p:nvSpPr>
        <p:spPr>
          <a:xfrm>
            <a:off x="3257550" y="3405378"/>
            <a:ext cx="1343152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× 2</a:t>
            </a:r>
            <a:endParaRPr lang="ko-KR" sz="3200" dirty="0"/>
          </a:p>
        </p:txBody>
      </p:sp>
      <p:sp>
        <p:nvSpPr>
          <p:cNvPr id="15" name="S10-fracbar342"/>
          <p:cNvSpPr/>
          <p:nvPr/>
        </p:nvSpPr>
        <p:spPr>
          <a:xfrm>
            <a:off x="3294126" y="3921506"/>
            <a:ext cx="1270000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6" name="S10-num343"/>
          <p:cNvSpPr txBox="1"/>
          <p:nvPr/>
        </p:nvSpPr>
        <p:spPr>
          <a:xfrm>
            <a:off x="3257550" y="3958082"/>
            <a:ext cx="1343152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× 2</a:t>
            </a:r>
            <a:endParaRPr lang="ko-KR" sz="3200" dirty="0"/>
          </a:p>
        </p:txBody>
      </p:sp>
      <p:sp>
        <p:nvSpPr>
          <p:cNvPr id="17" name="S10-op344"/>
          <p:cNvSpPr txBox="1"/>
          <p:nvPr/>
        </p:nvSpPr>
        <p:spPr>
          <a:xfrm>
            <a:off x="4710430" y="3405378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18" name="S10-num345"/>
          <p:cNvSpPr txBox="1"/>
          <p:nvPr/>
        </p:nvSpPr>
        <p:spPr>
          <a:xfrm>
            <a:off x="5246878" y="3405378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200" dirty="0"/>
          </a:p>
        </p:txBody>
      </p:sp>
      <p:sp>
        <p:nvSpPr>
          <p:cNvPr id="19" name="S10-fracbar346"/>
          <p:cNvSpPr/>
          <p:nvPr/>
        </p:nvSpPr>
        <p:spPr>
          <a:xfrm>
            <a:off x="5283454" y="3921506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0" name="S10-num347"/>
          <p:cNvSpPr txBox="1"/>
          <p:nvPr/>
        </p:nvSpPr>
        <p:spPr>
          <a:xfrm>
            <a:off x="5246878" y="395808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3200" dirty="0"/>
          </a:p>
        </p:txBody>
      </p:sp>
      <p:sp>
        <p:nvSpPr>
          <p:cNvPr id="21" name="S10-text348"/>
          <p:cNvSpPr txBox="1"/>
          <p:nvPr/>
        </p:nvSpPr>
        <p:spPr>
          <a:xfrm>
            <a:off x="548640" y="4688332"/>
            <a:ext cx="5362956" cy="432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분자와 분모에 모두 2를 곱했어요.</a:t>
            </a:r>
            <a:endParaRPr lang="ko-KR" sz="2200" dirty="0"/>
          </a:p>
        </p:txBody>
      </p:sp>
      <p:sp>
        <p:nvSpPr>
          <p:cNvPr id="22" name="S10-chip349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바다</a:t>
            </a:r>
            <a:endParaRPr lang="ko-KR" sz="2200" dirty="0"/>
          </a:p>
        </p:txBody>
      </p:sp>
      <p:sp>
        <p:nvSpPr>
          <p:cNvPr id="23" name="S10-num350"/>
          <p:cNvSpPr txBox="1"/>
          <p:nvPr/>
        </p:nvSpPr>
        <p:spPr>
          <a:xfrm>
            <a:off x="6405626" y="3405378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24" name="S10-fracbar351"/>
          <p:cNvSpPr/>
          <p:nvPr/>
        </p:nvSpPr>
        <p:spPr>
          <a:xfrm>
            <a:off x="6442202" y="3921506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5" name="S10-num352"/>
          <p:cNvSpPr txBox="1"/>
          <p:nvPr/>
        </p:nvSpPr>
        <p:spPr>
          <a:xfrm>
            <a:off x="6405626" y="395808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26" name="S10-op353"/>
          <p:cNvSpPr txBox="1"/>
          <p:nvPr/>
        </p:nvSpPr>
        <p:spPr>
          <a:xfrm>
            <a:off x="7051802" y="3405378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3200" dirty="0"/>
          </a:p>
        </p:txBody>
      </p:sp>
      <p:sp>
        <p:nvSpPr>
          <p:cNvPr id="27" name="S10-op354"/>
          <p:cNvSpPr txBox="1"/>
          <p:nvPr/>
        </p:nvSpPr>
        <p:spPr>
          <a:xfrm>
            <a:off x="7815834" y="3405378"/>
            <a:ext cx="524256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28" name="S10-op355"/>
          <p:cNvSpPr txBox="1"/>
          <p:nvPr/>
        </p:nvSpPr>
        <p:spPr>
          <a:xfrm>
            <a:off x="8449818" y="3405378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29" name="S10-num356"/>
          <p:cNvSpPr txBox="1"/>
          <p:nvPr/>
        </p:nvSpPr>
        <p:spPr>
          <a:xfrm>
            <a:off x="8986266" y="3405378"/>
            <a:ext cx="1343152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× 2</a:t>
            </a:r>
            <a:endParaRPr lang="ko-KR" sz="3200" dirty="0"/>
          </a:p>
        </p:txBody>
      </p:sp>
      <p:sp>
        <p:nvSpPr>
          <p:cNvPr id="30" name="S10-fracbar357"/>
          <p:cNvSpPr/>
          <p:nvPr/>
        </p:nvSpPr>
        <p:spPr>
          <a:xfrm>
            <a:off x="9022842" y="3921506"/>
            <a:ext cx="1270000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1" name="S10-num358"/>
          <p:cNvSpPr txBox="1"/>
          <p:nvPr/>
        </p:nvSpPr>
        <p:spPr>
          <a:xfrm>
            <a:off x="8986266" y="3958082"/>
            <a:ext cx="1343152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32" name="S10-op359"/>
          <p:cNvSpPr txBox="1"/>
          <p:nvPr/>
        </p:nvSpPr>
        <p:spPr>
          <a:xfrm>
            <a:off x="10439146" y="3405378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33" name="S10-num360"/>
          <p:cNvSpPr txBox="1"/>
          <p:nvPr/>
        </p:nvSpPr>
        <p:spPr>
          <a:xfrm>
            <a:off x="10975594" y="3405378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200" dirty="0"/>
          </a:p>
        </p:txBody>
      </p:sp>
      <p:sp>
        <p:nvSpPr>
          <p:cNvPr id="34" name="S10-fracbar361"/>
          <p:cNvSpPr/>
          <p:nvPr/>
        </p:nvSpPr>
        <p:spPr>
          <a:xfrm>
            <a:off x="11012170" y="3921506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5" name="S10-num362"/>
          <p:cNvSpPr txBox="1"/>
          <p:nvPr/>
        </p:nvSpPr>
        <p:spPr>
          <a:xfrm>
            <a:off x="10975594" y="395808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36" name="S10-text363"/>
          <p:cNvSpPr txBox="1"/>
          <p:nvPr/>
        </p:nvSpPr>
        <p:spPr>
          <a:xfrm>
            <a:off x="6277356" y="4688332"/>
            <a:ext cx="5362956" cy="432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분자에만 2를 곱했어요.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text36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풀고, 어떻게 했는지 말해요.</a:t>
            </a:r>
            <a:endParaRPr lang="ko-KR" sz="2800" dirty="0"/>
          </a:p>
        </p:txBody>
      </p:sp>
      <p:sp>
        <p:nvSpPr>
          <p:cNvPr id="4" name="S11-chip365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11-num366"/>
          <p:cNvSpPr txBox="1"/>
          <p:nvPr/>
        </p:nvSpPr>
        <p:spPr>
          <a:xfrm>
            <a:off x="1344168" y="2227072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200" dirty="0"/>
          </a:p>
        </p:txBody>
      </p:sp>
      <p:sp>
        <p:nvSpPr>
          <p:cNvPr id="6" name="S11-fracbar367"/>
          <p:cNvSpPr/>
          <p:nvPr/>
        </p:nvSpPr>
        <p:spPr>
          <a:xfrm>
            <a:off x="1380744" y="2743200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7" name="S11-num368"/>
          <p:cNvSpPr txBox="1"/>
          <p:nvPr/>
        </p:nvSpPr>
        <p:spPr>
          <a:xfrm>
            <a:off x="1344168" y="2779776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3200" dirty="0"/>
          </a:p>
        </p:txBody>
      </p:sp>
      <p:sp>
        <p:nvSpPr>
          <p:cNvPr id="8" name="S11-op369"/>
          <p:cNvSpPr txBox="1"/>
          <p:nvPr/>
        </p:nvSpPr>
        <p:spPr>
          <a:xfrm>
            <a:off x="2089912" y="222707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3200" dirty="0"/>
          </a:p>
        </p:txBody>
      </p:sp>
      <p:sp>
        <p:nvSpPr>
          <p:cNvPr id="9" name="S11-op370"/>
          <p:cNvSpPr txBox="1"/>
          <p:nvPr/>
        </p:nvSpPr>
        <p:spPr>
          <a:xfrm>
            <a:off x="2853944" y="2227072"/>
            <a:ext cx="524256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10" name="S11-op371"/>
          <p:cNvSpPr txBox="1"/>
          <p:nvPr/>
        </p:nvSpPr>
        <p:spPr>
          <a:xfrm>
            <a:off x="3487928" y="222707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11" name="S11-blank372"/>
          <p:cNvSpPr/>
          <p:nvPr/>
        </p:nvSpPr>
        <p:spPr>
          <a:xfrm>
            <a:off x="4174094" y="2565766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2" name="S11-chip373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13" name="S11-op374"/>
          <p:cNvSpPr txBox="1"/>
          <p:nvPr/>
        </p:nvSpPr>
        <p:spPr>
          <a:xfrm>
            <a:off x="7072884" y="2227072"/>
            <a:ext cx="524256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3200" dirty="0"/>
          </a:p>
        </p:txBody>
      </p:sp>
      <p:sp>
        <p:nvSpPr>
          <p:cNvPr id="14" name="S11-op375"/>
          <p:cNvSpPr txBox="1"/>
          <p:nvPr/>
        </p:nvSpPr>
        <p:spPr>
          <a:xfrm>
            <a:off x="7706868" y="222707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3200" dirty="0"/>
          </a:p>
        </p:txBody>
      </p:sp>
      <p:sp>
        <p:nvSpPr>
          <p:cNvPr id="15" name="S11-num376"/>
          <p:cNvSpPr txBox="1"/>
          <p:nvPr/>
        </p:nvSpPr>
        <p:spPr>
          <a:xfrm>
            <a:off x="8470900" y="222707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16" name="S11-fracbar377"/>
          <p:cNvSpPr/>
          <p:nvPr/>
        </p:nvSpPr>
        <p:spPr>
          <a:xfrm>
            <a:off x="8507476" y="27432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" name="S11-num378"/>
          <p:cNvSpPr txBox="1"/>
          <p:nvPr/>
        </p:nvSpPr>
        <p:spPr>
          <a:xfrm>
            <a:off x="8470900" y="277977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18" name="S11-op379"/>
          <p:cNvSpPr txBox="1"/>
          <p:nvPr/>
        </p:nvSpPr>
        <p:spPr>
          <a:xfrm>
            <a:off x="9117076" y="222707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19" name="S11-blank380"/>
          <p:cNvSpPr/>
          <p:nvPr/>
        </p:nvSpPr>
        <p:spPr>
          <a:xfrm>
            <a:off x="9803242" y="2565766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0" name="S11-chip381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21" name="S11-num382"/>
          <p:cNvSpPr txBox="1"/>
          <p:nvPr/>
        </p:nvSpPr>
        <p:spPr>
          <a:xfrm>
            <a:off x="1344168" y="4421632"/>
            <a:ext cx="323088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22" name="S11-num383"/>
          <p:cNvSpPr txBox="1"/>
          <p:nvPr/>
        </p:nvSpPr>
        <p:spPr>
          <a:xfrm>
            <a:off x="1667256" y="442163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23" name="S11-fracbar384"/>
          <p:cNvSpPr/>
          <p:nvPr/>
        </p:nvSpPr>
        <p:spPr>
          <a:xfrm>
            <a:off x="1703832" y="493776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4" name="S11-num385"/>
          <p:cNvSpPr txBox="1"/>
          <p:nvPr/>
        </p:nvSpPr>
        <p:spPr>
          <a:xfrm>
            <a:off x="1667256" y="497433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200" dirty="0"/>
          </a:p>
        </p:txBody>
      </p:sp>
      <p:sp>
        <p:nvSpPr>
          <p:cNvPr id="25" name="S11-op386"/>
          <p:cNvSpPr txBox="1"/>
          <p:nvPr/>
        </p:nvSpPr>
        <p:spPr>
          <a:xfrm>
            <a:off x="2313432" y="442163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3200" dirty="0"/>
          </a:p>
        </p:txBody>
      </p:sp>
      <p:sp>
        <p:nvSpPr>
          <p:cNvPr id="26" name="S11-op387"/>
          <p:cNvSpPr txBox="1"/>
          <p:nvPr/>
        </p:nvSpPr>
        <p:spPr>
          <a:xfrm>
            <a:off x="3077464" y="4421632"/>
            <a:ext cx="524256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27" name="S11-op388"/>
          <p:cNvSpPr txBox="1"/>
          <p:nvPr/>
        </p:nvSpPr>
        <p:spPr>
          <a:xfrm>
            <a:off x="3711448" y="442163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28" name="S11-blank389"/>
          <p:cNvSpPr/>
          <p:nvPr/>
        </p:nvSpPr>
        <p:spPr>
          <a:xfrm>
            <a:off x="4397614" y="4760326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9" name="S11-chip390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30" name="S11-text391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주스를 5분의 4 L씩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3명이 마셨어요.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몇 L일까요?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15보다 작은 것은?</a:t>
            </a:r>
            <a:endParaRPr lang="ko-KR" sz="4000" dirty="0"/>
          </a:p>
        </p:txBody>
      </p:sp>
      <p:sp>
        <p:nvSpPr>
          <p:cNvPr id="3" name="S13-text39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계산하지 않고, 곱이 15보다 작은 것을 골라요.</a:t>
            </a:r>
            <a:endParaRPr lang="ko-KR" sz="2800" dirty="0"/>
          </a:p>
        </p:txBody>
      </p:sp>
      <p:sp>
        <p:nvSpPr>
          <p:cNvPr id="4" name="S13-card39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3-cardtext39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까닭을 ‘15의 몇 분의 몇’으로 말해요.</a:t>
            </a:r>
            <a:endParaRPr lang="ko-KR" sz="2800" dirty="0"/>
          </a:p>
        </p:txBody>
      </p:sp>
      <p:sp>
        <p:nvSpPr>
          <p:cNvPr id="6" name="S13-chip395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7" name="S13-op396"/>
          <p:cNvSpPr txBox="1"/>
          <p:nvPr/>
        </p:nvSpPr>
        <p:spPr>
          <a:xfrm>
            <a:off x="1088898" y="3342132"/>
            <a:ext cx="85953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ko-KR" sz="3600" dirty="0"/>
          </a:p>
        </p:txBody>
      </p:sp>
      <p:sp>
        <p:nvSpPr>
          <p:cNvPr id="8" name="S13-op397"/>
          <p:cNvSpPr txBox="1"/>
          <p:nvPr/>
        </p:nvSpPr>
        <p:spPr>
          <a:xfrm>
            <a:off x="2058162" y="3342132"/>
            <a:ext cx="70408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3600" dirty="0"/>
          </a:p>
        </p:txBody>
      </p:sp>
      <p:sp>
        <p:nvSpPr>
          <p:cNvPr id="9" name="S13-num398"/>
          <p:cNvSpPr txBox="1"/>
          <p:nvPr/>
        </p:nvSpPr>
        <p:spPr>
          <a:xfrm>
            <a:off x="2871978" y="3342132"/>
            <a:ext cx="58978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600" dirty="0"/>
          </a:p>
        </p:txBody>
      </p:sp>
      <p:sp>
        <p:nvSpPr>
          <p:cNvPr id="10" name="S13-fracbar399"/>
          <p:cNvSpPr/>
          <p:nvPr/>
        </p:nvSpPr>
        <p:spPr>
          <a:xfrm>
            <a:off x="2908554" y="3918204"/>
            <a:ext cx="516636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1" name="S13-num400"/>
          <p:cNvSpPr txBox="1"/>
          <p:nvPr/>
        </p:nvSpPr>
        <p:spPr>
          <a:xfrm>
            <a:off x="2871978" y="3954780"/>
            <a:ext cx="58978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600" dirty="0"/>
          </a:p>
        </p:txBody>
      </p:sp>
      <p:sp>
        <p:nvSpPr>
          <p:cNvPr id="12" name="S13-chip401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13" name="S13-op402"/>
          <p:cNvSpPr txBox="1"/>
          <p:nvPr/>
        </p:nvSpPr>
        <p:spPr>
          <a:xfrm>
            <a:off x="4729734" y="3342132"/>
            <a:ext cx="85953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ko-KR" sz="3600" dirty="0"/>
          </a:p>
        </p:txBody>
      </p:sp>
      <p:sp>
        <p:nvSpPr>
          <p:cNvPr id="14" name="S13-op403"/>
          <p:cNvSpPr txBox="1"/>
          <p:nvPr/>
        </p:nvSpPr>
        <p:spPr>
          <a:xfrm>
            <a:off x="5698998" y="3342132"/>
            <a:ext cx="70408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3600" dirty="0"/>
          </a:p>
        </p:txBody>
      </p:sp>
      <p:sp>
        <p:nvSpPr>
          <p:cNvPr id="15" name="S13-num404"/>
          <p:cNvSpPr txBox="1"/>
          <p:nvPr/>
        </p:nvSpPr>
        <p:spPr>
          <a:xfrm>
            <a:off x="6512814" y="3342132"/>
            <a:ext cx="35661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600" dirty="0"/>
          </a:p>
        </p:txBody>
      </p:sp>
      <p:sp>
        <p:nvSpPr>
          <p:cNvPr id="16" name="S13-num405"/>
          <p:cNvSpPr txBox="1"/>
          <p:nvPr/>
        </p:nvSpPr>
        <p:spPr>
          <a:xfrm>
            <a:off x="6869430" y="3342132"/>
            <a:ext cx="58978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600" dirty="0"/>
          </a:p>
        </p:txBody>
      </p:sp>
      <p:sp>
        <p:nvSpPr>
          <p:cNvPr id="17" name="S13-fracbar406"/>
          <p:cNvSpPr/>
          <p:nvPr/>
        </p:nvSpPr>
        <p:spPr>
          <a:xfrm>
            <a:off x="6906006" y="3918204"/>
            <a:ext cx="516636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18" name="S13-num407"/>
          <p:cNvSpPr txBox="1"/>
          <p:nvPr/>
        </p:nvSpPr>
        <p:spPr>
          <a:xfrm>
            <a:off x="6869430" y="3954780"/>
            <a:ext cx="58978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600" dirty="0"/>
          </a:p>
        </p:txBody>
      </p:sp>
      <p:sp>
        <p:nvSpPr>
          <p:cNvPr id="19" name="S13-chip408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20" name="S13-op409"/>
          <p:cNvSpPr txBox="1"/>
          <p:nvPr/>
        </p:nvSpPr>
        <p:spPr>
          <a:xfrm>
            <a:off x="8727186" y="3342132"/>
            <a:ext cx="85953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ko-KR" sz="3600" dirty="0"/>
          </a:p>
        </p:txBody>
      </p:sp>
      <p:sp>
        <p:nvSpPr>
          <p:cNvPr id="21" name="S13-op410"/>
          <p:cNvSpPr txBox="1"/>
          <p:nvPr/>
        </p:nvSpPr>
        <p:spPr>
          <a:xfrm>
            <a:off x="9696450" y="3342132"/>
            <a:ext cx="70408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3600" dirty="0"/>
          </a:p>
        </p:txBody>
      </p:sp>
      <p:sp>
        <p:nvSpPr>
          <p:cNvPr id="22" name="S13-num411"/>
          <p:cNvSpPr txBox="1"/>
          <p:nvPr/>
        </p:nvSpPr>
        <p:spPr>
          <a:xfrm>
            <a:off x="10510266" y="3342132"/>
            <a:ext cx="58978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600" dirty="0"/>
          </a:p>
        </p:txBody>
      </p:sp>
      <p:sp>
        <p:nvSpPr>
          <p:cNvPr id="23" name="S13-fracbar412"/>
          <p:cNvSpPr/>
          <p:nvPr/>
        </p:nvSpPr>
        <p:spPr>
          <a:xfrm>
            <a:off x="10546842" y="3918204"/>
            <a:ext cx="516636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</a:ln>
        </p:spPr>
      </p:sp>
      <p:sp>
        <p:nvSpPr>
          <p:cNvPr id="24" name="S13-num413"/>
          <p:cNvSpPr txBox="1"/>
          <p:nvPr/>
        </p:nvSpPr>
        <p:spPr>
          <a:xfrm>
            <a:off x="10510266" y="3954780"/>
            <a:ext cx="58978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414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415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분자와 자연수를 곱하고, 분모는 그대로 써요.</a:t>
            </a:r>
            <a:endParaRPr lang="ko-KR" sz="2800" dirty="0"/>
          </a:p>
        </p:txBody>
      </p:sp>
      <p:sp>
        <p:nvSpPr>
          <p:cNvPr id="5" name="S14-chip416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곱하기 전에 약분하기</a:t>
            </a:r>
            <a:endParaRPr lang="ko-KR" sz="2200" dirty="0"/>
          </a:p>
        </p:txBody>
      </p:sp>
      <p:sp>
        <p:nvSpPr>
          <p:cNvPr id="6" name="S14-chip417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분모에도 자연수 곱하기</a:t>
            </a:r>
            <a:endParaRPr lang="ko-KR" sz="2200" dirty="0"/>
          </a:p>
        </p:txBody>
      </p:sp>
      <p:sp>
        <p:nvSpPr>
          <p:cNvPr id="7" name="S14-text418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4-op419"/>
          <p:cNvSpPr txBox="1"/>
          <p:nvPr/>
        </p:nvSpPr>
        <p:spPr>
          <a:xfrm>
            <a:off x="548640" y="4237228"/>
            <a:ext cx="579628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9" name="S14-num420"/>
          <p:cNvSpPr txBox="1"/>
          <p:nvPr/>
        </p:nvSpPr>
        <p:spPr>
          <a:xfrm>
            <a:off x="1237996" y="4237228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10" name="S14-fracbar421"/>
          <p:cNvSpPr/>
          <p:nvPr/>
        </p:nvSpPr>
        <p:spPr>
          <a:xfrm>
            <a:off x="1274572" y="4663440"/>
            <a:ext cx="383286" cy="0"/>
          </a:xfrm>
          <a:prstGeom prst="line">
            <a:avLst/>
          </a:prstGeom>
          <a:noFill/>
          <a:ln w="20638">
            <a:solidFill>
              <a:srgbClr val="FFFFFF"/>
            </a:solidFill>
            <a:prstDash val="solid"/>
          </a:ln>
        </p:spPr>
      </p:sp>
      <p:sp>
        <p:nvSpPr>
          <p:cNvPr id="11" name="S14-num422"/>
          <p:cNvSpPr txBox="1"/>
          <p:nvPr/>
        </p:nvSpPr>
        <p:spPr>
          <a:xfrm>
            <a:off x="1237996" y="4700016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600" dirty="0"/>
          </a:p>
        </p:txBody>
      </p:sp>
      <p:sp>
        <p:nvSpPr>
          <p:cNvPr id="12" name="S14-op423"/>
          <p:cNvSpPr txBox="1"/>
          <p:nvPr/>
        </p:nvSpPr>
        <p:spPr>
          <a:xfrm>
            <a:off x="1804162" y="4237228"/>
            <a:ext cx="579628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2600" dirty="0"/>
          </a:p>
        </p:txBody>
      </p:sp>
      <p:sp>
        <p:nvSpPr>
          <p:cNvPr id="13" name="S14-op424"/>
          <p:cNvSpPr txBox="1"/>
          <p:nvPr/>
        </p:nvSpPr>
        <p:spPr>
          <a:xfrm>
            <a:off x="2493518" y="4237228"/>
            <a:ext cx="473964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14" name="S14-op425"/>
          <p:cNvSpPr txBox="1"/>
          <p:nvPr/>
        </p:nvSpPr>
        <p:spPr>
          <a:xfrm>
            <a:off x="4322064" y="4237228"/>
            <a:ext cx="579628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15" name="S14-op426"/>
          <p:cNvSpPr txBox="1"/>
          <p:nvPr/>
        </p:nvSpPr>
        <p:spPr>
          <a:xfrm>
            <a:off x="5011420" y="4237228"/>
            <a:ext cx="691896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ko-KR" sz="2600" dirty="0"/>
          </a:p>
        </p:txBody>
      </p:sp>
      <p:sp>
        <p:nvSpPr>
          <p:cNvPr id="16" name="S14-op427"/>
          <p:cNvSpPr txBox="1"/>
          <p:nvPr/>
        </p:nvSpPr>
        <p:spPr>
          <a:xfrm>
            <a:off x="5813044" y="4237228"/>
            <a:ext cx="579628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2600" dirty="0"/>
          </a:p>
        </p:txBody>
      </p:sp>
      <p:sp>
        <p:nvSpPr>
          <p:cNvPr id="17" name="S14-num428"/>
          <p:cNvSpPr txBox="1"/>
          <p:nvPr/>
        </p:nvSpPr>
        <p:spPr>
          <a:xfrm>
            <a:off x="6502400" y="4237228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18" name="S14-fracbar429"/>
          <p:cNvSpPr/>
          <p:nvPr/>
        </p:nvSpPr>
        <p:spPr>
          <a:xfrm>
            <a:off x="6538976" y="4663440"/>
            <a:ext cx="383286" cy="0"/>
          </a:xfrm>
          <a:prstGeom prst="line">
            <a:avLst/>
          </a:prstGeom>
          <a:noFill/>
          <a:ln w="20638">
            <a:solidFill>
              <a:srgbClr val="FFFFFF"/>
            </a:solidFill>
            <a:prstDash val="solid"/>
          </a:ln>
        </p:spPr>
      </p:sp>
      <p:sp>
        <p:nvSpPr>
          <p:cNvPr id="19" name="S14-num430"/>
          <p:cNvSpPr txBox="1"/>
          <p:nvPr/>
        </p:nvSpPr>
        <p:spPr>
          <a:xfrm>
            <a:off x="6502400" y="4700016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20" name="S14-op431"/>
          <p:cNvSpPr txBox="1"/>
          <p:nvPr/>
        </p:nvSpPr>
        <p:spPr>
          <a:xfrm>
            <a:off x="8095488" y="4237228"/>
            <a:ext cx="579628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21" name="S14-num432"/>
          <p:cNvSpPr txBox="1"/>
          <p:nvPr/>
        </p:nvSpPr>
        <p:spPr>
          <a:xfrm>
            <a:off x="8784844" y="4237228"/>
            <a:ext cx="272796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22" name="S14-num433"/>
          <p:cNvSpPr txBox="1"/>
          <p:nvPr/>
        </p:nvSpPr>
        <p:spPr>
          <a:xfrm>
            <a:off x="9057640" y="4237228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23" name="S14-fracbar434"/>
          <p:cNvSpPr/>
          <p:nvPr/>
        </p:nvSpPr>
        <p:spPr>
          <a:xfrm>
            <a:off x="9094216" y="4663440"/>
            <a:ext cx="383286" cy="0"/>
          </a:xfrm>
          <a:prstGeom prst="line">
            <a:avLst/>
          </a:prstGeom>
          <a:noFill/>
          <a:ln w="20638">
            <a:solidFill>
              <a:srgbClr val="FFFFFF"/>
            </a:solidFill>
            <a:prstDash val="solid"/>
          </a:ln>
        </p:spPr>
      </p:sp>
      <p:sp>
        <p:nvSpPr>
          <p:cNvPr id="24" name="S14-num435"/>
          <p:cNvSpPr txBox="1"/>
          <p:nvPr/>
        </p:nvSpPr>
        <p:spPr>
          <a:xfrm>
            <a:off x="9057640" y="4700016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25" name="S14-op436"/>
          <p:cNvSpPr txBox="1"/>
          <p:nvPr/>
        </p:nvSpPr>
        <p:spPr>
          <a:xfrm>
            <a:off x="9623806" y="4237228"/>
            <a:ext cx="579628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2600" dirty="0"/>
          </a:p>
        </p:txBody>
      </p:sp>
      <p:sp>
        <p:nvSpPr>
          <p:cNvPr id="26" name="S14-op437"/>
          <p:cNvSpPr txBox="1"/>
          <p:nvPr/>
        </p:nvSpPr>
        <p:spPr>
          <a:xfrm>
            <a:off x="10313162" y="4237228"/>
            <a:ext cx="473964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27" name="S14-text438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분수끼리의 곱셈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같은 분수 더하기</a:t>
            </a:r>
            <a:endParaRPr lang="ko-KR" sz="4000" dirty="0"/>
          </a:p>
        </p:txBody>
      </p:sp>
      <p:sp>
        <p:nvSpPr>
          <p:cNvPr id="3" name="S15-text43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4분의 1을 3번 더하면 얼마일까요?</a:t>
            </a:r>
            <a:endParaRPr lang="ko-KR" sz="2800" dirty="0"/>
          </a:p>
        </p:txBody>
      </p:sp>
      <p:sp>
        <p:nvSpPr>
          <p:cNvPr id="4" name="S15-card440"/>
          <p:cNvSpPr/>
          <p:nvPr/>
        </p:nvSpPr>
        <p:spPr>
          <a:xfrm>
            <a:off x="548640" y="5037836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441"/>
          <p:cNvSpPr txBox="1"/>
          <p:nvPr/>
        </p:nvSpPr>
        <p:spPr>
          <a:xfrm>
            <a:off x="822960" y="5174996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4분의 1이 3개 → 4분의 3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분모는 그대로, 분자끼리 더해요.</a:t>
            </a:r>
            <a:endParaRPr lang="ko-KR" sz="2800" dirty="0"/>
          </a:p>
        </p:txBody>
      </p:sp>
      <p:sp>
        <p:nvSpPr>
          <p:cNvPr id="6" name="S15-num442"/>
          <p:cNvSpPr txBox="1"/>
          <p:nvPr/>
        </p:nvSpPr>
        <p:spPr>
          <a:xfrm>
            <a:off x="830961" y="2061909"/>
            <a:ext cx="34975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1800" dirty="0"/>
          </a:p>
        </p:txBody>
      </p:sp>
      <p:sp>
        <p:nvSpPr>
          <p:cNvPr id="7" name="S15-fracbar443"/>
          <p:cNvSpPr/>
          <p:nvPr/>
        </p:nvSpPr>
        <p:spPr>
          <a:xfrm>
            <a:off x="867537" y="2368233"/>
            <a:ext cx="276606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8" name="S15-num444"/>
          <p:cNvSpPr txBox="1"/>
          <p:nvPr/>
        </p:nvSpPr>
        <p:spPr>
          <a:xfrm>
            <a:off x="830961" y="2404809"/>
            <a:ext cx="34975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1800" dirty="0"/>
          </a:p>
        </p:txBody>
      </p:sp>
      <p:sp>
        <p:nvSpPr>
          <p:cNvPr id="9" name="S15-cell445"/>
          <p:cNvSpPr/>
          <p:nvPr/>
        </p:nvSpPr>
        <p:spPr>
          <a:xfrm>
            <a:off x="1600200" y="2148840"/>
            <a:ext cx="2510028" cy="43878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15-cell446"/>
          <p:cNvSpPr/>
          <p:nvPr/>
        </p:nvSpPr>
        <p:spPr>
          <a:xfrm>
            <a:off x="4110228" y="2148840"/>
            <a:ext cx="2510028" cy="43878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15-cell447"/>
          <p:cNvSpPr/>
          <p:nvPr/>
        </p:nvSpPr>
        <p:spPr>
          <a:xfrm>
            <a:off x="6620256" y="2148840"/>
            <a:ext cx="2510028" cy="43878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15-cell448"/>
          <p:cNvSpPr/>
          <p:nvPr/>
        </p:nvSpPr>
        <p:spPr>
          <a:xfrm>
            <a:off x="9130284" y="2148840"/>
            <a:ext cx="2510028" cy="43878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15-figure449" descr="똑같이 4칸으로 나눈 띠, 1칸 색칠"/>
          <p:cNvSpPr/>
          <p:nvPr/>
        </p:nvSpPr>
        <p:spPr>
          <a:xfrm>
            <a:off x="1600200" y="2148840"/>
            <a:ext cx="10040112" cy="438785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4" name="S15-num450"/>
          <p:cNvSpPr txBox="1"/>
          <p:nvPr/>
        </p:nvSpPr>
        <p:spPr>
          <a:xfrm>
            <a:off x="830961" y="2756726"/>
            <a:ext cx="34975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1800" dirty="0"/>
          </a:p>
        </p:txBody>
      </p:sp>
      <p:sp>
        <p:nvSpPr>
          <p:cNvPr id="15" name="S15-fracbar451"/>
          <p:cNvSpPr/>
          <p:nvPr/>
        </p:nvSpPr>
        <p:spPr>
          <a:xfrm>
            <a:off x="867537" y="3063050"/>
            <a:ext cx="276606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6" name="S15-num452"/>
          <p:cNvSpPr txBox="1"/>
          <p:nvPr/>
        </p:nvSpPr>
        <p:spPr>
          <a:xfrm>
            <a:off x="830961" y="3099626"/>
            <a:ext cx="34975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1800" dirty="0"/>
          </a:p>
        </p:txBody>
      </p:sp>
      <p:sp>
        <p:nvSpPr>
          <p:cNvPr id="17" name="S15-cell453"/>
          <p:cNvSpPr/>
          <p:nvPr/>
        </p:nvSpPr>
        <p:spPr>
          <a:xfrm>
            <a:off x="1600200" y="2843657"/>
            <a:ext cx="2510028" cy="43878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15-cell454"/>
          <p:cNvSpPr/>
          <p:nvPr/>
        </p:nvSpPr>
        <p:spPr>
          <a:xfrm>
            <a:off x="4110228" y="2843657"/>
            <a:ext cx="2510028" cy="43878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15-cell455"/>
          <p:cNvSpPr/>
          <p:nvPr/>
        </p:nvSpPr>
        <p:spPr>
          <a:xfrm>
            <a:off x="6620256" y="2843657"/>
            <a:ext cx="2510028" cy="43878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15-cell456"/>
          <p:cNvSpPr/>
          <p:nvPr/>
        </p:nvSpPr>
        <p:spPr>
          <a:xfrm>
            <a:off x="9130284" y="2843657"/>
            <a:ext cx="2510028" cy="43878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15-figure457" descr="똑같이 4칸으로 나눈 띠, 1칸 색칠"/>
          <p:cNvSpPr/>
          <p:nvPr/>
        </p:nvSpPr>
        <p:spPr>
          <a:xfrm>
            <a:off x="1600200" y="2843657"/>
            <a:ext cx="10040112" cy="438785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2" name="S15-num458"/>
          <p:cNvSpPr txBox="1"/>
          <p:nvPr/>
        </p:nvSpPr>
        <p:spPr>
          <a:xfrm>
            <a:off x="830961" y="3451543"/>
            <a:ext cx="34975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1800" dirty="0"/>
          </a:p>
        </p:txBody>
      </p:sp>
      <p:sp>
        <p:nvSpPr>
          <p:cNvPr id="23" name="S15-fracbar459"/>
          <p:cNvSpPr/>
          <p:nvPr/>
        </p:nvSpPr>
        <p:spPr>
          <a:xfrm>
            <a:off x="867537" y="3757867"/>
            <a:ext cx="276606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4" name="S15-num460"/>
          <p:cNvSpPr txBox="1"/>
          <p:nvPr/>
        </p:nvSpPr>
        <p:spPr>
          <a:xfrm>
            <a:off x="830961" y="3794443"/>
            <a:ext cx="34975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1800" dirty="0"/>
          </a:p>
        </p:txBody>
      </p:sp>
      <p:sp>
        <p:nvSpPr>
          <p:cNvPr id="25" name="S15-cell461"/>
          <p:cNvSpPr/>
          <p:nvPr/>
        </p:nvSpPr>
        <p:spPr>
          <a:xfrm>
            <a:off x="1600200" y="3538474"/>
            <a:ext cx="2510028" cy="43878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15-cell462"/>
          <p:cNvSpPr/>
          <p:nvPr/>
        </p:nvSpPr>
        <p:spPr>
          <a:xfrm>
            <a:off x="4110228" y="3538474"/>
            <a:ext cx="2510028" cy="43878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15-cell463"/>
          <p:cNvSpPr/>
          <p:nvPr/>
        </p:nvSpPr>
        <p:spPr>
          <a:xfrm>
            <a:off x="6620256" y="3538474"/>
            <a:ext cx="2510028" cy="43878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15-cell464"/>
          <p:cNvSpPr/>
          <p:nvPr/>
        </p:nvSpPr>
        <p:spPr>
          <a:xfrm>
            <a:off x="9130284" y="3538474"/>
            <a:ext cx="2510028" cy="43878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15-figure465" descr="똑같이 4칸으로 나눈 띠, 1칸 색칠"/>
          <p:cNvSpPr/>
          <p:nvPr/>
        </p:nvSpPr>
        <p:spPr>
          <a:xfrm>
            <a:off x="1600200" y="3538474"/>
            <a:ext cx="10040112" cy="438785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0" name="S15-num466"/>
          <p:cNvSpPr txBox="1"/>
          <p:nvPr/>
        </p:nvSpPr>
        <p:spPr>
          <a:xfrm>
            <a:off x="830961" y="4146360"/>
            <a:ext cx="34975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1800" dirty="0"/>
          </a:p>
        </p:txBody>
      </p:sp>
      <p:sp>
        <p:nvSpPr>
          <p:cNvPr id="31" name="S15-fracbar467"/>
          <p:cNvSpPr/>
          <p:nvPr/>
        </p:nvSpPr>
        <p:spPr>
          <a:xfrm>
            <a:off x="867537" y="4452684"/>
            <a:ext cx="276606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32" name="S15-num468"/>
          <p:cNvSpPr txBox="1"/>
          <p:nvPr/>
        </p:nvSpPr>
        <p:spPr>
          <a:xfrm>
            <a:off x="830961" y="4489260"/>
            <a:ext cx="34975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1800" dirty="0"/>
          </a:p>
        </p:txBody>
      </p:sp>
      <p:sp>
        <p:nvSpPr>
          <p:cNvPr id="33" name="S15-cell469"/>
          <p:cNvSpPr/>
          <p:nvPr/>
        </p:nvSpPr>
        <p:spPr>
          <a:xfrm>
            <a:off x="1600200" y="4233291"/>
            <a:ext cx="2510028" cy="43878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4" name="S15-cell470"/>
          <p:cNvSpPr/>
          <p:nvPr/>
        </p:nvSpPr>
        <p:spPr>
          <a:xfrm>
            <a:off x="4110228" y="4233291"/>
            <a:ext cx="2510028" cy="43878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15-cell471"/>
          <p:cNvSpPr/>
          <p:nvPr/>
        </p:nvSpPr>
        <p:spPr>
          <a:xfrm>
            <a:off x="6620256" y="4233291"/>
            <a:ext cx="2510028" cy="438785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6" name="S15-cell472"/>
          <p:cNvSpPr/>
          <p:nvPr/>
        </p:nvSpPr>
        <p:spPr>
          <a:xfrm>
            <a:off x="9130284" y="4233291"/>
            <a:ext cx="2510028" cy="438785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7" name="S15-figure473" descr="똑같이 4칸으로 나눈 띠, 3칸 색칠"/>
          <p:cNvSpPr/>
          <p:nvPr/>
        </p:nvSpPr>
        <p:spPr>
          <a:xfrm>
            <a:off x="1600200" y="4233291"/>
            <a:ext cx="10040112" cy="438785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수학 분수와 자연수의 곱셈</dc:title>
  <dc:subject>KR22-G05-MAT-FRACMUL-L01</dc:subject>
  <dc:creator>education-ppt</dc:creator>
  <cp:lastModifiedBy>education-ppt</cp:lastModifiedBy>
  <cp:revision>1</cp:revision>
  <dcterms:created xsi:type="dcterms:W3CDTF">2026-10-26T08:18:41Z</dcterms:created>
  <dcterms:modified xsi:type="dcterms:W3CDTF">2026-10-26T08:18:41Z</dcterms:modified>
</cp:coreProperties>
</file>