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</p:sldIdLst>
  <p:notesMasterIdLst>
    <p:notesMasterId r:id="rId17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도입" id="{eade342d-4a0d-233c-13a5-8fae977c5307}">
          <p14:sldIdLst>
            <p14:sldId id="256"/>
            <p14:sldId id="257"/>
          </p14:sldIdLst>
        </p14:section>
        <p14:section name="개념" id="{e9cdfeb0-9c1f-5748-c9f0-36647a01fde1}">
          <p14:sldIdLst>
            <p14:sldId id="258"/>
            <p14:sldId id="259"/>
            <p14:sldId id="260"/>
            <p14:sldId id="262"/>
            <p14:sldId id="263"/>
          </p14:sldIdLst>
        </p14:section>
        <p14:section name="연습" id="{9e0c71b7-60a7-4771-1eea-9827c66fd086}">
          <p14:sldIdLst>
            <p14:sldId id="261"/>
            <p14:sldId id="264"/>
            <p14:sldId id="265"/>
          </p14:sldIdLst>
        </p14:section>
        <p14:section name="개념" id="{3eb0a345-e014-9c71-ec72-2795c40ee4bc}">
          <p14:sldIdLst/>
        </p14:section>
        <p14:section name="연습" id="{d7212444-c231-cd8d-840a-37de4559a1f5}">
          <p14:sldIdLst/>
        </p14:section>
        <p14:section name="확인" id="{b39c55ae-c378-8d86-72ea-278591dcf77e}">
          <p14:sldIdLst>
            <p14:sldId id="266"/>
            <p14:sldId id="267"/>
            <p14:sldId id="268"/>
          </p14:sldIdLst>
        </p14:section>
        <p14:section name="정리" id="{04a5aa3e-e7cf-f68b-ac22-69dc2d6991d0}">
          <p14:sldIdLst>
            <p14:sldId id="269"/>
          </p14:sldIdLst>
        </p14:section>
        <p14:section name="보충" id="{4b487feb-d36c-3e8c-b37a-7b8bbcd9b485}">
          <p14:sldIdLst>
            <p14:sldId id="270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notesMaster" Target="notesMasters/notesMaster1.xml"/><Relationship Id="rId18" Type="http://schemas.openxmlformats.org/officeDocument/2006/relationships/presProps" Target="presProps.xml"/><Relationship Id="rId19" Type="http://schemas.openxmlformats.org/officeDocument/2006/relationships/viewProps" Target="viewProps.xml"/><Relationship Id="rId20" Type="http://schemas.openxmlformats.org/officeDocument/2006/relationships/theme" Target="theme/theme1.xml"/><Relationship Id="rId2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[S01 · 오늘의 질문과 목표]
목적: ‘얼마의 얼마’를 구하는 상황을 보여 주고, 분수에 분수를 곱하면 어떻게 될지 궁금하게 합니다.
시간: 약 2분
이렇게 말해 보세요
- “땅의 3분의 2에 채소를 심었어. 그 채소밭의 4분의 3에 배추를 심었대. 배추밭은 땅 전체의 얼마쯤일까?”
- “3분의 2보다 클까, 작을까?”
예상 답
- “3분의 2보다 작아요. 그중 일부니까요.”
- “모르겠어요.”
막히면
- 종이 한 장을 땅이라고 하고 3분의 2만큼 접어 보게 합니다.
주의
- ‘3분의 2의 4분의 3’은 3분의 2 × 4분의 3으로 씁니다. 답은 S04~S05에서 함께 구합니다.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[S02 · 선수 학습 확인(분수와 자연수의 곱셈, 약분)]
목적: 지난 차시의 (분수)×(자연수), (자연수)×(분수)와 약분을 할 수 있는지 확인합니다.
시간: 약 3분
이렇게 말해 보세요
- “①은 분모는 그대로, 무엇을 곱해?”
- “②는 곱하기 전에 4와 8을 약분할 수 있어?”
- “③은 분자와 분모를 같은 수로 나누어 볼까?”
정답
- ① 7분의 6
- ② 8분의 20 = 2분의 5 = 2와 2분의 1
- ③ 4분의 3
막히면
- S15(보충)를 먼저 합니다.
- 보충으로도 어려우면 지난 차시 ‘분수와 자연수의 곱셈’(KR22-G05-MAT-FRACMUL-L01)을 다시 하고, 약분이 어려우면 ‘약분과 기약분수’(KR22-G05-MAT-FRAC-REDUCE-L01)를 다시 봅니다.
주의
- ②에서 분모 8에도 4를 곱하면(32분의 20) 지난 시간의 흔한 실수입니다. “분모는 어떻게 했지?”라고 묻습니다.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[S03 · (단위분수)×(단위분수)를 넓이 그림으로]
목적: (단위분수)×(단위분수)를 ‘얼마의 얼마’로 보고, 넓이 그림에서 전체가 몇 칸으로 나뉘는지 셉니다.
시간: 약 3분
이렇게 말해 보세요
- “왼쪽 그림에서 색칠한 곳은 땅의 얼마야?”
- “그 3분의 1을 다시 반으로 나누면 진한 칸은 전체의 얼마일까? 같은 크기의 칸이 모두 몇 개야?”
예상 답
- “3분의 1이요.”
- “6칸 중 1칸이니까 6분의 1이요.”
막히면
- 종이를 세로로 3번 접어 한 칸을 색칠한 뒤, 가로로 반을 접어 칸을 세게 합니다.
주의
- 3분의 1의 2분의 1은 3분의 1보다 작습니다. 진분수를 곱하면 작아진다는 지난 시간 내용과 연결합니다.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[S04 · (진분수)×(진분수)를 넓이 그림으로]
목적: S01의 문제를 넓이 그림으로 풉니다. 두 번 나눈 결과 전체가 12칸, 진한 칸이 6칸임을 셉니다.
시간: 약 3분
이렇게 말해 보세요
- “땅을 3줄로 나누었어. 채소밭은 몇 줄이야?”
- “채소밭 한 줄을 4칸으로 나누고 그중 3칸에 배추를 심어. 땅 전체는 모두 몇 칸이야? 배추밭은?”
예상 답
- “2줄이요.”
- “전체 12칸, 배추밭 6칸이에요. 12분의 6, 2분의 1이에요.”
막히면
- 종이를 가로로 세 번, 세로로 네 번 접어 12칸을 만들고 직접 색칠합니다.
주의
- S01의 답: 배추밭은 땅 전체의 12분의 6 = 2분의 1입니다.
- 그림의 칸은 모두 크기가 같아야 합니다. 종이를 접을 때 똑같이 접는지 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[S05 · 분자끼리·분모끼리 곱하는 까닭]
목적: 넓이 그림의 ‘전체 칸 수’와 ‘진한 칸 수’를 식의 분모·분자와 연결해, 분자끼리·분모끼리 곱하는 까닭을 설명합니다.
시간: 약 3분
이렇게 말해 보세요
- “전체 칸 수 12는 어떻게 나왔어? 3줄 × 4칸이지? 3과 4는 어디에 있던 수야?”
- “진한 칸 6은? 2줄 × 3칸, 2와 3은 어디에 있던 수야?”
예상 답
- “분모 3과 4를 곱했어요.”
- “분자 2와 3을 곱했어요.”
막히면
- 그림의 줄과 칸을 손가락으로 세며 식의 수와 하나씩 짝지어 줍니다.
주의
- 목표 A의 핵심 장면입니다. 아이가 ‘전체 칸 수는 분모끼리, 색칠한 칸 수는 분자끼리’라고 말하면 활동지에 그 말을 적어 둡니다.
- 아이가 지쳐 보이면 이 장 다음에 쉬고, 다음 날 S05를 짧게 다시 본 뒤 S06부터 이어서 해도 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[S06 · (분수)×(분수) 안내 연습]
목적: 도움을 받으며 (분수)×(분수)를 계산하고 넓이 그림으로 확인합니다.
시간: 약 4분
이렇게 말해 보세요
- “①은 분자끼리 곱하면? 분모끼리는?”
- “③은 모눈에서 3분의 2는 몇 줄이야? 그중 5분의 4는 몇 칸이야? 모두 몇 칸을 색칠했어?”
정답
- ① 8분의 1
- ② 10분의 3
- ③ 15분의 8 (위 2줄 중 4칸씩, 15칸 중 8칸)
막히면
- ③은 먼저 위 2줄을 연하게, 그다음 그 안에서 4칸씩 진하게 색칠하게 합니다.
- ①은 종이를 접어 확인해도 됩니다.
주의
- 답을 말한 뒤에는 꼭 “분모 15는 그림에서 무엇이야?”라고 물어 그림과 식을 연결합니다.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[S07 · 곱하기 전에 약분하기]
목적: 곱한 다음 약분해도, 곱하기 전에 분자와 분모를 약분해도 답이 같고, 먼저 약분하면 계산이 쉽다는 것을 봅니다.
시간: 약 3분
이렇게 말해 보세요
- “왼쪽은 그대로 곱했더니 120분의 20이 나왔어. 약분하면?”
- “오른쪽은 곱하기 전에 5와 15, 4와 8을 약분했어. 어느 쪽이 쉬워?”
예상 답
- “6분의 1이요.” “오른쪽이 수가 작아서 쉬워요.”
막히면
- 분자 하나와 분모 하나를 짝지어 “둘 다 나눌 수 있는 수가 있어?”라고 묻습니다.
주의
- 약분은 분자 하나와 분모 하나 사이에서만 합니다. 분자끼리(5와 4)나 분모끼리(8과 15)는 약분하지 않습니다.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[S08 · (대분수)×(대분수)]
목적: 대분수끼리의 곱셈은 가분수로 바꾼 다음 분자끼리·분모끼리 곱한다는 것을 압니다.
시간: 약 3분
이렇게 말해 보세요
- “1과 2분의 1을 가분수로 바꾸면? 2와 3분의 2는?”
- “2분의 3 × 3분의 8, 곱하기 전에 약분할 수 있는 수가 있을까?”
예상 답
- “2분의 3, 3분의 8이요.”
- “3과 3, 2와 8을 약분하면 1 × 4 = 4예요.”
막히면
- 가분수로 바꾸기가 어려우면 “1과 2분의 1에는 2분의 1이 몇 개 들어 있어?”라고 묻습니다.
주의
- 곱하기 전에 약분하면 3과 3은 1, 2와 8은 1과 4가 되어 1 × 4 = 4입니다.
- 다음 장에서 자연수끼리·분수끼리 곱하는 실수를 다룹니다.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[S09 · 오개념 비교(대분수를 자연수끼리·분수끼리 곱하기)]
목적: 대분수를 자연수끼리·분수끼리 따로 곱하는 흔한 실수(M2)를 어림으로 반박합니다.
시간: 약 3분
이렇게 말해 보세요
- “1과 2분의 1에 2만 곱해도 얼마야? 그런데 2와 3분의 2를 곱하면 그보다 커야 할까, 작아야 할까?”
- “하늘이의 답 2와 3분의 1은 3보다 커, 작아?”
예상 답
- “3이요. 2보다 더 큰 수를 곱하니까 3보다 커야 해요.”
- “하늘이 답은 3보다 작아서 틀렸어요.”
정답
- 바다가 맞습니다. 1과 2분의 1 × 2와 3분의 2 = 2분의 3 × 3분의 8 = 4입니다.
- 하늘이는 1 × 3분의 2와 2분의 1 × 2처럼 엇갈린 부분을 빠뜨렸습니다. 넓이 그림으로 그리면 네 부분이 생기는데 두 부분만 계산한 것입니다.
막히면
- 1과 2분의 1 × 2 = 3을 먼저 계산하게 하고, 하늘이의 답과 비교합니다.
주의
- 지난 차시의 (대분수)×(자연수)에서는 자연수 부분과 분수 부분에 각각 곱해도 됐습니다. 대분수끼리는 그렇게 하면 빠지는 부분이 생긴다는 점이 다릅니다.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[S10 · 약분과 대분수 곱셈 안내 연습]
목적: 도움을 받으며 곱하기 전에 약분하고, 대분수를 가분수로 바꾸어 곱합니다.
시간: 약 3분
이렇게 말해 보세요
- “①에서 약분할 수 있는 분자와 분모 짝은?”
- “②는 7과 7, 4와 8을 약분해 볼까?”
- “③은 먼저 무엇을 해야 해?”
정답
- ① 6분의 1 (3과 9를 3으로, 2와 4를 2로 약분하면 2분의 1 × 3분의 1)
- ② 2분의 1
- ③ 5분의 7 × 2분의 3 = 10분의 21 = 2와 10분의 1
막히면
- 약분할 짝을 선으로 이어 보게 합니다.
- ③에서 자연수끼리, 분수끼리 곱하면(1 × 1과 5분의 2 × 2분의 1) S09로 돌아갑니다.
주의
- 약분하지 않고 곱한 뒤 약분해도 답은 같습니다. 두 방법 모두 인정합니다.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[S11 · 혼자 해결]
목적: 도움 없이 (분수)×(분수)를 계산하고(목표 A·B), 약분과 대분수 곱셈을 하는지 확인합니다.
시간: 약 4분
이렇게 말해 보세요
- “이번에는 혼자 해 보자. 다 하면 하나를 골라 어떻게 했는지 설명해 줘.”
정답
- ① 15분의 6 = 5분의 2
- ② 60분의 45 = 4분의 3
- ③ 2분의 5 × 5분의 6 = 3
- ④ 5분의 4 × 8분의 3 = 40분의 12 = 10분의 3(L)
막히면
- 바로 알려 주지 말고 “분자끼리 곱하면? 분모끼리는?”이라고만 묻습니다.
- 도움을 받아 해결했다면 기록표에 ‘도움’으로 표시합니다.
주의
- ④는 ‘5분의 4의 8분의 3’이므로 5분의 4 × 8분의 3입니다. 정답 확인은 다음 장(S12)에서 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[S12 · 정답과 피드백]
목적: 아이의 답을 함께 확인하고 흔한 실수를 바로잡습니다. 수업용에만 있는 장입니다.
시간: 약 2분
이렇게 말해 보세요
- “네 답과 같은지 볼까? 다르면 어디서 달라졌는지 같이 찾아보자.”
정답
- ① 5분의 2 ② 4분의 3 ③ 3 ④ 10분의 3 L
막히면
- 대분수를 따로 곱했으면 S09로, 분자끼리·분모끼리 곱하는 까닭이 흔들리면 S05로 돌아갑니다.
주의
- 이 장은 학생용 파일에는 없습니다. 아이와 함께 볼 때는 슬라이드 쇼로 보여 줍니다.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[S13 · 마무리 확인(넓이 그림 고르기와 까닭)]
목적: 처음 보는 문제에서 넓이 그림과 분수의 곱셈을 연결해 설명하는지 확인합니다(목표 A).
시간: 약 2분
이렇게 말해 보세요
- “4분의 3의 3분의 1이야. 먼저 4분의 3은 어디야? 그중 3분의 1은?”
- “가와 다는 무엇을 나타낼까?”
정답
- 나: 4줄 중 3줄(4분의 3)에서 3칸 중 1칸(3분의 1)이라 12칸 중 3칸, 12분의 3 = 4분의 1입니다.
- 가는 4분의 3만(12칸 중 9칸), 다는 3분의 1만(12칸 중 4칸) 나타냅니다.
막히면
- 그림 위에 손가락으로 먼저 위 3줄을 가리고, 그 안에서 3칸 중 1칸을 찾게 합니다.
주의
- 까닭까지 말하면 목표 A 확인 완료입니다. 답만 맞히면 ‘까닭 설명 필요’로 기록하고 다음 수업 시작 때 다시 묻습니다.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[S14 · 정리와 다음 수업 복습]
목적: 핵심을 정리하고 다음 수업 첫 5분에 풀 복습 문제를 알려 줍니다.
시간: 약 2분
이렇게 말해 보세요
- “분수끼리 곱할 때 분모끼리 곱하는 까닭을 그림으로 말해 볼래?”
- “다음 수업을 시작할 때 이 세 문제를 먼저 풀 거야.”
예상 답
- “전체 칸 수가 분모끼리 곱한 수라서요.”
정답
- ① 15분의 1
- ② 6분의 1
- ③ 4분의 5 × 5분의 12 = 3
막히면
- S05의 그림을 다시 보여 줍니다.
주의
- 다음 차시 ‘소수의 곱셈’에서는 소수를 분수로 바꾸어 오늘 배운 곱셈을 씁니다. 복습 세 문제는 활동지 마지막 쪽과 함께 풉니다.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[S15 · 선수 학습 보충((분수)×(자연수)와 약분)]
목적: S02에서 (분수)×(자연수)나 약분이 흔들린 경우에만 사용합니다.
시간: 약 5분
이렇게 말해 보세요
- “5분의 2를 세 번 더하면 5분의 1이 몇 개야?”
- “8분의 12를 약분해 볼까? 4로 나누면?”
정답
- 5분의 6 = 1과 5분의 1
- 8분의 12 = 2분의 3
막히면
- 종이 띠 세 장을 5칸으로 접어 2칸씩 색칠하고 셉니다.
주의
- 이 차시의 계획상 선수 차시는 ‘분수와 자연수의 곱셈’(KR22-G05-MAT-FRACMUL-L01)입니다. 보충으로도 어려우면 그 차시를 먼저 하고, 약분이 어려우면 ‘약분과 기약분수’(KR22-G05-MAT-FRAC-REDUCE-L01)를 다시 봅니다.
- 보충이 오래 걸리면 오늘은 여기까지 하고 다음 날 S02부터 다시 시작합니다.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VER">
    <p:bg>
      <p:bgPr>
        <a:solidFill>
          <a:srgbClr val="26465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640080"/>
            <a:ext cx="6675120" cy="11887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6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1920240"/>
            <a:ext cx="6675120" cy="164592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28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indent="0" marL="0">
              <a:buNone/>
            </a:pPr>
            <a:endParaRPr lang="en-US" sz="2800" dirty="0"/>
          </a:p>
        </p:txBody>
      </p:sp>
      <p:sp>
        <p:nvSpPr>
          <p:cNvPr id="4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초5 수학 · 곱셈과어림 · 4차시</a:t>
            </a:r>
            <a:endParaRPr lang="en-US" sz="12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000" dirty="0"/>
          </a:p>
        </p:txBody>
      </p:sp>
      <p:sp>
        <p:nvSpPr>
          <p:cNvPr id="3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초5 수학 · 분수끼리의 곱셈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LOSING">
    <p:bg>
      <p:bgPr>
        <a:solidFill>
          <a:srgbClr val="26465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000" dirty="0"/>
          </a:p>
        </p:txBody>
      </p:sp>
      <p:sp>
        <p:nvSpPr>
          <p:cNvPr id="3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초5 수학 · 분수끼리의 곱셈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C9DCD8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UPPORT">
    <p:bg>
      <p:bgPr>
        <a:solidFill>
          <a:srgbClr val="F4F7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000" dirty="0"/>
          </a:p>
        </p:txBody>
      </p:sp>
      <p:sp>
        <p:nvSpPr>
          <p:cNvPr id="3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보충 자료 · 초5 수학 · 분수끼리의 곱셈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1005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640080"/>
            <a:ext cx="66751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분수끼리의 곱셈</a:t>
            </a:r>
            <a:endParaRPr lang="ko-KR" sz="46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1920240"/>
            <a:ext cx="667512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indent="0" marL="0">
              <a:buNone/>
            </a:pPr>
            <a:r>
              <a:rPr lang="ko-KR" altLang="en-US" sz="28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땅의 3분의 2에 채소를 심고</a:t>
            </a:r>
            <a:endParaRPr lang="ko-KR" sz="2800" dirty="0"/>
          </a:p>
          <a:p>
            <a:pPr eaLnBrk="0" indent="0" marL="0">
              <a:buNone/>
            </a:pPr>
            <a:r>
              <a:rPr lang="ko-KR" altLang="en-US" sz="28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그중 4분의 3에 배추를 심었어요.</a:t>
            </a:r>
            <a:endParaRPr lang="ko-KR" sz="2800" dirty="0"/>
          </a:p>
          <a:p>
            <a:pPr eaLnBrk="0" indent="0" marL="0">
              <a:buNone/>
            </a:pPr>
            <a:r>
              <a:rPr lang="ko-KR" altLang="en-US" sz="28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배추밭은 땅 전체의 얼마일까?</a:t>
            </a:r>
            <a:endParaRPr lang="ko-KR" sz="2800" dirty="0"/>
          </a:p>
        </p:txBody>
      </p:sp>
      <p:sp>
        <p:nvSpPr>
          <p:cNvPr id="4" name="S01-num1"/>
          <p:cNvSpPr txBox="1"/>
          <p:nvPr/>
        </p:nvSpPr>
        <p:spPr>
          <a:xfrm>
            <a:off x="7892288" y="1467104"/>
            <a:ext cx="643128" cy="599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4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ko-KR" sz="4000" dirty="0"/>
          </a:p>
        </p:txBody>
      </p:sp>
      <p:sp>
        <p:nvSpPr>
          <p:cNvPr id="5" name="S01-fracbar2"/>
          <p:cNvSpPr/>
          <p:nvPr/>
        </p:nvSpPr>
        <p:spPr>
          <a:xfrm>
            <a:off x="7928864" y="2103120"/>
            <a:ext cx="569976" cy="0"/>
          </a:xfrm>
          <a:prstGeom prst="line">
            <a:avLst/>
          </a:prstGeom>
          <a:noFill/>
          <a:ln w="31750">
            <a:solidFill>
              <a:srgbClr val="FFFFFF"/>
            </a:solidFill>
            <a:prstDash val="solid"/>
          </a:ln>
        </p:spPr>
      </p:sp>
      <p:sp>
        <p:nvSpPr>
          <p:cNvPr id="6" name="S01-num3"/>
          <p:cNvSpPr txBox="1"/>
          <p:nvPr/>
        </p:nvSpPr>
        <p:spPr>
          <a:xfrm>
            <a:off x="7892288" y="2139696"/>
            <a:ext cx="643128" cy="599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4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ko-KR" sz="4000" dirty="0"/>
          </a:p>
        </p:txBody>
      </p:sp>
      <p:sp>
        <p:nvSpPr>
          <p:cNvPr id="7" name="S01-op4"/>
          <p:cNvSpPr txBox="1"/>
          <p:nvPr/>
        </p:nvSpPr>
        <p:spPr>
          <a:xfrm>
            <a:off x="8645144" y="1467104"/>
            <a:ext cx="753872" cy="1272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4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×</a:t>
            </a:r>
            <a:endParaRPr lang="ko-KR" sz="4000" dirty="0"/>
          </a:p>
        </p:txBody>
      </p:sp>
      <p:sp>
        <p:nvSpPr>
          <p:cNvPr id="8" name="S01-num5"/>
          <p:cNvSpPr txBox="1"/>
          <p:nvPr/>
        </p:nvSpPr>
        <p:spPr>
          <a:xfrm>
            <a:off x="9508744" y="1467104"/>
            <a:ext cx="643128" cy="599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4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ko-KR" sz="4000" dirty="0"/>
          </a:p>
        </p:txBody>
      </p:sp>
      <p:sp>
        <p:nvSpPr>
          <p:cNvPr id="9" name="S01-fracbar6"/>
          <p:cNvSpPr/>
          <p:nvPr/>
        </p:nvSpPr>
        <p:spPr>
          <a:xfrm>
            <a:off x="9545320" y="2103120"/>
            <a:ext cx="569976" cy="0"/>
          </a:xfrm>
          <a:prstGeom prst="line">
            <a:avLst/>
          </a:prstGeom>
          <a:noFill/>
          <a:ln w="31750">
            <a:solidFill>
              <a:srgbClr val="FFFFFF"/>
            </a:solidFill>
            <a:prstDash val="solid"/>
          </a:ln>
        </p:spPr>
      </p:sp>
      <p:sp>
        <p:nvSpPr>
          <p:cNvPr id="10" name="S01-num7"/>
          <p:cNvSpPr txBox="1"/>
          <p:nvPr/>
        </p:nvSpPr>
        <p:spPr>
          <a:xfrm>
            <a:off x="9508744" y="2139696"/>
            <a:ext cx="643128" cy="599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4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ko-KR" sz="4000" dirty="0"/>
          </a:p>
        </p:txBody>
      </p:sp>
      <p:sp>
        <p:nvSpPr>
          <p:cNvPr id="11" name="S01-op8"/>
          <p:cNvSpPr txBox="1"/>
          <p:nvPr/>
        </p:nvSpPr>
        <p:spPr>
          <a:xfrm>
            <a:off x="10261600" y="1467104"/>
            <a:ext cx="469392" cy="1272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4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=</a:t>
            </a:r>
            <a:endParaRPr lang="ko-KR" sz="4000" dirty="0"/>
          </a:p>
        </p:txBody>
      </p:sp>
      <p:sp>
        <p:nvSpPr>
          <p:cNvPr id="12" name="S01-op9"/>
          <p:cNvSpPr txBox="1"/>
          <p:nvPr/>
        </p:nvSpPr>
        <p:spPr>
          <a:xfrm>
            <a:off x="10840720" y="1467104"/>
            <a:ext cx="560832" cy="1272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4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?</a:t>
            </a:r>
            <a:endParaRPr lang="ko-KR" sz="4000" dirty="0"/>
          </a:p>
        </p:txBody>
      </p:sp>
      <p:sp>
        <p:nvSpPr>
          <p:cNvPr id="13" name="S01-card10"/>
          <p:cNvSpPr/>
          <p:nvPr/>
        </p:nvSpPr>
        <p:spPr>
          <a:xfrm>
            <a:off x="731520" y="4529328"/>
            <a:ext cx="10725912" cy="1597152"/>
          </a:xfrm>
          <a:prstGeom prst="roundRect">
            <a:avLst>
              <a:gd name="adj" fmla="val 6870"/>
            </a:avLst>
          </a:prstGeom>
          <a:solidFill>
            <a:srgbClr val="32606F"/>
          </a:solidFill>
          <a:ln w="12700">
            <a:solidFill>
              <a:srgbClr val="32606F"/>
            </a:solidFill>
            <a:prstDash val="solid"/>
          </a:ln>
        </p:spPr>
      </p:sp>
      <p:sp>
        <p:nvSpPr>
          <p:cNvPr id="14" name="S01-cardtext11"/>
          <p:cNvSpPr txBox="1"/>
          <p:nvPr/>
        </p:nvSpPr>
        <p:spPr>
          <a:xfrm>
            <a:off x="1005840" y="4666488"/>
            <a:ext cx="10177272" cy="13228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오늘 할 수 있게 될 것</a:t>
            </a:r>
            <a:endParaRPr lang="ko-KR" sz="28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2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분수끼리의 곱셈을 넓이 그림으로 설명해요.</a:t>
            </a:r>
            <a:endParaRPr lang="ko-KR" sz="28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2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약분하고, 대분수는 가분수로 바꿔 곱해요.</a:t>
            </a:r>
            <a:endParaRPr lang="ko-KR" sz="2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지난 시간 기억하기</a:t>
            </a:r>
            <a:endParaRPr lang="ko-KR" sz="4000" dirty="0"/>
          </a:p>
        </p:txBody>
      </p:sp>
      <p:sp>
        <p:nvSpPr>
          <p:cNvPr id="3" name="S02-text12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계산하여 간단히 나타내요.</a:t>
            </a:r>
            <a:endParaRPr lang="ko-KR" sz="2800" dirty="0"/>
          </a:p>
        </p:txBody>
      </p:sp>
      <p:sp>
        <p:nvSpPr>
          <p:cNvPr id="4" name="S02-chip13"/>
          <p:cNvSpPr txBox="1"/>
          <p:nvPr/>
        </p:nvSpPr>
        <p:spPr>
          <a:xfrm>
            <a:off x="548640" y="236829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200" dirty="0"/>
          </a:p>
        </p:txBody>
      </p:sp>
      <p:sp>
        <p:nvSpPr>
          <p:cNvPr id="5" name="S02-num14"/>
          <p:cNvSpPr txBox="1"/>
          <p:nvPr/>
        </p:nvSpPr>
        <p:spPr>
          <a:xfrm>
            <a:off x="1344168" y="2135632"/>
            <a:ext cx="536448" cy="4795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ko-KR" sz="3200" dirty="0"/>
          </a:p>
        </p:txBody>
      </p:sp>
      <p:sp>
        <p:nvSpPr>
          <p:cNvPr id="6" name="S02-fracbar15"/>
          <p:cNvSpPr/>
          <p:nvPr/>
        </p:nvSpPr>
        <p:spPr>
          <a:xfrm>
            <a:off x="1380744" y="2651760"/>
            <a:ext cx="463296" cy="0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7" name="S02-num16"/>
          <p:cNvSpPr txBox="1"/>
          <p:nvPr/>
        </p:nvSpPr>
        <p:spPr>
          <a:xfrm>
            <a:off x="1344168" y="2688336"/>
            <a:ext cx="536448" cy="4795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</a:t>
            </a:r>
            <a:endParaRPr lang="ko-KR" sz="3200" dirty="0"/>
          </a:p>
        </p:txBody>
      </p:sp>
      <p:sp>
        <p:nvSpPr>
          <p:cNvPr id="8" name="S02-op17"/>
          <p:cNvSpPr txBox="1"/>
          <p:nvPr/>
        </p:nvSpPr>
        <p:spPr>
          <a:xfrm>
            <a:off x="1990344" y="2135632"/>
            <a:ext cx="654304" cy="10322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×</a:t>
            </a:r>
            <a:endParaRPr lang="ko-KR" sz="3200" dirty="0"/>
          </a:p>
        </p:txBody>
      </p:sp>
      <p:sp>
        <p:nvSpPr>
          <p:cNvPr id="9" name="S02-op18"/>
          <p:cNvSpPr txBox="1"/>
          <p:nvPr/>
        </p:nvSpPr>
        <p:spPr>
          <a:xfrm>
            <a:off x="2754376" y="2135632"/>
            <a:ext cx="524256" cy="10322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ko-KR" sz="3200" dirty="0"/>
          </a:p>
        </p:txBody>
      </p:sp>
      <p:sp>
        <p:nvSpPr>
          <p:cNvPr id="10" name="S02-op19"/>
          <p:cNvSpPr txBox="1"/>
          <p:nvPr/>
        </p:nvSpPr>
        <p:spPr>
          <a:xfrm>
            <a:off x="3388360" y="2135632"/>
            <a:ext cx="426720" cy="10322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=</a:t>
            </a:r>
            <a:endParaRPr lang="ko-KR" sz="3200" dirty="0"/>
          </a:p>
        </p:txBody>
      </p:sp>
      <p:sp>
        <p:nvSpPr>
          <p:cNvPr id="11" name="S02-blank20"/>
          <p:cNvSpPr/>
          <p:nvPr/>
        </p:nvSpPr>
        <p:spPr>
          <a:xfrm>
            <a:off x="4074526" y="2474326"/>
            <a:ext cx="354868" cy="354868"/>
          </a:xfrm>
          <a:prstGeom prst="rect">
            <a:avLst/>
          </a:prstGeom>
          <a:solidFill>
            <a:srgbClr val="FFFFFF"/>
          </a:solidFill>
          <a:ln w="22225">
            <a:solidFill>
              <a:srgbClr val="1F2937"/>
            </a:solidFill>
            <a:prstDash val="solid"/>
          </a:ln>
        </p:spPr>
      </p:sp>
      <p:sp>
        <p:nvSpPr>
          <p:cNvPr id="12" name="S02-chip21"/>
          <p:cNvSpPr txBox="1"/>
          <p:nvPr/>
        </p:nvSpPr>
        <p:spPr>
          <a:xfrm>
            <a:off x="548640" y="383133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200" dirty="0"/>
          </a:p>
        </p:txBody>
      </p:sp>
      <p:sp>
        <p:nvSpPr>
          <p:cNvPr id="13" name="S02-op22"/>
          <p:cNvSpPr txBox="1"/>
          <p:nvPr/>
        </p:nvSpPr>
        <p:spPr>
          <a:xfrm>
            <a:off x="1344168" y="3598672"/>
            <a:ext cx="524256" cy="10322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ko-KR" sz="3200" dirty="0"/>
          </a:p>
        </p:txBody>
      </p:sp>
      <p:sp>
        <p:nvSpPr>
          <p:cNvPr id="14" name="S02-op23"/>
          <p:cNvSpPr txBox="1"/>
          <p:nvPr/>
        </p:nvSpPr>
        <p:spPr>
          <a:xfrm>
            <a:off x="1978152" y="3598672"/>
            <a:ext cx="654304" cy="10322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×</a:t>
            </a:r>
            <a:endParaRPr lang="ko-KR" sz="3200" dirty="0"/>
          </a:p>
        </p:txBody>
      </p:sp>
      <p:sp>
        <p:nvSpPr>
          <p:cNvPr id="15" name="S02-num24"/>
          <p:cNvSpPr txBox="1"/>
          <p:nvPr/>
        </p:nvSpPr>
        <p:spPr>
          <a:xfrm>
            <a:off x="2742184" y="3598672"/>
            <a:ext cx="536448" cy="4795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</a:t>
            </a:r>
            <a:endParaRPr lang="ko-KR" sz="3200" dirty="0"/>
          </a:p>
        </p:txBody>
      </p:sp>
      <p:sp>
        <p:nvSpPr>
          <p:cNvPr id="16" name="S02-fracbar25"/>
          <p:cNvSpPr/>
          <p:nvPr/>
        </p:nvSpPr>
        <p:spPr>
          <a:xfrm>
            <a:off x="2778760" y="4114800"/>
            <a:ext cx="463296" cy="0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17" name="S02-num26"/>
          <p:cNvSpPr txBox="1"/>
          <p:nvPr/>
        </p:nvSpPr>
        <p:spPr>
          <a:xfrm>
            <a:off x="2742184" y="4151376"/>
            <a:ext cx="536448" cy="4795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</a:t>
            </a:r>
            <a:endParaRPr lang="ko-KR" sz="3200" dirty="0"/>
          </a:p>
        </p:txBody>
      </p:sp>
      <p:sp>
        <p:nvSpPr>
          <p:cNvPr id="18" name="S02-op27"/>
          <p:cNvSpPr txBox="1"/>
          <p:nvPr/>
        </p:nvSpPr>
        <p:spPr>
          <a:xfrm>
            <a:off x="3388360" y="3598672"/>
            <a:ext cx="426720" cy="10322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=</a:t>
            </a:r>
            <a:endParaRPr lang="ko-KR" sz="3200" dirty="0"/>
          </a:p>
        </p:txBody>
      </p:sp>
      <p:sp>
        <p:nvSpPr>
          <p:cNvPr id="19" name="S02-blank28"/>
          <p:cNvSpPr/>
          <p:nvPr/>
        </p:nvSpPr>
        <p:spPr>
          <a:xfrm>
            <a:off x="4074526" y="3937366"/>
            <a:ext cx="354868" cy="354868"/>
          </a:xfrm>
          <a:prstGeom prst="rect">
            <a:avLst/>
          </a:prstGeom>
          <a:solidFill>
            <a:srgbClr val="FFFFFF"/>
          </a:solidFill>
          <a:ln w="22225">
            <a:solidFill>
              <a:srgbClr val="1F2937"/>
            </a:solidFill>
            <a:prstDash val="solid"/>
          </a:ln>
        </p:spPr>
      </p:sp>
      <p:sp>
        <p:nvSpPr>
          <p:cNvPr id="20" name="S02-chip29"/>
          <p:cNvSpPr txBox="1"/>
          <p:nvPr/>
        </p:nvSpPr>
        <p:spPr>
          <a:xfrm>
            <a:off x="548640" y="529437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</a:t>
            </a:r>
            <a:endParaRPr lang="ko-KR" sz="2200" dirty="0"/>
          </a:p>
        </p:txBody>
      </p:sp>
      <p:sp>
        <p:nvSpPr>
          <p:cNvPr id="21" name="S02-num30"/>
          <p:cNvSpPr txBox="1"/>
          <p:nvPr/>
        </p:nvSpPr>
        <p:spPr>
          <a:xfrm>
            <a:off x="1344168" y="5061712"/>
            <a:ext cx="636016" cy="4795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9</a:t>
            </a:r>
            <a:endParaRPr lang="ko-KR" sz="3200" dirty="0"/>
          </a:p>
        </p:txBody>
      </p:sp>
      <p:sp>
        <p:nvSpPr>
          <p:cNvPr id="22" name="S02-fracbar31"/>
          <p:cNvSpPr/>
          <p:nvPr/>
        </p:nvSpPr>
        <p:spPr>
          <a:xfrm>
            <a:off x="1380744" y="5577840"/>
            <a:ext cx="562864" cy="0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23" name="S02-num32"/>
          <p:cNvSpPr txBox="1"/>
          <p:nvPr/>
        </p:nvSpPr>
        <p:spPr>
          <a:xfrm>
            <a:off x="1344168" y="5614416"/>
            <a:ext cx="636016" cy="4795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12</a:t>
            </a:r>
            <a:endParaRPr lang="ko-KR" sz="3200" dirty="0"/>
          </a:p>
        </p:txBody>
      </p:sp>
      <p:sp>
        <p:nvSpPr>
          <p:cNvPr id="24" name="S02-op33"/>
          <p:cNvSpPr txBox="1"/>
          <p:nvPr/>
        </p:nvSpPr>
        <p:spPr>
          <a:xfrm>
            <a:off x="2089912" y="5061712"/>
            <a:ext cx="426720" cy="10322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=</a:t>
            </a:r>
            <a:endParaRPr lang="ko-KR" sz="3200" dirty="0"/>
          </a:p>
        </p:txBody>
      </p:sp>
      <p:sp>
        <p:nvSpPr>
          <p:cNvPr id="25" name="S02-blank34"/>
          <p:cNvSpPr/>
          <p:nvPr/>
        </p:nvSpPr>
        <p:spPr>
          <a:xfrm>
            <a:off x="2717150" y="5124054"/>
            <a:ext cx="354868" cy="354868"/>
          </a:xfrm>
          <a:prstGeom prst="rect">
            <a:avLst/>
          </a:prstGeom>
          <a:solidFill>
            <a:srgbClr val="FFFFFF"/>
          </a:solidFill>
          <a:ln w="22225">
            <a:solidFill>
              <a:srgbClr val="1F2937"/>
            </a:solidFill>
            <a:prstDash val="solid"/>
          </a:ln>
        </p:spPr>
      </p:sp>
      <p:sp>
        <p:nvSpPr>
          <p:cNvPr id="26" name="S02-fracbar35"/>
          <p:cNvSpPr/>
          <p:nvPr/>
        </p:nvSpPr>
        <p:spPr>
          <a:xfrm>
            <a:off x="2662936" y="5577840"/>
            <a:ext cx="463296" cy="0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27" name="S02-num36"/>
          <p:cNvSpPr txBox="1"/>
          <p:nvPr/>
        </p:nvSpPr>
        <p:spPr>
          <a:xfrm>
            <a:off x="2626360" y="5614416"/>
            <a:ext cx="536448" cy="4795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ko-KR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3분의 1의 2분의 1</a:t>
            </a:r>
            <a:endParaRPr lang="ko-KR" sz="4000" dirty="0"/>
          </a:p>
        </p:txBody>
      </p:sp>
      <p:sp>
        <p:nvSpPr>
          <p:cNvPr id="3" name="S03-text37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같은 크기의 땅으로 생각해요.</a:t>
            </a:r>
            <a:endParaRPr lang="ko-KR" sz="2800" dirty="0"/>
          </a:p>
        </p:txBody>
      </p:sp>
      <p:sp>
        <p:nvSpPr>
          <p:cNvPr id="4" name="S03-card38"/>
          <p:cNvSpPr/>
          <p:nvPr/>
        </p:nvSpPr>
        <p:spPr>
          <a:xfrm>
            <a:off x="548640" y="5037836"/>
            <a:ext cx="11091672" cy="1180084"/>
          </a:xfrm>
          <a:prstGeom prst="roundRect">
            <a:avLst>
              <a:gd name="adj" fmla="val 9298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5" name="S03-cardtext39"/>
          <p:cNvSpPr txBox="1"/>
          <p:nvPr/>
        </p:nvSpPr>
        <p:spPr>
          <a:xfrm>
            <a:off x="822960" y="5174996"/>
            <a:ext cx="10543032" cy="9057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3분의 1 × 2분의 1 = 6분의 1</a:t>
            </a:r>
            <a:endParaRPr lang="ko-KR" sz="28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전체를 3 × 2 = 6칸으로 나눈 것 중 1칸이에요.</a:t>
            </a:r>
            <a:endParaRPr lang="ko-KR" sz="2800" dirty="0"/>
          </a:p>
        </p:txBody>
      </p:sp>
      <p:sp>
        <p:nvSpPr>
          <p:cNvPr id="6" name="S03-figure40" descr="2줄 3칸 모눈에서 왼쪽 한 줄(2칸) 색칠: 3분의 1"/>
          <p:cNvSpPr/>
          <p:nvPr/>
        </p:nvSpPr>
        <p:spPr>
          <a:xfrm>
            <a:off x="1869948" y="2270887"/>
            <a:ext cx="2743200" cy="1828800"/>
          </a:xfrm>
          <a:custGeom>
            <a:avLst/>
            <a:gdLst/>
            <a:ahLst/>
            <a:cxnLst/>
            <a:rect l="l" t="t" r="r" b="b"/>
            <a:pathLst>
              <a:path w="2743200" h="1828800">
                <a:moveTo>
                  <a:pt x="0" y="1828800"/>
                </a:moveTo>
                <a:lnTo>
                  <a:pt x="2743200" y="1828800"/>
                </a:lnTo>
                <a:lnTo>
                  <a:pt x="2743200" y="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31750">
            <a:solidFill>
              <a:srgbClr val="1F2937"/>
            </a:solidFill>
            <a:prstDash val="solid"/>
          </a:ln>
        </p:spPr>
      </p:sp>
      <p:sp>
        <p:nvSpPr>
          <p:cNvPr id="7" name="S03-mark41"/>
          <p:cNvSpPr/>
          <p:nvPr/>
        </p:nvSpPr>
        <p:spPr>
          <a:xfrm>
            <a:off x="1869948" y="2270887"/>
            <a:ext cx="914400" cy="1828800"/>
          </a:xfrm>
          <a:custGeom>
            <a:avLst/>
            <a:gdLst/>
            <a:ahLst/>
            <a:cxnLst/>
            <a:rect l="l" t="t" r="r" b="b"/>
            <a:pathLst>
              <a:path w="914400" h="1828800">
                <a:moveTo>
                  <a:pt x="0" y="1828800"/>
                </a:moveTo>
                <a:lnTo>
                  <a:pt x="914400" y="1828800"/>
                </a:lnTo>
                <a:lnTo>
                  <a:pt x="914400" y="0"/>
                </a:lnTo>
                <a:lnTo>
                  <a:pt x="0" y="0"/>
                </a:lnTo>
                <a:close/>
              </a:path>
            </a:pathLst>
          </a:custGeom>
          <a:solidFill>
            <a:srgbClr val="E9762B"/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8" name="S03-mark42"/>
          <p:cNvSpPr/>
          <p:nvPr/>
        </p:nvSpPr>
        <p:spPr>
          <a:xfrm flipV="1">
            <a:off x="2784348" y="2270887"/>
            <a:ext cx="0" cy="1828800"/>
          </a:xfrm>
          <a:prstGeom prst="line">
            <a:avLst/>
          </a:prstGeom>
          <a:noFill/>
          <a:ln w="15875">
            <a:solidFill>
              <a:srgbClr val="1F2937"/>
            </a:solidFill>
            <a:prstDash val="solid"/>
          </a:ln>
        </p:spPr>
      </p:sp>
      <p:sp>
        <p:nvSpPr>
          <p:cNvPr id="9" name="S03-mark43"/>
          <p:cNvSpPr/>
          <p:nvPr/>
        </p:nvSpPr>
        <p:spPr>
          <a:xfrm flipV="1">
            <a:off x="3698748" y="2270887"/>
            <a:ext cx="0" cy="1828800"/>
          </a:xfrm>
          <a:prstGeom prst="line">
            <a:avLst/>
          </a:prstGeom>
          <a:noFill/>
          <a:ln w="15875">
            <a:solidFill>
              <a:srgbClr val="1F2937"/>
            </a:solidFill>
            <a:prstDash val="solid"/>
          </a:ln>
        </p:spPr>
      </p:sp>
      <p:sp>
        <p:nvSpPr>
          <p:cNvPr id="10" name="S03-mark44"/>
          <p:cNvSpPr/>
          <p:nvPr/>
        </p:nvSpPr>
        <p:spPr>
          <a:xfrm>
            <a:off x="1869948" y="3185287"/>
            <a:ext cx="2743200" cy="0"/>
          </a:xfrm>
          <a:prstGeom prst="line">
            <a:avLst/>
          </a:prstGeom>
          <a:noFill/>
          <a:ln w="15875">
            <a:solidFill>
              <a:srgbClr val="1F2937"/>
            </a:solidFill>
            <a:prstDash val="solid"/>
          </a:ln>
        </p:spPr>
      </p:sp>
      <p:sp>
        <p:nvSpPr>
          <p:cNvPr id="11" name="S03-label45"/>
          <p:cNvSpPr txBox="1"/>
          <p:nvPr/>
        </p:nvSpPr>
        <p:spPr>
          <a:xfrm>
            <a:off x="548640" y="4432046"/>
            <a:ext cx="5385816" cy="3771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땅의 3분의 1</a:t>
            </a:r>
            <a:endParaRPr lang="ko-KR" sz="2200" dirty="0"/>
          </a:p>
        </p:txBody>
      </p:sp>
      <p:sp>
        <p:nvSpPr>
          <p:cNvPr id="12" name="S03-figure46" descr="3분의 1(연한 색) 중 위 1칸만 진하게: 6칸 중 1칸"/>
          <p:cNvSpPr/>
          <p:nvPr/>
        </p:nvSpPr>
        <p:spPr>
          <a:xfrm>
            <a:off x="7575804" y="2270887"/>
            <a:ext cx="2743200" cy="1828800"/>
          </a:xfrm>
          <a:custGeom>
            <a:avLst/>
            <a:gdLst/>
            <a:ahLst/>
            <a:cxnLst/>
            <a:rect l="l" t="t" r="r" b="b"/>
            <a:pathLst>
              <a:path w="2743200" h="1828800">
                <a:moveTo>
                  <a:pt x="0" y="1828800"/>
                </a:moveTo>
                <a:lnTo>
                  <a:pt x="2743200" y="1828800"/>
                </a:lnTo>
                <a:lnTo>
                  <a:pt x="2743200" y="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31750">
            <a:solidFill>
              <a:srgbClr val="1F2937"/>
            </a:solidFill>
            <a:prstDash val="solid"/>
          </a:ln>
        </p:spPr>
      </p:sp>
      <p:sp>
        <p:nvSpPr>
          <p:cNvPr id="13" name="S03-mark47"/>
          <p:cNvSpPr/>
          <p:nvPr/>
        </p:nvSpPr>
        <p:spPr>
          <a:xfrm>
            <a:off x="7575804" y="2270887"/>
            <a:ext cx="914400" cy="1828800"/>
          </a:xfrm>
          <a:custGeom>
            <a:avLst/>
            <a:gdLst/>
            <a:ahLst/>
            <a:cxnLst/>
            <a:rect l="l" t="t" r="r" b="b"/>
            <a:pathLst>
              <a:path w="914400" h="1828800">
                <a:moveTo>
                  <a:pt x="0" y="1828800"/>
                </a:moveTo>
                <a:lnTo>
                  <a:pt x="914400" y="1828800"/>
                </a:lnTo>
                <a:lnTo>
                  <a:pt x="914400" y="0"/>
                </a:lnTo>
                <a:lnTo>
                  <a:pt x="0" y="0"/>
                </a:lnTo>
                <a:close/>
              </a:path>
            </a:pathLst>
          </a:custGeom>
          <a:solidFill>
            <a:srgbClr val="FDEBDD"/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14" name="S03-mark48"/>
          <p:cNvSpPr/>
          <p:nvPr/>
        </p:nvSpPr>
        <p:spPr>
          <a:xfrm>
            <a:off x="7575804" y="2270887"/>
            <a:ext cx="914400" cy="914400"/>
          </a:xfrm>
          <a:custGeom>
            <a:avLst/>
            <a:gdLst/>
            <a:ahLst/>
            <a:cxnLst/>
            <a:rect l="l" t="t" r="r" b="b"/>
            <a:pathLst>
              <a:path w="914400" h="914400">
                <a:moveTo>
                  <a:pt x="0" y="914400"/>
                </a:moveTo>
                <a:lnTo>
                  <a:pt x="914400" y="914400"/>
                </a:lnTo>
                <a:lnTo>
                  <a:pt x="914400" y="0"/>
                </a:lnTo>
                <a:lnTo>
                  <a:pt x="0" y="0"/>
                </a:lnTo>
                <a:close/>
              </a:path>
            </a:pathLst>
          </a:custGeom>
          <a:solidFill>
            <a:srgbClr val="E9762B"/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15" name="S03-mark49"/>
          <p:cNvSpPr/>
          <p:nvPr/>
        </p:nvSpPr>
        <p:spPr>
          <a:xfrm flipV="1">
            <a:off x="8490204" y="2270887"/>
            <a:ext cx="0" cy="1828800"/>
          </a:xfrm>
          <a:prstGeom prst="line">
            <a:avLst/>
          </a:prstGeom>
          <a:noFill/>
          <a:ln w="15875">
            <a:solidFill>
              <a:srgbClr val="1F2937"/>
            </a:solidFill>
            <a:prstDash val="solid"/>
          </a:ln>
        </p:spPr>
      </p:sp>
      <p:sp>
        <p:nvSpPr>
          <p:cNvPr id="16" name="S03-mark50"/>
          <p:cNvSpPr/>
          <p:nvPr/>
        </p:nvSpPr>
        <p:spPr>
          <a:xfrm flipV="1">
            <a:off x="9404604" y="2270887"/>
            <a:ext cx="0" cy="1828800"/>
          </a:xfrm>
          <a:prstGeom prst="line">
            <a:avLst/>
          </a:prstGeom>
          <a:noFill/>
          <a:ln w="15875">
            <a:solidFill>
              <a:srgbClr val="1F2937"/>
            </a:solidFill>
            <a:prstDash val="solid"/>
          </a:ln>
        </p:spPr>
      </p:sp>
      <p:sp>
        <p:nvSpPr>
          <p:cNvPr id="17" name="S03-mark51"/>
          <p:cNvSpPr/>
          <p:nvPr/>
        </p:nvSpPr>
        <p:spPr>
          <a:xfrm>
            <a:off x="7575804" y="3185287"/>
            <a:ext cx="2743200" cy="0"/>
          </a:xfrm>
          <a:prstGeom prst="line">
            <a:avLst/>
          </a:prstGeom>
          <a:noFill/>
          <a:ln w="15875">
            <a:solidFill>
              <a:srgbClr val="1F2937"/>
            </a:solidFill>
            <a:prstDash val="solid"/>
          </a:ln>
        </p:spPr>
      </p:sp>
      <p:sp>
        <p:nvSpPr>
          <p:cNvPr id="18" name="S03-label52"/>
          <p:cNvSpPr txBox="1"/>
          <p:nvPr/>
        </p:nvSpPr>
        <p:spPr>
          <a:xfrm>
            <a:off x="6254496" y="4432046"/>
            <a:ext cx="5385816" cy="3771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그중 2분의 1</a:t>
            </a:r>
            <a:endParaRPr lang="ko-KR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3분의 2의 4분의 3</a:t>
            </a:r>
            <a:endParaRPr lang="ko-KR" sz="4000" dirty="0"/>
          </a:p>
        </p:txBody>
      </p:sp>
      <p:sp>
        <p:nvSpPr>
          <p:cNvPr id="3" name="S04-text53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땅을 3줄, 4칸으로 나누어 생각해요.</a:t>
            </a:r>
            <a:endParaRPr lang="ko-KR" sz="2800" dirty="0"/>
          </a:p>
        </p:txBody>
      </p:sp>
      <p:sp>
        <p:nvSpPr>
          <p:cNvPr id="4" name="S04-card54"/>
          <p:cNvSpPr/>
          <p:nvPr/>
        </p:nvSpPr>
        <p:spPr>
          <a:xfrm>
            <a:off x="548640" y="5037836"/>
            <a:ext cx="11091672" cy="1180084"/>
          </a:xfrm>
          <a:prstGeom prst="roundRect">
            <a:avLst>
              <a:gd name="adj" fmla="val 9298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5" name="S04-cardtext55"/>
          <p:cNvSpPr txBox="1"/>
          <p:nvPr/>
        </p:nvSpPr>
        <p:spPr>
          <a:xfrm>
            <a:off x="822960" y="5174996"/>
            <a:ext cx="10543032" cy="9057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배추밭: 12칸 중 6칸</a:t>
            </a:r>
            <a:endParaRPr lang="ko-KR" sz="28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3분의 2 × 4분의 3 = 12분의 6 = 2분의 1</a:t>
            </a:r>
            <a:endParaRPr lang="ko-KR" sz="2800" dirty="0"/>
          </a:p>
        </p:txBody>
      </p:sp>
      <p:sp>
        <p:nvSpPr>
          <p:cNvPr id="6" name="S04-figure56" descr="3줄 4칸 모눈에서 위 2줄(8칸) 색칠: 3분의 2"/>
          <p:cNvSpPr/>
          <p:nvPr/>
        </p:nvSpPr>
        <p:spPr>
          <a:xfrm>
            <a:off x="1788499" y="2095500"/>
            <a:ext cx="2906099" cy="2179574"/>
          </a:xfrm>
          <a:custGeom>
            <a:avLst/>
            <a:gdLst/>
            <a:ahLst/>
            <a:cxnLst/>
            <a:rect l="l" t="t" r="r" b="b"/>
            <a:pathLst>
              <a:path w="2906099" h="2179574">
                <a:moveTo>
                  <a:pt x="0" y="2179574"/>
                </a:moveTo>
                <a:lnTo>
                  <a:pt x="2906099" y="2179574"/>
                </a:lnTo>
                <a:lnTo>
                  <a:pt x="2906099" y="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31750">
            <a:solidFill>
              <a:srgbClr val="1F2937"/>
            </a:solidFill>
            <a:prstDash val="solid"/>
          </a:ln>
        </p:spPr>
      </p:sp>
      <p:sp>
        <p:nvSpPr>
          <p:cNvPr id="7" name="S04-mark57"/>
          <p:cNvSpPr/>
          <p:nvPr/>
        </p:nvSpPr>
        <p:spPr>
          <a:xfrm>
            <a:off x="1788499" y="2095500"/>
            <a:ext cx="2906099" cy="1453049"/>
          </a:xfrm>
          <a:custGeom>
            <a:avLst/>
            <a:gdLst/>
            <a:ahLst/>
            <a:cxnLst/>
            <a:rect l="l" t="t" r="r" b="b"/>
            <a:pathLst>
              <a:path w="2906099" h="1453049">
                <a:moveTo>
                  <a:pt x="0" y="1453049"/>
                </a:moveTo>
                <a:lnTo>
                  <a:pt x="2906099" y="1453049"/>
                </a:lnTo>
                <a:lnTo>
                  <a:pt x="2906099" y="0"/>
                </a:lnTo>
                <a:lnTo>
                  <a:pt x="0" y="0"/>
                </a:lnTo>
                <a:close/>
              </a:path>
            </a:pathLst>
          </a:custGeom>
          <a:solidFill>
            <a:srgbClr val="E9762B"/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8" name="S04-mark58"/>
          <p:cNvSpPr/>
          <p:nvPr/>
        </p:nvSpPr>
        <p:spPr>
          <a:xfrm flipV="1">
            <a:off x="2515023" y="2095500"/>
            <a:ext cx="0" cy="2179574"/>
          </a:xfrm>
          <a:prstGeom prst="line">
            <a:avLst/>
          </a:prstGeom>
          <a:noFill/>
          <a:ln w="15875">
            <a:solidFill>
              <a:srgbClr val="1F2937"/>
            </a:solidFill>
            <a:prstDash val="solid"/>
          </a:ln>
        </p:spPr>
      </p:sp>
      <p:sp>
        <p:nvSpPr>
          <p:cNvPr id="9" name="S04-mark59"/>
          <p:cNvSpPr/>
          <p:nvPr/>
        </p:nvSpPr>
        <p:spPr>
          <a:xfrm flipV="1">
            <a:off x="3241548" y="2095500"/>
            <a:ext cx="0" cy="2179574"/>
          </a:xfrm>
          <a:prstGeom prst="line">
            <a:avLst/>
          </a:prstGeom>
          <a:noFill/>
          <a:ln w="15875">
            <a:solidFill>
              <a:srgbClr val="1F2937"/>
            </a:solidFill>
            <a:prstDash val="solid"/>
          </a:ln>
        </p:spPr>
      </p:sp>
      <p:sp>
        <p:nvSpPr>
          <p:cNvPr id="10" name="S04-mark60"/>
          <p:cNvSpPr/>
          <p:nvPr/>
        </p:nvSpPr>
        <p:spPr>
          <a:xfrm flipV="1">
            <a:off x="3968073" y="2095500"/>
            <a:ext cx="0" cy="2179574"/>
          </a:xfrm>
          <a:prstGeom prst="line">
            <a:avLst/>
          </a:prstGeom>
          <a:noFill/>
          <a:ln w="15875">
            <a:solidFill>
              <a:srgbClr val="1F2937"/>
            </a:solidFill>
            <a:prstDash val="solid"/>
          </a:ln>
        </p:spPr>
      </p:sp>
      <p:sp>
        <p:nvSpPr>
          <p:cNvPr id="11" name="S04-mark61"/>
          <p:cNvSpPr/>
          <p:nvPr/>
        </p:nvSpPr>
        <p:spPr>
          <a:xfrm>
            <a:off x="1788499" y="3548549"/>
            <a:ext cx="2906099" cy="0"/>
          </a:xfrm>
          <a:prstGeom prst="line">
            <a:avLst/>
          </a:prstGeom>
          <a:noFill/>
          <a:ln w="15875">
            <a:solidFill>
              <a:srgbClr val="1F2937"/>
            </a:solidFill>
            <a:prstDash val="solid"/>
          </a:ln>
        </p:spPr>
      </p:sp>
      <p:sp>
        <p:nvSpPr>
          <p:cNvPr id="12" name="S04-mark62"/>
          <p:cNvSpPr/>
          <p:nvPr/>
        </p:nvSpPr>
        <p:spPr>
          <a:xfrm>
            <a:off x="1788499" y="2822025"/>
            <a:ext cx="2906099" cy="0"/>
          </a:xfrm>
          <a:prstGeom prst="line">
            <a:avLst/>
          </a:prstGeom>
          <a:noFill/>
          <a:ln w="15875">
            <a:solidFill>
              <a:srgbClr val="1F2937"/>
            </a:solidFill>
            <a:prstDash val="solid"/>
          </a:ln>
        </p:spPr>
      </p:sp>
      <p:sp>
        <p:nvSpPr>
          <p:cNvPr id="13" name="S04-label63"/>
          <p:cNvSpPr txBox="1"/>
          <p:nvPr/>
        </p:nvSpPr>
        <p:spPr>
          <a:xfrm>
            <a:off x="548640" y="4432046"/>
            <a:ext cx="5385816" cy="3771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땅의 3분의 2(채소)</a:t>
            </a:r>
            <a:endParaRPr lang="ko-KR" sz="2200" dirty="0"/>
          </a:p>
        </p:txBody>
      </p:sp>
      <p:sp>
        <p:nvSpPr>
          <p:cNvPr id="14" name="S04-figure64" descr="3분의 2(연한 색) 중 왼쪽 3칸씩 진하게: 12칸 중 6칸"/>
          <p:cNvSpPr/>
          <p:nvPr/>
        </p:nvSpPr>
        <p:spPr>
          <a:xfrm>
            <a:off x="7494355" y="2095500"/>
            <a:ext cx="2906099" cy="2179574"/>
          </a:xfrm>
          <a:custGeom>
            <a:avLst/>
            <a:gdLst/>
            <a:ahLst/>
            <a:cxnLst/>
            <a:rect l="l" t="t" r="r" b="b"/>
            <a:pathLst>
              <a:path w="2906099" h="2179574">
                <a:moveTo>
                  <a:pt x="0" y="2179574"/>
                </a:moveTo>
                <a:lnTo>
                  <a:pt x="2906099" y="2179574"/>
                </a:lnTo>
                <a:lnTo>
                  <a:pt x="2906099" y="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31750">
            <a:solidFill>
              <a:srgbClr val="1F2937"/>
            </a:solidFill>
            <a:prstDash val="solid"/>
          </a:ln>
        </p:spPr>
      </p:sp>
      <p:sp>
        <p:nvSpPr>
          <p:cNvPr id="15" name="S04-mark65"/>
          <p:cNvSpPr/>
          <p:nvPr/>
        </p:nvSpPr>
        <p:spPr>
          <a:xfrm>
            <a:off x="7494355" y="2095500"/>
            <a:ext cx="2906099" cy="1453049"/>
          </a:xfrm>
          <a:custGeom>
            <a:avLst/>
            <a:gdLst/>
            <a:ahLst/>
            <a:cxnLst/>
            <a:rect l="l" t="t" r="r" b="b"/>
            <a:pathLst>
              <a:path w="2906099" h="1453049">
                <a:moveTo>
                  <a:pt x="0" y="1453049"/>
                </a:moveTo>
                <a:lnTo>
                  <a:pt x="2906099" y="1453049"/>
                </a:lnTo>
                <a:lnTo>
                  <a:pt x="2906099" y="0"/>
                </a:lnTo>
                <a:lnTo>
                  <a:pt x="0" y="0"/>
                </a:lnTo>
                <a:close/>
              </a:path>
            </a:pathLst>
          </a:custGeom>
          <a:solidFill>
            <a:srgbClr val="FDEBDD"/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16" name="S04-mark66"/>
          <p:cNvSpPr/>
          <p:nvPr/>
        </p:nvSpPr>
        <p:spPr>
          <a:xfrm>
            <a:off x="7494355" y="2095500"/>
            <a:ext cx="2179574" cy="1453049"/>
          </a:xfrm>
          <a:custGeom>
            <a:avLst/>
            <a:gdLst/>
            <a:ahLst/>
            <a:cxnLst/>
            <a:rect l="l" t="t" r="r" b="b"/>
            <a:pathLst>
              <a:path w="2179574" h="1453049">
                <a:moveTo>
                  <a:pt x="0" y="1453049"/>
                </a:moveTo>
                <a:lnTo>
                  <a:pt x="2179574" y="1453049"/>
                </a:lnTo>
                <a:lnTo>
                  <a:pt x="2179574" y="0"/>
                </a:lnTo>
                <a:lnTo>
                  <a:pt x="0" y="0"/>
                </a:lnTo>
                <a:close/>
              </a:path>
            </a:pathLst>
          </a:custGeom>
          <a:solidFill>
            <a:srgbClr val="E9762B"/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17" name="S04-mark67"/>
          <p:cNvSpPr/>
          <p:nvPr/>
        </p:nvSpPr>
        <p:spPr>
          <a:xfrm flipV="1">
            <a:off x="8220879" y="2095500"/>
            <a:ext cx="0" cy="2179574"/>
          </a:xfrm>
          <a:prstGeom prst="line">
            <a:avLst/>
          </a:prstGeom>
          <a:noFill/>
          <a:ln w="15875">
            <a:solidFill>
              <a:srgbClr val="1F2937"/>
            </a:solidFill>
            <a:prstDash val="solid"/>
          </a:ln>
        </p:spPr>
      </p:sp>
      <p:sp>
        <p:nvSpPr>
          <p:cNvPr id="18" name="S04-mark68"/>
          <p:cNvSpPr/>
          <p:nvPr/>
        </p:nvSpPr>
        <p:spPr>
          <a:xfrm flipV="1">
            <a:off x="8947404" y="2095500"/>
            <a:ext cx="0" cy="2179574"/>
          </a:xfrm>
          <a:prstGeom prst="line">
            <a:avLst/>
          </a:prstGeom>
          <a:noFill/>
          <a:ln w="15875">
            <a:solidFill>
              <a:srgbClr val="1F2937"/>
            </a:solidFill>
            <a:prstDash val="solid"/>
          </a:ln>
        </p:spPr>
      </p:sp>
      <p:sp>
        <p:nvSpPr>
          <p:cNvPr id="19" name="S04-mark69"/>
          <p:cNvSpPr/>
          <p:nvPr/>
        </p:nvSpPr>
        <p:spPr>
          <a:xfrm flipV="1">
            <a:off x="9673929" y="2095500"/>
            <a:ext cx="0" cy="2179574"/>
          </a:xfrm>
          <a:prstGeom prst="line">
            <a:avLst/>
          </a:prstGeom>
          <a:noFill/>
          <a:ln w="15875">
            <a:solidFill>
              <a:srgbClr val="1F2937"/>
            </a:solidFill>
            <a:prstDash val="solid"/>
          </a:ln>
        </p:spPr>
      </p:sp>
      <p:sp>
        <p:nvSpPr>
          <p:cNvPr id="20" name="S04-mark70"/>
          <p:cNvSpPr/>
          <p:nvPr/>
        </p:nvSpPr>
        <p:spPr>
          <a:xfrm>
            <a:off x="7494355" y="3548549"/>
            <a:ext cx="2906099" cy="0"/>
          </a:xfrm>
          <a:prstGeom prst="line">
            <a:avLst/>
          </a:prstGeom>
          <a:noFill/>
          <a:ln w="15875">
            <a:solidFill>
              <a:srgbClr val="1F2937"/>
            </a:solidFill>
            <a:prstDash val="solid"/>
          </a:ln>
        </p:spPr>
      </p:sp>
      <p:sp>
        <p:nvSpPr>
          <p:cNvPr id="21" name="S04-mark71"/>
          <p:cNvSpPr/>
          <p:nvPr/>
        </p:nvSpPr>
        <p:spPr>
          <a:xfrm>
            <a:off x="7494355" y="2822025"/>
            <a:ext cx="2906099" cy="0"/>
          </a:xfrm>
          <a:prstGeom prst="line">
            <a:avLst/>
          </a:prstGeom>
          <a:noFill/>
          <a:ln w="15875">
            <a:solidFill>
              <a:srgbClr val="1F2937"/>
            </a:solidFill>
            <a:prstDash val="solid"/>
          </a:ln>
        </p:spPr>
      </p:sp>
      <p:sp>
        <p:nvSpPr>
          <p:cNvPr id="22" name="S04-label72"/>
          <p:cNvSpPr txBox="1"/>
          <p:nvPr/>
        </p:nvSpPr>
        <p:spPr>
          <a:xfrm>
            <a:off x="6254496" y="4432046"/>
            <a:ext cx="5385816" cy="3771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그중 4분의 3(배추)</a:t>
            </a:r>
            <a:endParaRPr lang="ko-KR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분자끼리, 분모끼리 곱해요</a:t>
            </a:r>
            <a:endParaRPr lang="ko-KR" sz="4000" dirty="0"/>
          </a:p>
        </p:txBody>
      </p:sp>
      <p:sp>
        <p:nvSpPr>
          <p:cNvPr id="3" name="S05-text73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3분의 2 × 4분의 3을 식으로 써요.</a:t>
            </a:r>
            <a:endParaRPr lang="ko-KR" sz="2800" dirty="0"/>
          </a:p>
        </p:txBody>
      </p:sp>
      <p:sp>
        <p:nvSpPr>
          <p:cNvPr id="4" name="S05-card74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5" name="S05-cardtext75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분자는 분자끼리, 분모는 분모끼리 곱해요.</a:t>
            </a:r>
            <a:endParaRPr lang="ko-KR" sz="2800" dirty="0"/>
          </a:p>
        </p:txBody>
      </p:sp>
      <p:sp>
        <p:nvSpPr>
          <p:cNvPr id="6" name="S05-figure76" descr="3줄 4칸 모눈: 위 2줄 연한 색, 그중 왼쪽 3칸씩 진하게(6칸)"/>
          <p:cNvSpPr/>
          <p:nvPr/>
        </p:nvSpPr>
        <p:spPr>
          <a:xfrm>
            <a:off x="7773589" y="2194560"/>
            <a:ext cx="3657600" cy="2743200"/>
          </a:xfrm>
          <a:custGeom>
            <a:avLst/>
            <a:gdLst/>
            <a:ahLst/>
            <a:cxnLst/>
            <a:rect l="l" t="t" r="r" b="b"/>
            <a:pathLst>
              <a:path w="3657600" h="2743200">
                <a:moveTo>
                  <a:pt x="0" y="2743200"/>
                </a:moveTo>
                <a:lnTo>
                  <a:pt x="3657600" y="2743200"/>
                </a:lnTo>
                <a:lnTo>
                  <a:pt x="3657600" y="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31750">
            <a:solidFill>
              <a:srgbClr val="1F2937"/>
            </a:solidFill>
            <a:prstDash val="solid"/>
          </a:ln>
        </p:spPr>
      </p:sp>
      <p:sp>
        <p:nvSpPr>
          <p:cNvPr id="7" name="S05-mark77"/>
          <p:cNvSpPr/>
          <p:nvPr/>
        </p:nvSpPr>
        <p:spPr>
          <a:xfrm>
            <a:off x="7773589" y="2194560"/>
            <a:ext cx="3657600" cy="1828800"/>
          </a:xfrm>
          <a:custGeom>
            <a:avLst/>
            <a:gdLst/>
            <a:ahLst/>
            <a:cxnLst/>
            <a:rect l="l" t="t" r="r" b="b"/>
            <a:pathLst>
              <a:path w="3657600" h="1828800">
                <a:moveTo>
                  <a:pt x="0" y="1828800"/>
                </a:moveTo>
                <a:lnTo>
                  <a:pt x="3657600" y="1828800"/>
                </a:lnTo>
                <a:lnTo>
                  <a:pt x="3657600" y="0"/>
                </a:lnTo>
                <a:lnTo>
                  <a:pt x="0" y="0"/>
                </a:lnTo>
                <a:close/>
              </a:path>
            </a:pathLst>
          </a:custGeom>
          <a:solidFill>
            <a:srgbClr val="FDEBDD"/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8" name="S05-mark78"/>
          <p:cNvSpPr/>
          <p:nvPr/>
        </p:nvSpPr>
        <p:spPr>
          <a:xfrm>
            <a:off x="7773589" y="2194560"/>
            <a:ext cx="2743200" cy="1828800"/>
          </a:xfrm>
          <a:custGeom>
            <a:avLst/>
            <a:gdLst/>
            <a:ahLst/>
            <a:cxnLst/>
            <a:rect l="l" t="t" r="r" b="b"/>
            <a:pathLst>
              <a:path w="2743200" h="1828800">
                <a:moveTo>
                  <a:pt x="0" y="1828800"/>
                </a:moveTo>
                <a:lnTo>
                  <a:pt x="2743200" y="1828800"/>
                </a:lnTo>
                <a:lnTo>
                  <a:pt x="2743200" y="0"/>
                </a:lnTo>
                <a:lnTo>
                  <a:pt x="0" y="0"/>
                </a:lnTo>
                <a:close/>
              </a:path>
            </a:pathLst>
          </a:custGeom>
          <a:solidFill>
            <a:srgbClr val="E9762B"/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9" name="S05-mark79"/>
          <p:cNvSpPr/>
          <p:nvPr/>
        </p:nvSpPr>
        <p:spPr>
          <a:xfrm flipV="1">
            <a:off x="8687989" y="2194560"/>
            <a:ext cx="0" cy="2743200"/>
          </a:xfrm>
          <a:prstGeom prst="line">
            <a:avLst/>
          </a:prstGeom>
          <a:noFill/>
          <a:ln w="15875">
            <a:solidFill>
              <a:srgbClr val="1F2937"/>
            </a:solidFill>
            <a:prstDash val="solid"/>
          </a:ln>
        </p:spPr>
      </p:sp>
      <p:sp>
        <p:nvSpPr>
          <p:cNvPr id="10" name="S05-mark80"/>
          <p:cNvSpPr/>
          <p:nvPr/>
        </p:nvSpPr>
        <p:spPr>
          <a:xfrm flipV="1">
            <a:off x="9602389" y="2194560"/>
            <a:ext cx="0" cy="2743200"/>
          </a:xfrm>
          <a:prstGeom prst="line">
            <a:avLst/>
          </a:prstGeom>
          <a:noFill/>
          <a:ln w="15875">
            <a:solidFill>
              <a:srgbClr val="1F2937"/>
            </a:solidFill>
            <a:prstDash val="solid"/>
          </a:ln>
        </p:spPr>
      </p:sp>
      <p:sp>
        <p:nvSpPr>
          <p:cNvPr id="11" name="S05-mark81"/>
          <p:cNvSpPr/>
          <p:nvPr/>
        </p:nvSpPr>
        <p:spPr>
          <a:xfrm flipV="1">
            <a:off x="10516789" y="2194560"/>
            <a:ext cx="0" cy="2743200"/>
          </a:xfrm>
          <a:prstGeom prst="line">
            <a:avLst/>
          </a:prstGeom>
          <a:noFill/>
          <a:ln w="15875">
            <a:solidFill>
              <a:srgbClr val="1F2937"/>
            </a:solidFill>
            <a:prstDash val="solid"/>
          </a:ln>
        </p:spPr>
      </p:sp>
      <p:sp>
        <p:nvSpPr>
          <p:cNvPr id="12" name="S05-mark82"/>
          <p:cNvSpPr/>
          <p:nvPr/>
        </p:nvSpPr>
        <p:spPr>
          <a:xfrm>
            <a:off x="7773589" y="4023360"/>
            <a:ext cx="3657600" cy="0"/>
          </a:xfrm>
          <a:prstGeom prst="line">
            <a:avLst/>
          </a:prstGeom>
          <a:noFill/>
          <a:ln w="15875">
            <a:solidFill>
              <a:srgbClr val="1F2937"/>
            </a:solidFill>
            <a:prstDash val="solid"/>
          </a:ln>
        </p:spPr>
      </p:sp>
      <p:sp>
        <p:nvSpPr>
          <p:cNvPr id="13" name="S05-mark83"/>
          <p:cNvSpPr/>
          <p:nvPr/>
        </p:nvSpPr>
        <p:spPr>
          <a:xfrm>
            <a:off x="7773589" y="3108960"/>
            <a:ext cx="3657600" cy="0"/>
          </a:xfrm>
          <a:prstGeom prst="line">
            <a:avLst/>
          </a:prstGeom>
          <a:noFill/>
          <a:ln w="15875">
            <a:solidFill>
              <a:srgbClr val="1F2937"/>
            </a:solidFill>
            <a:prstDash val="solid"/>
          </a:ln>
        </p:spPr>
      </p:sp>
      <p:sp>
        <p:nvSpPr>
          <p:cNvPr id="14" name="S05-stepno84"/>
          <p:cNvSpPr txBox="1"/>
          <p:nvPr/>
        </p:nvSpPr>
        <p:spPr>
          <a:xfrm>
            <a:off x="548640" y="2123440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ko-KR" sz="2200" dirty="0"/>
          </a:p>
        </p:txBody>
      </p:sp>
      <p:sp>
        <p:nvSpPr>
          <p:cNvPr id="15" name="S05-text85"/>
          <p:cNvSpPr txBox="1"/>
          <p:nvPr/>
        </p:nvSpPr>
        <p:spPr>
          <a:xfrm>
            <a:off x="1325880" y="2077720"/>
            <a:ext cx="5872825" cy="8676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전체 칸 수:</a:t>
            </a:r>
            <a:endParaRPr lang="ko-KR" sz="2800" dirty="0"/>
          </a:p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 × 4 = 12 (분모끼리)</a:t>
            </a:r>
            <a:endParaRPr lang="ko-KR" sz="2800" dirty="0"/>
          </a:p>
        </p:txBody>
      </p:sp>
      <p:sp>
        <p:nvSpPr>
          <p:cNvPr id="16" name="S05-stepno86"/>
          <p:cNvSpPr txBox="1"/>
          <p:nvPr/>
        </p:nvSpPr>
        <p:spPr>
          <a:xfrm>
            <a:off x="548640" y="3155696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ko-KR" sz="2200" dirty="0"/>
          </a:p>
        </p:txBody>
      </p:sp>
      <p:sp>
        <p:nvSpPr>
          <p:cNvPr id="17" name="S05-text87"/>
          <p:cNvSpPr txBox="1"/>
          <p:nvPr/>
        </p:nvSpPr>
        <p:spPr>
          <a:xfrm>
            <a:off x="1325880" y="3109976"/>
            <a:ext cx="5872825" cy="8676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진한 칸 수:</a:t>
            </a:r>
            <a:endParaRPr lang="ko-KR" sz="2800" dirty="0"/>
          </a:p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 × 3 = 6 (분자끼리)</a:t>
            </a:r>
            <a:endParaRPr lang="ko-KR" sz="2800" dirty="0"/>
          </a:p>
        </p:txBody>
      </p:sp>
      <p:sp>
        <p:nvSpPr>
          <p:cNvPr id="18" name="S05-stepno88"/>
          <p:cNvSpPr txBox="1"/>
          <p:nvPr/>
        </p:nvSpPr>
        <p:spPr>
          <a:xfrm>
            <a:off x="548640" y="4187952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ko-KR" sz="2200" dirty="0"/>
          </a:p>
        </p:txBody>
      </p:sp>
      <p:sp>
        <p:nvSpPr>
          <p:cNvPr id="19" name="S05-text89"/>
          <p:cNvSpPr txBox="1"/>
          <p:nvPr/>
        </p:nvSpPr>
        <p:spPr>
          <a:xfrm>
            <a:off x="1325880" y="4142232"/>
            <a:ext cx="3079798" cy="912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12분의 6을</a:t>
            </a:r>
            <a:endParaRPr lang="ko-KR" sz="2800" dirty="0"/>
          </a:p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약분해요.</a:t>
            </a:r>
            <a:endParaRPr lang="ko-KR" sz="2800" dirty="0"/>
          </a:p>
        </p:txBody>
      </p:sp>
      <p:sp>
        <p:nvSpPr>
          <p:cNvPr id="20" name="S05-num90"/>
          <p:cNvSpPr txBox="1"/>
          <p:nvPr/>
        </p:nvSpPr>
        <p:spPr>
          <a:xfrm>
            <a:off x="4405678" y="4142232"/>
            <a:ext cx="577088" cy="419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</a:t>
            </a:r>
            <a:endParaRPr lang="ko-KR" sz="2800" dirty="0"/>
          </a:p>
        </p:txBody>
      </p:sp>
      <p:sp>
        <p:nvSpPr>
          <p:cNvPr id="21" name="S05-fracbar91"/>
          <p:cNvSpPr/>
          <p:nvPr/>
        </p:nvSpPr>
        <p:spPr>
          <a:xfrm>
            <a:off x="4442254" y="4598416"/>
            <a:ext cx="503936" cy="0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22" name="S05-num92"/>
          <p:cNvSpPr txBox="1"/>
          <p:nvPr/>
        </p:nvSpPr>
        <p:spPr>
          <a:xfrm>
            <a:off x="4405678" y="4634992"/>
            <a:ext cx="577088" cy="419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12</a:t>
            </a:r>
            <a:endParaRPr lang="ko-KR" sz="2800" dirty="0"/>
          </a:p>
        </p:txBody>
      </p:sp>
      <p:sp>
        <p:nvSpPr>
          <p:cNvPr id="23" name="S05-op93"/>
          <p:cNvSpPr txBox="1"/>
          <p:nvPr/>
        </p:nvSpPr>
        <p:spPr>
          <a:xfrm>
            <a:off x="5092494" y="4142232"/>
            <a:ext cx="405384" cy="912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=</a:t>
            </a:r>
            <a:endParaRPr lang="ko-KR" sz="2800" dirty="0"/>
          </a:p>
        </p:txBody>
      </p:sp>
      <p:sp>
        <p:nvSpPr>
          <p:cNvPr id="24" name="S05-num94"/>
          <p:cNvSpPr txBox="1"/>
          <p:nvPr/>
        </p:nvSpPr>
        <p:spPr>
          <a:xfrm>
            <a:off x="5607606" y="4142232"/>
            <a:ext cx="483108" cy="419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ko-KR" sz="2800" dirty="0"/>
          </a:p>
        </p:txBody>
      </p:sp>
      <p:sp>
        <p:nvSpPr>
          <p:cNvPr id="25" name="S05-fracbar95"/>
          <p:cNvSpPr/>
          <p:nvPr/>
        </p:nvSpPr>
        <p:spPr>
          <a:xfrm>
            <a:off x="5644182" y="4598416"/>
            <a:ext cx="409956" cy="0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26" name="S05-num96"/>
          <p:cNvSpPr txBox="1"/>
          <p:nvPr/>
        </p:nvSpPr>
        <p:spPr>
          <a:xfrm>
            <a:off x="5607606" y="4634992"/>
            <a:ext cx="483108" cy="419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ko-KR" sz="2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그림으로 곱해 봐요</a:t>
            </a:r>
            <a:endParaRPr lang="ko-KR" sz="4000" dirty="0"/>
          </a:p>
        </p:txBody>
      </p:sp>
      <p:sp>
        <p:nvSpPr>
          <p:cNvPr id="3" name="S06-text97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계산하고, ③은 모눈으로 확인해요.</a:t>
            </a:r>
            <a:endParaRPr lang="ko-KR" sz="2800" dirty="0"/>
          </a:p>
        </p:txBody>
      </p:sp>
      <p:sp>
        <p:nvSpPr>
          <p:cNvPr id="4" name="S06-card98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6ECF4"/>
          </a:solidFill>
          <a:ln w="12700">
            <a:solidFill>
              <a:srgbClr val="E6ECF4"/>
            </a:solidFill>
            <a:prstDash val="solid"/>
          </a:ln>
        </p:spPr>
      </p:sp>
      <p:sp>
        <p:nvSpPr>
          <p:cNvPr id="5" name="S06-cardtext99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분자는 분자끼리, 분모는 분모끼리 곱해요.</a:t>
            </a:r>
            <a:endParaRPr lang="ko-KR" sz="2800" dirty="0"/>
          </a:p>
        </p:txBody>
      </p:sp>
      <p:sp>
        <p:nvSpPr>
          <p:cNvPr id="6" name="S06-card100"/>
          <p:cNvSpPr/>
          <p:nvPr/>
        </p:nvSpPr>
        <p:spPr>
          <a:xfrm>
            <a:off x="6277356" y="2011680"/>
            <a:ext cx="5362956" cy="3108960"/>
          </a:xfrm>
          <a:prstGeom prst="roundRect">
            <a:avLst>
              <a:gd name="adj" fmla="val 3529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7" name="S06-cardtext101"/>
          <p:cNvSpPr txBox="1"/>
          <p:nvPr/>
        </p:nvSpPr>
        <p:spPr>
          <a:xfrm>
            <a:off x="6551676" y="2148840"/>
            <a:ext cx="4814316" cy="2834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 3줄 5칸 모눈</a:t>
            </a:r>
            <a:endParaRPr lang="ko-KR" sz="2800" dirty="0"/>
          </a:p>
        </p:txBody>
      </p:sp>
      <p:sp>
        <p:nvSpPr>
          <p:cNvPr id="8" name="S06-cell102"/>
          <p:cNvSpPr/>
          <p:nvPr/>
        </p:nvSpPr>
        <p:spPr>
          <a:xfrm>
            <a:off x="7091934" y="2697480"/>
            <a:ext cx="746760" cy="74676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9" name="S06-cell103"/>
          <p:cNvSpPr/>
          <p:nvPr/>
        </p:nvSpPr>
        <p:spPr>
          <a:xfrm>
            <a:off x="7838694" y="2697480"/>
            <a:ext cx="746760" cy="74676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0" name="S06-cell104"/>
          <p:cNvSpPr/>
          <p:nvPr/>
        </p:nvSpPr>
        <p:spPr>
          <a:xfrm>
            <a:off x="8585454" y="2697480"/>
            <a:ext cx="746760" cy="74676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1" name="S06-cell105"/>
          <p:cNvSpPr/>
          <p:nvPr/>
        </p:nvSpPr>
        <p:spPr>
          <a:xfrm>
            <a:off x="9332214" y="2697480"/>
            <a:ext cx="746760" cy="74676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2" name="S06-cell106"/>
          <p:cNvSpPr/>
          <p:nvPr/>
        </p:nvSpPr>
        <p:spPr>
          <a:xfrm>
            <a:off x="10078974" y="2697480"/>
            <a:ext cx="746760" cy="74676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3" name="S06-cell107"/>
          <p:cNvSpPr/>
          <p:nvPr/>
        </p:nvSpPr>
        <p:spPr>
          <a:xfrm>
            <a:off x="7091934" y="3444240"/>
            <a:ext cx="746760" cy="74676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4" name="S06-cell108"/>
          <p:cNvSpPr/>
          <p:nvPr/>
        </p:nvSpPr>
        <p:spPr>
          <a:xfrm>
            <a:off x="7838694" y="3444240"/>
            <a:ext cx="746760" cy="74676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5" name="S06-cell109"/>
          <p:cNvSpPr/>
          <p:nvPr/>
        </p:nvSpPr>
        <p:spPr>
          <a:xfrm>
            <a:off x="8585454" y="3444240"/>
            <a:ext cx="746760" cy="74676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6" name="S06-cell110"/>
          <p:cNvSpPr/>
          <p:nvPr/>
        </p:nvSpPr>
        <p:spPr>
          <a:xfrm>
            <a:off x="9332214" y="3444240"/>
            <a:ext cx="746760" cy="74676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7" name="S06-cell111"/>
          <p:cNvSpPr/>
          <p:nvPr/>
        </p:nvSpPr>
        <p:spPr>
          <a:xfrm>
            <a:off x="10078974" y="3444240"/>
            <a:ext cx="746760" cy="74676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8" name="S06-cell112"/>
          <p:cNvSpPr/>
          <p:nvPr/>
        </p:nvSpPr>
        <p:spPr>
          <a:xfrm>
            <a:off x="7091934" y="4191000"/>
            <a:ext cx="746760" cy="74676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9" name="S06-cell113"/>
          <p:cNvSpPr/>
          <p:nvPr/>
        </p:nvSpPr>
        <p:spPr>
          <a:xfrm>
            <a:off x="7838694" y="4191000"/>
            <a:ext cx="746760" cy="74676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0" name="S06-cell114"/>
          <p:cNvSpPr/>
          <p:nvPr/>
        </p:nvSpPr>
        <p:spPr>
          <a:xfrm>
            <a:off x="8585454" y="4191000"/>
            <a:ext cx="746760" cy="74676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1" name="S06-cell115"/>
          <p:cNvSpPr/>
          <p:nvPr/>
        </p:nvSpPr>
        <p:spPr>
          <a:xfrm>
            <a:off x="9332214" y="4191000"/>
            <a:ext cx="746760" cy="74676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2" name="S06-cell116"/>
          <p:cNvSpPr/>
          <p:nvPr/>
        </p:nvSpPr>
        <p:spPr>
          <a:xfrm>
            <a:off x="10078974" y="4191000"/>
            <a:ext cx="746760" cy="74676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3" name="S06-figure117" descr="3줄 5칸 빈 모눈(색칠 없음)"/>
          <p:cNvSpPr/>
          <p:nvPr/>
        </p:nvSpPr>
        <p:spPr>
          <a:xfrm>
            <a:off x="7091934" y="2697480"/>
            <a:ext cx="3733800" cy="2240280"/>
          </a:xfrm>
          <a:prstGeom prst="rect">
            <a:avLst/>
          </a:prstGeom>
          <a:solidFill>
            <a:srgbClr val="FFFFFF">
              <a:alpha val="0"/>
            </a:srgbClr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24" name="S06-chip118"/>
          <p:cNvSpPr txBox="1"/>
          <p:nvPr/>
        </p:nvSpPr>
        <p:spPr>
          <a:xfrm>
            <a:off x="548640" y="218541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200" dirty="0"/>
          </a:p>
        </p:txBody>
      </p:sp>
      <p:sp>
        <p:nvSpPr>
          <p:cNvPr id="25" name="S06-num119"/>
          <p:cNvSpPr txBox="1"/>
          <p:nvPr/>
        </p:nvSpPr>
        <p:spPr>
          <a:xfrm>
            <a:off x="1344168" y="2012696"/>
            <a:ext cx="483108" cy="419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ko-KR" sz="2800" dirty="0"/>
          </a:p>
        </p:txBody>
      </p:sp>
      <p:sp>
        <p:nvSpPr>
          <p:cNvPr id="26" name="S06-fracbar120"/>
          <p:cNvSpPr/>
          <p:nvPr/>
        </p:nvSpPr>
        <p:spPr>
          <a:xfrm>
            <a:off x="1380744" y="2468880"/>
            <a:ext cx="409956" cy="0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27" name="S06-num121"/>
          <p:cNvSpPr txBox="1"/>
          <p:nvPr/>
        </p:nvSpPr>
        <p:spPr>
          <a:xfrm>
            <a:off x="1344168" y="2505456"/>
            <a:ext cx="483108" cy="419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ko-KR" sz="2800" dirty="0"/>
          </a:p>
        </p:txBody>
      </p:sp>
      <p:sp>
        <p:nvSpPr>
          <p:cNvPr id="28" name="S06-op122"/>
          <p:cNvSpPr txBox="1"/>
          <p:nvPr/>
        </p:nvSpPr>
        <p:spPr>
          <a:xfrm>
            <a:off x="1937004" y="2012696"/>
            <a:ext cx="604520" cy="912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×</a:t>
            </a:r>
            <a:endParaRPr lang="ko-KR" sz="2800" dirty="0"/>
          </a:p>
        </p:txBody>
      </p:sp>
      <p:sp>
        <p:nvSpPr>
          <p:cNvPr id="29" name="S06-num123"/>
          <p:cNvSpPr txBox="1"/>
          <p:nvPr/>
        </p:nvSpPr>
        <p:spPr>
          <a:xfrm>
            <a:off x="2651252" y="2012696"/>
            <a:ext cx="483108" cy="419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ko-KR" sz="2800" dirty="0"/>
          </a:p>
        </p:txBody>
      </p:sp>
      <p:sp>
        <p:nvSpPr>
          <p:cNvPr id="30" name="S06-fracbar124"/>
          <p:cNvSpPr/>
          <p:nvPr/>
        </p:nvSpPr>
        <p:spPr>
          <a:xfrm>
            <a:off x="2687828" y="2468880"/>
            <a:ext cx="409956" cy="0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31" name="S06-num125"/>
          <p:cNvSpPr txBox="1"/>
          <p:nvPr/>
        </p:nvSpPr>
        <p:spPr>
          <a:xfrm>
            <a:off x="2651252" y="2505456"/>
            <a:ext cx="483108" cy="419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ko-KR" sz="2800" dirty="0"/>
          </a:p>
        </p:txBody>
      </p:sp>
      <p:sp>
        <p:nvSpPr>
          <p:cNvPr id="32" name="S06-op126"/>
          <p:cNvSpPr txBox="1"/>
          <p:nvPr/>
        </p:nvSpPr>
        <p:spPr>
          <a:xfrm>
            <a:off x="3244088" y="2012696"/>
            <a:ext cx="405384" cy="912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=</a:t>
            </a:r>
            <a:endParaRPr lang="ko-KR" sz="2800" dirty="0"/>
          </a:p>
        </p:txBody>
      </p:sp>
      <p:sp>
        <p:nvSpPr>
          <p:cNvPr id="33" name="S06-blank127"/>
          <p:cNvSpPr/>
          <p:nvPr/>
        </p:nvSpPr>
        <p:spPr>
          <a:xfrm>
            <a:off x="3906205" y="2313625"/>
            <a:ext cx="310510" cy="310510"/>
          </a:xfrm>
          <a:prstGeom prst="rect">
            <a:avLst/>
          </a:prstGeom>
          <a:solidFill>
            <a:srgbClr val="FFFFFF"/>
          </a:solidFill>
          <a:ln w="22225">
            <a:solidFill>
              <a:srgbClr val="1F2937"/>
            </a:solidFill>
            <a:prstDash val="solid"/>
          </a:ln>
        </p:spPr>
      </p:sp>
      <p:sp>
        <p:nvSpPr>
          <p:cNvPr id="34" name="S06-chip128"/>
          <p:cNvSpPr txBox="1"/>
          <p:nvPr/>
        </p:nvSpPr>
        <p:spPr>
          <a:xfrm>
            <a:off x="548640" y="328269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200" dirty="0"/>
          </a:p>
        </p:txBody>
      </p:sp>
      <p:sp>
        <p:nvSpPr>
          <p:cNvPr id="35" name="S06-num129"/>
          <p:cNvSpPr txBox="1"/>
          <p:nvPr/>
        </p:nvSpPr>
        <p:spPr>
          <a:xfrm>
            <a:off x="1344168" y="3109976"/>
            <a:ext cx="483108" cy="419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ko-KR" sz="2800" dirty="0"/>
          </a:p>
        </p:txBody>
      </p:sp>
      <p:sp>
        <p:nvSpPr>
          <p:cNvPr id="36" name="S06-fracbar130"/>
          <p:cNvSpPr/>
          <p:nvPr/>
        </p:nvSpPr>
        <p:spPr>
          <a:xfrm>
            <a:off x="1380744" y="3566160"/>
            <a:ext cx="409956" cy="0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37" name="S06-num131"/>
          <p:cNvSpPr txBox="1"/>
          <p:nvPr/>
        </p:nvSpPr>
        <p:spPr>
          <a:xfrm>
            <a:off x="1344168" y="3602736"/>
            <a:ext cx="483108" cy="419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</a:t>
            </a:r>
            <a:endParaRPr lang="ko-KR" sz="2800" dirty="0"/>
          </a:p>
        </p:txBody>
      </p:sp>
      <p:sp>
        <p:nvSpPr>
          <p:cNvPr id="38" name="S06-op132"/>
          <p:cNvSpPr txBox="1"/>
          <p:nvPr/>
        </p:nvSpPr>
        <p:spPr>
          <a:xfrm>
            <a:off x="1937004" y="3109976"/>
            <a:ext cx="604520" cy="912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×</a:t>
            </a:r>
            <a:endParaRPr lang="ko-KR" sz="2800" dirty="0"/>
          </a:p>
        </p:txBody>
      </p:sp>
      <p:sp>
        <p:nvSpPr>
          <p:cNvPr id="39" name="S06-num133"/>
          <p:cNvSpPr txBox="1"/>
          <p:nvPr/>
        </p:nvSpPr>
        <p:spPr>
          <a:xfrm>
            <a:off x="2651252" y="3109976"/>
            <a:ext cx="483108" cy="419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ko-KR" sz="2800" dirty="0"/>
          </a:p>
        </p:txBody>
      </p:sp>
      <p:sp>
        <p:nvSpPr>
          <p:cNvPr id="40" name="S06-fracbar134"/>
          <p:cNvSpPr/>
          <p:nvPr/>
        </p:nvSpPr>
        <p:spPr>
          <a:xfrm>
            <a:off x="2687828" y="3566160"/>
            <a:ext cx="409956" cy="0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41" name="S06-num135"/>
          <p:cNvSpPr txBox="1"/>
          <p:nvPr/>
        </p:nvSpPr>
        <p:spPr>
          <a:xfrm>
            <a:off x="2651252" y="3602736"/>
            <a:ext cx="483108" cy="419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ko-KR" sz="2800" dirty="0"/>
          </a:p>
        </p:txBody>
      </p:sp>
      <p:sp>
        <p:nvSpPr>
          <p:cNvPr id="42" name="S06-op136"/>
          <p:cNvSpPr txBox="1"/>
          <p:nvPr/>
        </p:nvSpPr>
        <p:spPr>
          <a:xfrm>
            <a:off x="3244088" y="3109976"/>
            <a:ext cx="405384" cy="912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=</a:t>
            </a:r>
            <a:endParaRPr lang="ko-KR" sz="2800" dirty="0"/>
          </a:p>
        </p:txBody>
      </p:sp>
      <p:sp>
        <p:nvSpPr>
          <p:cNvPr id="43" name="S06-blank137"/>
          <p:cNvSpPr/>
          <p:nvPr/>
        </p:nvSpPr>
        <p:spPr>
          <a:xfrm>
            <a:off x="3906205" y="3410905"/>
            <a:ext cx="310510" cy="310510"/>
          </a:xfrm>
          <a:prstGeom prst="rect">
            <a:avLst/>
          </a:prstGeom>
          <a:solidFill>
            <a:srgbClr val="FFFFFF"/>
          </a:solidFill>
          <a:ln w="22225">
            <a:solidFill>
              <a:srgbClr val="1F2937"/>
            </a:solidFill>
            <a:prstDash val="solid"/>
          </a:ln>
        </p:spPr>
      </p:sp>
      <p:sp>
        <p:nvSpPr>
          <p:cNvPr id="44" name="S06-chip138"/>
          <p:cNvSpPr txBox="1"/>
          <p:nvPr/>
        </p:nvSpPr>
        <p:spPr>
          <a:xfrm>
            <a:off x="548640" y="437997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</a:t>
            </a:r>
            <a:endParaRPr lang="ko-KR" sz="2200" dirty="0"/>
          </a:p>
        </p:txBody>
      </p:sp>
      <p:sp>
        <p:nvSpPr>
          <p:cNvPr id="45" name="S06-num139"/>
          <p:cNvSpPr txBox="1"/>
          <p:nvPr/>
        </p:nvSpPr>
        <p:spPr>
          <a:xfrm>
            <a:off x="1344168" y="4207256"/>
            <a:ext cx="483108" cy="419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ko-KR" sz="2800" dirty="0"/>
          </a:p>
        </p:txBody>
      </p:sp>
      <p:sp>
        <p:nvSpPr>
          <p:cNvPr id="46" name="S06-fracbar140"/>
          <p:cNvSpPr/>
          <p:nvPr/>
        </p:nvSpPr>
        <p:spPr>
          <a:xfrm>
            <a:off x="1380744" y="4663440"/>
            <a:ext cx="409956" cy="0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47" name="S06-num141"/>
          <p:cNvSpPr txBox="1"/>
          <p:nvPr/>
        </p:nvSpPr>
        <p:spPr>
          <a:xfrm>
            <a:off x="1344168" y="4700016"/>
            <a:ext cx="483108" cy="419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ko-KR" sz="2800" dirty="0"/>
          </a:p>
        </p:txBody>
      </p:sp>
      <p:sp>
        <p:nvSpPr>
          <p:cNvPr id="48" name="S06-op142"/>
          <p:cNvSpPr txBox="1"/>
          <p:nvPr/>
        </p:nvSpPr>
        <p:spPr>
          <a:xfrm>
            <a:off x="1937004" y="4207256"/>
            <a:ext cx="604520" cy="912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×</a:t>
            </a:r>
            <a:endParaRPr lang="ko-KR" sz="2800" dirty="0"/>
          </a:p>
        </p:txBody>
      </p:sp>
      <p:sp>
        <p:nvSpPr>
          <p:cNvPr id="49" name="S06-num143"/>
          <p:cNvSpPr txBox="1"/>
          <p:nvPr/>
        </p:nvSpPr>
        <p:spPr>
          <a:xfrm>
            <a:off x="2651252" y="4207256"/>
            <a:ext cx="483108" cy="419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ko-KR" sz="2800" dirty="0"/>
          </a:p>
        </p:txBody>
      </p:sp>
      <p:sp>
        <p:nvSpPr>
          <p:cNvPr id="50" name="S06-fracbar144"/>
          <p:cNvSpPr/>
          <p:nvPr/>
        </p:nvSpPr>
        <p:spPr>
          <a:xfrm>
            <a:off x="2687828" y="4663440"/>
            <a:ext cx="409956" cy="0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51" name="S06-num145"/>
          <p:cNvSpPr txBox="1"/>
          <p:nvPr/>
        </p:nvSpPr>
        <p:spPr>
          <a:xfrm>
            <a:off x="2651252" y="4700016"/>
            <a:ext cx="483108" cy="419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</a:t>
            </a:r>
            <a:endParaRPr lang="ko-KR" sz="2800" dirty="0"/>
          </a:p>
        </p:txBody>
      </p:sp>
      <p:sp>
        <p:nvSpPr>
          <p:cNvPr id="52" name="S06-op146"/>
          <p:cNvSpPr txBox="1"/>
          <p:nvPr/>
        </p:nvSpPr>
        <p:spPr>
          <a:xfrm>
            <a:off x="3244088" y="4207256"/>
            <a:ext cx="405384" cy="912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=</a:t>
            </a:r>
            <a:endParaRPr lang="ko-KR" sz="2800" dirty="0"/>
          </a:p>
        </p:txBody>
      </p:sp>
      <p:sp>
        <p:nvSpPr>
          <p:cNvPr id="53" name="S06-blank147"/>
          <p:cNvSpPr/>
          <p:nvPr/>
        </p:nvSpPr>
        <p:spPr>
          <a:xfrm>
            <a:off x="3906205" y="4508185"/>
            <a:ext cx="310510" cy="310510"/>
          </a:xfrm>
          <a:prstGeom prst="rect">
            <a:avLst/>
          </a:prstGeom>
          <a:solidFill>
            <a:srgbClr val="FFFFFF"/>
          </a:solidFill>
          <a:ln w="22225">
            <a:solidFill>
              <a:srgbClr val="1F2937"/>
            </a:solidFill>
            <a:prstDash val="solid"/>
          </a:ln>
        </p:spPr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곱하기 전에 약분해요</a:t>
            </a:r>
            <a:endParaRPr lang="ko-KR" sz="4000" dirty="0"/>
          </a:p>
        </p:txBody>
      </p:sp>
      <p:sp>
        <p:nvSpPr>
          <p:cNvPr id="3" name="S07-text148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8분의 5 × 15분의 4를 두 가지로 계산해요.</a:t>
            </a:r>
            <a:endParaRPr lang="ko-KR" sz="2800" dirty="0"/>
          </a:p>
        </p:txBody>
      </p:sp>
      <p:sp>
        <p:nvSpPr>
          <p:cNvPr id="4" name="S07-card149"/>
          <p:cNvSpPr/>
          <p:nvPr/>
        </p:nvSpPr>
        <p:spPr>
          <a:xfrm>
            <a:off x="548640" y="5037836"/>
            <a:ext cx="11091672" cy="1180084"/>
          </a:xfrm>
          <a:prstGeom prst="roundRect">
            <a:avLst>
              <a:gd name="adj" fmla="val 9298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5" name="S07-cardtext150"/>
          <p:cNvSpPr txBox="1"/>
          <p:nvPr/>
        </p:nvSpPr>
        <p:spPr>
          <a:xfrm>
            <a:off x="822960" y="5174996"/>
            <a:ext cx="10543032" cy="9057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약분을 먼저 하면 수가 작아 편해요</a:t>
            </a:r>
            <a:endParaRPr lang="ko-KR" sz="28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5와 15를 5로, 4와 8을 4로 나눠요.</a:t>
            </a:r>
            <a:endParaRPr lang="ko-KR" sz="2800" dirty="0"/>
          </a:p>
        </p:txBody>
      </p:sp>
      <p:sp>
        <p:nvSpPr>
          <p:cNvPr id="6" name="S07-num151"/>
          <p:cNvSpPr txBox="1"/>
          <p:nvPr/>
        </p:nvSpPr>
        <p:spPr>
          <a:xfrm>
            <a:off x="1195959" y="2052955"/>
            <a:ext cx="509778" cy="4495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</a:t>
            </a:r>
            <a:endParaRPr lang="ko-KR" sz="3000" dirty="0"/>
          </a:p>
        </p:txBody>
      </p:sp>
      <p:sp>
        <p:nvSpPr>
          <p:cNvPr id="7" name="S07-fracbar152"/>
          <p:cNvSpPr/>
          <p:nvPr/>
        </p:nvSpPr>
        <p:spPr>
          <a:xfrm>
            <a:off x="1232535" y="2539111"/>
            <a:ext cx="436626" cy="0"/>
          </a:xfrm>
          <a:prstGeom prst="line">
            <a:avLst/>
          </a:prstGeom>
          <a:noFill/>
          <a:ln w="23813">
            <a:solidFill>
              <a:srgbClr val="1F2937"/>
            </a:solidFill>
            <a:prstDash val="solid"/>
          </a:ln>
        </p:spPr>
      </p:sp>
      <p:sp>
        <p:nvSpPr>
          <p:cNvPr id="8" name="S07-num153"/>
          <p:cNvSpPr txBox="1"/>
          <p:nvPr/>
        </p:nvSpPr>
        <p:spPr>
          <a:xfrm>
            <a:off x="1195959" y="2575687"/>
            <a:ext cx="509778" cy="4495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</a:t>
            </a:r>
            <a:endParaRPr lang="ko-KR" sz="3000" dirty="0"/>
          </a:p>
        </p:txBody>
      </p:sp>
      <p:sp>
        <p:nvSpPr>
          <p:cNvPr id="9" name="S07-op154"/>
          <p:cNvSpPr txBox="1"/>
          <p:nvPr/>
        </p:nvSpPr>
        <p:spPr>
          <a:xfrm>
            <a:off x="1815465" y="2052955"/>
            <a:ext cx="629412" cy="972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×</a:t>
            </a:r>
            <a:endParaRPr lang="ko-KR" sz="3000" dirty="0"/>
          </a:p>
        </p:txBody>
      </p:sp>
      <p:sp>
        <p:nvSpPr>
          <p:cNvPr id="10" name="S07-num155"/>
          <p:cNvSpPr txBox="1"/>
          <p:nvPr/>
        </p:nvSpPr>
        <p:spPr>
          <a:xfrm>
            <a:off x="2554605" y="2052955"/>
            <a:ext cx="606552" cy="4495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ko-KR" sz="3000" dirty="0"/>
          </a:p>
        </p:txBody>
      </p:sp>
      <p:sp>
        <p:nvSpPr>
          <p:cNvPr id="11" name="S07-fracbar156"/>
          <p:cNvSpPr/>
          <p:nvPr/>
        </p:nvSpPr>
        <p:spPr>
          <a:xfrm>
            <a:off x="2591181" y="2539111"/>
            <a:ext cx="533400" cy="0"/>
          </a:xfrm>
          <a:prstGeom prst="line">
            <a:avLst/>
          </a:prstGeom>
          <a:noFill/>
          <a:ln w="23813">
            <a:solidFill>
              <a:srgbClr val="1F2937"/>
            </a:solidFill>
            <a:prstDash val="solid"/>
          </a:ln>
        </p:spPr>
      </p:sp>
      <p:sp>
        <p:nvSpPr>
          <p:cNvPr id="12" name="S07-num157"/>
          <p:cNvSpPr txBox="1"/>
          <p:nvPr/>
        </p:nvSpPr>
        <p:spPr>
          <a:xfrm>
            <a:off x="2554605" y="2575687"/>
            <a:ext cx="606552" cy="4495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15</a:t>
            </a:r>
            <a:endParaRPr lang="ko-KR" sz="3000" dirty="0"/>
          </a:p>
        </p:txBody>
      </p:sp>
      <p:sp>
        <p:nvSpPr>
          <p:cNvPr id="13" name="S07-op158"/>
          <p:cNvSpPr txBox="1"/>
          <p:nvPr/>
        </p:nvSpPr>
        <p:spPr>
          <a:xfrm>
            <a:off x="3270885" y="2052955"/>
            <a:ext cx="416052" cy="972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=</a:t>
            </a:r>
            <a:endParaRPr lang="ko-KR" sz="3000" dirty="0"/>
          </a:p>
        </p:txBody>
      </p:sp>
      <p:sp>
        <p:nvSpPr>
          <p:cNvPr id="14" name="S07-num159"/>
          <p:cNvSpPr txBox="1"/>
          <p:nvPr/>
        </p:nvSpPr>
        <p:spPr>
          <a:xfrm>
            <a:off x="3796665" y="2052955"/>
            <a:ext cx="1490472" cy="4495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 × 4</a:t>
            </a:r>
            <a:endParaRPr lang="ko-KR" sz="3000" dirty="0"/>
          </a:p>
        </p:txBody>
      </p:sp>
      <p:sp>
        <p:nvSpPr>
          <p:cNvPr id="15" name="S07-fracbar160"/>
          <p:cNvSpPr/>
          <p:nvPr/>
        </p:nvSpPr>
        <p:spPr>
          <a:xfrm>
            <a:off x="3833241" y="2539111"/>
            <a:ext cx="1417320" cy="0"/>
          </a:xfrm>
          <a:prstGeom prst="line">
            <a:avLst/>
          </a:prstGeom>
          <a:noFill/>
          <a:ln w="23813">
            <a:solidFill>
              <a:srgbClr val="1F2937"/>
            </a:solidFill>
            <a:prstDash val="solid"/>
          </a:ln>
        </p:spPr>
      </p:sp>
      <p:sp>
        <p:nvSpPr>
          <p:cNvPr id="16" name="S07-num161"/>
          <p:cNvSpPr txBox="1"/>
          <p:nvPr/>
        </p:nvSpPr>
        <p:spPr>
          <a:xfrm>
            <a:off x="3796665" y="2575687"/>
            <a:ext cx="1490472" cy="4495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 × 15</a:t>
            </a:r>
            <a:endParaRPr lang="ko-KR" sz="3000" dirty="0"/>
          </a:p>
        </p:txBody>
      </p:sp>
      <p:sp>
        <p:nvSpPr>
          <p:cNvPr id="17" name="S07-op162"/>
          <p:cNvSpPr txBox="1"/>
          <p:nvPr/>
        </p:nvSpPr>
        <p:spPr>
          <a:xfrm>
            <a:off x="1992249" y="3345307"/>
            <a:ext cx="416052" cy="972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=</a:t>
            </a:r>
            <a:endParaRPr lang="ko-KR" sz="3000" dirty="0"/>
          </a:p>
        </p:txBody>
      </p:sp>
      <p:sp>
        <p:nvSpPr>
          <p:cNvPr id="18" name="S07-num163"/>
          <p:cNvSpPr txBox="1"/>
          <p:nvPr/>
        </p:nvSpPr>
        <p:spPr>
          <a:xfrm>
            <a:off x="2518029" y="3345307"/>
            <a:ext cx="827532" cy="4495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</a:t>
            </a:r>
            <a:endParaRPr lang="ko-KR" sz="3000" dirty="0"/>
          </a:p>
        </p:txBody>
      </p:sp>
      <p:sp>
        <p:nvSpPr>
          <p:cNvPr id="19" name="S07-fracbar164"/>
          <p:cNvSpPr/>
          <p:nvPr/>
        </p:nvSpPr>
        <p:spPr>
          <a:xfrm>
            <a:off x="2554605" y="3831463"/>
            <a:ext cx="754380" cy="0"/>
          </a:xfrm>
          <a:prstGeom prst="line">
            <a:avLst/>
          </a:prstGeom>
          <a:noFill/>
          <a:ln w="23813">
            <a:solidFill>
              <a:srgbClr val="1F2937"/>
            </a:solidFill>
            <a:prstDash val="solid"/>
          </a:ln>
        </p:spPr>
      </p:sp>
      <p:sp>
        <p:nvSpPr>
          <p:cNvPr id="20" name="S07-num165"/>
          <p:cNvSpPr txBox="1"/>
          <p:nvPr/>
        </p:nvSpPr>
        <p:spPr>
          <a:xfrm>
            <a:off x="2518029" y="3868039"/>
            <a:ext cx="827532" cy="4495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120</a:t>
            </a:r>
            <a:endParaRPr lang="ko-KR" sz="3000" dirty="0"/>
          </a:p>
        </p:txBody>
      </p:sp>
      <p:sp>
        <p:nvSpPr>
          <p:cNvPr id="21" name="S07-op166"/>
          <p:cNvSpPr txBox="1"/>
          <p:nvPr/>
        </p:nvSpPr>
        <p:spPr>
          <a:xfrm>
            <a:off x="3455289" y="3345307"/>
            <a:ext cx="416052" cy="972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=</a:t>
            </a:r>
            <a:endParaRPr lang="ko-KR" sz="3000" dirty="0"/>
          </a:p>
        </p:txBody>
      </p:sp>
      <p:sp>
        <p:nvSpPr>
          <p:cNvPr id="22" name="S07-num167"/>
          <p:cNvSpPr txBox="1"/>
          <p:nvPr/>
        </p:nvSpPr>
        <p:spPr>
          <a:xfrm>
            <a:off x="3981069" y="3345307"/>
            <a:ext cx="509778" cy="4495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ko-KR" sz="3000" dirty="0"/>
          </a:p>
        </p:txBody>
      </p:sp>
      <p:sp>
        <p:nvSpPr>
          <p:cNvPr id="23" name="S07-fracbar168"/>
          <p:cNvSpPr/>
          <p:nvPr/>
        </p:nvSpPr>
        <p:spPr>
          <a:xfrm>
            <a:off x="4017645" y="3831463"/>
            <a:ext cx="436626" cy="0"/>
          </a:xfrm>
          <a:prstGeom prst="line">
            <a:avLst/>
          </a:prstGeom>
          <a:noFill/>
          <a:ln w="23813">
            <a:solidFill>
              <a:srgbClr val="1F2937"/>
            </a:solidFill>
            <a:prstDash val="solid"/>
          </a:ln>
        </p:spPr>
      </p:sp>
      <p:sp>
        <p:nvSpPr>
          <p:cNvPr id="24" name="S07-num169"/>
          <p:cNvSpPr txBox="1"/>
          <p:nvPr/>
        </p:nvSpPr>
        <p:spPr>
          <a:xfrm>
            <a:off x="3981069" y="3868039"/>
            <a:ext cx="509778" cy="4495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</a:t>
            </a:r>
            <a:endParaRPr lang="ko-KR" sz="3000" dirty="0"/>
          </a:p>
        </p:txBody>
      </p:sp>
      <p:sp>
        <p:nvSpPr>
          <p:cNvPr id="25" name="S07-label170"/>
          <p:cNvSpPr txBox="1"/>
          <p:nvPr/>
        </p:nvSpPr>
        <p:spPr>
          <a:xfrm>
            <a:off x="548640" y="4432046"/>
            <a:ext cx="5385816" cy="3771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곱한 다음 약분</a:t>
            </a:r>
            <a:endParaRPr lang="ko-KR" sz="2200" dirty="0"/>
          </a:p>
        </p:txBody>
      </p:sp>
      <p:sp>
        <p:nvSpPr>
          <p:cNvPr id="26" name="S07-num171"/>
          <p:cNvSpPr txBox="1"/>
          <p:nvPr/>
        </p:nvSpPr>
        <p:spPr>
          <a:xfrm>
            <a:off x="7964805" y="2052955"/>
            <a:ext cx="509778" cy="4495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</a:t>
            </a:r>
            <a:endParaRPr lang="ko-KR" sz="3000" dirty="0"/>
          </a:p>
        </p:txBody>
      </p:sp>
      <p:sp>
        <p:nvSpPr>
          <p:cNvPr id="27" name="S07-fracbar172"/>
          <p:cNvSpPr/>
          <p:nvPr/>
        </p:nvSpPr>
        <p:spPr>
          <a:xfrm>
            <a:off x="8001381" y="2539111"/>
            <a:ext cx="436626" cy="0"/>
          </a:xfrm>
          <a:prstGeom prst="line">
            <a:avLst/>
          </a:prstGeom>
          <a:noFill/>
          <a:ln w="23813">
            <a:solidFill>
              <a:srgbClr val="1F2937"/>
            </a:solidFill>
            <a:prstDash val="solid"/>
          </a:ln>
        </p:spPr>
      </p:sp>
      <p:sp>
        <p:nvSpPr>
          <p:cNvPr id="28" name="S07-num173"/>
          <p:cNvSpPr txBox="1"/>
          <p:nvPr/>
        </p:nvSpPr>
        <p:spPr>
          <a:xfrm>
            <a:off x="7964805" y="2575687"/>
            <a:ext cx="509778" cy="4495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</a:t>
            </a:r>
            <a:endParaRPr lang="ko-KR" sz="3000" dirty="0"/>
          </a:p>
        </p:txBody>
      </p:sp>
      <p:sp>
        <p:nvSpPr>
          <p:cNvPr id="29" name="S07-op174"/>
          <p:cNvSpPr txBox="1"/>
          <p:nvPr/>
        </p:nvSpPr>
        <p:spPr>
          <a:xfrm>
            <a:off x="8584311" y="2052955"/>
            <a:ext cx="629412" cy="972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×</a:t>
            </a:r>
            <a:endParaRPr lang="ko-KR" sz="3000" dirty="0"/>
          </a:p>
        </p:txBody>
      </p:sp>
      <p:sp>
        <p:nvSpPr>
          <p:cNvPr id="30" name="S07-num175"/>
          <p:cNvSpPr txBox="1"/>
          <p:nvPr/>
        </p:nvSpPr>
        <p:spPr>
          <a:xfrm>
            <a:off x="9323451" y="2052955"/>
            <a:ext cx="606552" cy="4495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ko-KR" sz="3000" dirty="0"/>
          </a:p>
        </p:txBody>
      </p:sp>
      <p:sp>
        <p:nvSpPr>
          <p:cNvPr id="31" name="S07-fracbar176"/>
          <p:cNvSpPr/>
          <p:nvPr/>
        </p:nvSpPr>
        <p:spPr>
          <a:xfrm>
            <a:off x="9360027" y="2539111"/>
            <a:ext cx="533400" cy="0"/>
          </a:xfrm>
          <a:prstGeom prst="line">
            <a:avLst/>
          </a:prstGeom>
          <a:noFill/>
          <a:ln w="23813">
            <a:solidFill>
              <a:srgbClr val="1F2937"/>
            </a:solidFill>
            <a:prstDash val="solid"/>
          </a:ln>
        </p:spPr>
      </p:sp>
      <p:sp>
        <p:nvSpPr>
          <p:cNvPr id="32" name="S07-num177"/>
          <p:cNvSpPr txBox="1"/>
          <p:nvPr/>
        </p:nvSpPr>
        <p:spPr>
          <a:xfrm>
            <a:off x="9323451" y="2575687"/>
            <a:ext cx="606552" cy="4495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15</a:t>
            </a:r>
            <a:endParaRPr lang="ko-KR" sz="3000" dirty="0"/>
          </a:p>
        </p:txBody>
      </p:sp>
      <p:sp>
        <p:nvSpPr>
          <p:cNvPr id="33" name="S07-op178"/>
          <p:cNvSpPr txBox="1"/>
          <p:nvPr/>
        </p:nvSpPr>
        <p:spPr>
          <a:xfrm>
            <a:off x="7177659" y="3345307"/>
            <a:ext cx="416052" cy="972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=</a:t>
            </a:r>
            <a:endParaRPr lang="ko-KR" sz="3000" dirty="0"/>
          </a:p>
        </p:txBody>
      </p:sp>
      <p:sp>
        <p:nvSpPr>
          <p:cNvPr id="34" name="S07-num179"/>
          <p:cNvSpPr txBox="1"/>
          <p:nvPr/>
        </p:nvSpPr>
        <p:spPr>
          <a:xfrm>
            <a:off x="7703439" y="3345307"/>
            <a:ext cx="509778" cy="4495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ko-KR" sz="3000" dirty="0"/>
          </a:p>
        </p:txBody>
      </p:sp>
      <p:sp>
        <p:nvSpPr>
          <p:cNvPr id="35" name="S07-fracbar180"/>
          <p:cNvSpPr/>
          <p:nvPr/>
        </p:nvSpPr>
        <p:spPr>
          <a:xfrm>
            <a:off x="7740015" y="3831463"/>
            <a:ext cx="436626" cy="0"/>
          </a:xfrm>
          <a:prstGeom prst="line">
            <a:avLst/>
          </a:prstGeom>
          <a:noFill/>
          <a:ln w="23813">
            <a:solidFill>
              <a:srgbClr val="1F2937"/>
            </a:solidFill>
            <a:prstDash val="solid"/>
          </a:ln>
        </p:spPr>
      </p:sp>
      <p:sp>
        <p:nvSpPr>
          <p:cNvPr id="36" name="S07-num181"/>
          <p:cNvSpPr txBox="1"/>
          <p:nvPr/>
        </p:nvSpPr>
        <p:spPr>
          <a:xfrm>
            <a:off x="7703439" y="3868039"/>
            <a:ext cx="509778" cy="4495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ko-KR" sz="3000" dirty="0"/>
          </a:p>
        </p:txBody>
      </p:sp>
      <p:sp>
        <p:nvSpPr>
          <p:cNvPr id="37" name="S07-op182"/>
          <p:cNvSpPr txBox="1"/>
          <p:nvPr/>
        </p:nvSpPr>
        <p:spPr>
          <a:xfrm>
            <a:off x="8322945" y="3345307"/>
            <a:ext cx="629412" cy="972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×</a:t>
            </a:r>
            <a:endParaRPr lang="ko-KR" sz="3000" dirty="0"/>
          </a:p>
        </p:txBody>
      </p:sp>
      <p:sp>
        <p:nvSpPr>
          <p:cNvPr id="38" name="S07-num183"/>
          <p:cNvSpPr txBox="1"/>
          <p:nvPr/>
        </p:nvSpPr>
        <p:spPr>
          <a:xfrm>
            <a:off x="9062085" y="3345307"/>
            <a:ext cx="509778" cy="4495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ko-KR" sz="3000" dirty="0"/>
          </a:p>
        </p:txBody>
      </p:sp>
      <p:sp>
        <p:nvSpPr>
          <p:cNvPr id="39" name="S07-fracbar184"/>
          <p:cNvSpPr/>
          <p:nvPr/>
        </p:nvSpPr>
        <p:spPr>
          <a:xfrm>
            <a:off x="9098661" y="3831463"/>
            <a:ext cx="436626" cy="0"/>
          </a:xfrm>
          <a:prstGeom prst="line">
            <a:avLst/>
          </a:prstGeom>
          <a:noFill/>
          <a:ln w="23813">
            <a:solidFill>
              <a:srgbClr val="1F2937"/>
            </a:solidFill>
            <a:prstDash val="solid"/>
          </a:ln>
        </p:spPr>
      </p:sp>
      <p:sp>
        <p:nvSpPr>
          <p:cNvPr id="40" name="S07-num185"/>
          <p:cNvSpPr txBox="1"/>
          <p:nvPr/>
        </p:nvSpPr>
        <p:spPr>
          <a:xfrm>
            <a:off x="9062085" y="3868039"/>
            <a:ext cx="509778" cy="4495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ko-KR" sz="3000" dirty="0"/>
          </a:p>
        </p:txBody>
      </p:sp>
      <p:sp>
        <p:nvSpPr>
          <p:cNvPr id="41" name="S07-op186"/>
          <p:cNvSpPr txBox="1"/>
          <p:nvPr/>
        </p:nvSpPr>
        <p:spPr>
          <a:xfrm>
            <a:off x="9681591" y="3345307"/>
            <a:ext cx="416052" cy="972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=</a:t>
            </a:r>
            <a:endParaRPr lang="ko-KR" sz="3000" dirty="0"/>
          </a:p>
        </p:txBody>
      </p:sp>
      <p:sp>
        <p:nvSpPr>
          <p:cNvPr id="42" name="S07-num187"/>
          <p:cNvSpPr txBox="1"/>
          <p:nvPr/>
        </p:nvSpPr>
        <p:spPr>
          <a:xfrm>
            <a:off x="10207371" y="3345307"/>
            <a:ext cx="509778" cy="4495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ko-KR" sz="3000" dirty="0"/>
          </a:p>
        </p:txBody>
      </p:sp>
      <p:sp>
        <p:nvSpPr>
          <p:cNvPr id="43" name="S07-fracbar188"/>
          <p:cNvSpPr/>
          <p:nvPr/>
        </p:nvSpPr>
        <p:spPr>
          <a:xfrm>
            <a:off x="10243947" y="3831463"/>
            <a:ext cx="436626" cy="0"/>
          </a:xfrm>
          <a:prstGeom prst="line">
            <a:avLst/>
          </a:prstGeom>
          <a:noFill/>
          <a:ln w="23813">
            <a:solidFill>
              <a:srgbClr val="1F2937"/>
            </a:solidFill>
            <a:prstDash val="solid"/>
          </a:ln>
        </p:spPr>
      </p:sp>
      <p:sp>
        <p:nvSpPr>
          <p:cNvPr id="44" name="S07-num189"/>
          <p:cNvSpPr txBox="1"/>
          <p:nvPr/>
        </p:nvSpPr>
        <p:spPr>
          <a:xfrm>
            <a:off x="10207371" y="3868039"/>
            <a:ext cx="509778" cy="4495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</a:t>
            </a:r>
            <a:endParaRPr lang="ko-KR" sz="3000" dirty="0"/>
          </a:p>
        </p:txBody>
      </p:sp>
      <p:sp>
        <p:nvSpPr>
          <p:cNvPr id="45" name="S07-label190"/>
          <p:cNvSpPr txBox="1"/>
          <p:nvPr/>
        </p:nvSpPr>
        <p:spPr>
          <a:xfrm>
            <a:off x="6254496" y="4432046"/>
            <a:ext cx="5385816" cy="3771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약분한 다음 곱하기</a:t>
            </a:r>
            <a:endParaRPr lang="ko-KR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대분수끼리 곱하기</a:t>
            </a:r>
            <a:endParaRPr lang="ko-KR" sz="4000" dirty="0"/>
          </a:p>
        </p:txBody>
      </p:sp>
      <p:sp>
        <p:nvSpPr>
          <p:cNvPr id="3" name="S08-card191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4" name="S08-cardtext192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대분수는 꼭 가분수로 바꾼 다음 곱해요.</a:t>
            </a:r>
            <a:endParaRPr lang="ko-KR" sz="2800" dirty="0"/>
          </a:p>
        </p:txBody>
      </p:sp>
      <p:sp>
        <p:nvSpPr>
          <p:cNvPr id="5" name="S08-num193"/>
          <p:cNvSpPr txBox="1"/>
          <p:nvPr/>
        </p:nvSpPr>
        <p:spPr>
          <a:xfrm>
            <a:off x="548640" y="1381252"/>
            <a:ext cx="323088" cy="10322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r" indent="0" marL="0"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ko-KR" sz="3200" dirty="0"/>
          </a:p>
        </p:txBody>
      </p:sp>
      <p:sp>
        <p:nvSpPr>
          <p:cNvPr id="6" name="S08-num194"/>
          <p:cNvSpPr txBox="1"/>
          <p:nvPr/>
        </p:nvSpPr>
        <p:spPr>
          <a:xfrm>
            <a:off x="871728" y="1381252"/>
            <a:ext cx="536448" cy="4795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ko-KR" sz="3200" dirty="0"/>
          </a:p>
        </p:txBody>
      </p:sp>
      <p:sp>
        <p:nvSpPr>
          <p:cNvPr id="7" name="S08-fracbar195"/>
          <p:cNvSpPr/>
          <p:nvPr/>
        </p:nvSpPr>
        <p:spPr>
          <a:xfrm>
            <a:off x="908304" y="1897380"/>
            <a:ext cx="463296" cy="0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8" name="S08-num196"/>
          <p:cNvSpPr txBox="1"/>
          <p:nvPr/>
        </p:nvSpPr>
        <p:spPr>
          <a:xfrm>
            <a:off x="871728" y="1933956"/>
            <a:ext cx="536448" cy="4795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ko-KR" sz="3200" dirty="0"/>
          </a:p>
        </p:txBody>
      </p:sp>
      <p:sp>
        <p:nvSpPr>
          <p:cNvPr id="9" name="S08-op197"/>
          <p:cNvSpPr txBox="1"/>
          <p:nvPr/>
        </p:nvSpPr>
        <p:spPr>
          <a:xfrm>
            <a:off x="1517904" y="1381252"/>
            <a:ext cx="654304" cy="10322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×</a:t>
            </a:r>
            <a:endParaRPr lang="ko-KR" sz="3200" dirty="0"/>
          </a:p>
        </p:txBody>
      </p:sp>
      <p:sp>
        <p:nvSpPr>
          <p:cNvPr id="10" name="S08-num198"/>
          <p:cNvSpPr txBox="1"/>
          <p:nvPr/>
        </p:nvSpPr>
        <p:spPr>
          <a:xfrm>
            <a:off x="2281936" y="1381252"/>
            <a:ext cx="323088" cy="10322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r" indent="0" marL="0"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ko-KR" sz="3200" dirty="0"/>
          </a:p>
        </p:txBody>
      </p:sp>
      <p:sp>
        <p:nvSpPr>
          <p:cNvPr id="11" name="S08-num199"/>
          <p:cNvSpPr txBox="1"/>
          <p:nvPr/>
        </p:nvSpPr>
        <p:spPr>
          <a:xfrm>
            <a:off x="2605024" y="1381252"/>
            <a:ext cx="536448" cy="4795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ko-KR" sz="3200" dirty="0"/>
          </a:p>
        </p:txBody>
      </p:sp>
      <p:sp>
        <p:nvSpPr>
          <p:cNvPr id="12" name="S08-fracbar200"/>
          <p:cNvSpPr/>
          <p:nvPr/>
        </p:nvSpPr>
        <p:spPr>
          <a:xfrm>
            <a:off x="2641600" y="1897380"/>
            <a:ext cx="463296" cy="0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13" name="S08-num201"/>
          <p:cNvSpPr txBox="1"/>
          <p:nvPr/>
        </p:nvSpPr>
        <p:spPr>
          <a:xfrm>
            <a:off x="2605024" y="1933956"/>
            <a:ext cx="536448" cy="4795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ko-KR" sz="3200" dirty="0"/>
          </a:p>
        </p:txBody>
      </p:sp>
      <p:sp>
        <p:nvSpPr>
          <p:cNvPr id="14" name="S08-stepno202"/>
          <p:cNvSpPr txBox="1"/>
          <p:nvPr/>
        </p:nvSpPr>
        <p:spPr>
          <a:xfrm>
            <a:off x="548640" y="2914396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ko-KR" sz="2200" dirty="0"/>
          </a:p>
        </p:txBody>
      </p:sp>
      <p:sp>
        <p:nvSpPr>
          <p:cNvPr id="15" name="S08-text203"/>
          <p:cNvSpPr txBox="1"/>
          <p:nvPr/>
        </p:nvSpPr>
        <p:spPr>
          <a:xfrm>
            <a:off x="1325880" y="2868676"/>
            <a:ext cx="5655930" cy="912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가분수로 바꿔요.</a:t>
            </a:r>
            <a:endParaRPr lang="ko-KR" sz="2800" dirty="0"/>
          </a:p>
        </p:txBody>
      </p:sp>
      <p:sp>
        <p:nvSpPr>
          <p:cNvPr id="16" name="S08-num204"/>
          <p:cNvSpPr txBox="1"/>
          <p:nvPr/>
        </p:nvSpPr>
        <p:spPr>
          <a:xfrm>
            <a:off x="6981810" y="2868676"/>
            <a:ext cx="483108" cy="419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ko-KR" sz="2800" dirty="0"/>
          </a:p>
        </p:txBody>
      </p:sp>
      <p:sp>
        <p:nvSpPr>
          <p:cNvPr id="17" name="S08-fracbar205"/>
          <p:cNvSpPr/>
          <p:nvPr/>
        </p:nvSpPr>
        <p:spPr>
          <a:xfrm>
            <a:off x="7018386" y="3324860"/>
            <a:ext cx="409956" cy="0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18" name="S08-num206"/>
          <p:cNvSpPr txBox="1"/>
          <p:nvPr/>
        </p:nvSpPr>
        <p:spPr>
          <a:xfrm>
            <a:off x="6981810" y="3361436"/>
            <a:ext cx="483108" cy="419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ko-KR" sz="2800" dirty="0"/>
          </a:p>
        </p:txBody>
      </p:sp>
      <p:sp>
        <p:nvSpPr>
          <p:cNvPr id="19" name="S08-op207"/>
          <p:cNvSpPr txBox="1"/>
          <p:nvPr/>
        </p:nvSpPr>
        <p:spPr>
          <a:xfrm>
            <a:off x="7574646" y="2868676"/>
            <a:ext cx="604520" cy="912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×</a:t>
            </a:r>
            <a:endParaRPr lang="ko-KR" sz="2800" dirty="0"/>
          </a:p>
        </p:txBody>
      </p:sp>
      <p:sp>
        <p:nvSpPr>
          <p:cNvPr id="20" name="S08-num208"/>
          <p:cNvSpPr txBox="1"/>
          <p:nvPr/>
        </p:nvSpPr>
        <p:spPr>
          <a:xfrm>
            <a:off x="8288894" y="2868676"/>
            <a:ext cx="483108" cy="419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</a:t>
            </a:r>
            <a:endParaRPr lang="ko-KR" sz="2800" dirty="0"/>
          </a:p>
        </p:txBody>
      </p:sp>
      <p:sp>
        <p:nvSpPr>
          <p:cNvPr id="21" name="S08-fracbar209"/>
          <p:cNvSpPr/>
          <p:nvPr/>
        </p:nvSpPr>
        <p:spPr>
          <a:xfrm>
            <a:off x="8325470" y="3324860"/>
            <a:ext cx="409956" cy="0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22" name="S08-num210"/>
          <p:cNvSpPr txBox="1"/>
          <p:nvPr/>
        </p:nvSpPr>
        <p:spPr>
          <a:xfrm>
            <a:off x="8288894" y="3361436"/>
            <a:ext cx="483108" cy="419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ko-KR" sz="2800" dirty="0"/>
          </a:p>
        </p:txBody>
      </p:sp>
      <p:sp>
        <p:nvSpPr>
          <p:cNvPr id="23" name="S08-stepno211"/>
          <p:cNvSpPr txBox="1"/>
          <p:nvPr/>
        </p:nvSpPr>
        <p:spPr>
          <a:xfrm>
            <a:off x="548640" y="3991356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ko-KR" sz="2200" dirty="0"/>
          </a:p>
        </p:txBody>
      </p:sp>
      <p:sp>
        <p:nvSpPr>
          <p:cNvPr id="24" name="S08-text212"/>
          <p:cNvSpPr txBox="1"/>
          <p:nvPr/>
        </p:nvSpPr>
        <p:spPr>
          <a:xfrm>
            <a:off x="1325880" y="3945636"/>
            <a:ext cx="5655930" cy="912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분자끼리, 분모끼리</a:t>
            </a:r>
            <a:endParaRPr lang="ko-KR" sz="2800" dirty="0"/>
          </a:p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곱하고 약분해요.</a:t>
            </a:r>
            <a:endParaRPr lang="ko-KR" sz="2800" dirty="0"/>
          </a:p>
        </p:txBody>
      </p:sp>
      <p:sp>
        <p:nvSpPr>
          <p:cNvPr id="25" name="S08-num213"/>
          <p:cNvSpPr txBox="1"/>
          <p:nvPr/>
        </p:nvSpPr>
        <p:spPr>
          <a:xfrm>
            <a:off x="6981810" y="3945636"/>
            <a:ext cx="577088" cy="419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24</a:t>
            </a:r>
            <a:endParaRPr lang="ko-KR" sz="2800" dirty="0"/>
          </a:p>
        </p:txBody>
      </p:sp>
      <p:sp>
        <p:nvSpPr>
          <p:cNvPr id="26" name="S08-fracbar214"/>
          <p:cNvSpPr/>
          <p:nvPr/>
        </p:nvSpPr>
        <p:spPr>
          <a:xfrm>
            <a:off x="7018386" y="4401820"/>
            <a:ext cx="503936" cy="0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27" name="S08-num215"/>
          <p:cNvSpPr txBox="1"/>
          <p:nvPr/>
        </p:nvSpPr>
        <p:spPr>
          <a:xfrm>
            <a:off x="6981810" y="4438396"/>
            <a:ext cx="577088" cy="419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</a:t>
            </a:r>
            <a:endParaRPr lang="ko-KR" sz="2800" dirty="0"/>
          </a:p>
        </p:txBody>
      </p:sp>
      <p:sp>
        <p:nvSpPr>
          <p:cNvPr id="28" name="S08-op216"/>
          <p:cNvSpPr txBox="1"/>
          <p:nvPr/>
        </p:nvSpPr>
        <p:spPr>
          <a:xfrm>
            <a:off x="7668626" y="3945636"/>
            <a:ext cx="405384" cy="912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=</a:t>
            </a:r>
            <a:endParaRPr lang="ko-KR" sz="2800" dirty="0"/>
          </a:p>
        </p:txBody>
      </p:sp>
      <p:sp>
        <p:nvSpPr>
          <p:cNvPr id="29" name="S08-op217"/>
          <p:cNvSpPr txBox="1"/>
          <p:nvPr/>
        </p:nvSpPr>
        <p:spPr>
          <a:xfrm>
            <a:off x="8183738" y="3945636"/>
            <a:ext cx="490728" cy="912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ko-KR" sz="2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자연수끼리, 분수끼리?</a:t>
            </a:r>
            <a:endParaRPr lang="ko-KR" sz="4000" dirty="0"/>
          </a:p>
        </p:txBody>
      </p:sp>
      <p:sp>
        <p:nvSpPr>
          <p:cNvPr id="3" name="S09-card218"/>
          <p:cNvSpPr/>
          <p:nvPr/>
        </p:nvSpPr>
        <p:spPr>
          <a:xfrm>
            <a:off x="548640" y="132588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4" name="S09-cardtext219"/>
          <p:cNvSpPr txBox="1"/>
          <p:nvPr/>
        </p:nvSpPr>
        <p:spPr>
          <a:xfrm>
            <a:off x="822960" y="146304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1과 2분의 1 × 2와 3분의 2를 계산했어요.</a:t>
            </a:r>
            <a:endParaRPr lang="ko-KR" sz="2800" dirty="0"/>
          </a:p>
        </p:txBody>
      </p:sp>
      <p:sp>
        <p:nvSpPr>
          <p:cNvPr id="5" name="S09-card220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6" name="S09-cardtext221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누가 맞았을까요? 1과 2분의 1 × 2만 해도 얼마일까요?</a:t>
            </a:r>
            <a:endParaRPr lang="ko-KR" sz="2800" dirty="0"/>
          </a:p>
        </p:txBody>
      </p:sp>
      <p:sp>
        <p:nvSpPr>
          <p:cNvPr id="7" name="S09-chip222"/>
          <p:cNvSpPr txBox="1"/>
          <p:nvPr/>
        </p:nvSpPr>
        <p:spPr>
          <a:xfrm>
            <a:off x="548640" y="2423160"/>
            <a:ext cx="5362956" cy="566928"/>
          </a:xfrm>
          <a:prstGeom prst="roundRect">
            <a:avLst>
              <a:gd name="adj" fmla="val 25806"/>
            </a:avLst>
          </a:prstGeom>
          <a:solidFill>
            <a:srgbClr val="E6ECF4"/>
          </a:solidFill>
          <a:ln>
            <a:solidFill>
              <a:srgbClr val="E6ECF4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하늘</a:t>
            </a:r>
            <a:endParaRPr lang="ko-KR" sz="2200" dirty="0"/>
          </a:p>
        </p:txBody>
      </p:sp>
      <p:sp>
        <p:nvSpPr>
          <p:cNvPr id="8" name="S09-num223"/>
          <p:cNvSpPr txBox="1"/>
          <p:nvPr/>
        </p:nvSpPr>
        <p:spPr>
          <a:xfrm>
            <a:off x="1180846" y="3234944"/>
            <a:ext cx="323088" cy="10322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r" indent="0" marL="0"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ko-KR" sz="3200" dirty="0"/>
          </a:p>
        </p:txBody>
      </p:sp>
      <p:sp>
        <p:nvSpPr>
          <p:cNvPr id="9" name="S09-num224"/>
          <p:cNvSpPr txBox="1"/>
          <p:nvPr/>
        </p:nvSpPr>
        <p:spPr>
          <a:xfrm>
            <a:off x="1503934" y="3234944"/>
            <a:ext cx="536448" cy="4795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ko-KR" sz="3200" dirty="0"/>
          </a:p>
        </p:txBody>
      </p:sp>
      <p:sp>
        <p:nvSpPr>
          <p:cNvPr id="10" name="S09-fracbar225"/>
          <p:cNvSpPr/>
          <p:nvPr/>
        </p:nvSpPr>
        <p:spPr>
          <a:xfrm>
            <a:off x="1540510" y="3751072"/>
            <a:ext cx="463296" cy="0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11" name="S09-num226"/>
          <p:cNvSpPr txBox="1"/>
          <p:nvPr/>
        </p:nvSpPr>
        <p:spPr>
          <a:xfrm>
            <a:off x="1503934" y="3787648"/>
            <a:ext cx="536448" cy="4795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ko-KR" sz="3200" dirty="0"/>
          </a:p>
        </p:txBody>
      </p:sp>
      <p:sp>
        <p:nvSpPr>
          <p:cNvPr id="12" name="S09-op227"/>
          <p:cNvSpPr txBox="1"/>
          <p:nvPr/>
        </p:nvSpPr>
        <p:spPr>
          <a:xfrm>
            <a:off x="2150110" y="3234944"/>
            <a:ext cx="654304" cy="10322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×</a:t>
            </a:r>
            <a:endParaRPr lang="ko-KR" sz="3200" dirty="0"/>
          </a:p>
        </p:txBody>
      </p:sp>
      <p:sp>
        <p:nvSpPr>
          <p:cNvPr id="13" name="S09-num228"/>
          <p:cNvSpPr txBox="1"/>
          <p:nvPr/>
        </p:nvSpPr>
        <p:spPr>
          <a:xfrm>
            <a:off x="2914142" y="3234944"/>
            <a:ext cx="323088" cy="10322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r" indent="0" marL="0"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ko-KR" sz="3200" dirty="0"/>
          </a:p>
        </p:txBody>
      </p:sp>
      <p:sp>
        <p:nvSpPr>
          <p:cNvPr id="14" name="S09-num229"/>
          <p:cNvSpPr txBox="1"/>
          <p:nvPr/>
        </p:nvSpPr>
        <p:spPr>
          <a:xfrm>
            <a:off x="3237230" y="3234944"/>
            <a:ext cx="536448" cy="4795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ko-KR" sz="3200" dirty="0"/>
          </a:p>
        </p:txBody>
      </p:sp>
      <p:sp>
        <p:nvSpPr>
          <p:cNvPr id="15" name="S09-fracbar230"/>
          <p:cNvSpPr/>
          <p:nvPr/>
        </p:nvSpPr>
        <p:spPr>
          <a:xfrm>
            <a:off x="3273806" y="3751072"/>
            <a:ext cx="463296" cy="0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16" name="S09-num231"/>
          <p:cNvSpPr txBox="1"/>
          <p:nvPr/>
        </p:nvSpPr>
        <p:spPr>
          <a:xfrm>
            <a:off x="3237230" y="3787648"/>
            <a:ext cx="536448" cy="4795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ko-KR" sz="3200" dirty="0"/>
          </a:p>
        </p:txBody>
      </p:sp>
      <p:sp>
        <p:nvSpPr>
          <p:cNvPr id="17" name="S09-op232"/>
          <p:cNvSpPr txBox="1"/>
          <p:nvPr/>
        </p:nvSpPr>
        <p:spPr>
          <a:xfrm>
            <a:off x="3883406" y="3234944"/>
            <a:ext cx="426720" cy="10322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=</a:t>
            </a:r>
            <a:endParaRPr lang="ko-KR" sz="3200" dirty="0"/>
          </a:p>
        </p:txBody>
      </p:sp>
      <p:sp>
        <p:nvSpPr>
          <p:cNvPr id="18" name="S09-num233"/>
          <p:cNvSpPr txBox="1"/>
          <p:nvPr/>
        </p:nvSpPr>
        <p:spPr>
          <a:xfrm>
            <a:off x="4419854" y="3234944"/>
            <a:ext cx="323088" cy="10322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r" indent="0" marL="0"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ko-KR" sz="3200" dirty="0"/>
          </a:p>
        </p:txBody>
      </p:sp>
      <p:sp>
        <p:nvSpPr>
          <p:cNvPr id="19" name="S09-num234"/>
          <p:cNvSpPr txBox="1"/>
          <p:nvPr/>
        </p:nvSpPr>
        <p:spPr>
          <a:xfrm>
            <a:off x="4742942" y="3234944"/>
            <a:ext cx="536448" cy="4795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ko-KR" sz="3200" dirty="0"/>
          </a:p>
        </p:txBody>
      </p:sp>
      <p:sp>
        <p:nvSpPr>
          <p:cNvPr id="20" name="S09-fracbar235"/>
          <p:cNvSpPr/>
          <p:nvPr/>
        </p:nvSpPr>
        <p:spPr>
          <a:xfrm>
            <a:off x="4779518" y="3751072"/>
            <a:ext cx="463296" cy="0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21" name="S09-num236"/>
          <p:cNvSpPr txBox="1"/>
          <p:nvPr/>
        </p:nvSpPr>
        <p:spPr>
          <a:xfrm>
            <a:off x="4742942" y="3787648"/>
            <a:ext cx="536448" cy="4795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ko-KR" sz="3200" dirty="0"/>
          </a:p>
        </p:txBody>
      </p:sp>
      <p:sp>
        <p:nvSpPr>
          <p:cNvPr id="22" name="S09-text237"/>
          <p:cNvSpPr txBox="1"/>
          <p:nvPr/>
        </p:nvSpPr>
        <p:spPr>
          <a:xfrm>
            <a:off x="548640" y="4347464"/>
            <a:ext cx="5362956" cy="7731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자연수끼리, 분수끼리</a:t>
            </a:r>
            <a:endParaRPr lang="ko-KR" sz="2200" dirty="0"/>
          </a:p>
          <a:p>
            <a:pPr eaLnBrk="0" algn="l" indent="0" marL="0"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따로 곱했어요.</a:t>
            </a:r>
            <a:endParaRPr lang="ko-KR" sz="2200" dirty="0"/>
          </a:p>
        </p:txBody>
      </p:sp>
      <p:sp>
        <p:nvSpPr>
          <p:cNvPr id="23" name="S09-chip238"/>
          <p:cNvSpPr txBox="1"/>
          <p:nvPr/>
        </p:nvSpPr>
        <p:spPr>
          <a:xfrm>
            <a:off x="6277356" y="2423160"/>
            <a:ext cx="5362956" cy="566928"/>
          </a:xfrm>
          <a:prstGeom prst="roundRect">
            <a:avLst>
              <a:gd name="adj" fmla="val 25806"/>
            </a:avLst>
          </a:prstGeom>
          <a:solidFill>
            <a:srgbClr val="E6ECF4"/>
          </a:solidFill>
          <a:ln>
            <a:solidFill>
              <a:srgbClr val="E6ECF4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바다</a:t>
            </a:r>
            <a:endParaRPr lang="ko-KR" sz="2200" dirty="0"/>
          </a:p>
        </p:txBody>
      </p:sp>
      <p:sp>
        <p:nvSpPr>
          <p:cNvPr id="24" name="S09-num239"/>
          <p:cNvSpPr txBox="1"/>
          <p:nvPr/>
        </p:nvSpPr>
        <p:spPr>
          <a:xfrm>
            <a:off x="7400290" y="3405378"/>
            <a:ext cx="536448" cy="4795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ko-KR" sz="3200" dirty="0"/>
          </a:p>
        </p:txBody>
      </p:sp>
      <p:sp>
        <p:nvSpPr>
          <p:cNvPr id="25" name="S09-fracbar240"/>
          <p:cNvSpPr/>
          <p:nvPr/>
        </p:nvSpPr>
        <p:spPr>
          <a:xfrm>
            <a:off x="7436866" y="3921506"/>
            <a:ext cx="463296" cy="0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26" name="S09-num241"/>
          <p:cNvSpPr txBox="1"/>
          <p:nvPr/>
        </p:nvSpPr>
        <p:spPr>
          <a:xfrm>
            <a:off x="7400290" y="3958082"/>
            <a:ext cx="536448" cy="4795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ko-KR" sz="3200" dirty="0"/>
          </a:p>
        </p:txBody>
      </p:sp>
      <p:sp>
        <p:nvSpPr>
          <p:cNvPr id="27" name="S09-op242"/>
          <p:cNvSpPr txBox="1"/>
          <p:nvPr/>
        </p:nvSpPr>
        <p:spPr>
          <a:xfrm>
            <a:off x="8046466" y="3405378"/>
            <a:ext cx="654304" cy="10322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×</a:t>
            </a:r>
            <a:endParaRPr lang="ko-KR" sz="3200" dirty="0"/>
          </a:p>
        </p:txBody>
      </p:sp>
      <p:sp>
        <p:nvSpPr>
          <p:cNvPr id="28" name="S09-num243"/>
          <p:cNvSpPr txBox="1"/>
          <p:nvPr/>
        </p:nvSpPr>
        <p:spPr>
          <a:xfrm>
            <a:off x="8810498" y="3405378"/>
            <a:ext cx="536448" cy="4795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</a:t>
            </a:r>
            <a:endParaRPr lang="ko-KR" sz="3200" dirty="0"/>
          </a:p>
        </p:txBody>
      </p:sp>
      <p:sp>
        <p:nvSpPr>
          <p:cNvPr id="29" name="S09-fracbar244"/>
          <p:cNvSpPr/>
          <p:nvPr/>
        </p:nvSpPr>
        <p:spPr>
          <a:xfrm>
            <a:off x="8847074" y="3921506"/>
            <a:ext cx="463296" cy="0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30" name="S09-num245"/>
          <p:cNvSpPr txBox="1"/>
          <p:nvPr/>
        </p:nvSpPr>
        <p:spPr>
          <a:xfrm>
            <a:off x="8810498" y="3958082"/>
            <a:ext cx="536448" cy="4795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ko-KR" sz="3200" dirty="0"/>
          </a:p>
        </p:txBody>
      </p:sp>
      <p:sp>
        <p:nvSpPr>
          <p:cNvPr id="31" name="S09-op246"/>
          <p:cNvSpPr txBox="1"/>
          <p:nvPr/>
        </p:nvSpPr>
        <p:spPr>
          <a:xfrm>
            <a:off x="9456674" y="3405378"/>
            <a:ext cx="426720" cy="10322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=</a:t>
            </a:r>
            <a:endParaRPr lang="ko-KR" sz="3200" dirty="0"/>
          </a:p>
        </p:txBody>
      </p:sp>
      <p:sp>
        <p:nvSpPr>
          <p:cNvPr id="32" name="S09-op247"/>
          <p:cNvSpPr txBox="1"/>
          <p:nvPr/>
        </p:nvSpPr>
        <p:spPr>
          <a:xfrm>
            <a:off x="9993122" y="3405378"/>
            <a:ext cx="524256" cy="10322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ko-KR" sz="3200" dirty="0"/>
          </a:p>
        </p:txBody>
      </p:sp>
      <p:sp>
        <p:nvSpPr>
          <p:cNvPr id="33" name="S09-text248"/>
          <p:cNvSpPr txBox="1"/>
          <p:nvPr/>
        </p:nvSpPr>
        <p:spPr>
          <a:xfrm>
            <a:off x="6277356" y="4688332"/>
            <a:ext cx="5362956" cy="4323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가분수로 바꿔서 곱했어요.</a:t>
            </a:r>
            <a:endParaRPr lang="ko-KR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약분하고 곱해요</a:t>
            </a:r>
            <a:endParaRPr lang="ko-KR" sz="4000" dirty="0"/>
          </a:p>
        </p:txBody>
      </p:sp>
      <p:sp>
        <p:nvSpPr>
          <p:cNvPr id="3" name="S10-text249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계산하여 간단히 나타내요.</a:t>
            </a:r>
            <a:endParaRPr lang="ko-KR" sz="2800" dirty="0"/>
          </a:p>
        </p:txBody>
      </p:sp>
      <p:sp>
        <p:nvSpPr>
          <p:cNvPr id="4" name="S10-card250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6ECF4"/>
          </a:solidFill>
          <a:ln w="12700">
            <a:solidFill>
              <a:srgbClr val="E6ECF4"/>
            </a:solidFill>
            <a:prstDash val="solid"/>
          </a:ln>
        </p:spPr>
      </p:sp>
      <p:sp>
        <p:nvSpPr>
          <p:cNvPr id="5" name="S10-cardtext251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곱하기 전에 약분할 수 있는 수를 찾아요.</a:t>
            </a:r>
            <a:endParaRPr lang="ko-KR" sz="2800" dirty="0"/>
          </a:p>
        </p:txBody>
      </p:sp>
      <p:sp>
        <p:nvSpPr>
          <p:cNvPr id="6" name="S10-chip252"/>
          <p:cNvSpPr txBox="1"/>
          <p:nvPr/>
        </p:nvSpPr>
        <p:spPr>
          <a:xfrm>
            <a:off x="548640" y="218541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200" dirty="0"/>
          </a:p>
        </p:txBody>
      </p:sp>
      <p:sp>
        <p:nvSpPr>
          <p:cNvPr id="7" name="S10-num253"/>
          <p:cNvSpPr txBox="1"/>
          <p:nvPr/>
        </p:nvSpPr>
        <p:spPr>
          <a:xfrm>
            <a:off x="1344168" y="2012696"/>
            <a:ext cx="483108" cy="419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ko-KR" sz="2800" dirty="0"/>
          </a:p>
        </p:txBody>
      </p:sp>
      <p:sp>
        <p:nvSpPr>
          <p:cNvPr id="8" name="S10-fracbar254"/>
          <p:cNvSpPr/>
          <p:nvPr/>
        </p:nvSpPr>
        <p:spPr>
          <a:xfrm>
            <a:off x="1380744" y="2468880"/>
            <a:ext cx="409956" cy="0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9" name="S10-num255"/>
          <p:cNvSpPr txBox="1"/>
          <p:nvPr/>
        </p:nvSpPr>
        <p:spPr>
          <a:xfrm>
            <a:off x="1344168" y="2505456"/>
            <a:ext cx="483108" cy="419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ko-KR" sz="2800" dirty="0"/>
          </a:p>
        </p:txBody>
      </p:sp>
      <p:sp>
        <p:nvSpPr>
          <p:cNvPr id="10" name="S10-op256"/>
          <p:cNvSpPr txBox="1"/>
          <p:nvPr/>
        </p:nvSpPr>
        <p:spPr>
          <a:xfrm>
            <a:off x="1937004" y="2012696"/>
            <a:ext cx="604520" cy="912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×</a:t>
            </a:r>
            <a:endParaRPr lang="ko-KR" sz="2800" dirty="0"/>
          </a:p>
        </p:txBody>
      </p:sp>
      <p:sp>
        <p:nvSpPr>
          <p:cNvPr id="11" name="S10-num257"/>
          <p:cNvSpPr txBox="1"/>
          <p:nvPr/>
        </p:nvSpPr>
        <p:spPr>
          <a:xfrm>
            <a:off x="2651252" y="2012696"/>
            <a:ext cx="483108" cy="419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ko-KR" sz="2800" dirty="0"/>
          </a:p>
        </p:txBody>
      </p:sp>
      <p:sp>
        <p:nvSpPr>
          <p:cNvPr id="12" name="S10-fracbar258"/>
          <p:cNvSpPr/>
          <p:nvPr/>
        </p:nvSpPr>
        <p:spPr>
          <a:xfrm>
            <a:off x="2687828" y="2468880"/>
            <a:ext cx="409956" cy="0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13" name="S10-num259"/>
          <p:cNvSpPr txBox="1"/>
          <p:nvPr/>
        </p:nvSpPr>
        <p:spPr>
          <a:xfrm>
            <a:off x="2651252" y="2505456"/>
            <a:ext cx="483108" cy="419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9</a:t>
            </a:r>
            <a:endParaRPr lang="ko-KR" sz="2800" dirty="0"/>
          </a:p>
        </p:txBody>
      </p:sp>
      <p:sp>
        <p:nvSpPr>
          <p:cNvPr id="14" name="S10-op260"/>
          <p:cNvSpPr txBox="1"/>
          <p:nvPr/>
        </p:nvSpPr>
        <p:spPr>
          <a:xfrm>
            <a:off x="3244088" y="2012696"/>
            <a:ext cx="405384" cy="912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=</a:t>
            </a:r>
            <a:endParaRPr lang="ko-KR" sz="2800" dirty="0"/>
          </a:p>
        </p:txBody>
      </p:sp>
      <p:sp>
        <p:nvSpPr>
          <p:cNvPr id="15" name="S10-blank261"/>
          <p:cNvSpPr/>
          <p:nvPr/>
        </p:nvSpPr>
        <p:spPr>
          <a:xfrm>
            <a:off x="3906205" y="2313625"/>
            <a:ext cx="310510" cy="310510"/>
          </a:xfrm>
          <a:prstGeom prst="rect">
            <a:avLst/>
          </a:prstGeom>
          <a:solidFill>
            <a:srgbClr val="FFFFFF"/>
          </a:solidFill>
          <a:ln w="22225">
            <a:solidFill>
              <a:srgbClr val="1F2937"/>
            </a:solidFill>
            <a:prstDash val="solid"/>
          </a:ln>
        </p:spPr>
      </p:sp>
      <p:sp>
        <p:nvSpPr>
          <p:cNvPr id="16" name="S10-chip262"/>
          <p:cNvSpPr txBox="1"/>
          <p:nvPr/>
        </p:nvSpPr>
        <p:spPr>
          <a:xfrm>
            <a:off x="548640" y="328269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200" dirty="0"/>
          </a:p>
        </p:txBody>
      </p:sp>
      <p:sp>
        <p:nvSpPr>
          <p:cNvPr id="17" name="S10-num263"/>
          <p:cNvSpPr txBox="1"/>
          <p:nvPr/>
        </p:nvSpPr>
        <p:spPr>
          <a:xfrm>
            <a:off x="1344168" y="3109976"/>
            <a:ext cx="483108" cy="419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ko-KR" sz="2800" dirty="0"/>
          </a:p>
        </p:txBody>
      </p:sp>
      <p:sp>
        <p:nvSpPr>
          <p:cNvPr id="18" name="S10-fracbar264"/>
          <p:cNvSpPr/>
          <p:nvPr/>
        </p:nvSpPr>
        <p:spPr>
          <a:xfrm>
            <a:off x="1380744" y="3566160"/>
            <a:ext cx="409956" cy="0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19" name="S10-num265"/>
          <p:cNvSpPr txBox="1"/>
          <p:nvPr/>
        </p:nvSpPr>
        <p:spPr>
          <a:xfrm>
            <a:off x="1344168" y="3602736"/>
            <a:ext cx="483108" cy="419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</a:t>
            </a:r>
            <a:endParaRPr lang="ko-KR" sz="2800" dirty="0"/>
          </a:p>
        </p:txBody>
      </p:sp>
      <p:sp>
        <p:nvSpPr>
          <p:cNvPr id="20" name="S10-op266"/>
          <p:cNvSpPr txBox="1"/>
          <p:nvPr/>
        </p:nvSpPr>
        <p:spPr>
          <a:xfrm>
            <a:off x="1937004" y="3109976"/>
            <a:ext cx="604520" cy="912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×</a:t>
            </a:r>
            <a:endParaRPr lang="ko-KR" sz="2800" dirty="0"/>
          </a:p>
        </p:txBody>
      </p:sp>
      <p:sp>
        <p:nvSpPr>
          <p:cNvPr id="21" name="S10-num267"/>
          <p:cNvSpPr txBox="1"/>
          <p:nvPr/>
        </p:nvSpPr>
        <p:spPr>
          <a:xfrm>
            <a:off x="2651252" y="3109976"/>
            <a:ext cx="483108" cy="419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</a:t>
            </a:r>
            <a:endParaRPr lang="ko-KR" sz="2800" dirty="0"/>
          </a:p>
        </p:txBody>
      </p:sp>
      <p:sp>
        <p:nvSpPr>
          <p:cNvPr id="22" name="S10-fracbar268"/>
          <p:cNvSpPr/>
          <p:nvPr/>
        </p:nvSpPr>
        <p:spPr>
          <a:xfrm>
            <a:off x="2687828" y="3566160"/>
            <a:ext cx="409956" cy="0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23" name="S10-num269"/>
          <p:cNvSpPr txBox="1"/>
          <p:nvPr/>
        </p:nvSpPr>
        <p:spPr>
          <a:xfrm>
            <a:off x="2651252" y="3602736"/>
            <a:ext cx="483108" cy="419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</a:t>
            </a:r>
            <a:endParaRPr lang="ko-KR" sz="2800" dirty="0"/>
          </a:p>
        </p:txBody>
      </p:sp>
      <p:sp>
        <p:nvSpPr>
          <p:cNvPr id="24" name="S10-op270"/>
          <p:cNvSpPr txBox="1"/>
          <p:nvPr/>
        </p:nvSpPr>
        <p:spPr>
          <a:xfrm>
            <a:off x="3244088" y="3109976"/>
            <a:ext cx="405384" cy="912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=</a:t>
            </a:r>
            <a:endParaRPr lang="ko-KR" sz="2800" dirty="0"/>
          </a:p>
        </p:txBody>
      </p:sp>
      <p:sp>
        <p:nvSpPr>
          <p:cNvPr id="25" name="S10-blank271"/>
          <p:cNvSpPr/>
          <p:nvPr/>
        </p:nvSpPr>
        <p:spPr>
          <a:xfrm>
            <a:off x="3906205" y="3410905"/>
            <a:ext cx="310510" cy="310510"/>
          </a:xfrm>
          <a:prstGeom prst="rect">
            <a:avLst/>
          </a:prstGeom>
          <a:solidFill>
            <a:srgbClr val="FFFFFF"/>
          </a:solidFill>
          <a:ln w="22225">
            <a:solidFill>
              <a:srgbClr val="1F2937"/>
            </a:solidFill>
            <a:prstDash val="solid"/>
          </a:ln>
        </p:spPr>
      </p:sp>
      <p:sp>
        <p:nvSpPr>
          <p:cNvPr id="26" name="S10-chip272"/>
          <p:cNvSpPr txBox="1"/>
          <p:nvPr/>
        </p:nvSpPr>
        <p:spPr>
          <a:xfrm>
            <a:off x="548640" y="437997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</a:t>
            </a:r>
            <a:endParaRPr lang="ko-KR" sz="2200" dirty="0"/>
          </a:p>
        </p:txBody>
      </p:sp>
      <p:sp>
        <p:nvSpPr>
          <p:cNvPr id="27" name="S10-num273"/>
          <p:cNvSpPr txBox="1"/>
          <p:nvPr/>
        </p:nvSpPr>
        <p:spPr>
          <a:xfrm>
            <a:off x="1344168" y="4207256"/>
            <a:ext cx="289560" cy="912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r" indent="0" marL="0">
              <a:buNone/>
            </a:pPr>
            <a:r>
              <a:rPr lang="ko-KR" altLang="en-US" sz="2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ko-KR" sz="2800" dirty="0"/>
          </a:p>
        </p:txBody>
      </p:sp>
      <p:sp>
        <p:nvSpPr>
          <p:cNvPr id="28" name="S10-num274"/>
          <p:cNvSpPr txBox="1"/>
          <p:nvPr/>
        </p:nvSpPr>
        <p:spPr>
          <a:xfrm>
            <a:off x="1633728" y="4207256"/>
            <a:ext cx="483108" cy="419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ko-KR" sz="2800" dirty="0"/>
          </a:p>
        </p:txBody>
      </p:sp>
      <p:sp>
        <p:nvSpPr>
          <p:cNvPr id="29" name="S10-fracbar275"/>
          <p:cNvSpPr/>
          <p:nvPr/>
        </p:nvSpPr>
        <p:spPr>
          <a:xfrm>
            <a:off x="1670304" y="4663440"/>
            <a:ext cx="409956" cy="0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30" name="S10-num276"/>
          <p:cNvSpPr txBox="1"/>
          <p:nvPr/>
        </p:nvSpPr>
        <p:spPr>
          <a:xfrm>
            <a:off x="1633728" y="4700016"/>
            <a:ext cx="483108" cy="419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</a:t>
            </a:r>
            <a:endParaRPr lang="ko-KR" sz="2800" dirty="0"/>
          </a:p>
        </p:txBody>
      </p:sp>
      <p:sp>
        <p:nvSpPr>
          <p:cNvPr id="31" name="S10-op277"/>
          <p:cNvSpPr txBox="1"/>
          <p:nvPr/>
        </p:nvSpPr>
        <p:spPr>
          <a:xfrm>
            <a:off x="2226564" y="4207256"/>
            <a:ext cx="604520" cy="912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×</a:t>
            </a:r>
            <a:endParaRPr lang="ko-KR" sz="2800" dirty="0"/>
          </a:p>
        </p:txBody>
      </p:sp>
      <p:sp>
        <p:nvSpPr>
          <p:cNvPr id="32" name="S10-num278"/>
          <p:cNvSpPr txBox="1"/>
          <p:nvPr/>
        </p:nvSpPr>
        <p:spPr>
          <a:xfrm>
            <a:off x="2940812" y="4207256"/>
            <a:ext cx="289560" cy="912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r" indent="0" marL="0">
              <a:buNone/>
            </a:pPr>
            <a:r>
              <a:rPr lang="ko-KR" altLang="en-US" sz="2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ko-KR" sz="2800" dirty="0"/>
          </a:p>
        </p:txBody>
      </p:sp>
      <p:sp>
        <p:nvSpPr>
          <p:cNvPr id="33" name="S10-num279"/>
          <p:cNvSpPr txBox="1"/>
          <p:nvPr/>
        </p:nvSpPr>
        <p:spPr>
          <a:xfrm>
            <a:off x="3230372" y="4207256"/>
            <a:ext cx="483108" cy="419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ko-KR" sz="2800" dirty="0"/>
          </a:p>
        </p:txBody>
      </p:sp>
      <p:sp>
        <p:nvSpPr>
          <p:cNvPr id="34" name="S10-fracbar280"/>
          <p:cNvSpPr/>
          <p:nvPr/>
        </p:nvSpPr>
        <p:spPr>
          <a:xfrm>
            <a:off x="3266948" y="4663440"/>
            <a:ext cx="409956" cy="0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35" name="S10-num281"/>
          <p:cNvSpPr txBox="1"/>
          <p:nvPr/>
        </p:nvSpPr>
        <p:spPr>
          <a:xfrm>
            <a:off x="3230372" y="4700016"/>
            <a:ext cx="483108" cy="419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ko-KR" sz="2800" dirty="0"/>
          </a:p>
        </p:txBody>
      </p:sp>
      <p:sp>
        <p:nvSpPr>
          <p:cNvPr id="36" name="S10-op282"/>
          <p:cNvSpPr txBox="1"/>
          <p:nvPr/>
        </p:nvSpPr>
        <p:spPr>
          <a:xfrm>
            <a:off x="3823208" y="4207256"/>
            <a:ext cx="405384" cy="912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=</a:t>
            </a:r>
            <a:endParaRPr lang="ko-KR" sz="2800" dirty="0"/>
          </a:p>
        </p:txBody>
      </p:sp>
      <p:sp>
        <p:nvSpPr>
          <p:cNvPr id="37" name="S10-blank283"/>
          <p:cNvSpPr/>
          <p:nvPr/>
        </p:nvSpPr>
        <p:spPr>
          <a:xfrm>
            <a:off x="4485325" y="4508185"/>
            <a:ext cx="310510" cy="310510"/>
          </a:xfrm>
          <a:prstGeom prst="rect">
            <a:avLst/>
          </a:prstGeom>
          <a:solidFill>
            <a:srgbClr val="FFFFFF"/>
          </a:solidFill>
          <a:ln w="22225">
            <a:solidFill>
              <a:srgbClr val="1F2937"/>
            </a:solidFill>
            <a:prstDash val="solid"/>
          </a:ln>
        </p:spPr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혼자 해 보기</a:t>
            </a:r>
            <a:endParaRPr lang="ko-KR" sz="4000" dirty="0"/>
          </a:p>
        </p:txBody>
      </p:sp>
      <p:sp>
        <p:nvSpPr>
          <p:cNvPr id="3" name="S11-text284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혼자 풀고, 하나를 골라 방법을 말해요.</a:t>
            </a:r>
            <a:endParaRPr lang="ko-KR" sz="2800" dirty="0"/>
          </a:p>
        </p:txBody>
      </p:sp>
      <p:sp>
        <p:nvSpPr>
          <p:cNvPr id="4" name="S11-chip285"/>
          <p:cNvSpPr txBox="1"/>
          <p:nvPr/>
        </p:nvSpPr>
        <p:spPr>
          <a:xfrm>
            <a:off x="548640" y="245973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200" dirty="0"/>
          </a:p>
        </p:txBody>
      </p:sp>
      <p:sp>
        <p:nvSpPr>
          <p:cNvPr id="5" name="S11-num286"/>
          <p:cNvSpPr txBox="1"/>
          <p:nvPr/>
        </p:nvSpPr>
        <p:spPr>
          <a:xfrm>
            <a:off x="1344168" y="2227072"/>
            <a:ext cx="536448" cy="4795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ko-KR" sz="3200" dirty="0"/>
          </a:p>
        </p:txBody>
      </p:sp>
      <p:sp>
        <p:nvSpPr>
          <p:cNvPr id="6" name="S11-fracbar287"/>
          <p:cNvSpPr/>
          <p:nvPr/>
        </p:nvSpPr>
        <p:spPr>
          <a:xfrm>
            <a:off x="1380744" y="2743200"/>
            <a:ext cx="463296" cy="0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7" name="S11-num288"/>
          <p:cNvSpPr txBox="1"/>
          <p:nvPr/>
        </p:nvSpPr>
        <p:spPr>
          <a:xfrm>
            <a:off x="1344168" y="2779776"/>
            <a:ext cx="536448" cy="4795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</a:t>
            </a:r>
            <a:endParaRPr lang="ko-KR" sz="3200" dirty="0"/>
          </a:p>
        </p:txBody>
      </p:sp>
      <p:sp>
        <p:nvSpPr>
          <p:cNvPr id="8" name="S11-op289"/>
          <p:cNvSpPr txBox="1"/>
          <p:nvPr/>
        </p:nvSpPr>
        <p:spPr>
          <a:xfrm>
            <a:off x="1990344" y="2227072"/>
            <a:ext cx="654304" cy="10322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×</a:t>
            </a:r>
            <a:endParaRPr lang="ko-KR" sz="3200" dirty="0"/>
          </a:p>
        </p:txBody>
      </p:sp>
      <p:sp>
        <p:nvSpPr>
          <p:cNvPr id="9" name="S11-num290"/>
          <p:cNvSpPr txBox="1"/>
          <p:nvPr/>
        </p:nvSpPr>
        <p:spPr>
          <a:xfrm>
            <a:off x="2754376" y="2227072"/>
            <a:ext cx="536448" cy="4795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ko-KR" sz="3200" dirty="0"/>
          </a:p>
        </p:txBody>
      </p:sp>
      <p:sp>
        <p:nvSpPr>
          <p:cNvPr id="10" name="S11-fracbar291"/>
          <p:cNvSpPr/>
          <p:nvPr/>
        </p:nvSpPr>
        <p:spPr>
          <a:xfrm>
            <a:off x="2790952" y="2743200"/>
            <a:ext cx="463296" cy="0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11" name="S11-num292"/>
          <p:cNvSpPr txBox="1"/>
          <p:nvPr/>
        </p:nvSpPr>
        <p:spPr>
          <a:xfrm>
            <a:off x="2754376" y="2779776"/>
            <a:ext cx="536448" cy="4795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ko-KR" sz="3200" dirty="0"/>
          </a:p>
        </p:txBody>
      </p:sp>
      <p:sp>
        <p:nvSpPr>
          <p:cNvPr id="12" name="S11-op293"/>
          <p:cNvSpPr txBox="1"/>
          <p:nvPr/>
        </p:nvSpPr>
        <p:spPr>
          <a:xfrm>
            <a:off x="3400552" y="2227072"/>
            <a:ext cx="426720" cy="10322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=</a:t>
            </a:r>
            <a:endParaRPr lang="ko-KR" sz="3200" dirty="0"/>
          </a:p>
        </p:txBody>
      </p:sp>
      <p:sp>
        <p:nvSpPr>
          <p:cNvPr id="13" name="S11-blank294"/>
          <p:cNvSpPr/>
          <p:nvPr/>
        </p:nvSpPr>
        <p:spPr>
          <a:xfrm>
            <a:off x="4086718" y="2565766"/>
            <a:ext cx="354868" cy="354868"/>
          </a:xfrm>
          <a:prstGeom prst="rect">
            <a:avLst/>
          </a:prstGeom>
          <a:solidFill>
            <a:srgbClr val="FFFFFF"/>
          </a:solidFill>
          <a:ln w="22225">
            <a:solidFill>
              <a:srgbClr val="1F2937"/>
            </a:solidFill>
            <a:prstDash val="solid"/>
          </a:ln>
        </p:spPr>
      </p:sp>
      <p:sp>
        <p:nvSpPr>
          <p:cNvPr id="14" name="S11-chip295"/>
          <p:cNvSpPr txBox="1"/>
          <p:nvPr/>
        </p:nvSpPr>
        <p:spPr>
          <a:xfrm>
            <a:off x="6277356" y="245973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200" dirty="0"/>
          </a:p>
        </p:txBody>
      </p:sp>
      <p:sp>
        <p:nvSpPr>
          <p:cNvPr id="15" name="S11-num296"/>
          <p:cNvSpPr txBox="1"/>
          <p:nvPr/>
        </p:nvSpPr>
        <p:spPr>
          <a:xfrm>
            <a:off x="7072884" y="2227072"/>
            <a:ext cx="536448" cy="4795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</a:t>
            </a:r>
            <a:endParaRPr lang="ko-KR" sz="3200" dirty="0"/>
          </a:p>
        </p:txBody>
      </p:sp>
      <p:sp>
        <p:nvSpPr>
          <p:cNvPr id="16" name="S11-fracbar297"/>
          <p:cNvSpPr/>
          <p:nvPr/>
        </p:nvSpPr>
        <p:spPr>
          <a:xfrm>
            <a:off x="7109460" y="2743200"/>
            <a:ext cx="463296" cy="0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17" name="S11-num298"/>
          <p:cNvSpPr txBox="1"/>
          <p:nvPr/>
        </p:nvSpPr>
        <p:spPr>
          <a:xfrm>
            <a:off x="7072884" y="2779776"/>
            <a:ext cx="536448" cy="4795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</a:t>
            </a:r>
            <a:endParaRPr lang="ko-KR" sz="3200" dirty="0"/>
          </a:p>
        </p:txBody>
      </p:sp>
      <p:sp>
        <p:nvSpPr>
          <p:cNvPr id="18" name="S11-op299"/>
          <p:cNvSpPr txBox="1"/>
          <p:nvPr/>
        </p:nvSpPr>
        <p:spPr>
          <a:xfrm>
            <a:off x="7719060" y="2227072"/>
            <a:ext cx="654304" cy="10322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×</a:t>
            </a:r>
            <a:endParaRPr lang="ko-KR" sz="3200" dirty="0"/>
          </a:p>
        </p:txBody>
      </p:sp>
      <p:sp>
        <p:nvSpPr>
          <p:cNvPr id="19" name="S11-num300"/>
          <p:cNvSpPr txBox="1"/>
          <p:nvPr/>
        </p:nvSpPr>
        <p:spPr>
          <a:xfrm>
            <a:off x="8483092" y="2227072"/>
            <a:ext cx="636016" cy="4795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9</a:t>
            </a:r>
            <a:endParaRPr lang="ko-KR" sz="3200" dirty="0"/>
          </a:p>
        </p:txBody>
      </p:sp>
      <p:sp>
        <p:nvSpPr>
          <p:cNvPr id="20" name="S11-fracbar301"/>
          <p:cNvSpPr/>
          <p:nvPr/>
        </p:nvSpPr>
        <p:spPr>
          <a:xfrm>
            <a:off x="8519668" y="2743200"/>
            <a:ext cx="562864" cy="0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21" name="S11-num302"/>
          <p:cNvSpPr txBox="1"/>
          <p:nvPr/>
        </p:nvSpPr>
        <p:spPr>
          <a:xfrm>
            <a:off x="8483092" y="2779776"/>
            <a:ext cx="636016" cy="4795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10</a:t>
            </a:r>
            <a:endParaRPr lang="ko-KR" sz="3200" dirty="0"/>
          </a:p>
        </p:txBody>
      </p:sp>
      <p:sp>
        <p:nvSpPr>
          <p:cNvPr id="22" name="S11-op303"/>
          <p:cNvSpPr txBox="1"/>
          <p:nvPr/>
        </p:nvSpPr>
        <p:spPr>
          <a:xfrm>
            <a:off x="9228836" y="2227072"/>
            <a:ext cx="426720" cy="10322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=</a:t>
            </a:r>
            <a:endParaRPr lang="ko-KR" sz="3200" dirty="0"/>
          </a:p>
        </p:txBody>
      </p:sp>
      <p:sp>
        <p:nvSpPr>
          <p:cNvPr id="23" name="S11-blank304"/>
          <p:cNvSpPr/>
          <p:nvPr/>
        </p:nvSpPr>
        <p:spPr>
          <a:xfrm>
            <a:off x="9915002" y="2565766"/>
            <a:ext cx="354868" cy="354868"/>
          </a:xfrm>
          <a:prstGeom prst="rect">
            <a:avLst/>
          </a:prstGeom>
          <a:solidFill>
            <a:srgbClr val="FFFFFF"/>
          </a:solidFill>
          <a:ln w="22225">
            <a:solidFill>
              <a:srgbClr val="1F2937"/>
            </a:solidFill>
            <a:prstDash val="solid"/>
          </a:ln>
        </p:spPr>
      </p:sp>
      <p:sp>
        <p:nvSpPr>
          <p:cNvPr id="24" name="S11-chip305"/>
          <p:cNvSpPr txBox="1"/>
          <p:nvPr/>
        </p:nvSpPr>
        <p:spPr>
          <a:xfrm>
            <a:off x="548640" y="465429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</a:t>
            </a:r>
            <a:endParaRPr lang="ko-KR" sz="2200" dirty="0"/>
          </a:p>
        </p:txBody>
      </p:sp>
      <p:sp>
        <p:nvSpPr>
          <p:cNvPr id="25" name="S11-num306"/>
          <p:cNvSpPr txBox="1"/>
          <p:nvPr/>
        </p:nvSpPr>
        <p:spPr>
          <a:xfrm>
            <a:off x="1344168" y="4421632"/>
            <a:ext cx="323088" cy="10322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r" indent="0" marL="0"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ko-KR" sz="3200" dirty="0"/>
          </a:p>
        </p:txBody>
      </p:sp>
      <p:sp>
        <p:nvSpPr>
          <p:cNvPr id="26" name="S11-num307"/>
          <p:cNvSpPr txBox="1"/>
          <p:nvPr/>
        </p:nvSpPr>
        <p:spPr>
          <a:xfrm>
            <a:off x="1667256" y="4421632"/>
            <a:ext cx="536448" cy="4795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ko-KR" sz="3200" dirty="0"/>
          </a:p>
        </p:txBody>
      </p:sp>
      <p:sp>
        <p:nvSpPr>
          <p:cNvPr id="27" name="S11-fracbar308"/>
          <p:cNvSpPr/>
          <p:nvPr/>
        </p:nvSpPr>
        <p:spPr>
          <a:xfrm>
            <a:off x="1703832" y="4937760"/>
            <a:ext cx="463296" cy="0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28" name="S11-num309"/>
          <p:cNvSpPr txBox="1"/>
          <p:nvPr/>
        </p:nvSpPr>
        <p:spPr>
          <a:xfrm>
            <a:off x="1667256" y="4974336"/>
            <a:ext cx="536448" cy="4795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ko-KR" sz="3200" dirty="0"/>
          </a:p>
        </p:txBody>
      </p:sp>
      <p:sp>
        <p:nvSpPr>
          <p:cNvPr id="29" name="S11-op310"/>
          <p:cNvSpPr txBox="1"/>
          <p:nvPr/>
        </p:nvSpPr>
        <p:spPr>
          <a:xfrm>
            <a:off x="2313432" y="4421632"/>
            <a:ext cx="654304" cy="10322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×</a:t>
            </a:r>
            <a:endParaRPr lang="ko-KR" sz="3200" dirty="0"/>
          </a:p>
        </p:txBody>
      </p:sp>
      <p:sp>
        <p:nvSpPr>
          <p:cNvPr id="30" name="S11-num311"/>
          <p:cNvSpPr txBox="1"/>
          <p:nvPr/>
        </p:nvSpPr>
        <p:spPr>
          <a:xfrm>
            <a:off x="3077464" y="4421632"/>
            <a:ext cx="323088" cy="10322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r" indent="0" marL="0"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ko-KR" sz="3200" dirty="0"/>
          </a:p>
        </p:txBody>
      </p:sp>
      <p:sp>
        <p:nvSpPr>
          <p:cNvPr id="31" name="S11-num312"/>
          <p:cNvSpPr txBox="1"/>
          <p:nvPr/>
        </p:nvSpPr>
        <p:spPr>
          <a:xfrm>
            <a:off x="3400552" y="4421632"/>
            <a:ext cx="536448" cy="4795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ko-KR" sz="3200" dirty="0"/>
          </a:p>
        </p:txBody>
      </p:sp>
      <p:sp>
        <p:nvSpPr>
          <p:cNvPr id="32" name="S11-fracbar313"/>
          <p:cNvSpPr/>
          <p:nvPr/>
        </p:nvSpPr>
        <p:spPr>
          <a:xfrm>
            <a:off x="3437128" y="4937760"/>
            <a:ext cx="463296" cy="0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33" name="S11-num314"/>
          <p:cNvSpPr txBox="1"/>
          <p:nvPr/>
        </p:nvSpPr>
        <p:spPr>
          <a:xfrm>
            <a:off x="3400552" y="4974336"/>
            <a:ext cx="536448" cy="4795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</a:t>
            </a:r>
            <a:endParaRPr lang="ko-KR" sz="3200" dirty="0"/>
          </a:p>
        </p:txBody>
      </p:sp>
      <p:sp>
        <p:nvSpPr>
          <p:cNvPr id="34" name="S11-op315"/>
          <p:cNvSpPr txBox="1"/>
          <p:nvPr/>
        </p:nvSpPr>
        <p:spPr>
          <a:xfrm>
            <a:off x="4046728" y="4421632"/>
            <a:ext cx="426720" cy="10322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=</a:t>
            </a:r>
            <a:endParaRPr lang="ko-KR" sz="3200" dirty="0"/>
          </a:p>
        </p:txBody>
      </p:sp>
      <p:sp>
        <p:nvSpPr>
          <p:cNvPr id="35" name="S11-blank316"/>
          <p:cNvSpPr/>
          <p:nvPr/>
        </p:nvSpPr>
        <p:spPr>
          <a:xfrm>
            <a:off x="4732894" y="4760326"/>
            <a:ext cx="354868" cy="354868"/>
          </a:xfrm>
          <a:prstGeom prst="rect">
            <a:avLst/>
          </a:prstGeom>
          <a:solidFill>
            <a:srgbClr val="FFFFFF"/>
          </a:solidFill>
          <a:ln w="22225">
            <a:solidFill>
              <a:srgbClr val="1F2937"/>
            </a:solidFill>
            <a:prstDash val="solid"/>
          </a:ln>
        </p:spPr>
      </p:sp>
      <p:sp>
        <p:nvSpPr>
          <p:cNvPr id="36" name="S11-chip317"/>
          <p:cNvSpPr txBox="1"/>
          <p:nvPr/>
        </p:nvSpPr>
        <p:spPr>
          <a:xfrm>
            <a:off x="6277356" y="465429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④</a:t>
            </a:r>
            <a:endParaRPr lang="ko-KR" sz="2200" dirty="0"/>
          </a:p>
        </p:txBody>
      </p:sp>
      <p:sp>
        <p:nvSpPr>
          <p:cNvPr id="37" name="S11-text318"/>
          <p:cNvSpPr txBox="1"/>
          <p:nvPr/>
        </p:nvSpPr>
        <p:spPr>
          <a:xfrm>
            <a:off x="7072884" y="420624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물 5분의 4 L의</a:t>
            </a:r>
            <a:endParaRPr lang="ko-KR" sz="2800" dirty="0"/>
          </a:p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8분의 3을 마셨어요.</a:t>
            </a:r>
            <a:endParaRPr lang="ko-KR" sz="2800" dirty="0"/>
          </a:p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마신 물은 몇 L일까요?</a:t>
            </a:r>
            <a:endParaRPr lang="ko-KR" sz="2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혼자 해 보기 정답</a:t>
            </a:r>
            <a:endParaRPr lang="ko-KR" sz="4000" dirty="0"/>
          </a:p>
        </p:txBody>
      </p:sp>
      <p:sp>
        <p:nvSpPr>
          <p:cNvPr id="3" name="S12-card319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4" name="S12-cardtext320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틀린 문제는 넓이 그림이나 어림으로 다시 확인하게 하세요.</a:t>
            </a:r>
            <a:endParaRPr lang="ko-KR" sz="2800" dirty="0"/>
          </a:p>
        </p:txBody>
      </p:sp>
      <p:sp>
        <p:nvSpPr>
          <p:cNvPr id="5" name="S12-chip321"/>
          <p:cNvSpPr txBox="1"/>
          <p:nvPr/>
        </p:nvSpPr>
        <p:spPr>
          <a:xfrm>
            <a:off x="548640" y="1325880"/>
            <a:ext cx="5362956" cy="548640"/>
          </a:xfrm>
          <a:prstGeom prst="roundRect">
            <a:avLst>
              <a:gd name="adj" fmla="val 26667"/>
            </a:avLst>
          </a:prstGeom>
          <a:solidFill>
            <a:srgbClr val="E3F4F1"/>
          </a:solidFill>
          <a:ln>
            <a:solidFill>
              <a:srgbClr val="E3F4F1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○ 정답</a:t>
            </a:r>
            <a:endParaRPr lang="ko-KR" sz="2200" dirty="0"/>
          </a:p>
        </p:txBody>
      </p:sp>
      <p:sp>
        <p:nvSpPr>
          <p:cNvPr id="6" name="S12-text322"/>
          <p:cNvSpPr txBox="1"/>
          <p:nvPr/>
        </p:nvSpPr>
        <p:spPr>
          <a:xfrm>
            <a:off x="548640" y="2057400"/>
            <a:ext cx="5362956" cy="6629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5분의 2</a:t>
            </a:r>
            <a:endParaRPr lang="ko-KR" sz="2800" dirty="0"/>
          </a:p>
        </p:txBody>
      </p:sp>
      <p:sp>
        <p:nvSpPr>
          <p:cNvPr id="7" name="S12-text323"/>
          <p:cNvSpPr txBox="1"/>
          <p:nvPr/>
        </p:nvSpPr>
        <p:spPr>
          <a:xfrm>
            <a:off x="548640" y="2857500"/>
            <a:ext cx="5362956" cy="6629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4분의 3</a:t>
            </a:r>
            <a:endParaRPr lang="ko-KR" sz="2800" dirty="0"/>
          </a:p>
        </p:txBody>
      </p:sp>
      <p:sp>
        <p:nvSpPr>
          <p:cNvPr id="8" name="S12-text324"/>
          <p:cNvSpPr txBox="1"/>
          <p:nvPr/>
        </p:nvSpPr>
        <p:spPr>
          <a:xfrm>
            <a:off x="548640" y="3657600"/>
            <a:ext cx="5362956" cy="6629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 3</a:t>
            </a:r>
            <a:endParaRPr lang="ko-KR" sz="2800" dirty="0"/>
          </a:p>
        </p:txBody>
      </p:sp>
      <p:sp>
        <p:nvSpPr>
          <p:cNvPr id="9" name="S12-text325"/>
          <p:cNvSpPr txBox="1"/>
          <p:nvPr/>
        </p:nvSpPr>
        <p:spPr>
          <a:xfrm>
            <a:off x="548640" y="4457700"/>
            <a:ext cx="5362956" cy="6629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④ 10분의 3 L</a:t>
            </a:r>
            <a:endParaRPr lang="ko-KR" sz="2800" dirty="0"/>
          </a:p>
        </p:txBody>
      </p:sp>
      <p:sp>
        <p:nvSpPr>
          <p:cNvPr id="10" name="S12-chip326"/>
          <p:cNvSpPr txBox="1"/>
          <p:nvPr/>
        </p:nvSpPr>
        <p:spPr>
          <a:xfrm>
            <a:off x="6277356" y="1325880"/>
            <a:ext cx="5362956" cy="548640"/>
          </a:xfrm>
          <a:prstGeom prst="roundRect">
            <a:avLst>
              <a:gd name="adj" fmla="val 26667"/>
            </a:avLst>
          </a:prstGeom>
          <a:solidFill>
            <a:srgbClr val="FBE6E7"/>
          </a:solidFill>
          <a:ln>
            <a:solidFill>
              <a:srgbClr val="FBE6E7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× 흔한 실수</a:t>
            </a:r>
            <a:endParaRPr lang="ko-KR" sz="2200" dirty="0"/>
          </a:p>
        </p:txBody>
      </p:sp>
      <p:sp>
        <p:nvSpPr>
          <p:cNvPr id="11" name="S12-text327"/>
          <p:cNvSpPr txBox="1"/>
          <p:nvPr/>
        </p:nvSpPr>
        <p:spPr>
          <a:xfrm>
            <a:off x="6277356" y="2057400"/>
            <a:ext cx="5362956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 2와 10분의 1: 자연수끼리, 분수끼리 곱함</a:t>
            </a:r>
            <a:endParaRPr lang="ko-KR" sz="2800" dirty="0"/>
          </a:p>
        </p:txBody>
      </p:sp>
      <p:sp>
        <p:nvSpPr>
          <p:cNvPr id="12" name="S12-text328"/>
          <p:cNvSpPr txBox="1"/>
          <p:nvPr/>
        </p:nvSpPr>
        <p:spPr>
          <a:xfrm>
            <a:off x="6277356" y="3429000"/>
            <a:ext cx="5362956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④ 40분의 12: 약분하지 않음</a:t>
            </a:r>
            <a:endParaRPr lang="ko-KR" sz="2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바르게 나타낸 그림은?</a:t>
            </a:r>
            <a:endParaRPr lang="ko-KR" sz="4000" dirty="0"/>
          </a:p>
        </p:txBody>
      </p:sp>
      <p:sp>
        <p:nvSpPr>
          <p:cNvPr id="3" name="S13-text329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4분의 3 × 3분의 1을 나타낸 그림을 골라요.</a:t>
            </a:r>
            <a:endParaRPr lang="ko-KR" sz="2800" dirty="0"/>
          </a:p>
        </p:txBody>
      </p:sp>
      <p:sp>
        <p:nvSpPr>
          <p:cNvPr id="4" name="S13-card330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5" name="S13-cardtext331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고른 까닭을 말하고, 곱을 구해요.</a:t>
            </a:r>
            <a:endParaRPr lang="ko-KR" sz="2800" dirty="0"/>
          </a:p>
        </p:txBody>
      </p:sp>
      <p:sp>
        <p:nvSpPr>
          <p:cNvPr id="6" name="S13-chip332"/>
          <p:cNvSpPr txBox="1"/>
          <p:nvPr/>
        </p:nvSpPr>
        <p:spPr>
          <a:xfrm>
            <a:off x="1991868" y="2011680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8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</a:t>
            </a:r>
            <a:endParaRPr lang="ko-KR" sz="2800" dirty="0"/>
          </a:p>
        </p:txBody>
      </p:sp>
      <p:sp>
        <p:nvSpPr>
          <p:cNvPr id="7" name="S13-cell333"/>
          <p:cNvSpPr/>
          <p:nvPr/>
        </p:nvSpPr>
        <p:spPr>
          <a:xfrm>
            <a:off x="1373505" y="2715768"/>
            <a:ext cx="601218" cy="601218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8" name="S13-cell334"/>
          <p:cNvSpPr/>
          <p:nvPr/>
        </p:nvSpPr>
        <p:spPr>
          <a:xfrm>
            <a:off x="1974723" y="2715768"/>
            <a:ext cx="601218" cy="601218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9" name="S13-cell335"/>
          <p:cNvSpPr/>
          <p:nvPr/>
        </p:nvSpPr>
        <p:spPr>
          <a:xfrm>
            <a:off x="2575941" y="2715768"/>
            <a:ext cx="601218" cy="601218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0" name="S13-cell336"/>
          <p:cNvSpPr/>
          <p:nvPr/>
        </p:nvSpPr>
        <p:spPr>
          <a:xfrm>
            <a:off x="1373505" y="3316986"/>
            <a:ext cx="601218" cy="601218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1" name="S13-cell337"/>
          <p:cNvSpPr/>
          <p:nvPr/>
        </p:nvSpPr>
        <p:spPr>
          <a:xfrm>
            <a:off x="1974723" y="3316986"/>
            <a:ext cx="601218" cy="601218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2" name="S13-cell338"/>
          <p:cNvSpPr/>
          <p:nvPr/>
        </p:nvSpPr>
        <p:spPr>
          <a:xfrm>
            <a:off x="2575941" y="3316986"/>
            <a:ext cx="601218" cy="601218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3" name="S13-cell339"/>
          <p:cNvSpPr/>
          <p:nvPr/>
        </p:nvSpPr>
        <p:spPr>
          <a:xfrm>
            <a:off x="1373505" y="3918204"/>
            <a:ext cx="601218" cy="601218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4" name="S13-cell340"/>
          <p:cNvSpPr/>
          <p:nvPr/>
        </p:nvSpPr>
        <p:spPr>
          <a:xfrm>
            <a:off x="1974723" y="3918204"/>
            <a:ext cx="601218" cy="601218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5" name="S13-cell341"/>
          <p:cNvSpPr/>
          <p:nvPr/>
        </p:nvSpPr>
        <p:spPr>
          <a:xfrm>
            <a:off x="2575941" y="3918204"/>
            <a:ext cx="601218" cy="601218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6" name="S13-cell342"/>
          <p:cNvSpPr/>
          <p:nvPr/>
        </p:nvSpPr>
        <p:spPr>
          <a:xfrm>
            <a:off x="1373505" y="4519422"/>
            <a:ext cx="601218" cy="601218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7" name="S13-cell343"/>
          <p:cNvSpPr/>
          <p:nvPr/>
        </p:nvSpPr>
        <p:spPr>
          <a:xfrm>
            <a:off x="1974723" y="4519422"/>
            <a:ext cx="601218" cy="601218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8" name="S13-cell344"/>
          <p:cNvSpPr/>
          <p:nvPr/>
        </p:nvSpPr>
        <p:spPr>
          <a:xfrm>
            <a:off x="2575941" y="4519422"/>
            <a:ext cx="601218" cy="601218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9" name="S13-figure345" descr="가: 4줄 3칸 모눈에서 위 3줄 모두(9칸) 색칠"/>
          <p:cNvSpPr/>
          <p:nvPr/>
        </p:nvSpPr>
        <p:spPr>
          <a:xfrm>
            <a:off x="1373505" y="2715768"/>
            <a:ext cx="1803654" cy="2404872"/>
          </a:xfrm>
          <a:prstGeom prst="rect">
            <a:avLst/>
          </a:prstGeom>
          <a:solidFill>
            <a:srgbClr val="FFFFFF">
              <a:alpha val="0"/>
            </a:srgbClr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20" name="S13-chip346"/>
          <p:cNvSpPr txBox="1"/>
          <p:nvPr/>
        </p:nvSpPr>
        <p:spPr>
          <a:xfrm>
            <a:off x="5811012" y="2011680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8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나</a:t>
            </a:r>
            <a:endParaRPr lang="ko-KR" sz="2800" dirty="0"/>
          </a:p>
        </p:txBody>
      </p:sp>
      <p:sp>
        <p:nvSpPr>
          <p:cNvPr id="21" name="S13-cell347"/>
          <p:cNvSpPr/>
          <p:nvPr/>
        </p:nvSpPr>
        <p:spPr>
          <a:xfrm>
            <a:off x="5192649" y="2715768"/>
            <a:ext cx="601218" cy="601218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2" name="S13-cell348"/>
          <p:cNvSpPr/>
          <p:nvPr/>
        </p:nvSpPr>
        <p:spPr>
          <a:xfrm>
            <a:off x="5793867" y="2715768"/>
            <a:ext cx="601218" cy="601218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3" name="S13-cell349"/>
          <p:cNvSpPr/>
          <p:nvPr/>
        </p:nvSpPr>
        <p:spPr>
          <a:xfrm>
            <a:off x="6395085" y="2715768"/>
            <a:ext cx="601218" cy="601218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4" name="S13-cell350"/>
          <p:cNvSpPr/>
          <p:nvPr/>
        </p:nvSpPr>
        <p:spPr>
          <a:xfrm>
            <a:off x="5192649" y="3316986"/>
            <a:ext cx="601218" cy="601218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5" name="S13-cell351"/>
          <p:cNvSpPr/>
          <p:nvPr/>
        </p:nvSpPr>
        <p:spPr>
          <a:xfrm>
            <a:off x="5793867" y="3316986"/>
            <a:ext cx="601218" cy="601218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6" name="S13-cell352"/>
          <p:cNvSpPr/>
          <p:nvPr/>
        </p:nvSpPr>
        <p:spPr>
          <a:xfrm>
            <a:off x="6395085" y="3316986"/>
            <a:ext cx="601218" cy="601218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7" name="S13-cell353"/>
          <p:cNvSpPr/>
          <p:nvPr/>
        </p:nvSpPr>
        <p:spPr>
          <a:xfrm>
            <a:off x="5192649" y="3918204"/>
            <a:ext cx="601218" cy="601218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8" name="S13-cell354"/>
          <p:cNvSpPr/>
          <p:nvPr/>
        </p:nvSpPr>
        <p:spPr>
          <a:xfrm>
            <a:off x="5793867" y="3918204"/>
            <a:ext cx="601218" cy="601218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9" name="S13-cell355"/>
          <p:cNvSpPr/>
          <p:nvPr/>
        </p:nvSpPr>
        <p:spPr>
          <a:xfrm>
            <a:off x="6395085" y="3918204"/>
            <a:ext cx="601218" cy="601218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30" name="S13-cell356"/>
          <p:cNvSpPr/>
          <p:nvPr/>
        </p:nvSpPr>
        <p:spPr>
          <a:xfrm>
            <a:off x="5192649" y="4519422"/>
            <a:ext cx="601218" cy="601218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31" name="S13-cell357"/>
          <p:cNvSpPr/>
          <p:nvPr/>
        </p:nvSpPr>
        <p:spPr>
          <a:xfrm>
            <a:off x="5793867" y="4519422"/>
            <a:ext cx="601218" cy="601218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32" name="S13-cell358"/>
          <p:cNvSpPr/>
          <p:nvPr/>
        </p:nvSpPr>
        <p:spPr>
          <a:xfrm>
            <a:off x="6395085" y="4519422"/>
            <a:ext cx="601218" cy="601218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33" name="S13-figure359" descr="나: 4줄 3칸 모눈에서 위 3줄의 왼쪽 칸(3칸) 색칠"/>
          <p:cNvSpPr/>
          <p:nvPr/>
        </p:nvSpPr>
        <p:spPr>
          <a:xfrm>
            <a:off x="5192649" y="2715768"/>
            <a:ext cx="1803654" cy="2404872"/>
          </a:xfrm>
          <a:prstGeom prst="rect">
            <a:avLst/>
          </a:prstGeom>
          <a:solidFill>
            <a:srgbClr val="FFFFFF">
              <a:alpha val="0"/>
            </a:srgbClr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34" name="S13-chip360"/>
          <p:cNvSpPr txBox="1"/>
          <p:nvPr/>
        </p:nvSpPr>
        <p:spPr>
          <a:xfrm>
            <a:off x="9630156" y="2011680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8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</a:t>
            </a:r>
            <a:endParaRPr lang="ko-KR" sz="2800" dirty="0"/>
          </a:p>
        </p:txBody>
      </p:sp>
      <p:sp>
        <p:nvSpPr>
          <p:cNvPr id="35" name="S13-cell361"/>
          <p:cNvSpPr/>
          <p:nvPr/>
        </p:nvSpPr>
        <p:spPr>
          <a:xfrm>
            <a:off x="9011793" y="2715768"/>
            <a:ext cx="601218" cy="601218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36" name="S13-cell362"/>
          <p:cNvSpPr/>
          <p:nvPr/>
        </p:nvSpPr>
        <p:spPr>
          <a:xfrm>
            <a:off x="9613011" y="2715768"/>
            <a:ext cx="601218" cy="601218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37" name="S13-cell363"/>
          <p:cNvSpPr/>
          <p:nvPr/>
        </p:nvSpPr>
        <p:spPr>
          <a:xfrm>
            <a:off x="10214229" y="2715768"/>
            <a:ext cx="601218" cy="601218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38" name="S13-cell364"/>
          <p:cNvSpPr/>
          <p:nvPr/>
        </p:nvSpPr>
        <p:spPr>
          <a:xfrm>
            <a:off x="9011793" y="3316986"/>
            <a:ext cx="601218" cy="601218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39" name="S13-cell365"/>
          <p:cNvSpPr/>
          <p:nvPr/>
        </p:nvSpPr>
        <p:spPr>
          <a:xfrm>
            <a:off x="9613011" y="3316986"/>
            <a:ext cx="601218" cy="601218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40" name="S13-cell366"/>
          <p:cNvSpPr/>
          <p:nvPr/>
        </p:nvSpPr>
        <p:spPr>
          <a:xfrm>
            <a:off x="10214229" y="3316986"/>
            <a:ext cx="601218" cy="601218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41" name="S13-cell367"/>
          <p:cNvSpPr/>
          <p:nvPr/>
        </p:nvSpPr>
        <p:spPr>
          <a:xfrm>
            <a:off x="9011793" y="3918204"/>
            <a:ext cx="601218" cy="601218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42" name="S13-cell368"/>
          <p:cNvSpPr/>
          <p:nvPr/>
        </p:nvSpPr>
        <p:spPr>
          <a:xfrm>
            <a:off x="9613011" y="3918204"/>
            <a:ext cx="601218" cy="601218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43" name="S13-cell369"/>
          <p:cNvSpPr/>
          <p:nvPr/>
        </p:nvSpPr>
        <p:spPr>
          <a:xfrm>
            <a:off x="10214229" y="3918204"/>
            <a:ext cx="601218" cy="601218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44" name="S13-cell370"/>
          <p:cNvSpPr/>
          <p:nvPr/>
        </p:nvSpPr>
        <p:spPr>
          <a:xfrm>
            <a:off x="9011793" y="4519422"/>
            <a:ext cx="601218" cy="601218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45" name="S13-cell371"/>
          <p:cNvSpPr/>
          <p:nvPr/>
        </p:nvSpPr>
        <p:spPr>
          <a:xfrm>
            <a:off x="9613011" y="4519422"/>
            <a:ext cx="601218" cy="601218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46" name="S13-cell372"/>
          <p:cNvSpPr/>
          <p:nvPr/>
        </p:nvSpPr>
        <p:spPr>
          <a:xfrm>
            <a:off x="10214229" y="4519422"/>
            <a:ext cx="601218" cy="601218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47" name="S13-figure373" descr="다: 4줄 3칸 모눈에서 왼쪽 한 줄 4칸 색칠"/>
          <p:cNvSpPr/>
          <p:nvPr/>
        </p:nvSpPr>
        <p:spPr>
          <a:xfrm>
            <a:off x="9011793" y="2715768"/>
            <a:ext cx="1803654" cy="2404872"/>
          </a:xfrm>
          <a:prstGeom prst="rect">
            <a:avLst/>
          </a:prstGeom>
          <a:solidFill>
            <a:srgbClr val="FFFFFF">
              <a:alpha val="0"/>
            </a:srgbClr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오늘 배운 것</a:t>
            </a:r>
            <a:endParaRPr lang="ko-KR" sz="4000" dirty="0"/>
          </a:p>
        </p:txBody>
      </p:sp>
      <p:sp>
        <p:nvSpPr>
          <p:cNvPr id="3" name="S14-card374"/>
          <p:cNvSpPr/>
          <p:nvPr/>
        </p:nvSpPr>
        <p:spPr>
          <a:xfrm>
            <a:off x="548640" y="132588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32606F"/>
          </a:solidFill>
          <a:ln w="12700">
            <a:solidFill>
              <a:srgbClr val="32606F"/>
            </a:solidFill>
            <a:prstDash val="solid"/>
          </a:ln>
        </p:spPr>
      </p:sp>
      <p:sp>
        <p:nvSpPr>
          <p:cNvPr id="4" name="S14-cardtext375"/>
          <p:cNvSpPr txBox="1"/>
          <p:nvPr/>
        </p:nvSpPr>
        <p:spPr>
          <a:xfrm>
            <a:off x="822960" y="146304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분자끼리, 분모끼리 곱해요. 대분수는 가분수로 바꿔요.</a:t>
            </a:r>
            <a:endParaRPr lang="ko-KR" sz="2800" dirty="0"/>
          </a:p>
        </p:txBody>
      </p:sp>
      <p:sp>
        <p:nvSpPr>
          <p:cNvPr id="5" name="S14-chip376"/>
          <p:cNvSpPr txBox="1"/>
          <p:nvPr/>
        </p:nvSpPr>
        <p:spPr>
          <a:xfrm>
            <a:off x="548640" y="2423160"/>
            <a:ext cx="5431536" cy="594360"/>
          </a:xfrm>
          <a:prstGeom prst="roundRect">
            <a:avLst>
              <a:gd name="adj" fmla="val 24615"/>
            </a:avLst>
          </a:prstGeom>
          <a:solidFill>
            <a:srgbClr val="2A9D8F"/>
          </a:solidFill>
          <a:ln>
            <a:solidFill>
              <a:srgbClr val="2A9D8F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○ 곱하기 전에 약분하기</a:t>
            </a:r>
            <a:endParaRPr lang="ko-KR" sz="2200" dirty="0"/>
          </a:p>
        </p:txBody>
      </p:sp>
      <p:sp>
        <p:nvSpPr>
          <p:cNvPr id="6" name="S14-chip377"/>
          <p:cNvSpPr txBox="1"/>
          <p:nvPr/>
        </p:nvSpPr>
        <p:spPr>
          <a:xfrm>
            <a:off x="6208776" y="2423160"/>
            <a:ext cx="5431536" cy="594360"/>
          </a:xfrm>
          <a:prstGeom prst="roundRect">
            <a:avLst>
              <a:gd name="adj" fmla="val 24615"/>
            </a:avLst>
          </a:prstGeom>
          <a:solidFill>
            <a:srgbClr val="C8434E"/>
          </a:solidFill>
          <a:ln>
            <a:solidFill>
              <a:srgbClr val="C8434E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× 대분수를 따로따로 곱하기</a:t>
            </a:r>
            <a:endParaRPr lang="ko-KR" sz="2200" dirty="0"/>
          </a:p>
        </p:txBody>
      </p:sp>
      <p:sp>
        <p:nvSpPr>
          <p:cNvPr id="7" name="S14-text378"/>
          <p:cNvSpPr txBox="1"/>
          <p:nvPr/>
        </p:nvSpPr>
        <p:spPr>
          <a:xfrm>
            <a:off x="548640" y="3246120"/>
            <a:ext cx="110916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다음 수업을 시작할 때 다시 풀어요</a:t>
            </a:r>
            <a:endParaRPr lang="ko-KR" sz="2200" dirty="0"/>
          </a:p>
        </p:txBody>
      </p:sp>
      <p:sp>
        <p:nvSpPr>
          <p:cNvPr id="8" name="S14-op379"/>
          <p:cNvSpPr txBox="1"/>
          <p:nvPr/>
        </p:nvSpPr>
        <p:spPr>
          <a:xfrm>
            <a:off x="548640" y="4237228"/>
            <a:ext cx="579628" cy="8524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600" dirty="0"/>
          </a:p>
        </p:txBody>
      </p:sp>
      <p:sp>
        <p:nvSpPr>
          <p:cNvPr id="9" name="S14-num380"/>
          <p:cNvSpPr txBox="1"/>
          <p:nvPr/>
        </p:nvSpPr>
        <p:spPr>
          <a:xfrm>
            <a:off x="1237996" y="4237228"/>
            <a:ext cx="456438" cy="3896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ko-KR" sz="2600" dirty="0"/>
          </a:p>
        </p:txBody>
      </p:sp>
      <p:sp>
        <p:nvSpPr>
          <p:cNvPr id="10" name="S14-fracbar381"/>
          <p:cNvSpPr/>
          <p:nvPr/>
        </p:nvSpPr>
        <p:spPr>
          <a:xfrm>
            <a:off x="1274572" y="4663440"/>
            <a:ext cx="383286" cy="0"/>
          </a:xfrm>
          <a:prstGeom prst="line">
            <a:avLst/>
          </a:prstGeom>
          <a:noFill/>
          <a:ln w="20638">
            <a:solidFill>
              <a:srgbClr val="FFFFFF"/>
            </a:solidFill>
            <a:prstDash val="solid"/>
          </a:ln>
        </p:spPr>
      </p:sp>
      <p:sp>
        <p:nvSpPr>
          <p:cNvPr id="11" name="S14-num382"/>
          <p:cNvSpPr txBox="1"/>
          <p:nvPr/>
        </p:nvSpPr>
        <p:spPr>
          <a:xfrm>
            <a:off x="1237996" y="4700016"/>
            <a:ext cx="456438" cy="3896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ko-KR" sz="2600" dirty="0"/>
          </a:p>
        </p:txBody>
      </p:sp>
      <p:sp>
        <p:nvSpPr>
          <p:cNvPr id="12" name="S14-op383"/>
          <p:cNvSpPr txBox="1"/>
          <p:nvPr/>
        </p:nvSpPr>
        <p:spPr>
          <a:xfrm>
            <a:off x="1804162" y="4237228"/>
            <a:ext cx="579628" cy="8524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×</a:t>
            </a:r>
            <a:endParaRPr lang="ko-KR" sz="2600" dirty="0"/>
          </a:p>
        </p:txBody>
      </p:sp>
      <p:sp>
        <p:nvSpPr>
          <p:cNvPr id="13" name="S14-num384"/>
          <p:cNvSpPr txBox="1"/>
          <p:nvPr/>
        </p:nvSpPr>
        <p:spPr>
          <a:xfrm>
            <a:off x="2493518" y="4237228"/>
            <a:ext cx="456438" cy="3896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ko-KR" sz="2600" dirty="0"/>
          </a:p>
        </p:txBody>
      </p:sp>
      <p:sp>
        <p:nvSpPr>
          <p:cNvPr id="14" name="S14-fracbar385"/>
          <p:cNvSpPr/>
          <p:nvPr/>
        </p:nvSpPr>
        <p:spPr>
          <a:xfrm>
            <a:off x="2530094" y="4663440"/>
            <a:ext cx="383286" cy="0"/>
          </a:xfrm>
          <a:prstGeom prst="line">
            <a:avLst/>
          </a:prstGeom>
          <a:noFill/>
          <a:ln w="20638">
            <a:solidFill>
              <a:srgbClr val="FFFFFF"/>
            </a:solidFill>
            <a:prstDash val="solid"/>
          </a:ln>
        </p:spPr>
      </p:sp>
      <p:sp>
        <p:nvSpPr>
          <p:cNvPr id="15" name="S14-num386"/>
          <p:cNvSpPr txBox="1"/>
          <p:nvPr/>
        </p:nvSpPr>
        <p:spPr>
          <a:xfrm>
            <a:off x="2493518" y="4700016"/>
            <a:ext cx="456438" cy="3896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</a:t>
            </a:r>
            <a:endParaRPr lang="ko-KR" sz="2600" dirty="0"/>
          </a:p>
        </p:txBody>
      </p:sp>
      <p:sp>
        <p:nvSpPr>
          <p:cNvPr id="16" name="S14-op387"/>
          <p:cNvSpPr txBox="1"/>
          <p:nvPr/>
        </p:nvSpPr>
        <p:spPr>
          <a:xfrm>
            <a:off x="4322064" y="4237228"/>
            <a:ext cx="579628" cy="8524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600" dirty="0"/>
          </a:p>
        </p:txBody>
      </p:sp>
      <p:sp>
        <p:nvSpPr>
          <p:cNvPr id="17" name="S14-num388"/>
          <p:cNvSpPr txBox="1"/>
          <p:nvPr/>
        </p:nvSpPr>
        <p:spPr>
          <a:xfrm>
            <a:off x="5011420" y="4237228"/>
            <a:ext cx="456438" cy="3896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ko-KR" sz="2600" dirty="0"/>
          </a:p>
        </p:txBody>
      </p:sp>
      <p:sp>
        <p:nvSpPr>
          <p:cNvPr id="18" name="S14-fracbar389"/>
          <p:cNvSpPr/>
          <p:nvPr/>
        </p:nvSpPr>
        <p:spPr>
          <a:xfrm>
            <a:off x="5047996" y="4663440"/>
            <a:ext cx="383286" cy="0"/>
          </a:xfrm>
          <a:prstGeom prst="line">
            <a:avLst/>
          </a:prstGeom>
          <a:noFill/>
          <a:ln w="20638">
            <a:solidFill>
              <a:srgbClr val="FFFFFF"/>
            </a:solidFill>
            <a:prstDash val="solid"/>
          </a:ln>
        </p:spPr>
      </p:sp>
      <p:sp>
        <p:nvSpPr>
          <p:cNvPr id="19" name="S14-num390"/>
          <p:cNvSpPr txBox="1"/>
          <p:nvPr/>
        </p:nvSpPr>
        <p:spPr>
          <a:xfrm>
            <a:off x="5011420" y="4700016"/>
            <a:ext cx="456438" cy="3896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9</a:t>
            </a:r>
            <a:endParaRPr lang="ko-KR" sz="2600" dirty="0"/>
          </a:p>
        </p:txBody>
      </p:sp>
      <p:sp>
        <p:nvSpPr>
          <p:cNvPr id="20" name="S14-op391"/>
          <p:cNvSpPr txBox="1"/>
          <p:nvPr/>
        </p:nvSpPr>
        <p:spPr>
          <a:xfrm>
            <a:off x="5577586" y="4237228"/>
            <a:ext cx="579628" cy="8524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×</a:t>
            </a:r>
            <a:endParaRPr lang="ko-KR" sz="2600" dirty="0"/>
          </a:p>
        </p:txBody>
      </p:sp>
      <p:sp>
        <p:nvSpPr>
          <p:cNvPr id="21" name="S14-num392"/>
          <p:cNvSpPr txBox="1"/>
          <p:nvPr/>
        </p:nvSpPr>
        <p:spPr>
          <a:xfrm>
            <a:off x="6266942" y="4237228"/>
            <a:ext cx="456438" cy="3896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ko-KR" sz="2600" dirty="0"/>
          </a:p>
        </p:txBody>
      </p:sp>
      <p:sp>
        <p:nvSpPr>
          <p:cNvPr id="22" name="S14-fracbar393"/>
          <p:cNvSpPr/>
          <p:nvPr/>
        </p:nvSpPr>
        <p:spPr>
          <a:xfrm>
            <a:off x="6303518" y="4663440"/>
            <a:ext cx="383286" cy="0"/>
          </a:xfrm>
          <a:prstGeom prst="line">
            <a:avLst/>
          </a:prstGeom>
          <a:noFill/>
          <a:ln w="20638">
            <a:solidFill>
              <a:srgbClr val="FFFFFF"/>
            </a:solidFill>
            <a:prstDash val="solid"/>
          </a:ln>
        </p:spPr>
      </p:sp>
      <p:sp>
        <p:nvSpPr>
          <p:cNvPr id="23" name="S14-num394"/>
          <p:cNvSpPr txBox="1"/>
          <p:nvPr/>
        </p:nvSpPr>
        <p:spPr>
          <a:xfrm>
            <a:off x="6266942" y="4700016"/>
            <a:ext cx="456438" cy="3896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</a:t>
            </a:r>
            <a:endParaRPr lang="ko-KR" sz="2600" dirty="0"/>
          </a:p>
        </p:txBody>
      </p:sp>
      <p:sp>
        <p:nvSpPr>
          <p:cNvPr id="24" name="S14-op395"/>
          <p:cNvSpPr txBox="1"/>
          <p:nvPr/>
        </p:nvSpPr>
        <p:spPr>
          <a:xfrm>
            <a:off x="8095488" y="4237228"/>
            <a:ext cx="579628" cy="8524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</a:t>
            </a:r>
            <a:endParaRPr lang="ko-KR" sz="2600" dirty="0"/>
          </a:p>
        </p:txBody>
      </p:sp>
      <p:sp>
        <p:nvSpPr>
          <p:cNvPr id="25" name="S14-num396"/>
          <p:cNvSpPr txBox="1"/>
          <p:nvPr/>
        </p:nvSpPr>
        <p:spPr>
          <a:xfrm>
            <a:off x="8784844" y="4237228"/>
            <a:ext cx="272796" cy="8524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ko-KR" sz="2600" dirty="0"/>
          </a:p>
        </p:txBody>
      </p:sp>
      <p:sp>
        <p:nvSpPr>
          <p:cNvPr id="26" name="S14-num397"/>
          <p:cNvSpPr txBox="1"/>
          <p:nvPr/>
        </p:nvSpPr>
        <p:spPr>
          <a:xfrm>
            <a:off x="9057640" y="4237228"/>
            <a:ext cx="456438" cy="3896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ko-KR" sz="2600" dirty="0"/>
          </a:p>
        </p:txBody>
      </p:sp>
      <p:sp>
        <p:nvSpPr>
          <p:cNvPr id="27" name="S14-fracbar398"/>
          <p:cNvSpPr/>
          <p:nvPr/>
        </p:nvSpPr>
        <p:spPr>
          <a:xfrm>
            <a:off x="9094216" y="4663440"/>
            <a:ext cx="383286" cy="0"/>
          </a:xfrm>
          <a:prstGeom prst="line">
            <a:avLst/>
          </a:prstGeom>
          <a:noFill/>
          <a:ln w="20638">
            <a:solidFill>
              <a:srgbClr val="FFFFFF"/>
            </a:solidFill>
            <a:prstDash val="solid"/>
          </a:ln>
        </p:spPr>
      </p:sp>
      <p:sp>
        <p:nvSpPr>
          <p:cNvPr id="28" name="S14-num399"/>
          <p:cNvSpPr txBox="1"/>
          <p:nvPr/>
        </p:nvSpPr>
        <p:spPr>
          <a:xfrm>
            <a:off x="9057640" y="4700016"/>
            <a:ext cx="456438" cy="3896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ko-KR" sz="2600" dirty="0"/>
          </a:p>
        </p:txBody>
      </p:sp>
      <p:sp>
        <p:nvSpPr>
          <p:cNvPr id="29" name="S14-op400"/>
          <p:cNvSpPr txBox="1"/>
          <p:nvPr/>
        </p:nvSpPr>
        <p:spPr>
          <a:xfrm>
            <a:off x="9623806" y="4237228"/>
            <a:ext cx="579628" cy="8524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×</a:t>
            </a:r>
            <a:endParaRPr lang="ko-KR" sz="2600" dirty="0"/>
          </a:p>
        </p:txBody>
      </p:sp>
      <p:sp>
        <p:nvSpPr>
          <p:cNvPr id="30" name="S14-num401"/>
          <p:cNvSpPr txBox="1"/>
          <p:nvPr/>
        </p:nvSpPr>
        <p:spPr>
          <a:xfrm>
            <a:off x="10313162" y="4237228"/>
            <a:ext cx="272796" cy="8524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ko-KR" sz="2600" dirty="0"/>
          </a:p>
        </p:txBody>
      </p:sp>
      <p:sp>
        <p:nvSpPr>
          <p:cNvPr id="31" name="S14-num402"/>
          <p:cNvSpPr txBox="1"/>
          <p:nvPr/>
        </p:nvSpPr>
        <p:spPr>
          <a:xfrm>
            <a:off x="10585958" y="4237228"/>
            <a:ext cx="456438" cy="3896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ko-KR" sz="2600" dirty="0"/>
          </a:p>
        </p:txBody>
      </p:sp>
      <p:sp>
        <p:nvSpPr>
          <p:cNvPr id="32" name="S14-fracbar403"/>
          <p:cNvSpPr/>
          <p:nvPr/>
        </p:nvSpPr>
        <p:spPr>
          <a:xfrm>
            <a:off x="10622534" y="4663440"/>
            <a:ext cx="383286" cy="0"/>
          </a:xfrm>
          <a:prstGeom prst="line">
            <a:avLst/>
          </a:prstGeom>
          <a:noFill/>
          <a:ln w="20638">
            <a:solidFill>
              <a:srgbClr val="FFFFFF"/>
            </a:solidFill>
            <a:prstDash val="solid"/>
          </a:ln>
        </p:spPr>
      </p:sp>
      <p:sp>
        <p:nvSpPr>
          <p:cNvPr id="33" name="S14-num404"/>
          <p:cNvSpPr txBox="1"/>
          <p:nvPr/>
        </p:nvSpPr>
        <p:spPr>
          <a:xfrm>
            <a:off x="10585958" y="4700016"/>
            <a:ext cx="456438" cy="3896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</a:t>
            </a:r>
            <a:endParaRPr lang="ko-KR" sz="2600" dirty="0"/>
          </a:p>
        </p:txBody>
      </p:sp>
      <p:sp>
        <p:nvSpPr>
          <p:cNvPr id="34" name="S14-text405"/>
          <p:cNvSpPr txBox="1"/>
          <p:nvPr/>
        </p:nvSpPr>
        <p:spPr>
          <a:xfrm>
            <a:off x="548640" y="571500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다음 시간: 소수의 곱셈</a:t>
            </a:r>
            <a:endParaRPr lang="ko-KR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C9DCD8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보충: 분수 × 자연수</a:t>
            </a:r>
            <a:endParaRPr lang="ko-KR" sz="4000" dirty="0"/>
          </a:p>
        </p:txBody>
      </p:sp>
      <p:sp>
        <p:nvSpPr>
          <p:cNvPr id="3" name="S15-text406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5분의 2 × 3을 다시 해요.</a:t>
            </a:r>
            <a:endParaRPr lang="ko-KR" sz="2800" dirty="0"/>
          </a:p>
        </p:txBody>
      </p:sp>
      <p:sp>
        <p:nvSpPr>
          <p:cNvPr id="4" name="S15-card407"/>
          <p:cNvSpPr/>
          <p:nvPr/>
        </p:nvSpPr>
        <p:spPr>
          <a:xfrm>
            <a:off x="548640" y="5037836"/>
            <a:ext cx="11091672" cy="1180084"/>
          </a:xfrm>
          <a:prstGeom prst="roundRect">
            <a:avLst>
              <a:gd name="adj" fmla="val 9298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5" name="S15-cardtext408"/>
          <p:cNvSpPr txBox="1"/>
          <p:nvPr/>
        </p:nvSpPr>
        <p:spPr>
          <a:xfrm>
            <a:off x="822960" y="5174996"/>
            <a:ext cx="10543032" cy="9057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5분의 1이 2 × 3 = 6개 → 5분의 6</a:t>
            </a:r>
            <a:endParaRPr lang="ko-KR" sz="28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분모는 그대로, 분자에 자연수를 곱해요.</a:t>
            </a:r>
            <a:endParaRPr lang="ko-KR" sz="2800" dirty="0"/>
          </a:p>
        </p:txBody>
      </p:sp>
      <p:sp>
        <p:nvSpPr>
          <p:cNvPr id="6" name="S15-num409"/>
          <p:cNvSpPr txBox="1"/>
          <p:nvPr/>
        </p:nvSpPr>
        <p:spPr>
          <a:xfrm>
            <a:off x="784289" y="2072809"/>
            <a:ext cx="443103" cy="3746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5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ko-KR" sz="2500" dirty="0"/>
          </a:p>
        </p:txBody>
      </p:sp>
      <p:sp>
        <p:nvSpPr>
          <p:cNvPr id="7" name="S15-fracbar410"/>
          <p:cNvSpPr/>
          <p:nvPr/>
        </p:nvSpPr>
        <p:spPr>
          <a:xfrm>
            <a:off x="820865" y="2484035"/>
            <a:ext cx="369951" cy="0"/>
          </a:xfrm>
          <a:prstGeom prst="line">
            <a:avLst/>
          </a:prstGeom>
          <a:noFill/>
          <a:ln w="19844">
            <a:solidFill>
              <a:srgbClr val="1F2937"/>
            </a:solidFill>
            <a:prstDash val="solid"/>
          </a:ln>
        </p:spPr>
      </p:sp>
      <p:sp>
        <p:nvSpPr>
          <p:cNvPr id="8" name="S15-num411"/>
          <p:cNvSpPr txBox="1"/>
          <p:nvPr/>
        </p:nvSpPr>
        <p:spPr>
          <a:xfrm>
            <a:off x="784289" y="2520611"/>
            <a:ext cx="443103" cy="3746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5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</a:t>
            </a:r>
            <a:endParaRPr lang="ko-KR" sz="2500" dirty="0"/>
          </a:p>
        </p:txBody>
      </p:sp>
      <p:sp>
        <p:nvSpPr>
          <p:cNvPr id="9" name="S15-cell412"/>
          <p:cNvSpPr/>
          <p:nvPr/>
        </p:nvSpPr>
        <p:spPr>
          <a:xfrm>
            <a:off x="1600200" y="2148840"/>
            <a:ext cx="2008022" cy="670391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0" name="S15-cell413"/>
          <p:cNvSpPr/>
          <p:nvPr/>
        </p:nvSpPr>
        <p:spPr>
          <a:xfrm>
            <a:off x="3608222" y="2148840"/>
            <a:ext cx="2008022" cy="670391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1" name="S15-cell414"/>
          <p:cNvSpPr/>
          <p:nvPr/>
        </p:nvSpPr>
        <p:spPr>
          <a:xfrm>
            <a:off x="5616245" y="2148840"/>
            <a:ext cx="2008022" cy="670391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2" name="S15-cell415"/>
          <p:cNvSpPr/>
          <p:nvPr/>
        </p:nvSpPr>
        <p:spPr>
          <a:xfrm>
            <a:off x="7624267" y="2148840"/>
            <a:ext cx="2008022" cy="670391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3" name="S15-cell416"/>
          <p:cNvSpPr/>
          <p:nvPr/>
        </p:nvSpPr>
        <p:spPr>
          <a:xfrm>
            <a:off x="9632290" y="2148840"/>
            <a:ext cx="2008022" cy="670391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4" name="S15-figure417" descr="똑같이 5칸으로 나눈 띠, 2칸 색칠"/>
          <p:cNvSpPr/>
          <p:nvPr/>
        </p:nvSpPr>
        <p:spPr>
          <a:xfrm>
            <a:off x="1600200" y="2148840"/>
            <a:ext cx="10040112" cy="670391"/>
          </a:xfrm>
          <a:prstGeom prst="rect">
            <a:avLst/>
          </a:prstGeom>
          <a:solidFill>
            <a:srgbClr val="FFFFFF">
              <a:alpha val="0"/>
            </a:srgbClr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15" name="S15-num418"/>
          <p:cNvSpPr txBox="1"/>
          <p:nvPr/>
        </p:nvSpPr>
        <p:spPr>
          <a:xfrm>
            <a:off x="784289" y="2999232"/>
            <a:ext cx="443103" cy="3746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5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ko-KR" sz="2500" dirty="0"/>
          </a:p>
        </p:txBody>
      </p:sp>
      <p:sp>
        <p:nvSpPr>
          <p:cNvPr id="16" name="S15-fracbar419"/>
          <p:cNvSpPr/>
          <p:nvPr/>
        </p:nvSpPr>
        <p:spPr>
          <a:xfrm>
            <a:off x="820865" y="3410458"/>
            <a:ext cx="369951" cy="0"/>
          </a:xfrm>
          <a:prstGeom prst="line">
            <a:avLst/>
          </a:prstGeom>
          <a:noFill/>
          <a:ln w="19844">
            <a:solidFill>
              <a:srgbClr val="1F2937"/>
            </a:solidFill>
            <a:prstDash val="solid"/>
          </a:ln>
        </p:spPr>
      </p:sp>
      <p:sp>
        <p:nvSpPr>
          <p:cNvPr id="17" name="S15-num420"/>
          <p:cNvSpPr txBox="1"/>
          <p:nvPr/>
        </p:nvSpPr>
        <p:spPr>
          <a:xfrm>
            <a:off x="784289" y="3447034"/>
            <a:ext cx="443103" cy="3746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5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</a:t>
            </a:r>
            <a:endParaRPr lang="ko-KR" sz="2500" dirty="0"/>
          </a:p>
        </p:txBody>
      </p:sp>
      <p:sp>
        <p:nvSpPr>
          <p:cNvPr id="18" name="S15-cell421"/>
          <p:cNvSpPr/>
          <p:nvPr/>
        </p:nvSpPr>
        <p:spPr>
          <a:xfrm>
            <a:off x="1600200" y="3075263"/>
            <a:ext cx="2008022" cy="670391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9" name="S15-cell422"/>
          <p:cNvSpPr/>
          <p:nvPr/>
        </p:nvSpPr>
        <p:spPr>
          <a:xfrm>
            <a:off x="3608222" y="3075263"/>
            <a:ext cx="2008022" cy="670391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0" name="S15-cell423"/>
          <p:cNvSpPr/>
          <p:nvPr/>
        </p:nvSpPr>
        <p:spPr>
          <a:xfrm>
            <a:off x="5616245" y="3075263"/>
            <a:ext cx="2008022" cy="670391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1" name="S15-cell424"/>
          <p:cNvSpPr/>
          <p:nvPr/>
        </p:nvSpPr>
        <p:spPr>
          <a:xfrm>
            <a:off x="7624267" y="3075263"/>
            <a:ext cx="2008022" cy="670391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2" name="S15-cell425"/>
          <p:cNvSpPr/>
          <p:nvPr/>
        </p:nvSpPr>
        <p:spPr>
          <a:xfrm>
            <a:off x="9632290" y="3075263"/>
            <a:ext cx="2008022" cy="670391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3" name="S15-figure426" descr="똑같이 5칸으로 나눈 띠, 2칸 색칠"/>
          <p:cNvSpPr/>
          <p:nvPr/>
        </p:nvSpPr>
        <p:spPr>
          <a:xfrm>
            <a:off x="1600200" y="3075263"/>
            <a:ext cx="10040112" cy="670391"/>
          </a:xfrm>
          <a:prstGeom prst="rect">
            <a:avLst/>
          </a:prstGeom>
          <a:solidFill>
            <a:srgbClr val="FFFFFF">
              <a:alpha val="0"/>
            </a:srgbClr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24" name="S15-num427"/>
          <p:cNvSpPr txBox="1"/>
          <p:nvPr/>
        </p:nvSpPr>
        <p:spPr>
          <a:xfrm>
            <a:off x="784289" y="3925655"/>
            <a:ext cx="443103" cy="3746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5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ko-KR" sz="2500" dirty="0"/>
          </a:p>
        </p:txBody>
      </p:sp>
      <p:sp>
        <p:nvSpPr>
          <p:cNvPr id="25" name="S15-fracbar428"/>
          <p:cNvSpPr/>
          <p:nvPr/>
        </p:nvSpPr>
        <p:spPr>
          <a:xfrm>
            <a:off x="820865" y="4336881"/>
            <a:ext cx="369951" cy="0"/>
          </a:xfrm>
          <a:prstGeom prst="line">
            <a:avLst/>
          </a:prstGeom>
          <a:noFill/>
          <a:ln w="19844">
            <a:solidFill>
              <a:srgbClr val="1F2937"/>
            </a:solidFill>
            <a:prstDash val="solid"/>
          </a:ln>
        </p:spPr>
      </p:sp>
      <p:sp>
        <p:nvSpPr>
          <p:cNvPr id="26" name="S15-num429"/>
          <p:cNvSpPr txBox="1"/>
          <p:nvPr/>
        </p:nvSpPr>
        <p:spPr>
          <a:xfrm>
            <a:off x="784289" y="4373457"/>
            <a:ext cx="443103" cy="3746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5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</a:t>
            </a:r>
            <a:endParaRPr lang="ko-KR" sz="2500" dirty="0"/>
          </a:p>
        </p:txBody>
      </p:sp>
      <p:sp>
        <p:nvSpPr>
          <p:cNvPr id="27" name="S15-cell430"/>
          <p:cNvSpPr/>
          <p:nvPr/>
        </p:nvSpPr>
        <p:spPr>
          <a:xfrm>
            <a:off x="1600200" y="4001685"/>
            <a:ext cx="2008022" cy="670391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8" name="S15-cell431"/>
          <p:cNvSpPr/>
          <p:nvPr/>
        </p:nvSpPr>
        <p:spPr>
          <a:xfrm>
            <a:off x="3608222" y="4001685"/>
            <a:ext cx="2008022" cy="670391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9" name="S15-cell432"/>
          <p:cNvSpPr/>
          <p:nvPr/>
        </p:nvSpPr>
        <p:spPr>
          <a:xfrm>
            <a:off x="5616245" y="4001685"/>
            <a:ext cx="2008022" cy="670391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30" name="S15-cell433"/>
          <p:cNvSpPr/>
          <p:nvPr/>
        </p:nvSpPr>
        <p:spPr>
          <a:xfrm>
            <a:off x="7624267" y="4001685"/>
            <a:ext cx="2008022" cy="670391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31" name="S15-cell434"/>
          <p:cNvSpPr/>
          <p:nvPr/>
        </p:nvSpPr>
        <p:spPr>
          <a:xfrm>
            <a:off x="9632290" y="4001685"/>
            <a:ext cx="2008022" cy="670391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32" name="S15-figure435" descr="똑같이 5칸으로 나눈 띠, 2칸 색칠"/>
          <p:cNvSpPr/>
          <p:nvPr/>
        </p:nvSpPr>
        <p:spPr>
          <a:xfrm>
            <a:off x="1600200" y="4001685"/>
            <a:ext cx="10040112" cy="670391"/>
          </a:xfrm>
          <a:prstGeom prst="rect">
            <a:avLst/>
          </a:prstGeom>
          <a:solidFill>
            <a:srgbClr val="FFFFFF">
              <a:alpha val="0"/>
            </a:srgbClr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Education Classroom">
  <a:themeElements>
    <a:clrScheme name="Education Classroom">
      <a:dk1>
        <a:srgbClr val="1F2937"/>
      </a:dk1>
      <a:lt1>
        <a:srgbClr val="FFFFFF"/>
      </a:lt1>
      <a:dk2>
        <a:srgbClr val="264653"/>
      </a:dk2>
      <a:lt2>
        <a:srgbClr val="EAF3F1"/>
      </a:lt2>
      <a:accent1>
        <a:srgbClr val="E9762B"/>
      </a:accent1>
      <a:accent2>
        <a:srgbClr val="2A9D8F"/>
      </a:accent2>
      <a:accent3>
        <a:srgbClr val="C8434E"/>
      </a:accent3>
      <a:accent4>
        <a:srgbClr val="3D5A80"/>
      </a:accent4>
      <a:accent5>
        <a:srgbClr val="F2C14E"/>
      </a:accent5>
      <a:accent6>
        <a:srgbClr val="4B5563"/>
      </a:accent6>
      <a:hlink>
        <a:srgbClr val="3D5A80"/>
      </a:hlink>
      <a:folHlink>
        <a:srgbClr val="7A4E8A"/>
      </a:folHlink>
    </a:clrScheme>
    <a:fontScheme name="Education Classroom">
      <a:majorFont>
        <a:latin typeface="맑은 고딕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15</Slides>
  <Notes>15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1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초5 수학 분수끼리의 곱셈</dc:title>
  <dc:subject>KR22-G05-MAT-FRACMUL2-L01</dc:subject>
  <dc:creator>education-ppt</dc:creator>
  <cp:lastModifiedBy>education-ppt</cp:lastModifiedBy>
  <cp:revision>1</cp:revision>
  <dcterms:created xsi:type="dcterms:W3CDTF">2026-10-26T08:22:49Z</dcterms:created>
  <dcterms:modified xsi:type="dcterms:W3CDTF">2026-10-26T08:22:49Z</dcterms:modified>
</cp:coreProperties>
</file>