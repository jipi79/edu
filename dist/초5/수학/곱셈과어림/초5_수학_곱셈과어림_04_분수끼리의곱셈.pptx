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47b824b-c98e-ad38-f11b-555fb5513f81}">
          <p14:sldIdLst>
            <p14:sldId id="256"/>
            <p14:sldId id="257"/>
          </p14:sldIdLst>
        </p14:section>
        <p14:section name="개념" id="{e8b38acc-0894-bc7c-d546-f3fdd92c2368}">
          <p14:sldIdLst>
            <p14:sldId id="258"/>
            <p14:sldId id="259"/>
            <p14:sldId id="260"/>
            <p14:sldId id="262"/>
            <p14:sldId id="263"/>
          </p14:sldIdLst>
        </p14:section>
        <p14:section name="연습" id="{3c1c826a-eb7b-9ae0-030d-90c2eb170016}">
          <p14:sldIdLst>
            <p14:sldId id="261"/>
            <p14:sldId id="264"/>
            <p14:sldId id="265"/>
          </p14:sldIdLst>
        </p14:section>
        <p14:section name="개념" id="{d433b4a9-41e2-9d0e-23e9-bdabec4ce4bc}">
          <p14:sldIdLst/>
        </p14:section>
        <p14:section name="연습" id="{b986fab0-bab5-2150-d0a2-f075390b20e4}">
          <p14:sldIdLst/>
        </p14:section>
        <p14:section name="확인" id="{8810aeda-545a-0c71-2304-3bf275197ba9}">
          <p14:sldIdLst>
            <p14:sldId id="266"/>
            <p14:sldId id="267"/>
            <p14:sldId id="268"/>
          </p14:sldIdLst>
        </p14:section>
        <p14:section name="정리" id="{77bdafce-57db-bc27-9598-c1200ce21305}">
          <p14:sldIdLst>
            <p14:sldId id="269"/>
          </p14:sldIdLst>
        </p14:section>
        <p14:section name="보충" id="{75917abf-2d10-b512-5b5b-f18d1afc4e3f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‘얼마의 얼마’를 구하는 상황을 보여 주고, 분수에 분수를 곱하면 어떻게 될지 궁금하게 합니다.
시간: 약 2분
이렇게 말해 보세요
- “땅의 3분의 2에 채소를 심었어. 그 채소밭의 4분의 3에 배추를 심었대. 배추밭은 땅 전체의 얼마쯤일까?”
- “3분의 2보다 클까, 작을까?”
예상 답
- “3분의 2보다 작아요. 그중 일부니까요.”
- “모르겠어요.”
막히면
- 종이 한 장을 땅이라고 하고 3분의 2만큼 접어 보게 합니다.
주의
- ‘3분의 2의 4분의 3’은 3분의 2 × 4분의 3으로 씁니다. 답은 S04~S05에서 함께 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확인(분수와 자연수의 곱셈, 약분)]
목적: 지난 차시의 (분수)×(자연수), (자연수)×(분수)와 약분을 할 수 있는지 확인합니다.
시간: 약 3분
이렇게 말해 보세요
- “①은 분모는 그대로, 무엇을 곱해?”
- “②는 곱하기 전에 4와 8을 약분할 수 있어?”
- “③은 분자와 분모를 같은 수로 나누어 볼까?”
정답
- ① 7분의 6
- ② 8분의 20 = 2분의 5 = 2와 2분의 1
- ③ 4분의 3
막히면
- S15(보충)를 먼저 합니다.
- 보충으로도 어려우면 지난 차시 ‘분수와 자연수의 곱셈’(KR22-G05-MAT-FRACMUL-L01)을 다시 하고, 약분이 어려우면 ‘약분과 기약분수’(KR22-G05-MAT-FRAC-REDUCE-L01)를 다시 봅니다.
주의
- ②에서 분모 8에도 4를 곱하면(32분의 20) 지난 시간의 흔한 실수입니다. “분모는 어떻게 했지?”라고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(단위분수)×(단위분수)를 넓이 그림으로]
목적: (단위분수)×(단위분수)를 ‘얼마의 얼마’로 보고, 넓이 그림에서 전체가 몇 칸으로 나뉘는지 셉니다.
시간: 약 3분
이렇게 말해 보세요
- “왼쪽 그림에서 색칠한 곳은 땅의 얼마야?”
- “그 3분의 1을 다시 반으로 나누면 진한 칸은 전체의 얼마일까? 같은 크기의 칸이 모두 몇 개야?”
예상 답
- “3분의 1이요.”
- “6칸 중 1칸이니까 6분의 1이요.”
막히면
- 종이를 세로로 3번 접어 한 칸을 색칠한 뒤, 가로로 반을 접어 칸을 세게 합니다.
주의
- 3분의 1의 2분의 1은 3분의 1보다 작습니다. 진분수를 곱하면 작아진다는 지난 시간 내용과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(진분수)×(진분수)를 넓이 그림으로]
목적: S01의 문제를 넓이 그림으로 풉니다. 두 번 나눈 결과 전체가 12칸, 진한 칸이 6칸임을 셉니다.
시간: 약 3분
이렇게 말해 보세요
- “땅을 3줄로 나누었어. 채소밭은 몇 줄이야?”
- “채소밭 한 줄을 4칸으로 나누고 그중 3칸에 배추를 심어. 땅 전체는 모두 몇 칸이야? 배추밭은?”
예상 답
- “2줄이요.”
- “전체 12칸, 배추밭 6칸이에요. 12분의 6, 2분의 1이에요.”
막히면
- 종이를 가로로 세 번, 세로로 네 번 접어 12칸을 만들고 직접 색칠합니다.
주의
- S01의 답: 배추밭은 땅 전체의 12분의 6 = 2분의 1입니다.
- 그림의 칸은 모두 크기가 같아야 합니다. 종이를 접을 때 똑같이 접는지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분자끼리·분모끼리 곱하는 까닭]
목적: 넓이 그림의 ‘전체 칸 수’와 ‘진한 칸 수’를 식의 분모·분자와 연결해, 분자끼리·분모끼리 곱하는 까닭을 설명합니다.
시간: 약 3분
이렇게 말해 보세요
- “전체 칸 수 12는 어떻게 나왔어? 3줄 × 4칸이지? 3과 4는 어디에 있던 수야?”
- “진한 칸 6은? 2줄 × 3칸, 2와 3은 어디에 있던 수야?”
예상 답
- “분모 3과 4를 곱했어요.”
- “분자 2와 3을 곱했어요.”
막히면
- 그림의 줄과 칸을 손가락으로 세며 식의 수와 하나씩 짝지어 줍니다.
주의
- 목표 A의 핵심 장면입니다. 아이가 ‘전체 칸 수는 분모끼리, 색칠한 칸 수는 분자끼리’라고 말하면 활동지에 그 말을 적어 둡니다.
- 아이가 지쳐 보이면 이 장 다음에 쉬고, 다음 날 S05를 짧게 다시 본 뒤 S06부터 이어서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(분수)×(분수) 안내 연습]
목적: 도움을 받으며 (분수)×(분수)를 계산하고 넓이 그림으로 확인합니다.
시간: 약 4분
이렇게 말해 보세요
- “①은 분자끼리 곱하면? 분모끼리는?”
- “③은 모눈에서 3분의 2는 몇 줄이야? 그중 5분의 4는 몇 칸이야? 모두 몇 칸을 색칠했어?”
정답
- ① 8분의 1
- ② 10분의 3
- ③ 15분의 8 (위 2줄 중 4칸씩, 15칸 중 8칸)
막히면
- ③은 먼저 위 2줄을 연하게, 그다음 그 안에서 4칸씩 진하게 색칠하게 합니다.
- ①은 종이를 접어 확인해도 됩니다.
주의
- 답을 말한 뒤에는 꼭 “분모 15는 그림에서 무엇이야?”라고 물어 그림과 식을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곱하기 전에 약분하기]
목적: 곱한 다음 약분해도, 곱하기 전에 분자와 분모를 약분해도 답이 같고, 먼저 약분하면 계산이 쉽다는 것을 봅니다.
시간: 약 3분
이렇게 말해 보세요
- “왼쪽은 그대로 곱했더니 120분의 20이 나왔어. 약분하면?”
- “오른쪽은 곱하기 전에 5와 15, 4와 8을 약분했어. 어느 쪽이 쉬워?”
예상 답
- “6분의 1이요.” “오른쪽이 수가 작아서 쉬워요.”
막히면
- 분자 하나와 분모 하나를 짝지어 “둘 다 나눌 수 있는 수가 있어?”라고 묻습니다.
주의
- 약분은 분자 하나와 분모 하나 사이에서만 합니다. 분자끼리(5와 4)나 분모끼리(8과 15)는 약분하지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(대분수)×(대분수)]
목적: 대분수끼리의 곱셈은 가분수로 바꾼 다음 분자끼리·분모끼리 곱한다는 것을 압니다.
시간: 약 3분
이렇게 말해 보세요
- “1과 2분의 1을 가분수로 바꾸면? 2와 3분의 2는?”
- “2분의 3 × 3분의 8, 곱하기 전에 약분할 수 있는 수가 있을까?”
예상 답
- “2분의 3, 3분의 8이요.”
- “3과 3, 2와 8을 약분하면 1 × 4 = 4예요.”
막히면
- 가분수로 바꾸기가 어려우면 “1과 2분의 1에는 2분의 1이 몇 개 들어 있어?”라고 묻습니다.
주의
- 곱하기 전에 약분하면 3과 3은 1, 2와 8은 1과 4가 되어 1 × 4 = 4입니다.
- 다음 장에서 자연수끼리·분수끼리 곱하는 실수를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비교(대분수를 자연수끼리·분수끼리 곱하기)]
목적: 대분수를 자연수끼리·분수끼리 따로 곱하는 흔한 실수(M2)를 어림으로 반박합니다.
시간: 약 3분
이렇게 말해 보세요
- “1과 2분의 1에 2만 곱해도 얼마야? 그런데 2와 3분의 2를 곱하면 그보다 커야 할까, 작아야 할까?”
- “하늘이의 답 2와 3분의 1은 3보다 커, 작아?”
예상 답
- “3이요. 2보다 더 큰 수를 곱하니까 3보다 커야 해요.”
- “하늘이 답은 3보다 작아서 틀렸어요.”
정답
- 바다가 맞습니다. 1과 2분의 1 × 2와 3분의 2 = 2분의 3 × 3분의 8 = 4입니다.
- 하늘이는 1 × 3분의 2와 2분의 1 × 2처럼 엇갈린 부분을 빠뜨렸습니다. 넓이 그림으로 그리면 네 부분이 생기는데 두 부분만 계산한 것입니다.
막히면
- 1과 2분의 1 × 2 = 3을 먼저 계산하게 하고, 하늘이의 답과 비교합니다.
주의
- 지난 차시의 (대분수)×(자연수)에서는 자연수 부분과 분수 부분에 각각 곱해도 됐습니다. 대분수끼리는 그렇게 하면 빠지는 부분이 생긴다는 점이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약분과 대분수 곱셈 안내 연습]
목적: 도움을 받으며 곱하기 전에 약분하고, 대분수를 가분수로 바꾸어 곱합니다.
시간: 약 3분
이렇게 말해 보세요
- “①에서 약분할 수 있는 분자와 분모 짝은?”
- “②는 7과 7, 4와 8을 약분해 볼까?”
- “③은 먼저 무엇을 해야 해?”
정답
- ① 6분의 1 (3과 9를 3으로, 2와 4를 2로 약분하면 2분의 1 × 3분의 1)
- ② 2분의 1
- ③ 5분의 7 × 2분의 3 = 10분의 21 = 2와 10분의 1
막히면
- 약분할 짝을 선으로 이어 보게 합니다.
- ③에서 자연수끼리, 분수끼리 곱하면(1 × 1과 5분의 2 × 2분의 1) S09로 돌아갑니다.
주의
- 약분하지 않고 곱한 뒤 약분해도 답은 같습니다. 두 방법 모두 인정합니다.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(분수)×(분수)를 계산하고(목표 A·B), 약분과 대분수 곱셈을 하는지 확인합니다.
시간: 약 4분
이렇게 말해 보세요
- “이번에는 혼자 해 보자. 다 하면 하나를 골라 어떻게 했는지 설명해 줘.”
정답
- ① 15분의 6 = 5분의 2
- ② 60분의 45 = 4분의 3
- ③ 2분의 5 × 5분의 6 = 3
- ④ 5분의 4 × 8분의 3 = 40분의 12 = 10분의 3(L)
막히면
- 바로 알려 주지 말고 “분자끼리 곱하면? 분모끼리는?”이라고만 묻습니다.
- 도움을 받아 해결했다면 기록표에 ‘도움’으로 표시합니다.
주의
- ④는 ‘5분의 4의 8분의 3’이므로 5분의 4 × 8분의 3입니다. 정답 확인은 다음 장(S12)에서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흔한 실수를 바로잡습니다. 수업용에만 있는 장입니다.
시간: 약 2분
이렇게 말해 보세요
- “네 답과 같은지 볼까? 다르면 어디서 달라졌는지 같이 찾아보자.”
정답
- ① 5분의 2 ② 4분의 3 ③ 3 ④ 10분의 3 L
막히면
- 대분수를 따로 곱했으면 S09로, 분자끼리·분모끼리 곱하는 까닭이 흔들리면 S05로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확인(넓이 그림 고르기와 까닭)]
목적: 처음 보는 문제에서 넓이 그림과 분수의 곱셈을 연결해 설명하는지 확인합니다(목표 A).
시간: 약 2분
이렇게 말해 보세요
- “4분의 3의 3분의 1이야. 먼저 4분의 3은 어디야? 그중 3분의 1은?”
- “가와 다는 무엇을 나타낼까?”
정답
- 나: 4줄 중 3줄(4분의 3)에서 3칸 중 1칸(3분의 1)이라 12칸 중 3칸, 12분의 3 = 4분의 1입니다.
- 가는 4분의 3만(12칸 중 9칸), 다는 3분의 1만(12칸 중 4칸) 나타냅니다.
막히면
- 그림 위에 손가락으로 먼저 위 3줄을 가리고, 그 안에서 3칸 중 1칸을 찾게 합니다.
주의
- 까닭까지 말하면 목표 A 확인 완료입니다. 답만 맞히면 ‘까닭 설명 필요’로 기록하고 다음 수업 시작 때 다시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2분
이렇게 말해 보세요
- “분수끼리 곱할 때 분모끼리 곱하는 까닭을 그림으로 말해 볼래?”
- “다음 수업을 시작할 때 이 세 문제를 먼저 풀 거야.”
예상 답
- “전체 칸 수가 분모끼리 곱한 수라서요.”
정답
- ① 15분의 1
- ② 6분의 1
- ③ 4분의 5 × 5분의 12 = 3
막히면
- S05의 그림을 다시 보여 줍니다.
주의
- 다음 차시 ‘소수의 곱셈’에서는 소수를 분수로 바꾸어 오늘 배운 곱셈을 씁니다. 복습 세 문제는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보충((분수)×(자연수)와 약분)]
목적: S02에서 (분수)×(자연수)나 약분이 흔들린 경우에만 사용합니다.
시간: 약 5분
이렇게 말해 보세요
- “5분의 2를 세 번 더하면 5분의 1이 몇 개야?”
- “8분의 12를 약분해 볼까? 4로 나누면?”
정답
- 5분의 6 = 1과 5분의 1
- 8분의 12 = 2분의 3
막히면
- 종이 띠 세 장을 5칸으로 접어 2칸씩 색칠하고 셉니다.
주의
- 이 차시의 계획상 선수 차시는 ‘분수와 자연수의 곱셈’(KR22-G05-MAT-FRACMUL-L01)입니다. 보충으로도 어려우면 그 차시를 먼저 하고, 약분이 어려우면 ‘약분과 기약분수’(KR22-G05-MAT-FRAC-REDUCE-L01)를 다시 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곱셈과어림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분수끼리의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분수끼리의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분수끼리의 곱셈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분수끼리의 곱셈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3분의 2에 채소를 심고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4분의 3에 배추를 심었어요.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배추밭은 땅 전체의 얼마일까?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7892288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000" dirty="0"/>
          </a:p>
        </p:txBody>
      </p:sp>
      <p:sp>
        <p:nvSpPr>
          <p:cNvPr id="5" name="S01-fracbar2"/>
          <p:cNvSpPr/>
          <p:nvPr/>
        </p:nvSpPr>
        <p:spPr>
          <a:xfrm>
            <a:off x="7928864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7892288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7" name="S01-op4"/>
          <p:cNvSpPr txBox="1"/>
          <p:nvPr/>
        </p:nvSpPr>
        <p:spPr>
          <a:xfrm>
            <a:off x="8645144" y="1467104"/>
            <a:ext cx="75387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4000" dirty="0"/>
          </a:p>
        </p:txBody>
      </p:sp>
      <p:sp>
        <p:nvSpPr>
          <p:cNvPr id="8" name="S01-num5"/>
          <p:cNvSpPr txBox="1"/>
          <p:nvPr/>
        </p:nvSpPr>
        <p:spPr>
          <a:xfrm>
            <a:off x="9508744" y="1467104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000" dirty="0"/>
          </a:p>
        </p:txBody>
      </p:sp>
      <p:sp>
        <p:nvSpPr>
          <p:cNvPr id="9" name="S01-fracbar6"/>
          <p:cNvSpPr/>
          <p:nvPr/>
        </p:nvSpPr>
        <p:spPr>
          <a:xfrm>
            <a:off x="9545320" y="2103120"/>
            <a:ext cx="569976" cy="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9508744" y="2139696"/>
            <a:ext cx="643128" cy="599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000" dirty="0"/>
          </a:p>
        </p:txBody>
      </p:sp>
      <p:sp>
        <p:nvSpPr>
          <p:cNvPr id="11" name="S01-op8"/>
          <p:cNvSpPr txBox="1"/>
          <p:nvPr/>
        </p:nvSpPr>
        <p:spPr>
          <a:xfrm>
            <a:off x="10261600" y="1467104"/>
            <a:ext cx="46939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4000" dirty="0"/>
          </a:p>
        </p:txBody>
      </p:sp>
      <p:sp>
        <p:nvSpPr>
          <p:cNvPr id="12" name="S01-op9"/>
          <p:cNvSpPr txBox="1"/>
          <p:nvPr/>
        </p:nvSpPr>
        <p:spPr>
          <a:xfrm>
            <a:off x="10840720" y="1467104"/>
            <a:ext cx="560832" cy="127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</a:t>
            </a:r>
            <a:endParaRPr lang="ko-KR" sz="4000" dirty="0"/>
          </a:p>
        </p:txBody>
      </p:sp>
      <p:sp>
        <p:nvSpPr>
          <p:cNvPr id="13" name="S01-card10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4" name="S01-cardtext11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분수끼리의 곱셈을 넓이 그림으로 설명해요.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약분하고, 대분수는 가분수로 바꿔 곱해요.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02-chip13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num14"/>
          <p:cNvSpPr txBox="1"/>
          <p:nvPr/>
        </p:nvSpPr>
        <p:spPr>
          <a:xfrm>
            <a:off x="1344168" y="2135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6" name="S02-fracbar15"/>
          <p:cNvSpPr/>
          <p:nvPr/>
        </p:nvSpPr>
        <p:spPr>
          <a:xfrm>
            <a:off x="1380744" y="2651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02-num16"/>
          <p:cNvSpPr txBox="1"/>
          <p:nvPr/>
        </p:nvSpPr>
        <p:spPr>
          <a:xfrm>
            <a:off x="1344168" y="2688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8" name="S02-op17"/>
          <p:cNvSpPr txBox="1"/>
          <p:nvPr/>
        </p:nvSpPr>
        <p:spPr>
          <a:xfrm>
            <a:off x="1990344" y="2135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02-op18"/>
          <p:cNvSpPr txBox="1"/>
          <p:nvPr/>
        </p:nvSpPr>
        <p:spPr>
          <a:xfrm>
            <a:off x="2754376" y="213563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2-op19"/>
          <p:cNvSpPr txBox="1"/>
          <p:nvPr/>
        </p:nvSpPr>
        <p:spPr>
          <a:xfrm>
            <a:off x="3388360" y="2135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20"/>
          <p:cNvSpPr/>
          <p:nvPr/>
        </p:nvSpPr>
        <p:spPr>
          <a:xfrm>
            <a:off x="4074526" y="2474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chip21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3" name="S02-op22"/>
          <p:cNvSpPr txBox="1"/>
          <p:nvPr/>
        </p:nvSpPr>
        <p:spPr>
          <a:xfrm>
            <a:off x="1344168" y="3598672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4" name="S02-op23"/>
          <p:cNvSpPr txBox="1"/>
          <p:nvPr/>
        </p:nvSpPr>
        <p:spPr>
          <a:xfrm>
            <a:off x="1978152" y="35986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5" name="S02-num24"/>
          <p:cNvSpPr txBox="1"/>
          <p:nvPr/>
        </p:nvSpPr>
        <p:spPr>
          <a:xfrm>
            <a:off x="2742184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6" name="S02-fracbar25"/>
          <p:cNvSpPr/>
          <p:nvPr/>
        </p:nvSpPr>
        <p:spPr>
          <a:xfrm>
            <a:off x="2778760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2-num26"/>
          <p:cNvSpPr txBox="1"/>
          <p:nvPr/>
        </p:nvSpPr>
        <p:spPr>
          <a:xfrm>
            <a:off x="2742184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18" name="S02-op27"/>
          <p:cNvSpPr txBox="1"/>
          <p:nvPr/>
        </p:nvSpPr>
        <p:spPr>
          <a:xfrm>
            <a:off x="3388360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2-blank28"/>
          <p:cNvSpPr/>
          <p:nvPr/>
        </p:nvSpPr>
        <p:spPr>
          <a:xfrm>
            <a:off x="4074526" y="39373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2-chip29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1" name="S02-num30"/>
          <p:cNvSpPr txBox="1"/>
          <p:nvPr/>
        </p:nvSpPr>
        <p:spPr>
          <a:xfrm>
            <a:off x="1344168" y="506171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2" name="S02-fracbar31"/>
          <p:cNvSpPr/>
          <p:nvPr/>
        </p:nvSpPr>
        <p:spPr>
          <a:xfrm>
            <a:off x="1380744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2-num32"/>
          <p:cNvSpPr txBox="1"/>
          <p:nvPr/>
        </p:nvSpPr>
        <p:spPr>
          <a:xfrm>
            <a:off x="1344168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4" name="S02-op33"/>
          <p:cNvSpPr txBox="1"/>
          <p:nvPr/>
        </p:nvSpPr>
        <p:spPr>
          <a:xfrm>
            <a:off x="20899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5" name="S02-blank34"/>
          <p:cNvSpPr/>
          <p:nvPr/>
        </p:nvSpPr>
        <p:spPr>
          <a:xfrm>
            <a:off x="2717150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02-fracbar35"/>
          <p:cNvSpPr/>
          <p:nvPr/>
        </p:nvSpPr>
        <p:spPr>
          <a:xfrm>
            <a:off x="2662936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7" name="S02-num36"/>
          <p:cNvSpPr txBox="1"/>
          <p:nvPr/>
        </p:nvSpPr>
        <p:spPr>
          <a:xfrm>
            <a:off x="2626360" y="561441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1의 2분의 1</a:t>
            </a:r>
            <a:endParaRPr lang="ko-KR" sz="4000" dirty="0"/>
          </a:p>
        </p:txBody>
      </p:sp>
      <p:sp>
        <p:nvSpPr>
          <p:cNvPr id="3" name="S03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크기의 땅으로 생각해요.</a:t>
            </a:r>
            <a:endParaRPr lang="ko-KR" sz="2800" dirty="0"/>
          </a:p>
        </p:txBody>
      </p:sp>
      <p:sp>
        <p:nvSpPr>
          <p:cNvPr id="4" name="S03-card3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1 × 2분의 1 = 6분의 1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전체를 3 × 2 = 6칸으로 나눈 것 중 1칸이에요.</a:t>
            </a:r>
            <a:endParaRPr lang="ko-KR" sz="2800" dirty="0"/>
          </a:p>
        </p:txBody>
      </p:sp>
      <p:sp>
        <p:nvSpPr>
          <p:cNvPr id="6" name="S03-figure40" descr="2줄 3칸 모눈에서 왼쪽 한 줄(2칸) 색칠: 3분의 1"/>
          <p:cNvSpPr/>
          <p:nvPr/>
        </p:nvSpPr>
        <p:spPr>
          <a:xfrm>
            <a:off x="1869948" y="22708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3-mark41"/>
          <p:cNvSpPr/>
          <p:nvPr/>
        </p:nvSpPr>
        <p:spPr>
          <a:xfrm>
            <a:off x="1869948" y="22708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3-mark42"/>
          <p:cNvSpPr/>
          <p:nvPr/>
        </p:nvSpPr>
        <p:spPr>
          <a:xfrm flipV="1">
            <a:off x="2784348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3-mark43"/>
          <p:cNvSpPr/>
          <p:nvPr/>
        </p:nvSpPr>
        <p:spPr>
          <a:xfrm flipV="1">
            <a:off x="3698748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3-mark44"/>
          <p:cNvSpPr/>
          <p:nvPr/>
        </p:nvSpPr>
        <p:spPr>
          <a:xfrm>
            <a:off x="1869948" y="3185287"/>
            <a:ext cx="27432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3-label45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3분의 1</a:t>
            </a:r>
            <a:endParaRPr lang="ko-KR" sz="2200" dirty="0"/>
          </a:p>
        </p:txBody>
      </p:sp>
      <p:sp>
        <p:nvSpPr>
          <p:cNvPr id="12" name="S03-figure46" descr="3분의 1(연한 색) 중 위 1칸만 진하게: 6칸 중 1칸"/>
          <p:cNvSpPr/>
          <p:nvPr/>
        </p:nvSpPr>
        <p:spPr>
          <a:xfrm>
            <a:off x="7575804" y="2270887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3" name="S03-mark47"/>
          <p:cNvSpPr/>
          <p:nvPr/>
        </p:nvSpPr>
        <p:spPr>
          <a:xfrm>
            <a:off x="7575804" y="2270887"/>
            <a:ext cx="914400" cy="1828800"/>
          </a:xfrm>
          <a:custGeom>
            <a:avLst/>
            <a:gdLst/>
            <a:ahLst/>
            <a:cxnLst/>
            <a:rect l="l" t="t" r="r" b="b"/>
            <a:pathLst>
              <a:path w="914400" h="1828800">
                <a:moveTo>
                  <a:pt x="0" y="1828800"/>
                </a:moveTo>
                <a:lnTo>
                  <a:pt x="914400" y="18288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4" name="S03-mark48"/>
          <p:cNvSpPr/>
          <p:nvPr/>
        </p:nvSpPr>
        <p:spPr>
          <a:xfrm>
            <a:off x="7575804" y="2270887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914400"/>
                </a:moveTo>
                <a:lnTo>
                  <a:pt x="914400" y="91440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03-mark49"/>
          <p:cNvSpPr/>
          <p:nvPr/>
        </p:nvSpPr>
        <p:spPr>
          <a:xfrm flipV="1">
            <a:off x="8490204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6" name="S03-mark50"/>
          <p:cNvSpPr/>
          <p:nvPr/>
        </p:nvSpPr>
        <p:spPr>
          <a:xfrm flipV="1">
            <a:off x="9404604" y="2270887"/>
            <a:ext cx="0" cy="18288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7" name="S03-mark51"/>
          <p:cNvSpPr/>
          <p:nvPr/>
        </p:nvSpPr>
        <p:spPr>
          <a:xfrm>
            <a:off x="7575804" y="3185287"/>
            <a:ext cx="27432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3-label52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2분의 1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2의 4분의 3</a:t>
            </a:r>
            <a:endParaRPr lang="ko-KR" sz="4000" dirty="0"/>
          </a:p>
        </p:txBody>
      </p:sp>
      <p:sp>
        <p:nvSpPr>
          <p:cNvPr id="3" name="S04-text5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땅을 3줄, 4칸으로 나누어 생각해요.</a:t>
            </a:r>
            <a:endParaRPr lang="ko-KR" sz="2800" dirty="0"/>
          </a:p>
        </p:txBody>
      </p:sp>
      <p:sp>
        <p:nvSpPr>
          <p:cNvPr id="4" name="S04-card54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55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배추밭: 12칸 중 6칸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 × 4분의 3 = 12분의 6 = 2분의 1</a:t>
            </a:r>
            <a:endParaRPr lang="ko-KR" sz="2800" dirty="0"/>
          </a:p>
        </p:txBody>
      </p:sp>
      <p:sp>
        <p:nvSpPr>
          <p:cNvPr id="6" name="S04-figure56" descr="3줄 4칸 모눈에서 위 2줄(8칸) 색칠: 3분의 2"/>
          <p:cNvSpPr/>
          <p:nvPr/>
        </p:nvSpPr>
        <p:spPr>
          <a:xfrm>
            <a:off x="1788499" y="2095500"/>
            <a:ext cx="2906099" cy="2179574"/>
          </a:xfrm>
          <a:custGeom>
            <a:avLst/>
            <a:gdLst/>
            <a:ahLst/>
            <a:cxnLst/>
            <a:rect l="l" t="t" r="r" b="b"/>
            <a:pathLst>
              <a:path w="2906099" h="2179574">
                <a:moveTo>
                  <a:pt x="0" y="2179574"/>
                </a:moveTo>
                <a:lnTo>
                  <a:pt x="2906099" y="2179574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4-mark57"/>
          <p:cNvSpPr/>
          <p:nvPr/>
        </p:nvSpPr>
        <p:spPr>
          <a:xfrm>
            <a:off x="1788499" y="2095500"/>
            <a:ext cx="2906099" cy="1453049"/>
          </a:xfrm>
          <a:custGeom>
            <a:avLst/>
            <a:gdLst/>
            <a:ahLst/>
            <a:cxnLst/>
            <a:rect l="l" t="t" r="r" b="b"/>
            <a:pathLst>
              <a:path w="2906099" h="1453049">
                <a:moveTo>
                  <a:pt x="0" y="1453049"/>
                </a:moveTo>
                <a:lnTo>
                  <a:pt x="2906099" y="1453049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4-mark58"/>
          <p:cNvSpPr/>
          <p:nvPr/>
        </p:nvSpPr>
        <p:spPr>
          <a:xfrm flipV="1">
            <a:off x="2515023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9" name="S04-mark59"/>
          <p:cNvSpPr/>
          <p:nvPr/>
        </p:nvSpPr>
        <p:spPr>
          <a:xfrm flipV="1">
            <a:off x="3241548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4-mark60"/>
          <p:cNvSpPr/>
          <p:nvPr/>
        </p:nvSpPr>
        <p:spPr>
          <a:xfrm flipV="1">
            <a:off x="3968073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4-mark61"/>
          <p:cNvSpPr/>
          <p:nvPr/>
        </p:nvSpPr>
        <p:spPr>
          <a:xfrm>
            <a:off x="1788499" y="3548549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4-mark62"/>
          <p:cNvSpPr/>
          <p:nvPr/>
        </p:nvSpPr>
        <p:spPr>
          <a:xfrm>
            <a:off x="1788499" y="2822025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4-label63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땅의 3분의 2(채소)</a:t>
            </a:r>
            <a:endParaRPr lang="ko-KR" sz="2200" dirty="0"/>
          </a:p>
        </p:txBody>
      </p:sp>
      <p:sp>
        <p:nvSpPr>
          <p:cNvPr id="14" name="S04-figure64" descr="3분의 2(연한 색) 중 왼쪽 3칸씩 진하게: 12칸 중 6칸"/>
          <p:cNvSpPr/>
          <p:nvPr/>
        </p:nvSpPr>
        <p:spPr>
          <a:xfrm>
            <a:off x="7494355" y="2095500"/>
            <a:ext cx="2906099" cy="2179574"/>
          </a:xfrm>
          <a:custGeom>
            <a:avLst/>
            <a:gdLst/>
            <a:ahLst/>
            <a:cxnLst/>
            <a:rect l="l" t="t" r="r" b="b"/>
            <a:pathLst>
              <a:path w="2906099" h="2179574">
                <a:moveTo>
                  <a:pt x="0" y="2179574"/>
                </a:moveTo>
                <a:lnTo>
                  <a:pt x="2906099" y="2179574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15" name="S04-mark65"/>
          <p:cNvSpPr/>
          <p:nvPr/>
        </p:nvSpPr>
        <p:spPr>
          <a:xfrm>
            <a:off x="7494355" y="2095500"/>
            <a:ext cx="2906099" cy="1453049"/>
          </a:xfrm>
          <a:custGeom>
            <a:avLst/>
            <a:gdLst/>
            <a:ahLst/>
            <a:cxnLst/>
            <a:rect l="l" t="t" r="r" b="b"/>
            <a:pathLst>
              <a:path w="2906099" h="1453049">
                <a:moveTo>
                  <a:pt x="0" y="1453049"/>
                </a:moveTo>
                <a:lnTo>
                  <a:pt x="2906099" y="1453049"/>
                </a:lnTo>
                <a:lnTo>
                  <a:pt x="2906099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6" name="S04-mark66"/>
          <p:cNvSpPr/>
          <p:nvPr/>
        </p:nvSpPr>
        <p:spPr>
          <a:xfrm>
            <a:off x="7494355" y="2095500"/>
            <a:ext cx="2179574" cy="1453049"/>
          </a:xfrm>
          <a:custGeom>
            <a:avLst/>
            <a:gdLst/>
            <a:ahLst/>
            <a:cxnLst/>
            <a:rect l="l" t="t" r="r" b="b"/>
            <a:pathLst>
              <a:path w="2179574" h="1453049">
                <a:moveTo>
                  <a:pt x="0" y="1453049"/>
                </a:moveTo>
                <a:lnTo>
                  <a:pt x="2179574" y="1453049"/>
                </a:lnTo>
                <a:lnTo>
                  <a:pt x="2179574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7" name="S04-mark67"/>
          <p:cNvSpPr/>
          <p:nvPr/>
        </p:nvSpPr>
        <p:spPr>
          <a:xfrm flipV="1">
            <a:off x="8220879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8" name="S04-mark68"/>
          <p:cNvSpPr/>
          <p:nvPr/>
        </p:nvSpPr>
        <p:spPr>
          <a:xfrm flipV="1">
            <a:off x="8947404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9" name="S04-mark69"/>
          <p:cNvSpPr/>
          <p:nvPr/>
        </p:nvSpPr>
        <p:spPr>
          <a:xfrm flipV="1">
            <a:off x="9673929" y="2095500"/>
            <a:ext cx="0" cy="2179574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0" name="S04-mark70"/>
          <p:cNvSpPr/>
          <p:nvPr/>
        </p:nvSpPr>
        <p:spPr>
          <a:xfrm>
            <a:off x="7494355" y="3548549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1" name="S04-mark71"/>
          <p:cNvSpPr/>
          <p:nvPr/>
        </p:nvSpPr>
        <p:spPr>
          <a:xfrm>
            <a:off x="7494355" y="2822025"/>
            <a:ext cx="2906099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22" name="S04-label72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그중 4분의 3(배추)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 곱해요</a:t>
            </a:r>
            <a:endParaRPr lang="ko-KR" sz="4000" dirty="0"/>
          </a:p>
        </p:txBody>
      </p:sp>
      <p:sp>
        <p:nvSpPr>
          <p:cNvPr id="3" name="S05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 2 × 4분의 3을 식으로 써요.</a:t>
            </a:r>
            <a:endParaRPr lang="ko-KR" sz="2800" dirty="0"/>
          </a:p>
        </p:txBody>
      </p:sp>
      <p:sp>
        <p:nvSpPr>
          <p:cNvPr id="4" name="S05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분자는 분자끼리, 분모는 분모끼리 곱해요.</a:t>
            </a:r>
            <a:endParaRPr lang="ko-KR" sz="2800" dirty="0"/>
          </a:p>
        </p:txBody>
      </p:sp>
      <p:sp>
        <p:nvSpPr>
          <p:cNvPr id="6" name="S05-figure76" descr="3줄 4칸 모눈: 위 2줄 연한 색, 그중 왼쪽 3칸씩 진하게(6칸)"/>
          <p:cNvSpPr/>
          <p:nvPr/>
        </p:nvSpPr>
        <p:spPr>
          <a:xfrm>
            <a:off x="7773589" y="2194560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3657600" h="2743200">
                <a:moveTo>
                  <a:pt x="0" y="2743200"/>
                </a:moveTo>
                <a:lnTo>
                  <a:pt x="3657600" y="27432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7" name="S05-mark77"/>
          <p:cNvSpPr/>
          <p:nvPr/>
        </p:nvSpPr>
        <p:spPr>
          <a:xfrm>
            <a:off x="7773589" y="2194560"/>
            <a:ext cx="3657600" cy="1828800"/>
          </a:xfrm>
          <a:custGeom>
            <a:avLst/>
            <a:gdLst/>
            <a:ahLst/>
            <a:cxnLst/>
            <a:rect l="l" t="t" r="r" b="b"/>
            <a:pathLst>
              <a:path w="3657600" h="1828800">
                <a:moveTo>
                  <a:pt x="0" y="1828800"/>
                </a:moveTo>
                <a:lnTo>
                  <a:pt x="3657600" y="1828800"/>
                </a:lnTo>
                <a:lnTo>
                  <a:pt x="3657600" y="0"/>
                </a:lnTo>
                <a:lnTo>
                  <a:pt x="0" y="0"/>
                </a:lnTo>
                <a:close/>
              </a:path>
            </a:pathLst>
          </a:custGeom>
          <a:solidFill>
            <a:srgbClr val="FDEBDD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" name="S05-mark78"/>
          <p:cNvSpPr/>
          <p:nvPr/>
        </p:nvSpPr>
        <p:spPr>
          <a:xfrm>
            <a:off x="7773589" y="2194560"/>
            <a:ext cx="2743200" cy="1828800"/>
          </a:xfrm>
          <a:custGeom>
            <a:avLst/>
            <a:gdLst/>
            <a:ahLst/>
            <a:cxnLst/>
            <a:rect l="l" t="t" r="r" b="b"/>
            <a:pathLst>
              <a:path w="2743200" h="1828800">
                <a:moveTo>
                  <a:pt x="0" y="1828800"/>
                </a:moveTo>
                <a:lnTo>
                  <a:pt x="2743200" y="1828800"/>
                </a:lnTo>
                <a:lnTo>
                  <a:pt x="27432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9" name="S05-mark79"/>
          <p:cNvSpPr/>
          <p:nvPr/>
        </p:nvSpPr>
        <p:spPr>
          <a:xfrm flipV="1">
            <a:off x="8687989" y="2194560"/>
            <a:ext cx="0" cy="27432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0" name="S05-mark80"/>
          <p:cNvSpPr/>
          <p:nvPr/>
        </p:nvSpPr>
        <p:spPr>
          <a:xfrm flipV="1">
            <a:off x="9602389" y="2194560"/>
            <a:ext cx="0" cy="27432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1" name="S05-mark81"/>
          <p:cNvSpPr/>
          <p:nvPr/>
        </p:nvSpPr>
        <p:spPr>
          <a:xfrm flipV="1">
            <a:off x="10516789" y="2194560"/>
            <a:ext cx="0" cy="274320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2" name="S05-mark82"/>
          <p:cNvSpPr/>
          <p:nvPr/>
        </p:nvSpPr>
        <p:spPr>
          <a:xfrm>
            <a:off x="7773589" y="4023360"/>
            <a:ext cx="36576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3" name="S05-mark83"/>
          <p:cNvSpPr/>
          <p:nvPr/>
        </p:nvSpPr>
        <p:spPr>
          <a:xfrm>
            <a:off x="7773589" y="3108960"/>
            <a:ext cx="3657600" cy="0"/>
          </a:xfrm>
          <a:prstGeom prst="line">
            <a:avLst/>
          </a:prstGeom>
          <a:noFill/>
          <a:ln w="15875">
            <a:solidFill>
              <a:srgbClr val="1F2937"/>
            </a:solidFill>
            <a:prstDash val="solid"/>
          </a:ln>
        </p:spPr>
      </p:sp>
      <p:sp>
        <p:nvSpPr>
          <p:cNvPr id="14" name="S05-stepno84"/>
          <p:cNvSpPr txBox="1"/>
          <p:nvPr/>
        </p:nvSpPr>
        <p:spPr>
          <a:xfrm>
            <a:off x="548640" y="21234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5-text85"/>
          <p:cNvSpPr txBox="1"/>
          <p:nvPr/>
        </p:nvSpPr>
        <p:spPr>
          <a:xfrm>
            <a:off x="1325880" y="2077720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칸 수: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 (분모끼리)</a:t>
            </a:r>
            <a:endParaRPr lang="ko-KR" sz="2800" dirty="0"/>
          </a:p>
        </p:txBody>
      </p:sp>
      <p:sp>
        <p:nvSpPr>
          <p:cNvPr id="16" name="S05-stepno86"/>
          <p:cNvSpPr txBox="1"/>
          <p:nvPr/>
        </p:nvSpPr>
        <p:spPr>
          <a:xfrm>
            <a:off x="548640" y="31556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7" name="S05-text87"/>
          <p:cNvSpPr txBox="1"/>
          <p:nvPr/>
        </p:nvSpPr>
        <p:spPr>
          <a:xfrm>
            <a:off x="1325880" y="3109976"/>
            <a:ext cx="587282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진한 칸 수: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 (분자끼리)</a:t>
            </a:r>
            <a:endParaRPr lang="ko-KR" sz="2800" dirty="0"/>
          </a:p>
        </p:txBody>
      </p:sp>
      <p:sp>
        <p:nvSpPr>
          <p:cNvPr id="18" name="S05-stepno88"/>
          <p:cNvSpPr txBox="1"/>
          <p:nvPr/>
        </p:nvSpPr>
        <p:spPr>
          <a:xfrm>
            <a:off x="548640" y="41879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9" name="S05-text89"/>
          <p:cNvSpPr txBox="1"/>
          <p:nvPr/>
        </p:nvSpPr>
        <p:spPr>
          <a:xfrm>
            <a:off x="1325880" y="4142232"/>
            <a:ext cx="307979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 6을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약분해요.</a:t>
            </a:r>
            <a:endParaRPr lang="ko-KR" sz="2800" dirty="0"/>
          </a:p>
        </p:txBody>
      </p:sp>
      <p:sp>
        <p:nvSpPr>
          <p:cNvPr id="20" name="S05-num90"/>
          <p:cNvSpPr txBox="1"/>
          <p:nvPr/>
        </p:nvSpPr>
        <p:spPr>
          <a:xfrm>
            <a:off x="4405678" y="414223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1" name="S05-fracbar91"/>
          <p:cNvSpPr/>
          <p:nvPr/>
        </p:nvSpPr>
        <p:spPr>
          <a:xfrm>
            <a:off x="4442254" y="459841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5-num92"/>
          <p:cNvSpPr txBox="1"/>
          <p:nvPr/>
        </p:nvSpPr>
        <p:spPr>
          <a:xfrm>
            <a:off x="4405678" y="463499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3" name="S05-op93"/>
          <p:cNvSpPr txBox="1"/>
          <p:nvPr/>
        </p:nvSpPr>
        <p:spPr>
          <a:xfrm>
            <a:off x="5092494" y="4142232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4" name="S05-num94"/>
          <p:cNvSpPr txBox="1"/>
          <p:nvPr/>
        </p:nvSpPr>
        <p:spPr>
          <a:xfrm>
            <a:off x="5607606" y="4142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5" name="S05-fracbar95"/>
          <p:cNvSpPr/>
          <p:nvPr/>
        </p:nvSpPr>
        <p:spPr>
          <a:xfrm>
            <a:off x="5644182" y="459841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5-num96"/>
          <p:cNvSpPr txBox="1"/>
          <p:nvPr/>
        </p:nvSpPr>
        <p:spPr>
          <a:xfrm>
            <a:off x="5607606" y="463499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그림으로 곱해 봐요</a:t>
            </a:r>
            <a:endParaRPr lang="ko-KR" sz="4000" dirty="0"/>
          </a:p>
        </p:txBody>
      </p:sp>
      <p:sp>
        <p:nvSpPr>
          <p:cNvPr id="3" name="S06-text9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계산하고, ③은 모눈으로 확인해요.</a:t>
            </a:r>
            <a:endParaRPr lang="ko-KR" sz="2800" dirty="0"/>
          </a:p>
        </p:txBody>
      </p:sp>
      <p:sp>
        <p:nvSpPr>
          <p:cNvPr id="4" name="S06-card9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9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분자는 분자끼리, 분모는 분모끼리 곱해요.</a:t>
            </a:r>
            <a:endParaRPr lang="ko-KR" sz="2800" dirty="0"/>
          </a:p>
        </p:txBody>
      </p:sp>
      <p:sp>
        <p:nvSpPr>
          <p:cNvPr id="6" name="S06-card100"/>
          <p:cNvSpPr/>
          <p:nvPr/>
        </p:nvSpPr>
        <p:spPr>
          <a:xfrm>
            <a:off x="6277356" y="2011680"/>
            <a:ext cx="5362956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101"/>
          <p:cNvSpPr txBox="1"/>
          <p:nvPr/>
        </p:nvSpPr>
        <p:spPr>
          <a:xfrm>
            <a:off x="6551676" y="2148840"/>
            <a:ext cx="4814316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3줄 5칸 모눈</a:t>
            </a:r>
            <a:endParaRPr lang="ko-KR" sz="2800" dirty="0"/>
          </a:p>
        </p:txBody>
      </p:sp>
      <p:sp>
        <p:nvSpPr>
          <p:cNvPr id="8" name="S06-cell102"/>
          <p:cNvSpPr/>
          <p:nvPr/>
        </p:nvSpPr>
        <p:spPr>
          <a:xfrm>
            <a:off x="709193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6-cell103"/>
          <p:cNvSpPr/>
          <p:nvPr/>
        </p:nvSpPr>
        <p:spPr>
          <a:xfrm>
            <a:off x="783869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cell104"/>
          <p:cNvSpPr/>
          <p:nvPr/>
        </p:nvSpPr>
        <p:spPr>
          <a:xfrm>
            <a:off x="858545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6-cell105"/>
          <p:cNvSpPr/>
          <p:nvPr/>
        </p:nvSpPr>
        <p:spPr>
          <a:xfrm>
            <a:off x="933221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06"/>
          <p:cNvSpPr/>
          <p:nvPr/>
        </p:nvSpPr>
        <p:spPr>
          <a:xfrm>
            <a:off x="10078974" y="269748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07"/>
          <p:cNvSpPr/>
          <p:nvPr/>
        </p:nvSpPr>
        <p:spPr>
          <a:xfrm>
            <a:off x="709193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08"/>
          <p:cNvSpPr/>
          <p:nvPr/>
        </p:nvSpPr>
        <p:spPr>
          <a:xfrm>
            <a:off x="783869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09"/>
          <p:cNvSpPr/>
          <p:nvPr/>
        </p:nvSpPr>
        <p:spPr>
          <a:xfrm>
            <a:off x="858545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10"/>
          <p:cNvSpPr/>
          <p:nvPr/>
        </p:nvSpPr>
        <p:spPr>
          <a:xfrm>
            <a:off x="933221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11"/>
          <p:cNvSpPr/>
          <p:nvPr/>
        </p:nvSpPr>
        <p:spPr>
          <a:xfrm>
            <a:off x="10078974" y="344424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cell112"/>
          <p:cNvSpPr/>
          <p:nvPr/>
        </p:nvSpPr>
        <p:spPr>
          <a:xfrm>
            <a:off x="709193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6-cell113"/>
          <p:cNvSpPr/>
          <p:nvPr/>
        </p:nvSpPr>
        <p:spPr>
          <a:xfrm>
            <a:off x="783869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6-cell114"/>
          <p:cNvSpPr/>
          <p:nvPr/>
        </p:nvSpPr>
        <p:spPr>
          <a:xfrm>
            <a:off x="858545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15"/>
          <p:cNvSpPr/>
          <p:nvPr/>
        </p:nvSpPr>
        <p:spPr>
          <a:xfrm>
            <a:off x="933221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16"/>
          <p:cNvSpPr/>
          <p:nvPr/>
        </p:nvSpPr>
        <p:spPr>
          <a:xfrm>
            <a:off x="10078974" y="4191000"/>
            <a:ext cx="746760" cy="746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figure117" descr="3줄 5칸 빈 모눈(색칠 없음)"/>
          <p:cNvSpPr/>
          <p:nvPr/>
        </p:nvSpPr>
        <p:spPr>
          <a:xfrm>
            <a:off x="7091934" y="2697480"/>
            <a:ext cx="3733800" cy="22402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06-chip118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25" name="S06-num119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6" name="S06-fracbar120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6-num121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8" name="S06-op122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9" name="S06-num123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0" name="S06-fracbar124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6-num125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2" name="S06-op126"/>
          <p:cNvSpPr txBox="1"/>
          <p:nvPr/>
        </p:nvSpPr>
        <p:spPr>
          <a:xfrm>
            <a:off x="324408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3" name="S06-blank127"/>
          <p:cNvSpPr/>
          <p:nvPr/>
        </p:nvSpPr>
        <p:spPr>
          <a:xfrm>
            <a:off x="3906205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06-chip12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35" name="S06-num129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36" name="S06-fracbar130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6-num131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8" name="S06-op132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39" name="S06-num133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40" name="S06-fracbar134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6-num135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2" name="S06-op136"/>
          <p:cNvSpPr txBox="1"/>
          <p:nvPr/>
        </p:nvSpPr>
        <p:spPr>
          <a:xfrm>
            <a:off x="324408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3" name="S06-blank137"/>
          <p:cNvSpPr/>
          <p:nvPr/>
        </p:nvSpPr>
        <p:spPr>
          <a:xfrm>
            <a:off x="390620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4" name="S06-chip13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45" name="S06-num139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6" name="S06-fracbar140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7" name="S06-num141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8" name="S06-op142"/>
          <p:cNvSpPr txBox="1"/>
          <p:nvPr/>
        </p:nvSpPr>
        <p:spPr>
          <a:xfrm>
            <a:off x="193700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49" name="S06-num143"/>
          <p:cNvSpPr txBox="1"/>
          <p:nvPr/>
        </p:nvSpPr>
        <p:spPr>
          <a:xfrm>
            <a:off x="265125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0" name="S06-fracbar144"/>
          <p:cNvSpPr/>
          <p:nvPr/>
        </p:nvSpPr>
        <p:spPr>
          <a:xfrm>
            <a:off x="268782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1" name="S06-num145"/>
          <p:cNvSpPr txBox="1"/>
          <p:nvPr/>
        </p:nvSpPr>
        <p:spPr>
          <a:xfrm>
            <a:off x="265125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52" name="S06-op146"/>
          <p:cNvSpPr txBox="1"/>
          <p:nvPr/>
        </p:nvSpPr>
        <p:spPr>
          <a:xfrm>
            <a:off x="324408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3" name="S06-blank147"/>
          <p:cNvSpPr/>
          <p:nvPr/>
        </p:nvSpPr>
        <p:spPr>
          <a:xfrm>
            <a:off x="390620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곱하기 전에 약분해요</a:t>
            </a:r>
            <a:endParaRPr lang="ko-KR" sz="4000" dirty="0"/>
          </a:p>
        </p:txBody>
      </p:sp>
      <p:sp>
        <p:nvSpPr>
          <p:cNvPr id="3" name="S07-text14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5 × 15분의 4를 두 가지로 계산해요.</a:t>
            </a:r>
            <a:endParaRPr lang="ko-KR" sz="2800" dirty="0"/>
          </a:p>
        </p:txBody>
      </p:sp>
      <p:sp>
        <p:nvSpPr>
          <p:cNvPr id="4" name="S07-card149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7-cardtext150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약분을 먼저 하면 수가 작아 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5와 15를 5로, 4와 8을 4로 나눠요.</a:t>
            </a:r>
            <a:endParaRPr lang="ko-KR" sz="2800" dirty="0"/>
          </a:p>
        </p:txBody>
      </p:sp>
      <p:sp>
        <p:nvSpPr>
          <p:cNvPr id="6" name="S07-num151"/>
          <p:cNvSpPr txBox="1"/>
          <p:nvPr/>
        </p:nvSpPr>
        <p:spPr>
          <a:xfrm>
            <a:off x="1195959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7" name="S07-fracbar152"/>
          <p:cNvSpPr/>
          <p:nvPr/>
        </p:nvSpPr>
        <p:spPr>
          <a:xfrm>
            <a:off x="1232535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8" name="S07-num153"/>
          <p:cNvSpPr txBox="1"/>
          <p:nvPr/>
        </p:nvSpPr>
        <p:spPr>
          <a:xfrm>
            <a:off x="1195959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9" name="S07-op154"/>
          <p:cNvSpPr txBox="1"/>
          <p:nvPr/>
        </p:nvSpPr>
        <p:spPr>
          <a:xfrm>
            <a:off x="1815465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10" name="S07-num155"/>
          <p:cNvSpPr txBox="1"/>
          <p:nvPr/>
        </p:nvSpPr>
        <p:spPr>
          <a:xfrm>
            <a:off x="2554605" y="2052955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11" name="S07-fracbar156"/>
          <p:cNvSpPr/>
          <p:nvPr/>
        </p:nvSpPr>
        <p:spPr>
          <a:xfrm>
            <a:off x="2591181" y="2539111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2" name="S07-num157"/>
          <p:cNvSpPr txBox="1"/>
          <p:nvPr/>
        </p:nvSpPr>
        <p:spPr>
          <a:xfrm>
            <a:off x="2554605" y="2575687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13" name="S07-op158"/>
          <p:cNvSpPr txBox="1"/>
          <p:nvPr/>
        </p:nvSpPr>
        <p:spPr>
          <a:xfrm>
            <a:off x="3270885" y="2052955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14" name="S07-num159"/>
          <p:cNvSpPr txBox="1"/>
          <p:nvPr/>
        </p:nvSpPr>
        <p:spPr>
          <a:xfrm>
            <a:off x="3796665" y="2052955"/>
            <a:ext cx="149047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× 4</a:t>
            </a:r>
            <a:endParaRPr lang="ko-KR" sz="3000" dirty="0"/>
          </a:p>
        </p:txBody>
      </p:sp>
      <p:sp>
        <p:nvSpPr>
          <p:cNvPr id="15" name="S07-fracbar160"/>
          <p:cNvSpPr/>
          <p:nvPr/>
        </p:nvSpPr>
        <p:spPr>
          <a:xfrm>
            <a:off x="3833241" y="2539111"/>
            <a:ext cx="141732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6" name="S07-num161"/>
          <p:cNvSpPr txBox="1"/>
          <p:nvPr/>
        </p:nvSpPr>
        <p:spPr>
          <a:xfrm>
            <a:off x="3796665" y="2575687"/>
            <a:ext cx="149047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× 15</a:t>
            </a:r>
            <a:endParaRPr lang="ko-KR" sz="3000" dirty="0"/>
          </a:p>
        </p:txBody>
      </p:sp>
      <p:sp>
        <p:nvSpPr>
          <p:cNvPr id="17" name="S07-op162"/>
          <p:cNvSpPr txBox="1"/>
          <p:nvPr/>
        </p:nvSpPr>
        <p:spPr>
          <a:xfrm>
            <a:off x="1992249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18" name="S07-num163"/>
          <p:cNvSpPr txBox="1"/>
          <p:nvPr/>
        </p:nvSpPr>
        <p:spPr>
          <a:xfrm>
            <a:off x="2518029" y="3345307"/>
            <a:ext cx="82753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3000" dirty="0"/>
          </a:p>
        </p:txBody>
      </p:sp>
      <p:sp>
        <p:nvSpPr>
          <p:cNvPr id="19" name="S07-fracbar164"/>
          <p:cNvSpPr/>
          <p:nvPr/>
        </p:nvSpPr>
        <p:spPr>
          <a:xfrm>
            <a:off x="2554605" y="3831463"/>
            <a:ext cx="75438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0" name="S07-num165"/>
          <p:cNvSpPr txBox="1"/>
          <p:nvPr/>
        </p:nvSpPr>
        <p:spPr>
          <a:xfrm>
            <a:off x="2518029" y="3868039"/>
            <a:ext cx="82753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</a:t>
            </a:r>
            <a:endParaRPr lang="ko-KR" sz="3000" dirty="0"/>
          </a:p>
        </p:txBody>
      </p:sp>
      <p:sp>
        <p:nvSpPr>
          <p:cNvPr id="21" name="S07-op166"/>
          <p:cNvSpPr txBox="1"/>
          <p:nvPr/>
        </p:nvSpPr>
        <p:spPr>
          <a:xfrm>
            <a:off x="3455289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22" name="S07-num167"/>
          <p:cNvSpPr txBox="1"/>
          <p:nvPr/>
        </p:nvSpPr>
        <p:spPr>
          <a:xfrm>
            <a:off x="3981069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3" name="S07-fracbar168"/>
          <p:cNvSpPr/>
          <p:nvPr/>
        </p:nvSpPr>
        <p:spPr>
          <a:xfrm>
            <a:off x="4017645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4" name="S07-num169"/>
          <p:cNvSpPr txBox="1"/>
          <p:nvPr/>
        </p:nvSpPr>
        <p:spPr>
          <a:xfrm>
            <a:off x="3981069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25" name="S07-label170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곱한 다음 약분</a:t>
            </a:r>
            <a:endParaRPr lang="ko-KR" sz="2200" dirty="0"/>
          </a:p>
        </p:txBody>
      </p:sp>
      <p:sp>
        <p:nvSpPr>
          <p:cNvPr id="26" name="S07-num171"/>
          <p:cNvSpPr txBox="1"/>
          <p:nvPr/>
        </p:nvSpPr>
        <p:spPr>
          <a:xfrm>
            <a:off x="7964805" y="2052955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7" name="S07-fracbar172"/>
          <p:cNvSpPr/>
          <p:nvPr/>
        </p:nvSpPr>
        <p:spPr>
          <a:xfrm>
            <a:off x="8001381" y="2539111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8" name="S07-num173"/>
          <p:cNvSpPr txBox="1"/>
          <p:nvPr/>
        </p:nvSpPr>
        <p:spPr>
          <a:xfrm>
            <a:off x="7964805" y="257568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29" name="S07-op174"/>
          <p:cNvSpPr txBox="1"/>
          <p:nvPr/>
        </p:nvSpPr>
        <p:spPr>
          <a:xfrm>
            <a:off x="8584311" y="2052955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0" name="S07-num175"/>
          <p:cNvSpPr txBox="1"/>
          <p:nvPr/>
        </p:nvSpPr>
        <p:spPr>
          <a:xfrm>
            <a:off x="9323451" y="2052955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000" dirty="0"/>
          </a:p>
        </p:txBody>
      </p:sp>
      <p:sp>
        <p:nvSpPr>
          <p:cNvPr id="31" name="S07-fracbar176"/>
          <p:cNvSpPr/>
          <p:nvPr/>
        </p:nvSpPr>
        <p:spPr>
          <a:xfrm>
            <a:off x="9360027" y="2539111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2" name="S07-num177"/>
          <p:cNvSpPr txBox="1"/>
          <p:nvPr/>
        </p:nvSpPr>
        <p:spPr>
          <a:xfrm>
            <a:off x="9323451" y="2575687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33" name="S07-op178"/>
          <p:cNvSpPr txBox="1"/>
          <p:nvPr/>
        </p:nvSpPr>
        <p:spPr>
          <a:xfrm>
            <a:off x="7177659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34" name="S07-num179"/>
          <p:cNvSpPr txBox="1"/>
          <p:nvPr/>
        </p:nvSpPr>
        <p:spPr>
          <a:xfrm>
            <a:off x="7703439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5" name="S07-fracbar180"/>
          <p:cNvSpPr/>
          <p:nvPr/>
        </p:nvSpPr>
        <p:spPr>
          <a:xfrm>
            <a:off x="7740015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6" name="S07-num181"/>
          <p:cNvSpPr txBox="1"/>
          <p:nvPr/>
        </p:nvSpPr>
        <p:spPr>
          <a:xfrm>
            <a:off x="7703439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37" name="S07-op182"/>
          <p:cNvSpPr txBox="1"/>
          <p:nvPr/>
        </p:nvSpPr>
        <p:spPr>
          <a:xfrm>
            <a:off x="8322945" y="3345307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000" dirty="0"/>
          </a:p>
        </p:txBody>
      </p:sp>
      <p:sp>
        <p:nvSpPr>
          <p:cNvPr id="38" name="S07-num183"/>
          <p:cNvSpPr txBox="1"/>
          <p:nvPr/>
        </p:nvSpPr>
        <p:spPr>
          <a:xfrm>
            <a:off x="9062085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39" name="S07-fracbar184"/>
          <p:cNvSpPr/>
          <p:nvPr/>
        </p:nvSpPr>
        <p:spPr>
          <a:xfrm>
            <a:off x="9098661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0" name="S07-num185"/>
          <p:cNvSpPr txBox="1"/>
          <p:nvPr/>
        </p:nvSpPr>
        <p:spPr>
          <a:xfrm>
            <a:off x="9062085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41" name="S07-op186"/>
          <p:cNvSpPr txBox="1"/>
          <p:nvPr/>
        </p:nvSpPr>
        <p:spPr>
          <a:xfrm>
            <a:off x="9681591" y="3345307"/>
            <a:ext cx="41605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000" dirty="0"/>
          </a:p>
        </p:txBody>
      </p:sp>
      <p:sp>
        <p:nvSpPr>
          <p:cNvPr id="42" name="S07-num187"/>
          <p:cNvSpPr txBox="1"/>
          <p:nvPr/>
        </p:nvSpPr>
        <p:spPr>
          <a:xfrm>
            <a:off x="10207371" y="3345307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43" name="S07-fracbar188"/>
          <p:cNvSpPr/>
          <p:nvPr/>
        </p:nvSpPr>
        <p:spPr>
          <a:xfrm>
            <a:off x="10243947" y="3831463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44" name="S07-num189"/>
          <p:cNvSpPr txBox="1"/>
          <p:nvPr/>
        </p:nvSpPr>
        <p:spPr>
          <a:xfrm>
            <a:off x="10207371" y="3868039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45" name="S07-label190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약분한 다음 곱하기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대분수끼리 곱하기</a:t>
            </a:r>
            <a:endParaRPr lang="ko-KR" sz="4000" dirty="0"/>
          </a:p>
        </p:txBody>
      </p:sp>
      <p:sp>
        <p:nvSpPr>
          <p:cNvPr id="3" name="S08-card19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19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대분수는 꼭 가분수로 바꾼 다음 곱해요.</a:t>
            </a:r>
            <a:endParaRPr lang="ko-KR" sz="2800" dirty="0"/>
          </a:p>
        </p:txBody>
      </p:sp>
      <p:sp>
        <p:nvSpPr>
          <p:cNvPr id="5" name="S08-num193"/>
          <p:cNvSpPr txBox="1"/>
          <p:nvPr/>
        </p:nvSpPr>
        <p:spPr>
          <a:xfrm>
            <a:off x="548640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6" name="S08-num194"/>
          <p:cNvSpPr txBox="1"/>
          <p:nvPr/>
        </p:nvSpPr>
        <p:spPr>
          <a:xfrm>
            <a:off x="87172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7" name="S08-fracbar195"/>
          <p:cNvSpPr/>
          <p:nvPr/>
        </p:nvSpPr>
        <p:spPr>
          <a:xfrm>
            <a:off x="90830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8" name="S08-num196"/>
          <p:cNvSpPr txBox="1"/>
          <p:nvPr/>
        </p:nvSpPr>
        <p:spPr>
          <a:xfrm>
            <a:off x="87172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9" name="S08-op197"/>
          <p:cNvSpPr txBox="1"/>
          <p:nvPr/>
        </p:nvSpPr>
        <p:spPr>
          <a:xfrm>
            <a:off x="1517904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0" name="S08-num198"/>
          <p:cNvSpPr txBox="1"/>
          <p:nvPr/>
        </p:nvSpPr>
        <p:spPr>
          <a:xfrm>
            <a:off x="2281936" y="138125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1" name="S08-num199"/>
          <p:cNvSpPr txBox="1"/>
          <p:nvPr/>
        </p:nvSpPr>
        <p:spPr>
          <a:xfrm>
            <a:off x="2605024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8-fracbar200"/>
          <p:cNvSpPr/>
          <p:nvPr/>
        </p:nvSpPr>
        <p:spPr>
          <a:xfrm>
            <a:off x="2641600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8-num201"/>
          <p:cNvSpPr txBox="1"/>
          <p:nvPr/>
        </p:nvSpPr>
        <p:spPr>
          <a:xfrm>
            <a:off x="2605024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4" name="S08-stepno202"/>
          <p:cNvSpPr txBox="1"/>
          <p:nvPr/>
        </p:nvSpPr>
        <p:spPr>
          <a:xfrm>
            <a:off x="548640" y="29143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5" name="S08-text203"/>
          <p:cNvSpPr txBox="1"/>
          <p:nvPr/>
        </p:nvSpPr>
        <p:spPr>
          <a:xfrm>
            <a:off x="1325880" y="286867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바꿔요.</a:t>
            </a:r>
            <a:endParaRPr lang="ko-KR" sz="2800" dirty="0"/>
          </a:p>
        </p:txBody>
      </p:sp>
      <p:sp>
        <p:nvSpPr>
          <p:cNvPr id="16" name="S08-num204"/>
          <p:cNvSpPr txBox="1"/>
          <p:nvPr/>
        </p:nvSpPr>
        <p:spPr>
          <a:xfrm>
            <a:off x="6981810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7" name="S08-fracbar205"/>
          <p:cNvSpPr/>
          <p:nvPr/>
        </p:nvSpPr>
        <p:spPr>
          <a:xfrm>
            <a:off x="7018386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num206"/>
          <p:cNvSpPr txBox="1"/>
          <p:nvPr/>
        </p:nvSpPr>
        <p:spPr>
          <a:xfrm>
            <a:off x="6981810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9" name="S08-op207"/>
          <p:cNvSpPr txBox="1"/>
          <p:nvPr/>
        </p:nvSpPr>
        <p:spPr>
          <a:xfrm>
            <a:off x="7574646" y="28686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0" name="S08-num208"/>
          <p:cNvSpPr txBox="1"/>
          <p:nvPr/>
        </p:nvSpPr>
        <p:spPr>
          <a:xfrm>
            <a:off x="8288894" y="28686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1" name="S08-fracbar209"/>
          <p:cNvSpPr/>
          <p:nvPr/>
        </p:nvSpPr>
        <p:spPr>
          <a:xfrm>
            <a:off x="8325470" y="33248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8-num210"/>
          <p:cNvSpPr txBox="1"/>
          <p:nvPr/>
        </p:nvSpPr>
        <p:spPr>
          <a:xfrm>
            <a:off x="8288894" y="33614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3" name="S08-stepno211"/>
          <p:cNvSpPr txBox="1"/>
          <p:nvPr/>
        </p:nvSpPr>
        <p:spPr>
          <a:xfrm>
            <a:off x="548640" y="39913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4" name="S08-text212"/>
          <p:cNvSpPr txBox="1"/>
          <p:nvPr/>
        </p:nvSpPr>
        <p:spPr>
          <a:xfrm>
            <a:off x="1325880" y="3945636"/>
            <a:ext cx="565593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곱하고 약분해요.</a:t>
            </a:r>
            <a:endParaRPr lang="ko-KR" sz="2800" dirty="0"/>
          </a:p>
        </p:txBody>
      </p:sp>
      <p:sp>
        <p:nvSpPr>
          <p:cNvPr id="25" name="S08-num213"/>
          <p:cNvSpPr txBox="1"/>
          <p:nvPr/>
        </p:nvSpPr>
        <p:spPr>
          <a:xfrm>
            <a:off x="6981810" y="39456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800" dirty="0"/>
          </a:p>
        </p:txBody>
      </p:sp>
      <p:sp>
        <p:nvSpPr>
          <p:cNvPr id="26" name="S08-fracbar214"/>
          <p:cNvSpPr/>
          <p:nvPr/>
        </p:nvSpPr>
        <p:spPr>
          <a:xfrm>
            <a:off x="7018386" y="440182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8-num215"/>
          <p:cNvSpPr txBox="1"/>
          <p:nvPr/>
        </p:nvSpPr>
        <p:spPr>
          <a:xfrm>
            <a:off x="6981810" y="443839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28" name="S08-op216"/>
          <p:cNvSpPr txBox="1"/>
          <p:nvPr/>
        </p:nvSpPr>
        <p:spPr>
          <a:xfrm>
            <a:off x="7668626" y="394563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9" name="S08-op217"/>
          <p:cNvSpPr txBox="1"/>
          <p:nvPr/>
        </p:nvSpPr>
        <p:spPr>
          <a:xfrm>
            <a:off x="8183738" y="3945636"/>
            <a:ext cx="490728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분수끼리?</a:t>
            </a:r>
            <a:endParaRPr lang="ko-KR" sz="4000" dirty="0"/>
          </a:p>
        </p:txBody>
      </p:sp>
      <p:sp>
        <p:nvSpPr>
          <p:cNvPr id="3" name="S09-card21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1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1과 2분의 1 × 2와 3분의 2를 계산했어요.</a:t>
            </a:r>
            <a:endParaRPr lang="ko-KR" sz="2800" dirty="0"/>
          </a:p>
        </p:txBody>
      </p:sp>
      <p:sp>
        <p:nvSpPr>
          <p:cNvPr id="5" name="S09-card2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1과 2분의 1 × 2만 해도 얼마일까요?</a:t>
            </a:r>
            <a:endParaRPr lang="ko-KR" sz="2800" dirty="0"/>
          </a:p>
        </p:txBody>
      </p:sp>
      <p:sp>
        <p:nvSpPr>
          <p:cNvPr id="7" name="S09-chip22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하늘</a:t>
            </a:r>
            <a:endParaRPr lang="ko-KR" sz="2200" dirty="0"/>
          </a:p>
        </p:txBody>
      </p:sp>
      <p:sp>
        <p:nvSpPr>
          <p:cNvPr id="8" name="S09-num223"/>
          <p:cNvSpPr txBox="1"/>
          <p:nvPr/>
        </p:nvSpPr>
        <p:spPr>
          <a:xfrm>
            <a:off x="1180846" y="3234944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9" name="S09-num224"/>
          <p:cNvSpPr txBox="1"/>
          <p:nvPr/>
        </p:nvSpPr>
        <p:spPr>
          <a:xfrm>
            <a:off x="1503934" y="32349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10" name="S09-fracbar225"/>
          <p:cNvSpPr/>
          <p:nvPr/>
        </p:nvSpPr>
        <p:spPr>
          <a:xfrm>
            <a:off x="1540510" y="37510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09-num226"/>
          <p:cNvSpPr txBox="1"/>
          <p:nvPr/>
        </p:nvSpPr>
        <p:spPr>
          <a:xfrm>
            <a:off x="1503934" y="37876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2" name="S09-op227"/>
          <p:cNvSpPr txBox="1"/>
          <p:nvPr/>
        </p:nvSpPr>
        <p:spPr>
          <a:xfrm>
            <a:off x="2150110" y="3234944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3" name="S09-num228"/>
          <p:cNvSpPr txBox="1"/>
          <p:nvPr/>
        </p:nvSpPr>
        <p:spPr>
          <a:xfrm>
            <a:off x="2914142" y="3234944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4" name="S09-num229"/>
          <p:cNvSpPr txBox="1"/>
          <p:nvPr/>
        </p:nvSpPr>
        <p:spPr>
          <a:xfrm>
            <a:off x="3237230" y="32349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5" name="S09-fracbar230"/>
          <p:cNvSpPr/>
          <p:nvPr/>
        </p:nvSpPr>
        <p:spPr>
          <a:xfrm>
            <a:off x="3273806" y="37510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6" name="S09-num231"/>
          <p:cNvSpPr txBox="1"/>
          <p:nvPr/>
        </p:nvSpPr>
        <p:spPr>
          <a:xfrm>
            <a:off x="3237230" y="37876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7" name="S09-op232"/>
          <p:cNvSpPr txBox="1"/>
          <p:nvPr/>
        </p:nvSpPr>
        <p:spPr>
          <a:xfrm>
            <a:off x="3883406" y="3234944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8" name="S09-num233"/>
          <p:cNvSpPr txBox="1"/>
          <p:nvPr/>
        </p:nvSpPr>
        <p:spPr>
          <a:xfrm>
            <a:off x="4419854" y="3234944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9" name="S09-num234"/>
          <p:cNvSpPr txBox="1"/>
          <p:nvPr/>
        </p:nvSpPr>
        <p:spPr>
          <a:xfrm>
            <a:off x="4742942" y="3234944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0" name="S09-fracbar235"/>
          <p:cNvSpPr/>
          <p:nvPr/>
        </p:nvSpPr>
        <p:spPr>
          <a:xfrm>
            <a:off x="4779518" y="3751072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9-num236"/>
          <p:cNvSpPr txBox="1"/>
          <p:nvPr/>
        </p:nvSpPr>
        <p:spPr>
          <a:xfrm>
            <a:off x="4742942" y="378764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2" name="S09-text237"/>
          <p:cNvSpPr txBox="1"/>
          <p:nvPr/>
        </p:nvSpPr>
        <p:spPr>
          <a:xfrm>
            <a:off x="548640" y="4347464"/>
            <a:ext cx="5362956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자연수끼리, 분수끼리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따로 곱했어요.</a:t>
            </a:r>
            <a:endParaRPr lang="ko-KR" sz="2200" dirty="0"/>
          </a:p>
        </p:txBody>
      </p:sp>
      <p:sp>
        <p:nvSpPr>
          <p:cNvPr id="23" name="S09-chip23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바다</a:t>
            </a:r>
            <a:endParaRPr lang="ko-KR" sz="2200" dirty="0"/>
          </a:p>
        </p:txBody>
      </p:sp>
      <p:sp>
        <p:nvSpPr>
          <p:cNvPr id="24" name="S09-num239"/>
          <p:cNvSpPr txBox="1"/>
          <p:nvPr/>
        </p:nvSpPr>
        <p:spPr>
          <a:xfrm>
            <a:off x="7400290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5" name="S09-fracbar240"/>
          <p:cNvSpPr/>
          <p:nvPr/>
        </p:nvSpPr>
        <p:spPr>
          <a:xfrm>
            <a:off x="7436866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6" name="S09-num241"/>
          <p:cNvSpPr txBox="1"/>
          <p:nvPr/>
        </p:nvSpPr>
        <p:spPr>
          <a:xfrm>
            <a:off x="7400290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7" name="S09-op242"/>
          <p:cNvSpPr txBox="1"/>
          <p:nvPr/>
        </p:nvSpPr>
        <p:spPr>
          <a:xfrm>
            <a:off x="8046466" y="3405378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28" name="S09-num243"/>
          <p:cNvSpPr txBox="1"/>
          <p:nvPr/>
        </p:nvSpPr>
        <p:spPr>
          <a:xfrm>
            <a:off x="8810498" y="3405378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9" name="S09-fracbar244"/>
          <p:cNvSpPr/>
          <p:nvPr/>
        </p:nvSpPr>
        <p:spPr>
          <a:xfrm>
            <a:off x="8847074" y="3921506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0" name="S09-num245"/>
          <p:cNvSpPr txBox="1"/>
          <p:nvPr/>
        </p:nvSpPr>
        <p:spPr>
          <a:xfrm>
            <a:off x="8810498" y="395808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1" name="S09-op246"/>
          <p:cNvSpPr txBox="1"/>
          <p:nvPr/>
        </p:nvSpPr>
        <p:spPr>
          <a:xfrm>
            <a:off x="9456674" y="3405378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2" name="S09-op247"/>
          <p:cNvSpPr txBox="1"/>
          <p:nvPr/>
        </p:nvSpPr>
        <p:spPr>
          <a:xfrm>
            <a:off x="9993122" y="3405378"/>
            <a:ext cx="524256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33" name="S09-text248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가분수로 바꿔서 곱했어요.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약분하고 곱해요</a:t>
            </a:r>
            <a:endParaRPr lang="ko-KR" sz="4000" dirty="0"/>
          </a:p>
        </p:txBody>
      </p:sp>
      <p:sp>
        <p:nvSpPr>
          <p:cNvPr id="3" name="S10-text2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계산하여 간단히 나타내요.</a:t>
            </a:r>
            <a:endParaRPr lang="ko-KR" sz="2800" dirty="0"/>
          </a:p>
        </p:txBody>
      </p:sp>
      <p:sp>
        <p:nvSpPr>
          <p:cNvPr id="4" name="S10-card25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25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곱하기 전에 약분할 수 있는 수를 찾아요.</a:t>
            </a:r>
            <a:endParaRPr lang="ko-KR" sz="2800" dirty="0"/>
          </a:p>
        </p:txBody>
      </p:sp>
      <p:sp>
        <p:nvSpPr>
          <p:cNvPr id="6" name="S10-chip25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num253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8" name="S10-fracbar254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10-num255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10-op256"/>
          <p:cNvSpPr txBox="1"/>
          <p:nvPr/>
        </p:nvSpPr>
        <p:spPr>
          <a:xfrm>
            <a:off x="1937004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11" name="S10-num257"/>
          <p:cNvSpPr txBox="1"/>
          <p:nvPr/>
        </p:nvSpPr>
        <p:spPr>
          <a:xfrm>
            <a:off x="2651252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10-fracbar258"/>
          <p:cNvSpPr/>
          <p:nvPr/>
        </p:nvSpPr>
        <p:spPr>
          <a:xfrm>
            <a:off x="2687828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10-num259"/>
          <p:cNvSpPr txBox="1"/>
          <p:nvPr/>
        </p:nvSpPr>
        <p:spPr>
          <a:xfrm>
            <a:off x="2651252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4" name="S10-op260"/>
          <p:cNvSpPr txBox="1"/>
          <p:nvPr/>
        </p:nvSpPr>
        <p:spPr>
          <a:xfrm>
            <a:off x="3244088" y="201269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15" name="S10-blank261"/>
          <p:cNvSpPr/>
          <p:nvPr/>
        </p:nvSpPr>
        <p:spPr>
          <a:xfrm>
            <a:off x="3906205" y="23136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10-chip26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7" name="S10-num263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8" name="S10-fracbar264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10-num265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0" name="S10-op266"/>
          <p:cNvSpPr txBox="1"/>
          <p:nvPr/>
        </p:nvSpPr>
        <p:spPr>
          <a:xfrm>
            <a:off x="1937004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21" name="S10-num267"/>
          <p:cNvSpPr txBox="1"/>
          <p:nvPr/>
        </p:nvSpPr>
        <p:spPr>
          <a:xfrm>
            <a:off x="2651252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800" dirty="0"/>
          </a:p>
        </p:txBody>
      </p:sp>
      <p:sp>
        <p:nvSpPr>
          <p:cNvPr id="22" name="S10-fracbar268"/>
          <p:cNvSpPr/>
          <p:nvPr/>
        </p:nvSpPr>
        <p:spPr>
          <a:xfrm>
            <a:off x="2687828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10-num269"/>
          <p:cNvSpPr txBox="1"/>
          <p:nvPr/>
        </p:nvSpPr>
        <p:spPr>
          <a:xfrm>
            <a:off x="2651252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4" name="S10-op270"/>
          <p:cNvSpPr txBox="1"/>
          <p:nvPr/>
        </p:nvSpPr>
        <p:spPr>
          <a:xfrm>
            <a:off x="3244088" y="310997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25" name="S10-blank271"/>
          <p:cNvSpPr/>
          <p:nvPr/>
        </p:nvSpPr>
        <p:spPr>
          <a:xfrm>
            <a:off x="3906205" y="34109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6" name="S10-chip272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7" name="S10-num273"/>
          <p:cNvSpPr txBox="1"/>
          <p:nvPr/>
        </p:nvSpPr>
        <p:spPr>
          <a:xfrm>
            <a:off x="1344168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8" name="S10-num274"/>
          <p:cNvSpPr txBox="1"/>
          <p:nvPr/>
        </p:nvSpPr>
        <p:spPr>
          <a:xfrm>
            <a:off x="163372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29" name="S10-fracbar275"/>
          <p:cNvSpPr/>
          <p:nvPr/>
        </p:nvSpPr>
        <p:spPr>
          <a:xfrm>
            <a:off x="167030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10-num276"/>
          <p:cNvSpPr txBox="1"/>
          <p:nvPr/>
        </p:nvSpPr>
        <p:spPr>
          <a:xfrm>
            <a:off x="163372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31" name="S10-op277"/>
          <p:cNvSpPr txBox="1"/>
          <p:nvPr/>
        </p:nvSpPr>
        <p:spPr>
          <a:xfrm>
            <a:off x="2226564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800" dirty="0"/>
          </a:p>
        </p:txBody>
      </p:sp>
      <p:sp>
        <p:nvSpPr>
          <p:cNvPr id="32" name="S10-num278"/>
          <p:cNvSpPr txBox="1"/>
          <p:nvPr/>
        </p:nvSpPr>
        <p:spPr>
          <a:xfrm>
            <a:off x="2940812" y="4207256"/>
            <a:ext cx="28956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3" name="S10-num279"/>
          <p:cNvSpPr txBox="1"/>
          <p:nvPr/>
        </p:nvSpPr>
        <p:spPr>
          <a:xfrm>
            <a:off x="3230372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34" name="S10-fracbar280"/>
          <p:cNvSpPr/>
          <p:nvPr/>
        </p:nvSpPr>
        <p:spPr>
          <a:xfrm>
            <a:off x="3266948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10-num281"/>
          <p:cNvSpPr txBox="1"/>
          <p:nvPr/>
        </p:nvSpPr>
        <p:spPr>
          <a:xfrm>
            <a:off x="3230372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6" name="S10-op282"/>
          <p:cNvSpPr txBox="1"/>
          <p:nvPr/>
        </p:nvSpPr>
        <p:spPr>
          <a:xfrm>
            <a:off x="3823208" y="4207256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37" name="S10-blank283"/>
          <p:cNvSpPr/>
          <p:nvPr/>
        </p:nvSpPr>
        <p:spPr>
          <a:xfrm>
            <a:off x="4485325" y="450818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2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풀고, 하나를 골라 방법을 말해요.</a:t>
            </a:r>
            <a:endParaRPr lang="ko-KR" sz="2800" dirty="0"/>
          </a:p>
        </p:txBody>
      </p:sp>
      <p:sp>
        <p:nvSpPr>
          <p:cNvPr id="4" name="S11-chip28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286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11-fracbar287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7" name="S11-num288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8" name="S11-op289"/>
          <p:cNvSpPr txBox="1"/>
          <p:nvPr/>
        </p:nvSpPr>
        <p:spPr>
          <a:xfrm>
            <a:off x="1990344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9" name="S11-num290"/>
          <p:cNvSpPr txBox="1"/>
          <p:nvPr/>
        </p:nvSpPr>
        <p:spPr>
          <a:xfrm>
            <a:off x="2754376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10" name="S11-fracbar291"/>
          <p:cNvSpPr/>
          <p:nvPr/>
        </p:nvSpPr>
        <p:spPr>
          <a:xfrm>
            <a:off x="27909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1" name="S11-num292"/>
          <p:cNvSpPr txBox="1"/>
          <p:nvPr/>
        </p:nvSpPr>
        <p:spPr>
          <a:xfrm>
            <a:off x="2754376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2" name="S11-op293"/>
          <p:cNvSpPr txBox="1"/>
          <p:nvPr/>
        </p:nvSpPr>
        <p:spPr>
          <a:xfrm>
            <a:off x="3400552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3" name="S11-blank294"/>
          <p:cNvSpPr/>
          <p:nvPr/>
        </p:nvSpPr>
        <p:spPr>
          <a:xfrm>
            <a:off x="4086718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chip295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11-num296"/>
          <p:cNvSpPr txBox="1"/>
          <p:nvPr/>
        </p:nvSpPr>
        <p:spPr>
          <a:xfrm>
            <a:off x="7072884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6" name="S11-fracbar297"/>
          <p:cNvSpPr/>
          <p:nvPr/>
        </p:nvSpPr>
        <p:spPr>
          <a:xfrm>
            <a:off x="7109460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11-num298"/>
          <p:cNvSpPr txBox="1"/>
          <p:nvPr/>
        </p:nvSpPr>
        <p:spPr>
          <a:xfrm>
            <a:off x="7072884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8" name="S11-op299"/>
          <p:cNvSpPr txBox="1"/>
          <p:nvPr/>
        </p:nvSpPr>
        <p:spPr>
          <a:xfrm>
            <a:off x="7719060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19" name="S11-num300"/>
          <p:cNvSpPr txBox="1"/>
          <p:nvPr/>
        </p:nvSpPr>
        <p:spPr>
          <a:xfrm>
            <a:off x="8483092" y="222707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20" name="S11-fracbar301"/>
          <p:cNvSpPr/>
          <p:nvPr/>
        </p:nvSpPr>
        <p:spPr>
          <a:xfrm>
            <a:off x="8519668" y="27432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11-num302"/>
          <p:cNvSpPr txBox="1"/>
          <p:nvPr/>
        </p:nvSpPr>
        <p:spPr>
          <a:xfrm>
            <a:off x="8483092" y="27797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2" name="S11-op303"/>
          <p:cNvSpPr txBox="1"/>
          <p:nvPr/>
        </p:nvSpPr>
        <p:spPr>
          <a:xfrm>
            <a:off x="9228836" y="22270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23" name="S11-blank304"/>
          <p:cNvSpPr/>
          <p:nvPr/>
        </p:nvSpPr>
        <p:spPr>
          <a:xfrm>
            <a:off x="9915002" y="256576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4" name="S11-chip30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5" name="S11-num306"/>
          <p:cNvSpPr txBox="1"/>
          <p:nvPr/>
        </p:nvSpPr>
        <p:spPr>
          <a:xfrm>
            <a:off x="1344168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6" name="S11-num307"/>
          <p:cNvSpPr txBox="1"/>
          <p:nvPr/>
        </p:nvSpPr>
        <p:spPr>
          <a:xfrm>
            <a:off x="1667256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27" name="S11-fracbar308"/>
          <p:cNvSpPr/>
          <p:nvPr/>
        </p:nvSpPr>
        <p:spPr>
          <a:xfrm>
            <a:off x="1703832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8" name="S11-num309"/>
          <p:cNvSpPr txBox="1"/>
          <p:nvPr/>
        </p:nvSpPr>
        <p:spPr>
          <a:xfrm>
            <a:off x="1667256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9" name="S11-op310"/>
          <p:cNvSpPr txBox="1"/>
          <p:nvPr/>
        </p:nvSpPr>
        <p:spPr>
          <a:xfrm>
            <a:off x="2313432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3200" dirty="0"/>
          </a:p>
        </p:txBody>
      </p:sp>
      <p:sp>
        <p:nvSpPr>
          <p:cNvPr id="30" name="S11-num311"/>
          <p:cNvSpPr txBox="1"/>
          <p:nvPr/>
        </p:nvSpPr>
        <p:spPr>
          <a:xfrm>
            <a:off x="3077464" y="4421632"/>
            <a:ext cx="323088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1" name="S11-num312"/>
          <p:cNvSpPr txBox="1"/>
          <p:nvPr/>
        </p:nvSpPr>
        <p:spPr>
          <a:xfrm>
            <a:off x="3400552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200" dirty="0"/>
          </a:p>
        </p:txBody>
      </p:sp>
      <p:sp>
        <p:nvSpPr>
          <p:cNvPr id="32" name="S11-fracbar313"/>
          <p:cNvSpPr/>
          <p:nvPr/>
        </p:nvSpPr>
        <p:spPr>
          <a:xfrm>
            <a:off x="3437128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11-num314"/>
          <p:cNvSpPr txBox="1"/>
          <p:nvPr/>
        </p:nvSpPr>
        <p:spPr>
          <a:xfrm>
            <a:off x="3400552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4" name="S11-op315"/>
          <p:cNvSpPr txBox="1"/>
          <p:nvPr/>
        </p:nvSpPr>
        <p:spPr>
          <a:xfrm>
            <a:off x="4046728" y="442163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35" name="S11-blank316"/>
          <p:cNvSpPr/>
          <p:nvPr/>
        </p:nvSpPr>
        <p:spPr>
          <a:xfrm>
            <a:off x="4732894" y="4760326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11-chip31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7" name="S11-text31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5분의 4 L의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8분의 3을 마셨어요.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마신 물은 몇 L일까요?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3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3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넓이 그림이나 어림으로 다시 확인하게 하세요.</a:t>
            </a:r>
            <a:endParaRPr lang="ko-KR" sz="2800" dirty="0"/>
          </a:p>
        </p:txBody>
      </p:sp>
      <p:sp>
        <p:nvSpPr>
          <p:cNvPr id="5" name="S12-chip321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322"/>
          <p:cNvSpPr txBox="1"/>
          <p:nvPr/>
        </p:nvSpPr>
        <p:spPr>
          <a:xfrm>
            <a:off x="548640" y="20574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5분의 2</a:t>
            </a:r>
            <a:endParaRPr lang="ko-KR" sz="2800" dirty="0"/>
          </a:p>
        </p:txBody>
      </p:sp>
      <p:sp>
        <p:nvSpPr>
          <p:cNvPr id="7" name="S12-text323"/>
          <p:cNvSpPr txBox="1"/>
          <p:nvPr/>
        </p:nvSpPr>
        <p:spPr>
          <a:xfrm>
            <a:off x="548640" y="28575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4분의 3</a:t>
            </a:r>
            <a:endParaRPr lang="ko-KR" sz="2800" dirty="0"/>
          </a:p>
        </p:txBody>
      </p:sp>
      <p:sp>
        <p:nvSpPr>
          <p:cNvPr id="8" name="S12-text324"/>
          <p:cNvSpPr txBox="1"/>
          <p:nvPr/>
        </p:nvSpPr>
        <p:spPr>
          <a:xfrm>
            <a:off x="548640" y="36576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</a:t>
            </a:r>
            <a:endParaRPr lang="ko-KR" sz="2800" dirty="0"/>
          </a:p>
        </p:txBody>
      </p:sp>
      <p:sp>
        <p:nvSpPr>
          <p:cNvPr id="9" name="S12-text325"/>
          <p:cNvSpPr txBox="1"/>
          <p:nvPr/>
        </p:nvSpPr>
        <p:spPr>
          <a:xfrm>
            <a:off x="548640" y="4457700"/>
            <a:ext cx="5362956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10분의 3 L</a:t>
            </a:r>
            <a:endParaRPr lang="ko-KR" sz="2800" dirty="0"/>
          </a:p>
        </p:txBody>
      </p:sp>
      <p:sp>
        <p:nvSpPr>
          <p:cNvPr id="10" name="S12-chip326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1" name="S12-text327"/>
          <p:cNvSpPr txBox="1"/>
          <p:nvPr/>
        </p:nvSpPr>
        <p:spPr>
          <a:xfrm>
            <a:off x="6277356" y="20574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2와 10분의 1: 자연수끼리, 분수끼리 곱함</a:t>
            </a:r>
            <a:endParaRPr lang="ko-KR" sz="2800" dirty="0"/>
          </a:p>
        </p:txBody>
      </p:sp>
      <p:sp>
        <p:nvSpPr>
          <p:cNvPr id="12" name="S12-text328"/>
          <p:cNvSpPr txBox="1"/>
          <p:nvPr/>
        </p:nvSpPr>
        <p:spPr>
          <a:xfrm>
            <a:off x="6277356" y="3429000"/>
            <a:ext cx="53629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40분의 12: 약분하지 않음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나타낸 그림은?</a:t>
            </a:r>
            <a:endParaRPr lang="ko-KR" sz="4000" dirty="0"/>
          </a:p>
        </p:txBody>
      </p:sp>
      <p:sp>
        <p:nvSpPr>
          <p:cNvPr id="3" name="S13-text3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4분의 3 × 3분의 1을 나타낸 그림을 골라요.</a:t>
            </a:r>
            <a:endParaRPr lang="ko-KR" sz="2800" dirty="0"/>
          </a:p>
        </p:txBody>
      </p:sp>
      <p:sp>
        <p:nvSpPr>
          <p:cNvPr id="4" name="S13-card3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고른 까닭을 말하고, 곱을 구해요.</a:t>
            </a:r>
            <a:endParaRPr lang="ko-KR" sz="2800" dirty="0"/>
          </a:p>
        </p:txBody>
      </p:sp>
      <p:sp>
        <p:nvSpPr>
          <p:cNvPr id="6" name="S13-chip332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cell333"/>
          <p:cNvSpPr/>
          <p:nvPr/>
        </p:nvSpPr>
        <p:spPr>
          <a:xfrm>
            <a:off x="1373505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3-cell334"/>
          <p:cNvSpPr/>
          <p:nvPr/>
        </p:nvSpPr>
        <p:spPr>
          <a:xfrm>
            <a:off x="1974723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3-cell335"/>
          <p:cNvSpPr/>
          <p:nvPr/>
        </p:nvSpPr>
        <p:spPr>
          <a:xfrm>
            <a:off x="2575941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3-cell336"/>
          <p:cNvSpPr/>
          <p:nvPr/>
        </p:nvSpPr>
        <p:spPr>
          <a:xfrm>
            <a:off x="1373505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3-cell337"/>
          <p:cNvSpPr/>
          <p:nvPr/>
        </p:nvSpPr>
        <p:spPr>
          <a:xfrm>
            <a:off x="1974723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3-cell338"/>
          <p:cNvSpPr/>
          <p:nvPr/>
        </p:nvSpPr>
        <p:spPr>
          <a:xfrm>
            <a:off x="2575941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3-cell339"/>
          <p:cNvSpPr/>
          <p:nvPr/>
        </p:nvSpPr>
        <p:spPr>
          <a:xfrm>
            <a:off x="1373505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3-cell340"/>
          <p:cNvSpPr/>
          <p:nvPr/>
        </p:nvSpPr>
        <p:spPr>
          <a:xfrm>
            <a:off x="1974723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3-cell341"/>
          <p:cNvSpPr/>
          <p:nvPr/>
        </p:nvSpPr>
        <p:spPr>
          <a:xfrm>
            <a:off x="2575941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13-cell342"/>
          <p:cNvSpPr/>
          <p:nvPr/>
        </p:nvSpPr>
        <p:spPr>
          <a:xfrm>
            <a:off x="1373505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3-cell343"/>
          <p:cNvSpPr/>
          <p:nvPr/>
        </p:nvSpPr>
        <p:spPr>
          <a:xfrm>
            <a:off x="1974723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13-cell344"/>
          <p:cNvSpPr/>
          <p:nvPr/>
        </p:nvSpPr>
        <p:spPr>
          <a:xfrm>
            <a:off x="2575941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3-figure345" descr="가: 4줄 3칸 모눈에서 위 3줄 모두(9칸) 색칠"/>
          <p:cNvSpPr/>
          <p:nvPr/>
        </p:nvSpPr>
        <p:spPr>
          <a:xfrm>
            <a:off x="1373505" y="2715768"/>
            <a:ext cx="1803654" cy="24048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0" name="S13-chip346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21" name="S13-cell347"/>
          <p:cNvSpPr/>
          <p:nvPr/>
        </p:nvSpPr>
        <p:spPr>
          <a:xfrm>
            <a:off x="5192649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3-cell348"/>
          <p:cNvSpPr/>
          <p:nvPr/>
        </p:nvSpPr>
        <p:spPr>
          <a:xfrm>
            <a:off x="5793867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3-cell349"/>
          <p:cNvSpPr/>
          <p:nvPr/>
        </p:nvSpPr>
        <p:spPr>
          <a:xfrm>
            <a:off x="6395085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13-cell350"/>
          <p:cNvSpPr/>
          <p:nvPr/>
        </p:nvSpPr>
        <p:spPr>
          <a:xfrm>
            <a:off x="5192649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3-cell351"/>
          <p:cNvSpPr/>
          <p:nvPr/>
        </p:nvSpPr>
        <p:spPr>
          <a:xfrm>
            <a:off x="5793867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13-cell352"/>
          <p:cNvSpPr/>
          <p:nvPr/>
        </p:nvSpPr>
        <p:spPr>
          <a:xfrm>
            <a:off x="6395085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3-cell353"/>
          <p:cNvSpPr/>
          <p:nvPr/>
        </p:nvSpPr>
        <p:spPr>
          <a:xfrm>
            <a:off x="5192649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3-cell354"/>
          <p:cNvSpPr/>
          <p:nvPr/>
        </p:nvSpPr>
        <p:spPr>
          <a:xfrm>
            <a:off x="5793867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3-cell355"/>
          <p:cNvSpPr/>
          <p:nvPr/>
        </p:nvSpPr>
        <p:spPr>
          <a:xfrm>
            <a:off x="6395085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3-cell356"/>
          <p:cNvSpPr/>
          <p:nvPr/>
        </p:nvSpPr>
        <p:spPr>
          <a:xfrm>
            <a:off x="5192649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3-cell357"/>
          <p:cNvSpPr/>
          <p:nvPr/>
        </p:nvSpPr>
        <p:spPr>
          <a:xfrm>
            <a:off x="5793867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3-cell358"/>
          <p:cNvSpPr/>
          <p:nvPr/>
        </p:nvSpPr>
        <p:spPr>
          <a:xfrm>
            <a:off x="6395085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3-figure359" descr="나: 4줄 3칸 모눈에서 위 3줄의 왼쪽 칸(3칸) 색칠"/>
          <p:cNvSpPr/>
          <p:nvPr/>
        </p:nvSpPr>
        <p:spPr>
          <a:xfrm>
            <a:off x="5192649" y="2715768"/>
            <a:ext cx="1803654" cy="24048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4" name="S13-chip360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35" name="S13-cell361"/>
          <p:cNvSpPr/>
          <p:nvPr/>
        </p:nvSpPr>
        <p:spPr>
          <a:xfrm>
            <a:off x="9011793" y="2715768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13-cell362"/>
          <p:cNvSpPr/>
          <p:nvPr/>
        </p:nvSpPr>
        <p:spPr>
          <a:xfrm>
            <a:off x="9613011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3-cell363"/>
          <p:cNvSpPr/>
          <p:nvPr/>
        </p:nvSpPr>
        <p:spPr>
          <a:xfrm>
            <a:off x="10214229" y="2715768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13-cell364"/>
          <p:cNvSpPr/>
          <p:nvPr/>
        </p:nvSpPr>
        <p:spPr>
          <a:xfrm>
            <a:off x="9011793" y="3316986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3-cell365"/>
          <p:cNvSpPr/>
          <p:nvPr/>
        </p:nvSpPr>
        <p:spPr>
          <a:xfrm>
            <a:off x="9613011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13-cell366"/>
          <p:cNvSpPr/>
          <p:nvPr/>
        </p:nvSpPr>
        <p:spPr>
          <a:xfrm>
            <a:off x="10214229" y="3316986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3-cell367"/>
          <p:cNvSpPr/>
          <p:nvPr/>
        </p:nvSpPr>
        <p:spPr>
          <a:xfrm>
            <a:off x="9011793" y="3918204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3-cell368"/>
          <p:cNvSpPr/>
          <p:nvPr/>
        </p:nvSpPr>
        <p:spPr>
          <a:xfrm>
            <a:off x="9613011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3-cell369"/>
          <p:cNvSpPr/>
          <p:nvPr/>
        </p:nvSpPr>
        <p:spPr>
          <a:xfrm>
            <a:off x="10214229" y="3918204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13-cell370"/>
          <p:cNvSpPr/>
          <p:nvPr/>
        </p:nvSpPr>
        <p:spPr>
          <a:xfrm>
            <a:off x="9011793" y="4519422"/>
            <a:ext cx="601218" cy="601218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13-cell371"/>
          <p:cNvSpPr/>
          <p:nvPr/>
        </p:nvSpPr>
        <p:spPr>
          <a:xfrm>
            <a:off x="9613011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13-cell372"/>
          <p:cNvSpPr/>
          <p:nvPr/>
        </p:nvSpPr>
        <p:spPr>
          <a:xfrm>
            <a:off x="10214229" y="4519422"/>
            <a:ext cx="601218" cy="60121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13-figure373" descr="다: 4줄 3칸 모눈에서 왼쪽 한 줄 4칸 색칠"/>
          <p:cNvSpPr/>
          <p:nvPr/>
        </p:nvSpPr>
        <p:spPr>
          <a:xfrm>
            <a:off x="9011793" y="2715768"/>
            <a:ext cx="1803654" cy="2404872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7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7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분자끼리, 분모끼리 곱해요. 대분수는 가분수로 바꿔요.</a:t>
            </a:r>
            <a:endParaRPr lang="ko-KR" sz="2800" dirty="0"/>
          </a:p>
        </p:txBody>
      </p:sp>
      <p:sp>
        <p:nvSpPr>
          <p:cNvPr id="5" name="S14-chip376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곱하기 전에 약분하기</a:t>
            </a:r>
            <a:endParaRPr lang="ko-KR" sz="2200" dirty="0"/>
          </a:p>
        </p:txBody>
      </p:sp>
      <p:sp>
        <p:nvSpPr>
          <p:cNvPr id="6" name="S14-chip377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대분수를 따로따로 곱하기</a:t>
            </a:r>
            <a:endParaRPr lang="ko-KR" sz="2200" dirty="0"/>
          </a:p>
        </p:txBody>
      </p:sp>
      <p:sp>
        <p:nvSpPr>
          <p:cNvPr id="7" name="S14-text378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op379"/>
          <p:cNvSpPr txBox="1"/>
          <p:nvPr/>
        </p:nvSpPr>
        <p:spPr>
          <a:xfrm>
            <a:off x="54864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9" name="S14-num380"/>
          <p:cNvSpPr txBox="1"/>
          <p:nvPr/>
        </p:nvSpPr>
        <p:spPr>
          <a:xfrm>
            <a:off x="1237996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0" name="S14-fracbar381"/>
          <p:cNvSpPr/>
          <p:nvPr/>
        </p:nvSpPr>
        <p:spPr>
          <a:xfrm>
            <a:off x="1274572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1" name="S14-num382"/>
          <p:cNvSpPr txBox="1"/>
          <p:nvPr/>
        </p:nvSpPr>
        <p:spPr>
          <a:xfrm>
            <a:off x="1237996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2" name="S14-op383"/>
          <p:cNvSpPr txBox="1"/>
          <p:nvPr/>
        </p:nvSpPr>
        <p:spPr>
          <a:xfrm>
            <a:off x="1804162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13" name="S14-num384"/>
          <p:cNvSpPr txBox="1"/>
          <p:nvPr/>
        </p:nvSpPr>
        <p:spPr>
          <a:xfrm>
            <a:off x="2493518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14" name="S14-fracbar385"/>
          <p:cNvSpPr/>
          <p:nvPr/>
        </p:nvSpPr>
        <p:spPr>
          <a:xfrm>
            <a:off x="2530094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5" name="S14-num386"/>
          <p:cNvSpPr txBox="1"/>
          <p:nvPr/>
        </p:nvSpPr>
        <p:spPr>
          <a:xfrm>
            <a:off x="2493518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6" name="S14-op387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14-num388"/>
          <p:cNvSpPr txBox="1"/>
          <p:nvPr/>
        </p:nvSpPr>
        <p:spPr>
          <a:xfrm>
            <a:off x="501142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18" name="S14-fracbar389"/>
          <p:cNvSpPr/>
          <p:nvPr/>
        </p:nvSpPr>
        <p:spPr>
          <a:xfrm>
            <a:off x="504799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9" name="S14-num390"/>
          <p:cNvSpPr txBox="1"/>
          <p:nvPr/>
        </p:nvSpPr>
        <p:spPr>
          <a:xfrm>
            <a:off x="501142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600" dirty="0"/>
          </a:p>
        </p:txBody>
      </p:sp>
      <p:sp>
        <p:nvSpPr>
          <p:cNvPr id="20" name="S14-op391"/>
          <p:cNvSpPr txBox="1"/>
          <p:nvPr/>
        </p:nvSpPr>
        <p:spPr>
          <a:xfrm>
            <a:off x="557758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21" name="S14-num392"/>
          <p:cNvSpPr txBox="1"/>
          <p:nvPr/>
        </p:nvSpPr>
        <p:spPr>
          <a:xfrm>
            <a:off x="6266942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22" name="S14-fracbar393"/>
          <p:cNvSpPr/>
          <p:nvPr/>
        </p:nvSpPr>
        <p:spPr>
          <a:xfrm>
            <a:off x="6303518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3" name="S14-num394"/>
          <p:cNvSpPr txBox="1"/>
          <p:nvPr/>
        </p:nvSpPr>
        <p:spPr>
          <a:xfrm>
            <a:off x="6266942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4" name="S14-op395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5" name="S14-num396"/>
          <p:cNvSpPr txBox="1"/>
          <p:nvPr/>
        </p:nvSpPr>
        <p:spPr>
          <a:xfrm>
            <a:off x="8784844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6" name="S14-num397"/>
          <p:cNvSpPr txBox="1"/>
          <p:nvPr/>
        </p:nvSpPr>
        <p:spPr>
          <a:xfrm>
            <a:off x="905764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600" dirty="0"/>
          </a:p>
        </p:txBody>
      </p:sp>
      <p:sp>
        <p:nvSpPr>
          <p:cNvPr id="27" name="S14-fracbar398"/>
          <p:cNvSpPr/>
          <p:nvPr/>
        </p:nvSpPr>
        <p:spPr>
          <a:xfrm>
            <a:off x="909421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8" name="S14-num399"/>
          <p:cNvSpPr txBox="1"/>
          <p:nvPr/>
        </p:nvSpPr>
        <p:spPr>
          <a:xfrm>
            <a:off x="905764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600" dirty="0"/>
          </a:p>
        </p:txBody>
      </p:sp>
      <p:sp>
        <p:nvSpPr>
          <p:cNvPr id="29" name="S14-op400"/>
          <p:cNvSpPr txBox="1"/>
          <p:nvPr/>
        </p:nvSpPr>
        <p:spPr>
          <a:xfrm>
            <a:off x="962380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</a:t>
            </a:r>
            <a:endParaRPr lang="ko-KR" sz="2600" dirty="0"/>
          </a:p>
        </p:txBody>
      </p:sp>
      <p:sp>
        <p:nvSpPr>
          <p:cNvPr id="30" name="S14-num401"/>
          <p:cNvSpPr txBox="1"/>
          <p:nvPr/>
        </p:nvSpPr>
        <p:spPr>
          <a:xfrm>
            <a:off x="10313162" y="4237228"/>
            <a:ext cx="272796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1" name="S14-num402"/>
          <p:cNvSpPr txBox="1"/>
          <p:nvPr/>
        </p:nvSpPr>
        <p:spPr>
          <a:xfrm>
            <a:off x="10585958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32" name="S14-fracbar403"/>
          <p:cNvSpPr/>
          <p:nvPr/>
        </p:nvSpPr>
        <p:spPr>
          <a:xfrm>
            <a:off x="10622534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33" name="S14-num404"/>
          <p:cNvSpPr txBox="1"/>
          <p:nvPr/>
        </p:nvSpPr>
        <p:spPr>
          <a:xfrm>
            <a:off x="10585958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34" name="S14-text40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소수의 곱셈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분수 × 자연수</a:t>
            </a:r>
            <a:endParaRPr lang="ko-KR" sz="4000" dirty="0"/>
          </a:p>
        </p:txBody>
      </p:sp>
      <p:sp>
        <p:nvSpPr>
          <p:cNvPr id="3" name="S15-text4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2 × 3을 다시 해요.</a:t>
            </a:r>
            <a:endParaRPr lang="ko-KR" sz="2800" dirty="0"/>
          </a:p>
        </p:txBody>
      </p:sp>
      <p:sp>
        <p:nvSpPr>
          <p:cNvPr id="4" name="S15-card407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08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 1이 2 × 3 = 6개 → 5분의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분모는 그대로, 분자에 자연수를 곱해요.</a:t>
            </a:r>
            <a:endParaRPr lang="ko-KR" sz="2800" dirty="0"/>
          </a:p>
        </p:txBody>
      </p:sp>
      <p:sp>
        <p:nvSpPr>
          <p:cNvPr id="6" name="S15-num409"/>
          <p:cNvSpPr txBox="1"/>
          <p:nvPr/>
        </p:nvSpPr>
        <p:spPr>
          <a:xfrm>
            <a:off x="784289" y="2072809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7" name="S15-fracbar410"/>
          <p:cNvSpPr/>
          <p:nvPr/>
        </p:nvSpPr>
        <p:spPr>
          <a:xfrm>
            <a:off x="820865" y="2484035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8" name="S15-num411"/>
          <p:cNvSpPr txBox="1"/>
          <p:nvPr/>
        </p:nvSpPr>
        <p:spPr>
          <a:xfrm>
            <a:off x="784289" y="2520611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9" name="S15-cell412"/>
          <p:cNvSpPr/>
          <p:nvPr/>
        </p:nvSpPr>
        <p:spPr>
          <a:xfrm>
            <a:off x="1600200" y="2148840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15-cell413"/>
          <p:cNvSpPr/>
          <p:nvPr/>
        </p:nvSpPr>
        <p:spPr>
          <a:xfrm>
            <a:off x="3608222" y="2148840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5-cell414"/>
          <p:cNvSpPr/>
          <p:nvPr/>
        </p:nvSpPr>
        <p:spPr>
          <a:xfrm>
            <a:off x="5616245" y="2148840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15-cell415"/>
          <p:cNvSpPr/>
          <p:nvPr/>
        </p:nvSpPr>
        <p:spPr>
          <a:xfrm>
            <a:off x="7624267" y="2148840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5-cell416"/>
          <p:cNvSpPr/>
          <p:nvPr/>
        </p:nvSpPr>
        <p:spPr>
          <a:xfrm>
            <a:off x="9632290" y="2148840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15-figure417" descr="똑같이 5칸으로 나눈 띠, 2칸 색칠"/>
          <p:cNvSpPr/>
          <p:nvPr/>
        </p:nvSpPr>
        <p:spPr>
          <a:xfrm>
            <a:off x="1600200" y="2148840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5" name="S15-num418"/>
          <p:cNvSpPr txBox="1"/>
          <p:nvPr/>
        </p:nvSpPr>
        <p:spPr>
          <a:xfrm>
            <a:off x="784289" y="2999232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16" name="S15-fracbar419"/>
          <p:cNvSpPr/>
          <p:nvPr/>
        </p:nvSpPr>
        <p:spPr>
          <a:xfrm>
            <a:off x="820865" y="3410458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17" name="S15-num420"/>
          <p:cNvSpPr txBox="1"/>
          <p:nvPr/>
        </p:nvSpPr>
        <p:spPr>
          <a:xfrm>
            <a:off x="784289" y="3447034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18" name="S15-cell421"/>
          <p:cNvSpPr/>
          <p:nvPr/>
        </p:nvSpPr>
        <p:spPr>
          <a:xfrm>
            <a:off x="1600200" y="3075263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5-cell422"/>
          <p:cNvSpPr/>
          <p:nvPr/>
        </p:nvSpPr>
        <p:spPr>
          <a:xfrm>
            <a:off x="3608222" y="3075263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5-cell423"/>
          <p:cNvSpPr/>
          <p:nvPr/>
        </p:nvSpPr>
        <p:spPr>
          <a:xfrm>
            <a:off x="5616245" y="3075263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5-cell424"/>
          <p:cNvSpPr/>
          <p:nvPr/>
        </p:nvSpPr>
        <p:spPr>
          <a:xfrm>
            <a:off x="7624267" y="3075263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5-cell425"/>
          <p:cNvSpPr/>
          <p:nvPr/>
        </p:nvSpPr>
        <p:spPr>
          <a:xfrm>
            <a:off x="9632290" y="3075263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15-figure426" descr="똑같이 5칸으로 나눈 띠, 2칸 색칠"/>
          <p:cNvSpPr/>
          <p:nvPr/>
        </p:nvSpPr>
        <p:spPr>
          <a:xfrm>
            <a:off x="1600200" y="3075263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4" name="S15-num427"/>
          <p:cNvSpPr txBox="1"/>
          <p:nvPr/>
        </p:nvSpPr>
        <p:spPr>
          <a:xfrm>
            <a:off x="784289" y="3925655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500" dirty="0"/>
          </a:p>
        </p:txBody>
      </p:sp>
      <p:sp>
        <p:nvSpPr>
          <p:cNvPr id="25" name="S15-fracbar428"/>
          <p:cNvSpPr/>
          <p:nvPr/>
        </p:nvSpPr>
        <p:spPr>
          <a:xfrm>
            <a:off x="820865" y="4336881"/>
            <a:ext cx="369951" cy="0"/>
          </a:xfrm>
          <a:prstGeom prst="line">
            <a:avLst/>
          </a:prstGeom>
          <a:noFill/>
          <a:ln w="19844">
            <a:solidFill>
              <a:srgbClr val="1F2937"/>
            </a:solidFill>
            <a:prstDash val="solid"/>
          </a:ln>
        </p:spPr>
      </p:sp>
      <p:sp>
        <p:nvSpPr>
          <p:cNvPr id="26" name="S15-num429"/>
          <p:cNvSpPr txBox="1"/>
          <p:nvPr/>
        </p:nvSpPr>
        <p:spPr>
          <a:xfrm>
            <a:off x="784289" y="4373457"/>
            <a:ext cx="443103" cy="374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5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500" dirty="0"/>
          </a:p>
        </p:txBody>
      </p:sp>
      <p:sp>
        <p:nvSpPr>
          <p:cNvPr id="27" name="S15-cell430"/>
          <p:cNvSpPr/>
          <p:nvPr/>
        </p:nvSpPr>
        <p:spPr>
          <a:xfrm>
            <a:off x="1600200" y="4001685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15-cell431"/>
          <p:cNvSpPr/>
          <p:nvPr/>
        </p:nvSpPr>
        <p:spPr>
          <a:xfrm>
            <a:off x="3608222" y="4001685"/>
            <a:ext cx="2008022" cy="670391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5-cell432"/>
          <p:cNvSpPr/>
          <p:nvPr/>
        </p:nvSpPr>
        <p:spPr>
          <a:xfrm>
            <a:off x="5616245" y="4001685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15-cell433"/>
          <p:cNvSpPr/>
          <p:nvPr/>
        </p:nvSpPr>
        <p:spPr>
          <a:xfrm>
            <a:off x="7624267" y="4001685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5-cell434"/>
          <p:cNvSpPr/>
          <p:nvPr/>
        </p:nvSpPr>
        <p:spPr>
          <a:xfrm>
            <a:off x="9632290" y="4001685"/>
            <a:ext cx="2008022" cy="670391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15-figure435" descr="똑같이 5칸으로 나눈 띠, 2칸 색칠"/>
          <p:cNvSpPr/>
          <p:nvPr/>
        </p:nvSpPr>
        <p:spPr>
          <a:xfrm>
            <a:off x="1600200" y="4001685"/>
            <a:ext cx="10040112" cy="670391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분수끼리의 곱셈</dc:title>
  <dc:subject>KR22-G05-MAT-FRACMUL2-L01</dc:subject>
  <dc:creator>education-ppt</dc:creator>
  <cp:lastModifiedBy>education-ppt</cp:lastModifiedBy>
  <cp:revision>1</cp:revision>
  <dcterms:created xsi:type="dcterms:W3CDTF">2026-10-26T08:32:20Z</dcterms:created>
  <dcterms:modified xsi:type="dcterms:W3CDTF">2026-10-26T08:32:20Z</dcterms:modified>
</cp:coreProperties>
</file>