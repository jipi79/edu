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de83099-8e32-4fd4-4fca-7a2af9080416}">
          <p14:sldIdLst>
            <p14:sldId id="256"/>
            <p14:sldId id="257"/>
          </p14:sldIdLst>
        </p14:section>
        <p14:section name="개념" id="{333e6e21-3f06-4092-64d0-7f16e0204bd9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2900b81a-fff2-760d-533a-19c021f76618}">
          <p14:sldIdLst>
            <p14:sldId id="262"/>
            <p14:sldId id="264"/>
            <p14:sldId id="265"/>
          </p14:sldIdLst>
        </p14:section>
        <p14:section name="개념" id="{51f5f464-2124-f721-a88c-3dfea052c98a}">
          <p14:sldIdLst/>
        </p14:section>
        <p14:section name="연습" id="{19e129e7-f4a8-02f9-1345-f47fef9f195c}">
          <p14:sldIdLst/>
        </p14:section>
        <p14:section name="확인" id="{c1b945a3-beb4-4ccf-7a22-b44e7085fd32}">
          <p14:sldIdLst>
            <p14:sldId id="266"/>
            <p14:sldId id="267"/>
          </p14:sldIdLst>
        </p14:section>
        <p14:section name="정리" id="{27eaca9a-5a64-a39c-d4a6-5315df6bd3cf}">
          <p14:sldIdLst>
            <p14:sldId id="268"/>
          </p14:sldIdLst>
        </p14:section>
        <p14:section name="보충" id="{fd410098-ea1b-979f-0a04-bd04baa0696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분수의성질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통분과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통분과 크기 비교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 3과 3분의 2 중 어느 것이 더 클까?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8438896" y="140716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5" name="S01-fracbar2"/>
          <p:cNvSpPr/>
          <p:nvPr/>
        </p:nvSpPr>
        <p:spPr>
          <a:xfrm>
            <a:off x="8475472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8438896" y="2139696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7" name="S01-op4"/>
          <p:cNvSpPr txBox="1"/>
          <p:nvPr/>
        </p:nvSpPr>
        <p:spPr>
          <a:xfrm>
            <a:off x="9245092" y="1407160"/>
            <a:ext cx="803656" cy="139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4400" dirty="0"/>
          </a:p>
        </p:txBody>
      </p:sp>
      <p:sp>
        <p:nvSpPr>
          <p:cNvPr id="8" name="S01-num5"/>
          <p:cNvSpPr txBox="1"/>
          <p:nvPr/>
        </p:nvSpPr>
        <p:spPr>
          <a:xfrm>
            <a:off x="10158476" y="140716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400" dirty="0"/>
          </a:p>
        </p:txBody>
      </p:sp>
      <p:sp>
        <p:nvSpPr>
          <p:cNvPr id="9" name="S01-fracbar6"/>
          <p:cNvSpPr/>
          <p:nvPr/>
        </p:nvSpPr>
        <p:spPr>
          <a:xfrm>
            <a:off x="10195052" y="2103120"/>
            <a:ext cx="623316" cy="0"/>
          </a:xfrm>
          <a:prstGeom prst="line">
            <a:avLst/>
          </a:prstGeom>
          <a:noFill/>
          <a:ln w="34925">
            <a:solidFill>
              <a:srgbClr val="FFFFFF"/>
            </a:solidFill>
            <a:prstDash val="solid"/>
          </a:ln>
        </p:spPr>
      </p:sp>
      <p:sp>
        <p:nvSpPr>
          <p:cNvPr id="10" name="S01-num7"/>
          <p:cNvSpPr txBox="1"/>
          <p:nvPr/>
        </p:nvSpPr>
        <p:spPr>
          <a:xfrm>
            <a:off x="10158476" y="2139696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분모를 같게 통분해요.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통분해서 분수의 크기를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수를 말하고, ③은 기약분수로 나타내요.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1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6의 최소공배수는?</a:t>
            </a:r>
            <a:endParaRPr lang="ko-KR" sz="2800" dirty="0"/>
          </a:p>
        </p:txBody>
      </p:sp>
      <p:sp>
        <p:nvSpPr>
          <p:cNvPr id="6" name="S02-chip1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num14"/>
          <p:cNvSpPr txBox="1"/>
          <p:nvPr/>
        </p:nvSpPr>
        <p:spPr>
          <a:xfrm>
            <a:off x="1344168" y="35986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2-fracbar15"/>
          <p:cNvSpPr/>
          <p:nvPr/>
        </p:nvSpPr>
        <p:spPr>
          <a:xfrm>
            <a:off x="1380744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2-num16"/>
          <p:cNvSpPr txBox="1"/>
          <p:nvPr/>
        </p:nvSpPr>
        <p:spPr>
          <a:xfrm>
            <a:off x="1344168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2-op17"/>
          <p:cNvSpPr txBox="1"/>
          <p:nvPr/>
        </p:nvSpPr>
        <p:spPr>
          <a:xfrm>
            <a:off x="1990344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8"/>
          <p:cNvSpPr/>
          <p:nvPr/>
        </p:nvSpPr>
        <p:spPr>
          <a:xfrm>
            <a:off x="2667366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9"/>
          <p:cNvSpPr/>
          <p:nvPr/>
        </p:nvSpPr>
        <p:spPr>
          <a:xfrm>
            <a:off x="2563368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20"/>
          <p:cNvSpPr txBox="1"/>
          <p:nvPr/>
        </p:nvSpPr>
        <p:spPr>
          <a:xfrm>
            <a:off x="2526792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14" name="S02-chip2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5" name="S02-num22"/>
          <p:cNvSpPr txBox="1"/>
          <p:nvPr/>
        </p:nvSpPr>
        <p:spPr>
          <a:xfrm>
            <a:off x="1344168" y="506171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6" name="S02-fracbar23"/>
          <p:cNvSpPr/>
          <p:nvPr/>
        </p:nvSpPr>
        <p:spPr>
          <a:xfrm>
            <a:off x="1380744" y="557784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2-num24"/>
          <p:cNvSpPr txBox="1"/>
          <p:nvPr/>
        </p:nvSpPr>
        <p:spPr>
          <a:xfrm>
            <a:off x="1344168" y="561441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18" name="S02-op25"/>
          <p:cNvSpPr txBox="1"/>
          <p:nvPr/>
        </p:nvSpPr>
        <p:spPr>
          <a:xfrm>
            <a:off x="2089912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02-blank26"/>
          <p:cNvSpPr/>
          <p:nvPr/>
        </p:nvSpPr>
        <p:spPr>
          <a:xfrm>
            <a:off x="2717150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2-fracbar27"/>
          <p:cNvSpPr/>
          <p:nvPr/>
        </p:nvSpPr>
        <p:spPr>
          <a:xfrm>
            <a:off x="2662936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2-blank28"/>
          <p:cNvSpPr/>
          <p:nvPr/>
        </p:nvSpPr>
        <p:spPr>
          <a:xfrm>
            <a:off x="2717150" y="5676758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칸으로 나누어요</a:t>
            </a:r>
            <a:endParaRPr lang="ko-KR" sz="4000" dirty="0"/>
          </a:p>
        </p:txBody>
      </p:sp>
      <p:sp>
        <p:nvSpPr>
          <p:cNvPr id="3" name="S03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1과 3분의 1을 똑같이 6칸으로 나누었어요.</a:t>
            </a:r>
            <a:endParaRPr lang="ko-KR" sz="2800" dirty="0"/>
          </a:p>
        </p:txBody>
      </p:sp>
      <p:sp>
        <p:nvSpPr>
          <p:cNvPr id="4" name="S03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1이 3개와 2개라서 바로 비교할 수 있어요.</a:t>
            </a:r>
            <a:endParaRPr lang="ko-KR" sz="2800" dirty="0"/>
          </a:p>
        </p:txBody>
      </p:sp>
      <p:sp>
        <p:nvSpPr>
          <p:cNvPr id="6" name="S03-num32"/>
          <p:cNvSpPr txBox="1"/>
          <p:nvPr/>
        </p:nvSpPr>
        <p:spPr>
          <a:xfrm>
            <a:off x="764286" y="2570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7" name="S03-fracbar33"/>
          <p:cNvSpPr/>
          <p:nvPr/>
        </p:nvSpPr>
        <p:spPr>
          <a:xfrm>
            <a:off x="800862" y="3026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num34"/>
          <p:cNvSpPr txBox="1"/>
          <p:nvPr/>
        </p:nvSpPr>
        <p:spPr>
          <a:xfrm>
            <a:off x="764286" y="3063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9" name="S03-cell35"/>
          <p:cNvSpPr/>
          <p:nvPr/>
        </p:nvSpPr>
        <p:spPr>
          <a:xfrm>
            <a:off x="1600200" y="2615184"/>
            <a:ext cx="21671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36"/>
          <p:cNvSpPr/>
          <p:nvPr/>
        </p:nvSpPr>
        <p:spPr>
          <a:xfrm>
            <a:off x="3767328" y="2615184"/>
            <a:ext cx="21671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figure37" descr="똑같이 2칸으로 나눈 띠, 1칸 색칠"/>
          <p:cNvSpPr/>
          <p:nvPr/>
        </p:nvSpPr>
        <p:spPr>
          <a:xfrm>
            <a:off x="1600200" y="261518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3-num38"/>
          <p:cNvSpPr txBox="1"/>
          <p:nvPr/>
        </p:nvSpPr>
        <p:spPr>
          <a:xfrm>
            <a:off x="764286" y="364947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3" name="S03-fracbar39"/>
          <p:cNvSpPr/>
          <p:nvPr/>
        </p:nvSpPr>
        <p:spPr>
          <a:xfrm>
            <a:off x="800862" y="410565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num40"/>
          <p:cNvSpPr txBox="1"/>
          <p:nvPr/>
        </p:nvSpPr>
        <p:spPr>
          <a:xfrm>
            <a:off x="764286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5" name="S03-cell41"/>
          <p:cNvSpPr/>
          <p:nvPr/>
        </p:nvSpPr>
        <p:spPr>
          <a:xfrm>
            <a:off x="1600200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42"/>
          <p:cNvSpPr/>
          <p:nvPr/>
        </p:nvSpPr>
        <p:spPr>
          <a:xfrm>
            <a:off x="2322576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43"/>
          <p:cNvSpPr/>
          <p:nvPr/>
        </p:nvSpPr>
        <p:spPr>
          <a:xfrm>
            <a:off x="3044952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44"/>
          <p:cNvSpPr/>
          <p:nvPr/>
        </p:nvSpPr>
        <p:spPr>
          <a:xfrm>
            <a:off x="3767328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cell45"/>
          <p:cNvSpPr/>
          <p:nvPr/>
        </p:nvSpPr>
        <p:spPr>
          <a:xfrm>
            <a:off x="4489704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6"/>
          <p:cNvSpPr/>
          <p:nvPr/>
        </p:nvSpPr>
        <p:spPr>
          <a:xfrm>
            <a:off x="5212080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figure47" descr="똑같이 6칸으로 나눈 띠, 3칸 색칠"/>
          <p:cNvSpPr/>
          <p:nvPr/>
        </p:nvSpPr>
        <p:spPr>
          <a:xfrm>
            <a:off x="1600200" y="3694176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3-guide48"/>
          <p:cNvSpPr/>
          <p:nvPr/>
        </p:nvSpPr>
        <p:spPr>
          <a:xfrm>
            <a:off x="3767328" y="247802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3" name="S03-num49"/>
          <p:cNvSpPr txBox="1"/>
          <p:nvPr/>
        </p:nvSpPr>
        <p:spPr>
          <a:xfrm>
            <a:off x="6470142" y="257048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4" name="S03-fracbar50"/>
          <p:cNvSpPr/>
          <p:nvPr/>
        </p:nvSpPr>
        <p:spPr>
          <a:xfrm>
            <a:off x="6506718" y="3026664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num51"/>
          <p:cNvSpPr txBox="1"/>
          <p:nvPr/>
        </p:nvSpPr>
        <p:spPr>
          <a:xfrm>
            <a:off x="6470142" y="3063240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6" name="S03-cell52"/>
          <p:cNvSpPr/>
          <p:nvPr/>
        </p:nvSpPr>
        <p:spPr>
          <a:xfrm>
            <a:off x="7306056" y="2615184"/>
            <a:ext cx="1444752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cell53"/>
          <p:cNvSpPr/>
          <p:nvPr/>
        </p:nvSpPr>
        <p:spPr>
          <a:xfrm>
            <a:off x="8750808" y="2615184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4"/>
          <p:cNvSpPr/>
          <p:nvPr/>
        </p:nvSpPr>
        <p:spPr>
          <a:xfrm>
            <a:off x="10195560" y="2615184"/>
            <a:ext cx="144475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figure55" descr="똑같이 3칸으로 나눈 띠, 1칸 색칠"/>
          <p:cNvSpPr/>
          <p:nvPr/>
        </p:nvSpPr>
        <p:spPr>
          <a:xfrm>
            <a:off x="7306056" y="2615184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3-num56"/>
          <p:cNvSpPr txBox="1"/>
          <p:nvPr/>
        </p:nvSpPr>
        <p:spPr>
          <a:xfrm>
            <a:off x="6470142" y="364947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31" name="S03-fracbar57"/>
          <p:cNvSpPr/>
          <p:nvPr/>
        </p:nvSpPr>
        <p:spPr>
          <a:xfrm>
            <a:off x="6506718" y="4105656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num58"/>
          <p:cNvSpPr txBox="1"/>
          <p:nvPr/>
        </p:nvSpPr>
        <p:spPr>
          <a:xfrm>
            <a:off x="6470142" y="4142232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33" name="S03-cell59"/>
          <p:cNvSpPr/>
          <p:nvPr/>
        </p:nvSpPr>
        <p:spPr>
          <a:xfrm>
            <a:off x="7306056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60"/>
          <p:cNvSpPr/>
          <p:nvPr/>
        </p:nvSpPr>
        <p:spPr>
          <a:xfrm>
            <a:off x="8028432" y="3694176"/>
            <a:ext cx="7223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61"/>
          <p:cNvSpPr/>
          <p:nvPr/>
        </p:nvSpPr>
        <p:spPr>
          <a:xfrm>
            <a:off x="8750808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62"/>
          <p:cNvSpPr/>
          <p:nvPr/>
        </p:nvSpPr>
        <p:spPr>
          <a:xfrm>
            <a:off x="9473184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63"/>
          <p:cNvSpPr/>
          <p:nvPr/>
        </p:nvSpPr>
        <p:spPr>
          <a:xfrm>
            <a:off x="10195560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64"/>
          <p:cNvSpPr/>
          <p:nvPr/>
        </p:nvSpPr>
        <p:spPr>
          <a:xfrm>
            <a:off x="10917936" y="3694176"/>
            <a:ext cx="7223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figure65" descr="똑같이 6칸으로 나눈 띠, 2칸 색칠"/>
          <p:cNvSpPr/>
          <p:nvPr/>
        </p:nvSpPr>
        <p:spPr>
          <a:xfrm>
            <a:off x="7306056" y="3694176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0" name="S03-guide66"/>
          <p:cNvSpPr/>
          <p:nvPr/>
        </p:nvSpPr>
        <p:spPr>
          <a:xfrm>
            <a:off x="8750808" y="247802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통분과 공통분모</a:t>
            </a:r>
            <a:endParaRPr lang="ko-KR" sz="4000" dirty="0"/>
          </a:p>
        </p:txBody>
      </p:sp>
      <p:sp>
        <p:nvSpPr>
          <p:cNvPr id="3" name="S04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가로로 2줄, 세로로 3칸 나누면 6칸이 돼요.</a:t>
            </a:r>
            <a:endParaRPr lang="ko-KR" sz="2800" dirty="0"/>
          </a:p>
        </p:txBody>
      </p:sp>
      <p:sp>
        <p:nvSpPr>
          <p:cNvPr id="4" name="S04-card68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69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분모를 같게 하는 것이에요. 같게 한 분모 6은 공통분모예요.</a:t>
            </a:r>
            <a:endParaRPr lang="ko-KR" sz="2800" dirty="0"/>
          </a:p>
        </p:txBody>
      </p:sp>
      <p:sp>
        <p:nvSpPr>
          <p:cNvPr id="6" name="S04-cell70"/>
          <p:cNvSpPr/>
          <p:nvPr/>
        </p:nvSpPr>
        <p:spPr>
          <a:xfrm>
            <a:off x="18699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cell71"/>
          <p:cNvSpPr/>
          <p:nvPr/>
        </p:nvSpPr>
        <p:spPr>
          <a:xfrm>
            <a:off x="27843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cell72"/>
          <p:cNvSpPr/>
          <p:nvPr/>
        </p:nvSpPr>
        <p:spPr>
          <a:xfrm>
            <a:off x="3698748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73"/>
          <p:cNvSpPr/>
          <p:nvPr/>
        </p:nvSpPr>
        <p:spPr>
          <a:xfrm>
            <a:off x="18699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74"/>
          <p:cNvSpPr/>
          <p:nvPr/>
        </p:nvSpPr>
        <p:spPr>
          <a:xfrm>
            <a:off x="27843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75"/>
          <p:cNvSpPr/>
          <p:nvPr/>
        </p:nvSpPr>
        <p:spPr>
          <a:xfrm>
            <a:off x="3698748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76" descr="2줄 3칸 격자 6칸 중 윗줄 3칸 색칠"/>
          <p:cNvSpPr/>
          <p:nvPr/>
        </p:nvSpPr>
        <p:spPr>
          <a:xfrm>
            <a:off x="1869948" y="2270887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77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 1 = 6분의 3</a:t>
            </a:r>
            <a:endParaRPr lang="ko-KR" sz="2200" dirty="0"/>
          </a:p>
        </p:txBody>
      </p:sp>
      <p:sp>
        <p:nvSpPr>
          <p:cNvPr id="14" name="S04-cell78"/>
          <p:cNvSpPr/>
          <p:nvPr/>
        </p:nvSpPr>
        <p:spPr>
          <a:xfrm>
            <a:off x="7575804" y="22708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9"/>
          <p:cNvSpPr/>
          <p:nvPr/>
        </p:nvSpPr>
        <p:spPr>
          <a:xfrm>
            <a:off x="8490204" y="22708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80"/>
          <p:cNvSpPr/>
          <p:nvPr/>
        </p:nvSpPr>
        <p:spPr>
          <a:xfrm>
            <a:off x="9404604" y="22708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81"/>
          <p:cNvSpPr/>
          <p:nvPr/>
        </p:nvSpPr>
        <p:spPr>
          <a:xfrm>
            <a:off x="7575804" y="3185287"/>
            <a:ext cx="914400" cy="9144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82"/>
          <p:cNvSpPr/>
          <p:nvPr/>
        </p:nvSpPr>
        <p:spPr>
          <a:xfrm>
            <a:off x="8490204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83"/>
          <p:cNvSpPr/>
          <p:nvPr/>
        </p:nvSpPr>
        <p:spPr>
          <a:xfrm>
            <a:off x="9404604" y="3185287"/>
            <a:ext cx="9144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84" descr="2줄 3칸 격자 6칸 중 왼쪽 1칸 줄 2칸 색칠"/>
          <p:cNvSpPr/>
          <p:nvPr/>
        </p:nvSpPr>
        <p:spPr>
          <a:xfrm>
            <a:off x="7575804" y="2270887"/>
            <a:ext cx="27432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85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 1 = 6분의 2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곱으로 통분해요</a:t>
            </a:r>
            <a:endParaRPr lang="ko-KR" sz="4000" dirty="0"/>
          </a:p>
        </p:txBody>
      </p:sp>
      <p:sp>
        <p:nvSpPr>
          <p:cNvPr id="3" name="S05-num86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4" name="S05-fracbar87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5-num88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6" name="S05-op89"/>
          <p:cNvSpPr txBox="1"/>
          <p:nvPr/>
        </p:nvSpPr>
        <p:spPr>
          <a:xfrm>
            <a:off x="1194816" y="1381252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7" name="S05-num90"/>
          <p:cNvSpPr txBox="1"/>
          <p:nvPr/>
        </p:nvSpPr>
        <p:spPr>
          <a:xfrm>
            <a:off x="180441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5-fracbar91"/>
          <p:cNvSpPr/>
          <p:nvPr/>
        </p:nvSpPr>
        <p:spPr>
          <a:xfrm>
            <a:off x="184099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5-num92"/>
          <p:cNvSpPr txBox="1"/>
          <p:nvPr/>
        </p:nvSpPr>
        <p:spPr>
          <a:xfrm>
            <a:off x="180441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5-cell93"/>
          <p:cNvSpPr/>
          <p:nvPr/>
        </p:nvSpPr>
        <p:spPr>
          <a:xfrm>
            <a:off x="692091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94"/>
          <p:cNvSpPr/>
          <p:nvPr/>
        </p:nvSpPr>
        <p:spPr>
          <a:xfrm>
            <a:off x="747083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95"/>
          <p:cNvSpPr/>
          <p:nvPr/>
        </p:nvSpPr>
        <p:spPr>
          <a:xfrm>
            <a:off x="802075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96"/>
          <p:cNvSpPr/>
          <p:nvPr/>
        </p:nvSpPr>
        <p:spPr>
          <a:xfrm>
            <a:off x="857067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97"/>
          <p:cNvSpPr/>
          <p:nvPr/>
        </p:nvSpPr>
        <p:spPr>
          <a:xfrm>
            <a:off x="692091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98"/>
          <p:cNvSpPr/>
          <p:nvPr/>
        </p:nvSpPr>
        <p:spPr>
          <a:xfrm>
            <a:off x="747083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99"/>
          <p:cNvSpPr/>
          <p:nvPr/>
        </p:nvSpPr>
        <p:spPr>
          <a:xfrm>
            <a:off x="802075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0"/>
          <p:cNvSpPr/>
          <p:nvPr/>
        </p:nvSpPr>
        <p:spPr>
          <a:xfrm>
            <a:off x="857067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1"/>
          <p:cNvSpPr/>
          <p:nvPr/>
        </p:nvSpPr>
        <p:spPr>
          <a:xfrm>
            <a:off x="692091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2"/>
          <p:cNvSpPr/>
          <p:nvPr/>
        </p:nvSpPr>
        <p:spPr>
          <a:xfrm>
            <a:off x="747083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103"/>
          <p:cNvSpPr/>
          <p:nvPr/>
        </p:nvSpPr>
        <p:spPr>
          <a:xfrm>
            <a:off x="802075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104"/>
          <p:cNvSpPr/>
          <p:nvPr/>
        </p:nvSpPr>
        <p:spPr>
          <a:xfrm>
            <a:off x="8570671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figure105" descr="3줄 4칸 격자 12칸 중 위 2줄 8칸 색칠(3분의 2)"/>
          <p:cNvSpPr/>
          <p:nvPr/>
        </p:nvSpPr>
        <p:spPr>
          <a:xfrm>
            <a:off x="6920911" y="3361929"/>
            <a:ext cx="2199681" cy="1649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5-label106"/>
          <p:cNvSpPr txBox="1"/>
          <p:nvPr/>
        </p:nvSpPr>
        <p:spPr>
          <a:xfrm>
            <a:off x="6920911" y="5840730"/>
            <a:ext cx="2199681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8</a:t>
            </a:r>
            <a:endParaRPr lang="ko-KR" sz="2200" dirty="0"/>
          </a:p>
        </p:txBody>
      </p:sp>
      <p:sp>
        <p:nvSpPr>
          <p:cNvPr id="24" name="S05-cell107"/>
          <p:cNvSpPr/>
          <p:nvPr/>
        </p:nvSpPr>
        <p:spPr>
          <a:xfrm>
            <a:off x="9440631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108"/>
          <p:cNvSpPr/>
          <p:nvPr/>
        </p:nvSpPr>
        <p:spPr>
          <a:xfrm>
            <a:off x="9990552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cell109"/>
          <p:cNvSpPr/>
          <p:nvPr/>
        </p:nvSpPr>
        <p:spPr>
          <a:xfrm>
            <a:off x="10540472" y="336192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cell110"/>
          <p:cNvSpPr/>
          <p:nvPr/>
        </p:nvSpPr>
        <p:spPr>
          <a:xfrm>
            <a:off x="11090392" y="336192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cell111"/>
          <p:cNvSpPr/>
          <p:nvPr/>
        </p:nvSpPr>
        <p:spPr>
          <a:xfrm>
            <a:off x="9440631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12"/>
          <p:cNvSpPr/>
          <p:nvPr/>
        </p:nvSpPr>
        <p:spPr>
          <a:xfrm>
            <a:off x="9990552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13"/>
          <p:cNvSpPr/>
          <p:nvPr/>
        </p:nvSpPr>
        <p:spPr>
          <a:xfrm>
            <a:off x="10540472" y="391184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14"/>
          <p:cNvSpPr/>
          <p:nvPr/>
        </p:nvSpPr>
        <p:spPr>
          <a:xfrm>
            <a:off x="11090392" y="391184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15"/>
          <p:cNvSpPr/>
          <p:nvPr/>
        </p:nvSpPr>
        <p:spPr>
          <a:xfrm>
            <a:off x="9440631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16"/>
          <p:cNvSpPr/>
          <p:nvPr/>
        </p:nvSpPr>
        <p:spPr>
          <a:xfrm>
            <a:off x="9990552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17"/>
          <p:cNvSpPr/>
          <p:nvPr/>
        </p:nvSpPr>
        <p:spPr>
          <a:xfrm>
            <a:off x="10540472" y="4461769"/>
            <a:ext cx="549920" cy="549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118"/>
          <p:cNvSpPr/>
          <p:nvPr/>
        </p:nvSpPr>
        <p:spPr>
          <a:xfrm>
            <a:off x="11090392" y="4461769"/>
            <a:ext cx="549920" cy="549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figure119" descr="3줄 4칸 격자 12칸 중 왼쪽 3칸 줄 9칸 색칠(4분의 3)"/>
          <p:cNvSpPr/>
          <p:nvPr/>
        </p:nvSpPr>
        <p:spPr>
          <a:xfrm>
            <a:off x="9440631" y="3361929"/>
            <a:ext cx="2199681" cy="1649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5-label120"/>
          <p:cNvSpPr txBox="1"/>
          <p:nvPr/>
        </p:nvSpPr>
        <p:spPr>
          <a:xfrm>
            <a:off x="9440631" y="5840730"/>
            <a:ext cx="2199681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12분의 9</a:t>
            </a:r>
            <a:endParaRPr lang="ko-KR" sz="2200" dirty="0"/>
          </a:p>
        </p:txBody>
      </p:sp>
      <p:sp>
        <p:nvSpPr>
          <p:cNvPr id="38" name="S05-stepno121"/>
          <p:cNvSpPr txBox="1"/>
          <p:nvPr/>
        </p:nvSpPr>
        <p:spPr>
          <a:xfrm>
            <a:off x="548640" y="29469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9" name="S05-text122"/>
          <p:cNvSpPr txBox="1"/>
          <p:nvPr/>
        </p:nvSpPr>
        <p:spPr>
          <a:xfrm>
            <a:off x="1325880" y="2901188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분모끼리 곱해요.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2800" dirty="0"/>
          </a:p>
        </p:txBody>
      </p:sp>
      <p:sp>
        <p:nvSpPr>
          <p:cNvPr id="40" name="S05-stepno123"/>
          <p:cNvSpPr txBox="1"/>
          <p:nvPr/>
        </p:nvSpPr>
        <p:spPr>
          <a:xfrm>
            <a:off x="548640" y="39791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1" name="S05-text124"/>
          <p:cNvSpPr txBox="1"/>
          <p:nvPr/>
        </p:nvSpPr>
        <p:spPr>
          <a:xfrm>
            <a:off x="1325880" y="393344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곱해요.</a:t>
            </a:r>
            <a:endParaRPr lang="ko-KR" sz="2800" dirty="0"/>
          </a:p>
        </p:txBody>
      </p:sp>
      <p:sp>
        <p:nvSpPr>
          <p:cNvPr id="42" name="S05-num125"/>
          <p:cNvSpPr txBox="1"/>
          <p:nvPr/>
        </p:nvSpPr>
        <p:spPr>
          <a:xfrm>
            <a:off x="4032416" y="393344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3" name="S05-fracbar126"/>
          <p:cNvSpPr/>
          <p:nvPr/>
        </p:nvSpPr>
        <p:spPr>
          <a:xfrm>
            <a:off x="4068992" y="438962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5-num127"/>
          <p:cNvSpPr txBox="1"/>
          <p:nvPr/>
        </p:nvSpPr>
        <p:spPr>
          <a:xfrm>
            <a:off x="4032416" y="44262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5" name="S05-op128"/>
          <p:cNvSpPr txBox="1"/>
          <p:nvPr/>
        </p:nvSpPr>
        <p:spPr>
          <a:xfrm>
            <a:off x="4625252" y="393344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6" name="S05-num129"/>
          <p:cNvSpPr txBox="1"/>
          <p:nvPr/>
        </p:nvSpPr>
        <p:spPr>
          <a:xfrm>
            <a:off x="5140364" y="393344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47" name="S05-fracbar130"/>
          <p:cNvSpPr/>
          <p:nvPr/>
        </p:nvSpPr>
        <p:spPr>
          <a:xfrm>
            <a:off x="5176940" y="438962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8" name="S05-num131"/>
          <p:cNvSpPr txBox="1"/>
          <p:nvPr/>
        </p:nvSpPr>
        <p:spPr>
          <a:xfrm>
            <a:off x="5140364" y="442620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49" name="S05-stepno132"/>
          <p:cNvSpPr txBox="1"/>
          <p:nvPr/>
        </p:nvSpPr>
        <p:spPr>
          <a:xfrm>
            <a:off x="548640" y="5056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50" name="S05-text133"/>
          <p:cNvSpPr txBox="1"/>
          <p:nvPr/>
        </p:nvSpPr>
        <p:spPr>
          <a:xfrm>
            <a:off x="1325880" y="501040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분모와 분자에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곱해요.</a:t>
            </a:r>
            <a:endParaRPr lang="ko-KR" sz="2800" dirty="0"/>
          </a:p>
        </p:txBody>
      </p:sp>
      <p:sp>
        <p:nvSpPr>
          <p:cNvPr id="51" name="S05-num134"/>
          <p:cNvSpPr txBox="1"/>
          <p:nvPr/>
        </p:nvSpPr>
        <p:spPr>
          <a:xfrm>
            <a:off x="4032416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52" name="S05-fracbar135"/>
          <p:cNvSpPr/>
          <p:nvPr/>
        </p:nvSpPr>
        <p:spPr>
          <a:xfrm>
            <a:off x="4068992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num136"/>
          <p:cNvSpPr txBox="1"/>
          <p:nvPr/>
        </p:nvSpPr>
        <p:spPr>
          <a:xfrm>
            <a:off x="4032416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4" name="S05-op137"/>
          <p:cNvSpPr txBox="1"/>
          <p:nvPr/>
        </p:nvSpPr>
        <p:spPr>
          <a:xfrm>
            <a:off x="4625252" y="501040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5" name="S05-num138"/>
          <p:cNvSpPr txBox="1"/>
          <p:nvPr/>
        </p:nvSpPr>
        <p:spPr>
          <a:xfrm>
            <a:off x="5140364" y="501040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6" name="S05-fracbar139"/>
          <p:cNvSpPr/>
          <p:nvPr/>
        </p:nvSpPr>
        <p:spPr>
          <a:xfrm>
            <a:off x="5176940" y="546658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num140"/>
          <p:cNvSpPr txBox="1"/>
          <p:nvPr/>
        </p:nvSpPr>
        <p:spPr>
          <a:xfrm>
            <a:off x="5140364" y="550316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통분 방법</a:t>
            </a:r>
            <a:endParaRPr lang="ko-KR" sz="4000" dirty="0"/>
          </a:p>
        </p:txBody>
      </p:sp>
      <p:sp>
        <p:nvSpPr>
          <p:cNvPr id="3" name="S06-card1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 5와 9분의 4를 통분해요.</a:t>
            </a:r>
            <a:endParaRPr lang="ko-KR" sz="2800" dirty="0"/>
          </a:p>
        </p:txBody>
      </p:sp>
      <p:sp>
        <p:nvSpPr>
          <p:cNvPr id="5" name="S06-card1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 모두 맞아요. 어느 쪽 수가 더 작나요?</a:t>
            </a:r>
            <a:endParaRPr lang="ko-KR" sz="2800" dirty="0"/>
          </a:p>
        </p:txBody>
      </p:sp>
      <p:sp>
        <p:nvSpPr>
          <p:cNvPr id="7" name="S06-chip1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 54로</a:t>
            </a:r>
            <a:endParaRPr lang="ko-KR" sz="2200" dirty="0"/>
          </a:p>
        </p:txBody>
      </p:sp>
      <p:sp>
        <p:nvSpPr>
          <p:cNvPr id="8" name="S06-num146"/>
          <p:cNvSpPr txBox="1"/>
          <p:nvPr/>
        </p:nvSpPr>
        <p:spPr>
          <a:xfrm>
            <a:off x="223443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200" dirty="0"/>
          </a:p>
        </p:txBody>
      </p:sp>
      <p:sp>
        <p:nvSpPr>
          <p:cNvPr id="9" name="S06-fracbar147"/>
          <p:cNvSpPr/>
          <p:nvPr/>
        </p:nvSpPr>
        <p:spPr>
          <a:xfrm>
            <a:off x="227101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6-num148"/>
          <p:cNvSpPr txBox="1"/>
          <p:nvPr/>
        </p:nvSpPr>
        <p:spPr>
          <a:xfrm>
            <a:off x="223443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3200" dirty="0"/>
          </a:p>
        </p:txBody>
      </p:sp>
      <p:sp>
        <p:nvSpPr>
          <p:cNvPr id="11" name="S06-op149"/>
          <p:cNvSpPr txBox="1"/>
          <p:nvPr/>
        </p:nvSpPr>
        <p:spPr>
          <a:xfrm>
            <a:off x="2980182" y="340537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12" name="S06-num150"/>
          <p:cNvSpPr txBox="1"/>
          <p:nvPr/>
        </p:nvSpPr>
        <p:spPr>
          <a:xfrm>
            <a:off x="3589782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200" dirty="0"/>
          </a:p>
        </p:txBody>
      </p:sp>
      <p:sp>
        <p:nvSpPr>
          <p:cNvPr id="13" name="S06-fracbar151"/>
          <p:cNvSpPr/>
          <p:nvPr/>
        </p:nvSpPr>
        <p:spPr>
          <a:xfrm>
            <a:off x="3626358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06-num152"/>
          <p:cNvSpPr txBox="1"/>
          <p:nvPr/>
        </p:nvSpPr>
        <p:spPr>
          <a:xfrm>
            <a:off x="3589782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3200" dirty="0"/>
          </a:p>
        </p:txBody>
      </p:sp>
      <p:sp>
        <p:nvSpPr>
          <p:cNvPr id="15" name="S06-text153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9 = 54</a:t>
            </a:r>
            <a:endParaRPr lang="ko-KR" sz="2200" dirty="0"/>
          </a:p>
        </p:txBody>
      </p:sp>
      <p:sp>
        <p:nvSpPr>
          <p:cNvPr id="16" name="S06-chip15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 18로</a:t>
            </a:r>
            <a:endParaRPr lang="ko-KR" sz="2200" dirty="0"/>
          </a:p>
        </p:txBody>
      </p:sp>
      <p:sp>
        <p:nvSpPr>
          <p:cNvPr id="17" name="S06-num155"/>
          <p:cNvSpPr txBox="1"/>
          <p:nvPr/>
        </p:nvSpPr>
        <p:spPr>
          <a:xfrm>
            <a:off x="7963154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18" name="S06-fracbar156"/>
          <p:cNvSpPr/>
          <p:nvPr/>
        </p:nvSpPr>
        <p:spPr>
          <a:xfrm>
            <a:off x="7999730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6-num157"/>
          <p:cNvSpPr txBox="1"/>
          <p:nvPr/>
        </p:nvSpPr>
        <p:spPr>
          <a:xfrm>
            <a:off x="7963154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0" name="S06-op158"/>
          <p:cNvSpPr txBox="1"/>
          <p:nvPr/>
        </p:nvSpPr>
        <p:spPr>
          <a:xfrm>
            <a:off x="8708898" y="3405378"/>
            <a:ext cx="499872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200" dirty="0"/>
          </a:p>
        </p:txBody>
      </p:sp>
      <p:sp>
        <p:nvSpPr>
          <p:cNvPr id="21" name="S06-num159"/>
          <p:cNvSpPr txBox="1"/>
          <p:nvPr/>
        </p:nvSpPr>
        <p:spPr>
          <a:xfrm>
            <a:off x="9318498" y="3405378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2" name="S06-fracbar160"/>
          <p:cNvSpPr/>
          <p:nvPr/>
        </p:nvSpPr>
        <p:spPr>
          <a:xfrm>
            <a:off x="9355074" y="3921506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6-num161"/>
          <p:cNvSpPr txBox="1"/>
          <p:nvPr/>
        </p:nvSpPr>
        <p:spPr>
          <a:xfrm>
            <a:off x="9318498" y="395808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3200" dirty="0"/>
          </a:p>
        </p:txBody>
      </p:sp>
      <p:sp>
        <p:nvSpPr>
          <p:cNvPr id="24" name="S06-text162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9의 최소공배수는 18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 보아요</a:t>
            </a:r>
            <a:endParaRPr lang="ko-KR" sz="4000" dirty="0"/>
          </a:p>
        </p:txBody>
      </p:sp>
      <p:sp>
        <p:nvSpPr>
          <p:cNvPr id="3" name="S07-text1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채워 통분해요.</a:t>
            </a:r>
            <a:endParaRPr lang="ko-KR" sz="2800" dirty="0"/>
          </a:p>
        </p:txBody>
      </p:sp>
      <p:sp>
        <p:nvSpPr>
          <p:cNvPr id="4" name="S07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곱이나 최소공배수를 공통분모로 해요.</a:t>
            </a:r>
            <a:endParaRPr lang="ko-KR" sz="2800" dirty="0"/>
          </a:p>
        </p:txBody>
      </p:sp>
      <p:sp>
        <p:nvSpPr>
          <p:cNvPr id="6" name="S07-chip1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num167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07-fracbar168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7-num169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0" name="S07-op170"/>
          <p:cNvSpPr txBox="1"/>
          <p:nvPr/>
        </p:nvSpPr>
        <p:spPr>
          <a:xfrm>
            <a:off x="1937004" y="201269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11" name="S07-num171"/>
          <p:cNvSpPr txBox="1"/>
          <p:nvPr/>
        </p:nvSpPr>
        <p:spPr>
          <a:xfrm>
            <a:off x="251612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7-fracbar172"/>
          <p:cNvSpPr/>
          <p:nvPr/>
        </p:nvSpPr>
        <p:spPr>
          <a:xfrm>
            <a:off x="255270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num173"/>
          <p:cNvSpPr txBox="1"/>
          <p:nvPr/>
        </p:nvSpPr>
        <p:spPr>
          <a:xfrm>
            <a:off x="251612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07-op174"/>
          <p:cNvSpPr txBox="1"/>
          <p:nvPr/>
        </p:nvSpPr>
        <p:spPr>
          <a:xfrm>
            <a:off x="3108960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15" name="S07-blank175"/>
          <p:cNvSpPr/>
          <p:nvPr/>
        </p:nvSpPr>
        <p:spPr>
          <a:xfrm>
            <a:off x="3956497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6" name="S07-fracbar176"/>
          <p:cNvSpPr/>
          <p:nvPr/>
        </p:nvSpPr>
        <p:spPr>
          <a:xfrm>
            <a:off x="3859784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num177"/>
          <p:cNvSpPr txBox="1"/>
          <p:nvPr/>
        </p:nvSpPr>
        <p:spPr>
          <a:xfrm>
            <a:off x="3823208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18" name="S07-op178"/>
          <p:cNvSpPr txBox="1"/>
          <p:nvPr/>
        </p:nvSpPr>
        <p:spPr>
          <a:xfrm>
            <a:off x="4510024" y="201269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19" name="S07-blank179"/>
          <p:cNvSpPr/>
          <p:nvPr/>
        </p:nvSpPr>
        <p:spPr>
          <a:xfrm>
            <a:off x="5222433" y="206724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07-fracbar180"/>
          <p:cNvSpPr/>
          <p:nvPr/>
        </p:nvSpPr>
        <p:spPr>
          <a:xfrm>
            <a:off x="5125720" y="246888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num181"/>
          <p:cNvSpPr txBox="1"/>
          <p:nvPr/>
        </p:nvSpPr>
        <p:spPr>
          <a:xfrm>
            <a:off x="5089144" y="250545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2" name="S07-chip1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3" name="S07-num183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4" name="S07-fracbar184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num185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6" name="S07-op186"/>
          <p:cNvSpPr txBox="1"/>
          <p:nvPr/>
        </p:nvSpPr>
        <p:spPr>
          <a:xfrm>
            <a:off x="1937004" y="310997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27" name="S07-num187"/>
          <p:cNvSpPr txBox="1"/>
          <p:nvPr/>
        </p:nvSpPr>
        <p:spPr>
          <a:xfrm>
            <a:off x="2516124" y="310997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8" name="S07-fracbar188"/>
          <p:cNvSpPr/>
          <p:nvPr/>
        </p:nvSpPr>
        <p:spPr>
          <a:xfrm>
            <a:off x="255270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num189"/>
          <p:cNvSpPr txBox="1"/>
          <p:nvPr/>
        </p:nvSpPr>
        <p:spPr>
          <a:xfrm>
            <a:off x="251612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30" name="S07-op190"/>
          <p:cNvSpPr txBox="1"/>
          <p:nvPr/>
        </p:nvSpPr>
        <p:spPr>
          <a:xfrm>
            <a:off x="3202940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31" name="S07-blank191"/>
          <p:cNvSpPr/>
          <p:nvPr/>
        </p:nvSpPr>
        <p:spPr>
          <a:xfrm>
            <a:off x="4050477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2" name="S07-fracbar192"/>
          <p:cNvSpPr/>
          <p:nvPr/>
        </p:nvSpPr>
        <p:spPr>
          <a:xfrm>
            <a:off x="3953764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num193"/>
          <p:cNvSpPr txBox="1"/>
          <p:nvPr/>
        </p:nvSpPr>
        <p:spPr>
          <a:xfrm>
            <a:off x="3917188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34" name="S07-op194"/>
          <p:cNvSpPr txBox="1"/>
          <p:nvPr/>
        </p:nvSpPr>
        <p:spPr>
          <a:xfrm>
            <a:off x="4604004" y="310997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35" name="S07-blank195"/>
          <p:cNvSpPr/>
          <p:nvPr/>
        </p:nvSpPr>
        <p:spPr>
          <a:xfrm>
            <a:off x="5316413" y="31645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6" name="S07-fracbar196"/>
          <p:cNvSpPr/>
          <p:nvPr/>
        </p:nvSpPr>
        <p:spPr>
          <a:xfrm>
            <a:off x="5219700" y="3566160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num197"/>
          <p:cNvSpPr txBox="1"/>
          <p:nvPr/>
        </p:nvSpPr>
        <p:spPr>
          <a:xfrm>
            <a:off x="5183124" y="3602736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2800" dirty="0"/>
          </a:p>
        </p:txBody>
      </p:sp>
      <p:sp>
        <p:nvSpPr>
          <p:cNvPr id="38" name="S07-chip19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9" name="S07-num199"/>
          <p:cNvSpPr txBox="1"/>
          <p:nvPr/>
        </p:nvSpPr>
        <p:spPr>
          <a:xfrm>
            <a:off x="134416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7-fracbar200"/>
          <p:cNvSpPr/>
          <p:nvPr/>
        </p:nvSpPr>
        <p:spPr>
          <a:xfrm>
            <a:off x="138074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7-num201"/>
          <p:cNvSpPr txBox="1"/>
          <p:nvPr/>
        </p:nvSpPr>
        <p:spPr>
          <a:xfrm>
            <a:off x="134416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42" name="S07-op202"/>
          <p:cNvSpPr txBox="1"/>
          <p:nvPr/>
        </p:nvSpPr>
        <p:spPr>
          <a:xfrm>
            <a:off x="1937004" y="420725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43" name="S07-num203"/>
          <p:cNvSpPr txBox="1"/>
          <p:nvPr/>
        </p:nvSpPr>
        <p:spPr>
          <a:xfrm>
            <a:off x="251612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44" name="S07-fracbar204"/>
          <p:cNvSpPr/>
          <p:nvPr/>
        </p:nvSpPr>
        <p:spPr>
          <a:xfrm>
            <a:off x="255270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7-num205"/>
          <p:cNvSpPr txBox="1"/>
          <p:nvPr/>
        </p:nvSpPr>
        <p:spPr>
          <a:xfrm>
            <a:off x="251612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6" name="S07-op206"/>
          <p:cNvSpPr txBox="1"/>
          <p:nvPr/>
        </p:nvSpPr>
        <p:spPr>
          <a:xfrm>
            <a:off x="3108960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2800" dirty="0"/>
          </a:p>
        </p:txBody>
      </p:sp>
      <p:sp>
        <p:nvSpPr>
          <p:cNvPr id="47" name="S07-blank207"/>
          <p:cNvSpPr/>
          <p:nvPr/>
        </p:nvSpPr>
        <p:spPr>
          <a:xfrm>
            <a:off x="3909507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8" name="S07-fracbar208"/>
          <p:cNvSpPr/>
          <p:nvPr/>
        </p:nvSpPr>
        <p:spPr>
          <a:xfrm>
            <a:off x="385978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7-num209"/>
          <p:cNvSpPr txBox="1"/>
          <p:nvPr/>
        </p:nvSpPr>
        <p:spPr>
          <a:xfrm>
            <a:off x="382320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0" name="S07-op210"/>
          <p:cNvSpPr txBox="1"/>
          <p:nvPr/>
        </p:nvSpPr>
        <p:spPr>
          <a:xfrm>
            <a:off x="4416044" y="4207256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51" name="S07-blank211"/>
          <p:cNvSpPr/>
          <p:nvPr/>
        </p:nvSpPr>
        <p:spPr>
          <a:xfrm>
            <a:off x="5081463" y="42618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07-fracbar212"/>
          <p:cNvSpPr/>
          <p:nvPr/>
        </p:nvSpPr>
        <p:spPr>
          <a:xfrm>
            <a:off x="503174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7-num213"/>
          <p:cNvSpPr txBox="1"/>
          <p:nvPr/>
        </p:nvSpPr>
        <p:spPr>
          <a:xfrm>
            <a:off x="499516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통분해서 크기 비교</a:t>
            </a:r>
            <a:endParaRPr lang="ko-KR" sz="4000" dirty="0"/>
          </a:p>
        </p:txBody>
      </p:sp>
      <p:sp>
        <p:nvSpPr>
          <p:cNvPr id="3" name="S08-num214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" name="S08-fracbar215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8-num216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8-op217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7" name="S08-num218"/>
          <p:cNvSpPr txBox="1"/>
          <p:nvPr/>
        </p:nvSpPr>
        <p:spPr>
          <a:xfrm>
            <a:off x="1958848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8" name="S08-fracbar219"/>
          <p:cNvSpPr/>
          <p:nvPr/>
        </p:nvSpPr>
        <p:spPr>
          <a:xfrm>
            <a:off x="1995424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20"/>
          <p:cNvSpPr txBox="1"/>
          <p:nvPr/>
        </p:nvSpPr>
        <p:spPr>
          <a:xfrm>
            <a:off x="1958848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8-num221"/>
          <p:cNvSpPr txBox="1"/>
          <p:nvPr/>
        </p:nvSpPr>
        <p:spPr>
          <a:xfrm>
            <a:off x="7089567" y="341630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1" name="S08-fracbar222"/>
          <p:cNvSpPr/>
          <p:nvPr/>
        </p:nvSpPr>
        <p:spPr>
          <a:xfrm>
            <a:off x="7126143" y="3872484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8-num223"/>
          <p:cNvSpPr txBox="1"/>
          <p:nvPr/>
        </p:nvSpPr>
        <p:spPr>
          <a:xfrm>
            <a:off x="7089567" y="3909060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13" name="S08-cell224"/>
          <p:cNvSpPr/>
          <p:nvPr/>
        </p:nvSpPr>
        <p:spPr>
          <a:xfrm>
            <a:off x="7972471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25"/>
          <p:cNvSpPr/>
          <p:nvPr/>
        </p:nvSpPr>
        <p:spPr>
          <a:xfrm>
            <a:off x="8216993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226"/>
          <p:cNvSpPr/>
          <p:nvPr/>
        </p:nvSpPr>
        <p:spPr>
          <a:xfrm>
            <a:off x="8461516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227"/>
          <p:cNvSpPr/>
          <p:nvPr/>
        </p:nvSpPr>
        <p:spPr>
          <a:xfrm>
            <a:off x="8706039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28"/>
          <p:cNvSpPr/>
          <p:nvPr/>
        </p:nvSpPr>
        <p:spPr>
          <a:xfrm>
            <a:off x="8950562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29"/>
          <p:cNvSpPr/>
          <p:nvPr/>
        </p:nvSpPr>
        <p:spPr>
          <a:xfrm>
            <a:off x="9195084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30"/>
          <p:cNvSpPr/>
          <p:nvPr/>
        </p:nvSpPr>
        <p:spPr>
          <a:xfrm>
            <a:off x="9439607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31"/>
          <p:cNvSpPr/>
          <p:nvPr/>
        </p:nvSpPr>
        <p:spPr>
          <a:xfrm>
            <a:off x="9684130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32"/>
          <p:cNvSpPr/>
          <p:nvPr/>
        </p:nvSpPr>
        <p:spPr>
          <a:xfrm>
            <a:off x="9928653" y="3461004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233"/>
          <p:cNvSpPr/>
          <p:nvPr/>
        </p:nvSpPr>
        <p:spPr>
          <a:xfrm>
            <a:off x="10173175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cell234"/>
          <p:cNvSpPr/>
          <p:nvPr/>
        </p:nvSpPr>
        <p:spPr>
          <a:xfrm>
            <a:off x="10417698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cell235"/>
          <p:cNvSpPr/>
          <p:nvPr/>
        </p:nvSpPr>
        <p:spPr>
          <a:xfrm>
            <a:off x="10662221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cell236"/>
          <p:cNvSpPr/>
          <p:nvPr/>
        </p:nvSpPr>
        <p:spPr>
          <a:xfrm>
            <a:off x="10906744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cell237"/>
          <p:cNvSpPr/>
          <p:nvPr/>
        </p:nvSpPr>
        <p:spPr>
          <a:xfrm>
            <a:off x="11151266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cell238"/>
          <p:cNvSpPr/>
          <p:nvPr/>
        </p:nvSpPr>
        <p:spPr>
          <a:xfrm>
            <a:off x="11395789" y="3461004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figure239" descr="똑같이 15칸으로 나눈 띠, 9칸 색칠"/>
          <p:cNvSpPr/>
          <p:nvPr/>
        </p:nvSpPr>
        <p:spPr>
          <a:xfrm>
            <a:off x="7972471" y="3461004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9" name="S08-num240"/>
          <p:cNvSpPr txBox="1"/>
          <p:nvPr/>
        </p:nvSpPr>
        <p:spPr>
          <a:xfrm>
            <a:off x="7089567" y="449529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0" name="S08-fracbar241"/>
          <p:cNvSpPr/>
          <p:nvPr/>
        </p:nvSpPr>
        <p:spPr>
          <a:xfrm>
            <a:off x="7126143" y="495147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8-num242"/>
          <p:cNvSpPr txBox="1"/>
          <p:nvPr/>
        </p:nvSpPr>
        <p:spPr>
          <a:xfrm>
            <a:off x="7089567" y="498805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32" name="S08-cell243"/>
          <p:cNvSpPr/>
          <p:nvPr/>
        </p:nvSpPr>
        <p:spPr>
          <a:xfrm>
            <a:off x="7972471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cell244"/>
          <p:cNvSpPr/>
          <p:nvPr/>
        </p:nvSpPr>
        <p:spPr>
          <a:xfrm>
            <a:off x="8216993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cell245"/>
          <p:cNvSpPr/>
          <p:nvPr/>
        </p:nvSpPr>
        <p:spPr>
          <a:xfrm>
            <a:off x="8461516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46"/>
          <p:cNvSpPr/>
          <p:nvPr/>
        </p:nvSpPr>
        <p:spPr>
          <a:xfrm>
            <a:off x="8706039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47"/>
          <p:cNvSpPr/>
          <p:nvPr/>
        </p:nvSpPr>
        <p:spPr>
          <a:xfrm>
            <a:off x="8950562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48"/>
          <p:cNvSpPr/>
          <p:nvPr/>
        </p:nvSpPr>
        <p:spPr>
          <a:xfrm>
            <a:off x="9195084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49"/>
          <p:cNvSpPr/>
          <p:nvPr/>
        </p:nvSpPr>
        <p:spPr>
          <a:xfrm>
            <a:off x="9439607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50"/>
          <p:cNvSpPr/>
          <p:nvPr/>
        </p:nvSpPr>
        <p:spPr>
          <a:xfrm>
            <a:off x="9684130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51"/>
          <p:cNvSpPr/>
          <p:nvPr/>
        </p:nvSpPr>
        <p:spPr>
          <a:xfrm>
            <a:off x="9928653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252"/>
          <p:cNvSpPr/>
          <p:nvPr/>
        </p:nvSpPr>
        <p:spPr>
          <a:xfrm>
            <a:off x="10173175" y="4539996"/>
            <a:ext cx="24452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253"/>
          <p:cNvSpPr/>
          <p:nvPr/>
        </p:nvSpPr>
        <p:spPr>
          <a:xfrm>
            <a:off x="10417698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cell254"/>
          <p:cNvSpPr/>
          <p:nvPr/>
        </p:nvSpPr>
        <p:spPr>
          <a:xfrm>
            <a:off x="10662221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8-cell255"/>
          <p:cNvSpPr/>
          <p:nvPr/>
        </p:nvSpPr>
        <p:spPr>
          <a:xfrm>
            <a:off x="10906744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8-cell256"/>
          <p:cNvSpPr/>
          <p:nvPr/>
        </p:nvSpPr>
        <p:spPr>
          <a:xfrm>
            <a:off x="11151266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cell257"/>
          <p:cNvSpPr/>
          <p:nvPr/>
        </p:nvSpPr>
        <p:spPr>
          <a:xfrm>
            <a:off x="11395789" y="4539996"/>
            <a:ext cx="24452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8-figure258" descr="똑같이 15칸으로 나눈 띠, 10칸 색칠"/>
          <p:cNvSpPr/>
          <p:nvPr/>
        </p:nvSpPr>
        <p:spPr>
          <a:xfrm>
            <a:off x="7972471" y="4539996"/>
            <a:ext cx="3667841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8" name="S08-guide259"/>
          <p:cNvSpPr/>
          <p:nvPr/>
        </p:nvSpPr>
        <p:spPr>
          <a:xfrm>
            <a:off x="10173175" y="3323844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49" name="S08-stepno260"/>
          <p:cNvSpPr txBox="1"/>
          <p:nvPr/>
        </p:nvSpPr>
        <p:spPr>
          <a:xfrm>
            <a:off x="548640" y="29469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50" name="S08-text261"/>
          <p:cNvSpPr txBox="1"/>
          <p:nvPr/>
        </p:nvSpPr>
        <p:spPr>
          <a:xfrm>
            <a:off x="1325880" y="2901188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공통분모 15로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통분해요.</a:t>
            </a:r>
            <a:endParaRPr lang="ko-KR" sz="2800" dirty="0"/>
          </a:p>
        </p:txBody>
      </p:sp>
      <p:sp>
        <p:nvSpPr>
          <p:cNvPr id="51" name="S08-num262"/>
          <p:cNvSpPr txBox="1"/>
          <p:nvPr/>
        </p:nvSpPr>
        <p:spPr>
          <a:xfrm>
            <a:off x="4032416" y="290118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52" name="S08-fracbar263"/>
          <p:cNvSpPr/>
          <p:nvPr/>
        </p:nvSpPr>
        <p:spPr>
          <a:xfrm>
            <a:off x="4068992" y="3357372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8-num264"/>
          <p:cNvSpPr txBox="1"/>
          <p:nvPr/>
        </p:nvSpPr>
        <p:spPr>
          <a:xfrm>
            <a:off x="4032416" y="339394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54" name="S08-op265"/>
          <p:cNvSpPr txBox="1"/>
          <p:nvPr/>
        </p:nvSpPr>
        <p:spPr>
          <a:xfrm>
            <a:off x="4719232" y="2901188"/>
            <a:ext cx="469392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2800" dirty="0"/>
          </a:p>
        </p:txBody>
      </p:sp>
      <p:sp>
        <p:nvSpPr>
          <p:cNvPr id="55" name="S08-num266"/>
          <p:cNvSpPr txBox="1"/>
          <p:nvPr/>
        </p:nvSpPr>
        <p:spPr>
          <a:xfrm>
            <a:off x="5298352" y="290118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56" name="S08-fracbar267"/>
          <p:cNvSpPr/>
          <p:nvPr/>
        </p:nvSpPr>
        <p:spPr>
          <a:xfrm>
            <a:off x="5334928" y="3357372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8-num268"/>
          <p:cNvSpPr txBox="1"/>
          <p:nvPr/>
        </p:nvSpPr>
        <p:spPr>
          <a:xfrm>
            <a:off x="5298352" y="3393948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800" dirty="0"/>
          </a:p>
        </p:txBody>
      </p:sp>
      <p:sp>
        <p:nvSpPr>
          <p:cNvPr id="58" name="S08-stepno269"/>
          <p:cNvSpPr txBox="1"/>
          <p:nvPr/>
        </p:nvSpPr>
        <p:spPr>
          <a:xfrm>
            <a:off x="548640" y="402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9" name="S08-text270"/>
          <p:cNvSpPr txBox="1"/>
          <p:nvPr/>
        </p:nvSpPr>
        <p:spPr>
          <a:xfrm>
            <a:off x="1325880" y="3978148"/>
            <a:ext cx="2706536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분자를 비교해요.</a:t>
            </a:r>
            <a:endParaRPr lang="ko-KR" sz="2800" dirty="0"/>
          </a:p>
        </p:txBody>
      </p:sp>
      <p:sp>
        <p:nvSpPr>
          <p:cNvPr id="60" name="S08-eqtext271"/>
          <p:cNvSpPr txBox="1"/>
          <p:nvPr/>
        </p:nvSpPr>
        <p:spPr>
          <a:xfrm>
            <a:off x="4032416" y="3978148"/>
            <a:ext cx="252273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&lt; 10</a:t>
            </a:r>
            <a:endParaRPr lang="ko-KR" sz="2800" dirty="0"/>
          </a:p>
        </p:txBody>
      </p:sp>
      <p:sp>
        <p:nvSpPr>
          <p:cNvPr id="61" name="S08-stepno272"/>
          <p:cNvSpPr txBox="1"/>
          <p:nvPr/>
        </p:nvSpPr>
        <p:spPr>
          <a:xfrm>
            <a:off x="548640" y="5056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62" name="S08-text273"/>
          <p:cNvSpPr txBox="1"/>
          <p:nvPr/>
        </p:nvSpPr>
        <p:spPr>
          <a:xfrm>
            <a:off x="1325880" y="5010404"/>
            <a:ext cx="270653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</a:t>
            </a:r>
            <a:endParaRPr lang="ko-KR" sz="2800" dirty="0"/>
          </a:p>
        </p:txBody>
      </p:sp>
      <p:sp>
        <p:nvSpPr>
          <p:cNvPr id="63" name="S08-num274"/>
          <p:cNvSpPr txBox="1"/>
          <p:nvPr/>
        </p:nvSpPr>
        <p:spPr>
          <a:xfrm>
            <a:off x="4032416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64" name="S08-fracbar275"/>
          <p:cNvSpPr/>
          <p:nvPr/>
        </p:nvSpPr>
        <p:spPr>
          <a:xfrm>
            <a:off x="4068992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8-num276"/>
          <p:cNvSpPr txBox="1"/>
          <p:nvPr/>
        </p:nvSpPr>
        <p:spPr>
          <a:xfrm>
            <a:off x="4032416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66" name="S08-op277"/>
          <p:cNvSpPr txBox="1"/>
          <p:nvPr/>
        </p:nvSpPr>
        <p:spPr>
          <a:xfrm>
            <a:off x="4625252" y="501040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&lt;</a:t>
            </a:r>
            <a:endParaRPr lang="ko-KR" sz="2800" dirty="0"/>
          </a:p>
        </p:txBody>
      </p:sp>
      <p:sp>
        <p:nvSpPr>
          <p:cNvPr id="67" name="S08-num278"/>
          <p:cNvSpPr txBox="1"/>
          <p:nvPr/>
        </p:nvSpPr>
        <p:spPr>
          <a:xfrm>
            <a:off x="5140364" y="501040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68" name="S08-fracbar279"/>
          <p:cNvSpPr/>
          <p:nvPr/>
        </p:nvSpPr>
        <p:spPr>
          <a:xfrm>
            <a:off x="5176940" y="546658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9" name="S08-num280"/>
          <p:cNvSpPr txBox="1"/>
          <p:nvPr/>
        </p:nvSpPr>
        <p:spPr>
          <a:xfrm>
            <a:off x="5140364" y="550316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크기를 비교해요</a:t>
            </a:r>
            <a:endParaRPr lang="ko-KR" sz="4000" dirty="0"/>
          </a:p>
        </p:txBody>
      </p:sp>
      <p:sp>
        <p:nvSpPr>
          <p:cNvPr id="3" name="S09-text2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안에 &gt;, =, &lt; 중 알맞은 것을 넣어요.</a:t>
            </a:r>
            <a:endParaRPr lang="ko-KR" sz="2800" dirty="0"/>
          </a:p>
        </p:txBody>
      </p:sp>
      <p:sp>
        <p:nvSpPr>
          <p:cNvPr id="4" name="S09-card2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통분한 다음 분자를 비교해요.</a:t>
            </a:r>
            <a:endParaRPr lang="ko-KR" sz="2800" dirty="0"/>
          </a:p>
        </p:txBody>
      </p:sp>
      <p:sp>
        <p:nvSpPr>
          <p:cNvPr id="6" name="S09-chip28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num285"/>
          <p:cNvSpPr txBox="1"/>
          <p:nvPr/>
        </p:nvSpPr>
        <p:spPr>
          <a:xfrm>
            <a:off x="1344168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9-fracbar286"/>
          <p:cNvSpPr/>
          <p:nvPr/>
        </p:nvSpPr>
        <p:spPr>
          <a:xfrm>
            <a:off x="1380744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9-num287"/>
          <p:cNvSpPr txBox="1"/>
          <p:nvPr/>
        </p:nvSpPr>
        <p:spPr>
          <a:xfrm>
            <a:off x="1344168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9-op288"/>
          <p:cNvSpPr txBox="1"/>
          <p:nvPr/>
        </p:nvSpPr>
        <p:spPr>
          <a:xfrm>
            <a:off x="1990344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11" name="S09-num289"/>
          <p:cNvSpPr txBox="1"/>
          <p:nvPr/>
        </p:nvSpPr>
        <p:spPr>
          <a:xfrm>
            <a:off x="2754376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12" name="S09-fracbar290"/>
          <p:cNvSpPr/>
          <p:nvPr/>
        </p:nvSpPr>
        <p:spPr>
          <a:xfrm>
            <a:off x="2790952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9-num291"/>
          <p:cNvSpPr txBox="1"/>
          <p:nvPr/>
        </p:nvSpPr>
        <p:spPr>
          <a:xfrm>
            <a:off x="2754376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4" name="S09-chip2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9-num293"/>
          <p:cNvSpPr txBox="1"/>
          <p:nvPr/>
        </p:nvSpPr>
        <p:spPr>
          <a:xfrm>
            <a:off x="7072884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6" name="S09-fracbar294"/>
          <p:cNvSpPr/>
          <p:nvPr/>
        </p:nvSpPr>
        <p:spPr>
          <a:xfrm>
            <a:off x="7109460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9-num295"/>
          <p:cNvSpPr txBox="1"/>
          <p:nvPr/>
        </p:nvSpPr>
        <p:spPr>
          <a:xfrm>
            <a:off x="7072884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8" name="S09-op296"/>
          <p:cNvSpPr txBox="1"/>
          <p:nvPr/>
        </p:nvSpPr>
        <p:spPr>
          <a:xfrm>
            <a:off x="7719060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19" name="S09-num297"/>
          <p:cNvSpPr txBox="1"/>
          <p:nvPr/>
        </p:nvSpPr>
        <p:spPr>
          <a:xfrm>
            <a:off x="8483092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0" name="S09-fracbar298"/>
          <p:cNvSpPr/>
          <p:nvPr/>
        </p:nvSpPr>
        <p:spPr>
          <a:xfrm>
            <a:off x="8519668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9-num299"/>
          <p:cNvSpPr txBox="1"/>
          <p:nvPr/>
        </p:nvSpPr>
        <p:spPr>
          <a:xfrm>
            <a:off x="8483092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2" name="S09-chip30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9-num301"/>
          <p:cNvSpPr txBox="1"/>
          <p:nvPr/>
        </p:nvSpPr>
        <p:spPr>
          <a:xfrm>
            <a:off x="1344168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4" name="S09-fracbar302"/>
          <p:cNvSpPr/>
          <p:nvPr/>
        </p:nvSpPr>
        <p:spPr>
          <a:xfrm>
            <a:off x="1380744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09-num303"/>
          <p:cNvSpPr txBox="1"/>
          <p:nvPr/>
        </p:nvSpPr>
        <p:spPr>
          <a:xfrm>
            <a:off x="1344168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6" name="S09-op304"/>
          <p:cNvSpPr txBox="1"/>
          <p:nvPr/>
        </p:nvSpPr>
        <p:spPr>
          <a:xfrm>
            <a:off x="2089912" y="38729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27" name="S09-num305"/>
          <p:cNvSpPr txBox="1"/>
          <p:nvPr/>
        </p:nvSpPr>
        <p:spPr>
          <a:xfrm>
            <a:off x="2853944" y="38729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8" name="S09-fracbar306"/>
          <p:cNvSpPr/>
          <p:nvPr/>
        </p:nvSpPr>
        <p:spPr>
          <a:xfrm>
            <a:off x="2890520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09-num307"/>
          <p:cNvSpPr txBox="1"/>
          <p:nvPr/>
        </p:nvSpPr>
        <p:spPr>
          <a:xfrm>
            <a:off x="2853944" y="44256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30" name="S09-chip30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1" name="S09-num309"/>
          <p:cNvSpPr txBox="1"/>
          <p:nvPr/>
        </p:nvSpPr>
        <p:spPr>
          <a:xfrm>
            <a:off x="7072884" y="387299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2" name="S09-fracbar310"/>
          <p:cNvSpPr/>
          <p:nvPr/>
        </p:nvSpPr>
        <p:spPr>
          <a:xfrm>
            <a:off x="7109460" y="438912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9-num311"/>
          <p:cNvSpPr txBox="1"/>
          <p:nvPr/>
        </p:nvSpPr>
        <p:spPr>
          <a:xfrm>
            <a:off x="7072884" y="442569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4" name="S09-op312"/>
          <p:cNvSpPr txBox="1"/>
          <p:nvPr/>
        </p:nvSpPr>
        <p:spPr>
          <a:xfrm>
            <a:off x="7719060" y="387299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35" name="S09-num313"/>
          <p:cNvSpPr txBox="1"/>
          <p:nvPr/>
        </p:nvSpPr>
        <p:spPr>
          <a:xfrm>
            <a:off x="8483092" y="387299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36" name="S09-fracbar314"/>
          <p:cNvSpPr/>
          <p:nvPr/>
        </p:nvSpPr>
        <p:spPr>
          <a:xfrm>
            <a:off x="8519668" y="438912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9-num315"/>
          <p:cNvSpPr txBox="1"/>
          <p:nvPr/>
        </p:nvSpPr>
        <p:spPr>
          <a:xfrm>
            <a:off x="8483092" y="442569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31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1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 4와 7분의 5 중 어느 것이 더 클까요?</a:t>
            </a:r>
            <a:endParaRPr lang="ko-KR" sz="2800" dirty="0"/>
          </a:p>
        </p:txBody>
      </p:sp>
      <p:sp>
        <p:nvSpPr>
          <p:cNvPr id="5" name="S10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까닭을 말해요.</a:t>
            </a:r>
            <a:endParaRPr lang="ko-KR" sz="2800" dirty="0"/>
          </a:p>
        </p:txBody>
      </p:sp>
      <p:sp>
        <p:nvSpPr>
          <p:cNvPr id="7" name="S10-chip32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7분의 5</a:t>
            </a:r>
            <a:endParaRPr lang="ko-KR" sz="2200" dirty="0"/>
          </a:p>
        </p:txBody>
      </p:sp>
      <p:sp>
        <p:nvSpPr>
          <p:cNvPr id="8" name="S10-text32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분모도 분자도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크니까요.</a:t>
            </a:r>
            <a:endParaRPr lang="ko-KR" sz="2800" dirty="0"/>
          </a:p>
        </p:txBody>
      </p:sp>
      <p:sp>
        <p:nvSpPr>
          <p:cNvPr id="9" name="S10-chip32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5분의 4</a:t>
            </a:r>
            <a:endParaRPr lang="ko-KR" sz="2200" dirty="0"/>
          </a:p>
        </p:txBody>
      </p:sp>
      <p:sp>
        <p:nvSpPr>
          <p:cNvPr id="10" name="S10-text32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통분하면 35분의 28과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35분의 25예요.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통분하고, ③④는 ○에 &gt;, =, &lt;를 넣어요.</a:t>
            </a:r>
            <a:endParaRPr lang="ko-KR" sz="2800" dirty="0"/>
          </a:p>
        </p:txBody>
      </p:sp>
      <p:sp>
        <p:nvSpPr>
          <p:cNvPr id="4" name="S11-chip32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26"/>
          <p:cNvSpPr txBox="1"/>
          <p:nvPr/>
        </p:nvSpPr>
        <p:spPr>
          <a:xfrm>
            <a:off x="1344168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6" name="S11-fracbar327"/>
          <p:cNvSpPr/>
          <p:nvPr/>
        </p:nvSpPr>
        <p:spPr>
          <a:xfrm>
            <a:off x="1380744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7" name="S11-num328"/>
          <p:cNvSpPr txBox="1"/>
          <p:nvPr/>
        </p:nvSpPr>
        <p:spPr>
          <a:xfrm>
            <a:off x="1344168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000" dirty="0"/>
          </a:p>
        </p:txBody>
      </p:sp>
      <p:sp>
        <p:nvSpPr>
          <p:cNvPr id="8" name="S11-op329"/>
          <p:cNvSpPr txBox="1"/>
          <p:nvPr/>
        </p:nvSpPr>
        <p:spPr>
          <a:xfrm>
            <a:off x="1963674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9" name="S11-num330"/>
          <p:cNvSpPr txBox="1"/>
          <p:nvPr/>
        </p:nvSpPr>
        <p:spPr>
          <a:xfrm>
            <a:off x="2558034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0" name="S11-fracbar331"/>
          <p:cNvSpPr/>
          <p:nvPr/>
        </p:nvSpPr>
        <p:spPr>
          <a:xfrm>
            <a:off x="2594610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1" name="S11-num332"/>
          <p:cNvSpPr txBox="1"/>
          <p:nvPr/>
        </p:nvSpPr>
        <p:spPr>
          <a:xfrm>
            <a:off x="2558034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000" dirty="0"/>
          </a:p>
        </p:txBody>
      </p:sp>
      <p:sp>
        <p:nvSpPr>
          <p:cNvPr id="12" name="S11-op333"/>
          <p:cNvSpPr txBox="1"/>
          <p:nvPr/>
        </p:nvSpPr>
        <p:spPr>
          <a:xfrm>
            <a:off x="3177540" y="225704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000" dirty="0"/>
          </a:p>
        </p:txBody>
      </p:sp>
      <p:sp>
        <p:nvSpPr>
          <p:cNvPr id="13" name="S11-blank334"/>
          <p:cNvSpPr/>
          <p:nvPr/>
        </p:nvSpPr>
        <p:spPr>
          <a:xfrm>
            <a:off x="4053611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11-fracbar335"/>
          <p:cNvSpPr/>
          <p:nvPr/>
        </p:nvSpPr>
        <p:spPr>
          <a:xfrm>
            <a:off x="3953256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5" name="S11-num336"/>
          <p:cNvSpPr txBox="1"/>
          <p:nvPr/>
        </p:nvSpPr>
        <p:spPr>
          <a:xfrm>
            <a:off x="3916680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000" dirty="0"/>
          </a:p>
        </p:txBody>
      </p:sp>
      <p:sp>
        <p:nvSpPr>
          <p:cNvPr id="16" name="S11-op337"/>
          <p:cNvSpPr txBox="1"/>
          <p:nvPr/>
        </p:nvSpPr>
        <p:spPr>
          <a:xfrm>
            <a:off x="4632960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17" name="S11-blank338"/>
          <p:cNvSpPr/>
          <p:nvPr/>
        </p:nvSpPr>
        <p:spPr>
          <a:xfrm>
            <a:off x="5364251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11-fracbar339"/>
          <p:cNvSpPr/>
          <p:nvPr/>
        </p:nvSpPr>
        <p:spPr>
          <a:xfrm>
            <a:off x="5263896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9" name="S11-num340"/>
          <p:cNvSpPr txBox="1"/>
          <p:nvPr/>
        </p:nvSpPr>
        <p:spPr>
          <a:xfrm>
            <a:off x="5227320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000" dirty="0"/>
          </a:p>
        </p:txBody>
      </p:sp>
      <p:sp>
        <p:nvSpPr>
          <p:cNvPr id="20" name="S11-chip34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num342"/>
          <p:cNvSpPr txBox="1"/>
          <p:nvPr/>
        </p:nvSpPr>
        <p:spPr>
          <a:xfrm>
            <a:off x="7072884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2" name="S11-fracbar343"/>
          <p:cNvSpPr/>
          <p:nvPr/>
        </p:nvSpPr>
        <p:spPr>
          <a:xfrm>
            <a:off x="7109460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3" name="S11-num344"/>
          <p:cNvSpPr txBox="1"/>
          <p:nvPr/>
        </p:nvSpPr>
        <p:spPr>
          <a:xfrm>
            <a:off x="7072884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24" name="S11-op345"/>
          <p:cNvSpPr txBox="1"/>
          <p:nvPr/>
        </p:nvSpPr>
        <p:spPr>
          <a:xfrm>
            <a:off x="7692390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25" name="S11-num346"/>
          <p:cNvSpPr txBox="1"/>
          <p:nvPr/>
        </p:nvSpPr>
        <p:spPr>
          <a:xfrm>
            <a:off x="8286750" y="2257044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6" name="S11-fracbar347"/>
          <p:cNvSpPr/>
          <p:nvPr/>
        </p:nvSpPr>
        <p:spPr>
          <a:xfrm>
            <a:off x="8323326" y="2743200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7" name="S11-num348"/>
          <p:cNvSpPr txBox="1"/>
          <p:nvPr/>
        </p:nvSpPr>
        <p:spPr>
          <a:xfrm>
            <a:off x="8286750" y="2779776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8" name="S11-op349"/>
          <p:cNvSpPr txBox="1"/>
          <p:nvPr/>
        </p:nvSpPr>
        <p:spPr>
          <a:xfrm>
            <a:off x="8906256" y="2257044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ko-KR" sz="3000" dirty="0"/>
          </a:p>
        </p:txBody>
      </p:sp>
      <p:sp>
        <p:nvSpPr>
          <p:cNvPr id="29" name="S11-blank350"/>
          <p:cNvSpPr/>
          <p:nvPr/>
        </p:nvSpPr>
        <p:spPr>
          <a:xfrm>
            <a:off x="9782327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1-fracbar351"/>
          <p:cNvSpPr/>
          <p:nvPr/>
        </p:nvSpPr>
        <p:spPr>
          <a:xfrm>
            <a:off x="9681972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1" name="S11-num352"/>
          <p:cNvSpPr txBox="1"/>
          <p:nvPr/>
        </p:nvSpPr>
        <p:spPr>
          <a:xfrm>
            <a:off x="9645396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2" name="S11-op353"/>
          <p:cNvSpPr txBox="1"/>
          <p:nvPr/>
        </p:nvSpPr>
        <p:spPr>
          <a:xfrm>
            <a:off x="10361676" y="2257044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33" name="S11-blank354"/>
          <p:cNvSpPr/>
          <p:nvPr/>
        </p:nvSpPr>
        <p:spPr>
          <a:xfrm>
            <a:off x="11092967" y="2315489"/>
            <a:ext cx="332689" cy="332689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4" name="S11-fracbar355"/>
          <p:cNvSpPr/>
          <p:nvPr/>
        </p:nvSpPr>
        <p:spPr>
          <a:xfrm>
            <a:off x="10992612" y="2743200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5" name="S11-num356"/>
          <p:cNvSpPr txBox="1"/>
          <p:nvPr/>
        </p:nvSpPr>
        <p:spPr>
          <a:xfrm>
            <a:off x="10956036" y="2779776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000" dirty="0"/>
          </a:p>
        </p:txBody>
      </p:sp>
      <p:sp>
        <p:nvSpPr>
          <p:cNvPr id="36" name="S11-chip35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7" name="S11-num358"/>
          <p:cNvSpPr txBox="1"/>
          <p:nvPr/>
        </p:nvSpPr>
        <p:spPr>
          <a:xfrm>
            <a:off x="1344168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38" name="S11-fracbar359"/>
          <p:cNvSpPr/>
          <p:nvPr/>
        </p:nvSpPr>
        <p:spPr>
          <a:xfrm>
            <a:off x="1380744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1-num360"/>
          <p:cNvSpPr txBox="1"/>
          <p:nvPr/>
        </p:nvSpPr>
        <p:spPr>
          <a:xfrm>
            <a:off x="1344168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200" dirty="0"/>
          </a:p>
        </p:txBody>
      </p:sp>
      <p:sp>
        <p:nvSpPr>
          <p:cNvPr id="40" name="S11-op361"/>
          <p:cNvSpPr txBox="1"/>
          <p:nvPr/>
        </p:nvSpPr>
        <p:spPr>
          <a:xfrm>
            <a:off x="1990344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41" name="S11-num362"/>
          <p:cNvSpPr txBox="1"/>
          <p:nvPr/>
        </p:nvSpPr>
        <p:spPr>
          <a:xfrm>
            <a:off x="2754376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42" name="S11-fracbar363"/>
          <p:cNvSpPr/>
          <p:nvPr/>
        </p:nvSpPr>
        <p:spPr>
          <a:xfrm>
            <a:off x="2790952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11-num364"/>
          <p:cNvSpPr txBox="1"/>
          <p:nvPr/>
        </p:nvSpPr>
        <p:spPr>
          <a:xfrm>
            <a:off x="2754376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44" name="S11-chip36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5" name="S11-num366"/>
          <p:cNvSpPr txBox="1"/>
          <p:nvPr/>
        </p:nvSpPr>
        <p:spPr>
          <a:xfrm>
            <a:off x="7072884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46" name="S11-fracbar367"/>
          <p:cNvSpPr/>
          <p:nvPr/>
        </p:nvSpPr>
        <p:spPr>
          <a:xfrm>
            <a:off x="7109460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11-num368"/>
          <p:cNvSpPr txBox="1"/>
          <p:nvPr/>
        </p:nvSpPr>
        <p:spPr>
          <a:xfrm>
            <a:off x="7072884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48" name="S11-op369"/>
          <p:cNvSpPr txBox="1"/>
          <p:nvPr/>
        </p:nvSpPr>
        <p:spPr>
          <a:xfrm>
            <a:off x="7719060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3200" dirty="0"/>
          </a:p>
        </p:txBody>
      </p:sp>
      <p:sp>
        <p:nvSpPr>
          <p:cNvPr id="49" name="S11-num370"/>
          <p:cNvSpPr txBox="1"/>
          <p:nvPr/>
        </p:nvSpPr>
        <p:spPr>
          <a:xfrm>
            <a:off x="8483092" y="442163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50" name="S11-fracbar371"/>
          <p:cNvSpPr/>
          <p:nvPr/>
        </p:nvSpPr>
        <p:spPr>
          <a:xfrm>
            <a:off x="8519668" y="493776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11-num372"/>
          <p:cNvSpPr txBox="1"/>
          <p:nvPr/>
        </p:nvSpPr>
        <p:spPr>
          <a:xfrm>
            <a:off x="8483092" y="497433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분수는?</a:t>
            </a:r>
            <a:endParaRPr lang="ko-KR" sz="4000" dirty="0"/>
          </a:p>
        </p:txBody>
      </p:sp>
      <p:sp>
        <p:nvSpPr>
          <p:cNvPr id="3" name="S13-text3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분수 중 가장 큰 분수를 골라요.</a:t>
            </a:r>
            <a:endParaRPr lang="ko-KR" sz="2800" dirty="0"/>
          </a:p>
        </p:txBody>
      </p:sp>
      <p:sp>
        <p:nvSpPr>
          <p:cNvPr id="4" name="S13-card3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분수씩 통분해서 비교하고, 까닭을 말해요.</a:t>
            </a:r>
            <a:endParaRPr lang="ko-KR" sz="2800" dirty="0"/>
          </a:p>
        </p:txBody>
      </p:sp>
      <p:sp>
        <p:nvSpPr>
          <p:cNvPr id="6" name="S13-chip37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num377"/>
          <p:cNvSpPr txBox="1"/>
          <p:nvPr/>
        </p:nvSpPr>
        <p:spPr>
          <a:xfrm>
            <a:off x="1927098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400" dirty="0"/>
          </a:p>
        </p:txBody>
      </p:sp>
      <p:sp>
        <p:nvSpPr>
          <p:cNvPr id="8" name="S13-fracbar378"/>
          <p:cNvSpPr/>
          <p:nvPr/>
        </p:nvSpPr>
        <p:spPr>
          <a:xfrm>
            <a:off x="1963674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9" name="S13-num379"/>
          <p:cNvSpPr txBox="1"/>
          <p:nvPr/>
        </p:nvSpPr>
        <p:spPr>
          <a:xfrm>
            <a:off x="1927098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400" dirty="0"/>
          </a:p>
        </p:txBody>
      </p:sp>
      <p:sp>
        <p:nvSpPr>
          <p:cNvPr id="10" name="S13-chip38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1" name="S13-num381"/>
          <p:cNvSpPr txBox="1"/>
          <p:nvPr/>
        </p:nvSpPr>
        <p:spPr>
          <a:xfrm>
            <a:off x="5746242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400" dirty="0"/>
          </a:p>
        </p:txBody>
      </p:sp>
      <p:sp>
        <p:nvSpPr>
          <p:cNvPr id="12" name="S13-fracbar382"/>
          <p:cNvSpPr/>
          <p:nvPr/>
        </p:nvSpPr>
        <p:spPr>
          <a:xfrm>
            <a:off x="5782818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3" name="S13-num383"/>
          <p:cNvSpPr txBox="1"/>
          <p:nvPr/>
        </p:nvSpPr>
        <p:spPr>
          <a:xfrm>
            <a:off x="5746242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400" dirty="0"/>
          </a:p>
        </p:txBody>
      </p:sp>
      <p:sp>
        <p:nvSpPr>
          <p:cNvPr id="14" name="S13-chip3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5" name="S13-num385"/>
          <p:cNvSpPr txBox="1"/>
          <p:nvPr/>
        </p:nvSpPr>
        <p:spPr>
          <a:xfrm>
            <a:off x="9565386" y="3222244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4400" dirty="0"/>
          </a:p>
        </p:txBody>
      </p:sp>
      <p:sp>
        <p:nvSpPr>
          <p:cNvPr id="16" name="S13-fracbar386"/>
          <p:cNvSpPr/>
          <p:nvPr/>
        </p:nvSpPr>
        <p:spPr>
          <a:xfrm>
            <a:off x="9601962" y="3918204"/>
            <a:ext cx="623316" cy="0"/>
          </a:xfrm>
          <a:prstGeom prst="line">
            <a:avLst/>
          </a:prstGeom>
          <a:noFill/>
          <a:ln w="34925">
            <a:solidFill>
              <a:srgbClr val="1F2937"/>
            </a:solidFill>
            <a:prstDash val="solid"/>
          </a:ln>
        </p:spPr>
      </p:sp>
      <p:sp>
        <p:nvSpPr>
          <p:cNvPr id="17" name="S13-num387"/>
          <p:cNvSpPr txBox="1"/>
          <p:nvPr/>
        </p:nvSpPr>
        <p:spPr>
          <a:xfrm>
            <a:off x="9565386" y="3954780"/>
            <a:ext cx="696468" cy="659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8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8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분모의 곱이나 최소공배수로 통분하고, 분자를 비교해요.</a:t>
            </a:r>
            <a:endParaRPr lang="ko-KR" sz="2800" dirty="0"/>
          </a:p>
        </p:txBody>
      </p:sp>
      <p:sp>
        <p:nvSpPr>
          <p:cNvPr id="5" name="S14-chip39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통분한 뒤 분자 비교하기</a:t>
            </a:r>
            <a:endParaRPr lang="ko-KR" sz="2200" dirty="0"/>
          </a:p>
        </p:txBody>
      </p:sp>
      <p:sp>
        <p:nvSpPr>
          <p:cNvPr id="6" name="S14-chip39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분모만 보고 비교하기</a:t>
            </a:r>
            <a:endParaRPr lang="ko-KR" sz="2200" dirty="0"/>
          </a:p>
        </p:txBody>
      </p:sp>
      <p:sp>
        <p:nvSpPr>
          <p:cNvPr id="7" name="S14-text39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9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4분의 1과 6분의 1을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최소공배수로 통분</a:t>
            </a:r>
            <a:endParaRPr lang="ko-KR" sz="2200" dirty="0"/>
          </a:p>
        </p:txBody>
      </p:sp>
      <p:sp>
        <p:nvSpPr>
          <p:cNvPr id="9" name="S14-op394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num395"/>
          <p:cNvSpPr txBox="1"/>
          <p:nvPr/>
        </p:nvSpPr>
        <p:spPr>
          <a:xfrm>
            <a:off x="501142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1" name="S14-fracbar396"/>
          <p:cNvSpPr/>
          <p:nvPr/>
        </p:nvSpPr>
        <p:spPr>
          <a:xfrm>
            <a:off x="504799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2" name="S14-num397"/>
          <p:cNvSpPr txBox="1"/>
          <p:nvPr/>
        </p:nvSpPr>
        <p:spPr>
          <a:xfrm>
            <a:off x="501142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3" name="S14-op398"/>
          <p:cNvSpPr txBox="1"/>
          <p:nvPr/>
        </p:nvSpPr>
        <p:spPr>
          <a:xfrm>
            <a:off x="557758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600" dirty="0"/>
          </a:p>
        </p:txBody>
      </p:sp>
      <p:sp>
        <p:nvSpPr>
          <p:cNvPr id="14" name="S14-num399"/>
          <p:cNvSpPr txBox="1"/>
          <p:nvPr/>
        </p:nvSpPr>
        <p:spPr>
          <a:xfrm>
            <a:off x="6266942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14-fracbar400"/>
          <p:cNvSpPr/>
          <p:nvPr/>
        </p:nvSpPr>
        <p:spPr>
          <a:xfrm>
            <a:off x="6303518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6" name="S14-num401"/>
          <p:cNvSpPr txBox="1"/>
          <p:nvPr/>
        </p:nvSpPr>
        <p:spPr>
          <a:xfrm>
            <a:off x="6266942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7" name="S14-op402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8" name="S14-num403"/>
          <p:cNvSpPr txBox="1"/>
          <p:nvPr/>
        </p:nvSpPr>
        <p:spPr>
          <a:xfrm>
            <a:off x="8784844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14-fracbar404"/>
          <p:cNvSpPr/>
          <p:nvPr/>
        </p:nvSpPr>
        <p:spPr>
          <a:xfrm>
            <a:off x="8821420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0" name="S14-num405"/>
          <p:cNvSpPr txBox="1"/>
          <p:nvPr/>
        </p:nvSpPr>
        <p:spPr>
          <a:xfrm>
            <a:off x="8784844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1" name="S14-op406"/>
          <p:cNvSpPr txBox="1"/>
          <p:nvPr/>
        </p:nvSpPr>
        <p:spPr>
          <a:xfrm>
            <a:off x="935101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ko-KR" sz="2600" dirty="0"/>
          </a:p>
        </p:txBody>
      </p:sp>
      <p:sp>
        <p:nvSpPr>
          <p:cNvPr id="22" name="S14-num407"/>
          <p:cNvSpPr txBox="1"/>
          <p:nvPr/>
        </p:nvSpPr>
        <p:spPr>
          <a:xfrm>
            <a:off x="10040366" y="4237228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14-fracbar408"/>
          <p:cNvSpPr/>
          <p:nvPr/>
        </p:nvSpPr>
        <p:spPr>
          <a:xfrm>
            <a:off x="10076942" y="4663440"/>
            <a:ext cx="474472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4" name="S14-num409"/>
          <p:cNvSpPr txBox="1"/>
          <p:nvPr/>
        </p:nvSpPr>
        <p:spPr>
          <a:xfrm>
            <a:off x="10040366" y="4700016"/>
            <a:ext cx="547624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14-text41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분모가 다른 분수의 덧셈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공배수와 최소공배수</a:t>
            </a:r>
            <a:endParaRPr lang="ko-KR" sz="4000" dirty="0"/>
          </a:p>
        </p:txBody>
      </p:sp>
      <p:sp>
        <p:nvSpPr>
          <p:cNvPr id="3" name="S15-text4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배수를 차례로 쓰고, 같은 수를 찾아요.</a:t>
            </a:r>
            <a:endParaRPr lang="ko-KR" sz="2800" dirty="0"/>
          </a:p>
        </p:txBody>
      </p:sp>
      <p:sp>
        <p:nvSpPr>
          <p:cNvPr id="4" name="S15-card4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공배수: 12, 24, …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작은 공배수 12가 최소공배수예요.</a:t>
            </a:r>
            <a:endParaRPr lang="ko-KR" sz="2800" dirty="0"/>
          </a:p>
        </p:txBody>
      </p:sp>
      <p:graphicFrame>
        <p:nvGraphicFramePr>
          <p:cNvPr id="15" name="S15-table4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583688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 8, 12, 16, 20, 24, …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 12, 18, 24, 30, …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통분과 크기 비교</dc:title>
  <dc:subject>KR22-G05-MAT-FRAC-COMMON-L01</dc:subject>
  <dc:creator>education-ppt</dc:creator>
  <cp:lastModifiedBy>education-ppt</cp:lastModifiedBy>
  <cp:revision>1</cp:revision>
  <dcterms:created xsi:type="dcterms:W3CDTF">2026-10-26T08:29:49Z</dcterms:created>
  <dcterms:modified xsi:type="dcterms:W3CDTF">2026-10-26T08:29:49Z</dcterms:modified>
</cp:coreProperties>
</file>