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68eaa60e-bad6-313c-7f6a-e40e1b194612}">
          <p14:sldIdLst>
            <p14:sldId id="256"/>
            <p14:sldId id="257"/>
          </p14:sldIdLst>
        </p14:section>
        <p14:section name="개념" id="{ca049ecf-7be0-3c69-bbca-e828cf170915}">
          <p14:sldIdLst>
            <p14:sldId id="258"/>
            <p14:sldId id="259"/>
            <p14:sldId id="260"/>
            <p14:sldId id="261"/>
            <p14:sldId id="263"/>
          </p14:sldIdLst>
        </p14:section>
        <p14:section name="연습" id="{6c341b9c-898e-80b5-deb7-f17016508df4}">
          <p14:sldIdLst>
            <p14:sldId id="262"/>
            <p14:sldId id="264"/>
            <p14:sldId id="265"/>
          </p14:sldIdLst>
        </p14:section>
        <p14:section name="개념" id="{2103b427-655d-942e-b7af-3dc4ca5c0af8}">
          <p14:sldIdLst/>
        </p14:section>
        <p14:section name="연습" id="{cb1a1554-18b7-bff6-f269-391514e87e85}">
          <p14:sldIdLst/>
        </p14:section>
        <p14:section name="확인" id="{0162a8b5-7242-4f44-3f94-617a16c8be0c}">
          <p14:sldIdLst>
            <p14:sldId id="266"/>
            <p14:sldId id="267"/>
          </p14:sldIdLst>
        </p14:section>
        <p14:section name="정리" id="{a6dfda20-b22d-3bc2-0b0d-8204658e4586}">
          <p14:sldIdLst>
            <p14:sldId id="268"/>
          </p14:sldIdLst>
        </p14:section>
        <p14:section name="보충" id="{3120e501-b4eb-9ac6-ad1c-b2a2b35ff8b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분수의성질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통분과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수학 · 통분과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수학 · 통분과 크기 비교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통분과 크기 비교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 3과 3분의 2 중 어느 것이 더 클까?</a:t>
            </a:r>
            <a:endParaRPr lang="ko-KR" sz="2800" dirty="0"/>
          </a:p>
        </p:txBody>
      </p:sp>
      <p:sp>
        <p:nvSpPr>
          <p:cNvPr id="4" name="S01-num1"/>
          <p:cNvSpPr txBox="1"/>
          <p:nvPr/>
        </p:nvSpPr>
        <p:spPr>
          <a:xfrm>
            <a:off x="8438896" y="140716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400" dirty="0"/>
          </a:p>
        </p:txBody>
      </p:sp>
      <p:sp>
        <p:nvSpPr>
          <p:cNvPr id="5" name="S01-fracbar2"/>
          <p:cNvSpPr/>
          <p:nvPr/>
        </p:nvSpPr>
        <p:spPr>
          <a:xfrm>
            <a:off x="8475472" y="2103120"/>
            <a:ext cx="623316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6" name="S01-num3"/>
          <p:cNvSpPr txBox="1"/>
          <p:nvPr/>
        </p:nvSpPr>
        <p:spPr>
          <a:xfrm>
            <a:off x="8438896" y="2139696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7" name="S01-op4"/>
          <p:cNvSpPr txBox="1"/>
          <p:nvPr/>
        </p:nvSpPr>
        <p:spPr>
          <a:xfrm>
            <a:off x="9245092" y="1407160"/>
            <a:ext cx="803656" cy="139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4400" dirty="0"/>
          </a:p>
        </p:txBody>
      </p:sp>
      <p:sp>
        <p:nvSpPr>
          <p:cNvPr id="8" name="S01-num5"/>
          <p:cNvSpPr txBox="1"/>
          <p:nvPr/>
        </p:nvSpPr>
        <p:spPr>
          <a:xfrm>
            <a:off x="10158476" y="140716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400" dirty="0"/>
          </a:p>
        </p:txBody>
      </p:sp>
      <p:sp>
        <p:nvSpPr>
          <p:cNvPr id="9" name="S01-fracbar6"/>
          <p:cNvSpPr/>
          <p:nvPr/>
        </p:nvSpPr>
        <p:spPr>
          <a:xfrm>
            <a:off x="10195052" y="2103120"/>
            <a:ext cx="623316" cy="0"/>
          </a:xfrm>
          <a:prstGeom prst="line">
            <a:avLst/>
          </a:prstGeom>
          <a:noFill/>
          <a:ln w="34925">
            <a:solidFill>
              <a:srgbClr val="FFFFFF"/>
            </a:solidFill>
            <a:prstDash val="solid"/>
          </a:ln>
        </p:spPr>
      </p:sp>
      <p:sp>
        <p:nvSpPr>
          <p:cNvPr id="10" name="S01-num7"/>
          <p:cNvSpPr txBox="1"/>
          <p:nvPr/>
        </p:nvSpPr>
        <p:spPr>
          <a:xfrm>
            <a:off x="10158476" y="2139696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400" dirty="0"/>
          </a:p>
        </p:txBody>
      </p:sp>
      <p:sp>
        <p:nvSpPr>
          <p:cNvPr id="11" name="S01-card8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12" name="S01-cardtext9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분모를 같게 통분해요.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통분해서 분수의 크기를 비교해요.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①은 수를 말하고, ③은 기약분수로 나타내요.</a:t>
            </a:r>
            <a:endParaRPr lang="ko-KR" sz="2800" dirty="0"/>
          </a:p>
        </p:txBody>
      </p:sp>
      <p:sp>
        <p:nvSpPr>
          <p:cNvPr id="4" name="S02-chip11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12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6의 최소공배수는?</a:t>
            </a:r>
            <a:endParaRPr lang="ko-KR" sz="2800" dirty="0"/>
          </a:p>
        </p:txBody>
      </p:sp>
      <p:sp>
        <p:nvSpPr>
          <p:cNvPr id="6" name="S02-chip13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num14"/>
          <p:cNvSpPr txBox="1"/>
          <p:nvPr/>
        </p:nvSpPr>
        <p:spPr>
          <a:xfrm>
            <a:off x="1344168" y="35986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2-fracbar15"/>
          <p:cNvSpPr/>
          <p:nvPr/>
        </p:nvSpPr>
        <p:spPr>
          <a:xfrm>
            <a:off x="1380744" y="41148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2-num16"/>
          <p:cNvSpPr txBox="1"/>
          <p:nvPr/>
        </p:nvSpPr>
        <p:spPr>
          <a:xfrm>
            <a:off x="1344168" y="41513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2-op17"/>
          <p:cNvSpPr txBox="1"/>
          <p:nvPr/>
        </p:nvSpPr>
        <p:spPr>
          <a:xfrm>
            <a:off x="1990344" y="359867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1" name="S02-blank18"/>
          <p:cNvSpPr/>
          <p:nvPr/>
        </p:nvSpPr>
        <p:spPr>
          <a:xfrm>
            <a:off x="2667366" y="366101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2" name="S02-fracbar19"/>
          <p:cNvSpPr/>
          <p:nvPr/>
        </p:nvSpPr>
        <p:spPr>
          <a:xfrm>
            <a:off x="2563368" y="411480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2-num20"/>
          <p:cNvSpPr txBox="1"/>
          <p:nvPr/>
        </p:nvSpPr>
        <p:spPr>
          <a:xfrm>
            <a:off x="2526792" y="415137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14" name="S02-chip21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5" name="S02-num22"/>
          <p:cNvSpPr txBox="1"/>
          <p:nvPr/>
        </p:nvSpPr>
        <p:spPr>
          <a:xfrm>
            <a:off x="1344168" y="506171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16" name="S02-fracbar23"/>
          <p:cNvSpPr/>
          <p:nvPr/>
        </p:nvSpPr>
        <p:spPr>
          <a:xfrm>
            <a:off x="1380744" y="557784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2-num24"/>
          <p:cNvSpPr txBox="1"/>
          <p:nvPr/>
        </p:nvSpPr>
        <p:spPr>
          <a:xfrm>
            <a:off x="1344168" y="561441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18" name="S02-op25"/>
          <p:cNvSpPr txBox="1"/>
          <p:nvPr/>
        </p:nvSpPr>
        <p:spPr>
          <a:xfrm>
            <a:off x="2089912" y="5061712"/>
            <a:ext cx="426720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3200" dirty="0"/>
          </a:p>
        </p:txBody>
      </p:sp>
      <p:sp>
        <p:nvSpPr>
          <p:cNvPr id="19" name="S02-blank26"/>
          <p:cNvSpPr/>
          <p:nvPr/>
        </p:nvSpPr>
        <p:spPr>
          <a:xfrm>
            <a:off x="2717150" y="5124054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2-fracbar27"/>
          <p:cNvSpPr/>
          <p:nvPr/>
        </p:nvSpPr>
        <p:spPr>
          <a:xfrm>
            <a:off x="2662936" y="557784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2-blank28"/>
          <p:cNvSpPr/>
          <p:nvPr/>
        </p:nvSpPr>
        <p:spPr>
          <a:xfrm>
            <a:off x="2717150" y="5676758"/>
            <a:ext cx="354868" cy="354868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칸으로 나누어요</a:t>
            </a:r>
            <a:endParaRPr lang="ko-KR" sz="4000" dirty="0"/>
          </a:p>
        </p:txBody>
      </p:sp>
      <p:sp>
        <p:nvSpPr>
          <p:cNvPr id="3" name="S03-text2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1과 3분의 1을 똑같이 6칸으로 나누었어요.</a:t>
            </a:r>
            <a:endParaRPr lang="ko-KR" sz="2800" dirty="0"/>
          </a:p>
        </p:txBody>
      </p:sp>
      <p:sp>
        <p:nvSpPr>
          <p:cNvPr id="4" name="S03-card3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3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1이 3개와 2개라서 바로 비교할 수 있어요.</a:t>
            </a:r>
            <a:endParaRPr lang="ko-KR" sz="2800" dirty="0"/>
          </a:p>
        </p:txBody>
      </p:sp>
      <p:sp>
        <p:nvSpPr>
          <p:cNvPr id="6" name="S03-num32"/>
          <p:cNvSpPr txBox="1"/>
          <p:nvPr/>
        </p:nvSpPr>
        <p:spPr>
          <a:xfrm>
            <a:off x="764286" y="25704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7" name="S03-fracbar33"/>
          <p:cNvSpPr/>
          <p:nvPr/>
        </p:nvSpPr>
        <p:spPr>
          <a:xfrm>
            <a:off x="800862" y="302666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8" name="S03-num34"/>
          <p:cNvSpPr txBox="1"/>
          <p:nvPr/>
        </p:nvSpPr>
        <p:spPr>
          <a:xfrm>
            <a:off x="764286" y="30632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9" name="S03-cell35"/>
          <p:cNvSpPr/>
          <p:nvPr/>
        </p:nvSpPr>
        <p:spPr>
          <a:xfrm>
            <a:off x="1600200" y="2615184"/>
            <a:ext cx="2167128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3-cell36"/>
          <p:cNvSpPr/>
          <p:nvPr/>
        </p:nvSpPr>
        <p:spPr>
          <a:xfrm>
            <a:off x="3767328" y="2615184"/>
            <a:ext cx="2167128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3-figure37" descr="똑같이 2칸으로 나눈 띠, 1칸 색칠"/>
          <p:cNvSpPr/>
          <p:nvPr/>
        </p:nvSpPr>
        <p:spPr>
          <a:xfrm>
            <a:off x="1600200" y="261518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2" name="S03-num38"/>
          <p:cNvSpPr txBox="1"/>
          <p:nvPr/>
        </p:nvSpPr>
        <p:spPr>
          <a:xfrm>
            <a:off x="764286" y="364947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13" name="S03-fracbar39"/>
          <p:cNvSpPr/>
          <p:nvPr/>
        </p:nvSpPr>
        <p:spPr>
          <a:xfrm>
            <a:off x="800862" y="410565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num40"/>
          <p:cNvSpPr txBox="1"/>
          <p:nvPr/>
        </p:nvSpPr>
        <p:spPr>
          <a:xfrm>
            <a:off x="764286" y="4142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15" name="S03-cell41"/>
          <p:cNvSpPr/>
          <p:nvPr/>
        </p:nvSpPr>
        <p:spPr>
          <a:xfrm>
            <a:off x="1600200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3-cell42"/>
          <p:cNvSpPr/>
          <p:nvPr/>
        </p:nvSpPr>
        <p:spPr>
          <a:xfrm>
            <a:off x="2322576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3-cell43"/>
          <p:cNvSpPr/>
          <p:nvPr/>
        </p:nvSpPr>
        <p:spPr>
          <a:xfrm>
            <a:off x="3044952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3-cell44"/>
          <p:cNvSpPr/>
          <p:nvPr/>
        </p:nvSpPr>
        <p:spPr>
          <a:xfrm>
            <a:off x="3767328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3-cell45"/>
          <p:cNvSpPr/>
          <p:nvPr/>
        </p:nvSpPr>
        <p:spPr>
          <a:xfrm>
            <a:off x="4489704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3-cell46"/>
          <p:cNvSpPr/>
          <p:nvPr/>
        </p:nvSpPr>
        <p:spPr>
          <a:xfrm>
            <a:off x="5212080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3-figure47" descr="똑같이 6칸으로 나눈 띠, 3칸 색칠"/>
          <p:cNvSpPr/>
          <p:nvPr/>
        </p:nvSpPr>
        <p:spPr>
          <a:xfrm>
            <a:off x="1600200" y="3694176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3-guide48"/>
          <p:cNvSpPr/>
          <p:nvPr/>
        </p:nvSpPr>
        <p:spPr>
          <a:xfrm>
            <a:off x="3767328" y="2478024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3" name="S03-num49"/>
          <p:cNvSpPr txBox="1"/>
          <p:nvPr/>
        </p:nvSpPr>
        <p:spPr>
          <a:xfrm>
            <a:off x="6470142" y="257048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24" name="S03-fracbar50"/>
          <p:cNvSpPr/>
          <p:nvPr/>
        </p:nvSpPr>
        <p:spPr>
          <a:xfrm>
            <a:off x="6506718" y="3026664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3-num51"/>
          <p:cNvSpPr txBox="1"/>
          <p:nvPr/>
        </p:nvSpPr>
        <p:spPr>
          <a:xfrm>
            <a:off x="6470142" y="3063240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6" name="S03-cell52"/>
          <p:cNvSpPr/>
          <p:nvPr/>
        </p:nvSpPr>
        <p:spPr>
          <a:xfrm>
            <a:off x="7306056" y="2615184"/>
            <a:ext cx="1444752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3-cell53"/>
          <p:cNvSpPr/>
          <p:nvPr/>
        </p:nvSpPr>
        <p:spPr>
          <a:xfrm>
            <a:off x="8750808" y="2615184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3-cell54"/>
          <p:cNvSpPr/>
          <p:nvPr/>
        </p:nvSpPr>
        <p:spPr>
          <a:xfrm>
            <a:off x="10195560" y="2615184"/>
            <a:ext cx="144475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3-figure55" descr="똑같이 3칸으로 나눈 띠, 1칸 색칠"/>
          <p:cNvSpPr/>
          <p:nvPr/>
        </p:nvSpPr>
        <p:spPr>
          <a:xfrm>
            <a:off x="7306056" y="2615184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0" name="S03-num56"/>
          <p:cNvSpPr txBox="1"/>
          <p:nvPr/>
        </p:nvSpPr>
        <p:spPr>
          <a:xfrm>
            <a:off x="6470142" y="364947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31" name="S03-fracbar57"/>
          <p:cNvSpPr/>
          <p:nvPr/>
        </p:nvSpPr>
        <p:spPr>
          <a:xfrm>
            <a:off x="6506718" y="4105656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num58"/>
          <p:cNvSpPr txBox="1"/>
          <p:nvPr/>
        </p:nvSpPr>
        <p:spPr>
          <a:xfrm>
            <a:off x="6470142" y="4142232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800" dirty="0"/>
          </a:p>
        </p:txBody>
      </p:sp>
      <p:sp>
        <p:nvSpPr>
          <p:cNvPr id="33" name="S03-cell59"/>
          <p:cNvSpPr/>
          <p:nvPr/>
        </p:nvSpPr>
        <p:spPr>
          <a:xfrm>
            <a:off x="7306056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3-cell60"/>
          <p:cNvSpPr/>
          <p:nvPr/>
        </p:nvSpPr>
        <p:spPr>
          <a:xfrm>
            <a:off x="8028432" y="3694176"/>
            <a:ext cx="722376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3-cell61"/>
          <p:cNvSpPr/>
          <p:nvPr/>
        </p:nvSpPr>
        <p:spPr>
          <a:xfrm>
            <a:off x="8750808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3-cell62"/>
          <p:cNvSpPr/>
          <p:nvPr/>
        </p:nvSpPr>
        <p:spPr>
          <a:xfrm>
            <a:off x="9473184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3-cell63"/>
          <p:cNvSpPr/>
          <p:nvPr/>
        </p:nvSpPr>
        <p:spPr>
          <a:xfrm>
            <a:off x="10195560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3-cell64"/>
          <p:cNvSpPr/>
          <p:nvPr/>
        </p:nvSpPr>
        <p:spPr>
          <a:xfrm>
            <a:off x="10917936" y="3694176"/>
            <a:ext cx="722376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3-figure65" descr="똑같이 6칸으로 나눈 띠, 2칸 색칠"/>
          <p:cNvSpPr/>
          <p:nvPr/>
        </p:nvSpPr>
        <p:spPr>
          <a:xfrm>
            <a:off x="7306056" y="3694176"/>
            <a:ext cx="4334256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0" name="S03-guide66"/>
          <p:cNvSpPr/>
          <p:nvPr/>
        </p:nvSpPr>
        <p:spPr>
          <a:xfrm>
            <a:off x="8750808" y="2478024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통분과 공통분모</a:t>
            </a:r>
            <a:endParaRPr lang="ko-KR" sz="4000" dirty="0"/>
          </a:p>
        </p:txBody>
      </p:sp>
      <p:sp>
        <p:nvSpPr>
          <p:cNvPr id="3" name="S04-text6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가로로 2줄, 세로로 3칸 나누면 6칸이 돼요.</a:t>
            </a:r>
            <a:endParaRPr lang="ko-KR" sz="2800" dirty="0"/>
          </a:p>
        </p:txBody>
      </p:sp>
      <p:sp>
        <p:nvSpPr>
          <p:cNvPr id="4" name="S04-card68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9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분모를 같게 하는 것이에요. 같게 한 분모 6은 공통분모예요.</a:t>
            </a:r>
            <a:endParaRPr lang="ko-KR" sz="2800" dirty="0"/>
          </a:p>
        </p:txBody>
      </p:sp>
      <p:sp>
        <p:nvSpPr>
          <p:cNvPr id="6" name="S04-cell70"/>
          <p:cNvSpPr/>
          <p:nvPr/>
        </p:nvSpPr>
        <p:spPr>
          <a:xfrm>
            <a:off x="1869948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cell71"/>
          <p:cNvSpPr/>
          <p:nvPr/>
        </p:nvSpPr>
        <p:spPr>
          <a:xfrm>
            <a:off x="2784348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4-cell72"/>
          <p:cNvSpPr/>
          <p:nvPr/>
        </p:nvSpPr>
        <p:spPr>
          <a:xfrm>
            <a:off x="3698748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cell73"/>
          <p:cNvSpPr/>
          <p:nvPr/>
        </p:nvSpPr>
        <p:spPr>
          <a:xfrm>
            <a:off x="1869948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4-cell74"/>
          <p:cNvSpPr/>
          <p:nvPr/>
        </p:nvSpPr>
        <p:spPr>
          <a:xfrm>
            <a:off x="2784348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cell75"/>
          <p:cNvSpPr/>
          <p:nvPr/>
        </p:nvSpPr>
        <p:spPr>
          <a:xfrm>
            <a:off x="3698748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4-figure76" descr="2줄 3칸 격자 6칸 중 윗줄 3칸 색칠"/>
          <p:cNvSpPr/>
          <p:nvPr/>
        </p:nvSpPr>
        <p:spPr>
          <a:xfrm>
            <a:off x="1869948" y="2270887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3" name="S04-label77"/>
          <p:cNvSpPr txBox="1"/>
          <p:nvPr/>
        </p:nvSpPr>
        <p:spPr>
          <a:xfrm>
            <a:off x="548640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2분의 1 = 6분의 3</a:t>
            </a:r>
            <a:endParaRPr lang="ko-KR" sz="2200" dirty="0"/>
          </a:p>
        </p:txBody>
      </p:sp>
      <p:sp>
        <p:nvSpPr>
          <p:cNvPr id="14" name="S04-cell78"/>
          <p:cNvSpPr/>
          <p:nvPr/>
        </p:nvSpPr>
        <p:spPr>
          <a:xfrm>
            <a:off x="7575804" y="22708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4-cell79"/>
          <p:cNvSpPr/>
          <p:nvPr/>
        </p:nvSpPr>
        <p:spPr>
          <a:xfrm>
            <a:off x="8490204" y="22708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4-cell80"/>
          <p:cNvSpPr/>
          <p:nvPr/>
        </p:nvSpPr>
        <p:spPr>
          <a:xfrm>
            <a:off x="9404604" y="22708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4-cell81"/>
          <p:cNvSpPr/>
          <p:nvPr/>
        </p:nvSpPr>
        <p:spPr>
          <a:xfrm>
            <a:off x="7575804" y="3185287"/>
            <a:ext cx="914400" cy="91440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4-cell82"/>
          <p:cNvSpPr/>
          <p:nvPr/>
        </p:nvSpPr>
        <p:spPr>
          <a:xfrm>
            <a:off x="8490204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4-cell83"/>
          <p:cNvSpPr/>
          <p:nvPr/>
        </p:nvSpPr>
        <p:spPr>
          <a:xfrm>
            <a:off x="9404604" y="3185287"/>
            <a:ext cx="914400" cy="914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4-figure84" descr="2줄 3칸 격자 6칸 중 왼쪽 1칸 줄 2칸 색칠"/>
          <p:cNvSpPr/>
          <p:nvPr/>
        </p:nvSpPr>
        <p:spPr>
          <a:xfrm>
            <a:off x="7575804" y="2270887"/>
            <a:ext cx="2743200" cy="18288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1" name="S04-label85"/>
          <p:cNvSpPr txBox="1"/>
          <p:nvPr/>
        </p:nvSpPr>
        <p:spPr>
          <a:xfrm>
            <a:off x="6254496" y="4432046"/>
            <a:ext cx="5385816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3분의 1 = 6분의 2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곱으로 통분해요</a:t>
            </a:r>
            <a:endParaRPr lang="ko-KR" sz="4000" dirty="0"/>
          </a:p>
        </p:txBody>
      </p:sp>
      <p:sp>
        <p:nvSpPr>
          <p:cNvPr id="3" name="S05-num86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4" name="S05-fracbar87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5-num88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6" name="S05-op89"/>
          <p:cNvSpPr txBox="1"/>
          <p:nvPr/>
        </p:nvSpPr>
        <p:spPr>
          <a:xfrm>
            <a:off x="1194816" y="1381252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7" name="S05-num90"/>
          <p:cNvSpPr txBox="1"/>
          <p:nvPr/>
        </p:nvSpPr>
        <p:spPr>
          <a:xfrm>
            <a:off x="1804416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5-fracbar91"/>
          <p:cNvSpPr/>
          <p:nvPr/>
        </p:nvSpPr>
        <p:spPr>
          <a:xfrm>
            <a:off x="1840992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5-num92"/>
          <p:cNvSpPr txBox="1"/>
          <p:nvPr/>
        </p:nvSpPr>
        <p:spPr>
          <a:xfrm>
            <a:off x="1804416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5-cell93"/>
          <p:cNvSpPr/>
          <p:nvPr/>
        </p:nvSpPr>
        <p:spPr>
          <a:xfrm>
            <a:off x="692091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5-cell94"/>
          <p:cNvSpPr/>
          <p:nvPr/>
        </p:nvSpPr>
        <p:spPr>
          <a:xfrm>
            <a:off x="747083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cell95"/>
          <p:cNvSpPr/>
          <p:nvPr/>
        </p:nvSpPr>
        <p:spPr>
          <a:xfrm>
            <a:off x="802075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5-cell96"/>
          <p:cNvSpPr/>
          <p:nvPr/>
        </p:nvSpPr>
        <p:spPr>
          <a:xfrm>
            <a:off x="857067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cell97"/>
          <p:cNvSpPr/>
          <p:nvPr/>
        </p:nvSpPr>
        <p:spPr>
          <a:xfrm>
            <a:off x="692091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5-cell98"/>
          <p:cNvSpPr/>
          <p:nvPr/>
        </p:nvSpPr>
        <p:spPr>
          <a:xfrm>
            <a:off x="747083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cell99"/>
          <p:cNvSpPr/>
          <p:nvPr/>
        </p:nvSpPr>
        <p:spPr>
          <a:xfrm>
            <a:off x="802075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5-cell100"/>
          <p:cNvSpPr/>
          <p:nvPr/>
        </p:nvSpPr>
        <p:spPr>
          <a:xfrm>
            <a:off x="857067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101"/>
          <p:cNvSpPr/>
          <p:nvPr/>
        </p:nvSpPr>
        <p:spPr>
          <a:xfrm>
            <a:off x="692091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102"/>
          <p:cNvSpPr/>
          <p:nvPr/>
        </p:nvSpPr>
        <p:spPr>
          <a:xfrm>
            <a:off x="747083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103"/>
          <p:cNvSpPr/>
          <p:nvPr/>
        </p:nvSpPr>
        <p:spPr>
          <a:xfrm>
            <a:off x="802075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cell104"/>
          <p:cNvSpPr/>
          <p:nvPr/>
        </p:nvSpPr>
        <p:spPr>
          <a:xfrm>
            <a:off x="8570671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5-figure105" descr="3줄 4칸 격자 12칸 중 위 2줄 8칸 색칠(3분의 2)"/>
          <p:cNvSpPr/>
          <p:nvPr/>
        </p:nvSpPr>
        <p:spPr>
          <a:xfrm>
            <a:off x="6920911" y="3361929"/>
            <a:ext cx="2199681" cy="1649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05-label106"/>
          <p:cNvSpPr txBox="1"/>
          <p:nvPr/>
        </p:nvSpPr>
        <p:spPr>
          <a:xfrm>
            <a:off x="6920911" y="5840730"/>
            <a:ext cx="2199681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8</a:t>
            </a:r>
            <a:endParaRPr lang="ko-KR" sz="2200" dirty="0"/>
          </a:p>
        </p:txBody>
      </p:sp>
      <p:sp>
        <p:nvSpPr>
          <p:cNvPr id="24" name="S05-cell107"/>
          <p:cNvSpPr/>
          <p:nvPr/>
        </p:nvSpPr>
        <p:spPr>
          <a:xfrm>
            <a:off x="9440631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5-cell108"/>
          <p:cNvSpPr/>
          <p:nvPr/>
        </p:nvSpPr>
        <p:spPr>
          <a:xfrm>
            <a:off x="9990552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cell109"/>
          <p:cNvSpPr/>
          <p:nvPr/>
        </p:nvSpPr>
        <p:spPr>
          <a:xfrm>
            <a:off x="10540472" y="336192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5-cell110"/>
          <p:cNvSpPr/>
          <p:nvPr/>
        </p:nvSpPr>
        <p:spPr>
          <a:xfrm>
            <a:off x="11090392" y="336192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5-cell111"/>
          <p:cNvSpPr/>
          <p:nvPr/>
        </p:nvSpPr>
        <p:spPr>
          <a:xfrm>
            <a:off x="9440631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5-cell112"/>
          <p:cNvSpPr/>
          <p:nvPr/>
        </p:nvSpPr>
        <p:spPr>
          <a:xfrm>
            <a:off x="9990552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cell113"/>
          <p:cNvSpPr/>
          <p:nvPr/>
        </p:nvSpPr>
        <p:spPr>
          <a:xfrm>
            <a:off x="10540472" y="391184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5-cell114"/>
          <p:cNvSpPr/>
          <p:nvPr/>
        </p:nvSpPr>
        <p:spPr>
          <a:xfrm>
            <a:off x="11090392" y="391184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cell115"/>
          <p:cNvSpPr/>
          <p:nvPr/>
        </p:nvSpPr>
        <p:spPr>
          <a:xfrm>
            <a:off x="9440631" y="446176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5-cell116"/>
          <p:cNvSpPr/>
          <p:nvPr/>
        </p:nvSpPr>
        <p:spPr>
          <a:xfrm>
            <a:off x="9990552" y="446176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cell117"/>
          <p:cNvSpPr/>
          <p:nvPr/>
        </p:nvSpPr>
        <p:spPr>
          <a:xfrm>
            <a:off x="10540472" y="4461769"/>
            <a:ext cx="549920" cy="54992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5-cell118"/>
          <p:cNvSpPr/>
          <p:nvPr/>
        </p:nvSpPr>
        <p:spPr>
          <a:xfrm>
            <a:off x="11090392" y="4461769"/>
            <a:ext cx="549920" cy="549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figure119" descr="3줄 4칸 격자 12칸 중 왼쪽 3칸 줄 9칸 색칠(4분의 3)"/>
          <p:cNvSpPr/>
          <p:nvPr/>
        </p:nvSpPr>
        <p:spPr>
          <a:xfrm>
            <a:off x="9440631" y="3361929"/>
            <a:ext cx="2199681" cy="16497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7" name="S05-label120"/>
          <p:cNvSpPr txBox="1"/>
          <p:nvPr/>
        </p:nvSpPr>
        <p:spPr>
          <a:xfrm>
            <a:off x="9440631" y="5840730"/>
            <a:ext cx="2199681" cy="3771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12분의 9</a:t>
            </a:r>
            <a:endParaRPr lang="ko-KR" sz="2200" dirty="0"/>
          </a:p>
        </p:txBody>
      </p:sp>
      <p:sp>
        <p:nvSpPr>
          <p:cNvPr id="38" name="S05-stepno121"/>
          <p:cNvSpPr txBox="1"/>
          <p:nvPr/>
        </p:nvSpPr>
        <p:spPr>
          <a:xfrm>
            <a:off x="548640" y="29469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39" name="S05-text122"/>
          <p:cNvSpPr txBox="1"/>
          <p:nvPr/>
        </p:nvSpPr>
        <p:spPr>
          <a:xfrm>
            <a:off x="1325880" y="2901188"/>
            <a:ext cx="5229271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분모끼리 곱해요.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× 4 = 12</a:t>
            </a:r>
            <a:endParaRPr lang="ko-KR" sz="2800" dirty="0"/>
          </a:p>
        </p:txBody>
      </p:sp>
      <p:sp>
        <p:nvSpPr>
          <p:cNvPr id="40" name="S05-stepno123"/>
          <p:cNvSpPr txBox="1"/>
          <p:nvPr/>
        </p:nvSpPr>
        <p:spPr>
          <a:xfrm>
            <a:off x="548640" y="39791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41" name="S05-text124"/>
          <p:cNvSpPr txBox="1"/>
          <p:nvPr/>
        </p:nvSpPr>
        <p:spPr>
          <a:xfrm>
            <a:off x="1325880" y="3933444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곱해요.</a:t>
            </a:r>
            <a:endParaRPr lang="ko-KR" sz="2800" dirty="0"/>
          </a:p>
        </p:txBody>
      </p:sp>
      <p:sp>
        <p:nvSpPr>
          <p:cNvPr id="42" name="S05-num125"/>
          <p:cNvSpPr txBox="1"/>
          <p:nvPr/>
        </p:nvSpPr>
        <p:spPr>
          <a:xfrm>
            <a:off x="4032416" y="393344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3" name="S05-fracbar126"/>
          <p:cNvSpPr/>
          <p:nvPr/>
        </p:nvSpPr>
        <p:spPr>
          <a:xfrm>
            <a:off x="4068992" y="438962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4" name="S05-num127"/>
          <p:cNvSpPr txBox="1"/>
          <p:nvPr/>
        </p:nvSpPr>
        <p:spPr>
          <a:xfrm>
            <a:off x="4032416" y="44262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5" name="S05-op128"/>
          <p:cNvSpPr txBox="1"/>
          <p:nvPr/>
        </p:nvSpPr>
        <p:spPr>
          <a:xfrm>
            <a:off x="4625252" y="393344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46" name="S05-num129"/>
          <p:cNvSpPr txBox="1"/>
          <p:nvPr/>
        </p:nvSpPr>
        <p:spPr>
          <a:xfrm>
            <a:off x="5140364" y="393344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47" name="S05-fracbar130"/>
          <p:cNvSpPr/>
          <p:nvPr/>
        </p:nvSpPr>
        <p:spPr>
          <a:xfrm>
            <a:off x="5176940" y="438962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8" name="S05-num131"/>
          <p:cNvSpPr txBox="1"/>
          <p:nvPr/>
        </p:nvSpPr>
        <p:spPr>
          <a:xfrm>
            <a:off x="5140364" y="442620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49" name="S05-stepno132"/>
          <p:cNvSpPr txBox="1"/>
          <p:nvPr/>
        </p:nvSpPr>
        <p:spPr>
          <a:xfrm>
            <a:off x="548640" y="5056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50" name="S05-text133"/>
          <p:cNvSpPr txBox="1"/>
          <p:nvPr/>
        </p:nvSpPr>
        <p:spPr>
          <a:xfrm>
            <a:off x="1325880" y="5010404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분모와 분자에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3을 곱해요.</a:t>
            </a:r>
            <a:endParaRPr lang="ko-KR" sz="2800" dirty="0"/>
          </a:p>
        </p:txBody>
      </p:sp>
      <p:sp>
        <p:nvSpPr>
          <p:cNvPr id="51" name="S05-num134"/>
          <p:cNvSpPr txBox="1"/>
          <p:nvPr/>
        </p:nvSpPr>
        <p:spPr>
          <a:xfrm>
            <a:off x="4032416" y="50104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52" name="S05-fracbar135"/>
          <p:cNvSpPr/>
          <p:nvPr/>
        </p:nvSpPr>
        <p:spPr>
          <a:xfrm>
            <a:off x="4068992" y="546658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5-num136"/>
          <p:cNvSpPr txBox="1"/>
          <p:nvPr/>
        </p:nvSpPr>
        <p:spPr>
          <a:xfrm>
            <a:off x="4032416" y="550316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54" name="S05-op137"/>
          <p:cNvSpPr txBox="1"/>
          <p:nvPr/>
        </p:nvSpPr>
        <p:spPr>
          <a:xfrm>
            <a:off x="4625252" y="501040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</a:t>
            </a:r>
            <a:endParaRPr lang="ko-KR" sz="2800" dirty="0"/>
          </a:p>
        </p:txBody>
      </p:sp>
      <p:sp>
        <p:nvSpPr>
          <p:cNvPr id="55" name="S05-num138"/>
          <p:cNvSpPr txBox="1"/>
          <p:nvPr/>
        </p:nvSpPr>
        <p:spPr>
          <a:xfrm>
            <a:off x="5140364" y="501040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6" name="S05-fracbar139"/>
          <p:cNvSpPr/>
          <p:nvPr/>
        </p:nvSpPr>
        <p:spPr>
          <a:xfrm>
            <a:off x="5176940" y="5466588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5-num140"/>
          <p:cNvSpPr txBox="1"/>
          <p:nvPr/>
        </p:nvSpPr>
        <p:spPr>
          <a:xfrm>
            <a:off x="5140364" y="5503164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 통분 방법</a:t>
            </a:r>
            <a:endParaRPr lang="ko-KR" sz="4000" dirty="0"/>
          </a:p>
        </p:txBody>
      </p:sp>
      <p:sp>
        <p:nvSpPr>
          <p:cNvPr id="3" name="S06-card1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1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6분의 5와 9분의 4를 통분해요.</a:t>
            </a:r>
            <a:endParaRPr lang="ko-KR" sz="2800" dirty="0"/>
          </a:p>
        </p:txBody>
      </p:sp>
      <p:sp>
        <p:nvSpPr>
          <p:cNvPr id="5" name="S06-card1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1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방법 모두 맞아요. 어느 쪽 수가 더 작나요?</a:t>
            </a:r>
            <a:endParaRPr lang="ko-KR" sz="2800" dirty="0"/>
          </a:p>
        </p:txBody>
      </p:sp>
      <p:sp>
        <p:nvSpPr>
          <p:cNvPr id="7" name="S06-chip1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 54로</a:t>
            </a:r>
            <a:endParaRPr lang="ko-KR" sz="2200" dirty="0"/>
          </a:p>
        </p:txBody>
      </p:sp>
      <p:sp>
        <p:nvSpPr>
          <p:cNvPr id="8" name="S06-num146"/>
          <p:cNvSpPr txBox="1"/>
          <p:nvPr/>
        </p:nvSpPr>
        <p:spPr>
          <a:xfrm>
            <a:off x="223443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45</a:t>
            </a:r>
            <a:endParaRPr lang="ko-KR" sz="3200" dirty="0"/>
          </a:p>
        </p:txBody>
      </p:sp>
      <p:sp>
        <p:nvSpPr>
          <p:cNvPr id="9" name="S06-fracbar147"/>
          <p:cNvSpPr/>
          <p:nvPr/>
        </p:nvSpPr>
        <p:spPr>
          <a:xfrm>
            <a:off x="227101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6-num148"/>
          <p:cNvSpPr txBox="1"/>
          <p:nvPr/>
        </p:nvSpPr>
        <p:spPr>
          <a:xfrm>
            <a:off x="223443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3200" dirty="0"/>
          </a:p>
        </p:txBody>
      </p:sp>
      <p:sp>
        <p:nvSpPr>
          <p:cNvPr id="11" name="S06-op149"/>
          <p:cNvSpPr txBox="1"/>
          <p:nvPr/>
        </p:nvSpPr>
        <p:spPr>
          <a:xfrm>
            <a:off x="2980182" y="3405378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12" name="S06-num150"/>
          <p:cNvSpPr txBox="1"/>
          <p:nvPr/>
        </p:nvSpPr>
        <p:spPr>
          <a:xfrm>
            <a:off x="3589782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200" dirty="0"/>
          </a:p>
        </p:txBody>
      </p:sp>
      <p:sp>
        <p:nvSpPr>
          <p:cNvPr id="13" name="S06-fracbar151"/>
          <p:cNvSpPr/>
          <p:nvPr/>
        </p:nvSpPr>
        <p:spPr>
          <a:xfrm>
            <a:off x="3626358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4" name="S06-num152"/>
          <p:cNvSpPr txBox="1"/>
          <p:nvPr/>
        </p:nvSpPr>
        <p:spPr>
          <a:xfrm>
            <a:off x="3589782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54</a:t>
            </a:r>
            <a:endParaRPr lang="ko-KR" sz="3200" dirty="0"/>
          </a:p>
        </p:txBody>
      </p:sp>
      <p:sp>
        <p:nvSpPr>
          <p:cNvPr id="15" name="S06-text153"/>
          <p:cNvSpPr txBox="1"/>
          <p:nvPr/>
        </p:nvSpPr>
        <p:spPr>
          <a:xfrm>
            <a:off x="548640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× 9 = 54</a:t>
            </a:r>
            <a:endParaRPr lang="ko-KR" sz="2200" dirty="0"/>
          </a:p>
        </p:txBody>
      </p:sp>
      <p:sp>
        <p:nvSpPr>
          <p:cNvPr id="16" name="S06-chip15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 18로</a:t>
            </a:r>
            <a:endParaRPr lang="ko-KR" sz="2200" dirty="0"/>
          </a:p>
        </p:txBody>
      </p:sp>
      <p:sp>
        <p:nvSpPr>
          <p:cNvPr id="17" name="S06-num155"/>
          <p:cNvSpPr txBox="1"/>
          <p:nvPr/>
        </p:nvSpPr>
        <p:spPr>
          <a:xfrm>
            <a:off x="7963154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200" dirty="0"/>
          </a:p>
        </p:txBody>
      </p:sp>
      <p:sp>
        <p:nvSpPr>
          <p:cNvPr id="18" name="S06-fracbar156"/>
          <p:cNvSpPr/>
          <p:nvPr/>
        </p:nvSpPr>
        <p:spPr>
          <a:xfrm>
            <a:off x="7999730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9" name="S06-num157"/>
          <p:cNvSpPr txBox="1"/>
          <p:nvPr/>
        </p:nvSpPr>
        <p:spPr>
          <a:xfrm>
            <a:off x="7963154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20" name="S06-op158"/>
          <p:cNvSpPr txBox="1"/>
          <p:nvPr/>
        </p:nvSpPr>
        <p:spPr>
          <a:xfrm>
            <a:off x="8708898" y="3405378"/>
            <a:ext cx="499872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200" dirty="0"/>
          </a:p>
        </p:txBody>
      </p:sp>
      <p:sp>
        <p:nvSpPr>
          <p:cNvPr id="21" name="S06-num159"/>
          <p:cNvSpPr txBox="1"/>
          <p:nvPr/>
        </p:nvSpPr>
        <p:spPr>
          <a:xfrm>
            <a:off x="9318498" y="3405378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22" name="S06-fracbar160"/>
          <p:cNvSpPr/>
          <p:nvPr/>
        </p:nvSpPr>
        <p:spPr>
          <a:xfrm>
            <a:off x="9355074" y="3921506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3" name="S06-num161"/>
          <p:cNvSpPr txBox="1"/>
          <p:nvPr/>
        </p:nvSpPr>
        <p:spPr>
          <a:xfrm>
            <a:off x="9318498" y="395808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</a:t>
            </a:r>
            <a:endParaRPr lang="ko-KR" sz="3200" dirty="0"/>
          </a:p>
        </p:txBody>
      </p:sp>
      <p:sp>
        <p:nvSpPr>
          <p:cNvPr id="24" name="S06-text162"/>
          <p:cNvSpPr txBox="1"/>
          <p:nvPr/>
        </p:nvSpPr>
        <p:spPr>
          <a:xfrm>
            <a:off x="6277356" y="4688332"/>
            <a:ext cx="5362956" cy="432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9의 최소공배수는 18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 보아요</a:t>
            </a:r>
            <a:endParaRPr lang="ko-KR" sz="4000" dirty="0"/>
          </a:p>
        </p:txBody>
      </p:sp>
      <p:sp>
        <p:nvSpPr>
          <p:cNvPr id="3" name="S07-text1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□를 채워 통분해요.</a:t>
            </a:r>
            <a:endParaRPr lang="ko-KR" sz="2800" dirty="0"/>
          </a:p>
        </p:txBody>
      </p:sp>
      <p:sp>
        <p:nvSpPr>
          <p:cNvPr id="4" name="S07-card1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곱이나 최소공배수를 공통분모로 해요.</a:t>
            </a:r>
            <a:endParaRPr lang="ko-KR" sz="2800" dirty="0"/>
          </a:p>
        </p:txBody>
      </p:sp>
      <p:sp>
        <p:nvSpPr>
          <p:cNvPr id="6" name="S07-chip166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7-num167"/>
          <p:cNvSpPr txBox="1"/>
          <p:nvPr/>
        </p:nvSpPr>
        <p:spPr>
          <a:xfrm>
            <a:off x="1344168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800" dirty="0"/>
          </a:p>
        </p:txBody>
      </p:sp>
      <p:sp>
        <p:nvSpPr>
          <p:cNvPr id="8" name="S07-fracbar168"/>
          <p:cNvSpPr/>
          <p:nvPr/>
        </p:nvSpPr>
        <p:spPr>
          <a:xfrm>
            <a:off x="1380744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9" name="S07-num169"/>
          <p:cNvSpPr txBox="1"/>
          <p:nvPr/>
        </p:nvSpPr>
        <p:spPr>
          <a:xfrm>
            <a:off x="1344168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10" name="S07-op170"/>
          <p:cNvSpPr txBox="1"/>
          <p:nvPr/>
        </p:nvSpPr>
        <p:spPr>
          <a:xfrm>
            <a:off x="1937004" y="201269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11" name="S07-num171"/>
          <p:cNvSpPr txBox="1"/>
          <p:nvPr/>
        </p:nvSpPr>
        <p:spPr>
          <a:xfrm>
            <a:off x="2516124" y="201269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12" name="S07-fracbar172"/>
          <p:cNvSpPr/>
          <p:nvPr/>
        </p:nvSpPr>
        <p:spPr>
          <a:xfrm>
            <a:off x="2552700" y="246888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7-num173"/>
          <p:cNvSpPr txBox="1"/>
          <p:nvPr/>
        </p:nvSpPr>
        <p:spPr>
          <a:xfrm>
            <a:off x="2516124" y="25054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14" name="S07-op174"/>
          <p:cNvSpPr txBox="1"/>
          <p:nvPr/>
        </p:nvSpPr>
        <p:spPr>
          <a:xfrm>
            <a:off x="3108960" y="201269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15" name="S07-blank175"/>
          <p:cNvSpPr/>
          <p:nvPr/>
        </p:nvSpPr>
        <p:spPr>
          <a:xfrm>
            <a:off x="3956497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6" name="S07-fracbar176"/>
          <p:cNvSpPr/>
          <p:nvPr/>
        </p:nvSpPr>
        <p:spPr>
          <a:xfrm>
            <a:off x="3859784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7-num177"/>
          <p:cNvSpPr txBox="1"/>
          <p:nvPr/>
        </p:nvSpPr>
        <p:spPr>
          <a:xfrm>
            <a:off x="3823208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18" name="S07-op178"/>
          <p:cNvSpPr txBox="1"/>
          <p:nvPr/>
        </p:nvSpPr>
        <p:spPr>
          <a:xfrm>
            <a:off x="4510024" y="201269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19" name="S07-blank179"/>
          <p:cNvSpPr/>
          <p:nvPr/>
        </p:nvSpPr>
        <p:spPr>
          <a:xfrm>
            <a:off x="5222433" y="206724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20" name="S07-fracbar180"/>
          <p:cNvSpPr/>
          <p:nvPr/>
        </p:nvSpPr>
        <p:spPr>
          <a:xfrm>
            <a:off x="5125720" y="246888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7-num181"/>
          <p:cNvSpPr txBox="1"/>
          <p:nvPr/>
        </p:nvSpPr>
        <p:spPr>
          <a:xfrm>
            <a:off x="5089144" y="250545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</a:t>
            </a:r>
            <a:endParaRPr lang="ko-KR" sz="2800" dirty="0"/>
          </a:p>
        </p:txBody>
      </p:sp>
      <p:sp>
        <p:nvSpPr>
          <p:cNvPr id="22" name="S07-chip182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3" name="S07-num183"/>
          <p:cNvSpPr txBox="1"/>
          <p:nvPr/>
        </p:nvSpPr>
        <p:spPr>
          <a:xfrm>
            <a:off x="1344168" y="310997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4" name="S07-fracbar184"/>
          <p:cNvSpPr/>
          <p:nvPr/>
        </p:nvSpPr>
        <p:spPr>
          <a:xfrm>
            <a:off x="1380744" y="356616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7-num185"/>
          <p:cNvSpPr txBox="1"/>
          <p:nvPr/>
        </p:nvSpPr>
        <p:spPr>
          <a:xfrm>
            <a:off x="1344168" y="360273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800" dirty="0"/>
          </a:p>
        </p:txBody>
      </p:sp>
      <p:sp>
        <p:nvSpPr>
          <p:cNvPr id="26" name="S07-op186"/>
          <p:cNvSpPr txBox="1"/>
          <p:nvPr/>
        </p:nvSpPr>
        <p:spPr>
          <a:xfrm>
            <a:off x="1937004" y="310997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27" name="S07-num187"/>
          <p:cNvSpPr txBox="1"/>
          <p:nvPr/>
        </p:nvSpPr>
        <p:spPr>
          <a:xfrm>
            <a:off x="2516124" y="310997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28" name="S07-fracbar188"/>
          <p:cNvSpPr/>
          <p:nvPr/>
        </p:nvSpPr>
        <p:spPr>
          <a:xfrm>
            <a:off x="255270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7-num189"/>
          <p:cNvSpPr txBox="1"/>
          <p:nvPr/>
        </p:nvSpPr>
        <p:spPr>
          <a:xfrm>
            <a:off x="251612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800" dirty="0"/>
          </a:p>
        </p:txBody>
      </p:sp>
      <p:sp>
        <p:nvSpPr>
          <p:cNvPr id="30" name="S07-op190"/>
          <p:cNvSpPr txBox="1"/>
          <p:nvPr/>
        </p:nvSpPr>
        <p:spPr>
          <a:xfrm>
            <a:off x="3202940" y="310997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31" name="S07-blank191"/>
          <p:cNvSpPr/>
          <p:nvPr/>
        </p:nvSpPr>
        <p:spPr>
          <a:xfrm>
            <a:off x="4050477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2" name="S07-fracbar192"/>
          <p:cNvSpPr/>
          <p:nvPr/>
        </p:nvSpPr>
        <p:spPr>
          <a:xfrm>
            <a:off x="3953764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3" name="S07-num193"/>
          <p:cNvSpPr txBox="1"/>
          <p:nvPr/>
        </p:nvSpPr>
        <p:spPr>
          <a:xfrm>
            <a:off x="3917188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800" dirty="0"/>
          </a:p>
        </p:txBody>
      </p:sp>
      <p:sp>
        <p:nvSpPr>
          <p:cNvPr id="34" name="S07-op194"/>
          <p:cNvSpPr txBox="1"/>
          <p:nvPr/>
        </p:nvSpPr>
        <p:spPr>
          <a:xfrm>
            <a:off x="4604004" y="310997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35" name="S07-blank195"/>
          <p:cNvSpPr/>
          <p:nvPr/>
        </p:nvSpPr>
        <p:spPr>
          <a:xfrm>
            <a:off x="5316413" y="316452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6" name="S07-fracbar196"/>
          <p:cNvSpPr/>
          <p:nvPr/>
        </p:nvSpPr>
        <p:spPr>
          <a:xfrm>
            <a:off x="5219700" y="3566160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7-num197"/>
          <p:cNvSpPr txBox="1"/>
          <p:nvPr/>
        </p:nvSpPr>
        <p:spPr>
          <a:xfrm>
            <a:off x="5183124" y="3602736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2800" dirty="0"/>
          </a:p>
        </p:txBody>
      </p:sp>
      <p:sp>
        <p:nvSpPr>
          <p:cNvPr id="38" name="S07-chip198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9" name="S07-num199"/>
          <p:cNvSpPr txBox="1"/>
          <p:nvPr/>
        </p:nvSpPr>
        <p:spPr>
          <a:xfrm>
            <a:off x="1344168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40" name="S07-fracbar200"/>
          <p:cNvSpPr/>
          <p:nvPr/>
        </p:nvSpPr>
        <p:spPr>
          <a:xfrm>
            <a:off x="138074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7-num201"/>
          <p:cNvSpPr txBox="1"/>
          <p:nvPr/>
        </p:nvSpPr>
        <p:spPr>
          <a:xfrm>
            <a:off x="134416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42" name="S07-op202"/>
          <p:cNvSpPr txBox="1"/>
          <p:nvPr/>
        </p:nvSpPr>
        <p:spPr>
          <a:xfrm>
            <a:off x="1937004" y="420725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43" name="S07-num203"/>
          <p:cNvSpPr txBox="1"/>
          <p:nvPr/>
        </p:nvSpPr>
        <p:spPr>
          <a:xfrm>
            <a:off x="2516124" y="420725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800" dirty="0"/>
          </a:p>
        </p:txBody>
      </p:sp>
      <p:sp>
        <p:nvSpPr>
          <p:cNvPr id="44" name="S07-fracbar204"/>
          <p:cNvSpPr/>
          <p:nvPr/>
        </p:nvSpPr>
        <p:spPr>
          <a:xfrm>
            <a:off x="255270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5" name="S07-num205"/>
          <p:cNvSpPr txBox="1"/>
          <p:nvPr/>
        </p:nvSpPr>
        <p:spPr>
          <a:xfrm>
            <a:off x="251612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46" name="S07-op206"/>
          <p:cNvSpPr txBox="1"/>
          <p:nvPr/>
        </p:nvSpPr>
        <p:spPr>
          <a:xfrm>
            <a:off x="3108960" y="4207256"/>
            <a:ext cx="604520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2800" dirty="0"/>
          </a:p>
        </p:txBody>
      </p:sp>
      <p:sp>
        <p:nvSpPr>
          <p:cNvPr id="47" name="S07-blank207"/>
          <p:cNvSpPr/>
          <p:nvPr/>
        </p:nvSpPr>
        <p:spPr>
          <a:xfrm>
            <a:off x="3909507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48" name="S07-fracbar208"/>
          <p:cNvSpPr/>
          <p:nvPr/>
        </p:nvSpPr>
        <p:spPr>
          <a:xfrm>
            <a:off x="3859784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9" name="S07-num209"/>
          <p:cNvSpPr txBox="1"/>
          <p:nvPr/>
        </p:nvSpPr>
        <p:spPr>
          <a:xfrm>
            <a:off x="3823208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0" name="S07-op210"/>
          <p:cNvSpPr txBox="1"/>
          <p:nvPr/>
        </p:nvSpPr>
        <p:spPr>
          <a:xfrm>
            <a:off x="4416044" y="4207256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51" name="S07-blank211"/>
          <p:cNvSpPr/>
          <p:nvPr/>
        </p:nvSpPr>
        <p:spPr>
          <a:xfrm>
            <a:off x="5081463" y="4261805"/>
            <a:ext cx="310510" cy="310510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52" name="S07-fracbar212"/>
          <p:cNvSpPr/>
          <p:nvPr/>
        </p:nvSpPr>
        <p:spPr>
          <a:xfrm>
            <a:off x="5031740" y="4663440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7-num213"/>
          <p:cNvSpPr txBox="1"/>
          <p:nvPr/>
        </p:nvSpPr>
        <p:spPr>
          <a:xfrm>
            <a:off x="4995164" y="4700016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통분해서 크기 비교</a:t>
            </a:r>
            <a:endParaRPr lang="ko-KR" sz="4000" dirty="0"/>
          </a:p>
        </p:txBody>
      </p:sp>
      <p:sp>
        <p:nvSpPr>
          <p:cNvPr id="3" name="S08-num214"/>
          <p:cNvSpPr txBox="1"/>
          <p:nvPr/>
        </p:nvSpPr>
        <p:spPr>
          <a:xfrm>
            <a:off x="548640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" name="S08-fracbar215"/>
          <p:cNvSpPr/>
          <p:nvPr/>
        </p:nvSpPr>
        <p:spPr>
          <a:xfrm>
            <a:off x="585216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" name="S08-num216"/>
          <p:cNvSpPr txBox="1"/>
          <p:nvPr/>
        </p:nvSpPr>
        <p:spPr>
          <a:xfrm>
            <a:off x="548640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6" name="S08-op217"/>
          <p:cNvSpPr txBox="1"/>
          <p:nvPr/>
        </p:nvSpPr>
        <p:spPr>
          <a:xfrm>
            <a:off x="1194816" y="138125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7" name="S08-num218"/>
          <p:cNvSpPr txBox="1"/>
          <p:nvPr/>
        </p:nvSpPr>
        <p:spPr>
          <a:xfrm>
            <a:off x="1958848" y="138125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8" name="S08-fracbar219"/>
          <p:cNvSpPr/>
          <p:nvPr/>
        </p:nvSpPr>
        <p:spPr>
          <a:xfrm>
            <a:off x="1995424" y="189738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8-num220"/>
          <p:cNvSpPr txBox="1"/>
          <p:nvPr/>
        </p:nvSpPr>
        <p:spPr>
          <a:xfrm>
            <a:off x="1958848" y="193395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10" name="S08-num221"/>
          <p:cNvSpPr txBox="1"/>
          <p:nvPr/>
        </p:nvSpPr>
        <p:spPr>
          <a:xfrm>
            <a:off x="7089567" y="341630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11" name="S08-fracbar222"/>
          <p:cNvSpPr/>
          <p:nvPr/>
        </p:nvSpPr>
        <p:spPr>
          <a:xfrm>
            <a:off x="7126143" y="3872484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num223"/>
          <p:cNvSpPr txBox="1"/>
          <p:nvPr/>
        </p:nvSpPr>
        <p:spPr>
          <a:xfrm>
            <a:off x="7089567" y="3909060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13" name="S08-cell224"/>
          <p:cNvSpPr/>
          <p:nvPr/>
        </p:nvSpPr>
        <p:spPr>
          <a:xfrm>
            <a:off x="7972471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225"/>
          <p:cNvSpPr/>
          <p:nvPr/>
        </p:nvSpPr>
        <p:spPr>
          <a:xfrm>
            <a:off x="8216993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cell226"/>
          <p:cNvSpPr/>
          <p:nvPr/>
        </p:nvSpPr>
        <p:spPr>
          <a:xfrm>
            <a:off x="8461516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8-cell227"/>
          <p:cNvSpPr/>
          <p:nvPr/>
        </p:nvSpPr>
        <p:spPr>
          <a:xfrm>
            <a:off x="8706039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8-cell228"/>
          <p:cNvSpPr/>
          <p:nvPr/>
        </p:nvSpPr>
        <p:spPr>
          <a:xfrm>
            <a:off x="8950562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8-cell229"/>
          <p:cNvSpPr/>
          <p:nvPr/>
        </p:nvSpPr>
        <p:spPr>
          <a:xfrm>
            <a:off x="9195084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8-cell230"/>
          <p:cNvSpPr/>
          <p:nvPr/>
        </p:nvSpPr>
        <p:spPr>
          <a:xfrm>
            <a:off x="9439607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8-cell231"/>
          <p:cNvSpPr/>
          <p:nvPr/>
        </p:nvSpPr>
        <p:spPr>
          <a:xfrm>
            <a:off x="9684130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8-cell232"/>
          <p:cNvSpPr/>
          <p:nvPr/>
        </p:nvSpPr>
        <p:spPr>
          <a:xfrm>
            <a:off x="9928653" y="3461004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8-cell233"/>
          <p:cNvSpPr/>
          <p:nvPr/>
        </p:nvSpPr>
        <p:spPr>
          <a:xfrm>
            <a:off x="10173175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cell234"/>
          <p:cNvSpPr/>
          <p:nvPr/>
        </p:nvSpPr>
        <p:spPr>
          <a:xfrm>
            <a:off x="10417698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8-cell235"/>
          <p:cNvSpPr/>
          <p:nvPr/>
        </p:nvSpPr>
        <p:spPr>
          <a:xfrm>
            <a:off x="10662221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cell236"/>
          <p:cNvSpPr/>
          <p:nvPr/>
        </p:nvSpPr>
        <p:spPr>
          <a:xfrm>
            <a:off x="10906744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8-cell237"/>
          <p:cNvSpPr/>
          <p:nvPr/>
        </p:nvSpPr>
        <p:spPr>
          <a:xfrm>
            <a:off x="11151266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cell238"/>
          <p:cNvSpPr/>
          <p:nvPr/>
        </p:nvSpPr>
        <p:spPr>
          <a:xfrm>
            <a:off x="11395789" y="3461004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8-figure239" descr="똑같이 15칸으로 나눈 띠, 9칸 색칠"/>
          <p:cNvSpPr/>
          <p:nvPr/>
        </p:nvSpPr>
        <p:spPr>
          <a:xfrm>
            <a:off x="7972471" y="3461004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9" name="S08-num240"/>
          <p:cNvSpPr txBox="1"/>
          <p:nvPr/>
        </p:nvSpPr>
        <p:spPr>
          <a:xfrm>
            <a:off x="7089567" y="449529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30" name="S08-fracbar241"/>
          <p:cNvSpPr/>
          <p:nvPr/>
        </p:nvSpPr>
        <p:spPr>
          <a:xfrm>
            <a:off x="7126143" y="4951476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8-num242"/>
          <p:cNvSpPr txBox="1"/>
          <p:nvPr/>
        </p:nvSpPr>
        <p:spPr>
          <a:xfrm>
            <a:off x="7089567" y="4988052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32" name="S08-cell243"/>
          <p:cNvSpPr/>
          <p:nvPr/>
        </p:nvSpPr>
        <p:spPr>
          <a:xfrm>
            <a:off x="7972471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cell244"/>
          <p:cNvSpPr/>
          <p:nvPr/>
        </p:nvSpPr>
        <p:spPr>
          <a:xfrm>
            <a:off x="8216993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8-cell245"/>
          <p:cNvSpPr/>
          <p:nvPr/>
        </p:nvSpPr>
        <p:spPr>
          <a:xfrm>
            <a:off x="8461516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cell246"/>
          <p:cNvSpPr/>
          <p:nvPr/>
        </p:nvSpPr>
        <p:spPr>
          <a:xfrm>
            <a:off x="8706039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cell247"/>
          <p:cNvSpPr/>
          <p:nvPr/>
        </p:nvSpPr>
        <p:spPr>
          <a:xfrm>
            <a:off x="8950562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cell248"/>
          <p:cNvSpPr/>
          <p:nvPr/>
        </p:nvSpPr>
        <p:spPr>
          <a:xfrm>
            <a:off x="9195084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cell249"/>
          <p:cNvSpPr/>
          <p:nvPr/>
        </p:nvSpPr>
        <p:spPr>
          <a:xfrm>
            <a:off x="9439607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8-cell250"/>
          <p:cNvSpPr/>
          <p:nvPr/>
        </p:nvSpPr>
        <p:spPr>
          <a:xfrm>
            <a:off x="9684130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8-cell251"/>
          <p:cNvSpPr/>
          <p:nvPr/>
        </p:nvSpPr>
        <p:spPr>
          <a:xfrm>
            <a:off x="9928653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08-cell252"/>
          <p:cNvSpPr/>
          <p:nvPr/>
        </p:nvSpPr>
        <p:spPr>
          <a:xfrm>
            <a:off x="10173175" y="4539996"/>
            <a:ext cx="24452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08-cell253"/>
          <p:cNvSpPr/>
          <p:nvPr/>
        </p:nvSpPr>
        <p:spPr>
          <a:xfrm>
            <a:off x="10417698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8-cell254"/>
          <p:cNvSpPr/>
          <p:nvPr/>
        </p:nvSpPr>
        <p:spPr>
          <a:xfrm>
            <a:off x="10662221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4" name="S08-cell255"/>
          <p:cNvSpPr/>
          <p:nvPr/>
        </p:nvSpPr>
        <p:spPr>
          <a:xfrm>
            <a:off x="10906744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8-cell256"/>
          <p:cNvSpPr/>
          <p:nvPr/>
        </p:nvSpPr>
        <p:spPr>
          <a:xfrm>
            <a:off x="11151266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6" name="S08-cell257"/>
          <p:cNvSpPr/>
          <p:nvPr/>
        </p:nvSpPr>
        <p:spPr>
          <a:xfrm>
            <a:off x="11395789" y="4539996"/>
            <a:ext cx="244523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8-figure258" descr="똑같이 15칸으로 나눈 띠, 10칸 색칠"/>
          <p:cNvSpPr/>
          <p:nvPr/>
        </p:nvSpPr>
        <p:spPr>
          <a:xfrm>
            <a:off x="7972471" y="4539996"/>
            <a:ext cx="3667841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8" name="S08-guide259"/>
          <p:cNvSpPr/>
          <p:nvPr/>
        </p:nvSpPr>
        <p:spPr>
          <a:xfrm>
            <a:off x="10173175" y="3323844"/>
            <a:ext cx="0" cy="2176272"/>
          </a:xfrm>
          <a:prstGeom prst="line">
            <a:avLst/>
          </a:prstGeom>
          <a:noFill/>
          <a:ln w="25400">
            <a:solidFill>
              <a:srgbClr val="3D5A80"/>
            </a:solidFill>
            <a:prstDash val="dash"/>
          </a:ln>
        </p:spPr>
      </p:sp>
      <p:sp>
        <p:nvSpPr>
          <p:cNvPr id="49" name="S08-stepno260"/>
          <p:cNvSpPr txBox="1"/>
          <p:nvPr/>
        </p:nvSpPr>
        <p:spPr>
          <a:xfrm>
            <a:off x="548640" y="29469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50" name="S08-text261"/>
          <p:cNvSpPr txBox="1"/>
          <p:nvPr/>
        </p:nvSpPr>
        <p:spPr>
          <a:xfrm>
            <a:off x="1325880" y="2901188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공통분모 15로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통분해요.</a:t>
            </a:r>
            <a:endParaRPr lang="ko-KR" sz="2800" dirty="0"/>
          </a:p>
        </p:txBody>
      </p:sp>
      <p:sp>
        <p:nvSpPr>
          <p:cNvPr id="51" name="S08-num262"/>
          <p:cNvSpPr txBox="1"/>
          <p:nvPr/>
        </p:nvSpPr>
        <p:spPr>
          <a:xfrm>
            <a:off x="4032416" y="290118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800" dirty="0"/>
          </a:p>
        </p:txBody>
      </p:sp>
      <p:sp>
        <p:nvSpPr>
          <p:cNvPr id="52" name="S08-fracbar263"/>
          <p:cNvSpPr/>
          <p:nvPr/>
        </p:nvSpPr>
        <p:spPr>
          <a:xfrm>
            <a:off x="4068992" y="3357372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3" name="S08-num264"/>
          <p:cNvSpPr txBox="1"/>
          <p:nvPr/>
        </p:nvSpPr>
        <p:spPr>
          <a:xfrm>
            <a:off x="4032416" y="339394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54" name="S08-op265"/>
          <p:cNvSpPr txBox="1"/>
          <p:nvPr/>
        </p:nvSpPr>
        <p:spPr>
          <a:xfrm>
            <a:off x="4719232" y="2901188"/>
            <a:ext cx="469392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2800" dirty="0"/>
          </a:p>
        </p:txBody>
      </p:sp>
      <p:sp>
        <p:nvSpPr>
          <p:cNvPr id="55" name="S08-num266"/>
          <p:cNvSpPr txBox="1"/>
          <p:nvPr/>
        </p:nvSpPr>
        <p:spPr>
          <a:xfrm>
            <a:off x="5298352" y="290118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800" dirty="0"/>
          </a:p>
        </p:txBody>
      </p:sp>
      <p:sp>
        <p:nvSpPr>
          <p:cNvPr id="56" name="S08-fracbar267"/>
          <p:cNvSpPr/>
          <p:nvPr/>
        </p:nvSpPr>
        <p:spPr>
          <a:xfrm>
            <a:off x="5334928" y="3357372"/>
            <a:ext cx="50393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57" name="S08-num268"/>
          <p:cNvSpPr txBox="1"/>
          <p:nvPr/>
        </p:nvSpPr>
        <p:spPr>
          <a:xfrm>
            <a:off x="5298352" y="3393948"/>
            <a:ext cx="57708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2800" dirty="0"/>
          </a:p>
        </p:txBody>
      </p:sp>
      <p:sp>
        <p:nvSpPr>
          <p:cNvPr id="58" name="S08-stepno269"/>
          <p:cNvSpPr txBox="1"/>
          <p:nvPr/>
        </p:nvSpPr>
        <p:spPr>
          <a:xfrm>
            <a:off x="548640" y="402386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59" name="S08-text270"/>
          <p:cNvSpPr txBox="1"/>
          <p:nvPr/>
        </p:nvSpPr>
        <p:spPr>
          <a:xfrm>
            <a:off x="1325880" y="3978148"/>
            <a:ext cx="2706536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분자를 비교해요.</a:t>
            </a:r>
            <a:endParaRPr lang="ko-KR" sz="2800" dirty="0"/>
          </a:p>
        </p:txBody>
      </p:sp>
      <p:sp>
        <p:nvSpPr>
          <p:cNvPr id="60" name="S08-eqtext271"/>
          <p:cNvSpPr txBox="1"/>
          <p:nvPr/>
        </p:nvSpPr>
        <p:spPr>
          <a:xfrm>
            <a:off x="4032416" y="3978148"/>
            <a:ext cx="2522735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&lt; 10</a:t>
            </a:r>
            <a:endParaRPr lang="ko-KR" sz="2800" dirty="0"/>
          </a:p>
        </p:txBody>
      </p:sp>
      <p:sp>
        <p:nvSpPr>
          <p:cNvPr id="61" name="S08-stepno272"/>
          <p:cNvSpPr txBox="1"/>
          <p:nvPr/>
        </p:nvSpPr>
        <p:spPr>
          <a:xfrm>
            <a:off x="548640" y="505612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62" name="S08-text273"/>
          <p:cNvSpPr txBox="1"/>
          <p:nvPr/>
        </p:nvSpPr>
        <p:spPr>
          <a:xfrm>
            <a:off x="1325880" y="5010404"/>
            <a:ext cx="2706536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</a:t>
            </a:r>
            <a:endParaRPr lang="ko-KR" sz="2800" dirty="0"/>
          </a:p>
        </p:txBody>
      </p:sp>
      <p:sp>
        <p:nvSpPr>
          <p:cNvPr id="63" name="S08-num274"/>
          <p:cNvSpPr txBox="1"/>
          <p:nvPr/>
        </p:nvSpPr>
        <p:spPr>
          <a:xfrm>
            <a:off x="4032416" y="50104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64" name="S08-fracbar275"/>
          <p:cNvSpPr/>
          <p:nvPr/>
        </p:nvSpPr>
        <p:spPr>
          <a:xfrm>
            <a:off x="4068992" y="546658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5" name="S08-num276"/>
          <p:cNvSpPr txBox="1"/>
          <p:nvPr/>
        </p:nvSpPr>
        <p:spPr>
          <a:xfrm>
            <a:off x="4032416" y="550316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800" dirty="0"/>
          </a:p>
        </p:txBody>
      </p:sp>
      <p:sp>
        <p:nvSpPr>
          <p:cNvPr id="66" name="S08-op277"/>
          <p:cNvSpPr txBox="1"/>
          <p:nvPr/>
        </p:nvSpPr>
        <p:spPr>
          <a:xfrm>
            <a:off x="4625252" y="5010404"/>
            <a:ext cx="405384" cy="91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&lt;</a:t>
            </a:r>
            <a:endParaRPr lang="ko-KR" sz="2800" dirty="0"/>
          </a:p>
        </p:txBody>
      </p:sp>
      <p:sp>
        <p:nvSpPr>
          <p:cNvPr id="67" name="S08-num278"/>
          <p:cNvSpPr txBox="1"/>
          <p:nvPr/>
        </p:nvSpPr>
        <p:spPr>
          <a:xfrm>
            <a:off x="5140364" y="501040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800" dirty="0"/>
          </a:p>
        </p:txBody>
      </p:sp>
      <p:sp>
        <p:nvSpPr>
          <p:cNvPr id="68" name="S08-fracbar279"/>
          <p:cNvSpPr/>
          <p:nvPr/>
        </p:nvSpPr>
        <p:spPr>
          <a:xfrm>
            <a:off x="5176940" y="5466588"/>
            <a:ext cx="409956" cy="0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69" name="S08-num280"/>
          <p:cNvSpPr txBox="1"/>
          <p:nvPr/>
        </p:nvSpPr>
        <p:spPr>
          <a:xfrm>
            <a:off x="5140364" y="5503164"/>
            <a:ext cx="483108" cy="419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크기를 비교해요</a:t>
            </a:r>
            <a:endParaRPr lang="ko-KR" sz="4000" dirty="0"/>
          </a:p>
        </p:txBody>
      </p:sp>
      <p:sp>
        <p:nvSpPr>
          <p:cNvPr id="3" name="S09-text28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안에 &gt;, =, &lt; 중 알맞은 것을 넣어요.</a:t>
            </a:r>
            <a:endParaRPr lang="ko-KR" sz="2800" dirty="0"/>
          </a:p>
        </p:txBody>
      </p:sp>
      <p:sp>
        <p:nvSpPr>
          <p:cNvPr id="4" name="S09-card28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28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통분한 다음 분자를 비교해요.</a:t>
            </a:r>
            <a:endParaRPr lang="ko-KR" sz="2800" dirty="0"/>
          </a:p>
        </p:txBody>
      </p:sp>
      <p:sp>
        <p:nvSpPr>
          <p:cNvPr id="6" name="S09-chip28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num285"/>
          <p:cNvSpPr txBox="1"/>
          <p:nvPr/>
        </p:nvSpPr>
        <p:spPr>
          <a:xfrm>
            <a:off x="1344168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8" name="S09-fracbar286"/>
          <p:cNvSpPr/>
          <p:nvPr/>
        </p:nvSpPr>
        <p:spPr>
          <a:xfrm>
            <a:off x="1380744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9" name="S09-num287"/>
          <p:cNvSpPr txBox="1"/>
          <p:nvPr/>
        </p:nvSpPr>
        <p:spPr>
          <a:xfrm>
            <a:off x="1344168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0" name="S09-op288"/>
          <p:cNvSpPr txBox="1"/>
          <p:nvPr/>
        </p:nvSpPr>
        <p:spPr>
          <a:xfrm>
            <a:off x="1990344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11" name="S09-num289"/>
          <p:cNvSpPr txBox="1"/>
          <p:nvPr/>
        </p:nvSpPr>
        <p:spPr>
          <a:xfrm>
            <a:off x="2754376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12" name="S09-fracbar290"/>
          <p:cNvSpPr/>
          <p:nvPr/>
        </p:nvSpPr>
        <p:spPr>
          <a:xfrm>
            <a:off x="2790952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3" name="S09-num291"/>
          <p:cNvSpPr txBox="1"/>
          <p:nvPr/>
        </p:nvSpPr>
        <p:spPr>
          <a:xfrm>
            <a:off x="2754376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14" name="S09-chip29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15" name="S09-num293"/>
          <p:cNvSpPr txBox="1"/>
          <p:nvPr/>
        </p:nvSpPr>
        <p:spPr>
          <a:xfrm>
            <a:off x="7072884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16" name="S09-fracbar294"/>
          <p:cNvSpPr/>
          <p:nvPr/>
        </p:nvSpPr>
        <p:spPr>
          <a:xfrm>
            <a:off x="7109460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7" name="S09-num295"/>
          <p:cNvSpPr txBox="1"/>
          <p:nvPr/>
        </p:nvSpPr>
        <p:spPr>
          <a:xfrm>
            <a:off x="7072884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18" name="S09-op296"/>
          <p:cNvSpPr txBox="1"/>
          <p:nvPr/>
        </p:nvSpPr>
        <p:spPr>
          <a:xfrm>
            <a:off x="7719060" y="222707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19" name="S09-num297"/>
          <p:cNvSpPr txBox="1"/>
          <p:nvPr/>
        </p:nvSpPr>
        <p:spPr>
          <a:xfrm>
            <a:off x="8483092" y="222707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20" name="S09-fracbar298"/>
          <p:cNvSpPr/>
          <p:nvPr/>
        </p:nvSpPr>
        <p:spPr>
          <a:xfrm>
            <a:off x="8519668" y="274320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1" name="S09-num299"/>
          <p:cNvSpPr txBox="1"/>
          <p:nvPr/>
        </p:nvSpPr>
        <p:spPr>
          <a:xfrm>
            <a:off x="8483092" y="277977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22" name="S09-chip30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23" name="S09-num301"/>
          <p:cNvSpPr txBox="1"/>
          <p:nvPr/>
        </p:nvSpPr>
        <p:spPr>
          <a:xfrm>
            <a:off x="1344168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24" name="S09-fracbar302"/>
          <p:cNvSpPr/>
          <p:nvPr/>
        </p:nvSpPr>
        <p:spPr>
          <a:xfrm>
            <a:off x="1380744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5" name="S09-num303"/>
          <p:cNvSpPr txBox="1"/>
          <p:nvPr/>
        </p:nvSpPr>
        <p:spPr>
          <a:xfrm>
            <a:off x="1344168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6" name="S09-op304"/>
          <p:cNvSpPr txBox="1"/>
          <p:nvPr/>
        </p:nvSpPr>
        <p:spPr>
          <a:xfrm>
            <a:off x="2089912" y="38729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27" name="S09-num305"/>
          <p:cNvSpPr txBox="1"/>
          <p:nvPr/>
        </p:nvSpPr>
        <p:spPr>
          <a:xfrm>
            <a:off x="2853944" y="3872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200" dirty="0"/>
          </a:p>
        </p:txBody>
      </p:sp>
      <p:sp>
        <p:nvSpPr>
          <p:cNvPr id="28" name="S09-fracbar306"/>
          <p:cNvSpPr/>
          <p:nvPr/>
        </p:nvSpPr>
        <p:spPr>
          <a:xfrm>
            <a:off x="2890520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29" name="S09-num307"/>
          <p:cNvSpPr txBox="1"/>
          <p:nvPr/>
        </p:nvSpPr>
        <p:spPr>
          <a:xfrm>
            <a:off x="2853944" y="4425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30" name="S09-chip30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31" name="S09-num309"/>
          <p:cNvSpPr txBox="1"/>
          <p:nvPr/>
        </p:nvSpPr>
        <p:spPr>
          <a:xfrm>
            <a:off x="7072884" y="387299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200" dirty="0"/>
          </a:p>
        </p:txBody>
      </p:sp>
      <p:sp>
        <p:nvSpPr>
          <p:cNvPr id="32" name="S09-fracbar310"/>
          <p:cNvSpPr/>
          <p:nvPr/>
        </p:nvSpPr>
        <p:spPr>
          <a:xfrm>
            <a:off x="7109460" y="438912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3" name="S09-num311"/>
          <p:cNvSpPr txBox="1"/>
          <p:nvPr/>
        </p:nvSpPr>
        <p:spPr>
          <a:xfrm>
            <a:off x="7072884" y="442569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200" dirty="0"/>
          </a:p>
        </p:txBody>
      </p:sp>
      <p:sp>
        <p:nvSpPr>
          <p:cNvPr id="34" name="S09-op312"/>
          <p:cNvSpPr txBox="1"/>
          <p:nvPr/>
        </p:nvSpPr>
        <p:spPr>
          <a:xfrm>
            <a:off x="7719060" y="387299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35" name="S09-num313"/>
          <p:cNvSpPr txBox="1"/>
          <p:nvPr/>
        </p:nvSpPr>
        <p:spPr>
          <a:xfrm>
            <a:off x="8483092" y="387299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36" name="S09-fracbar314"/>
          <p:cNvSpPr/>
          <p:nvPr/>
        </p:nvSpPr>
        <p:spPr>
          <a:xfrm>
            <a:off x="8519668" y="438912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7" name="S09-num315"/>
          <p:cNvSpPr txBox="1"/>
          <p:nvPr/>
        </p:nvSpPr>
        <p:spPr>
          <a:xfrm>
            <a:off x="8483092" y="442569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10-card31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31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5분의 4와 7분의 5 중 어느 것이 더 클까요?</a:t>
            </a:r>
            <a:endParaRPr lang="ko-KR" sz="2800" dirty="0"/>
          </a:p>
        </p:txBody>
      </p:sp>
      <p:sp>
        <p:nvSpPr>
          <p:cNvPr id="5" name="S10-card3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3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까닭을 말해요.</a:t>
            </a:r>
            <a:endParaRPr lang="ko-KR" sz="2800" dirty="0"/>
          </a:p>
        </p:txBody>
      </p:sp>
      <p:sp>
        <p:nvSpPr>
          <p:cNvPr id="7" name="S10-chip32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7분의 5</a:t>
            </a:r>
            <a:endParaRPr lang="ko-KR" sz="2200" dirty="0"/>
          </a:p>
        </p:txBody>
      </p:sp>
      <p:sp>
        <p:nvSpPr>
          <p:cNvPr id="8" name="S10-text32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분모도 분자도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크니까요.</a:t>
            </a:r>
            <a:endParaRPr lang="ko-KR" sz="2800" dirty="0"/>
          </a:p>
        </p:txBody>
      </p:sp>
      <p:sp>
        <p:nvSpPr>
          <p:cNvPr id="9" name="S10-chip32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5분의 4</a:t>
            </a:r>
            <a:endParaRPr lang="ko-KR" sz="2200" dirty="0"/>
          </a:p>
        </p:txBody>
      </p:sp>
      <p:sp>
        <p:nvSpPr>
          <p:cNvPr id="10" name="S10-text32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통분하면 35분의 28과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35분의 25예요.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text3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통분하고, ③④는 ○에 &gt;, =, &lt;를 넣어요.</a:t>
            </a:r>
            <a:endParaRPr lang="ko-KR" sz="2800" dirty="0"/>
          </a:p>
        </p:txBody>
      </p:sp>
      <p:sp>
        <p:nvSpPr>
          <p:cNvPr id="4" name="S11-chip32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1-num326"/>
          <p:cNvSpPr txBox="1"/>
          <p:nvPr/>
        </p:nvSpPr>
        <p:spPr>
          <a:xfrm>
            <a:off x="1344168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6" name="S11-fracbar327"/>
          <p:cNvSpPr/>
          <p:nvPr/>
        </p:nvSpPr>
        <p:spPr>
          <a:xfrm>
            <a:off x="1380744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7" name="S11-num328"/>
          <p:cNvSpPr txBox="1"/>
          <p:nvPr/>
        </p:nvSpPr>
        <p:spPr>
          <a:xfrm>
            <a:off x="1344168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000" dirty="0"/>
          </a:p>
        </p:txBody>
      </p:sp>
      <p:sp>
        <p:nvSpPr>
          <p:cNvPr id="8" name="S11-op329"/>
          <p:cNvSpPr txBox="1"/>
          <p:nvPr/>
        </p:nvSpPr>
        <p:spPr>
          <a:xfrm>
            <a:off x="1963674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9" name="S11-num330"/>
          <p:cNvSpPr txBox="1"/>
          <p:nvPr/>
        </p:nvSpPr>
        <p:spPr>
          <a:xfrm>
            <a:off x="2558034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10" name="S11-fracbar331"/>
          <p:cNvSpPr/>
          <p:nvPr/>
        </p:nvSpPr>
        <p:spPr>
          <a:xfrm>
            <a:off x="2594610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1" name="S11-num332"/>
          <p:cNvSpPr txBox="1"/>
          <p:nvPr/>
        </p:nvSpPr>
        <p:spPr>
          <a:xfrm>
            <a:off x="2558034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000" dirty="0"/>
          </a:p>
        </p:txBody>
      </p:sp>
      <p:sp>
        <p:nvSpPr>
          <p:cNvPr id="12" name="S11-op333"/>
          <p:cNvSpPr txBox="1"/>
          <p:nvPr/>
        </p:nvSpPr>
        <p:spPr>
          <a:xfrm>
            <a:off x="3177540" y="2257044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000" dirty="0"/>
          </a:p>
        </p:txBody>
      </p:sp>
      <p:sp>
        <p:nvSpPr>
          <p:cNvPr id="13" name="S11-blank334"/>
          <p:cNvSpPr/>
          <p:nvPr/>
        </p:nvSpPr>
        <p:spPr>
          <a:xfrm>
            <a:off x="4053611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4" name="S11-fracbar335"/>
          <p:cNvSpPr/>
          <p:nvPr/>
        </p:nvSpPr>
        <p:spPr>
          <a:xfrm>
            <a:off x="3953256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5" name="S11-num336"/>
          <p:cNvSpPr txBox="1"/>
          <p:nvPr/>
        </p:nvSpPr>
        <p:spPr>
          <a:xfrm>
            <a:off x="3916680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000" dirty="0"/>
          </a:p>
        </p:txBody>
      </p:sp>
      <p:sp>
        <p:nvSpPr>
          <p:cNvPr id="16" name="S11-op337"/>
          <p:cNvSpPr txBox="1"/>
          <p:nvPr/>
        </p:nvSpPr>
        <p:spPr>
          <a:xfrm>
            <a:off x="4632960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17" name="S11-blank338"/>
          <p:cNvSpPr/>
          <p:nvPr/>
        </p:nvSpPr>
        <p:spPr>
          <a:xfrm>
            <a:off x="5364251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18" name="S11-fracbar339"/>
          <p:cNvSpPr/>
          <p:nvPr/>
        </p:nvSpPr>
        <p:spPr>
          <a:xfrm>
            <a:off x="5263896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19" name="S11-num340"/>
          <p:cNvSpPr txBox="1"/>
          <p:nvPr/>
        </p:nvSpPr>
        <p:spPr>
          <a:xfrm>
            <a:off x="5227320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</a:t>
            </a:r>
            <a:endParaRPr lang="ko-KR" sz="3000" dirty="0"/>
          </a:p>
        </p:txBody>
      </p:sp>
      <p:sp>
        <p:nvSpPr>
          <p:cNvPr id="20" name="S11-chip34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21" name="S11-num342"/>
          <p:cNvSpPr txBox="1"/>
          <p:nvPr/>
        </p:nvSpPr>
        <p:spPr>
          <a:xfrm>
            <a:off x="7072884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000" dirty="0"/>
          </a:p>
        </p:txBody>
      </p:sp>
      <p:sp>
        <p:nvSpPr>
          <p:cNvPr id="22" name="S11-fracbar343"/>
          <p:cNvSpPr/>
          <p:nvPr/>
        </p:nvSpPr>
        <p:spPr>
          <a:xfrm>
            <a:off x="7109460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3" name="S11-num344"/>
          <p:cNvSpPr txBox="1"/>
          <p:nvPr/>
        </p:nvSpPr>
        <p:spPr>
          <a:xfrm>
            <a:off x="7072884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000" dirty="0"/>
          </a:p>
        </p:txBody>
      </p:sp>
      <p:sp>
        <p:nvSpPr>
          <p:cNvPr id="24" name="S11-op345"/>
          <p:cNvSpPr txBox="1"/>
          <p:nvPr/>
        </p:nvSpPr>
        <p:spPr>
          <a:xfrm>
            <a:off x="7692390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25" name="S11-num346"/>
          <p:cNvSpPr txBox="1"/>
          <p:nvPr/>
        </p:nvSpPr>
        <p:spPr>
          <a:xfrm>
            <a:off x="8286750" y="2257044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000" dirty="0"/>
          </a:p>
        </p:txBody>
      </p:sp>
      <p:sp>
        <p:nvSpPr>
          <p:cNvPr id="26" name="S11-fracbar347"/>
          <p:cNvSpPr/>
          <p:nvPr/>
        </p:nvSpPr>
        <p:spPr>
          <a:xfrm>
            <a:off x="8323326" y="2743200"/>
            <a:ext cx="436626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27" name="S11-num348"/>
          <p:cNvSpPr txBox="1"/>
          <p:nvPr/>
        </p:nvSpPr>
        <p:spPr>
          <a:xfrm>
            <a:off x="8286750" y="2779776"/>
            <a:ext cx="509778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000" dirty="0"/>
          </a:p>
        </p:txBody>
      </p:sp>
      <p:sp>
        <p:nvSpPr>
          <p:cNvPr id="28" name="S11-op349"/>
          <p:cNvSpPr txBox="1"/>
          <p:nvPr/>
        </p:nvSpPr>
        <p:spPr>
          <a:xfrm>
            <a:off x="8906256" y="2257044"/>
            <a:ext cx="62941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ko-KR" sz="3000" dirty="0"/>
          </a:p>
        </p:txBody>
      </p:sp>
      <p:sp>
        <p:nvSpPr>
          <p:cNvPr id="29" name="S11-blank350"/>
          <p:cNvSpPr/>
          <p:nvPr/>
        </p:nvSpPr>
        <p:spPr>
          <a:xfrm>
            <a:off x="9782327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0" name="S11-fracbar351"/>
          <p:cNvSpPr/>
          <p:nvPr/>
        </p:nvSpPr>
        <p:spPr>
          <a:xfrm>
            <a:off x="9681972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1" name="S11-num352"/>
          <p:cNvSpPr txBox="1"/>
          <p:nvPr/>
        </p:nvSpPr>
        <p:spPr>
          <a:xfrm>
            <a:off x="9645396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32" name="S11-op353"/>
          <p:cNvSpPr txBox="1"/>
          <p:nvPr/>
        </p:nvSpPr>
        <p:spPr>
          <a:xfrm>
            <a:off x="10361676" y="2257044"/>
            <a:ext cx="484632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</a:t>
            </a:r>
            <a:endParaRPr lang="ko-KR" sz="3000" dirty="0"/>
          </a:p>
        </p:txBody>
      </p:sp>
      <p:sp>
        <p:nvSpPr>
          <p:cNvPr id="33" name="S11-blank354"/>
          <p:cNvSpPr/>
          <p:nvPr/>
        </p:nvSpPr>
        <p:spPr>
          <a:xfrm>
            <a:off x="11092967" y="2315489"/>
            <a:ext cx="332689" cy="332689"/>
          </a:xfrm>
          <a:prstGeom prst="rect">
            <a:avLst/>
          </a:prstGeom>
          <a:solidFill>
            <a:srgbClr val="FFFFFF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34" name="S11-fracbar355"/>
          <p:cNvSpPr/>
          <p:nvPr/>
        </p:nvSpPr>
        <p:spPr>
          <a:xfrm>
            <a:off x="10992612" y="2743200"/>
            <a:ext cx="533400" cy="0"/>
          </a:xfrm>
          <a:prstGeom prst="line">
            <a:avLst/>
          </a:prstGeom>
          <a:noFill/>
          <a:ln w="23813">
            <a:solidFill>
              <a:srgbClr val="1F2937"/>
            </a:solidFill>
            <a:prstDash val="solid"/>
          </a:ln>
        </p:spPr>
      </p:sp>
      <p:sp>
        <p:nvSpPr>
          <p:cNvPr id="35" name="S11-num356"/>
          <p:cNvSpPr txBox="1"/>
          <p:nvPr/>
        </p:nvSpPr>
        <p:spPr>
          <a:xfrm>
            <a:off x="10956036" y="2779776"/>
            <a:ext cx="606552" cy="4495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</a:t>
            </a:r>
            <a:endParaRPr lang="ko-KR" sz="3000" dirty="0"/>
          </a:p>
        </p:txBody>
      </p:sp>
      <p:sp>
        <p:nvSpPr>
          <p:cNvPr id="36" name="S11-chip357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37" name="S11-num358"/>
          <p:cNvSpPr txBox="1"/>
          <p:nvPr/>
        </p:nvSpPr>
        <p:spPr>
          <a:xfrm>
            <a:off x="1344168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200" dirty="0"/>
          </a:p>
        </p:txBody>
      </p:sp>
      <p:sp>
        <p:nvSpPr>
          <p:cNvPr id="38" name="S11-fracbar359"/>
          <p:cNvSpPr/>
          <p:nvPr/>
        </p:nvSpPr>
        <p:spPr>
          <a:xfrm>
            <a:off x="1380744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39" name="S11-num360"/>
          <p:cNvSpPr txBox="1"/>
          <p:nvPr/>
        </p:nvSpPr>
        <p:spPr>
          <a:xfrm>
            <a:off x="1344168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200" dirty="0"/>
          </a:p>
        </p:txBody>
      </p:sp>
      <p:sp>
        <p:nvSpPr>
          <p:cNvPr id="40" name="S11-op361"/>
          <p:cNvSpPr txBox="1"/>
          <p:nvPr/>
        </p:nvSpPr>
        <p:spPr>
          <a:xfrm>
            <a:off x="1990344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41" name="S11-num362"/>
          <p:cNvSpPr txBox="1"/>
          <p:nvPr/>
        </p:nvSpPr>
        <p:spPr>
          <a:xfrm>
            <a:off x="2754376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42" name="S11-fracbar363"/>
          <p:cNvSpPr/>
          <p:nvPr/>
        </p:nvSpPr>
        <p:spPr>
          <a:xfrm>
            <a:off x="2790952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3" name="S11-num364"/>
          <p:cNvSpPr txBox="1"/>
          <p:nvPr/>
        </p:nvSpPr>
        <p:spPr>
          <a:xfrm>
            <a:off x="2754376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3200" dirty="0"/>
          </a:p>
        </p:txBody>
      </p:sp>
      <p:sp>
        <p:nvSpPr>
          <p:cNvPr id="44" name="S11-chip365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45" name="S11-num366"/>
          <p:cNvSpPr txBox="1"/>
          <p:nvPr/>
        </p:nvSpPr>
        <p:spPr>
          <a:xfrm>
            <a:off x="7072884" y="4421632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200" dirty="0"/>
          </a:p>
        </p:txBody>
      </p:sp>
      <p:sp>
        <p:nvSpPr>
          <p:cNvPr id="46" name="S11-fracbar367"/>
          <p:cNvSpPr/>
          <p:nvPr/>
        </p:nvSpPr>
        <p:spPr>
          <a:xfrm>
            <a:off x="7109460" y="4937760"/>
            <a:ext cx="463296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47" name="S11-num368"/>
          <p:cNvSpPr txBox="1"/>
          <p:nvPr/>
        </p:nvSpPr>
        <p:spPr>
          <a:xfrm>
            <a:off x="7072884" y="4974336"/>
            <a:ext cx="536448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200" dirty="0"/>
          </a:p>
        </p:txBody>
      </p:sp>
      <p:sp>
        <p:nvSpPr>
          <p:cNvPr id="48" name="S11-op369"/>
          <p:cNvSpPr txBox="1"/>
          <p:nvPr/>
        </p:nvSpPr>
        <p:spPr>
          <a:xfrm>
            <a:off x="7719060" y="4421632"/>
            <a:ext cx="654304" cy="1032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3200" dirty="0"/>
          </a:p>
        </p:txBody>
      </p:sp>
      <p:sp>
        <p:nvSpPr>
          <p:cNvPr id="49" name="S11-num370"/>
          <p:cNvSpPr txBox="1"/>
          <p:nvPr/>
        </p:nvSpPr>
        <p:spPr>
          <a:xfrm>
            <a:off x="8483092" y="4421632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200" dirty="0"/>
          </a:p>
        </p:txBody>
      </p:sp>
      <p:sp>
        <p:nvSpPr>
          <p:cNvPr id="50" name="S11-fracbar371"/>
          <p:cNvSpPr/>
          <p:nvPr/>
        </p:nvSpPr>
        <p:spPr>
          <a:xfrm>
            <a:off x="8519668" y="4937760"/>
            <a:ext cx="562864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51" name="S11-num372"/>
          <p:cNvSpPr txBox="1"/>
          <p:nvPr/>
        </p:nvSpPr>
        <p:spPr>
          <a:xfrm>
            <a:off x="8483092" y="4974336"/>
            <a:ext cx="636016" cy="479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큰 분수는?</a:t>
            </a:r>
            <a:endParaRPr lang="ko-KR" sz="4000" dirty="0"/>
          </a:p>
        </p:txBody>
      </p:sp>
      <p:sp>
        <p:nvSpPr>
          <p:cNvPr id="3" name="S13-text3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분수 중 가장 큰 분수를 골라요.</a:t>
            </a:r>
            <a:endParaRPr lang="ko-KR" sz="2800" dirty="0"/>
          </a:p>
        </p:txBody>
      </p:sp>
      <p:sp>
        <p:nvSpPr>
          <p:cNvPr id="4" name="S13-card3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3-cardtext3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분수씩 통분해서 비교하고, 까닭을 말해요.</a:t>
            </a:r>
            <a:endParaRPr lang="ko-KR" sz="2800" dirty="0"/>
          </a:p>
        </p:txBody>
      </p:sp>
      <p:sp>
        <p:nvSpPr>
          <p:cNvPr id="6" name="S13-chip376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7" name="S13-num377"/>
          <p:cNvSpPr txBox="1"/>
          <p:nvPr/>
        </p:nvSpPr>
        <p:spPr>
          <a:xfrm>
            <a:off x="1927098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4400" dirty="0"/>
          </a:p>
        </p:txBody>
      </p:sp>
      <p:sp>
        <p:nvSpPr>
          <p:cNvPr id="8" name="S13-fracbar378"/>
          <p:cNvSpPr/>
          <p:nvPr/>
        </p:nvSpPr>
        <p:spPr>
          <a:xfrm>
            <a:off x="1963674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9" name="S13-num379"/>
          <p:cNvSpPr txBox="1"/>
          <p:nvPr/>
        </p:nvSpPr>
        <p:spPr>
          <a:xfrm>
            <a:off x="1927098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4400" dirty="0"/>
          </a:p>
        </p:txBody>
      </p:sp>
      <p:sp>
        <p:nvSpPr>
          <p:cNvPr id="10" name="S13-chip380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11" name="S13-num381"/>
          <p:cNvSpPr txBox="1"/>
          <p:nvPr/>
        </p:nvSpPr>
        <p:spPr>
          <a:xfrm>
            <a:off x="5746242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4400" dirty="0"/>
          </a:p>
        </p:txBody>
      </p:sp>
      <p:sp>
        <p:nvSpPr>
          <p:cNvPr id="12" name="S13-fracbar382"/>
          <p:cNvSpPr/>
          <p:nvPr/>
        </p:nvSpPr>
        <p:spPr>
          <a:xfrm>
            <a:off x="5782818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3" name="S13-num383"/>
          <p:cNvSpPr txBox="1"/>
          <p:nvPr/>
        </p:nvSpPr>
        <p:spPr>
          <a:xfrm>
            <a:off x="5746242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4400" dirty="0"/>
          </a:p>
        </p:txBody>
      </p:sp>
      <p:sp>
        <p:nvSpPr>
          <p:cNvPr id="14" name="S13-chip384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5" name="S13-num385"/>
          <p:cNvSpPr txBox="1"/>
          <p:nvPr/>
        </p:nvSpPr>
        <p:spPr>
          <a:xfrm>
            <a:off x="9565386" y="3222244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4400" dirty="0"/>
          </a:p>
        </p:txBody>
      </p:sp>
      <p:sp>
        <p:nvSpPr>
          <p:cNvPr id="16" name="S13-fracbar386"/>
          <p:cNvSpPr/>
          <p:nvPr/>
        </p:nvSpPr>
        <p:spPr>
          <a:xfrm>
            <a:off x="9601962" y="3918204"/>
            <a:ext cx="623316" cy="0"/>
          </a:xfrm>
          <a:prstGeom prst="line">
            <a:avLst/>
          </a:prstGeom>
          <a:noFill/>
          <a:ln w="34925">
            <a:solidFill>
              <a:srgbClr val="1F2937"/>
            </a:solidFill>
            <a:prstDash val="solid"/>
          </a:ln>
        </p:spPr>
      </p:sp>
      <p:sp>
        <p:nvSpPr>
          <p:cNvPr id="17" name="S13-num387"/>
          <p:cNvSpPr txBox="1"/>
          <p:nvPr/>
        </p:nvSpPr>
        <p:spPr>
          <a:xfrm>
            <a:off x="9565386" y="3954780"/>
            <a:ext cx="696468" cy="65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38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38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분모의 곱이나 최소공배수로 통분하고, 분자를 비교해요.</a:t>
            </a:r>
            <a:endParaRPr lang="ko-KR" sz="2800" dirty="0"/>
          </a:p>
        </p:txBody>
      </p:sp>
      <p:sp>
        <p:nvSpPr>
          <p:cNvPr id="5" name="S14-chip390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통분한 뒤 분자 비교하기</a:t>
            </a:r>
            <a:endParaRPr lang="ko-KR" sz="2200" dirty="0"/>
          </a:p>
        </p:txBody>
      </p:sp>
      <p:sp>
        <p:nvSpPr>
          <p:cNvPr id="6" name="S14-chip391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분모만 보고 비교하기</a:t>
            </a:r>
            <a:endParaRPr lang="ko-KR" sz="2200" dirty="0"/>
          </a:p>
        </p:txBody>
      </p:sp>
      <p:sp>
        <p:nvSpPr>
          <p:cNvPr id="7" name="S14-text392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393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4분의 1과 6분의 1을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최소공배수로 통분</a:t>
            </a:r>
            <a:endParaRPr lang="ko-KR" sz="2200" dirty="0"/>
          </a:p>
        </p:txBody>
      </p:sp>
      <p:sp>
        <p:nvSpPr>
          <p:cNvPr id="9" name="S14-op394"/>
          <p:cNvSpPr txBox="1"/>
          <p:nvPr/>
        </p:nvSpPr>
        <p:spPr>
          <a:xfrm>
            <a:off x="4322064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0" name="S14-num395"/>
          <p:cNvSpPr txBox="1"/>
          <p:nvPr/>
        </p:nvSpPr>
        <p:spPr>
          <a:xfrm>
            <a:off x="5011420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600" dirty="0"/>
          </a:p>
        </p:txBody>
      </p:sp>
      <p:sp>
        <p:nvSpPr>
          <p:cNvPr id="11" name="S14-fracbar396"/>
          <p:cNvSpPr/>
          <p:nvPr/>
        </p:nvSpPr>
        <p:spPr>
          <a:xfrm>
            <a:off x="5047996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2" name="S14-num397"/>
          <p:cNvSpPr txBox="1"/>
          <p:nvPr/>
        </p:nvSpPr>
        <p:spPr>
          <a:xfrm>
            <a:off x="5011420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3" name="S14-op398"/>
          <p:cNvSpPr txBox="1"/>
          <p:nvPr/>
        </p:nvSpPr>
        <p:spPr>
          <a:xfrm>
            <a:off x="5577586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600" dirty="0"/>
          </a:p>
        </p:txBody>
      </p:sp>
      <p:sp>
        <p:nvSpPr>
          <p:cNvPr id="14" name="S14-num399"/>
          <p:cNvSpPr txBox="1"/>
          <p:nvPr/>
        </p:nvSpPr>
        <p:spPr>
          <a:xfrm>
            <a:off x="6266942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600" dirty="0"/>
          </a:p>
        </p:txBody>
      </p:sp>
      <p:sp>
        <p:nvSpPr>
          <p:cNvPr id="15" name="S14-fracbar400"/>
          <p:cNvSpPr/>
          <p:nvPr/>
        </p:nvSpPr>
        <p:spPr>
          <a:xfrm>
            <a:off x="6303518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16" name="S14-num401"/>
          <p:cNvSpPr txBox="1"/>
          <p:nvPr/>
        </p:nvSpPr>
        <p:spPr>
          <a:xfrm>
            <a:off x="6266942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7" name="S14-op402"/>
          <p:cNvSpPr txBox="1"/>
          <p:nvPr/>
        </p:nvSpPr>
        <p:spPr>
          <a:xfrm>
            <a:off x="8095488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8" name="S14-num403"/>
          <p:cNvSpPr txBox="1"/>
          <p:nvPr/>
        </p:nvSpPr>
        <p:spPr>
          <a:xfrm>
            <a:off x="8784844" y="4237228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600" dirty="0"/>
          </a:p>
        </p:txBody>
      </p:sp>
      <p:sp>
        <p:nvSpPr>
          <p:cNvPr id="19" name="S14-fracbar404"/>
          <p:cNvSpPr/>
          <p:nvPr/>
        </p:nvSpPr>
        <p:spPr>
          <a:xfrm>
            <a:off x="8821420" y="4663440"/>
            <a:ext cx="383286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0" name="S14-num405"/>
          <p:cNvSpPr txBox="1"/>
          <p:nvPr/>
        </p:nvSpPr>
        <p:spPr>
          <a:xfrm>
            <a:off x="8784844" y="4700016"/>
            <a:ext cx="456438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600" dirty="0"/>
          </a:p>
        </p:txBody>
      </p:sp>
      <p:sp>
        <p:nvSpPr>
          <p:cNvPr id="21" name="S14-op406"/>
          <p:cNvSpPr txBox="1"/>
          <p:nvPr/>
        </p:nvSpPr>
        <p:spPr>
          <a:xfrm>
            <a:off x="9351010" y="4237228"/>
            <a:ext cx="579628" cy="85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endParaRPr lang="ko-KR" sz="2600" dirty="0"/>
          </a:p>
        </p:txBody>
      </p:sp>
      <p:sp>
        <p:nvSpPr>
          <p:cNvPr id="22" name="S14-num407"/>
          <p:cNvSpPr txBox="1"/>
          <p:nvPr/>
        </p:nvSpPr>
        <p:spPr>
          <a:xfrm>
            <a:off x="10040366" y="4237228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600" dirty="0"/>
          </a:p>
        </p:txBody>
      </p:sp>
      <p:sp>
        <p:nvSpPr>
          <p:cNvPr id="23" name="S14-fracbar408"/>
          <p:cNvSpPr/>
          <p:nvPr/>
        </p:nvSpPr>
        <p:spPr>
          <a:xfrm>
            <a:off x="10076942" y="4663440"/>
            <a:ext cx="474472" cy="0"/>
          </a:xfrm>
          <a:prstGeom prst="line">
            <a:avLst/>
          </a:prstGeom>
          <a:noFill/>
          <a:ln w="20638">
            <a:solidFill>
              <a:srgbClr val="FFFFFF"/>
            </a:solidFill>
            <a:prstDash val="solid"/>
          </a:ln>
        </p:spPr>
      </p:sp>
      <p:sp>
        <p:nvSpPr>
          <p:cNvPr id="24" name="S14-num409"/>
          <p:cNvSpPr txBox="1"/>
          <p:nvPr/>
        </p:nvSpPr>
        <p:spPr>
          <a:xfrm>
            <a:off x="10040366" y="4700016"/>
            <a:ext cx="547624" cy="3896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ko-KR" sz="2600" dirty="0"/>
          </a:p>
        </p:txBody>
      </p:sp>
      <p:sp>
        <p:nvSpPr>
          <p:cNvPr id="25" name="S14-text410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분모가 다른 분수의 덧셈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공배수와 최소공배수</a:t>
            </a:r>
            <a:endParaRPr lang="ko-KR" sz="4000" dirty="0"/>
          </a:p>
        </p:txBody>
      </p:sp>
      <p:sp>
        <p:nvSpPr>
          <p:cNvPr id="3" name="S15-text4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배수를 차례로 쓰고, 같은 수를 찾아요.</a:t>
            </a:r>
            <a:endParaRPr lang="ko-KR" sz="2800" dirty="0"/>
          </a:p>
        </p:txBody>
      </p:sp>
      <p:sp>
        <p:nvSpPr>
          <p:cNvPr id="4" name="S15-card412"/>
          <p:cNvSpPr/>
          <p:nvPr/>
        </p:nvSpPr>
        <p:spPr>
          <a:xfrm>
            <a:off x="548640" y="5037836"/>
            <a:ext cx="11091672" cy="1180084"/>
          </a:xfrm>
          <a:prstGeom prst="roundRect">
            <a:avLst>
              <a:gd name="adj" fmla="val 929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5-cardtext413"/>
          <p:cNvSpPr txBox="1"/>
          <p:nvPr/>
        </p:nvSpPr>
        <p:spPr>
          <a:xfrm>
            <a:off x="822960" y="5174996"/>
            <a:ext cx="10543032" cy="905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공배수: 12, 24, …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작은 공배수 12가 최소공배수예요.</a:t>
            </a:r>
            <a:endParaRPr lang="ko-KR" sz="2800" dirty="0"/>
          </a:p>
        </p:txBody>
      </p:sp>
      <p:graphicFrame>
        <p:nvGraphicFramePr>
          <p:cNvPr id="15" name="S15-table4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79676" y="2583688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61722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배수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4, 8, 12, 16, 20, 24, …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 12, 18, 24, 30, …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수학 통분과 크기 비교</dc:title>
  <dc:subject>KR22-G05-MAT-FRAC-COMMON-L01</dc:subject>
  <dc:creator>education-ppt</dc:creator>
  <cp:lastModifiedBy>education-ppt</cp:lastModifiedBy>
  <cp:revision>1</cp:revision>
  <dcterms:created xsi:type="dcterms:W3CDTF">2026-10-26T08:19:56Z</dcterms:created>
  <dcterms:modified xsi:type="dcterms:W3CDTF">2026-10-26T08:19:56Z</dcterms:modified>
</cp:coreProperties>
</file>